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397139"/>
            </a:xfrm>
            <a:custGeom>
              <a:avLst/>
              <a:pathLst>
                <a:path w="7090630" h="3397139">
                  <a:moveTo>
                    <a:pt x="722620" y="0"/>
                  </a:moveTo>
                  <a:lnTo>
                    <a:pt x="787847" y="129601"/>
                  </a:lnTo>
                  <a:lnTo>
                    <a:pt x="859470" y="266116"/>
                  </a:lnTo>
                  <a:lnTo>
                    <a:pt x="931092" y="397075"/>
                  </a:lnTo>
                  <a:lnTo>
                    <a:pt x="1002715" y="522704"/>
                  </a:lnTo>
                  <a:lnTo>
                    <a:pt x="1074337" y="643220"/>
                  </a:lnTo>
                  <a:lnTo>
                    <a:pt x="1145960" y="758831"/>
                  </a:lnTo>
                  <a:lnTo>
                    <a:pt x="1217582" y="869737"/>
                  </a:lnTo>
                  <a:lnTo>
                    <a:pt x="1289205" y="976128"/>
                  </a:lnTo>
                  <a:lnTo>
                    <a:pt x="1360827" y="1078189"/>
                  </a:lnTo>
                  <a:lnTo>
                    <a:pt x="1432450" y="1176097"/>
                  </a:lnTo>
                  <a:lnTo>
                    <a:pt x="1504073" y="1270019"/>
                  </a:lnTo>
                  <a:lnTo>
                    <a:pt x="1575695" y="1360119"/>
                  </a:lnTo>
                  <a:lnTo>
                    <a:pt x="1647318" y="1446552"/>
                  </a:lnTo>
                  <a:lnTo>
                    <a:pt x="1718940" y="1529467"/>
                  </a:lnTo>
                  <a:lnTo>
                    <a:pt x="1790563" y="1609007"/>
                  </a:lnTo>
                  <a:lnTo>
                    <a:pt x="1862185" y="1685310"/>
                  </a:lnTo>
                  <a:lnTo>
                    <a:pt x="1933808" y="1758507"/>
                  </a:lnTo>
                  <a:lnTo>
                    <a:pt x="2005430" y="1828725"/>
                  </a:lnTo>
                  <a:lnTo>
                    <a:pt x="2077053" y="1896085"/>
                  </a:lnTo>
                  <a:lnTo>
                    <a:pt x="2148675" y="1960704"/>
                  </a:lnTo>
                  <a:lnTo>
                    <a:pt x="2220298" y="2022692"/>
                  </a:lnTo>
                  <a:lnTo>
                    <a:pt x="2291920" y="2082158"/>
                  </a:lnTo>
                  <a:lnTo>
                    <a:pt x="2363543" y="2139203"/>
                  </a:lnTo>
                  <a:lnTo>
                    <a:pt x="2435165" y="2193927"/>
                  </a:lnTo>
                  <a:lnTo>
                    <a:pt x="2506788" y="2246423"/>
                  </a:lnTo>
                  <a:lnTo>
                    <a:pt x="2578410" y="2296783"/>
                  </a:lnTo>
                  <a:lnTo>
                    <a:pt x="2650033" y="2345093"/>
                  </a:lnTo>
                  <a:lnTo>
                    <a:pt x="2721655" y="2391437"/>
                  </a:lnTo>
                  <a:lnTo>
                    <a:pt x="2793278" y="2435894"/>
                  </a:lnTo>
                  <a:lnTo>
                    <a:pt x="2864901" y="2478542"/>
                  </a:lnTo>
                  <a:lnTo>
                    <a:pt x="2936523" y="2519455"/>
                  </a:lnTo>
                  <a:lnTo>
                    <a:pt x="3008146" y="2558702"/>
                  </a:lnTo>
                  <a:lnTo>
                    <a:pt x="3079768" y="2596352"/>
                  </a:lnTo>
                  <a:lnTo>
                    <a:pt x="3151391" y="2632469"/>
                  </a:lnTo>
                  <a:lnTo>
                    <a:pt x="3223013" y="2655463"/>
                  </a:lnTo>
                  <a:lnTo>
                    <a:pt x="3294636" y="2658601"/>
                  </a:lnTo>
                  <a:lnTo>
                    <a:pt x="3366258" y="2661727"/>
                  </a:lnTo>
                  <a:lnTo>
                    <a:pt x="3437881" y="2664841"/>
                  </a:lnTo>
                  <a:lnTo>
                    <a:pt x="3509503" y="2667944"/>
                  </a:lnTo>
                  <a:lnTo>
                    <a:pt x="3581126" y="2671034"/>
                  </a:lnTo>
                  <a:lnTo>
                    <a:pt x="3652748" y="2674113"/>
                  </a:lnTo>
                  <a:lnTo>
                    <a:pt x="3724371" y="2677180"/>
                  </a:lnTo>
                  <a:lnTo>
                    <a:pt x="3795993" y="2680236"/>
                  </a:lnTo>
                  <a:lnTo>
                    <a:pt x="3867616" y="2683280"/>
                  </a:lnTo>
                  <a:lnTo>
                    <a:pt x="3939238" y="2686312"/>
                  </a:lnTo>
                  <a:lnTo>
                    <a:pt x="4010861" y="2689333"/>
                  </a:lnTo>
                  <a:lnTo>
                    <a:pt x="4082483" y="2692343"/>
                  </a:lnTo>
                  <a:lnTo>
                    <a:pt x="4154106" y="2695341"/>
                  </a:lnTo>
                  <a:lnTo>
                    <a:pt x="4225729" y="2698328"/>
                  </a:lnTo>
                  <a:lnTo>
                    <a:pt x="4297351" y="2701303"/>
                  </a:lnTo>
                  <a:lnTo>
                    <a:pt x="4368974" y="2704268"/>
                  </a:lnTo>
                  <a:lnTo>
                    <a:pt x="4440596" y="2707221"/>
                  </a:lnTo>
                  <a:lnTo>
                    <a:pt x="4512219" y="2710162"/>
                  </a:lnTo>
                  <a:lnTo>
                    <a:pt x="4583841" y="2713093"/>
                  </a:lnTo>
                  <a:lnTo>
                    <a:pt x="4655464" y="2716013"/>
                  </a:lnTo>
                  <a:lnTo>
                    <a:pt x="4727086" y="2718921"/>
                  </a:lnTo>
                  <a:lnTo>
                    <a:pt x="4798709" y="2721818"/>
                  </a:lnTo>
                  <a:lnTo>
                    <a:pt x="4870331" y="2724705"/>
                  </a:lnTo>
                  <a:lnTo>
                    <a:pt x="4941954" y="2727580"/>
                  </a:lnTo>
                  <a:lnTo>
                    <a:pt x="5013576" y="2730445"/>
                  </a:lnTo>
                  <a:lnTo>
                    <a:pt x="5085199" y="2733299"/>
                  </a:lnTo>
                  <a:lnTo>
                    <a:pt x="5156821" y="2736142"/>
                  </a:lnTo>
                  <a:lnTo>
                    <a:pt x="5228444" y="2738974"/>
                  </a:lnTo>
                  <a:lnTo>
                    <a:pt x="5300066" y="2741796"/>
                  </a:lnTo>
                  <a:lnTo>
                    <a:pt x="5371689" y="2744606"/>
                  </a:lnTo>
                  <a:lnTo>
                    <a:pt x="5443311" y="2747407"/>
                  </a:lnTo>
                  <a:lnTo>
                    <a:pt x="5514934" y="2750196"/>
                  </a:lnTo>
                  <a:lnTo>
                    <a:pt x="5586557" y="2752975"/>
                  </a:lnTo>
                  <a:lnTo>
                    <a:pt x="5658179" y="2755744"/>
                  </a:lnTo>
                  <a:lnTo>
                    <a:pt x="5729802" y="2758502"/>
                  </a:lnTo>
                  <a:lnTo>
                    <a:pt x="5801424" y="2761249"/>
                  </a:lnTo>
                  <a:lnTo>
                    <a:pt x="5873047" y="2763986"/>
                  </a:lnTo>
                  <a:lnTo>
                    <a:pt x="5944669" y="2766713"/>
                  </a:lnTo>
                  <a:lnTo>
                    <a:pt x="6016292" y="2769429"/>
                  </a:lnTo>
                  <a:lnTo>
                    <a:pt x="6087914" y="2772135"/>
                  </a:lnTo>
                  <a:lnTo>
                    <a:pt x="6159537" y="2774831"/>
                  </a:lnTo>
                  <a:lnTo>
                    <a:pt x="6231159" y="2777517"/>
                  </a:lnTo>
                  <a:lnTo>
                    <a:pt x="6302782" y="2780192"/>
                  </a:lnTo>
                  <a:lnTo>
                    <a:pt x="6374404" y="2782858"/>
                  </a:lnTo>
                  <a:lnTo>
                    <a:pt x="6446027" y="2785513"/>
                  </a:lnTo>
                  <a:lnTo>
                    <a:pt x="6517649" y="2788158"/>
                  </a:lnTo>
                  <a:lnTo>
                    <a:pt x="6589272" y="2790793"/>
                  </a:lnTo>
                  <a:lnTo>
                    <a:pt x="6660894" y="2793418"/>
                  </a:lnTo>
                  <a:lnTo>
                    <a:pt x="6732517" y="2796034"/>
                  </a:lnTo>
                  <a:lnTo>
                    <a:pt x="6804139" y="2798639"/>
                  </a:lnTo>
                  <a:lnTo>
                    <a:pt x="6875762" y="2801234"/>
                  </a:lnTo>
                  <a:lnTo>
                    <a:pt x="6947385" y="2803820"/>
                  </a:lnTo>
                  <a:lnTo>
                    <a:pt x="7019007" y="2806396"/>
                  </a:lnTo>
                  <a:lnTo>
                    <a:pt x="7090630" y="2808962"/>
                  </a:lnTo>
                  <a:lnTo>
                    <a:pt x="7090630" y="3397139"/>
                  </a:lnTo>
                  <a:lnTo>
                    <a:pt x="7019007" y="3393465"/>
                  </a:lnTo>
                  <a:lnTo>
                    <a:pt x="6947385" y="3389634"/>
                  </a:lnTo>
                  <a:lnTo>
                    <a:pt x="6875762" y="3385642"/>
                  </a:lnTo>
                  <a:lnTo>
                    <a:pt x="6804139" y="3381479"/>
                  </a:lnTo>
                  <a:lnTo>
                    <a:pt x="6732517" y="3377140"/>
                  </a:lnTo>
                  <a:lnTo>
                    <a:pt x="6660894" y="3372617"/>
                  </a:lnTo>
                  <a:lnTo>
                    <a:pt x="6589272" y="3367902"/>
                  </a:lnTo>
                  <a:lnTo>
                    <a:pt x="6517649" y="3362987"/>
                  </a:lnTo>
                  <a:lnTo>
                    <a:pt x="6446027" y="3357864"/>
                  </a:lnTo>
                  <a:lnTo>
                    <a:pt x="6374404" y="3352523"/>
                  </a:lnTo>
                  <a:lnTo>
                    <a:pt x="6302782" y="3346956"/>
                  </a:lnTo>
                  <a:lnTo>
                    <a:pt x="6231159" y="3341152"/>
                  </a:lnTo>
                  <a:lnTo>
                    <a:pt x="6159537" y="3335102"/>
                  </a:lnTo>
                  <a:lnTo>
                    <a:pt x="6087914" y="3328795"/>
                  </a:lnTo>
                  <a:lnTo>
                    <a:pt x="6016292" y="3322221"/>
                  </a:lnTo>
                  <a:lnTo>
                    <a:pt x="5944669" y="3315368"/>
                  </a:lnTo>
                  <a:lnTo>
                    <a:pt x="5873047" y="3308224"/>
                  </a:lnTo>
                  <a:lnTo>
                    <a:pt x="5801424" y="3300778"/>
                  </a:lnTo>
                  <a:lnTo>
                    <a:pt x="5729802" y="3293015"/>
                  </a:lnTo>
                  <a:lnTo>
                    <a:pt x="5658179" y="3284922"/>
                  </a:lnTo>
                  <a:lnTo>
                    <a:pt x="5586557" y="3276487"/>
                  </a:lnTo>
                  <a:lnTo>
                    <a:pt x="5514934" y="3267693"/>
                  </a:lnTo>
                  <a:lnTo>
                    <a:pt x="5443311" y="3258527"/>
                  </a:lnTo>
                  <a:lnTo>
                    <a:pt x="5371689" y="3248971"/>
                  </a:lnTo>
                  <a:lnTo>
                    <a:pt x="5300066" y="3239010"/>
                  </a:lnTo>
                  <a:lnTo>
                    <a:pt x="5228444" y="3228627"/>
                  </a:lnTo>
                  <a:lnTo>
                    <a:pt x="5156821" y="3217803"/>
                  </a:lnTo>
                  <a:lnTo>
                    <a:pt x="5085199" y="3206520"/>
                  </a:lnTo>
                  <a:lnTo>
                    <a:pt x="5013576" y="3194758"/>
                  </a:lnTo>
                  <a:lnTo>
                    <a:pt x="4941954" y="3182497"/>
                  </a:lnTo>
                  <a:lnTo>
                    <a:pt x="4870331" y="3169715"/>
                  </a:lnTo>
                  <a:lnTo>
                    <a:pt x="4798709" y="3156392"/>
                  </a:lnTo>
                  <a:lnTo>
                    <a:pt x="4727086" y="3142503"/>
                  </a:lnTo>
                  <a:lnTo>
                    <a:pt x="4655464" y="3128025"/>
                  </a:lnTo>
                  <a:lnTo>
                    <a:pt x="4583841" y="3112933"/>
                  </a:lnTo>
                  <a:lnTo>
                    <a:pt x="4512219" y="3097200"/>
                  </a:lnTo>
                  <a:lnTo>
                    <a:pt x="4440596" y="3080800"/>
                  </a:lnTo>
                  <a:lnTo>
                    <a:pt x="4368974" y="3063704"/>
                  </a:lnTo>
                  <a:lnTo>
                    <a:pt x="4297351" y="3045883"/>
                  </a:lnTo>
                  <a:lnTo>
                    <a:pt x="4225729" y="3027306"/>
                  </a:lnTo>
                  <a:lnTo>
                    <a:pt x="4154106" y="3007940"/>
                  </a:lnTo>
                  <a:lnTo>
                    <a:pt x="4082483" y="2987753"/>
                  </a:lnTo>
                  <a:lnTo>
                    <a:pt x="4010861" y="2966709"/>
                  </a:lnTo>
                  <a:lnTo>
                    <a:pt x="3939238" y="2944773"/>
                  </a:lnTo>
                  <a:lnTo>
                    <a:pt x="3867616" y="2921906"/>
                  </a:lnTo>
                  <a:lnTo>
                    <a:pt x="3795993" y="2898068"/>
                  </a:lnTo>
                  <a:lnTo>
                    <a:pt x="3724371" y="2873219"/>
                  </a:lnTo>
                  <a:lnTo>
                    <a:pt x="3652748" y="2847316"/>
                  </a:lnTo>
                  <a:lnTo>
                    <a:pt x="3581126" y="2820314"/>
                  </a:lnTo>
                  <a:lnTo>
                    <a:pt x="3509503" y="2792167"/>
                  </a:lnTo>
                  <a:lnTo>
                    <a:pt x="3437881" y="2762825"/>
                  </a:lnTo>
                  <a:lnTo>
                    <a:pt x="3366258" y="2732238"/>
                  </a:lnTo>
                  <a:lnTo>
                    <a:pt x="3294636" y="2700354"/>
                  </a:lnTo>
                  <a:lnTo>
                    <a:pt x="3223013" y="2667116"/>
                  </a:lnTo>
                  <a:lnTo>
                    <a:pt x="3151391" y="2652314"/>
                  </a:lnTo>
                  <a:lnTo>
                    <a:pt x="3079768" y="2649152"/>
                  </a:lnTo>
                  <a:lnTo>
                    <a:pt x="3008146" y="2645978"/>
                  </a:lnTo>
                  <a:lnTo>
                    <a:pt x="2936523" y="2642792"/>
                  </a:lnTo>
                  <a:lnTo>
                    <a:pt x="2864901" y="2639594"/>
                  </a:lnTo>
                  <a:lnTo>
                    <a:pt x="2793278" y="2636384"/>
                  </a:lnTo>
                  <a:lnTo>
                    <a:pt x="2721655" y="2633162"/>
                  </a:lnTo>
                  <a:lnTo>
                    <a:pt x="2650033" y="2629927"/>
                  </a:lnTo>
                  <a:lnTo>
                    <a:pt x="2578410" y="2626680"/>
                  </a:lnTo>
                  <a:lnTo>
                    <a:pt x="2506788" y="2623421"/>
                  </a:lnTo>
                  <a:lnTo>
                    <a:pt x="2435165" y="2620149"/>
                  </a:lnTo>
                  <a:lnTo>
                    <a:pt x="2363543" y="2616865"/>
                  </a:lnTo>
                  <a:lnTo>
                    <a:pt x="2291920" y="2613569"/>
                  </a:lnTo>
                  <a:lnTo>
                    <a:pt x="2220298" y="2610260"/>
                  </a:lnTo>
                  <a:lnTo>
                    <a:pt x="2148675" y="2606938"/>
                  </a:lnTo>
                  <a:lnTo>
                    <a:pt x="2077053" y="2603604"/>
                  </a:lnTo>
                  <a:lnTo>
                    <a:pt x="2005430" y="2600257"/>
                  </a:lnTo>
                  <a:lnTo>
                    <a:pt x="1933808" y="2596897"/>
                  </a:lnTo>
                  <a:lnTo>
                    <a:pt x="1862185" y="2593524"/>
                  </a:lnTo>
                  <a:lnTo>
                    <a:pt x="1790563" y="2590139"/>
                  </a:lnTo>
                  <a:lnTo>
                    <a:pt x="1718940" y="2586741"/>
                  </a:lnTo>
                  <a:lnTo>
                    <a:pt x="1647318" y="2583330"/>
                  </a:lnTo>
                  <a:lnTo>
                    <a:pt x="1575695" y="2579906"/>
                  </a:lnTo>
                  <a:lnTo>
                    <a:pt x="1504073" y="2576468"/>
                  </a:lnTo>
                  <a:lnTo>
                    <a:pt x="1432450" y="2573018"/>
                  </a:lnTo>
                  <a:lnTo>
                    <a:pt x="1360827" y="2569555"/>
                  </a:lnTo>
                  <a:lnTo>
                    <a:pt x="1289205" y="2566078"/>
                  </a:lnTo>
                  <a:lnTo>
                    <a:pt x="1217582" y="2562589"/>
                  </a:lnTo>
                  <a:lnTo>
                    <a:pt x="1145960" y="2559086"/>
                  </a:lnTo>
                  <a:lnTo>
                    <a:pt x="1074337" y="2555570"/>
                  </a:lnTo>
                  <a:lnTo>
                    <a:pt x="1002715" y="2552040"/>
                  </a:lnTo>
                  <a:lnTo>
                    <a:pt x="931092" y="2548497"/>
                  </a:lnTo>
                  <a:lnTo>
                    <a:pt x="859470" y="2544940"/>
                  </a:lnTo>
                  <a:lnTo>
                    <a:pt x="787847" y="2541370"/>
                  </a:lnTo>
                  <a:lnTo>
                    <a:pt x="716225" y="2537786"/>
                  </a:lnTo>
                  <a:lnTo>
                    <a:pt x="644602" y="2534189"/>
                  </a:lnTo>
                  <a:lnTo>
                    <a:pt x="572980" y="2530578"/>
                  </a:lnTo>
                  <a:lnTo>
                    <a:pt x="501357" y="2526953"/>
                  </a:lnTo>
                  <a:lnTo>
                    <a:pt x="429735" y="2523315"/>
                  </a:lnTo>
                  <a:lnTo>
                    <a:pt x="358112" y="2519663"/>
                  </a:lnTo>
                  <a:lnTo>
                    <a:pt x="286490" y="2515996"/>
                  </a:lnTo>
                  <a:lnTo>
                    <a:pt x="214867" y="2512316"/>
                  </a:lnTo>
                  <a:lnTo>
                    <a:pt x="143245" y="2508622"/>
                  </a:lnTo>
                  <a:lnTo>
                    <a:pt x="71622" y="2504914"/>
                  </a:lnTo>
                  <a:lnTo>
                    <a:pt x="0" y="250119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894669" y="2073503"/>
              <a:ext cx="6368009" cy="2808962"/>
            </a:xfrm>
            <a:custGeom>
              <a:avLst/>
              <a:pathLst>
                <a:path w="6368009" h="2808962">
                  <a:moveTo>
                    <a:pt x="0" y="0"/>
                  </a:moveTo>
                  <a:lnTo>
                    <a:pt x="65227" y="129601"/>
                  </a:lnTo>
                  <a:lnTo>
                    <a:pt x="136850" y="266116"/>
                  </a:lnTo>
                  <a:lnTo>
                    <a:pt x="208472" y="397075"/>
                  </a:lnTo>
                  <a:lnTo>
                    <a:pt x="280095" y="522704"/>
                  </a:lnTo>
                  <a:lnTo>
                    <a:pt x="351717" y="643220"/>
                  </a:lnTo>
                  <a:lnTo>
                    <a:pt x="423340" y="758831"/>
                  </a:lnTo>
                  <a:lnTo>
                    <a:pt x="494962" y="869737"/>
                  </a:lnTo>
                  <a:lnTo>
                    <a:pt x="566585" y="976128"/>
                  </a:lnTo>
                  <a:lnTo>
                    <a:pt x="638207" y="1078189"/>
                  </a:lnTo>
                  <a:lnTo>
                    <a:pt x="709830" y="1176097"/>
                  </a:lnTo>
                  <a:lnTo>
                    <a:pt x="781452" y="1270019"/>
                  </a:lnTo>
                  <a:lnTo>
                    <a:pt x="853075" y="1360119"/>
                  </a:lnTo>
                  <a:lnTo>
                    <a:pt x="924697" y="1446552"/>
                  </a:lnTo>
                  <a:lnTo>
                    <a:pt x="996320" y="1529467"/>
                  </a:lnTo>
                  <a:lnTo>
                    <a:pt x="1067943" y="1609007"/>
                  </a:lnTo>
                  <a:lnTo>
                    <a:pt x="1139565" y="1685310"/>
                  </a:lnTo>
                  <a:lnTo>
                    <a:pt x="1211188" y="1758507"/>
                  </a:lnTo>
                  <a:lnTo>
                    <a:pt x="1282810" y="1828725"/>
                  </a:lnTo>
                  <a:lnTo>
                    <a:pt x="1354433" y="1896085"/>
                  </a:lnTo>
                  <a:lnTo>
                    <a:pt x="1426055" y="1960704"/>
                  </a:lnTo>
                  <a:lnTo>
                    <a:pt x="1497678" y="2022692"/>
                  </a:lnTo>
                  <a:lnTo>
                    <a:pt x="1569300" y="2082158"/>
                  </a:lnTo>
                  <a:lnTo>
                    <a:pt x="1640923" y="2139203"/>
                  </a:lnTo>
                  <a:lnTo>
                    <a:pt x="1712545" y="2193927"/>
                  </a:lnTo>
                  <a:lnTo>
                    <a:pt x="1784168" y="2246423"/>
                  </a:lnTo>
                  <a:lnTo>
                    <a:pt x="1855790" y="2296783"/>
                  </a:lnTo>
                  <a:lnTo>
                    <a:pt x="1927413" y="2345093"/>
                  </a:lnTo>
                  <a:lnTo>
                    <a:pt x="1999035" y="2391437"/>
                  </a:lnTo>
                  <a:lnTo>
                    <a:pt x="2070658" y="2435894"/>
                  </a:lnTo>
                  <a:lnTo>
                    <a:pt x="2142280" y="2478542"/>
                  </a:lnTo>
                  <a:lnTo>
                    <a:pt x="2213903" y="2519455"/>
                  </a:lnTo>
                  <a:lnTo>
                    <a:pt x="2285525" y="2558702"/>
                  </a:lnTo>
                  <a:lnTo>
                    <a:pt x="2357148" y="2596352"/>
                  </a:lnTo>
                  <a:lnTo>
                    <a:pt x="2428771" y="2632469"/>
                  </a:lnTo>
                  <a:lnTo>
                    <a:pt x="2500393" y="2655463"/>
                  </a:lnTo>
                  <a:lnTo>
                    <a:pt x="2572016" y="2658601"/>
                  </a:lnTo>
                  <a:lnTo>
                    <a:pt x="2643638" y="2661727"/>
                  </a:lnTo>
                  <a:lnTo>
                    <a:pt x="2715261" y="2664841"/>
                  </a:lnTo>
                  <a:lnTo>
                    <a:pt x="2786883" y="2667944"/>
                  </a:lnTo>
                  <a:lnTo>
                    <a:pt x="2858506" y="2671034"/>
                  </a:lnTo>
                  <a:lnTo>
                    <a:pt x="2930128" y="2674113"/>
                  </a:lnTo>
                  <a:lnTo>
                    <a:pt x="3001751" y="2677180"/>
                  </a:lnTo>
                  <a:lnTo>
                    <a:pt x="3073373" y="2680236"/>
                  </a:lnTo>
                  <a:lnTo>
                    <a:pt x="3144996" y="2683280"/>
                  </a:lnTo>
                  <a:lnTo>
                    <a:pt x="3216618" y="2686312"/>
                  </a:lnTo>
                  <a:lnTo>
                    <a:pt x="3288241" y="2689333"/>
                  </a:lnTo>
                  <a:lnTo>
                    <a:pt x="3359863" y="2692343"/>
                  </a:lnTo>
                  <a:lnTo>
                    <a:pt x="3431486" y="2695341"/>
                  </a:lnTo>
                  <a:lnTo>
                    <a:pt x="3503108" y="2698328"/>
                  </a:lnTo>
                  <a:lnTo>
                    <a:pt x="3574731" y="2701303"/>
                  </a:lnTo>
                  <a:lnTo>
                    <a:pt x="3646353" y="2704268"/>
                  </a:lnTo>
                  <a:lnTo>
                    <a:pt x="3717976" y="2707221"/>
                  </a:lnTo>
                  <a:lnTo>
                    <a:pt x="3789599" y="2710162"/>
                  </a:lnTo>
                  <a:lnTo>
                    <a:pt x="3861221" y="2713093"/>
                  </a:lnTo>
                  <a:lnTo>
                    <a:pt x="3932844" y="2716013"/>
                  </a:lnTo>
                  <a:lnTo>
                    <a:pt x="4004466" y="2718921"/>
                  </a:lnTo>
                  <a:lnTo>
                    <a:pt x="4076089" y="2721818"/>
                  </a:lnTo>
                  <a:lnTo>
                    <a:pt x="4147711" y="2724705"/>
                  </a:lnTo>
                  <a:lnTo>
                    <a:pt x="4219334" y="2727580"/>
                  </a:lnTo>
                  <a:lnTo>
                    <a:pt x="4290956" y="2730445"/>
                  </a:lnTo>
                  <a:lnTo>
                    <a:pt x="4362579" y="2733299"/>
                  </a:lnTo>
                  <a:lnTo>
                    <a:pt x="4434201" y="2736142"/>
                  </a:lnTo>
                  <a:lnTo>
                    <a:pt x="4505824" y="2738974"/>
                  </a:lnTo>
                  <a:lnTo>
                    <a:pt x="4577446" y="2741796"/>
                  </a:lnTo>
                  <a:lnTo>
                    <a:pt x="4649069" y="2744606"/>
                  </a:lnTo>
                  <a:lnTo>
                    <a:pt x="4720691" y="2747407"/>
                  </a:lnTo>
                  <a:lnTo>
                    <a:pt x="4792314" y="2750196"/>
                  </a:lnTo>
                  <a:lnTo>
                    <a:pt x="4863936" y="2752975"/>
                  </a:lnTo>
                  <a:lnTo>
                    <a:pt x="4935559" y="2755744"/>
                  </a:lnTo>
                  <a:lnTo>
                    <a:pt x="5007181" y="2758502"/>
                  </a:lnTo>
                  <a:lnTo>
                    <a:pt x="5078804" y="2761249"/>
                  </a:lnTo>
                  <a:lnTo>
                    <a:pt x="5150427" y="2763986"/>
                  </a:lnTo>
                  <a:lnTo>
                    <a:pt x="5222049" y="2766713"/>
                  </a:lnTo>
                  <a:lnTo>
                    <a:pt x="5293672" y="2769429"/>
                  </a:lnTo>
                  <a:lnTo>
                    <a:pt x="5365294" y="2772135"/>
                  </a:lnTo>
                  <a:lnTo>
                    <a:pt x="5436917" y="2774831"/>
                  </a:lnTo>
                  <a:lnTo>
                    <a:pt x="5508539" y="2777517"/>
                  </a:lnTo>
                  <a:lnTo>
                    <a:pt x="5580162" y="2780192"/>
                  </a:lnTo>
                  <a:lnTo>
                    <a:pt x="5651784" y="2782858"/>
                  </a:lnTo>
                  <a:lnTo>
                    <a:pt x="5723407" y="2785513"/>
                  </a:lnTo>
                  <a:lnTo>
                    <a:pt x="5795029" y="2788158"/>
                  </a:lnTo>
                  <a:lnTo>
                    <a:pt x="5866652" y="2790793"/>
                  </a:lnTo>
                  <a:lnTo>
                    <a:pt x="5938274" y="2793418"/>
                  </a:lnTo>
                  <a:lnTo>
                    <a:pt x="6009897" y="2796034"/>
                  </a:lnTo>
                  <a:lnTo>
                    <a:pt x="6081519" y="2798639"/>
                  </a:lnTo>
                  <a:lnTo>
                    <a:pt x="6153142" y="2801234"/>
                  </a:lnTo>
                  <a:lnTo>
                    <a:pt x="6224764" y="2803820"/>
                  </a:lnTo>
                  <a:lnTo>
                    <a:pt x="6296387" y="2806396"/>
                  </a:lnTo>
                  <a:lnTo>
                    <a:pt x="6368009" y="28089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574695"/>
              <a:ext cx="7090630" cy="895947"/>
            </a:xfrm>
            <a:custGeom>
              <a:avLst/>
              <a:pathLst>
                <a:path w="7090630" h="895947">
                  <a:moveTo>
                    <a:pt x="7090630" y="895947"/>
                  </a:moveTo>
                  <a:lnTo>
                    <a:pt x="7019007" y="892273"/>
                  </a:lnTo>
                  <a:lnTo>
                    <a:pt x="6947385" y="888442"/>
                  </a:lnTo>
                  <a:lnTo>
                    <a:pt x="6875762" y="884449"/>
                  </a:lnTo>
                  <a:lnTo>
                    <a:pt x="6804139" y="880287"/>
                  </a:lnTo>
                  <a:lnTo>
                    <a:pt x="6732517" y="875948"/>
                  </a:lnTo>
                  <a:lnTo>
                    <a:pt x="6660894" y="871425"/>
                  </a:lnTo>
                  <a:lnTo>
                    <a:pt x="6589272" y="866710"/>
                  </a:lnTo>
                  <a:lnTo>
                    <a:pt x="6517649" y="861795"/>
                  </a:lnTo>
                  <a:lnTo>
                    <a:pt x="6446027" y="856672"/>
                  </a:lnTo>
                  <a:lnTo>
                    <a:pt x="6374404" y="851331"/>
                  </a:lnTo>
                  <a:lnTo>
                    <a:pt x="6302782" y="845763"/>
                  </a:lnTo>
                  <a:lnTo>
                    <a:pt x="6231159" y="839960"/>
                  </a:lnTo>
                  <a:lnTo>
                    <a:pt x="6159537" y="833910"/>
                  </a:lnTo>
                  <a:lnTo>
                    <a:pt x="6087914" y="827603"/>
                  </a:lnTo>
                  <a:lnTo>
                    <a:pt x="6016292" y="821029"/>
                  </a:lnTo>
                  <a:lnTo>
                    <a:pt x="5944669" y="814176"/>
                  </a:lnTo>
                  <a:lnTo>
                    <a:pt x="5873047" y="807032"/>
                  </a:lnTo>
                  <a:lnTo>
                    <a:pt x="5801424" y="799585"/>
                  </a:lnTo>
                  <a:lnTo>
                    <a:pt x="5729802" y="791822"/>
                  </a:lnTo>
                  <a:lnTo>
                    <a:pt x="5658179" y="783730"/>
                  </a:lnTo>
                  <a:lnTo>
                    <a:pt x="5586557" y="775295"/>
                  </a:lnTo>
                  <a:lnTo>
                    <a:pt x="5514934" y="766501"/>
                  </a:lnTo>
                  <a:lnTo>
                    <a:pt x="5443311" y="757335"/>
                  </a:lnTo>
                  <a:lnTo>
                    <a:pt x="5371689" y="747779"/>
                  </a:lnTo>
                  <a:lnTo>
                    <a:pt x="5300066" y="737818"/>
                  </a:lnTo>
                  <a:lnTo>
                    <a:pt x="5228444" y="727435"/>
                  </a:lnTo>
                  <a:lnTo>
                    <a:pt x="5156821" y="716611"/>
                  </a:lnTo>
                  <a:lnTo>
                    <a:pt x="5085199" y="705328"/>
                  </a:lnTo>
                  <a:lnTo>
                    <a:pt x="5013576" y="693566"/>
                  </a:lnTo>
                  <a:lnTo>
                    <a:pt x="4941954" y="681305"/>
                  </a:lnTo>
                  <a:lnTo>
                    <a:pt x="4870331" y="668523"/>
                  </a:lnTo>
                  <a:lnTo>
                    <a:pt x="4798709" y="655200"/>
                  </a:lnTo>
                  <a:lnTo>
                    <a:pt x="4727086" y="641311"/>
                  </a:lnTo>
                  <a:lnTo>
                    <a:pt x="4655464" y="626833"/>
                  </a:lnTo>
                  <a:lnTo>
                    <a:pt x="4583841" y="611741"/>
                  </a:lnTo>
                  <a:lnTo>
                    <a:pt x="4512219" y="596008"/>
                  </a:lnTo>
                  <a:lnTo>
                    <a:pt x="4440596" y="579608"/>
                  </a:lnTo>
                  <a:lnTo>
                    <a:pt x="4368974" y="562512"/>
                  </a:lnTo>
                  <a:lnTo>
                    <a:pt x="4297351" y="544691"/>
                  </a:lnTo>
                  <a:lnTo>
                    <a:pt x="4225729" y="526113"/>
                  </a:lnTo>
                  <a:lnTo>
                    <a:pt x="4154106" y="506748"/>
                  </a:lnTo>
                  <a:lnTo>
                    <a:pt x="4082483" y="486561"/>
                  </a:lnTo>
                  <a:lnTo>
                    <a:pt x="4010861" y="465517"/>
                  </a:lnTo>
                  <a:lnTo>
                    <a:pt x="3939238" y="443581"/>
                  </a:lnTo>
                  <a:lnTo>
                    <a:pt x="3867616" y="420713"/>
                  </a:lnTo>
                  <a:lnTo>
                    <a:pt x="3795993" y="396876"/>
                  </a:lnTo>
                  <a:lnTo>
                    <a:pt x="3724371" y="372027"/>
                  </a:lnTo>
                  <a:lnTo>
                    <a:pt x="3652748" y="346124"/>
                  </a:lnTo>
                  <a:lnTo>
                    <a:pt x="3581126" y="319122"/>
                  </a:lnTo>
                  <a:lnTo>
                    <a:pt x="3509503" y="290975"/>
                  </a:lnTo>
                  <a:lnTo>
                    <a:pt x="3437881" y="261633"/>
                  </a:lnTo>
                  <a:lnTo>
                    <a:pt x="3366258" y="231046"/>
                  </a:lnTo>
                  <a:lnTo>
                    <a:pt x="3294636" y="199161"/>
                  </a:lnTo>
                  <a:lnTo>
                    <a:pt x="3223013" y="165924"/>
                  </a:lnTo>
                  <a:lnTo>
                    <a:pt x="3151391" y="151122"/>
                  </a:lnTo>
                  <a:lnTo>
                    <a:pt x="3079768" y="147960"/>
                  </a:lnTo>
                  <a:lnTo>
                    <a:pt x="3008146" y="144786"/>
                  </a:lnTo>
                  <a:lnTo>
                    <a:pt x="2936523" y="141600"/>
                  </a:lnTo>
                  <a:lnTo>
                    <a:pt x="2864901" y="138402"/>
                  </a:lnTo>
                  <a:lnTo>
                    <a:pt x="2793278" y="135192"/>
                  </a:lnTo>
                  <a:lnTo>
                    <a:pt x="2721655" y="131970"/>
                  </a:lnTo>
                  <a:lnTo>
                    <a:pt x="2650033" y="128735"/>
                  </a:lnTo>
                  <a:lnTo>
                    <a:pt x="2578410" y="125488"/>
                  </a:lnTo>
                  <a:lnTo>
                    <a:pt x="2506788" y="122229"/>
                  </a:lnTo>
                  <a:lnTo>
                    <a:pt x="2435165" y="118957"/>
                  </a:lnTo>
                  <a:lnTo>
                    <a:pt x="2363543" y="115673"/>
                  </a:lnTo>
                  <a:lnTo>
                    <a:pt x="2291920" y="112377"/>
                  </a:lnTo>
                  <a:lnTo>
                    <a:pt x="2220298" y="109067"/>
                  </a:lnTo>
                  <a:lnTo>
                    <a:pt x="2148675" y="105746"/>
                  </a:lnTo>
                  <a:lnTo>
                    <a:pt x="2077053" y="102411"/>
                  </a:lnTo>
                  <a:lnTo>
                    <a:pt x="2005430" y="99064"/>
                  </a:lnTo>
                  <a:lnTo>
                    <a:pt x="1933808" y="95705"/>
                  </a:lnTo>
                  <a:lnTo>
                    <a:pt x="1862185" y="92332"/>
                  </a:lnTo>
                  <a:lnTo>
                    <a:pt x="1790563" y="88947"/>
                  </a:lnTo>
                  <a:lnTo>
                    <a:pt x="1718940" y="85549"/>
                  </a:lnTo>
                  <a:lnTo>
                    <a:pt x="1647318" y="82138"/>
                  </a:lnTo>
                  <a:lnTo>
                    <a:pt x="1575695" y="78713"/>
                  </a:lnTo>
                  <a:lnTo>
                    <a:pt x="1504073" y="75276"/>
                  </a:lnTo>
                  <a:lnTo>
                    <a:pt x="1432450" y="71826"/>
                  </a:lnTo>
                  <a:lnTo>
                    <a:pt x="1360827" y="68363"/>
                  </a:lnTo>
                  <a:lnTo>
                    <a:pt x="1289205" y="64886"/>
                  </a:lnTo>
                  <a:lnTo>
                    <a:pt x="1217582" y="61397"/>
                  </a:lnTo>
                  <a:lnTo>
                    <a:pt x="1145960" y="57894"/>
                  </a:lnTo>
                  <a:lnTo>
                    <a:pt x="1074337" y="54377"/>
                  </a:lnTo>
                  <a:lnTo>
                    <a:pt x="1002715" y="50848"/>
                  </a:lnTo>
                  <a:lnTo>
                    <a:pt x="931092" y="47305"/>
                  </a:lnTo>
                  <a:lnTo>
                    <a:pt x="859470" y="43748"/>
                  </a:lnTo>
                  <a:lnTo>
                    <a:pt x="787847" y="40178"/>
                  </a:lnTo>
                  <a:lnTo>
                    <a:pt x="716225" y="36594"/>
                  </a:lnTo>
                  <a:lnTo>
                    <a:pt x="644602" y="32997"/>
                  </a:lnTo>
                  <a:lnTo>
                    <a:pt x="572980" y="29386"/>
                  </a:lnTo>
                  <a:lnTo>
                    <a:pt x="501357" y="25761"/>
                  </a:lnTo>
                  <a:lnTo>
                    <a:pt x="429735" y="22123"/>
                  </a:lnTo>
                  <a:lnTo>
                    <a:pt x="358112" y="18471"/>
                  </a:lnTo>
                  <a:lnTo>
                    <a:pt x="286490" y="14804"/>
                  </a:lnTo>
                  <a:lnTo>
                    <a:pt x="214867" y="11124"/>
                  </a:lnTo>
                  <a:lnTo>
                    <a:pt x="143245" y="7430"/>
                  </a:lnTo>
                  <a:lnTo>
                    <a:pt x="71622" y="372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275746"/>
              <a:ext cx="7090630" cy="2039757"/>
            </a:xfrm>
            <a:custGeom>
              <a:avLst/>
              <a:pathLst>
                <a:path w="7090630" h="2039757">
                  <a:moveTo>
                    <a:pt x="0" y="0"/>
                  </a:moveTo>
                  <a:lnTo>
                    <a:pt x="71622" y="51148"/>
                  </a:lnTo>
                  <a:lnTo>
                    <a:pt x="143245" y="101149"/>
                  </a:lnTo>
                  <a:lnTo>
                    <a:pt x="214867" y="150030"/>
                  </a:lnTo>
                  <a:lnTo>
                    <a:pt x="286490" y="197815"/>
                  </a:lnTo>
                  <a:lnTo>
                    <a:pt x="358112" y="244528"/>
                  </a:lnTo>
                  <a:lnTo>
                    <a:pt x="429735" y="290194"/>
                  </a:lnTo>
                  <a:lnTo>
                    <a:pt x="501357" y="334837"/>
                  </a:lnTo>
                  <a:lnTo>
                    <a:pt x="572980" y="378478"/>
                  </a:lnTo>
                  <a:lnTo>
                    <a:pt x="644602" y="421142"/>
                  </a:lnTo>
                  <a:lnTo>
                    <a:pt x="716225" y="462848"/>
                  </a:lnTo>
                  <a:lnTo>
                    <a:pt x="787847" y="503620"/>
                  </a:lnTo>
                  <a:lnTo>
                    <a:pt x="859470" y="543478"/>
                  </a:lnTo>
                  <a:lnTo>
                    <a:pt x="931092" y="582442"/>
                  </a:lnTo>
                  <a:lnTo>
                    <a:pt x="1002715" y="620533"/>
                  </a:lnTo>
                  <a:lnTo>
                    <a:pt x="1074337" y="657769"/>
                  </a:lnTo>
                  <a:lnTo>
                    <a:pt x="1145960" y="694171"/>
                  </a:lnTo>
                  <a:lnTo>
                    <a:pt x="1217582" y="729757"/>
                  </a:lnTo>
                  <a:lnTo>
                    <a:pt x="1289205" y="764545"/>
                  </a:lnTo>
                  <a:lnTo>
                    <a:pt x="1360827" y="798553"/>
                  </a:lnTo>
                  <a:lnTo>
                    <a:pt x="1432450" y="831799"/>
                  </a:lnTo>
                  <a:lnTo>
                    <a:pt x="1504073" y="864299"/>
                  </a:lnTo>
                  <a:lnTo>
                    <a:pt x="1575695" y="896071"/>
                  </a:lnTo>
                  <a:lnTo>
                    <a:pt x="1647318" y="927131"/>
                  </a:lnTo>
                  <a:lnTo>
                    <a:pt x="1718940" y="957494"/>
                  </a:lnTo>
                  <a:lnTo>
                    <a:pt x="1790563" y="987176"/>
                  </a:lnTo>
                  <a:lnTo>
                    <a:pt x="1862185" y="1016193"/>
                  </a:lnTo>
                  <a:lnTo>
                    <a:pt x="1933808" y="1044560"/>
                  </a:lnTo>
                  <a:lnTo>
                    <a:pt x="2005430" y="1072291"/>
                  </a:lnTo>
                  <a:lnTo>
                    <a:pt x="2077053" y="1099399"/>
                  </a:lnTo>
                  <a:lnTo>
                    <a:pt x="2148675" y="1125901"/>
                  </a:lnTo>
                  <a:lnTo>
                    <a:pt x="2220298" y="1151808"/>
                  </a:lnTo>
                  <a:lnTo>
                    <a:pt x="2291920" y="1177134"/>
                  </a:lnTo>
                  <a:lnTo>
                    <a:pt x="2363543" y="1201892"/>
                  </a:lnTo>
                  <a:lnTo>
                    <a:pt x="2435165" y="1226096"/>
                  </a:lnTo>
                  <a:lnTo>
                    <a:pt x="2506788" y="1249757"/>
                  </a:lnTo>
                  <a:lnTo>
                    <a:pt x="2578410" y="1272887"/>
                  </a:lnTo>
                  <a:lnTo>
                    <a:pt x="2650033" y="1295499"/>
                  </a:lnTo>
                  <a:lnTo>
                    <a:pt x="2721655" y="1317604"/>
                  </a:lnTo>
                  <a:lnTo>
                    <a:pt x="2793278" y="1339213"/>
                  </a:lnTo>
                  <a:lnTo>
                    <a:pt x="2864901" y="1360338"/>
                  </a:lnTo>
                  <a:lnTo>
                    <a:pt x="2936523" y="1380989"/>
                  </a:lnTo>
                  <a:lnTo>
                    <a:pt x="3008146" y="1401177"/>
                  </a:lnTo>
                  <a:lnTo>
                    <a:pt x="3079768" y="1420913"/>
                  </a:lnTo>
                  <a:lnTo>
                    <a:pt x="3151391" y="1440206"/>
                  </a:lnTo>
                  <a:lnTo>
                    <a:pt x="3223013" y="1459067"/>
                  </a:lnTo>
                  <a:lnTo>
                    <a:pt x="3294636" y="1477505"/>
                  </a:lnTo>
                  <a:lnTo>
                    <a:pt x="3366258" y="1495529"/>
                  </a:lnTo>
                  <a:lnTo>
                    <a:pt x="3437881" y="1513150"/>
                  </a:lnTo>
                  <a:lnTo>
                    <a:pt x="3509503" y="1530375"/>
                  </a:lnTo>
                  <a:lnTo>
                    <a:pt x="3581126" y="1547215"/>
                  </a:lnTo>
                  <a:lnTo>
                    <a:pt x="3652748" y="1563676"/>
                  </a:lnTo>
                  <a:lnTo>
                    <a:pt x="3724371" y="1579769"/>
                  </a:lnTo>
                  <a:lnTo>
                    <a:pt x="3795993" y="1595501"/>
                  </a:lnTo>
                  <a:lnTo>
                    <a:pt x="3867616" y="1610880"/>
                  </a:lnTo>
                  <a:lnTo>
                    <a:pt x="3939238" y="1625915"/>
                  </a:lnTo>
                  <a:lnTo>
                    <a:pt x="4010861" y="1640612"/>
                  </a:lnTo>
                  <a:lnTo>
                    <a:pt x="4082483" y="1654980"/>
                  </a:lnTo>
                  <a:lnTo>
                    <a:pt x="4154106" y="1669026"/>
                  </a:lnTo>
                  <a:lnTo>
                    <a:pt x="4225729" y="1682757"/>
                  </a:lnTo>
                  <a:lnTo>
                    <a:pt x="4297351" y="1696180"/>
                  </a:lnTo>
                  <a:lnTo>
                    <a:pt x="4368974" y="1709302"/>
                  </a:lnTo>
                  <a:lnTo>
                    <a:pt x="4440596" y="1722130"/>
                  </a:lnTo>
                  <a:lnTo>
                    <a:pt x="4512219" y="1734670"/>
                  </a:lnTo>
                  <a:lnTo>
                    <a:pt x="4583841" y="1746930"/>
                  </a:lnTo>
                  <a:lnTo>
                    <a:pt x="4655464" y="1758914"/>
                  </a:lnTo>
                  <a:lnTo>
                    <a:pt x="4727086" y="1770630"/>
                  </a:lnTo>
                  <a:lnTo>
                    <a:pt x="4798709" y="1782083"/>
                  </a:lnTo>
                  <a:lnTo>
                    <a:pt x="4870331" y="1793279"/>
                  </a:lnTo>
                  <a:lnTo>
                    <a:pt x="4941954" y="1804224"/>
                  </a:lnTo>
                  <a:lnTo>
                    <a:pt x="5013576" y="1814924"/>
                  </a:lnTo>
                  <a:lnTo>
                    <a:pt x="5085199" y="1825384"/>
                  </a:lnTo>
                  <a:lnTo>
                    <a:pt x="5156821" y="1835610"/>
                  </a:lnTo>
                  <a:lnTo>
                    <a:pt x="5228444" y="1845606"/>
                  </a:lnTo>
                  <a:lnTo>
                    <a:pt x="5300066" y="1855379"/>
                  </a:lnTo>
                  <a:lnTo>
                    <a:pt x="5371689" y="1864932"/>
                  </a:lnTo>
                  <a:lnTo>
                    <a:pt x="5443311" y="1874271"/>
                  </a:lnTo>
                  <a:lnTo>
                    <a:pt x="5514934" y="1883400"/>
                  </a:lnTo>
                  <a:lnTo>
                    <a:pt x="5586557" y="1892325"/>
                  </a:lnTo>
                  <a:lnTo>
                    <a:pt x="5658179" y="1901050"/>
                  </a:lnTo>
                  <a:lnTo>
                    <a:pt x="5729802" y="1909579"/>
                  </a:lnTo>
                  <a:lnTo>
                    <a:pt x="5801424" y="1917917"/>
                  </a:lnTo>
                  <a:lnTo>
                    <a:pt x="5873047" y="1926068"/>
                  </a:lnTo>
                  <a:lnTo>
                    <a:pt x="5944669" y="1934037"/>
                  </a:lnTo>
                  <a:lnTo>
                    <a:pt x="6016292" y="1941826"/>
                  </a:lnTo>
                  <a:lnTo>
                    <a:pt x="6087914" y="1949441"/>
                  </a:lnTo>
                  <a:lnTo>
                    <a:pt x="6159537" y="1956886"/>
                  </a:lnTo>
                  <a:lnTo>
                    <a:pt x="6231159" y="1964163"/>
                  </a:lnTo>
                  <a:lnTo>
                    <a:pt x="6302782" y="1971278"/>
                  </a:lnTo>
                  <a:lnTo>
                    <a:pt x="6374404" y="1978232"/>
                  </a:lnTo>
                  <a:lnTo>
                    <a:pt x="6446027" y="1985031"/>
                  </a:lnTo>
                  <a:lnTo>
                    <a:pt x="6517649" y="1991678"/>
                  </a:lnTo>
                  <a:lnTo>
                    <a:pt x="6589272" y="1998175"/>
                  </a:lnTo>
                  <a:lnTo>
                    <a:pt x="6660894" y="2004527"/>
                  </a:lnTo>
                  <a:lnTo>
                    <a:pt x="6732517" y="2010737"/>
                  </a:lnTo>
                  <a:lnTo>
                    <a:pt x="6804139" y="2016807"/>
                  </a:lnTo>
                  <a:lnTo>
                    <a:pt x="6875762" y="2022741"/>
                  </a:lnTo>
                  <a:lnTo>
                    <a:pt x="6947385" y="2028542"/>
                  </a:lnTo>
                  <a:lnTo>
                    <a:pt x="7019007" y="2034213"/>
                  </a:lnTo>
                  <a:lnTo>
                    <a:pt x="7090630" y="203975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1.33 (1.05-1.69), p_Bonf = 0.111 (n = 6)  |  per IQR decline (Δ = 24.5 %): 2.01 (1.12-3.61)  |  IQR: [-22.7, 1.8]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21321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2026-10-09T13:14:18Z</dcterms:modified>
  <cp:category/>
</cp:coreProperties>
</file>