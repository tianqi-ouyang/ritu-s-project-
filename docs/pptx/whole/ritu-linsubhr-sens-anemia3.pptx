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7321"/>
            </a:xfrm>
            <a:custGeom>
              <a:avLst/>
              <a:pathLst>
                <a:path w="7090630" h="3397321">
                  <a:moveTo>
                    <a:pt x="717793" y="0"/>
                  </a:moveTo>
                  <a:lnTo>
                    <a:pt x="787847" y="138785"/>
                  </a:lnTo>
                  <a:lnTo>
                    <a:pt x="859470" y="274903"/>
                  </a:lnTo>
                  <a:lnTo>
                    <a:pt x="931092" y="405482"/>
                  </a:lnTo>
                  <a:lnTo>
                    <a:pt x="1002715" y="530747"/>
                  </a:lnTo>
                  <a:lnTo>
                    <a:pt x="1074337" y="650915"/>
                  </a:lnTo>
                  <a:lnTo>
                    <a:pt x="1145960" y="766193"/>
                  </a:lnTo>
                  <a:lnTo>
                    <a:pt x="1217582" y="876779"/>
                  </a:lnTo>
                  <a:lnTo>
                    <a:pt x="1289205" y="982866"/>
                  </a:lnTo>
                  <a:lnTo>
                    <a:pt x="1360827" y="1084635"/>
                  </a:lnTo>
                  <a:lnTo>
                    <a:pt x="1432450" y="1182264"/>
                  </a:lnTo>
                  <a:lnTo>
                    <a:pt x="1504073" y="1275919"/>
                  </a:lnTo>
                  <a:lnTo>
                    <a:pt x="1575695" y="1365763"/>
                  </a:lnTo>
                  <a:lnTo>
                    <a:pt x="1647318" y="1451951"/>
                  </a:lnTo>
                  <a:lnTo>
                    <a:pt x="1718940" y="1534632"/>
                  </a:lnTo>
                  <a:lnTo>
                    <a:pt x="1790563" y="1613948"/>
                  </a:lnTo>
                  <a:lnTo>
                    <a:pt x="1862185" y="1690037"/>
                  </a:lnTo>
                  <a:lnTo>
                    <a:pt x="1933808" y="1763029"/>
                  </a:lnTo>
                  <a:lnTo>
                    <a:pt x="2005430" y="1833051"/>
                  </a:lnTo>
                  <a:lnTo>
                    <a:pt x="2077053" y="1900224"/>
                  </a:lnTo>
                  <a:lnTo>
                    <a:pt x="2148675" y="1964663"/>
                  </a:lnTo>
                  <a:lnTo>
                    <a:pt x="2220298" y="2026479"/>
                  </a:lnTo>
                  <a:lnTo>
                    <a:pt x="2291920" y="2085781"/>
                  </a:lnTo>
                  <a:lnTo>
                    <a:pt x="2363543" y="2142669"/>
                  </a:lnTo>
                  <a:lnTo>
                    <a:pt x="2435165" y="2197242"/>
                  </a:lnTo>
                  <a:lnTo>
                    <a:pt x="2506788" y="2249594"/>
                  </a:lnTo>
                  <a:lnTo>
                    <a:pt x="2578410" y="2299816"/>
                  </a:lnTo>
                  <a:lnTo>
                    <a:pt x="2650033" y="2347994"/>
                  </a:lnTo>
                  <a:lnTo>
                    <a:pt x="2721655" y="2394212"/>
                  </a:lnTo>
                  <a:lnTo>
                    <a:pt x="2793278" y="2438549"/>
                  </a:lnTo>
                  <a:lnTo>
                    <a:pt x="2864901" y="2481082"/>
                  </a:lnTo>
                  <a:lnTo>
                    <a:pt x="2936523" y="2521884"/>
                  </a:lnTo>
                  <a:lnTo>
                    <a:pt x="3008146" y="2561025"/>
                  </a:lnTo>
                  <a:lnTo>
                    <a:pt x="3079768" y="2598574"/>
                  </a:lnTo>
                  <a:lnTo>
                    <a:pt x="3151391" y="2634595"/>
                  </a:lnTo>
                  <a:lnTo>
                    <a:pt x="3223013" y="2655816"/>
                  </a:lnTo>
                  <a:lnTo>
                    <a:pt x="3294636" y="2659326"/>
                  </a:lnTo>
                  <a:lnTo>
                    <a:pt x="3366258" y="2662822"/>
                  </a:lnTo>
                  <a:lnTo>
                    <a:pt x="3437881" y="2666303"/>
                  </a:lnTo>
                  <a:lnTo>
                    <a:pt x="3509503" y="2669769"/>
                  </a:lnTo>
                  <a:lnTo>
                    <a:pt x="3581126" y="2673220"/>
                  </a:lnTo>
                  <a:lnTo>
                    <a:pt x="3652748" y="2676657"/>
                  </a:lnTo>
                  <a:lnTo>
                    <a:pt x="3724371" y="2680079"/>
                  </a:lnTo>
                  <a:lnTo>
                    <a:pt x="3795993" y="2683486"/>
                  </a:lnTo>
                  <a:lnTo>
                    <a:pt x="3867616" y="2686879"/>
                  </a:lnTo>
                  <a:lnTo>
                    <a:pt x="3939238" y="2690258"/>
                  </a:lnTo>
                  <a:lnTo>
                    <a:pt x="4010861" y="2693623"/>
                  </a:lnTo>
                  <a:lnTo>
                    <a:pt x="4082483" y="2696973"/>
                  </a:lnTo>
                  <a:lnTo>
                    <a:pt x="4154106" y="2700309"/>
                  </a:lnTo>
                  <a:lnTo>
                    <a:pt x="4225729" y="2703630"/>
                  </a:lnTo>
                  <a:lnTo>
                    <a:pt x="4297351" y="2706938"/>
                  </a:lnTo>
                  <a:lnTo>
                    <a:pt x="4368974" y="2710232"/>
                  </a:lnTo>
                  <a:lnTo>
                    <a:pt x="4440596" y="2713512"/>
                  </a:lnTo>
                  <a:lnTo>
                    <a:pt x="4512219" y="2716777"/>
                  </a:lnTo>
                  <a:lnTo>
                    <a:pt x="4583841" y="2720029"/>
                  </a:lnTo>
                  <a:lnTo>
                    <a:pt x="4655464" y="2723268"/>
                  </a:lnTo>
                  <a:lnTo>
                    <a:pt x="4727086" y="2726492"/>
                  </a:lnTo>
                  <a:lnTo>
                    <a:pt x="4798709" y="2729703"/>
                  </a:lnTo>
                  <a:lnTo>
                    <a:pt x="4870331" y="2732900"/>
                  </a:lnTo>
                  <a:lnTo>
                    <a:pt x="4941954" y="2736084"/>
                  </a:lnTo>
                  <a:lnTo>
                    <a:pt x="5013576" y="2739254"/>
                  </a:lnTo>
                  <a:lnTo>
                    <a:pt x="5085199" y="2742411"/>
                  </a:lnTo>
                  <a:lnTo>
                    <a:pt x="5156821" y="2745554"/>
                  </a:lnTo>
                  <a:lnTo>
                    <a:pt x="5228444" y="2748684"/>
                  </a:lnTo>
                  <a:lnTo>
                    <a:pt x="5300066" y="2751800"/>
                  </a:lnTo>
                  <a:lnTo>
                    <a:pt x="5371689" y="2754904"/>
                  </a:lnTo>
                  <a:lnTo>
                    <a:pt x="5443311" y="2757994"/>
                  </a:lnTo>
                  <a:lnTo>
                    <a:pt x="5514934" y="2761072"/>
                  </a:lnTo>
                  <a:lnTo>
                    <a:pt x="5586557" y="2764136"/>
                  </a:lnTo>
                  <a:lnTo>
                    <a:pt x="5658179" y="2767187"/>
                  </a:lnTo>
                  <a:lnTo>
                    <a:pt x="5729802" y="2770225"/>
                  </a:lnTo>
                  <a:lnTo>
                    <a:pt x="5801424" y="2773250"/>
                  </a:lnTo>
                  <a:lnTo>
                    <a:pt x="5873047" y="2776263"/>
                  </a:lnTo>
                  <a:lnTo>
                    <a:pt x="5944669" y="2779263"/>
                  </a:lnTo>
                  <a:lnTo>
                    <a:pt x="6016292" y="2782250"/>
                  </a:lnTo>
                  <a:lnTo>
                    <a:pt x="6087914" y="2785224"/>
                  </a:lnTo>
                  <a:lnTo>
                    <a:pt x="6159537" y="2788186"/>
                  </a:lnTo>
                  <a:lnTo>
                    <a:pt x="6231159" y="2791135"/>
                  </a:lnTo>
                  <a:lnTo>
                    <a:pt x="6302782" y="2794072"/>
                  </a:lnTo>
                  <a:lnTo>
                    <a:pt x="6374404" y="2796996"/>
                  </a:lnTo>
                  <a:lnTo>
                    <a:pt x="6446027" y="2799908"/>
                  </a:lnTo>
                  <a:lnTo>
                    <a:pt x="6517649" y="2802807"/>
                  </a:lnTo>
                  <a:lnTo>
                    <a:pt x="6589272" y="2805695"/>
                  </a:lnTo>
                  <a:lnTo>
                    <a:pt x="6660894" y="2808570"/>
                  </a:lnTo>
                  <a:lnTo>
                    <a:pt x="6732517" y="2811432"/>
                  </a:lnTo>
                  <a:lnTo>
                    <a:pt x="6804139" y="2814283"/>
                  </a:lnTo>
                  <a:lnTo>
                    <a:pt x="6875762" y="2817122"/>
                  </a:lnTo>
                  <a:lnTo>
                    <a:pt x="6947385" y="2819948"/>
                  </a:lnTo>
                  <a:lnTo>
                    <a:pt x="7019007" y="2822763"/>
                  </a:lnTo>
                  <a:lnTo>
                    <a:pt x="7090630" y="2825565"/>
                  </a:lnTo>
                  <a:lnTo>
                    <a:pt x="7090630" y="3397321"/>
                  </a:lnTo>
                  <a:lnTo>
                    <a:pt x="7019007" y="3393655"/>
                  </a:lnTo>
                  <a:lnTo>
                    <a:pt x="6947385" y="3389833"/>
                  </a:lnTo>
                  <a:lnTo>
                    <a:pt x="6875762" y="3385849"/>
                  </a:lnTo>
                  <a:lnTo>
                    <a:pt x="6804139" y="3381696"/>
                  </a:lnTo>
                  <a:lnTo>
                    <a:pt x="6732517" y="3377368"/>
                  </a:lnTo>
                  <a:lnTo>
                    <a:pt x="6660894" y="3372855"/>
                  </a:lnTo>
                  <a:lnTo>
                    <a:pt x="6589272" y="3368151"/>
                  </a:lnTo>
                  <a:lnTo>
                    <a:pt x="6517649" y="3363247"/>
                  </a:lnTo>
                  <a:lnTo>
                    <a:pt x="6446027" y="3358136"/>
                  </a:lnTo>
                  <a:lnTo>
                    <a:pt x="6374404" y="3352808"/>
                  </a:lnTo>
                  <a:lnTo>
                    <a:pt x="6302782" y="3347253"/>
                  </a:lnTo>
                  <a:lnTo>
                    <a:pt x="6231159" y="3341463"/>
                  </a:lnTo>
                  <a:lnTo>
                    <a:pt x="6159537" y="3335428"/>
                  </a:lnTo>
                  <a:lnTo>
                    <a:pt x="6087914" y="3329136"/>
                  </a:lnTo>
                  <a:lnTo>
                    <a:pt x="6016292" y="3322577"/>
                  </a:lnTo>
                  <a:lnTo>
                    <a:pt x="5944669" y="3315741"/>
                  </a:lnTo>
                  <a:lnTo>
                    <a:pt x="5873047" y="3308614"/>
                  </a:lnTo>
                  <a:lnTo>
                    <a:pt x="5801424" y="3301185"/>
                  </a:lnTo>
                  <a:lnTo>
                    <a:pt x="5729802" y="3293441"/>
                  </a:lnTo>
                  <a:lnTo>
                    <a:pt x="5658179" y="3285368"/>
                  </a:lnTo>
                  <a:lnTo>
                    <a:pt x="5586557" y="3276953"/>
                  </a:lnTo>
                  <a:lnTo>
                    <a:pt x="5514934" y="3268181"/>
                  </a:lnTo>
                  <a:lnTo>
                    <a:pt x="5443311" y="3259037"/>
                  </a:lnTo>
                  <a:lnTo>
                    <a:pt x="5371689" y="3249504"/>
                  </a:lnTo>
                  <a:lnTo>
                    <a:pt x="5300066" y="3239568"/>
                  </a:lnTo>
                  <a:lnTo>
                    <a:pt x="5228444" y="3229210"/>
                  </a:lnTo>
                  <a:lnTo>
                    <a:pt x="5156821" y="3218413"/>
                  </a:lnTo>
                  <a:lnTo>
                    <a:pt x="5085199" y="3207157"/>
                  </a:lnTo>
                  <a:lnTo>
                    <a:pt x="5013576" y="3195424"/>
                  </a:lnTo>
                  <a:lnTo>
                    <a:pt x="4941954" y="3183194"/>
                  </a:lnTo>
                  <a:lnTo>
                    <a:pt x="4870331" y="3170445"/>
                  </a:lnTo>
                  <a:lnTo>
                    <a:pt x="4798709" y="3157154"/>
                  </a:lnTo>
                  <a:lnTo>
                    <a:pt x="4727086" y="3143300"/>
                  </a:lnTo>
                  <a:lnTo>
                    <a:pt x="4655464" y="3128859"/>
                  </a:lnTo>
                  <a:lnTo>
                    <a:pt x="4583841" y="3113805"/>
                  </a:lnTo>
                  <a:lnTo>
                    <a:pt x="4512219" y="3098112"/>
                  </a:lnTo>
                  <a:lnTo>
                    <a:pt x="4440596" y="3081753"/>
                  </a:lnTo>
                  <a:lnTo>
                    <a:pt x="4368974" y="3064701"/>
                  </a:lnTo>
                  <a:lnTo>
                    <a:pt x="4297351" y="3046925"/>
                  </a:lnTo>
                  <a:lnTo>
                    <a:pt x="4225729" y="3028395"/>
                  </a:lnTo>
                  <a:lnTo>
                    <a:pt x="4154106" y="3009079"/>
                  </a:lnTo>
                  <a:lnTo>
                    <a:pt x="4082483" y="2988944"/>
                  </a:lnTo>
                  <a:lnTo>
                    <a:pt x="4010861" y="2967955"/>
                  </a:lnTo>
                  <a:lnTo>
                    <a:pt x="3939238" y="2946075"/>
                  </a:lnTo>
                  <a:lnTo>
                    <a:pt x="3867616" y="2923267"/>
                  </a:lnTo>
                  <a:lnTo>
                    <a:pt x="3795993" y="2899492"/>
                  </a:lnTo>
                  <a:lnTo>
                    <a:pt x="3724371" y="2874708"/>
                  </a:lnTo>
                  <a:lnTo>
                    <a:pt x="3652748" y="2848873"/>
                  </a:lnTo>
                  <a:lnTo>
                    <a:pt x="3581126" y="2821942"/>
                  </a:lnTo>
                  <a:lnTo>
                    <a:pt x="3509503" y="2793868"/>
                  </a:lnTo>
                  <a:lnTo>
                    <a:pt x="3437881" y="2764604"/>
                  </a:lnTo>
                  <a:lnTo>
                    <a:pt x="3366258" y="2734098"/>
                  </a:lnTo>
                  <a:lnTo>
                    <a:pt x="3294636" y="2702298"/>
                  </a:lnTo>
                  <a:lnTo>
                    <a:pt x="3223013" y="2669149"/>
                  </a:lnTo>
                  <a:lnTo>
                    <a:pt x="3151391" y="2652290"/>
                  </a:lnTo>
                  <a:lnTo>
                    <a:pt x="3079768" y="2648750"/>
                  </a:lnTo>
                  <a:lnTo>
                    <a:pt x="3008146" y="2645194"/>
                  </a:lnTo>
                  <a:lnTo>
                    <a:pt x="2936523" y="2641624"/>
                  </a:lnTo>
                  <a:lnTo>
                    <a:pt x="2864901" y="2638038"/>
                  </a:lnTo>
                  <a:lnTo>
                    <a:pt x="2793278" y="2634437"/>
                  </a:lnTo>
                  <a:lnTo>
                    <a:pt x="2721655" y="2630820"/>
                  </a:lnTo>
                  <a:lnTo>
                    <a:pt x="2650033" y="2627189"/>
                  </a:lnTo>
                  <a:lnTo>
                    <a:pt x="2578410" y="2623541"/>
                  </a:lnTo>
                  <a:lnTo>
                    <a:pt x="2506788" y="2619878"/>
                  </a:lnTo>
                  <a:lnTo>
                    <a:pt x="2435165" y="2616200"/>
                  </a:lnTo>
                  <a:lnTo>
                    <a:pt x="2363543" y="2612506"/>
                  </a:lnTo>
                  <a:lnTo>
                    <a:pt x="2291920" y="2608796"/>
                  </a:lnTo>
                  <a:lnTo>
                    <a:pt x="2220298" y="2605070"/>
                  </a:lnTo>
                  <a:lnTo>
                    <a:pt x="2148675" y="2601329"/>
                  </a:lnTo>
                  <a:lnTo>
                    <a:pt x="2077053" y="2597571"/>
                  </a:lnTo>
                  <a:lnTo>
                    <a:pt x="2005430" y="2593798"/>
                  </a:lnTo>
                  <a:lnTo>
                    <a:pt x="1933808" y="2590009"/>
                  </a:lnTo>
                  <a:lnTo>
                    <a:pt x="1862185" y="2586203"/>
                  </a:lnTo>
                  <a:lnTo>
                    <a:pt x="1790563" y="2582381"/>
                  </a:lnTo>
                  <a:lnTo>
                    <a:pt x="1718940" y="2578543"/>
                  </a:lnTo>
                  <a:lnTo>
                    <a:pt x="1647318" y="2574689"/>
                  </a:lnTo>
                  <a:lnTo>
                    <a:pt x="1575695" y="2570818"/>
                  </a:lnTo>
                  <a:lnTo>
                    <a:pt x="1504073" y="2566930"/>
                  </a:lnTo>
                  <a:lnTo>
                    <a:pt x="1432450" y="2563026"/>
                  </a:lnTo>
                  <a:lnTo>
                    <a:pt x="1360827" y="2559106"/>
                  </a:lnTo>
                  <a:lnTo>
                    <a:pt x="1289205" y="2555169"/>
                  </a:lnTo>
                  <a:lnTo>
                    <a:pt x="1217582" y="2551215"/>
                  </a:lnTo>
                  <a:lnTo>
                    <a:pt x="1145960" y="2547244"/>
                  </a:lnTo>
                  <a:lnTo>
                    <a:pt x="1074337" y="2543256"/>
                  </a:lnTo>
                  <a:lnTo>
                    <a:pt x="1002715" y="2539252"/>
                  </a:lnTo>
                  <a:lnTo>
                    <a:pt x="931092" y="2535230"/>
                  </a:lnTo>
                  <a:lnTo>
                    <a:pt x="859470" y="2531191"/>
                  </a:lnTo>
                  <a:lnTo>
                    <a:pt x="787847" y="2527135"/>
                  </a:lnTo>
                  <a:lnTo>
                    <a:pt x="716225" y="2523061"/>
                  </a:lnTo>
                  <a:lnTo>
                    <a:pt x="644602" y="2518971"/>
                  </a:lnTo>
                  <a:lnTo>
                    <a:pt x="572980" y="2514863"/>
                  </a:lnTo>
                  <a:lnTo>
                    <a:pt x="501357" y="2510737"/>
                  </a:lnTo>
                  <a:lnTo>
                    <a:pt x="429735" y="2506594"/>
                  </a:lnTo>
                  <a:lnTo>
                    <a:pt x="358112" y="2502433"/>
                  </a:lnTo>
                  <a:lnTo>
                    <a:pt x="286490" y="2498255"/>
                  </a:lnTo>
                  <a:lnTo>
                    <a:pt x="214867" y="2494058"/>
                  </a:lnTo>
                  <a:lnTo>
                    <a:pt x="143245" y="2489844"/>
                  </a:lnTo>
                  <a:lnTo>
                    <a:pt x="71622" y="2485612"/>
                  </a:lnTo>
                  <a:lnTo>
                    <a:pt x="0" y="2481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9842" y="2073503"/>
              <a:ext cx="6372836" cy="2825565"/>
            </a:xfrm>
            <a:custGeom>
              <a:avLst/>
              <a:pathLst>
                <a:path w="6372836" h="2825565">
                  <a:moveTo>
                    <a:pt x="0" y="0"/>
                  </a:moveTo>
                  <a:lnTo>
                    <a:pt x="70054" y="138785"/>
                  </a:lnTo>
                  <a:lnTo>
                    <a:pt x="141676" y="274903"/>
                  </a:lnTo>
                  <a:lnTo>
                    <a:pt x="213299" y="405482"/>
                  </a:lnTo>
                  <a:lnTo>
                    <a:pt x="284921" y="530747"/>
                  </a:lnTo>
                  <a:lnTo>
                    <a:pt x="356544" y="650915"/>
                  </a:lnTo>
                  <a:lnTo>
                    <a:pt x="428166" y="766193"/>
                  </a:lnTo>
                  <a:lnTo>
                    <a:pt x="499789" y="876779"/>
                  </a:lnTo>
                  <a:lnTo>
                    <a:pt x="571412" y="982866"/>
                  </a:lnTo>
                  <a:lnTo>
                    <a:pt x="643034" y="1084635"/>
                  </a:lnTo>
                  <a:lnTo>
                    <a:pt x="714657" y="1182264"/>
                  </a:lnTo>
                  <a:lnTo>
                    <a:pt x="786279" y="1275919"/>
                  </a:lnTo>
                  <a:lnTo>
                    <a:pt x="857902" y="1365763"/>
                  </a:lnTo>
                  <a:lnTo>
                    <a:pt x="929524" y="1451951"/>
                  </a:lnTo>
                  <a:lnTo>
                    <a:pt x="1001147" y="1534632"/>
                  </a:lnTo>
                  <a:lnTo>
                    <a:pt x="1072769" y="1613948"/>
                  </a:lnTo>
                  <a:lnTo>
                    <a:pt x="1144392" y="1690037"/>
                  </a:lnTo>
                  <a:lnTo>
                    <a:pt x="1216014" y="1763029"/>
                  </a:lnTo>
                  <a:lnTo>
                    <a:pt x="1287637" y="1833051"/>
                  </a:lnTo>
                  <a:lnTo>
                    <a:pt x="1359259" y="1900224"/>
                  </a:lnTo>
                  <a:lnTo>
                    <a:pt x="1430882" y="1964663"/>
                  </a:lnTo>
                  <a:lnTo>
                    <a:pt x="1502504" y="2026479"/>
                  </a:lnTo>
                  <a:lnTo>
                    <a:pt x="1574127" y="2085781"/>
                  </a:lnTo>
                  <a:lnTo>
                    <a:pt x="1645749" y="2142669"/>
                  </a:lnTo>
                  <a:lnTo>
                    <a:pt x="1717372" y="2197242"/>
                  </a:lnTo>
                  <a:lnTo>
                    <a:pt x="1788994" y="2249594"/>
                  </a:lnTo>
                  <a:lnTo>
                    <a:pt x="1860617" y="2299816"/>
                  </a:lnTo>
                  <a:lnTo>
                    <a:pt x="1932240" y="2347994"/>
                  </a:lnTo>
                  <a:lnTo>
                    <a:pt x="2003862" y="2394212"/>
                  </a:lnTo>
                  <a:lnTo>
                    <a:pt x="2075485" y="2438549"/>
                  </a:lnTo>
                  <a:lnTo>
                    <a:pt x="2147107" y="2481082"/>
                  </a:lnTo>
                  <a:lnTo>
                    <a:pt x="2218730" y="2521884"/>
                  </a:lnTo>
                  <a:lnTo>
                    <a:pt x="2290352" y="2561025"/>
                  </a:lnTo>
                  <a:lnTo>
                    <a:pt x="2361975" y="2598574"/>
                  </a:lnTo>
                  <a:lnTo>
                    <a:pt x="2433597" y="2634595"/>
                  </a:lnTo>
                  <a:lnTo>
                    <a:pt x="2505220" y="2655816"/>
                  </a:lnTo>
                  <a:lnTo>
                    <a:pt x="2576842" y="2659326"/>
                  </a:lnTo>
                  <a:lnTo>
                    <a:pt x="2648465" y="2662822"/>
                  </a:lnTo>
                  <a:lnTo>
                    <a:pt x="2720087" y="2666303"/>
                  </a:lnTo>
                  <a:lnTo>
                    <a:pt x="2791710" y="2669769"/>
                  </a:lnTo>
                  <a:lnTo>
                    <a:pt x="2863332" y="2673220"/>
                  </a:lnTo>
                  <a:lnTo>
                    <a:pt x="2934955" y="2676657"/>
                  </a:lnTo>
                  <a:lnTo>
                    <a:pt x="3006577" y="2680079"/>
                  </a:lnTo>
                  <a:lnTo>
                    <a:pt x="3078200" y="2683486"/>
                  </a:lnTo>
                  <a:lnTo>
                    <a:pt x="3149822" y="2686879"/>
                  </a:lnTo>
                  <a:lnTo>
                    <a:pt x="3221445" y="2690258"/>
                  </a:lnTo>
                  <a:lnTo>
                    <a:pt x="3293068" y="2693623"/>
                  </a:lnTo>
                  <a:lnTo>
                    <a:pt x="3364690" y="2696973"/>
                  </a:lnTo>
                  <a:lnTo>
                    <a:pt x="3436313" y="2700309"/>
                  </a:lnTo>
                  <a:lnTo>
                    <a:pt x="3507935" y="2703630"/>
                  </a:lnTo>
                  <a:lnTo>
                    <a:pt x="3579558" y="2706938"/>
                  </a:lnTo>
                  <a:lnTo>
                    <a:pt x="3651180" y="2710232"/>
                  </a:lnTo>
                  <a:lnTo>
                    <a:pt x="3722803" y="2713512"/>
                  </a:lnTo>
                  <a:lnTo>
                    <a:pt x="3794425" y="2716777"/>
                  </a:lnTo>
                  <a:lnTo>
                    <a:pt x="3866048" y="2720029"/>
                  </a:lnTo>
                  <a:lnTo>
                    <a:pt x="3937670" y="2723268"/>
                  </a:lnTo>
                  <a:lnTo>
                    <a:pt x="4009293" y="2726492"/>
                  </a:lnTo>
                  <a:lnTo>
                    <a:pt x="4080915" y="2729703"/>
                  </a:lnTo>
                  <a:lnTo>
                    <a:pt x="4152538" y="2732900"/>
                  </a:lnTo>
                  <a:lnTo>
                    <a:pt x="4224160" y="2736084"/>
                  </a:lnTo>
                  <a:lnTo>
                    <a:pt x="4295783" y="2739254"/>
                  </a:lnTo>
                  <a:lnTo>
                    <a:pt x="4367405" y="2742411"/>
                  </a:lnTo>
                  <a:lnTo>
                    <a:pt x="4439028" y="2745554"/>
                  </a:lnTo>
                  <a:lnTo>
                    <a:pt x="4510650" y="2748684"/>
                  </a:lnTo>
                  <a:lnTo>
                    <a:pt x="4582273" y="2751800"/>
                  </a:lnTo>
                  <a:lnTo>
                    <a:pt x="4653896" y="2754904"/>
                  </a:lnTo>
                  <a:lnTo>
                    <a:pt x="4725518" y="2757994"/>
                  </a:lnTo>
                  <a:lnTo>
                    <a:pt x="4797141" y="2761072"/>
                  </a:lnTo>
                  <a:lnTo>
                    <a:pt x="4868763" y="2764136"/>
                  </a:lnTo>
                  <a:lnTo>
                    <a:pt x="4940386" y="2767187"/>
                  </a:lnTo>
                  <a:lnTo>
                    <a:pt x="5012008" y="2770225"/>
                  </a:lnTo>
                  <a:lnTo>
                    <a:pt x="5083631" y="2773250"/>
                  </a:lnTo>
                  <a:lnTo>
                    <a:pt x="5155253" y="2776263"/>
                  </a:lnTo>
                  <a:lnTo>
                    <a:pt x="5226876" y="2779263"/>
                  </a:lnTo>
                  <a:lnTo>
                    <a:pt x="5298498" y="2782250"/>
                  </a:lnTo>
                  <a:lnTo>
                    <a:pt x="5370121" y="2785224"/>
                  </a:lnTo>
                  <a:lnTo>
                    <a:pt x="5441743" y="2788186"/>
                  </a:lnTo>
                  <a:lnTo>
                    <a:pt x="5513366" y="2791135"/>
                  </a:lnTo>
                  <a:lnTo>
                    <a:pt x="5584988" y="2794072"/>
                  </a:lnTo>
                  <a:lnTo>
                    <a:pt x="5656611" y="2796996"/>
                  </a:lnTo>
                  <a:lnTo>
                    <a:pt x="5728233" y="2799908"/>
                  </a:lnTo>
                  <a:lnTo>
                    <a:pt x="5799856" y="2802807"/>
                  </a:lnTo>
                  <a:lnTo>
                    <a:pt x="5871478" y="2805695"/>
                  </a:lnTo>
                  <a:lnTo>
                    <a:pt x="5943101" y="2808570"/>
                  </a:lnTo>
                  <a:lnTo>
                    <a:pt x="6014724" y="2811432"/>
                  </a:lnTo>
                  <a:lnTo>
                    <a:pt x="6086346" y="2814283"/>
                  </a:lnTo>
                  <a:lnTo>
                    <a:pt x="6157969" y="2817122"/>
                  </a:lnTo>
                  <a:lnTo>
                    <a:pt x="6229591" y="2819948"/>
                  </a:lnTo>
                  <a:lnTo>
                    <a:pt x="6301214" y="2822763"/>
                  </a:lnTo>
                  <a:lnTo>
                    <a:pt x="6372836" y="2825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54865"/>
              <a:ext cx="7090630" cy="915959"/>
            </a:xfrm>
            <a:custGeom>
              <a:avLst/>
              <a:pathLst>
                <a:path w="7090630" h="915959">
                  <a:moveTo>
                    <a:pt x="7090630" y="915959"/>
                  </a:moveTo>
                  <a:lnTo>
                    <a:pt x="7019007" y="912292"/>
                  </a:lnTo>
                  <a:lnTo>
                    <a:pt x="6947385" y="908471"/>
                  </a:lnTo>
                  <a:lnTo>
                    <a:pt x="6875762" y="904487"/>
                  </a:lnTo>
                  <a:lnTo>
                    <a:pt x="6804139" y="900334"/>
                  </a:lnTo>
                  <a:lnTo>
                    <a:pt x="6732517" y="896005"/>
                  </a:lnTo>
                  <a:lnTo>
                    <a:pt x="6660894" y="891493"/>
                  </a:lnTo>
                  <a:lnTo>
                    <a:pt x="6589272" y="886789"/>
                  </a:lnTo>
                  <a:lnTo>
                    <a:pt x="6517649" y="881885"/>
                  </a:lnTo>
                  <a:lnTo>
                    <a:pt x="6446027" y="876774"/>
                  </a:lnTo>
                  <a:lnTo>
                    <a:pt x="6374404" y="871445"/>
                  </a:lnTo>
                  <a:lnTo>
                    <a:pt x="6302782" y="865891"/>
                  </a:lnTo>
                  <a:lnTo>
                    <a:pt x="6231159" y="860101"/>
                  </a:lnTo>
                  <a:lnTo>
                    <a:pt x="6159537" y="854065"/>
                  </a:lnTo>
                  <a:lnTo>
                    <a:pt x="6087914" y="847774"/>
                  </a:lnTo>
                  <a:lnTo>
                    <a:pt x="6016292" y="841215"/>
                  </a:lnTo>
                  <a:lnTo>
                    <a:pt x="5944669" y="834378"/>
                  </a:lnTo>
                  <a:lnTo>
                    <a:pt x="5873047" y="827252"/>
                  </a:lnTo>
                  <a:lnTo>
                    <a:pt x="5801424" y="819823"/>
                  </a:lnTo>
                  <a:lnTo>
                    <a:pt x="5729802" y="812078"/>
                  </a:lnTo>
                  <a:lnTo>
                    <a:pt x="5658179" y="804006"/>
                  </a:lnTo>
                  <a:lnTo>
                    <a:pt x="5586557" y="795591"/>
                  </a:lnTo>
                  <a:lnTo>
                    <a:pt x="5514934" y="786819"/>
                  </a:lnTo>
                  <a:lnTo>
                    <a:pt x="5443311" y="777674"/>
                  </a:lnTo>
                  <a:lnTo>
                    <a:pt x="5371689" y="768142"/>
                  </a:lnTo>
                  <a:lnTo>
                    <a:pt x="5300066" y="758206"/>
                  </a:lnTo>
                  <a:lnTo>
                    <a:pt x="5228444" y="747848"/>
                  </a:lnTo>
                  <a:lnTo>
                    <a:pt x="5156821" y="737050"/>
                  </a:lnTo>
                  <a:lnTo>
                    <a:pt x="5085199" y="725795"/>
                  </a:lnTo>
                  <a:lnTo>
                    <a:pt x="5013576" y="714062"/>
                  </a:lnTo>
                  <a:lnTo>
                    <a:pt x="4941954" y="701832"/>
                  </a:lnTo>
                  <a:lnTo>
                    <a:pt x="4870331" y="689082"/>
                  </a:lnTo>
                  <a:lnTo>
                    <a:pt x="4798709" y="675792"/>
                  </a:lnTo>
                  <a:lnTo>
                    <a:pt x="4727086" y="661938"/>
                  </a:lnTo>
                  <a:lnTo>
                    <a:pt x="4655464" y="647497"/>
                  </a:lnTo>
                  <a:lnTo>
                    <a:pt x="4583841" y="632442"/>
                  </a:lnTo>
                  <a:lnTo>
                    <a:pt x="4512219" y="616750"/>
                  </a:lnTo>
                  <a:lnTo>
                    <a:pt x="4440596" y="600391"/>
                  </a:lnTo>
                  <a:lnTo>
                    <a:pt x="4368974" y="583339"/>
                  </a:lnTo>
                  <a:lnTo>
                    <a:pt x="4297351" y="565563"/>
                  </a:lnTo>
                  <a:lnTo>
                    <a:pt x="4225729" y="547033"/>
                  </a:lnTo>
                  <a:lnTo>
                    <a:pt x="4154106" y="527717"/>
                  </a:lnTo>
                  <a:lnTo>
                    <a:pt x="4082483" y="507582"/>
                  </a:lnTo>
                  <a:lnTo>
                    <a:pt x="4010861" y="486593"/>
                  </a:lnTo>
                  <a:lnTo>
                    <a:pt x="3939238" y="464713"/>
                  </a:lnTo>
                  <a:lnTo>
                    <a:pt x="3867616" y="441905"/>
                  </a:lnTo>
                  <a:lnTo>
                    <a:pt x="3795993" y="418130"/>
                  </a:lnTo>
                  <a:lnTo>
                    <a:pt x="3724371" y="393346"/>
                  </a:lnTo>
                  <a:lnTo>
                    <a:pt x="3652748" y="367511"/>
                  </a:lnTo>
                  <a:lnTo>
                    <a:pt x="3581126" y="340580"/>
                  </a:lnTo>
                  <a:lnTo>
                    <a:pt x="3509503" y="312506"/>
                  </a:lnTo>
                  <a:lnTo>
                    <a:pt x="3437881" y="283242"/>
                  </a:lnTo>
                  <a:lnTo>
                    <a:pt x="3366258" y="252736"/>
                  </a:lnTo>
                  <a:lnTo>
                    <a:pt x="3294636" y="220936"/>
                  </a:lnTo>
                  <a:lnTo>
                    <a:pt x="3223013" y="187787"/>
                  </a:lnTo>
                  <a:lnTo>
                    <a:pt x="3151391" y="170928"/>
                  </a:lnTo>
                  <a:lnTo>
                    <a:pt x="3079768" y="167388"/>
                  </a:lnTo>
                  <a:lnTo>
                    <a:pt x="3008146" y="163832"/>
                  </a:lnTo>
                  <a:lnTo>
                    <a:pt x="2936523" y="160262"/>
                  </a:lnTo>
                  <a:lnTo>
                    <a:pt x="2864901" y="156676"/>
                  </a:lnTo>
                  <a:lnTo>
                    <a:pt x="2793278" y="153075"/>
                  </a:lnTo>
                  <a:lnTo>
                    <a:pt x="2721655" y="149458"/>
                  </a:lnTo>
                  <a:lnTo>
                    <a:pt x="2650033" y="145826"/>
                  </a:lnTo>
                  <a:lnTo>
                    <a:pt x="2578410" y="142179"/>
                  </a:lnTo>
                  <a:lnTo>
                    <a:pt x="2506788" y="138516"/>
                  </a:lnTo>
                  <a:lnTo>
                    <a:pt x="2435165" y="134838"/>
                  </a:lnTo>
                  <a:lnTo>
                    <a:pt x="2363543" y="131144"/>
                  </a:lnTo>
                  <a:lnTo>
                    <a:pt x="2291920" y="127434"/>
                  </a:lnTo>
                  <a:lnTo>
                    <a:pt x="2220298" y="123708"/>
                  </a:lnTo>
                  <a:lnTo>
                    <a:pt x="2148675" y="119967"/>
                  </a:lnTo>
                  <a:lnTo>
                    <a:pt x="2077053" y="116209"/>
                  </a:lnTo>
                  <a:lnTo>
                    <a:pt x="2005430" y="112436"/>
                  </a:lnTo>
                  <a:lnTo>
                    <a:pt x="1933808" y="108646"/>
                  </a:lnTo>
                  <a:lnTo>
                    <a:pt x="1862185" y="104841"/>
                  </a:lnTo>
                  <a:lnTo>
                    <a:pt x="1790563" y="101019"/>
                  </a:lnTo>
                  <a:lnTo>
                    <a:pt x="1718940" y="97181"/>
                  </a:lnTo>
                  <a:lnTo>
                    <a:pt x="1647318" y="93326"/>
                  </a:lnTo>
                  <a:lnTo>
                    <a:pt x="1575695" y="89455"/>
                  </a:lnTo>
                  <a:lnTo>
                    <a:pt x="1504073" y="85568"/>
                  </a:lnTo>
                  <a:lnTo>
                    <a:pt x="1432450" y="81664"/>
                  </a:lnTo>
                  <a:lnTo>
                    <a:pt x="1360827" y="77744"/>
                  </a:lnTo>
                  <a:lnTo>
                    <a:pt x="1289205" y="73807"/>
                  </a:lnTo>
                  <a:lnTo>
                    <a:pt x="1217582" y="69853"/>
                  </a:lnTo>
                  <a:lnTo>
                    <a:pt x="1145960" y="65882"/>
                  </a:lnTo>
                  <a:lnTo>
                    <a:pt x="1074337" y="61894"/>
                  </a:lnTo>
                  <a:lnTo>
                    <a:pt x="1002715" y="57889"/>
                  </a:lnTo>
                  <a:lnTo>
                    <a:pt x="931092" y="53868"/>
                  </a:lnTo>
                  <a:lnTo>
                    <a:pt x="859470" y="49829"/>
                  </a:lnTo>
                  <a:lnTo>
                    <a:pt x="787847" y="45773"/>
                  </a:lnTo>
                  <a:lnTo>
                    <a:pt x="716225" y="41699"/>
                  </a:lnTo>
                  <a:lnTo>
                    <a:pt x="644602" y="37609"/>
                  </a:lnTo>
                  <a:lnTo>
                    <a:pt x="572980" y="33500"/>
                  </a:lnTo>
                  <a:lnTo>
                    <a:pt x="501357" y="29375"/>
                  </a:lnTo>
                  <a:lnTo>
                    <a:pt x="429735" y="25232"/>
                  </a:lnTo>
                  <a:lnTo>
                    <a:pt x="358112" y="21071"/>
                  </a:lnTo>
                  <a:lnTo>
                    <a:pt x="286490" y="16892"/>
                  </a:lnTo>
                  <a:lnTo>
                    <a:pt x="214867" y="12696"/>
                  </a:lnTo>
                  <a:lnTo>
                    <a:pt x="143245" y="8482"/>
                  </a:lnTo>
                  <a:lnTo>
                    <a:pt x="71622" y="4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56088"/>
              <a:ext cx="7090630" cy="2062658"/>
            </a:xfrm>
            <a:custGeom>
              <a:avLst/>
              <a:pathLst>
                <a:path w="7090630" h="2062658">
                  <a:moveTo>
                    <a:pt x="0" y="0"/>
                  </a:moveTo>
                  <a:lnTo>
                    <a:pt x="71622" y="52090"/>
                  </a:lnTo>
                  <a:lnTo>
                    <a:pt x="143245" y="103002"/>
                  </a:lnTo>
                  <a:lnTo>
                    <a:pt x="214867" y="152761"/>
                  </a:lnTo>
                  <a:lnTo>
                    <a:pt x="286490" y="201393"/>
                  </a:lnTo>
                  <a:lnTo>
                    <a:pt x="358112" y="248925"/>
                  </a:lnTo>
                  <a:lnTo>
                    <a:pt x="429735" y="295381"/>
                  </a:lnTo>
                  <a:lnTo>
                    <a:pt x="501357" y="340785"/>
                  </a:lnTo>
                  <a:lnTo>
                    <a:pt x="572980" y="385162"/>
                  </a:lnTo>
                  <a:lnTo>
                    <a:pt x="644602" y="428534"/>
                  </a:lnTo>
                  <a:lnTo>
                    <a:pt x="716225" y="470924"/>
                  </a:lnTo>
                  <a:lnTo>
                    <a:pt x="787847" y="512354"/>
                  </a:lnTo>
                  <a:lnTo>
                    <a:pt x="859470" y="552847"/>
                  </a:lnTo>
                  <a:lnTo>
                    <a:pt x="931092" y="592423"/>
                  </a:lnTo>
                  <a:lnTo>
                    <a:pt x="1002715" y="631103"/>
                  </a:lnTo>
                  <a:lnTo>
                    <a:pt x="1074337" y="668908"/>
                  </a:lnTo>
                  <a:lnTo>
                    <a:pt x="1145960" y="705857"/>
                  </a:lnTo>
                  <a:lnTo>
                    <a:pt x="1217582" y="741969"/>
                  </a:lnTo>
                  <a:lnTo>
                    <a:pt x="1289205" y="777264"/>
                  </a:lnTo>
                  <a:lnTo>
                    <a:pt x="1360827" y="811760"/>
                  </a:lnTo>
                  <a:lnTo>
                    <a:pt x="1432450" y="845475"/>
                  </a:lnTo>
                  <a:lnTo>
                    <a:pt x="1504073" y="878427"/>
                  </a:lnTo>
                  <a:lnTo>
                    <a:pt x="1575695" y="910633"/>
                  </a:lnTo>
                  <a:lnTo>
                    <a:pt x="1647318" y="942110"/>
                  </a:lnTo>
                  <a:lnTo>
                    <a:pt x="1718940" y="972874"/>
                  </a:lnTo>
                  <a:lnTo>
                    <a:pt x="1790563" y="1002942"/>
                  </a:lnTo>
                  <a:lnTo>
                    <a:pt x="1862185" y="1032330"/>
                  </a:lnTo>
                  <a:lnTo>
                    <a:pt x="1933808" y="1061052"/>
                  </a:lnTo>
                  <a:lnTo>
                    <a:pt x="2005430" y="1089124"/>
                  </a:lnTo>
                  <a:lnTo>
                    <a:pt x="2077053" y="1116560"/>
                  </a:lnTo>
                  <a:lnTo>
                    <a:pt x="2148675" y="1143376"/>
                  </a:lnTo>
                  <a:lnTo>
                    <a:pt x="2220298" y="1169584"/>
                  </a:lnTo>
                  <a:lnTo>
                    <a:pt x="2291920" y="1195199"/>
                  </a:lnTo>
                  <a:lnTo>
                    <a:pt x="2363543" y="1220235"/>
                  </a:lnTo>
                  <a:lnTo>
                    <a:pt x="2435165" y="1244703"/>
                  </a:lnTo>
                  <a:lnTo>
                    <a:pt x="2506788" y="1268618"/>
                  </a:lnTo>
                  <a:lnTo>
                    <a:pt x="2578410" y="1291991"/>
                  </a:lnTo>
                  <a:lnTo>
                    <a:pt x="2650033" y="1314836"/>
                  </a:lnTo>
                  <a:lnTo>
                    <a:pt x="2721655" y="1337163"/>
                  </a:lnTo>
                  <a:lnTo>
                    <a:pt x="2793278" y="1358984"/>
                  </a:lnTo>
                  <a:lnTo>
                    <a:pt x="2864901" y="1380312"/>
                  </a:lnTo>
                  <a:lnTo>
                    <a:pt x="2936523" y="1401157"/>
                  </a:lnTo>
                  <a:lnTo>
                    <a:pt x="3008146" y="1421530"/>
                  </a:lnTo>
                  <a:lnTo>
                    <a:pt x="3079768" y="1441442"/>
                  </a:lnTo>
                  <a:lnTo>
                    <a:pt x="3151391" y="1460903"/>
                  </a:lnTo>
                  <a:lnTo>
                    <a:pt x="3223013" y="1479924"/>
                  </a:lnTo>
                  <a:lnTo>
                    <a:pt x="3294636" y="1498514"/>
                  </a:lnTo>
                  <a:lnTo>
                    <a:pt x="3366258" y="1516683"/>
                  </a:lnTo>
                  <a:lnTo>
                    <a:pt x="3437881" y="1534441"/>
                  </a:lnTo>
                  <a:lnTo>
                    <a:pt x="3509503" y="1551797"/>
                  </a:lnTo>
                  <a:lnTo>
                    <a:pt x="3581126" y="1568761"/>
                  </a:lnTo>
                  <a:lnTo>
                    <a:pt x="3652748" y="1585340"/>
                  </a:lnTo>
                  <a:lnTo>
                    <a:pt x="3724371" y="1601543"/>
                  </a:lnTo>
                  <a:lnTo>
                    <a:pt x="3795993" y="1617380"/>
                  </a:lnTo>
                  <a:lnTo>
                    <a:pt x="3867616" y="1632859"/>
                  </a:lnTo>
                  <a:lnTo>
                    <a:pt x="3939238" y="1647987"/>
                  </a:lnTo>
                  <a:lnTo>
                    <a:pt x="4010861" y="1662773"/>
                  </a:lnTo>
                  <a:lnTo>
                    <a:pt x="4082483" y="1677224"/>
                  </a:lnTo>
                  <a:lnTo>
                    <a:pt x="4154106" y="1691348"/>
                  </a:lnTo>
                  <a:lnTo>
                    <a:pt x="4225729" y="1705152"/>
                  </a:lnTo>
                  <a:lnTo>
                    <a:pt x="4297351" y="1718644"/>
                  </a:lnTo>
                  <a:lnTo>
                    <a:pt x="4368974" y="1731830"/>
                  </a:lnTo>
                  <a:lnTo>
                    <a:pt x="4440596" y="1744718"/>
                  </a:lnTo>
                  <a:lnTo>
                    <a:pt x="4512219" y="1757314"/>
                  </a:lnTo>
                  <a:lnTo>
                    <a:pt x="4583841" y="1769625"/>
                  </a:lnTo>
                  <a:lnTo>
                    <a:pt x="4655464" y="1781657"/>
                  </a:lnTo>
                  <a:lnTo>
                    <a:pt x="4727086" y="1793417"/>
                  </a:lnTo>
                  <a:lnTo>
                    <a:pt x="4798709" y="1804910"/>
                  </a:lnTo>
                  <a:lnTo>
                    <a:pt x="4870331" y="1816144"/>
                  </a:lnTo>
                  <a:lnTo>
                    <a:pt x="4941954" y="1827123"/>
                  </a:lnTo>
                  <a:lnTo>
                    <a:pt x="5013576" y="1837854"/>
                  </a:lnTo>
                  <a:lnTo>
                    <a:pt x="5085199" y="1848341"/>
                  </a:lnTo>
                  <a:lnTo>
                    <a:pt x="5156821" y="1858592"/>
                  </a:lnTo>
                  <a:lnTo>
                    <a:pt x="5228444" y="1868610"/>
                  </a:lnTo>
                  <a:lnTo>
                    <a:pt x="5300066" y="1878401"/>
                  </a:lnTo>
                  <a:lnTo>
                    <a:pt x="5371689" y="1887971"/>
                  </a:lnTo>
                  <a:lnTo>
                    <a:pt x="5443311" y="1897325"/>
                  </a:lnTo>
                  <a:lnTo>
                    <a:pt x="5514934" y="1906466"/>
                  </a:lnTo>
                  <a:lnTo>
                    <a:pt x="5586557" y="1915401"/>
                  </a:lnTo>
                  <a:lnTo>
                    <a:pt x="5658179" y="1924133"/>
                  </a:lnTo>
                  <a:lnTo>
                    <a:pt x="5729802" y="1932668"/>
                  </a:lnTo>
                  <a:lnTo>
                    <a:pt x="5801424" y="1941009"/>
                  </a:lnTo>
                  <a:lnTo>
                    <a:pt x="5873047" y="1949162"/>
                  </a:lnTo>
                  <a:lnTo>
                    <a:pt x="5944669" y="1957130"/>
                  </a:lnTo>
                  <a:lnTo>
                    <a:pt x="6016292" y="1964918"/>
                  </a:lnTo>
                  <a:lnTo>
                    <a:pt x="6087914" y="1972529"/>
                  </a:lnTo>
                  <a:lnTo>
                    <a:pt x="6159537" y="1979968"/>
                  </a:lnTo>
                  <a:lnTo>
                    <a:pt x="6231159" y="1987239"/>
                  </a:lnTo>
                  <a:lnTo>
                    <a:pt x="6302782" y="1994345"/>
                  </a:lnTo>
                  <a:lnTo>
                    <a:pt x="6374404" y="2001290"/>
                  </a:lnTo>
                  <a:lnTo>
                    <a:pt x="6446027" y="2008078"/>
                  </a:lnTo>
                  <a:lnTo>
                    <a:pt x="6517649" y="2014713"/>
                  </a:lnTo>
                  <a:lnTo>
                    <a:pt x="6589272" y="2021197"/>
                  </a:lnTo>
                  <a:lnTo>
                    <a:pt x="6660894" y="2027535"/>
                  </a:lnTo>
                  <a:lnTo>
                    <a:pt x="6732517" y="2033729"/>
                  </a:lnTo>
                  <a:lnTo>
                    <a:pt x="6804139" y="2039782"/>
                  </a:lnTo>
                  <a:lnTo>
                    <a:pt x="6875762" y="2045699"/>
                  </a:lnTo>
                  <a:lnTo>
                    <a:pt x="6947385" y="2051482"/>
                  </a:lnTo>
                  <a:lnTo>
                    <a:pt x="7019007" y="2057134"/>
                  </a:lnTo>
                  <a:lnTo>
                    <a:pt x="7090630" y="2062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(1.06-1.69), p_Bonf = 0.097 (n = 6)  |  per IQR decline (Δ = 24.3 %): 2.02 (1.14-3.57)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2026-08-19T20:27:22Z</dcterms:modified>
  <cp:category/>
</cp:coreProperties>
</file>