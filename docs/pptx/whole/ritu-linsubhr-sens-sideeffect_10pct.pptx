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512745"/>
              <a:ext cx="7090630" cy="2875071"/>
            </a:xfrm>
            <a:custGeom>
              <a:avLst/>
              <a:pathLst>
                <a:path w="7090630" h="28750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  <a:lnTo>
                    <a:pt x="7090630" y="2875071"/>
                  </a:lnTo>
                  <a:lnTo>
                    <a:pt x="7019007" y="2870055"/>
                  </a:lnTo>
                  <a:lnTo>
                    <a:pt x="6947385" y="2864890"/>
                  </a:lnTo>
                  <a:lnTo>
                    <a:pt x="6875762" y="2859572"/>
                  </a:lnTo>
                  <a:lnTo>
                    <a:pt x="6804139" y="2854096"/>
                  </a:lnTo>
                  <a:lnTo>
                    <a:pt x="6732517" y="2848458"/>
                  </a:lnTo>
                  <a:lnTo>
                    <a:pt x="6660894" y="2842654"/>
                  </a:lnTo>
                  <a:lnTo>
                    <a:pt x="6589272" y="2836678"/>
                  </a:lnTo>
                  <a:lnTo>
                    <a:pt x="6517649" y="2830524"/>
                  </a:lnTo>
                  <a:lnTo>
                    <a:pt x="6446027" y="2824189"/>
                  </a:lnTo>
                  <a:lnTo>
                    <a:pt x="6374404" y="2817666"/>
                  </a:lnTo>
                  <a:lnTo>
                    <a:pt x="6302782" y="2810949"/>
                  </a:lnTo>
                  <a:lnTo>
                    <a:pt x="6231159" y="2804034"/>
                  </a:lnTo>
                  <a:lnTo>
                    <a:pt x="6159537" y="2796914"/>
                  </a:lnTo>
                  <a:lnTo>
                    <a:pt x="6087914" y="2789584"/>
                  </a:lnTo>
                  <a:lnTo>
                    <a:pt x="6016292" y="2782036"/>
                  </a:lnTo>
                  <a:lnTo>
                    <a:pt x="5944669" y="2774265"/>
                  </a:lnTo>
                  <a:lnTo>
                    <a:pt x="5873047" y="2766264"/>
                  </a:lnTo>
                  <a:lnTo>
                    <a:pt x="5801424" y="2758026"/>
                  </a:lnTo>
                  <a:lnTo>
                    <a:pt x="5729802" y="2749544"/>
                  </a:lnTo>
                  <a:lnTo>
                    <a:pt x="5658179" y="2740810"/>
                  </a:lnTo>
                  <a:lnTo>
                    <a:pt x="5586557" y="2731819"/>
                  </a:lnTo>
                  <a:lnTo>
                    <a:pt x="5514934" y="2722561"/>
                  </a:lnTo>
                  <a:lnTo>
                    <a:pt x="5443311" y="2713029"/>
                  </a:lnTo>
                  <a:lnTo>
                    <a:pt x="5371689" y="2703214"/>
                  </a:lnTo>
                  <a:lnTo>
                    <a:pt x="5300066" y="2693109"/>
                  </a:lnTo>
                  <a:lnTo>
                    <a:pt x="5228444" y="2682705"/>
                  </a:lnTo>
                  <a:lnTo>
                    <a:pt x="5156821" y="2671993"/>
                  </a:lnTo>
                  <a:lnTo>
                    <a:pt x="5085199" y="2660964"/>
                  </a:lnTo>
                  <a:lnTo>
                    <a:pt x="5013576" y="2649608"/>
                  </a:lnTo>
                  <a:lnTo>
                    <a:pt x="4941954" y="2637916"/>
                  </a:lnTo>
                  <a:lnTo>
                    <a:pt x="4870331" y="2625877"/>
                  </a:lnTo>
                  <a:lnTo>
                    <a:pt x="4798709" y="2613483"/>
                  </a:lnTo>
                  <a:lnTo>
                    <a:pt x="4727086" y="2600721"/>
                  </a:lnTo>
                  <a:lnTo>
                    <a:pt x="4655464" y="2587582"/>
                  </a:lnTo>
                  <a:lnTo>
                    <a:pt x="4583841" y="2574053"/>
                  </a:lnTo>
                  <a:lnTo>
                    <a:pt x="4512219" y="2560124"/>
                  </a:lnTo>
                  <a:lnTo>
                    <a:pt x="4440596" y="2545782"/>
                  </a:lnTo>
                  <a:lnTo>
                    <a:pt x="4368974" y="2531016"/>
                  </a:lnTo>
                  <a:lnTo>
                    <a:pt x="4297351" y="2515813"/>
                  </a:lnTo>
                  <a:lnTo>
                    <a:pt x="4225729" y="2500159"/>
                  </a:lnTo>
                  <a:lnTo>
                    <a:pt x="4154106" y="2484042"/>
                  </a:lnTo>
                  <a:lnTo>
                    <a:pt x="4082483" y="2467448"/>
                  </a:lnTo>
                  <a:lnTo>
                    <a:pt x="4010861" y="2450363"/>
                  </a:lnTo>
                  <a:lnTo>
                    <a:pt x="3939238" y="2432771"/>
                  </a:lnTo>
                  <a:lnTo>
                    <a:pt x="3867616" y="2414659"/>
                  </a:lnTo>
                  <a:lnTo>
                    <a:pt x="3795993" y="2396011"/>
                  </a:lnTo>
                  <a:lnTo>
                    <a:pt x="3724371" y="2376810"/>
                  </a:lnTo>
                  <a:lnTo>
                    <a:pt x="3652748" y="2357041"/>
                  </a:lnTo>
                  <a:lnTo>
                    <a:pt x="3581126" y="2336687"/>
                  </a:lnTo>
                  <a:lnTo>
                    <a:pt x="3509503" y="2315730"/>
                  </a:lnTo>
                  <a:lnTo>
                    <a:pt x="3437881" y="2294152"/>
                  </a:lnTo>
                  <a:lnTo>
                    <a:pt x="3366258" y="2271936"/>
                  </a:lnTo>
                  <a:lnTo>
                    <a:pt x="3294636" y="2249061"/>
                  </a:lnTo>
                  <a:lnTo>
                    <a:pt x="3223013" y="2225510"/>
                  </a:lnTo>
                  <a:lnTo>
                    <a:pt x="3151391" y="2217846"/>
                  </a:lnTo>
                  <a:lnTo>
                    <a:pt x="3079768" y="2222792"/>
                  </a:lnTo>
                  <a:lnTo>
                    <a:pt x="3008146" y="2227708"/>
                  </a:lnTo>
                  <a:lnTo>
                    <a:pt x="2936523" y="2232595"/>
                  </a:lnTo>
                  <a:lnTo>
                    <a:pt x="2864901" y="2237452"/>
                  </a:lnTo>
                  <a:lnTo>
                    <a:pt x="2793278" y="2242280"/>
                  </a:lnTo>
                  <a:lnTo>
                    <a:pt x="2721655" y="2247080"/>
                  </a:lnTo>
                  <a:lnTo>
                    <a:pt x="2650033" y="2251850"/>
                  </a:lnTo>
                  <a:lnTo>
                    <a:pt x="2578410" y="2256593"/>
                  </a:lnTo>
                  <a:lnTo>
                    <a:pt x="2506788" y="2261306"/>
                  </a:lnTo>
                  <a:lnTo>
                    <a:pt x="2435165" y="2265992"/>
                  </a:lnTo>
                  <a:lnTo>
                    <a:pt x="2363543" y="2270650"/>
                  </a:lnTo>
                  <a:lnTo>
                    <a:pt x="2291920" y="2275279"/>
                  </a:lnTo>
                  <a:lnTo>
                    <a:pt x="2220298" y="2279881"/>
                  </a:lnTo>
                  <a:lnTo>
                    <a:pt x="2148675" y="2284456"/>
                  </a:lnTo>
                  <a:lnTo>
                    <a:pt x="2077053" y="2289003"/>
                  </a:lnTo>
                  <a:lnTo>
                    <a:pt x="2005430" y="2293523"/>
                  </a:lnTo>
                  <a:lnTo>
                    <a:pt x="1933808" y="2298016"/>
                  </a:lnTo>
                  <a:lnTo>
                    <a:pt x="1862185" y="2302482"/>
                  </a:lnTo>
                  <a:lnTo>
                    <a:pt x="1790563" y="2306921"/>
                  </a:lnTo>
                  <a:lnTo>
                    <a:pt x="1718940" y="2311334"/>
                  </a:lnTo>
                  <a:lnTo>
                    <a:pt x="1647318" y="2315720"/>
                  </a:lnTo>
                  <a:lnTo>
                    <a:pt x="1575695" y="2320080"/>
                  </a:lnTo>
                  <a:lnTo>
                    <a:pt x="1504073" y="2324414"/>
                  </a:lnTo>
                  <a:lnTo>
                    <a:pt x="1432450" y="2328722"/>
                  </a:lnTo>
                  <a:lnTo>
                    <a:pt x="1360827" y="2333004"/>
                  </a:lnTo>
                  <a:lnTo>
                    <a:pt x="1289205" y="2337261"/>
                  </a:lnTo>
                  <a:lnTo>
                    <a:pt x="1217582" y="2341492"/>
                  </a:lnTo>
                  <a:lnTo>
                    <a:pt x="1145960" y="2345698"/>
                  </a:lnTo>
                  <a:lnTo>
                    <a:pt x="1074337" y="2349879"/>
                  </a:lnTo>
                  <a:lnTo>
                    <a:pt x="1002715" y="2354034"/>
                  </a:lnTo>
                  <a:lnTo>
                    <a:pt x="931092" y="2358165"/>
                  </a:lnTo>
                  <a:lnTo>
                    <a:pt x="859470" y="2362271"/>
                  </a:lnTo>
                  <a:lnTo>
                    <a:pt x="787847" y="2366353"/>
                  </a:lnTo>
                  <a:lnTo>
                    <a:pt x="716225" y="2370410"/>
                  </a:lnTo>
                  <a:lnTo>
                    <a:pt x="644602" y="2374443"/>
                  </a:lnTo>
                  <a:lnTo>
                    <a:pt x="572980" y="2378452"/>
                  </a:lnTo>
                  <a:lnTo>
                    <a:pt x="501357" y="2382436"/>
                  </a:lnTo>
                  <a:lnTo>
                    <a:pt x="429735" y="2386397"/>
                  </a:lnTo>
                  <a:lnTo>
                    <a:pt x="358112" y="2390334"/>
                  </a:lnTo>
                  <a:lnTo>
                    <a:pt x="286490" y="2394248"/>
                  </a:lnTo>
                  <a:lnTo>
                    <a:pt x="214867" y="2398138"/>
                  </a:lnTo>
                  <a:lnTo>
                    <a:pt x="143245" y="2402005"/>
                  </a:lnTo>
                  <a:lnTo>
                    <a:pt x="71622" y="2405849"/>
                  </a:lnTo>
                  <a:lnTo>
                    <a:pt x="0" y="24096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512745"/>
              <a:ext cx="7090630" cy="2212871"/>
            </a:xfrm>
            <a:custGeom>
              <a:avLst/>
              <a:pathLst>
                <a:path w="7090630" h="22128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592"/>
              <a:ext cx="7090630" cy="657224"/>
            </a:xfrm>
            <a:custGeom>
              <a:avLst/>
              <a:pathLst>
                <a:path w="7090630" h="657224">
                  <a:moveTo>
                    <a:pt x="7090630" y="657224"/>
                  </a:moveTo>
                  <a:lnTo>
                    <a:pt x="7019007" y="652208"/>
                  </a:lnTo>
                  <a:lnTo>
                    <a:pt x="6947385" y="647043"/>
                  </a:lnTo>
                  <a:lnTo>
                    <a:pt x="6875762" y="641725"/>
                  </a:lnTo>
                  <a:lnTo>
                    <a:pt x="6804139" y="636249"/>
                  </a:lnTo>
                  <a:lnTo>
                    <a:pt x="6732517" y="630612"/>
                  </a:lnTo>
                  <a:lnTo>
                    <a:pt x="6660894" y="624807"/>
                  </a:lnTo>
                  <a:lnTo>
                    <a:pt x="6589272" y="618831"/>
                  </a:lnTo>
                  <a:lnTo>
                    <a:pt x="6517649" y="612677"/>
                  </a:lnTo>
                  <a:lnTo>
                    <a:pt x="6446027" y="606342"/>
                  </a:lnTo>
                  <a:lnTo>
                    <a:pt x="6374404" y="599819"/>
                  </a:lnTo>
                  <a:lnTo>
                    <a:pt x="6302782" y="593103"/>
                  </a:lnTo>
                  <a:lnTo>
                    <a:pt x="6231159" y="586187"/>
                  </a:lnTo>
                  <a:lnTo>
                    <a:pt x="6159537" y="579068"/>
                  </a:lnTo>
                  <a:lnTo>
                    <a:pt x="6087914" y="571737"/>
                  </a:lnTo>
                  <a:lnTo>
                    <a:pt x="6016292" y="564189"/>
                  </a:lnTo>
                  <a:lnTo>
                    <a:pt x="5944669" y="556418"/>
                  </a:lnTo>
                  <a:lnTo>
                    <a:pt x="5873047" y="548417"/>
                  </a:lnTo>
                  <a:lnTo>
                    <a:pt x="5801424" y="540179"/>
                  </a:lnTo>
                  <a:lnTo>
                    <a:pt x="5729802" y="531697"/>
                  </a:lnTo>
                  <a:lnTo>
                    <a:pt x="5658179" y="522963"/>
                  </a:lnTo>
                  <a:lnTo>
                    <a:pt x="5586557" y="513972"/>
                  </a:lnTo>
                  <a:lnTo>
                    <a:pt x="5514934" y="504714"/>
                  </a:lnTo>
                  <a:lnTo>
                    <a:pt x="5443311" y="495182"/>
                  </a:lnTo>
                  <a:lnTo>
                    <a:pt x="5371689" y="485367"/>
                  </a:lnTo>
                  <a:lnTo>
                    <a:pt x="5300066" y="475262"/>
                  </a:lnTo>
                  <a:lnTo>
                    <a:pt x="5228444" y="464858"/>
                  </a:lnTo>
                  <a:lnTo>
                    <a:pt x="5156821" y="454146"/>
                  </a:lnTo>
                  <a:lnTo>
                    <a:pt x="5085199" y="443117"/>
                  </a:lnTo>
                  <a:lnTo>
                    <a:pt x="5013576" y="431761"/>
                  </a:lnTo>
                  <a:lnTo>
                    <a:pt x="4941954" y="420069"/>
                  </a:lnTo>
                  <a:lnTo>
                    <a:pt x="4870331" y="408031"/>
                  </a:lnTo>
                  <a:lnTo>
                    <a:pt x="4798709" y="395636"/>
                  </a:lnTo>
                  <a:lnTo>
                    <a:pt x="4727086" y="382874"/>
                  </a:lnTo>
                  <a:lnTo>
                    <a:pt x="4655464" y="369735"/>
                  </a:lnTo>
                  <a:lnTo>
                    <a:pt x="4583841" y="356206"/>
                  </a:lnTo>
                  <a:lnTo>
                    <a:pt x="4512219" y="342277"/>
                  </a:lnTo>
                  <a:lnTo>
                    <a:pt x="4440596" y="327935"/>
                  </a:lnTo>
                  <a:lnTo>
                    <a:pt x="4368974" y="313169"/>
                  </a:lnTo>
                  <a:lnTo>
                    <a:pt x="4297351" y="297966"/>
                  </a:lnTo>
                  <a:lnTo>
                    <a:pt x="4225729" y="282312"/>
                  </a:lnTo>
                  <a:lnTo>
                    <a:pt x="4154106" y="266196"/>
                  </a:lnTo>
                  <a:lnTo>
                    <a:pt x="4082483" y="249601"/>
                  </a:lnTo>
                  <a:lnTo>
                    <a:pt x="4010861" y="232516"/>
                  </a:lnTo>
                  <a:lnTo>
                    <a:pt x="3939238" y="214925"/>
                  </a:lnTo>
                  <a:lnTo>
                    <a:pt x="3867616" y="196812"/>
                  </a:lnTo>
                  <a:lnTo>
                    <a:pt x="3795993" y="178164"/>
                  </a:lnTo>
                  <a:lnTo>
                    <a:pt x="3724371" y="158963"/>
                  </a:lnTo>
                  <a:lnTo>
                    <a:pt x="3652748" y="139194"/>
                  </a:lnTo>
                  <a:lnTo>
                    <a:pt x="3581126" y="118840"/>
                  </a:lnTo>
                  <a:lnTo>
                    <a:pt x="3509503" y="97883"/>
                  </a:lnTo>
                  <a:lnTo>
                    <a:pt x="3437881" y="76305"/>
                  </a:lnTo>
                  <a:lnTo>
                    <a:pt x="3366258" y="54089"/>
                  </a:lnTo>
                  <a:lnTo>
                    <a:pt x="3294636" y="31215"/>
                  </a:lnTo>
                  <a:lnTo>
                    <a:pt x="3223013" y="7663"/>
                  </a:lnTo>
                  <a:lnTo>
                    <a:pt x="3151391" y="0"/>
                  </a:lnTo>
                  <a:lnTo>
                    <a:pt x="3079768" y="4945"/>
                  </a:lnTo>
                  <a:lnTo>
                    <a:pt x="3008146" y="9861"/>
                  </a:lnTo>
                  <a:lnTo>
                    <a:pt x="2936523" y="14748"/>
                  </a:lnTo>
                  <a:lnTo>
                    <a:pt x="2864901" y="19605"/>
                  </a:lnTo>
                  <a:lnTo>
                    <a:pt x="2793278" y="24433"/>
                  </a:lnTo>
                  <a:lnTo>
                    <a:pt x="2721655" y="29233"/>
                  </a:lnTo>
                  <a:lnTo>
                    <a:pt x="2650033" y="34004"/>
                  </a:lnTo>
                  <a:lnTo>
                    <a:pt x="2578410" y="38746"/>
                  </a:lnTo>
                  <a:lnTo>
                    <a:pt x="2506788" y="43459"/>
                  </a:lnTo>
                  <a:lnTo>
                    <a:pt x="2435165" y="48145"/>
                  </a:lnTo>
                  <a:lnTo>
                    <a:pt x="2363543" y="52803"/>
                  </a:lnTo>
                  <a:lnTo>
                    <a:pt x="2291920" y="57432"/>
                  </a:lnTo>
                  <a:lnTo>
                    <a:pt x="2220298" y="62034"/>
                  </a:lnTo>
                  <a:lnTo>
                    <a:pt x="2148675" y="66609"/>
                  </a:lnTo>
                  <a:lnTo>
                    <a:pt x="2077053" y="71156"/>
                  </a:lnTo>
                  <a:lnTo>
                    <a:pt x="2005430" y="75676"/>
                  </a:lnTo>
                  <a:lnTo>
                    <a:pt x="1933808" y="80169"/>
                  </a:lnTo>
                  <a:lnTo>
                    <a:pt x="1862185" y="84635"/>
                  </a:lnTo>
                  <a:lnTo>
                    <a:pt x="1790563" y="89074"/>
                  </a:lnTo>
                  <a:lnTo>
                    <a:pt x="1718940" y="93487"/>
                  </a:lnTo>
                  <a:lnTo>
                    <a:pt x="1647318" y="97873"/>
                  </a:lnTo>
                  <a:lnTo>
                    <a:pt x="1575695" y="102233"/>
                  </a:lnTo>
                  <a:lnTo>
                    <a:pt x="1504073" y="106567"/>
                  </a:lnTo>
                  <a:lnTo>
                    <a:pt x="1432450" y="110875"/>
                  </a:lnTo>
                  <a:lnTo>
                    <a:pt x="1360827" y="115157"/>
                  </a:lnTo>
                  <a:lnTo>
                    <a:pt x="1289205" y="119414"/>
                  </a:lnTo>
                  <a:lnTo>
                    <a:pt x="1217582" y="123645"/>
                  </a:lnTo>
                  <a:lnTo>
                    <a:pt x="1145960" y="127851"/>
                  </a:lnTo>
                  <a:lnTo>
                    <a:pt x="1074337" y="132032"/>
                  </a:lnTo>
                  <a:lnTo>
                    <a:pt x="1002715" y="136187"/>
                  </a:lnTo>
                  <a:lnTo>
                    <a:pt x="931092" y="140318"/>
                  </a:lnTo>
                  <a:lnTo>
                    <a:pt x="859470" y="144424"/>
                  </a:lnTo>
                  <a:lnTo>
                    <a:pt x="787847" y="148506"/>
                  </a:lnTo>
                  <a:lnTo>
                    <a:pt x="716225" y="152563"/>
                  </a:lnTo>
                  <a:lnTo>
                    <a:pt x="644602" y="156596"/>
                  </a:lnTo>
                  <a:lnTo>
                    <a:pt x="572980" y="160605"/>
                  </a:lnTo>
                  <a:lnTo>
                    <a:pt x="501357" y="164589"/>
                  </a:lnTo>
                  <a:lnTo>
                    <a:pt x="429735" y="168550"/>
                  </a:lnTo>
                  <a:lnTo>
                    <a:pt x="358112" y="172488"/>
                  </a:lnTo>
                  <a:lnTo>
                    <a:pt x="286490" y="176401"/>
                  </a:lnTo>
                  <a:lnTo>
                    <a:pt x="214867" y="180292"/>
                  </a:lnTo>
                  <a:lnTo>
                    <a:pt x="143245" y="184158"/>
                  </a:lnTo>
                  <a:lnTo>
                    <a:pt x="71622" y="188002"/>
                  </a:lnTo>
                  <a:lnTo>
                    <a:pt x="0" y="191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67014"/>
              <a:ext cx="7090630" cy="948840"/>
            </a:xfrm>
            <a:custGeom>
              <a:avLst/>
              <a:pathLst>
                <a:path w="7090630" h="948840">
                  <a:moveTo>
                    <a:pt x="0" y="0"/>
                  </a:moveTo>
                  <a:lnTo>
                    <a:pt x="71622" y="16018"/>
                  </a:lnTo>
                  <a:lnTo>
                    <a:pt x="143245" y="31851"/>
                  </a:lnTo>
                  <a:lnTo>
                    <a:pt x="214867" y="47502"/>
                  </a:lnTo>
                  <a:lnTo>
                    <a:pt x="286490" y="62973"/>
                  </a:lnTo>
                  <a:lnTo>
                    <a:pt x="358112" y="78266"/>
                  </a:lnTo>
                  <a:lnTo>
                    <a:pt x="429735" y="93382"/>
                  </a:lnTo>
                  <a:lnTo>
                    <a:pt x="501357" y="108324"/>
                  </a:lnTo>
                  <a:lnTo>
                    <a:pt x="572980" y="123094"/>
                  </a:lnTo>
                  <a:lnTo>
                    <a:pt x="644602" y="137694"/>
                  </a:lnTo>
                  <a:lnTo>
                    <a:pt x="716225" y="152126"/>
                  </a:lnTo>
                  <a:lnTo>
                    <a:pt x="787847" y="166391"/>
                  </a:lnTo>
                  <a:lnTo>
                    <a:pt x="859470" y="180492"/>
                  </a:lnTo>
                  <a:lnTo>
                    <a:pt x="931092" y="194430"/>
                  </a:lnTo>
                  <a:lnTo>
                    <a:pt x="1002715" y="208208"/>
                  </a:lnTo>
                  <a:lnTo>
                    <a:pt x="1074337" y="221828"/>
                  </a:lnTo>
                  <a:lnTo>
                    <a:pt x="1145960" y="235290"/>
                  </a:lnTo>
                  <a:lnTo>
                    <a:pt x="1217582" y="248597"/>
                  </a:lnTo>
                  <a:lnTo>
                    <a:pt x="1289205" y="261751"/>
                  </a:lnTo>
                  <a:lnTo>
                    <a:pt x="1360827" y="274753"/>
                  </a:lnTo>
                  <a:lnTo>
                    <a:pt x="1432450" y="287605"/>
                  </a:lnTo>
                  <a:lnTo>
                    <a:pt x="1504073" y="300310"/>
                  </a:lnTo>
                  <a:lnTo>
                    <a:pt x="1575695" y="312868"/>
                  </a:lnTo>
                  <a:lnTo>
                    <a:pt x="1647318" y="325281"/>
                  </a:lnTo>
                  <a:lnTo>
                    <a:pt x="1718940" y="337551"/>
                  </a:lnTo>
                  <a:lnTo>
                    <a:pt x="1790563" y="349680"/>
                  </a:lnTo>
                  <a:lnTo>
                    <a:pt x="1862185" y="361669"/>
                  </a:lnTo>
                  <a:lnTo>
                    <a:pt x="1933808" y="373520"/>
                  </a:lnTo>
                  <a:lnTo>
                    <a:pt x="2005430" y="385235"/>
                  </a:lnTo>
                  <a:lnTo>
                    <a:pt x="2077053" y="396814"/>
                  </a:lnTo>
                  <a:lnTo>
                    <a:pt x="2148675" y="408260"/>
                  </a:lnTo>
                  <a:lnTo>
                    <a:pt x="2220298" y="419575"/>
                  </a:lnTo>
                  <a:lnTo>
                    <a:pt x="2291920" y="430758"/>
                  </a:lnTo>
                  <a:lnTo>
                    <a:pt x="2363543" y="441813"/>
                  </a:lnTo>
                  <a:lnTo>
                    <a:pt x="2435165" y="452741"/>
                  </a:lnTo>
                  <a:lnTo>
                    <a:pt x="2506788" y="463543"/>
                  </a:lnTo>
                  <a:lnTo>
                    <a:pt x="2578410" y="474220"/>
                  </a:lnTo>
                  <a:lnTo>
                    <a:pt x="2650033" y="484774"/>
                  </a:lnTo>
                  <a:lnTo>
                    <a:pt x="2721655" y="495207"/>
                  </a:lnTo>
                  <a:lnTo>
                    <a:pt x="2793278" y="505519"/>
                  </a:lnTo>
                  <a:lnTo>
                    <a:pt x="2864901" y="515713"/>
                  </a:lnTo>
                  <a:lnTo>
                    <a:pt x="2936523" y="525789"/>
                  </a:lnTo>
                  <a:lnTo>
                    <a:pt x="3008146" y="535749"/>
                  </a:lnTo>
                  <a:lnTo>
                    <a:pt x="3079768" y="545594"/>
                  </a:lnTo>
                  <a:lnTo>
                    <a:pt x="3151391" y="555326"/>
                  </a:lnTo>
                  <a:lnTo>
                    <a:pt x="3223013" y="564946"/>
                  </a:lnTo>
                  <a:lnTo>
                    <a:pt x="3294636" y="574455"/>
                  </a:lnTo>
                  <a:lnTo>
                    <a:pt x="3366258" y="583854"/>
                  </a:lnTo>
                  <a:lnTo>
                    <a:pt x="3437881" y="593145"/>
                  </a:lnTo>
                  <a:lnTo>
                    <a:pt x="3509503" y="602329"/>
                  </a:lnTo>
                  <a:lnTo>
                    <a:pt x="3581126" y="611407"/>
                  </a:lnTo>
                  <a:lnTo>
                    <a:pt x="3652748" y="620381"/>
                  </a:lnTo>
                  <a:lnTo>
                    <a:pt x="3724371" y="629251"/>
                  </a:lnTo>
                  <a:lnTo>
                    <a:pt x="3795993" y="638019"/>
                  </a:lnTo>
                  <a:lnTo>
                    <a:pt x="3867616" y="646686"/>
                  </a:lnTo>
                  <a:lnTo>
                    <a:pt x="3939238" y="655253"/>
                  </a:lnTo>
                  <a:lnTo>
                    <a:pt x="4010861" y="663721"/>
                  </a:lnTo>
                  <a:lnTo>
                    <a:pt x="4082483" y="672092"/>
                  </a:lnTo>
                  <a:lnTo>
                    <a:pt x="4154106" y="680366"/>
                  </a:lnTo>
                  <a:lnTo>
                    <a:pt x="4225729" y="688545"/>
                  </a:lnTo>
                  <a:lnTo>
                    <a:pt x="4297351" y="696630"/>
                  </a:lnTo>
                  <a:lnTo>
                    <a:pt x="4368974" y="704622"/>
                  </a:lnTo>
                  <a:lnTo>
                    <a:pt x="4440596" y="712521"/>
                  </a:lnTo>
                  <a:lnTo>
                    <a:pt x="4512219" y="720330"/>
                  </a:lnTo>
                  <a:lnTo>
                    <a:pt x="4583841" y="728048"/>
                  </a:lnTo>
                  <a:lnTo>
                    <a:pt x="4655464" y="735678"/>
                  </a:lnTo>
                  <a:lnTo>
                    <a:pt x="4727086" y="743220"/>
                  </a:lnTo>
                  <a:lnTo>
                    <a:pt x="4798709" y="750675"/>
                  </a:lnTo>
                  <a:lnTo>
                    <a:pt x="4870331" y="758044"/>
                  </a:lnTo>
                  <a:lnTo>
                    <a:pt x="4941954" y="765328"/>
                  </a:lnTo>
                  <a:lnTo>
                    <a:pt x="5013576" y="772528"/>
                  </a:lnTo>
                  <a:lnTo>
                    <a:pt x="5085199" y="779645"/>
                  </a:lnTo>
                  <a:lnTo>
                    <a:pt x="5156821" y="786680"/>
                  </a:lnTo>
                  <a:lnTo>
                    <a:pt x="5228444" y="793634"/>
                  </a:lnTo>
                  <a:lnTo>
                    <a:pt x="5300066" y="800508"/>
                  </a:lnTo>
                  <a:lnTo>
                    <a:pt x="5371689" y="807303"/>
                  </a:lnTo>
                  <a:lnTo>
                    <a:pt x="5443311" y="814019"/>
                  </a:lnTo>
                  <a:lnTo>
                    <a:pt x="5514934" y="820658"/>
                  </a:lnTo>
                  <a:lnTo>
                    <a:pt x="5586557" y="827221"/>
                  </a:lnTo>
                  <a:lnTo>
                    <a:pt x="5658179" y="833708"/>
                  </a:lnTo>
                  <a:lnTo>
                    <a:pt x="5729802" y="840120"/>
                  </a:lnTo>
                  <a:lnTo>
                    <a:pt x="5801424" y="846459"/>
                  </a:lnTo>
                  <a:lnTo>
                    <a:pt x="5873047" y="852724"/>
                  </a:lnTo>
                  <a:lnTo>
                    <a:pt x="5944669" y="858917"/>
                  </a:lnTo>
                  <a:lnTo>
                    <a:pt x="6016292" y="865039"/>
                  </a:lnTo>
                  <a:lnTo>
                    <a:pt x="6087914" y="871090"/>
                  </a:lnTo>
                  <a:lnTo>
                    <a:pt x="6159537" y="877072"/>
                  </a:lnTo>
                  <a:lnTo>
                    <a:pt x="6231159" y="882984"/>
                  </a:lnTo>
                  <a:lnTo>
                    <a:pt x="6302782" y="888829"/>
                  </a:lnTo>
                  <a:lnTo>
                    <a:pt x="6374404" y="894606"/>
                  </a:lnTo>
                  <a:lnTo>
                    <a:pt x="6446027" y="900316"/>
                  </a:lnTo>
                  <a:lnTo>
                    <a:pt x="6517649" y="905961"/>
                  </a:lnTo>
                  <a:lnTo>
                    <a:pt x="6589272" y="911541"/>
                  </a:lnTo>
                  <a:lnTo>
                    <a:pt x="6660894" y="917056"/>
                  </a:lnTo>
                  <a:lnTo>
                    <a:pt x="6732517" y="922508"/>
                  </a:lnTo>
                  <a:lnTo>
                    <a:pt x="6804139" y="927897"/>
                  </a:lnTo>
                  <a:lnTo>
                    <a:pt x="6875762" y="933224"/>
                  </a:lnTo>
                  <a:lnTo>
                    <a:pt x="6947385" y="938490"/>
                  </a:lnTo>
                  <a:lnTo>
                    <a:pt x="7019007" y="943695"/>
                  </a:lnTo>
                  <a:lnTo>
                    <a:pt x="7090630" y="9488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(0.93-1.44), p_Bonf = 1.000 (n = 6)  |  per IQR decline (Δ = 24.3 %): 1.43 (0.83-2.45)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2026-10-08T10:08:02Z</dcterms:modified>
  <cp:category/>
</cp:coreProperties>
</file>