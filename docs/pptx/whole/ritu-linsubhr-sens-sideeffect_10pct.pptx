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62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7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3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3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6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88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3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86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469169"/>
              <a:ext cx="7090630" cy="2920907"/>
            </a:xfrm>
            <a:custGeom>
              <a:avLst/>
              <a:pathLst>
                <a:path w="7090630" h="2920907">
                  <a:moveTo>
                    <a:pt x="0" y="0"/>
                  </a:moveTo>
                  <a:lnTo>
                    <a:pt x="71622" y="89639"/>
                  </a:lnTo>
                  <a:lnTo>
                    <a:pt x="143245" y="176677"/>
                  </a:lnTo>
                  <a:lnTo>
                    <a:pt x="214867" y="261188"/>
                  </a:lnTo>
                  <a:lnTo>
                    <a:pt x="286490" y="343247"/>
                  </a:lnTo>
                  <a:lnTo>
                    <a:pt x="358112" y="422923"/>
                  </a:lnTo>
                  <a:lnTo>
                    <a:pt x="429735" y="500286"/>
                  </a:lnTo>
                  <a:lnTo>
                    <a:pt x="501357" y="575404"/>
                  </a:lnTo>
                  <a:lnTo>
                    <a:pt x="572980" y="648341"/>
                  </a:lnTo>
                  <a:lnTo>
                    <a:pt x="644602" y="719161"/>
                  </a:lnTo>
                  <a:lnTo>
                    <a:pt x="716225" y="787925"/>
                  </a:lnTo>
                  <a:lnTo>
                    <a:pt x="787847" y="854693"/>
                  </a:lnTo>
                  <a:lnTo>
                    <a:pt x="859470" y="919523"/>
                  </a:lnTo>
                  <a:lnTo>
                    <a:pt x="931092" y="982472"/>
                  </a:lnTo>
                  <a:lnTo>
                    <a:pt x="1002715" y="1043593"/>
                  </a:lnTo>
                  <a:lnTo>
                    <a:pt x="1074337" y="1102939"/>
                  </a:lnTo>
                  <a:lnTo>
                    <a:pt x="1145960" y="1160563"/>
                  </a:lnTo>
                  <a:lnTo>
                    <a:pt x="1217582" y="1216515"/>
                  </a:lnTo>
                  <a:lnTo>
                    <a:pt x="1289205" y="1270842"/>
                  </a:lnTo>
                  <a:lnTo>
                    <a:pt x="1360827" y="1323592"/>
                  </a:lnTo>
                  <a:lnTo>
                    <a:pt x="1432450" y="1374811"/>
                  </a:lnTo>
                  <a:lnTo>
                    <a:pt x="1504073" y="1424543"/>
                  </a:lnTo>
                  <a:lnTo>
                    <a:pt x="1575695" y="1472832"/>
                  </a:lnTo>
                  <a:lnTo>
                    <a:pt x="1647318" y="1519719"/>
                  </a:lnTo>
                  <a:lnTo>
                    <a:pt x="1718940" y="1565245"/>
                  </a:lnTo>
                  <a:lnTo>
                    <a:pt x="1790563" y="1609449"/>
                  </a:lnTo>
                  <a:lnTo>
                    <a:pt x="1862185" y="1652370"/>
                  </a:lnTo>
                  <a:lnTo>
                    <a:pt x="1933808" y="1694046"/>
                  </a:lnTo>
                  <a:lnTo>
                    <a:pt x="2005430" y="1734511"/>
                  </a:lnTo>
                  <a:lnTo>
                    <a:pt x="2077053" y="1773802"/>
                  </a:lnTo>
                  <a:lnTo>
                    <a:pt x="2148675" y="1811953"/>
                  </a:lnTo>
                  <a:lnTo>
                    <a:pt x="2220298" y="1848996"/>
                  </a:lnTo>
                  <a:lnTo>
                    <a:pt x="2291920" y="1884964"/>
                  </a:lnTo>
                  <a:lnTo>
                    <a:pt x="2363543" y="1919887"/>
                  </a:lnTo>
                  <a:lnTo>
                    <a:pt x="2435165" y="1953797"/>
                  </a:lnTo>
                  <a:lnTo>
                    <a:pt x="2506788" y="1986723"/>
                  </a:lnTo>
                  <a:lnTo>
                    <a:pt x="2578410" y="2018693"/>
                  </a:lnTo>
                  <a:lnTo>
                    <a:pt x="2650033" y="2049734"/>
                  </a:lnTo>
                  <a:lnTo>
                    <a:pt x="2721655" y="2079875"/>
                  </a:lnTo>
                  <a:lnTo>
                    <a:pt x="2793278" y="2109141"/>
                  </a:lnTo>
                  <a:lnTo>
                    <a:pt x="2864901" y="2137557"/>
                  </a:lnTo>
                  <a:lnTo>
                    <a:pt x="2936523" y="2165149"/>
                  </a:lnTo>
                  <a:lnTo>
                    <a:pt x="3008146" y="2191939"/>
                  </a:lnTo>
                  <a:lnTo>
                    <a:pt x="3079768" y="2217952"/>
                  </a:lnTo>
                  <a:lnTo>
                    <a:pt x="3151391" y="2243210"/>
                  </a:lnTo>
                  <a:lnTo>
                    <a:pt x="3223013" y="2257039"/>
                  </a:lnTo>
                  <a:lnTo>
                    <a:pt x="3294636" y="2252820"/>
                  </a:lnTo>
                  <a:lnTo>
                    <a:pt x="3366258" y="2248581"/>
                  </a:lnTo>
                  <a:lnTo>
                    <a:pt x="3437881" y="2244319"/>
                  </a:lnTo>
                  <a:lnTo>
                    <a:pt x="3509503" y="2240036"/>
                  </a:lnTo>
                  <a:lnTo>
                    <a:pt x="3581126" y="2235732"/>
                  </a:lnTo>
                  <a:lnTo>
                    <a:pt x="3652748" y="2231405"/>
                  </a:lnTo>
                  <a:lnTo>
                    <a:pt x="3724371" y="2227057"/>
                  </a:lnTo>
                  <a:lnTo>
                    <a:pt x="3795993" y="2222686"/>
                  </a:lnTo>
                  <a:lnTo>
                    <a:pt x="3867616" y="2218294"/>
                  </a:lnTo>
                  <a:lnTo>
                    <a:pt x="3939238" y="2213879"/>
                  </a:lnTo>
                  <a:lnTo>
                    <a:pt x="4010861" y="2209441"/>
                  </a:lnTo>
                  <a:lnTo>
                    <a:pt x="4082483" y="2204981"/>
                  </a:lnTo>
                  <a:lnTo>
                    <a:pt x="4154106" y="2200499"/>
                  </a:lnTo>
                  <a:lnTo>
                    <a:pt x="4225729" y="2195993"/>
                  </a:lnTo>
                  <a:lnTo>
                    <a:pt x="4297351" y="2191465"/>
                  </a:lnTo>
                  <a:lnTo>
                    <a:pt x="4368974" y="2186914"/>
                  </a:lnTo>
                  <a:lnTo>
                    <a:pt x="4440596" y="2182340"/>
                  </a:lnTo>
                  <a:lnTo>
                    <a:pt x="4512219" y="2177742"/>
                  </a:lnTo>
                  <a:lnTo>
                    <a:pt x="4583841" y="2173121"/>
                  </a:lnTo>
                  <a:lnTo>
                    <a:pt x="4655464" y="2168477"/>
                  </a:lnTo>
                  <a:lnTo>
                    <a:pt x="4727086" y="2163809"/>
                  </a:lnTo>
                  <a:lnTo>
                    <a:pt x="4798709" y="2159117"/>
                  </a:lnTo>
                  <a:lnTo>
                    <a:pt x="4870331" y="2154402"/>
                  </a:lnTo>
                  <a:lnTo>
                    <a:pt x="4941954" y="2149663"/>
                  </a:lnTo>
                  <a:lnTo>
                    <a:pt x="5013576" y="2144899"/>
                  </a:lnTo>
                  <a:lnTo>
                    <a:pt x="5085199" y="2140112"/>
                  </a:lnTo>
                  <a:lnTo>
                    <a:pt x="5156821" y="2135300"/>
                  </a:lnTo>
                  <a:lnTo>
                    <a:pt x="5228444" y="2130464"/>
                  </a:lnTo>
                  <a:lnTo>
                    <a:pt x="5300066" y="2125603"/>
                  </a:lnTo>
                  <a:lnTo>
                    <a:pt x="5371689" y="2120717"/>
                  </a:lnTo>
                  <a:lnTo>
                    <a:pt x="5443311" y="2115807"/>
                  </a:lnTo>
                  <a:lnTo>
                    <a:pt x="5514934" y="2110872"/>
                  </a:lnTo>
                  <a:lnTo>
                    <a:pt x="5586557" y="2105912"/>
                  </a:lnTo>
                  <a:lnTo>
                    <a:pt x="5658179" y="2100926"/>
                  </a:lnTo>
                  <a:lnTo>
                    <a:pt x="5729802" y="2095915"/>
                  </a:lnTo>
                  <a:lnTo>
                    <a:pt x="5801424" y="2090879"/>
                  </a:lnTo>
                  <a:lnTo>
                    <a:pt x="5873047" y="2085817"/>
                  </a:lnTo>
                  <a:lnTo>
                    <a:pt x="5944669" y="2080730"/>
                  </a:lnTo>
                  <a:lnTo>
                    <a:pt x="6016292" y="2075617"/>
                  </a:lnTo>
                  <a:lnTo>
                    <a:pt x="6087914" y="2070477"/>
                  </a:lnTo>
                  <a:lnTo>
                    <a:pt x="6159537" y="2065312"/>
                  </a:lnTo>
                  <a:lnTo>
                    <a:pt x="6231159" y="2060121"/>
                  </a:lnTo>
                  <a:lnTo>
                    <a:pt x="6302782" y="2054903"/>
                  </a:lnTo>
                  <a:lnTo>
                    <a:pt x="6374404" y="2049658"/>
                  </a:lnTo>
                  <a:lnTo>
                    <a:pt x="6446027" y="2044387"/>
                  </a:lnTo>
                  <a:lnTo>
                    <a:pt x="6517649" y="2039090"/>
                  </a:lnTo>
                  <a:lnTo>
                    <a:pt x="6589272" y="2033765"/>
                  </a:lnTo>
                  <a:lnTo>
                    <a:pt x="6660894" y="2028413"/>
                  </a:lnTo>
                  <a:lnTo>
                    <a:pt x="6732517" y="2023034"/>
                  </a:lnTo>
                  <a:lnTo>
                    <a:pt x="6804139" y="2017628"/>
                  </a:lnTo>
                  <a:lnTo>
                    <a:pt x="6875762" y="2012195"/>
                  </a:lnTo>
                  <a:lnTo>
                    <a:pt x="6947385" y="2006734"/>
                  </a:lnTo>
                  <a:lnTo>
                    <a:pt x="7019007" y="2001245"/>
                  </a:lnTo>
                  <a:lnTo>
                    <a:pt x="7090630" y="1995728"/>
                  </a:lnTo>
                  <a:lnTo>
                    <a:pt x="7090630" y="2920907"/>
                  </a:lnTo>
                  <a:lnTo>
                    <a:pt x="7019007" y="2915909"/>
                  </a:lnTo>
                  <a:lnTo>
                    <a:pt x="6947385" y="2910762"/>
                  </a:lnTo>
                  <a:lnTo>
                    <a:pt x="6875762" y="2905461"/>
                  </a:lnTo>
                  <a:lnTo>
                    <a:pt x="6804139" y="2900001"/>
                  </a:lnTo>
                  <a:lnTo>
                    <a:pt x="6732517" y="2894379"/>
                  </a:lnTo>
                  <a:lnTo>
                    <a:pt x="6660894" y="2888588"/>
                  </a:lnTo>
                  <a:lnTo>
                    <a:pt x="6589272" y="2882624"/>
                  </a:lnTo>
                  <a:lnTo>
                    <a:pt x="6517649" y="2876482"/>
                  </a:lnTo>
                  <a:lnTo>
                    <a:pt x="6446027" y="2870156"/>
                  </a:lnTo>
                  <a:lnTo>
                    <a:pt x="6374404" y="2863641"/>
                  </a:lnTo>
                  <a:lnTo>
                    <a:pt x="6302782" y="2856931"/>
                  </a:lnTo>
                  <a:lnTo>
                    <a:pt x="6231159" y="2850021"/>
                  </a:lnTo>
                  <a:lnTo>
                    <a:pt x="6159537" y="2842904"/>
                  </a:lnTo>
                  <a:lnTo>
                    <a:pt x="6087914" y="2835575"/>
                  </a:lnTo>
                  <a:lnTo>
                    <a:pt x="6016292" y="2828026"/>
                  </a:lnTo>
                  <a:lnTo>
                    <a:pt x="5944669" y="2820251"/>
                  </a:lnTo>
                  <a:lnTo>
                    <a:pt x="5873047" y="2812244"/>
                  </a:lnTo>
                  <a:lnTo>
                    <a:pt x="5801424" y="2803998"/>
                  </a:lnTo>
                  <a:lnTo>
                    <a:pt x="5729802" y="2795505"/>
                  </a:lnTo>
                  <a:lnTo>
                    <a:pt x="5658179" y="2786759"/>
                  </a:lnTo>
                  <a:lnTo>
                    <a:pt x="5586557" y="2777751"/>
                  </a:lnTo>
                  <a:lnTo>
                    <a:pt x="5514934" y="2768473"/>
                  </a:lnTo>
                  <a:lnTo>
                    <a:pt x="5443311" y="2758918"/>
                  </a:lnTo>
                  <a:lnTo>
                    <a:pt x="5371689" y="2749078"/>
                  </a:lnTo>
                  <a:lnTo>
                    <a:pt x="5300066" y="2738943"/>
                  </a:lnTo>
                  <a:lnTo>
                    <a:pt x="5228444" y="2728506"/>
                  </a:lnTo>
                  <a:lnTo>
                    <a:pt x="5156821" y="2717756"/>
                  </a:lnTo>
                  <a:lnTo>
                    <a:pt x="5085199" y="2706685"/>
                  </a:lnTo>
                  <a:lnTo>
                    <a:pt x="5013576" y="2695283"/>
                  </a:lnTo>
                  <a:lnTo>
                    <a:pt x="4941954" y="2683540"/>
                  </a:lnTo>
                  <a:lnTo>
                    <a:pt x="4870331" y="2671446"/>
                  </a:lnTo>
                  <a:lnTo>
                    <a:pt x="4798709" y="2658991"/>
                  </a:lnTo>
                  <a:lnTo>
                    <a:pt x="4727086" y="2646163"/>
                  </a:lnTo>
                  <a:lnTo>
                    <a:pt x="4655464" y="2632952"/>
                  </a:lnTo>
                  <a:lnTo>
                    <a:pt x="4583841" y="2619346"/>
                  </a:lnTo>
                  <a:lnTo>
                    <a:pt x="4512219" y="2605333"/>
                  </a:lnTo>
                  <a:lnTo>
                    <a:pt x="4440596" y="2590901"/>
                  </a:lnTo>
                  <a:lnTo>
                    <a:pt x="4368974" y="2576037"/>
                  </a:lnTo>
                  <a:lnTo>
                    <a:pt x="4297351" y="2560729"/>
                  </a:lnTo>
                  <a:lnTo>
                    <a:pt x="4225729" y="2544964"/>
                  </a:lnTo>
                  <a:lnTo>
                    <a:pt x="4154106" y="2528727"/>
                  </a:lnTo>
                  <a:lnTo>
                    <a:pt x="4082483" y="2512005"/>
                  </a:lnTo>
                  <a:lnTo>
                    <a:pt x="4010861" y="2494783"/>
                  </a:lnTo>
                  <a:lnTo>
                    <a:pt x="3939238" y="2477046"/>
                  </a:lnTo>
                  <a:lnTo>
                    <a:pt x="3867616" y="2458779"/>
                  </a:lnTo>
                  <a:lnTo>
                    <a:pt x="3795993" y="2439966"/>
                  </a:lnTo>
                  <a:lnTo>
                    <a:pt x="3724371" y="2420590"/>
                  </a:lnTo>
                  <a:lnTo>
                    <a:pt x="3652748" y="2400635"/>
                  </a:lnTo>
                  <a:lnTo>
                    <a:pt x="3581126" y="2380084"/>
                  </a:lnTo>
                  <a:lnTo>
                    <a:pt x="3509503" y="2358918"/>
                  </a:lnTo>
                  <a:lnTo>
                    <a:pt x="3437881" y="2337119"/>
                  </a:lnTo>
                  <a:lnTo>
                    <a:pt x="3366258" y="2314669"/>
                  </a:lnTo>
                  <a:lnTo>
                    <a:pt x="3294636" y="2291547"/>
                  </a:lnTo>
                  <a:lnTo>
                    <a:pt x="3223013" y="2267735"/>
                  </a:lnTo>
                  <a:lnTo>
                    <a:pt x="3151391" y="2261236"/>
                  </a:lnTo>
                  <a:lnTo>
                    <a:pt x="3079768" y="2265411"/>
                  </a:lnTo>
                  <a:lnTo>
                    <a:pt x="3008146" y="2269566"/>
                  </a:lnTo>
                  <a:lnTo>
                    <a:pt x="2936523" y="2273700"/>
                  </a:lnTo>
                  <a:lnTo>
                    <a:pt x="2864901" y="2277813"/>
                  </a:lnTo>
                  <a:lnTo>
                    <a:pt x="2793278" y="2281905"/>
                  </a:lnTo>
                  <a:lnTo>
                    <a:pt x="2721655" y="2285976"/>
                  </a:lnTo>
                  <a:lnTo>
                    <a:pt x="2650033" y="2290027"/>
                  </a:lnTo>
                  <a:lnTo>
                    <a:pt x="2578410" y="2294058"/>
                  </a:lnTo>
                  <a:lnTo>
                    <a:pt x="2506788" y="2298068"/>
                  </a:lnTo>
                  <a:lnTo>
                    <a:pt x="2435165" y="2302058"/>
                  </a:lnTo>
                  <a:lnTo>
                    <a:pt x="2363543" y="2306027"/>
                  </a:lnTo>
                  <a:lnTo>
                    <a:pt x="2291920" y="2309977"/>
                  </a:lnTo>
                  <a:lnTo>
                    <a:pt x="2220298" y="2313907"/>
                  </a:lnTo>
                  <a:lnTo>
                    <a:pt x="2148675" y="2317816"/>
                  </a:lnTo>
                  <a:lnTo>
                    <a:pt x="2077053" y="2321707"/>
                  </a:lnTo>
                  <a:lnTo>
                    <a:pt x="2005430" y="2325577"/>
                  </a:lnTo>
                  <a:lnTo>
                    <a:pt x="1933808" y="2329428"/>
                  </a:lnTo>
                  <a:lnTo>
                    <a:pt x="1862185" y="2333259"/>
                  </a:lnTo>
                  <a:lnTo>
                    <a:pt x="1790563" y="2337071"/>
                  </a:lnTo>
                  <a:lnTo>
                    <a:pt x="1718940" y="2340864"/>
                  </a:lnTo>
                  <a:lnTo>
                    <a:pt x="1647318" y="2344638"/>
                  </a:lnTo>
                  <a:lnTo>
                    <a:pt x="1575695" y="2348393"/>
                  </a:lnTo>
                  <a:lnTo>
                    <a:pt x="1504073" y="2352128"/>
                  </a:lnTo>
                  <a:lnTo>
                    <a:pt x="1432450" y="2355845"/>
                  </a:lnTo>
                  <a:lnTo>
                    <a:pt x="1360827" y="2359543"/>
                  </a:lnTo>
                  <a:lnTo>
                    <a:pt x="1289205" y="2363222"/>
                  </a:lnTo>
                  <a:lnTo>
                    <a:pt x="1217582" y="2366883"/>
                  </a:lnTo>
                  <a:lnTo>
                    <a:pt x="1145960" y="2370525"/>
                  </a:lnTo>
                  <a:lnTo>
                    <a:pt x="1074337" y="2374149"/>
                  </a:lnTo>
                  <a:lnTo>
                    <a:pt x="1002715" y="2377755"/>
                  </a:lnTo>
                  <a:lnTo>
                    <a:pt x="931092" y="2381342"/>
                  </a:lnTo>
                  <a:lnTo>
                    <a:pt x="859470" y="2384912"/>
                  </a:lnTo>
                  <a:lnTo>
                    <a:pt x="787847" y="2388463"/>
                  </a:lnTo>
                  <a:lnTo>
                    <a:pt x="716225" y="2391996"/>
                  </a:lnTo>
                  <a:lnTo>
                    <a:pt x="644602" y="2395512"/>
                  </a:lnTo>
                  <a:lnTo>
                    <a:pt x="572980" y="2399009"/>
                  </a:lnTo>
                  <a:lnTo>
                    <a:pt x="501357" y="2402489"/>
                  </a:lnTo>
                  <a:lnTo>
                    <a:pt x="429735" y="2405952"/>
                  </a:lnTo>
                  <a:lnTo>
                    <a:pt x="358112" y="2409397"/>
                  </a:lnTo>
                  <a:lnTo>
                    <a:pt x="286490" y="2412824"/>
                  </a:lnTo>
                  <a:lnTo>
                    <a:pt x="214867" y="2416235"/>
                  </a:lnTo>
                  <a:lnTo>
                    <a:pt x="143245" y="2419628"/>
                  </a:lnTo>
                  <a:lnTo>
                    <a:pt x="71622" y="2423003"/>
                  </a:lnTo>
                  <a:lnTo>
                    <a:pt x="0" y="242636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469169"/>
              <a:ext cx="7090630" cy="2257039"/>
            </a:xfrm>
            <a:custGeom>
              <a:avLst/>
              <a:pathLst>
                <a:path w="7090630" h="2257039">
                  <a:moveTo>
                    <a:pt x="0" y="0"/>
                  </a:moveTo>
                  <a:lnTo>
                    <a:pt x="71622" y="89639"/>
                  </a:lnTo>
                  <a:lnTo>
                    <a:pt x="143245" y="176677"/>
                  </a:lnTo>
                  <a:lnTo>
                    <a:pt x="214867" y="261188"/>
                  </a:lnTo>
                  <a:lnTo>
                    <a:pt x="286490" y="343247"/>
                  </a:lnTo>
                  <a:lnTo>
                    <a:pt x="358112" y="422923"/>
                  </a:lnTo>
                  <a:lnTo>
                    <a:pt x="429735" y="500286"/>
                  </a:lnTo>
                  <a:lnTo>
                    <a:pt x="501357" y="575404"/>
                  </a:lnTo>
                  <a:lnTo>
                    <a:pt x="572980" y="648341"/>
                  </a:lnTo>
                  <a:lnTo>
                    <a:pt x="644602" y="719161"/>
                  </a:lnTo>
                  <a:lnTo>
                    <a:pt x="716225" y="787925"/>
                  </a:lnTo>
                  <a:lnTo>
                    <a:pt x="787847" y="854693"/>
                  </a:lnTo>
                  <a:lnTo>
                    <a:pt x="859470" y="919523"/>
                  </a:lnTo>
                  <a:lnTo>
                    <a:pt x="931092" y="982472"/>
                  </a:lnTo>
                  <a:lnTo>
                    <a:pt x="1002715" y="1043593"/>
                  </a:lnTo>
                  <a:lnTo>
                    <a:pt x="1074337" y="1102939"/>
                  </a:lnTo>
                  <a:lnTo>
                    <a:pt x="1145960" y="1160563"/>
                  </a:lnTo>
                  <a:lnTo>
                    <a:pt x="1217582" y="1216515"/>
                  </a:lnTo>
                  <a:lnTo>
                    <a:pt x="1289205" y="1270842"/>
                  </a:lnTo>
                  <a:lnTo>
                    <a:pt x="1360827" y="1323592"/>
                  </a:lnTo>
                  <a:lnTo>
                    <a:pt x="1432450" y="1374811"/>
                  </a:lnTo>
                  <a:lnTo>
                    <a:pt x="1504073" y="1424543"/>
                  </a:lnTo>
                  <a:lnTo>
                    <a:pt x="1575695" y="1472832"/>
                  </a:lnTo>
                  <a:lnTo>
                    <a:pt x="1647318" y="1519719"/>
                  </a:lnTo>
                  <a:lnTo>
                    <a:pt x="1718940" y="1565245"/>
                  </a:lnTo>
                  <a:lnTo>
                    <a:pt x="1790563" y="1609449"/>
                  </a:lnTo>
                  <a:lnTo>
                    <a:pt x="1862185" y="1652370"/>
                  </a:lnTo>
                  <a:lnTo>
                    <a:pt x="1933808" y="1694046"/>
                  </a:lnTo>
                  <a:lnTo>
                    <a:pt x="2005430" y="1734511"/>
                  </a:lnTo>
                  <a:lnTo>
                    <a:pt x="2077053" y="1773802"/>
                  </a:lnTo>
                  <a:lnTo>
                    <a:pt x="2148675" y="1811953"/>
                  </a:lnTo>
                  <a:lnTo>
                    <a:pt x="2220298" y="1848996"/>
                  </a:lnTo>
                  <a:lnTo>
                    <a:pt x="2291920" y="1884964"/>
                  </a:lnTo>
                  <a:lnTo>
                    <a:pt x="2363543" y="1919887"/>
                  </a:lnTo>
                  <a:lnTo>
                    <a:pt x="2435165" y="1953797"/>
                  </a:lnTo>
                  <a:lnTo>
                    <a:pt x="2506788" y="1986723"/>
                  </a:lnTo>
                  <a:lnTo>
                    <a:pt x="2578410" y="2018693"/>
                  </a:lnTo>
                  <a:lnTo>
                    <a:pt x="2650033" y="2049734"/>
                  </a:lnTo>
                  <a:lnTo>
                    <a:pt x="2721655" y="2079875"/>
                  </a:lnTo>
                  <a:lnTo>
                    <a:pt x="2793278" y="2109141"/>
                  </a:lnTo>
                  <a:lnTo>
                    <a:pt x="2864901" y="2137557"/>
                  </a:lnTo>
                  <a:lnTo>
                    <a:pt x="2936523" y="2165149"/>
                  </a:lnTo>
                  <a:lnTo>
                    <a:pt x="3008146" y="2191939"/>
                  </a:lnTo>
                  <a:lnTo>
                    <a:pt x="3079768" y="2217952"/>
                  </a:lnTo>
                  <a:lnTo>
                    <a:pt x="3151391" y="2243210"/>
                  </a:lnTo>
                  <a:lnTo>
                    <a:pt x="3223013" y="2257039"/>
                  </a:lnTo>
                  <a:lnTo>
                    <a:pt x="3294636" y="2252820"/>
                  </a:lnTo>
                  <a:lnTo>
                    <a:pt x="3366258" y="2248581"/>
                  </a:lnTo>
                  <a:lnTo>
                    <a:pt x="3437881" y="2244319"/>
                  </a:lnTo>
                  <a:lnTo>
                    <a:pt x="3509503" y="2240036"/>
                  </a:lnTo>
                  <a:lnTo>
                    <a:pt x="3581126" y="2235732"/>
                  </a:lnTo>
                  <a:lnTo>
                    <a:pt x="3652748" y="2231405"/>
                  </a:lnTo>
                  <a:lnTo>
                    <a:pt x="3724371" y="2227057"/>
                  </a:lnTo>
                  <a:lnTo>
                    <a:pt x="3795993" y="2222686"/>
                  </a:lnTo>
                  <a:lnTo>
                    <a:pt x="3867616" y="2218294"/>
                  </a:lnTo>
                  <a:lnTo>
                    <a:pt x="3939238" y="2213879"/>
                  </a:lnTo>
                  <a:lnTo>
                    <a:pt x="4010861" y="2209441"/>
                  </a:lnTo>
                  <a:lnTo>
                    <a:pt x="4082483" y="2204981"/>
                  </a:lnTo>
                  <a:lnTo>
                    <a:pt x="4154106" y="2200499"/>
                  </a:lnTo>
                  <a:lnTo>
                    <a:pt x="4225729" y="2195993"/>
                  </a:lnTo>
                  <a:lnTo>
                    <a:pt x="4297351" y="2191465"/>
                  </a:lnTo>
                  <a:lnTo>
                    <a:pt x="4368974" y="2186914"/>
                  </a:lnTo>
                  <a:lnTo>
                    <a:pt x="4440596" y="2182340"/>
                  </a:lnTo>
                  <a:lnTo>
                    <a:pt x="4512219" y="2177742"/>
                  </a:lnTo>
                  <a:lnTo>
                    <a:pt x="4583841" y="2173121"/>
                  </a:lnTo>
                  <a:lnTo>
                    <a:pt x="4655464" y="2168477"/>
                  </a:lnTo>
                  <a:lnTo>
                    <a:pt x="4727086" y="2163809"/>
                  </a:lnTo>
                  <a:lnTo>
                    <a:pt x="4798709" y="2159117"/>
                  </a:lnTo>
                  <a:lnTo>
                    <a:pt x="4870331" y="2154402"/>
                  </a:lnTo>
                  <a:lnTo>
                    <a:pt x="4941954" y="2149663"/>
                  </a:lnTo>
                  <a:lnTo>
                    <a:pt x="5013576" y="2144899"/>
                  </a:lnTo>
                  <a:lnTo>
                    <a:pt x="5085199" y="2140112"/>
                  </a:lnTo>
                  <a:lnTo>
                    <a:pt x="5156821" y="2135300"/>
                  </a:lnTo>
                  <a:lnTo>
                    <a:pt x="5228444" y="2130464"/>
                  </a:lnTo>
                  <a:lnTo>
                    <a:pt x="5300066" y="2125603"/>
                  </a:lnTo>
                  <a:lnTo>
                    <a:pt x="5371689" y="2120717"/>
                  </a:lnTo>
                  <a:lnTo>
                    <a:pt x="5443311" y="2115807"/>
                  </a:lnTo>
                  <a:lnTo>
                    <a:pt x="5514934" y="2110872"/>
                  </a:lnTo>
                  <a:lnTo>
                    <a:pt x="5586557" y="2105912"/>
                  </a:lnTo>
                  <a:lnTo>
                    <a:pt x="5658179" y="2100926"/>
                  </a:lnTo>
                  <a:lnTo>
                    <a:pt x="5729802" y="2095915"/>
                  </a:lnTo>
                  <a:lnTo>
                    <a:pt x="5801424" y="2090879"/>
                  </a:lnTo>
                  <a:lnTo>
                    <a:pt x="5873047" y="2085817"/>
                  </a:lnTo>
                  <a:lnTo>
                    <a:pt x="5944669" y="2080730"/>
                  </a:lnTo>
                  <a:lnTo>
                    <a:pt x="6016292" y="2075617"/>
                  </a:lnTo>
                  <a:lnTo>
                    <a:pt x="6087914" y="2070477"/>
                  </a:lnTo>
                  <a:lnTo>
                    <a:pt x="6159537" y="2065312"/>
                  </a:lnTo>
                  <a:lnTo>
                    <a:pt x="6231159" y="2060121"/>
                  </a:lnTo>
                  <a:lnTo>
                    <a:pt x="6302782" y="2054903"/>
                  </a:lnTo>
                  <a:lnTo>
                    <a:pt x="6374404" y="2049658"/>
                  </a:lnTo>
                  <a:lnTo>
                    <a:pt x="6446027" y="2044387"/>
                  </a:lnTo>
                  <a:lnTo>
                    <a:pt x="6517649" y="2039090"/>
                  </a:lnTo>
                  <a:lnTo>
                    <a:pt x="6589272" y="2033765"/>
                  </a:lnTo>
                  <a:lnTo>
                    <a:pt x="6660894" y="2028413"/>
                  </a:lnTo>
                  <a:lnTo>
                    <a:pt x="6732517" y="2023034"/>
                  </a:lnTo>
                  <a:lnTo>
                    <a:pt x="6804139" y="2017628"/>
                  </a:lnTo>
                  <a:lnTo>
                    <a:pt x="6875762" y="2012195"/>
                  </a:lnTo>
                  <a:lnTo>
                    <a:pt x="6947385" y="2006734"/>
                  </a:lnTo>
                  <a:lnTo>
                    <a:pt x="7019007" y="2001245"/>
                  </a:lnTo>
                  <a:lnTo>
                    <a:pt x="7090630" y="19957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0405"/>
              <a:ext cx="7090630" cy="659671"/>
            </a:xfrm>
            <a:custGeom>
              <a:avLst/>
              <a:pathLst>
                <a:path w="7090630" h="659671">
                  <a:moveTo>
                    <a:pt x="7090630" y="659671"/>
                  </a:moveTo>
                  <a:lnTo>
                    <a:pt x="7019007" y="654673"/>
                  </a:lnTo>
                  <a:lnTo>
                    <a:pt x="6947385" y="649526"/>
                  </a:lnTo>
                  <a:lnTo>
                    <a:pt x="6875762" y="644225"/>
                  </a:lnTo>
                  <a:lnTo>
                    <a:pt x="6804139" y="638765"/>
                  </a:lnTo>
                  <a:lnTo>
                    <a:pt x="6732517" y="633143"/>
                  </a:lnTo>
                  <a:lnTo>
                    <a:pt x="6660894" y="627352"/>
                  </a:lnTo>
                  <a:lnTo>
                    <a:pt x="6589272" y="621388"/>
                  </a:lnTo>
                  <a:lnTo>
                    <a:pt x="6517649" y="615246"/>
                  </a:lnTo>
                  <a:lnTo>
                    <a:pt x="6446027" y="608920"/>
                  </a:lnTo>
                  <a:lnTo>
                    <a:pt x="6374404" y="602405"/>
                  </a:lnTo>
                  <a:lnTo>
                    <a:pt x="6302782" y="595695"/>
                  </a:lnTo>
                  <a:lnTo>
                    <a:pt x="6231159" y="588785"/>
                  </a:lnTo>
                  <a:lnTo>
                    <a:pt x="6159537" y="581668"/>
                  </a:lnTo>
                  <a:lnTo>
                    <a:pt x="6087914" y="574338"/>
                  </a:lnTo>
                  <a:lnTo>
                    <a:pt x="6016292" y="566790"/>
                  </a:lnTo>
                  <a:lnTo>
                    <a:pt x="5944669" y="559015"/>
                  </a:lnTo>
                  <a:lnTo>
                    <a:pt x="5873047" y="551008"/>
                  </a:lnTo>
                  <a:lnTo>
                    <a:pt x="5801424" y="542762"/>
                  </a:lnTo>
                  <a:lnTo>
                    <a:pt x="5729802" y="534269"/>
                  </a:lnTo>
                  <a:lnTo>
                    <a:pt x="5658179" y="525523"/>
                  </a:lnTo>
                  <a:lnTo>
                    <a:pt x="5586557" y="516515"/>
                  </a:lnTo>
                  <a:lnTo>
                    <a:pt x="5514934" y="507237"/>
                  </a:lnTo>
                  <a:lnTo>
                    <a:pt x="5443311" y="497682"/>
                  </a:lnTo>
                  <a:lnTo>
                    <a:pt x="5371689" y="487842"/>
                  </a:lnTo>
                  <a:lnTo>
                    <a:pt x="5300066" y="477707"/>
                  </a:lnTo>
                  <a:lnTo>
                    <a:pt x="5228444" y="467270"/>
                  </a:lnTo>
                  <a:lnTo>
                    <a:pt x="5156821" y="456520"/>
                  </a:lnTo>
                  <a:lnTo>
                    <a:pt x="5085199" y="445449"/>
                  </a:lnTo>
                  <a:lnTo>
                    <a:pt x="5013576" y="434047"/>
                  </a:lnTo>
                  <a:lnTo>
                    <a:pt x="4941954" y="422304"/>
                  </a:lnTo>
                  <a:lnTo>
                    <a:pt x="4870331" y="410210"/>
                  </a:lnTo>
                  <a:lnTo>
                    <a:pt x="4798709" y="397755"/>
                  </a:lnTo>
                  <a:lnTo>
                    <a:pt x="4727086" y="384927"/>
                  </a:lnTo>
                  <a:lnTo>
                    <a:pt x="4655464" y="371716"/>
                  </a:lnTo>
                  <a:lnTo>
                    <a:pt x="4583841" y="358109"/>
                  </a:lnTo>
                  <a:lnTo>
                    <a:pt x="4512219" y="344096"/>
                  </a:lnTo>
                  <a:lnTo>
                    <a:pt x="4440596" y="329664"/>
                  </a:lnTo>
                  <a:lnTo>
                    <a:pt x="4368974" y="314801"/>
                  </a:lnTo>
                  <a:lnTo>
                    <a:pt x="4297351" y="299493"/>
                  </a:lnTo>
                  <a:lnTo>
                    <a:pt x="4225729" y="283728"/>
                  </a:lnTo>
                  <a:lnTo>
                    <a:pt x="4154106" y="267491"/>
                  </a:lnTo>
                  <a:lnTo>
                    <a:pt x="4082483" y="250769"/>
                  </a:lnTo>
                  <a:lnTo>
                    <a:pt x="4010861" y="233547"/>
                  </a:lnTo>
                  <a:lnTo>
                    <a:pt x="3939238" y="215810"/>
                  </a:lnTo>
                  <a:lnTo>
                    <a:pt x="3867616" y="197543"/>
                  </a:lnTo>
                  <a:lnTo>
                    <a:pt x="3795993" y="178730"/>
                  </a:lnTo>
                  <a:lnTo>
                    <a:pt x="3724371" y="159354"/>
                  </a:lnTo>
                  <a:lnTo>
                    <a:pt x="3652748" y="139399"/>
                  </a:lnTo>
                  <a:lnTo>
                    <a:pt x="3581126" y="118848"/>
                  </a:lnTo>
                  <a:lnTo>
                    <a:pt x="3509503" y="97682"/>
                  </a:lnTo>
                  <a:lnTo>
                    <a:pt x="3437881" y="75883"/>
                  </a:lnTo>
                  <a:lnTo>
                    <a:pt x="3366258" y="53433"/>
                  </a:lnTo>
                  <a:lnTo>
                    <a:pt x="3294636" y="30311"/>
                  </a:lnTo>
                  <a:lnTo>
                    <a:pt x="3223013" y="6499"/>
                  </a:lnTo>
                  <a:lnTo>
                    <a:pt x="3151391" y="0"/>
                  </a:lnTo>
                  <a:lnTo>
                    <a:pt x="3079768" y="4175"/>
                  </a:lnTo>
                  <a:lnTo>
                    <a:pt x="3008146" y="8330"/>
                  </a:lnTo>
                  <a:lnTo>
                    <a:pt x="2936523" y="12464"/>
                  </a:lnTo>
                  <a:lnTo>
                    <a:pt x="2864901" y="16577"/>
                  </a:lnTo>
                  <a:lnTo>
                    <a:pt x="2793278" y="20669"/>
                  </a:lnTo>
                  <a:lnTo>
                    <a:pt x="2721655" y="24740"/>
                  </a:lnTo>
                  <a:lnTo>
                    <a:pt x="2650033" y="28791"/>
                  </a:lnTo>
                  <a:lnTo>
                    <a:pt x="2578410" y="32822"/>
                  </a:lnTo>
                  <a:lnTo>
                    <a:pt x="2506788" y="36832"/>
                  </a:lnTo>
                  <a:lnTo>
                    <a:pt x="2435165" y="40822"/>
                  </a:lnTo>
                  <a:lnTo>
                    <a:pt x="2363543" y="44791"/>
                  </a:lnTo>
                  <a:lnTo>
                    <a:pt x="2291920" y="48741"/>
                  </a:lnTo>
                  <a:lnTo>
                    <a:pt x="2220298" y="52670"/>
                  </a:lnTo>
                  <a:lnTo>
                    <a:pt x="2148675" y="56580"/>
                  </a:lnTo>
                  <a:lnTo>
                    <a:pt x="2077053" y="60470"/>
                  </a:lnTo>
                  <a:lnTo>
                    <a:pt x="2005430" y="64341"/>
                  </a:lnTo>
                  <a:lnTo>
                    <a:pt x="1933808" y="68192"/>
                  </a:lnTo>
                  <a:lnTo>
                    <a:pt x="1862185" y="72023"/>
                  </a:lnTo>
                  <a:lnTo>
                    <a:pt x="1790563" y="75835"/>
                  </a:lnTo>
                  <a:lnTo>
                    <a:pt x="1718940" y="79628"/>
                  </a:lnTo>
                  <a:lnTo>
                    <a:pt x="1647318" y="83402"/>
                  </a:lnTo>
                  <a:lnTo>
                    <a:pt x="1575695" y="87156"/>
                  </a:lnTo>
                  <a:lnTo>
                    <a:pt x="1504073" y="90892"/>
                  </a:lnTo>
                  <a:lnTo>
                    <a:pt x="1432450" y="94609"/>
                  </a:lnTo>
                  <a:lnTo>
                    <a:pt x="1360827" y="98307"/>
                  </a:lnTo>
                  <a:lnTo>
                    <a:pt x="1289205" y="101986"/>
                  </a:lnTo>
                  <a:lnTo>
                    <a:pt x="1217582" y="105647"/>
                  </a:lnTo>
                  <a:lnTo>
                    <a:pt x="1145960" y="109289"/>
                  </a:lnTo>
                  <a:lnTo>
                    <a:pt x="1074337" y="112913"/>
                  </a:lnTo>
                  <a:lnTo>
                    <a:pt x="1002715" y="116519"/>
                  </a:lnTo>
                  <a:lnTo>
                    <a:pt x="931092" y="120106"/>
                  </a:lnTo>
                  <a:lnTo>
                    <a:pt x="859470" y="123675"/>
                  </a:lnTo>
                  <a:lnTo>
                    <a:pt x="787847" y="127227"/>
                  </a:lnTo>
                  <a:lnTo>
                    <a:pt x="716225" y="130760"/>
                  </a:lnTo>
                  <a:lnTo>
                    <a:pt x="644602" y="134275"/>
                  </a:lnTo>
                  <a:lnTo>
                    <a:pt x="572980" y="137773"/>
                  </a:lnTo>
                  <a:lnTo>
                    <a:pt x="501357" y="141253"/>
                  </a:lnTo>
                  <a:lnTo>
                    <a:pt x="429735" y="144716"/>
                  </a:lnTo>
                  <a:lnTo>
                    <a:pt x="358112" y="148161"/>
                  </a:lnTo>
                  <a:lnTo>
                    <a:pt x="286490" y="151588"/>
                  </a:lnTo>
                  <a:lnTo>
                    <a:pt x="214867" y="154998"/>
                  </a:lnTo>
                  <a:lnTo>
                    <a:pt x="143245" y="158391"/>
                  </a:lnTo>
                  <a:lnTo>
                    <a:pt x="71622" y="161767"/>
                  </a:lnTo>
                  <a:lnTo>
                    <a:pt x="0" y="1651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27761"/>
              <a:ext cx="7090630" cy="1002157"/>
            </a:xfrm>
            <a:custGeom>
              <a:avLst/>
              <a:pathLst>
                <a:path w="7090630" h="1002157">
                  <a:moveTo>
                    <a:pt x="0" y="0"/>
                  </a:moveTo>
                  <a:lnTo>
                    <a:pt x="71622" y="17329"/>
                  </a:lnTo>
                  <a:lnTo>
                    <a:pt x="143245" y="34449"/>
                  </a:lnTo>
                  <a:lnTo>
                    <a:pt x="214867" y="51361"/>
                  </a:lnTo>
                  <a:lnTo>
                    <a:pt x="286490" y="68068"/>
                  </a:lnTo>
                  <a:lnTo>
                    <a:pt x="358112" y="84572"/>
                  </a:lnTo>
                  <a:lnTo>
                    <a:pt x="429735" y="100877"/>
                  </a:lnTo>
                  <a:lnTo>
                    <a:pt x="501357" y="116984"/>
                  </a:lnTo>
                  <a:lnTo>
                    <a:pt x="572980" y="132895"/>
                  </a:lnTo>
                  <a:lnTo>
                    <a:pt x="644602" y="148614"/>
                  </a:lnTo>
                  <a:lnTo>
                    <a:pt x="716225" y="164142"/>
                  </a:lnTo>
                  <a:lnTo>
                    <a:pt x="787847" y="179482"/>
                  </a:lnTo>
                  <a:lnTo>
                    <a:pt x="859470" y="194636"/>
                  </a:lnTo>
                  <a:lnTo>
                    <a:pt x="931092" y="209606"/>
                  </a:lnTo>
                  <a:lnTo>
                    <a:pt x="1002715" y="224394"/>
                  </a:lnTo>
                  <a:lnTo>
                    <a:pt x="1074337" y="239004"/>
                  </a:lnTo>
                  <a:lnTo>
                    <a:pt x="1145960" y="253436"/>
                  </a:lnTo>
                  <a:lnTo>
                    <a:pt x="1217582" y="267693"/>
                  </a:lnTo>
                  <a:lnTo>
                    <a:pt x="1289205" y="281778"/>
                  </a:lnTo>
                  <a:lnTo>
                    <a:pt x="1360827" y="295691"/>
                  </a:lnTo>
                  <a:lnTo>
                    <a:pt x="1432450" y="309436"/>
                  </a:lnTo>
                  <a:lnTo>
                    <a:pt x="1504073" y="323015"/>
                  </a:lnTo>
                  <a:lnTo>
                    <a:pt x="1575695" y="336429"/>
                  </a:lnTo>
                  <a:lnTo>
                    <a:pt x="1647318" y="349680"/>
                  </a:lnTo>
                  <a:lnTo>
                    <a:pt x="1718940" y="362770"/>
                  </a:lnTo>
                  <a:lnTo>
                    <a:pt x="1790563" y="375702"/>
                  </a:lnTo>
                  <a:lnTo>
                    <a:pt x="1862185" y="388477"/>
                  </a:lnTo>
                  <a:lnTo>
                    <a:pt x="1933808" y="401097"/>
                  </a:lnTo>
                  <a:lnTo>
                    <a:pt x="2005430" y="413565"/>
                  </a:lnTo>
                  <a:lnTo>
                    <a:pt x="2077053" y="425881"/>
                  </a:lnTo>
                  <a:lnTo>
                    <a:pt x="2148675" y="438047"/>
                  </a:lnTo>
                  <a:lnTo>
                    <a:pt x="2220298" y="450067"/>
                  </a:lnTo>
                  <a:lnTo>
                    <a:pt x="2291920" y="461940"/>
                  </a:lnTo>
                  <a:lnTo>
                    <a:pt x="2363543" y="473670"/>
                  </a:lnTo>
                  <a:lnTo>
                    <a:pt x="2435165" y="485257"/>
                  </a:lnTo>
                  <a:lnTo>
                    <a:pt x="2506788" y="496704"/>
                  </a:lnTo>
                  <a:lnTo>
                    <a:pt x="2578410" y="508012"/>
                  </a:lnTo>
                  <a:lnTo>
                    <a:pt x="2650033" y="519183"/>
                  </a:lnTo>
                  <a:lnTo>
                    <a:pt x="2721655" y="530219"/>
                  </a:lnTo>
                  <a:lnTo>
                    <a:pt x="2793278" y="541121"/>
                  </a:lnTo>
                  <a:lnTo>
                    <a:pt x="2864901" y="551890"/>
                  </a:lnTo>
                  <a:lnTo>
                    <a:pt x="2936523" y="562530"/>
                  </a:lnTo>
                  <a:lnTo>
                    <a:pt x="3008146" y="573040"/>
                  </a:lnTo>
                  <a:lnTo>
                    <a:pt x="3079768" y="583422"/>
                  </a:lnTo>
                  <a:lnTo>
                    <a:pt x="3151391" y="593679"/>
                  </a:lnTo>
                  <a:lnTo>
                    <a:pt x="3223013" y="603812"/>
                  </a:lnTo>
                  <a:lnTo>
                    <a:pt x="3294636" y="613822"/>
                  </a:lnTo>
                  <a:lnTo>
                    <a:pt x="3366258" y="623710"/>
                  </a:lnTo>
                  <a:lnTo>
                    <a:pt x="3437881" y="633478"/>
                  </a:lnTo>
                  <a:lnTo>
                    <a:pt x="3509503" y="643128"/>
                  </a:lnTo>
                  <a:lnTo>
                    <a:pt x="3581126" y="652661"/>
                  </a:lnTo>
                  <a:lnTo>
                    <a:pt x="3652748" y="662079"/>
                  </a:lnTo>
                  <a:lnTo>
                    <a:pt x="3724371" y="671382"/>
                  </a:lnTo>
                  <a:lnTo>
                    <a:pt x="3795993" y="680573"/>
                  </a:lnTo>
                  <a:lnTo>
                    <a:pt x="3867616" y="689652"/>
                  </a:lnTo>
                  <a:lnTo>
                    <a:pt x="3939238" y="698621"/>
                  </a:lnTo>
                  <a:lnTo>
                    <a:pt x="4010861" y="707481"/>
                  </a:lnTo>
                  <a:lnTo>
                    <a:pt x="4082483" y="716234"/>
                  </a:lnTo>
                  <a:lnTo>
                    <a:pt x="4154106" y="724881"/>
                  </a:lnTo>
                  <a:lnTo>
                    <a:pt x="4225729" y="733423"/>
                  </a:lnTo>
                  <a:lnTo>
                    <a:pt x="4297351" y="741861"/>
                  </a:lnTo>
                  <a:lnTo>
                    <a:pt x="4368974" y="750197"/>
                  </a:lnTo>
                  <a:lnTo>
                    <a:pt x="4440596" y="758432"/>
                  </a:lnTo>
                  <a:lnTo>
                    <a:pt x="4512219" y="766568"/>
                  </a:lnTo>
                  <a:lnTo>
                    <a:pt x="4583841" y="774604"/>
                  </a:lnTo>
                  <a:lnTo>
                    <a:pt x="4655464" y="782543"/>
                  </a:lnTo>
                  <a:lnTo>
                    <a:pt x="4727086" y="790386"/>
                  </a:lnTo>
                  <a:lnTo>
                    <a:pt x="4798709" y="798134"/>
                  </a:lnTo>
                  <a:lnTo>
                    <a:pt x="4870331" y="805788"/>
                  </a:lnTo>
                  <a:lnTo>
                    <a:pt x="4941954" y="813349"/>
                  </a:lnTo>
                  <a:lnTo>
                    <a:pt x="5013576" y="820819"/>
                  </a:lnTo>
                  <a:lnTo>
                    <a:pt x="5085199" y="828198"/>
                  </a:lnTo>
                  <a:lnTo>
                    <a:pt x="5156821" y="835487"/>
                  </a:lnTo>
                  <a:lnTo>
                    <a:pt x="5228444" y="842688"/>
                  </a:lnTo>
                  <a:lnTo>
                    <a:pt x="5300066" y="849802"/>
                  </a:lnTo>
                  <a:lnTo>
                    <a:pt x="5371689" y="856829"/>
                  </a:lnTo>
                  <a:lnTo>
                    <a:pt x="5443311" y="863772"/>
                  </a:lnTo>
                  <a:lnTo>
                    <a:pt x="5514934" y="870630"/>
                  </a:lnTo>
                  <a:lnTo>
                    <a:pt x="5586557" y="877405"/>
                  </a:lnTo>
                  <a:lnTo>
                    <a:pt x="5658179" y="884098"/>
                  </a:lnTo>
                  <a:lnTo>
                    <a:pt x="5729802" y="890710"/>
                  </a:lnTo>
                  <a:lnTo>
                    <a:pt x="5801424" y="897241"/>
                  </a:lnTo>
                  <a:lnTo>
                    <a:pt x="5873047" y="903694"/>
                  </a:lnTo>
                  <a:lnTo>
                    <a:pt x="5944669" y="910068"/>
                  </a:lnTo>
                  <a:lnTo>
                    <a:pt x="6016292" y="916365"/>
                  </a:lnTo>
                  <a:lnTo>
                    <a:pt x="6087914" y="922585"/>
                  </a:lnTo>
                  <a:lnTo>
                    <a:pt x="6159537" y="928731"/>
                  </a:lnTo>
                  <a:lnTo>
                    <a:pt x="6231159" y="934801"/>
                  </a:lnTo>
                  <a:lnTo>
                    <a:pt x="6302782" y="940798"/>
                  </a:lnTo>
                  <a:lnTo>
                    <a:pt x="6374404" y="946723"/>
                  </a:lnTo>
                  <a:lnTo>
                    <a:pt x="6446027" y="952575"/>
                  </a:lnTo>
                  <a:lnTo>
                    <a:pt x="6517649" y="958357"/>
                  </a:lnTo>
                  <a:lnTo>
                    <a:pt x="6589272" y="964068"/>
                  </a:lnTo>
                  <a:lnTo>
                    <a:pt x="6660894" y="969711"/>
                  </a:lnTo>
                  <a:lnTo>
                    <a:pt x="6732517" y="975285"/>
                  </a:lnTo>
                  <a:lnTo>
                    <a:pt x="6804139" y="980791"/>
                  </a:lnTo>
                  <a:lnTo>
                    <a:pt x="6875762" y="986230"/>
                  </a:lnTo>
                  <a:lnTo>
                    <a:pt x="6947385" y="991604"/>
                  </a:lnTo>
                  <a:lnTo>
                    <a:pt x="7019007" y="996913"/>
                  </a:lnTo>
                  <a:lnTo>
                    <a:pt x="7090630" y="100215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2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428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679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29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1.17 (0.94-1.45), p_Bonf = 0.996 (n = 6)  |  per IQR decline (Δ = 24.5 %): 1.46 (0.86-2.48)  |  IQR: [-22.7, 1.8]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33332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2026-10-09T15:07:30Z</dcterms:modified>
  <cp:category/>
</cp:coreProperties>
</file>