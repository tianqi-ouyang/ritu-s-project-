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30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4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79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7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66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172049" y="2073503"/>
              <a:ext cx="3795993" cy="0"/>
            </a:xfrm>
            <a:custGeom>
              <a:avLst/>
              <a:pathLst>
                <a:path w="3795993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615361" y="2073503"/>
              <a:ext cx="1647318" cy="0"/>
            </a:xfrm>
            <a:custGeom>
              <a:avLst/>
              <a:pathLst>
                <a:path w="1647318" h="0">
                  <a:moveTo>
                    <a:pt x="0" y="0"/>
                  </a:moveTo>
                  <a:lnTo>
                    <a:pt x="0" y="0"/>
                  </a:ln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24326" y="2073503"/>
              <a:ext cx="2938353" cy="3483313"/>
            </a:xfrm>
            <a:custGeom>
              <a:avLst/>
              <a:pathLst>
                <a:path w="2938353" h="3483313">
                  <a:moveTo>
                    <a:pt x="0" y="0"/>
                  </a:moveTo>
                  <a:lnTo>
                    <a:pt x="1829" y="21667"/>
                  </a:lnTo>
                  <a:lnTo>
                    <a:pt x="73452" y="703002"/>
                  </a:lnTo>
                  <a:lnTo>
                    <a:pt x="145074" y="1250250"/>
                  </a:lnTo>
                  <a:lnTo>
                    <a:pt x="216697" y="1689800"/>
                  </a:lnTo>
                  <a:lnTo>
                    <a:pt x="288319" y="2042847"/>
                  </a:lnTo>
                  <a:lnTo>
                    <a:pt x="359942" y="2326415"/>
                  </a:lnTo>
                  <a:lnTo>
                    <a:pt x="431564" y="2554177"/>
                  </a:lnTo>
                  <a:lnTo>
                    <a:pt x="503187" y="2737115"/>
                  </a:lnTo>
                  <a:lnTo>
                    <a:pt x="574809" y="2884052"/>
                  </a:lnTo>
                  <a:lnTo>
                    <a:pt x="646432" y="3002071"/>
                  </a:lnTo>
                  <a:lnTo>
                    <a:pt x="718054" y="3096864"/>
                  </a:lnTo>
                  <a:lnTo>
                    <a:pt x="789677" y="3173002"/>
                  </a:lnTo>
                  <a:lnTo>
                    <a:pt x="861299" y="3234157"/>
                  </a:lnTo>
                  <a:lnTo>
                    <a:pt x="932922" y="3283276"/>
                  </a:lnTo>
                  <a:lnTo>
                    <a:pt x="1004544" y="3322728"/>
                  </a:lnTo>
                  <a:lnTo>
                    <a:pt x="1076167" y="3354416"/>
                  </a:lnTo>
                  <a:lnTo>
                    <a:pt x="1147789" y="3379868"/>
                  </a:lnTo>
                  <a:lnTo>
                    <a:pt x="1219412" y="3400312"/>
                  </a:lnTo>
                  <a:lnTo>
                    <a:pt x="1291034" y="3416731"/>
                  </a:lnTo>
                  <a:lnTo>
                    <a:pt x="1362657" y="3429920"/>
                  </a:lnTo>
                  <a:lnTo>
                    <a:pt x="1434280" y="3440513"/>
                  </a:lnTo>
                  <a:lnTo>
                    <a:pt x="1505902" y="3449021"/>
                  </a:lnTo>
                  <a:lnTo>
                    <a:pt x="1577525" y="3455855"/>
                  </a:lnTo>
                  <a:lnTo>
                    <a:pt x="1649147" y="3461344"/>
                  </a:lnTo>
                  <a:lnTo>
                    <a:pt x="1720770" y="3465753"/>
                  </a:lnTo>
                  <a:lnTo>
                    <a:pt x="1792392" y="3469294"/>
                  </a:lnTo>
                  <a:lnTo>
                    <a:pt x="1864015" y="3472138"/>
                  </a:lnTo>
                  <a:lnTo>
                    <a:pt x="1935637" y="3474423"/>
                  </a:lnTo>
                  <a:lnTo>
                    <a:pt x="2007260" y="3476258"/>
                  </a:lnTo>
                  <a:lnTo>
                    <a:pt x="2078882" y="3477731"/>
                  </a:lnTo>
                  <a:lnTo>
                    <a:pt x="2150505" y="3478915"/>
                  </a:lnTo>
                  <a:lnTo>
                    <a:pt x="2222127" y="3479866"/>
                  </a:lnTo>
                  <a:lnTo>
                    <a:pt x="2293750" y="3480630"/>
                  </a:lnTo>
                  <a:lnTo>
                    <a:pt x="2365372" y="3481243"/>
                  </a:lnTo>
                  <a:lnTo>
                    <a:pt x="2436995" y="3481736"/>
                  </a:lnTo>
                  <a:lnTo>
                    <a:pt x="2508617" y="3482131"/>
                  </a:lnTo>
                  <a:lnTo>
                    <a:pt x="2580240" y="3482449"/>
                  </a:lnTo>
                  <a:lnTo>
                    <a:pt x="2651862" y="3482704"/>
                  </a:lnTo>
                  <a:lnTo>
                    <a:pt x="2723485" y="3482910"/>
                  </a:lnTo>
                  <a:lnTo>
                    <a:pt x="2795108" y="3483074"/>
                  </a:lnTo>
                  <a:lnTo>
                    <a:pt x="2866730" y="3483207"/>
                  </a:lnTo>
                  <a:lnTo>
                    <a:pt x="2938353" y="34833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793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66754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68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12099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688107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7443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0743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mL/min decline: 21.78 (0.00-Inf), p_Bonf = 1.000 (n = 6)  |  per IQR decline (Δ = 21.9): 839.77 (0.00-Inf)  |  IQR: [-10.4, 11.4]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2026-10-09T13:14:11Z</dcterms:modified>
  <cp:category/>
</cp:coreProperties>
</file>