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172049" y="2073503"/>
              <a:ext cx="3223013" cy="0"/>
            </a:xfrm>
            <a:custGeom>
              <a:avLst/>
              <a:pathLst>
                <a:path w="3223013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188341" y="2073503"/>
              <a:ext cx="1074337" cy="0"/>
            </a:xfrm>
            <a:custGeom>
              <a:avLst/>
              <a:pathLst>
                <a:path w="1074337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5285849" y="2073503"/>
              <a:ext cx="2976830" cy="3483075"/>
            </a:xfrm>
            <a:custGeom>
              <a:avLst/>
              <a:pathLst>
                <a:path w="2976830" h="3483075">
                  <a:moveTo>
                    <a:pt x="0" y="0"/>
                  </a:moveTo>
                  <a:lnTo>
                    <a:pt x="40306" y="396720"/>
                  </a:lnTo>
                  <a:lnTo>
                    <a:pt x="111929" y="970614"/>
                  </a:lnTo>
                  <a:lnTo>
                    <a:pt x="183551" y="1437817"/>
                  </a:lnTo>
                  <a:lnTo>
                    <a:pt x="255174" y="1818166"/>
                  </a:lnTo>
                  <a:lnTo>
                    <a:pt x="326796" y="2127805"/>
                  </a:lnTo>
                  <a:lnTo>
                    <a:pt x="398419" y="2379882"/>
                  </a:lnTo>
                  <a:lnTo>
                    <a:pt x="470041" y="2585096"/>
                  </a:lnTo>
                  <a:lnTo>
                    <a:pt x="541664" y="2752159"/>
                  </a:lnTo>
                  <a:lnTo>
                    <a:pt x="613286" y="2888165"/>
                  </a:lnTo>
                  <a:lnTo>
                    <a:pt x="684909" y="2998886"/>
                  </a:lnTo>
                  <a:lnTo>
                    <a:pt x="756532" y="3089024"/>
                  </a:lnTo>
                  <a:lnTo>
                    <a:pt x="828154" y="3162405"/>
                  </a:lnTo>
                  <a:lnTo>
                    <a:pt x="899777" y="3222144"/>
                  </a:lnTo>
                  <a:lnTo>
                    <a:pt x="971399" y="3270777"/>
                  </a:lnTo>
                  <a:lnTo>
                    <a:pt x="1043022" y="3310369"/>
                  </a:lnTo>
                  <a:lnTo>
                    <a:pt x="1114644" y="3342601"/>
                  </a:lnTo>
                  <a:lnTo>
                    <a:pt x="1186267" y="3368841"/>
                  </a:lnTo>
                  <a:lnTo>
                    <a:pt x="1257889" y="3390202"/>
                  </a:lnTo>
                  <a:lnTo>
                    <a:pt x="1329512" y="3407592"/>
                  </a:lnTo>
                  <a:lnTo>
                    <a:pt x="1401134" y="3421750"/>
                  </a:lnTo>
                  <a:lnTo>
                    <a:pt x="1472757" y="3433275"/>
                  </a:lnTo>
                  <a:lnTo>
                    <a:pt x="1544379" y="3442658"/>
                  </a:lnTo>
                  <a:lnTo>
                    <a:pt x="1616002" y="3450297"/>
                  </a:lnTo>
                  <a:lnTo>
                    <a:pt x="1687624" y="3456515"/>
                  </a:lnTo>
                  <a:lnTo>
                    <a:pt x="1759247" y="3461578"/>
                  </a:lnTo>
                  <a:lnTo>
                    <a:pt x="1830869" y="3465699"/>
                  </a:lnTo>
                  <a:lnTo>
                    <a:pt x="1902492" y="3469054"/>
                  </a:lnTo>
                  <a:lnTo>
                    <a:pt x="1974114" y="3471785"/>
                  </a:lnTo>
                  <a:lnTo>
                    <a:pt x="2045737" y="3474009"/>
                  </a:lnTo>
                  <a:lnTo>
                    <a:pt x="2117360" y="3475819"/>
                  </a:lnTo>
                  <a:lnTo>
                    <a:pt x="2188982" y="3477293"/>
                  </a:lnTo>
                  <a:lnTo>
                    <a:pt x="2260605" y="3478493"/>
                  </a:lnTo>
                  <a:lnTo>
                    <a:pt x="2332227" y="3479469"/>
                  </a:lnTo>
                  <a:lnTo>
                    <a:pt x="2403850" y="3480264"/>
                  </a:lnTo>
                  <a:lnTo>
                    <a:pt x="2475472" y="3480912"/>
                  </a:lnTo>
                  <a:lnTo>
                    <a:pt x="2547095" y="3481439"/>
                  </a:lnTo>
                  <a:lnTo>
                    <a:pt x="2618717" y="3481868"/>
                  </a:lnTo>
                  <a:lnTo>
                    <a:pt x="2690340" y="3482217"/>
                  </a:lnTo>
                  <a:lnTo>
                    <a:pt x="2761962" y="3482501"/>
                  </a:lnTo>
                  <a:lnTo>
                    <a:pt x="2833585" y="3482733"/>
                  </a:lnTo>
                  <a:lnTo>
                    <a:pt x="2905207" y="3482921"/>
                  </a:lnTo>
                  <a:lnTo>
                    <a:pt x="2976830" y="348307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2171014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mL/min decline: 18.04 (0.00-764213725138869525833694229515796579006687350761331076407713964144077572455493883622962408575770609104542888793693958055774236794762321213837395806274328291089414169523669433838787619856706193575132369601248843804970975229689844465664.00), p_Bonf = 1.000 (n = 6)  |  per IQR decline (Δ = 21.9): 563.30 (0.00-Inf)  |  IQR: [-10.5, 11.4]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2026-07-29T17:26:06Z</dcterms:modified>
  <cp:category/>
</cp:coreProperties>
</file>