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4251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31305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4835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65412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42572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329828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517083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704339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817517" y="555724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817517" y="389832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817517" y="306885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17517" y="223939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236200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423456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610711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797967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g21"/>
            <p:cNvSpPr/>
            <p:nvPr/>
          </p:nvSpPr>
          <p:spPr>
            <a:xfrm>
              <a:off x="1172049" y="2073503"/>
              <a:ext cx="7090630" cy="3481739"/>
            </a:xfrm>
            <a:custGeom>
              <a:avLst/>
              <a:pathLst>
                <a:path w="7090630" h="3481739">
                  <a:moveTo>
                    <a:pt x="2201929" y="0"/>
                  </a:moveTo>
                  <a:lnTo>
                    <a:pt x="2220298" y="100190"/>
                  </a:lnTo>
                  <a:lnTo>
                    <a:pt x="2291920" y="450410"/>
                  </a:lnTo>
                  <a:lnTo>
                    <a:pt x="2363543" y="764380"/>
                  </a:lnTo>
                  <a:lnTo>
                    <a:pt x="2435165" y="1045852"/>
                  </a:lnTo>
                  <a:lnTo>
                    <a:pt x="2506788" y="1298190"/>
                  </a:lnTo>
                  <a:lnTo>
                    <a:pt x="2578410" y="1524410"/>
                  </a:lnTo>
                  <a:lnTo>
                    <a:pt x="2650033" y="1727214"/>
                  </a:lnTo>
                  <a:lnTo>
                    <a:pt x="2721655" y="1909026"/>
                  </a:lnTo>
                  <a:lnTo>
                    <a:pt x="2793278" y="2072020"/>
                  </a:lnTo>
                  <a:lnTo>
                    <a:pt x="2864901" y="2218143"/>
                  </a:lnTo>
                  <a:lnTo>
                    <a:pt x="2936523" y="2349141"/>
                  </a:lnTo>
                  <a:lnTo>
                    <a:pt x="3008146" y="2466580"/>
                  </a:lnTo>
                  <a:lnTo>
                    <a:pt x="3079768" y="2571864"/>
                  </a:lnTo>
                  <a:lnTo>
                    <a:pt x="3151391" y="2656673"/>
                  </a:lnTo>
                  <a:lnTo>
                    <a:pt x="3223013" y="2674425"/>
                  </a:lnTo>
                  <a:lnTo>
                    <a:pt x="3294636" y="2691796"/>
                  </a:lnTo>
                  <a:lnTo>
                    <a:pt x="3366258" y="2708794"/>
                  </a:lnTo>
                  <a:lnTo>
                    <a:pt x="3437881" y="2725427"/>
                  </a:lnTo>
                  <a:lnTo>
                    <a:pt x="3509503" y="2741704"/>
                  </a:lnTo>
                  <a:lnTo>
                    <a:pt x="3581126" y="2757631"/>
                  </a:lnTo>
                  <a:lnTo>
                    <a:pt x="3652748" y="2773216"/>
                  </a:lnTo>
                  <a:lnTo>
                    <a:pt x="3724371" y="2788466"/>
                  </a:lnTo>
                  <a:lnTo>
                    <a:pt x="3795993" y="2803389"/>
                  </a:lnTo>
                  <a:lnTo>
                    <a:pt x="3867616" y="2817992"/>
                  </a:lnTo>
                  <a:lnTo>
                    <a:pt x="3939238" y="2832282"/>
                  </a:lnTo>
                  <a:lnTo>
                    <a:pt x="4010861" y="2846265"/>
                  </a:lnTo>
                  <a:lnTo>
                    <a:pt x="4082483" y="2859947"/>
                  </a:lnTo>
                  <a:lnTo>
                    <a:pt x="4154106" y="2873336"/>
                  </a:lnTo>
                  <a:lnTo>
                    <a:pt x="4225729" y="2886438"/>
                  </a:lnTo>
                  <a:lnTo>
                    <a:pt x="4297351" y="2899258"/>
                  </a:lnTo>
                  <a:lnTo>
                    <a:pt x="4368974" y="2911803"/>
                  </a:lnTo>
                  <a:lnTo>
                    <a:pt x="4440596" y="2924079"/>
                  </a:lnTo>
                  <a:lnTo>
                    <a:pt x="4512219" y="2936092"/>
                  </a:lnTo>
                  <a:lnTo>
                    <a:pt x="4583841" y="2947846"/>
                  </a:lnTo>
                  <a:lnTo>
                    <a:pt x="4655464" y="2959349"/>
                  </a:lnTo>
                  <a:lnTo>
                    <a:pt x="4727086" y="2970604"/>
                  </a:lnTo>
                  <a:lnTo>
                    <a:pt x="4798709" y="2981618"/>
                  </a:lnTo>
                  <a:lnTo>
                    <a:pt x="4870331" y="2992396"/>
                  </a:lnTo>
                  <a:lnTo>
                    <a:pt x="4941954" y="3002942"/>
                  </a:lnTo>
                  <a:lnTo>
                    <a:pt x="5013576" y="3013262"/>
                  </a:lnTo>
                  <a:lnTo>
                    <a:pt x="5085199" y="3023360"/>
                  </a:lnTo>
                  <a:lnTo>
                    <a:pt x="5156821" y="3033241"/>
                  </a:lnTo>
                  <a:lnTo>
                    <a:pt x="5228444" y="3042911"/>
                  </a:lnTo>
                  <a:lnTo>
                    <a:pt x="5300066" y="3052373"/>
                  </a:lnTo>
                  <a:lnTo>
                    <a:pt x="5371689" y="3061632"/>
                  </a:lnTo>
                  <a:lnTo>
                    <a:pt x="5443311" y="3070692"/>
                  </a:lnTo>
                  <a:lnTo>
                    <a:pt x="5514934" y="3079557"/>
                  </a:lnTo>
                  <a:lnTo>
                    <a:pt x="5586557" y="3088233"/>
                  </a:lnTo>
                  <a:lnTo>
                    <a:pt x="5658179" y="3096722"/>
                  </a:lnTo>
                  <a:lnTo>
                    <a:pt x="5729802" y="3105029"/>
                  </a:lnTo>
                  <a:lnTo>
                    <a:pt x="5801424" y="3113158"/>
                  </a:lnTo>
                  <a:lnTo>
                    <a:pt x="5873047" y="3121112"/>
                  </a:lnTo>
                  <a:lnTo>
                    <a:pt x="5944669" y="3128895"/>
                  </a:lnTo>
                  <a:lnTo>
                    <a:pt x="6016292" y="3136512"/>
                  </a:lnTo>
                  <a:lnTo>
                    <a:pt x="6087914" y="3143964"/>
                  </a:lnTo>
                  <a:lnTo>
                    <a:pt x="6159537" y="3151257"/>
                  </a:lnTo>
                  <a:lnTo>
                    <a:pt x="6231159" y="3158394"/>
                  </a:lnTo>
                  <a:lnTo>
                    <a:pt x="6302782" y="3165377"/>
                  </a:lnTo>
                  <a:lnTo>
                    <a:pt x="6374404" y="3172210"/>
                  </a:lnTo>
                  <a:lnTo>
                    <a:pt x="6446027" y="3178897"/>
                  </a:lnTo>
                  <a:lnTo>
                    <a:pt x="6517649" y="3185440"/>
                  </a:lnTo>
                  <a:lnTo>
                    <a:pt x="6589272" y="3191843"/>
                  </a:lnTo>
                  <a:lnTo>
                    <a:pt x="6660894" y="3198108"/>
                  </a:lnTo>
                  <a:lnTo>
                    <a:pt x="6732517" y="3204239"/>
                  </a:lnTo>
                  <a:lnTo>
                    <a:pt x="6804139" y="3210238"/>
                  </a:lnTo>
                  <a:lnTo>
                    <a:pt x="6875762" y="3216109"/>
                  </a:lnTo>
                  <a:lnTo>
                    <a:pt x="6947385" y="3221853"/>
                  </a:lnTo>
                  <a:lnTo>
                    <a:pt x="7019007" y="3227474"/>
                  </a:lnTo>
                  <a:lnTo>
                    <a:pt x="7090630" y="3232975"/>
                  </a:lnTo>
                  <a:lnTo>
                    <a:pt x="7090630" y="3481739"/>
                  </a:lnTo>
                  <a:lnTo>
                    <a:pt x="7019007" y="3481508"/>
                  </a:lnTo>
                  <a:lnTo>
                    <a:pt x="6947385" y="3481249"/>
                  </a:lnTo>
                  <a:lnTo>
                    <a:pt x="6875762" y="3480961"/>
                  </a:lnTo>
                  <a:lnTo>
                    <a:pt x="6804139" y="3480639"/>
                  </a:lnTo>
                  <a:lnTo>
                    <a:pt x="6732517" y="3480280"/>
                  </a:lnTo>
                  <a:lnTo>
                    <a:pt x="6660894" y="3479880"/>
                  </a:lnTo>
                  <a:lnTo>
                    <a:pt x="6589272" y="3479434"/>
                  </a:lnTo>
                  <a:lnTo>
                    <a:pt x="6517649" y="3478936"/>
                  </a:lnTo>
                  <a:lnTo>
                    <a:pt x="6446027" y="3478380"/>
                  </a:lnTo>
                  <a:lnTo>
                    <a:pt x="6374404" y="3477761"/>
                  </a:lnTo>
                  <a:lnTo>
                    <a:pt x="6302782" y="3477070"/>
                  </a:lnTo>
                  <a:lnTo>
                    <a:pt x="6231159" y="3476299"/>
                  </a:lnTo>
                  <a:lnTo>
                    <a:pt x="6159537" y="3475439"/>
                  </a:lnTo>
                  <a:lnTo>
                    <a:pt x="6087914" y="3474480"/>
                  </a:lnTo>
                  <a:lnTo>
                    <a:pt x="6016292" y="3473410"/>
                  </a:lnTo>
                  <a:lnTo>
                    <a:pt x="5944669" y="3472217"/>
                  </a:lnTo>
                  <a:lnTo>
                    <a:pt x="5873047" y="3470885"/>
                  </a:lnTo>
                  <a:lnTo>
                    <a:pt x="5801424" y="3469400"/>
                  </a:lnTo>
                  <a:lnTo>
                    <a:pt x="5729802" y="3467744"/>
                  </a:lnTo>
                  <a:lnTo>
                    <a:pt x="5658179" y="3465897"/>
                  </a:lnTo>
                  <a:lnTo>
                    <a:pt x="5586557" y="3463836"/>
                  </a:lnTo>
                  <a:lnTo>
                    <a:pt x="5514934" y="3461537"/>
                  </a:lnTo>
                  <a:lnTo>
                    <a:pt x="5443311" y="3458973"/>
                  </a:lnTo>
                  <a:lnTo>
                    <a:pt x="5371689" y="3456112"/>
                  </a:lnTo>
                  <a:lnTo>
                    <a:pt x="5300066" y="3452922"/>
                  </a:lnTo>
                  <a:lnTo>
                    <a:pt x="5228444" y="3449363"/>
                  </a:lnTo>
                  <a:lnTo>
                    <a:pt x="5156821" y="3445393"/>
                  </a:lnTo>
                  <a:lnTo>
                    <a:pt x="5085199" y="3440965"/>
                  </a:lnTo>
                  <a:lnTo>
                    <a:pt x="5013576" y="3436025"/>
                  </a:lnTo>
                  <a:lnTo>
                    <a:pt x="4941954" y="3430515"/>
                  </a:lnTo>
                  <a:lnTo>
                    <a:pt x="4870331" y="3424370"/>
                  </a:lnTo>
                  <a:lnTo>
                    <a:pt x="4798709" y="3417514"/>
                  </a:lnTo>
                  <a:lnTo>
                    <a:pt x="4727086" y="3409867"/>
                  </a:lnTo>
                  <a:lnTo>
                    <a:pt x="4655464" y="3401337"/>
                  </a:lnTo>
                  <a:lnTo>
                    <a:pt x="4583841" y="3391822"/>
                  </a:lnTo>
                  <a:lnTo>
                    <a:pt x="4512219" y="3381209"/>
                  </a:lnTo>
                  <a:lnTo>
                    <a:pt x="4440596" y="3369371"/>
                  </a:lnTo>
                  <a:lnTo>
                    <a:pt x="4368974" y="3356165"/>
                  </a:lnTo>
                  <a:lnTo>
                    <a:pt x="4297351" y="3341435"/>
                  </a:lnTo>
                  <a:lnTo>
                    <a:pt x="4225729" y="3325004"/>
                  </a:lnTo>
                  <a:lnTo>
                    <a:pt x="4154106" y="3306676"/>
                  </a:lnTo>
                  <a:lnTo>
                    <a:pt x="4082483" y="3286232"/>
                  </a:lnTo>
                  <a:lnTo>
                    <a:pt x="4010861" y="3263428"/>
                  </a:lnTo>
                  <a:lnTo>
                    <a:pt x="3939238" y="3237990"/>
                  </a:lnTo>
                  <a:lnTo>
                    <a:pt x="3867616" y="3209616"/>
                  </a:lnTo>
                  <a:lnTo>
                    <a:pt x="3795993" y="3177966"/>
                  </a:lnTo>
                  <a:lnTo>
                    <a:pt x="3724371" y="3142661"/>
                  </a:lnTo>
                  <a:lnTo>
                    <a:pt x="3652748" y="3103280"/>
                  </a:lnTo>
                  <a:lnTo>
                    <a:pt x="3581126" y="3059353"/>
                  </a:lnTo>
                  <a:lnTo>
                    <a:pt x="3509503" y="3010353"/>
                  </a:lnTo>
                  <a:lnTo>
                    <a:pt x="3437881" y="2955697"/>
                  </a:lnTo>
                  <a:lnTo>
                    <a:pt x="3366258" y="2894730"/>
                  </a:lnTo>
                  <a:lnTo>
                    <a:pt x="3294636" y="2826724"/>
                  </a:lnTo>
                  <a:lnTo>
                    <a:pt x="3223013" y="2750866"/>
                  </a:lnTo>
                  <a:lnTo>
                    <a:pt x="3151391" y="2666249"/>
                  </a:lnTo>
                  <a:lnTo>
                    <a:pt x="3079768" y="2638532"/>
                  </a:lnTo>
                  <a:lnTo>
                    <a:pt x="3008146" y="2619992"/>
                  </a:lnTo>
                  <a:lnTo>
                    <a:pt x="2936523" y="2601046"/>
                  </a:lnTo>
                  <a:lnTo>
                    <a:pt x="2864901" y="2581685"/>
                  </a:lnTo>
                  <a:lnTo>
                    <a:pt x="2793278" y="2561899"/>
                  </a:lnTo>
                  <a:lnTo>
                    <a:pt x="2721655" y="2541679"/>
                  </a:lnTo>
                  <a:lnTo>
                    <a:pt x="2650033" y="2521015"/>
                  </a:lnTo>
                  <a:lnTo>
                    <a:pt x="2578410" y="2499898"/>
                  </a:lnTo>
                  <a:lnTo>
                    <a:pt x="2506788" y="2478318"/>
                  </a:lnTo>
                  <a:lnTo>
                    <a:pt x="2435165" y="2456264"/>
                  </a:lnTo>
                  <a:lnTo>
                    <a:pt x="2363543" y="2433727"/>
                  </a:lnTo>
                  <a:lnTo>
                    <a:pt x="2291920" y="2410696"/>
                  </a:lnTo>
                  <a:lnTo>
                    <a:pt x="2220298" y="2387159"/>
                  </a:lnTo>
                  <a:lnTo>
                    <a:pt x="2148675" y="2363106"/>
                  </a:lnTo>
                  <a:lnTo>
                    <a:pt x="2077053" y="2338525"/>
                  </a:lnTo>
                  <a:lnTo>
                    <a:pt x="2005430" y="2313406"/>
                  </a:lnTo>
                  <a:lnTo>
                    <a:pt x="1933808" y="2287735"/>
                  </a:lnTo>
                  <a:lnTo>
                    <a:pt x="1862185" y="2261501"/>
                  </a:lnTo>
                  <a:lnTo>
                    <a:pt x="1790563" y="2234692"/>
                  </a:lnTo>
                  <a:lnTo>
                    <a:pt x="1718940" y="2207295"/>
                  </a:lnTo>
                  <a:lnTo>
                    <a:pt x="1647318" y="2179296"/>
                  </a:lnTo>
                  <a:lnTo>
                    <a:pt x="1575695" y="2150684"/>
                  </a:lnTo>
                  <a:lnTo>
                    <a:pt x="1504073" y="2121444"/>
                  </a:lnTo>
                  <a:lnTo>
                    <a:pt x="1432450" y="2091563"/>
                  </a:lnTo>
                  <a:lnTo>
                    <a:pt x="1360827" y="2061026"/>
                  </a:lnTo>
                  <a:lnTo>
                    <a:pt x="1289205" y="2029820"/>
                  </a:lnTo>
                  <a:lnTo>
                    <a:pt x="1217582" y="1997929"/>
                  </a:lnTo>
                  <a:lnTo>
                    <a:pt x="1145960" y="1965338"/>
                  </a:lnTo>
                  <a:lnTo>
                    <a:pt x="1074337" y="1932033"/>
                  </a:lnTo>
                  <a:lnTo>
                    <a:pt x="1002715" y="1897997"/>
                  </a:lnTo>
                  <a:lnTo>
                    <a:pt x="931092" y="1863214"/>
                  </a:lnTo>
                  <a:lnTo>
                    <a:pt x="859470" y="1827669"/>
                  </a:lnTo>
                  <a:lnTo>
                    <a:pt x="787847" y="1791344"/>
                  </a:lnTo>
                  <a:lnTo>
                    <a:pt x="716225" y="1754222"/>
                  </a:lnTo>
                  <a:lnTo>
                    <a:pt x="644602" y="1716286"/>
                  </a:lnTo>
                  <a:lnTo>
                    <a:pt x="572980" y="1677518"/>
                  </a:lnTo>
                  <a:lnTo>
                    <a:pt x="501357" y="1637899"/>
                  </a:lnTo>
                  <a:lnTo>
                    <a:pt x="429735" y="1597412"/>
                  </a:lnTo>
                  <a:lnTo>
                    <a:pt x="358112" y="1556036"/>
                  </a:lnTo>
                  <a:lnTo>
                    <a:pt x="286490" y="1513753"/>
                  </a:lnTo>
                  <a:lnTo>
                    <a:pt x="214867" y="1470542"/>
                  </a:lnTo>
                  <a:lnTo>
                    <a:pt x="143245" y="1426384"/>
                  </a:lnTo>
                  <a:lnTo>
                    <a:pt x="71622" y="1381257"/>
                  </a:lnTo>
                  <a:lnTo>
                    <a:pt x="0" y="133514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3373978" y="2073503"/>
              <a:ext cx="4888700" cy="3232975"/>
            </a:xfrm>
            <a:custGeom>
              <a:avLst/>
              <a:pathLst>
                <a:path w="4888700" h="3232975">
                  <a:moveTo>
                    <a:pt x="0" y="0"/>
                  </a:moveTo>
                  <a:lnTo>
                    <a:pt x="18368" y="100190"/>
                  </a:lnTo>
                  <a:lnTo>
                    <a:pt x="89991" y="450410"/>
                  </a:lnTo>
                  <a:lnTo>
                    <a:pt x="161613" y="764380"/>
                  </a:lnTo>
                  <a:lnTo>
                    <a:pt x="233236" y="1045852"/>
                  </a:lnTo>
                  <a:lnTo>
                    <a:pt x="304858" y="1298190"/>
                  </a:lnTo>
                  <a:lnTo>
                    <a:pt x="376481" y="1524410"/>
                  </a:lnTo>
                  <a:lnTo>
                    <a:pt x="448103" y="1727214"/>
                  </a:lnTo>
                  <a:lnTo>
                    <a:pt x="519726" y="1909026"/>
                  </a:lnTo>
                  <a:lnTo>
                    <a:pt x="591348" y="2072020"/>
                  </a:lnTo>
                  <a:lnTo>
                    <a:pt x="662971" y="2218143"/>
                  </a:lnTo>
                  <a:lnTo>
                    <a:pt x="734594" y="2349141"/>
                  </a:lnTo>
                  <a:lnTo>
                    <a:pt x="806216" y="2466580"/>
                  </a:lnTo>
                  <a:lnTo>
                    <a:pt x="877839" y="2571864"/>
                  </a:lnTo>
                  <a:lnTo>
                    <a:pt x="949461" y="2656673"/>
                  </a:lnTo>
                  <a:lnTo>
                    <a:pt x="1021084" y="2674425"/>
                  </a:lnTo>
                  <a:lnTo>
                    <a:pt x="1092706" y="2691796"/>
                  </a:lnTo>
                  <a:lnTo>
                    <a:pt x="1164329" y="2708794"/>
                  </a:lnTo>
                  <a:lnTo>
                    <a:pt x="1235951" y="2725427"/>
                  </a:lnTo>
                  <a:lnTo>
                    <a:pt x="1307574" y="2741704"/>
                  </a:lnTo>
                  <a:lnTo>
                    <a:pt x="1379196" y="2757631"/>
                  </a:lnTo>
                  <a:lnTo>
                    <a:pt x="1450819" y="2773216"/>
                  </a:lnTo>
                  <a:lnTo>
                    <a:pt x="1522441" y="2788466"/>
                  </a:lnTo>
                  <a:lnTo>
                    <a:pt x="1594064" y="2803389"/>
                  </a:lnTo>
                  <a:lnTo>
                    <a:pt x="1665686" y="2817992"/>
                  </a:lnTo>
                  <a:lnTo>
                    <a:pt x="1737309" y="2832282"/>
                  </a:lnTo>
                  <a:lnTo>
                    <a:pt x="1808931" y="2846265"/>
                  </a:lnTo>
                  <a:lnTo>
                    <a:pt x="1880554" y="2859947"/>
                  </a:lnTo>
                  <a:lnTo>
                    <a:pt x="1952176" y="2873336"/>
                  </a:lnTo>
                  <a:lnTo>
                    <a:pt x="2023799" y="2886438"/>
                  </a:lnTo>
                  <a:lnTo>
                    <a:pt x="2095422" y="2899258"/>
                  </a:lnTo>
                  <a:lnTo>
                    <a:pt x="2167044" y="2911803"/>
                  </a:lnTo>
                  <a:lnTo>
                    <a:pt x="2238667" y="2924079"/>
                  </a:lnTo>
                  <a:lnTo>
                    <a:pt x="2310289" y="2936092"/>
                  </a:lnTo>
                  <a:lnTo>
                    <a:pt x="2381912" y="2947846"/>
                  </a:lnTo>
                  <a:lnTo>
                    <a:pt x="2453534" y="2959349"/>
                  </a:lnTo>
                  <a:lnTo>
                    <a:pt x="2525157" y="2970604"/>
                  </a:lnTo>
                  <a:lnTo>
                    <a:pt x="2596779" y="2981618"/>
                  </a:lnTo>
                  <a:lnTo>
                    <a:pt x="2668402" y="2992396"/>
                  </a:lnTo>
                  <a:lnTo>
                    <a:pt x="2740024" y="3002942"/>
                  </a:lnTo>
                  <a:lnTo>
                    <a:pt x="2811647" y="3013262"/>
                  </a:lnTo>
                  <a:lnTo>
                    <a:pt x="2883269" y="3023360"/>
                  </a:lnTo>
                  <a:lnTo>
                    <a:pt x="2954892" y="3033241"/>
                  </a:lnTo>
                  <a:lnTo>
                    <a:pt x="3026514" y="3042911"/>
                  </a:lnTo>
                  <a:lnTo>
                    <a:pt x="3098137" y="3052373"/>
                  </a:lnTo>
                  <a:lnTo>
                    <a:pt x="3169759" y="3061632"/>
                  </a:lnTo>
                  <a:lnTo>
                    <a:pt x="3241382" y="3070692"/>
                  </a:lnTo>
                  <a:lnTo>
                    <a:pt x="3313004" y="3079557"/>
                  </a:lnTo>
                  <a:lnTo>
                    <a:pt x="3384627" y="3088233"/>
                  </a:lnTo>
                  <a:lnTo>
                    <a:pt x="3456250" y="3096722"/>
                  </a:lnTo>
                  <a:lnTo>
                    <a:pt x="3527872" y="3105029"/>
                  </a:lnTo>
                  <a:lnTo>
                    <a:pt x="3599495" y="3113158"/>
                  </a:lnTo>
                  <a:lnTo>
                    <a:pt x="3671117" y="3121112"/>
                  </a:lnTo>
                  <a:lnTo>
                    <a:pt x="3742740" y="3128895"/>
                  </a:lnTo>
                  <a:lnTo>
                    <a:pt x="3814362" y="3136512"/>
                  </a:lnTo>
                  <a:lnTo>
                    <a:pt x="3885985" y="3143964"/>
                  </a:lnTo>
                  <a:lnTo>
                    <a:pt x="3957607" y="3151257"/>
                  </a:lnTo>
                  <a:lnTo>
                    <a:pt x="4029230" y="3158394"/>
                  </a:lnTo>
                  <a:lnTo>
                    <a:pt x="4100852" y="3165377"/>
                  </a:lnTo>
                  <a:lnTo>
                    <a:pt x="4172475" y="3172210"/>
                  </a:lnTo>
                  <a:lnTo>
                    <a:pt x="4244097" y="3178897"/>
                  </a:lnTo>
                  <a:lnTo>
                    <a:pt x="4315720" y="3185440"/>
                  </a:lnTo>
                  <a:lnTo>
                    <a:pt x="4387342" y="3191843"/>
                  </a:lnTo>
                  <a:lnTo>
                    <a:pt x="4458965" y="3198108"/>
                  </a:lnTo>
                  <a:lnTo>
                    <a:pt x="4530587" y="3204239"/>
                  </a:lnTo>
                  <a:lnTo>
                    <a:pt x="4602210" y="3210238"/>
                  </a:lnTo>
                  <a:lnTo>
                    <a:pt x="4673832" y="3216109"/>
                  </a:lnTo>
                  <a:lnTo>
                    <a:pt x="4745455" y="3221853"/>
                  </a:lnTo>
                  <a:lnTo>
                    <a:pt x="4817078" y="3227474"/>
                  </a:lnTo>
                  <a:lnTo>
                    <a:pt x="4888700" y="3232975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1172049" y="3408643"/>
              <a:ext cx="7090630" cy="2146599"/>
            </a:xfrm>
            <a:custGeom>
              <a:avLst/>
              <a:pathLst>
                <a:path w="7090630" h="2146599">
                  <a:moveTo>
                    <a:pt x="7090630" y="2146599"/>
                  </a:moveTo>
                  <a:lnTo>
                    <a:pt x="7019007" y="2146367"/>
                  </a:lnTo>
                  <a:lnTo>
                    <a:pt x="6947385" y="2146108"/>
                  </a:lnTo>
                  <a:lnTo>
                    <a:pt x="6875762" y="2145820"/>
                  </a:lnTo>
                  <a:lnTo>
                    <a:pt x="6804139" y="2145499"/>
                  </a:lnTo>
                  <a:lnTo>
                    <a:pt x="6732517" y="2145140"/>
                  </a:lnTo>
                  <a:lnTo>
                    <a:pt x="6660894" y="2144740"/>
                  </a:lnTo>
                  <a:lnTo>
                    <a:pt x="6589272" y="2144293"/>
                  </a:lnTo>
                  <a:lnTo>
                    <a:pt x="6517649" y="2143795"/>
                  </a:lnTo>
                  <a:lnTo>
                    <a:pt x="6446027" y="2143240"/>
                  </a:lnTo>
                  <a:lnTo>
                    <a:pt x="6374404" y="2142620"/>
                  </a:lnTo>
                  <a:lnTo>
                    <a:pt x="6302782" y="2141929"/>
                  </a:lnTo>
                  <a:lnTo>
                    <a:pt x="6231159" y="2141158"/>
                  </a:lnTo>
                  <a:lnTo>
                    <a:pt x="6159537" y="2140298"/>
                  </a:lnTo>
                  <a:lnTo>
                    <a:pt x="6087914" y="2139339"/>
                  </a:lnTo>
                  <a:lnTo>
                    <a:pt x="6016292" y="2138269"/>
                  </a:lnTo>
                  <a:lnTo>
                    <a:pt x="5944669" y="2137076"/>
                  </a:lnTo>
                  <a:lnTo>
                    <a:pt x="5873047" y="2135745"/>
                  </a:lnTo>
                  <a:lnTo>
                    <a:pt x="5801424" y="2134260"/>
                  </a:lnTo>
                  <a:lnTo>
                    <a:pt x="5729802" y="2132604"/>
                  </a:lnTo>
                  <a:lnTo>
                    <a:pt x="5658179" y="2130756"/>
                  </a:lnTo>
                  <a:lnTo>
                    <a:pt x="5586557" y="2128695"/>
                  </a:lnTo>
                  <a:lnTo>
                    <a:pt x="5514934" y="2126396"/>
                  </a:lnTo>
                  <a:lnTo>
                    <a:pt x="5443311" y="2123832"/>
                  </a:lnTo>
                  <a:lnTo>
                    <a:pt x="5371689" y="2120972"/>
                  </a:lnTo>
                  <a:lnTo>
                    <a:pt x="5300066" y="2117781"/>
                  </a:lnTo>
                  <a:lnTo>
                    <a:pt x="5228444" y="2114222"/>
                  </a:lnTo>
                  <a:lnTo>
                    <a:pt x="5156821" y="2110252"/>
                  </a:lnTo>
                  <a:lnTo>
                    <a:pt x="5085199" y="2105824"/>
                  </a:lnTo>
                  <a:lnTo>
                    <a:pt x="5013576" y="2100885"/>
                  </a:lnTo>
                  <a:lnTo>
                    <a:pt x="4941954" y="2095375"/>
                  </a:lnTo>
                  <a:lnTo>
                    <a:pt x="4870331" y="2089229"/>
                  </a:lnTo>
                  <a:lnTo>
                    <a:pt x="4798709" y="2082374"/>
                  </a:lnTo>
                  <a:lnTo>
                    <a:pt x="4727086" y="2074727"/>
                  </a:lnTo>
                  <a:lnTo>
                    <a:pt x="4655464" y="2066197"/>
                  </a:lnTo>
                  <a:lnTo>
                    <a:pt x="4583841" y="2056682"/>
                  </a:lnTo>
                  <a:lnTo>
                    <a:pt x="4512219" y="2046069"/>
                  </a:lnTo>
                  <a:lnTo>
                    <a:pt x="4440596" y="2034230"/>
                  </a:lnTo>
                  <a:lnTo>
                    <a:pt x="4368974" y="2021024"/>
                  </a:lnTo>
                  <a:lnTo>
                    <a:pt x="4297351" y="2006294"/>
                  </a:lnTo>
                  <a:lnTo>
                    <a:pt x="4225729" y="1989863"/>
                  </a:lnTo>
                  <a:lnTo>
                    <a:pt x="4154106" y="1971535"/>
                  </a:lnTo>
                  <a:lnTo>
                    <a:pt x="4082483" y="1951091"/>
                  </a:lnTo>
                  <a:lnTo>
                    <a:pt x="4010861" y="1928287"/>
                  </a:lnTo>
                  <a:lnTo>
                    <a:pt x="3939238" y="1902850"/>
                  </a:lnTo>
                  <a:lnTo>
                    <a:pt x="3867616" y="1874475"/>
                  </a:lnTo>
                  <a:lnTo>
                    <a:pt x="3795993" y="1842825"/>
                  </a:lnTo>
                  <a:lnTo>
                    <a:pt x="3724371" y="1807520"/>
                  </a:lnTo>
                  <a:lnTo>
                    <a:pt x="3652748" y="1768140"/>
                  </a:lnTo>
                  <a:lnTo>
                    <a:pt x="3581126" y="1724212"/>
                  </a:lnTo>
                  <a:lnTo>
                    <a:pt x="3509503" y="1675213"/>
                  </a:lnTo>
                  <a:lnTo>
                    <a:pt x="3437881" y="1620556"/>
                  </a:lnTo>
                  <a:lnTo>
                    <a:pt x="3366258" y="1559589"/>
                  </a:lnTo>
                  <a:lnTo>
                    <a:pt x="3294636" y="1491583"/>
                  </a:lnTo>
                  <a:lnTo>
                    <a:pt x="3223013" y="1415725"/>
                  </a:lnTo>
                  <a:lnTo>
                    <a:pt x="3151391" y="1331109"/>
                  </a:lnTo>
                  <a:lnTo>
                    <a:pt x="3079768" y="1303391"/>
                  </a:lnTo>
                  <a:lnTo>
                    <a:pt x="3008146" y="1284852"/>
                  </a:lnTo>
                  <a:lnTo>
                    <a:pt x="2936523" y="1265906"/>
                  </a:lnTo>
                  <a:lnTo>
                    <a:pt x="2864901" y="1246544"/>
                  </a:lnTo>
                  <a:lnTo>
                    <a:pt x="2793278" y="1226758"/>
                  </a:lnTo>
                  <a:lnTo>
                    <a:pt x="2721655" y="1206538"/>
                  </a:lnTo>
                  <a:lnTo>
                    <a:pt x="2650033" y="1185874"/>
                  </a:lnTo>
                  <a:lnTo>
                    <a:pt x="2578410" y="1164757"/>
                  </a:lnTo>
                  <a:lnTo>
                    <a:pt x="2506788" y="1143177"/>
                  </a:lnTo>
                  <a:lnTo>
                    <a:pt x="2435165" y="1121124"/>
                  </a:lnTo>
                  <a:lnTo>
                    <a:pt x="2363543" y="1098587"/>
                  </a:lnTo>
                  <a:lnTo>
                    <a:pt x="2291920" y="1075555"/>
                  </a:lnTo>
                  <a:lnTo>
                    <a:pt x="2220298" y="1052018"/>
                  </a:lnTo>
                  <a:lnTo>
                    <a:pt x="2148675" y="1027965"/>
                  </a:lnTo>
                  <a:lnTo>
                    <a:pt x="2077053" y="1003385"/>
                  </a:lnTo>
                  <a:lnTo>
                    <a:pt x="2005430" y="978265"/>
                  </a:lnTo>
                  <a:lnTo>
                    <a:pt x="1933808" y="952594"/>
                  </a:lnTo>
                  <a:lnTo>
                    <a:pt x="1862185" y="926361"/>
                  </a:lnTo>
                  <a:lnTo>
                    <a:pt x="1790563" y="899551"/>
                  </a:lnTo>
                  <a:lnTo>
                    <a:pt x="1718940" y="872154"/>
                  </a:lnTo>
                  <a:lnTo>
                    <a:pt x="1647318" y="844156"/>
                  </a:lnTo>
                  <a:lnTo>
                    <a:pt x="1575695" y="815544"/>
                  </a:lnTo>
                  <a:lnTo>
                    <a:pt x="1504073" y="786304"/>
                  </a:lnTo>
                  <a:lnTo>
                    <a:pt x="1432450" y="756422"/>
                  </a:lnTo>
                  <a:lnTo>
                    <a:pt x="1360827" y="725886"/>
                  </a:lnTo>
                  <a:lnTo>
                    <a:pt x="1289205" y="694679"/>
                  </a:lnTo>
                  <a:lnTo>
                    <a:pt x="1217582" y="662788"/>
                  </a:lnTo>
                  <a:lnTo>
                    <a:pt x="1145960" y="630198"/>
                  </a:lnTo>
                  <a:lnTo>
                    <a:pt x="1074337" y="596892"/>
                  </a:lnTo>
                  <a:lnTo>
                    <a:pt x="1002715" y="562856"/>
                  </a:lnTo>
                  <a:lnTo>
                    <a:pt x="931092" y="528074"/>
                  </a:lnTo>
                  <a:lnTo>
                    <a:pt x="859470" y="492528"/>
                  </a:lnTo>
                  <a:lnTo>
                    <a:pt x="787847" y="456203"/>
                  </a:lnTo>
                  <a:lnTo>
                    <a:pt x="716225" y="419082"/>
                  </a:lnTo>
                  <a:lnTo>
                    <a:pt x="644602" y="381145"/>
                  </a:lnTo>
                  <a:lnTo>
                    <a:pt x="572980" y="342377"/>
                  </a:lnTo>
                  <a:lnTo>
                    <a:pt x="501357" y="302759"/>
                  </a:lnTo>
                  <a:lnTo>
                    <a:pt x="429735" y="262271"/>
                  </a:lnTo>
                  <a:lnTo>
                    <a:pt x="358112" y="220896"/>
                  </a:lnTo>
                  <a:lnTo>
                    <a:pt x="286490" y="178612"/>
                  </a:lnTo>
                  <a:lnTo>
                    <a:pt x="214867" y="135402"/>
                  </a:lnTo>
                  <a:lnTo>
                    <a:pt x="143245" y="91243"/>
                  </a:lnTo>
                  <a:lnTo>
                    <a:pt x="71622" y="46116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2744335" y="2073503"/>
              <a:ext cx="5518343" cy="3461311"/>
            </a:xfrm>
            <a:custGeom>
              <a:avLst/>
              <a:pathLst>
                <a:path w="5518343" h="3461311">
                  <a:moveTo>
                    <a:pt x="0" y="0"/>
                  </a:moveTo>
                  <a:lnTo>
                    <a:pt x="3409" y="11185"/>
                  </a:lnTo>
                  <a:lnTo>
                    <a:pt x="75031" y="231286"/>
                  </a:lnTo>
                  <a:lnTo>
                    <a:pt x="146654" y="437437"/>
                  </a:lnTo>
                  <a:lnTo>
                    <a:pt x="218276" y="630521"/>
                  </a:lnTo>
                  <a:lnTo>
                    <a:pt x="289899" y="811367"/>
                  </a:lnTo>
                  <a:lnTo>
                    <a:pt x="361521" y="980750"/>
                  </a:lnTo>
                  <a:lnTo>
                    <a:pt x="433144" y="1139398"/>
                  </a:lnTo>
                  <a:lnTo>
                    <a:pt x="504766" y="1287989"/>
                  </a:lnTo>
                  <a:lnTo>
                    <a:pt x="576389" y="1427163"/>
                  </a:lnTo>
                  <a:lnTo>
                    <a:pt x="648011" y="1557515"/>
                  </a:lnTo>
                  <a:lnTo>
                    <a:pt x="719634" y="1679606"/>
                  </a:lnTo>
                  <a:lnTo>
                    <a:pt x="791257" y="1793957"/>
                  </a:lnTo>
                  <a:lnTo>
                    <a:pt x="862879" y="1901061"/>
                  </a:lnTo>
                  <a:lnTo>
                    <a:pt x="934502" y="2001376"/>
                  </a:lnTo>
                  <a:lnTo>
                    <a:pt x="1006124" y="2095333"/>
                  </a:lnTo>
                  <a:lnTo>
                    <a:pt x="1077747" y="2183335"/>
                  </a:lnTo>
                  <a:lnTo>
                    <a:pt x="1149369" y="2265759"/>
                  </a:lnTo>
                  <a:lnTo>
                    <a:pt x="1220992" y="2342959"/>
                  </a:lnTo>
                  <a:lnTo>
                    <a:pt x="1292614" y="2415265"/>
                  </a:lnTo>
                  <a:lnTo>
                    <a:pt x="1364237" y="2482989"/>
                  </a:lnTo>
                  <a:lnTo>
                    <a:pt x="1435859" y="2546420"/>
                  </a:lnTo>
                  <a:lnTo>
                    <a:pt x="1507482" y="2605830"/>
                  </a:lnTo>
                  <a:lnTo>
                    <a:pt x="1579104" y="2661475"/>
                  </a:lnTo>
                  <a:lnTo>
                    <a:pt x="1650727" y="2713593"/>
                  </a:lnTo>
                  <a:lnTo>
                    <a:pt x="1722349" y="2762408"/>
                  </a:lnTo>
                  <a:lnTo>
                    <a:pt x="1793972" y="2808128"/>
                  </a:lnTo>
                  <a:lnTo>
                    <a:pt x="1865594" y="2850951"/>
                  </a:lnTo>
                  <a:lnTo>
                    <a:pt x="1937217" y="2891059"/>
                  </a:lnTo>
                  <a:lnTo>
                    <a:pt x="2008839" y="2928626"/>
                  </a:lnTo>
                  <a:lnTo>
                    <a:pt x="2080462" y="2963811"/>
                  </a:lnTo>
                  <a:lnTo>
                    <a:pt x="2152085" y="2996766"/>
                  </a:lnTo>
                  <a:lnTo>
                    <a:pt x="2223707" y="3027632"/>
                  </a:lnTo>
                  <a:lnTo>
                    <a:pt x="2295330" y="3056542"/>
                  </a:lnTo>
                  <a:lnTo>
                    <a:pt x="2366952" y="3083620"/>
                  </a:lnTo>
                  <a:lnTo>
                    <a:pt x="2438575" y="3108981"/>
                  </a:lnTo>
                  <a:lnTo>
                    <a:pt x="2510197" y="3132735"/>
                  </a:lnTo>
                  <a:lnTo>
                    <a:pt x="2581820" y="3154983"/>
                  </a:lnTo>
                  <a:lnTo>
                    <a:pt x="2653442" y="3175821"/>
                  </a:lnTo>
                  <a:lnTo>
                    <a:pt x="2725065" y="3195338"/>
                  </a:lnTo>
                  <a:lnTo>
                    <a:pt x="2796687" y="3213618"/>
                  </a:lnTo>
                  <a:lnTo>
                    <a:pt x="2868310" y="3230740"/>
                  </a:lnTo>
                  <a:lnTo>
                    <a:pt x="2939932" y="3246776"/>
                  </a:lnTo>
                  <a:lnTo>
                    <a:pt x="3011555" y="3261796"/>
                  </a:lnTo>
                  <a:lnTo>
                    <a:pt x="3083177" y="3275864"/>
                  </a:lnTo>
                  <a:lnTo>
                    <a:pt x="3154800" y="3289040"/>
                  </a:lnTo>
                  <a:lnTo>
                    <a:pt x="3226422" y="3301381"/>
                  </a:lnTo>
                  <a:lnTo>
                    <a:pt x="3298045" y="3312940"/>
                  </a:lnTo>
                  <a:lnTo>
                    <a:pt x="3369667" y="3323766"/>
                  </a:lnTo>
                  <a:lnTo>
                    <a:pt x="3441290" y="3333906"/>
                  </a:lnTo>
                  <a:lnTo>
                    <a:pt x="3512913" y="3343403"/>
                  </a:lnTo>
                  <a:lnTo>
                    <a:pt x="3584535" y="3352299"/>
                  </a:lnTo>
                  <a:lnTo>
                    <a:pt x="3656158" y="3360630"/>
                  </a:lnTo>
                  <a:lnTo>
                    <a:pt x="3727780" y="3368434"/>
                  </a:lnTo>
                  <a:lnTo>
                    <a:pt x="3799403" y="3375743"/>
                  </a:lnTo>
                  <a:lnTo>
                    <a:pt x="3871025" y="3382588"/>
                  </a:lnTo>
                  <a:lnTo>
                    <a:pt x="3942648" y="3389000"/>
                  </a:lnTo>
                  <a:lnTo>
                    <a:pt x="4014270" y="3395005"/>
                  </a:lnTo>
                  <a:lnTo>
                    <a:pt x="4085893" y="3400630"/>
                  </a:lnTo>
                  <a:lnTo>
                    <a:pt x="4157515" y="3405898"/>
                  </a:lnTo>
                  <a:lnTo>
                    <a:pt x="4229138" y="3410832"/>
                  </a:lnTo>
                  <a:lnTo>
                    <a:pt x="4300760" y="3415454"/>
                  </a:lnTo>
                  <a:lnTo>
                    <a:pt x="4372383" y="3419782"/>
                  </a:lnTo>
                  <a:lnTo>
                    <a:pt x="4444005" y="3423837"/>
                  </a:lnTo>
                  <a:lnTo>
                    <a:pt x="4515628" y="3427634"/>
                  </a:lnTo>
                  <a:lnTo>
                    <a:pt x="4587250" y="3431191"/>
                  </a:lnTo>
                  <a:lnTo>
                    <a:pt x="4658873" y="3434522"/>
                  </a:lnTo>
                  <a:lnTo>
                    <a:pt x="4730495" y="3437642"/>
                  </a:lnTo>
                  <a:lnTo>
                    <a:pt x="4802118" y="3440564"/>
                  </a:lnTo>
                  <a:lnTo>
                    <a:pt x="4873741" y="3443301"/>
                  </a:lnTo>
                  <a:lnTo>
                    <a:pt x="4945363" y="3445865"/>
                  </a:lnTo>
                  <a:lnTo>
                    <a:pt x="5016986" y="3448266"/>
                  </a:lnTo>
                  <a:lnTo>
                    <a:pt x="5088608" y="3450514"/>
                  </a:lnTo>
                  <a:lnTo>
                    <a:pt x="5160231" y="3452621"/>
                  </a:lnTo>
                  <a:lnTo>
                    <a:pt x="5231853" y="3454594"/>
                  </a:lnTo>
                  <a:lnTo>
                    <a:pt x="5303476" y="3456441"/>
                  </a:lnTo>
                  <a:lnTo>
                    <a:pt x="5375098" y="3458172"/>
                  </a:lnTo>
                  <a:lnTo>
                    <a:pt x="5446721" y="3459793"/>
                  </a:lnTo>
                  <a:lnTo>
                    <a:pt x="5518343" y="3461311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431391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27" name="tx27"/>
            <p:cNvSpPr/>
            <p:nvPr/>
          </p:nvSpPr>
          <p:spPr>
            <a:xfrm>
              <a:off x="692708" y="551719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28" name="tx28"/>
            <p:cNvSpPr/>
            <p:nvPr/>
          </p:nvSpPr>
          <p:spPr>
            <a:xfrm>
              <a:off x="692708" y="468773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29" name="tx29"/>
            <p:cNvSpPr/>
            <p:nvPr/>
          </p:nvSpPr>
          <p:spPr>
            <a:xfrm>
              <a:off x="692708" y="38582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30" name="tx30"/>
            <p:cNvSpPr/>
            <p:nvPr/>
          </p:nvSpPr>
          <p:spPr>
            <a:xfrm>
              <a:off x="692708" y="302880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31" name="tx31"/>
            <p:cNvSpPr/>
            <p:nvPr/>
          </p:nvSpPr>
          <p:spPr>
            <a:xfrm>
              <a:off x="692708" y="219934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32" name="tx32"/>
            <p:cNvSpPr/>
            <p:nvPr/>
          </p:nvSpPr>
          <p:spPr>
            <a:xfrm>
              <a:off x="2281218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</a:t>
              </a:r>
            </a:p>
          </p:txBody>
        </p:sp>
        <p:sp>
          <p:nvSpPr>
            <p:cNvPr id="33" name="tx33"/>
            <p:cNvSpPr/>
            <p:nvPr/>
          </p:nvSpPr>
          <p:spPr>
            <a:xfrm>
              <a:off x="4203472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4" name="tx34"/>
            <p:cNvSpPr/>
            <p:nvPr/>
          </p:nvSpPr>
          <p:spPr>
            <a:xfrm>
              <a:off x="6044938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35" name="tx35"/>
            <p:cNvSpPr/>
            <p:nvPr/>
          </p:nvSpPr>
          <p:spPr>
            <a:xfrm>
              <a:off x="7917494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40</a:t>
              </a:r>
            </a:p>
          </p:txBody>
        </p:sp>
        <p:sp>
          <p:nvSpPr>
            <p:cNvPr id="36" name="tx36"/>
            <p:cNvSpPr/>
            <p:nvPr/>
          </p:nvSpPr>
          <p:spPr>
            <a:xfrm>
              <a:off x="2928340" y="5925448"/>
              <a:ext cx="3578047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difference (%): 100 × (CKD-EPI Cr-Cys − CG) / CG</a:t>
              </a:r>
            </a:p>
          </p:txBody>
        </p:sp>
        <p:sp>
          <p:nvSpPr>
            <p:cNvPr id="37" name="tx37"/>
            <p:cNvSpPr/>
            <p:nvPr/>
          </p:nvSpPr>
          <p:spPr>
            <a:xfrm rot="-5400000">
              <a:off x="68446" y="3848213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817517" y="1896563"/>
              <a:ext cx="6385163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subHR per 10 % decline: 2.35 (1.33-4.17), p = 0.003  |  per IQR decline (Δ = 25.8 %): 9.11 (2.08-39.88)  |  IQR: [-10.6, 15.2] %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817517" y="1669789"/>
              <a:ext cx="2067001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Immune-related AE &amp; Other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2026-10-09T15:07:23Z</dcterms:modified>
  <cp:category/>
</cp:coreProperties>
</file>