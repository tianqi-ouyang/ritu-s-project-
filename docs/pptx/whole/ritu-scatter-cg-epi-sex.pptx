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2416610" y="3096586"/>
              <a:ext cx="6134949" cy="1718363"/>
            </a:xfrm>
            <a:custGeom>
              <a:avLst/>
              <a:pathLst>
                <a:path w="6134949" h="1718363">
                  <a:moveTo>
                    <a:pt x="0" y="1598587"/>
                  </a:moveTo>
                  <a:lnTo>
                    <a:pt x="77657" y="1580779"/>
                  </a:lnTo>
                  <a:lnTo>
                    <a:pt x="155315" y="1562954"/>
                  </a:lnTo>
                  <a:lnTo>
                    <a:pt x="232972" y="1545110"/>
                  </a:lnTo>
                  <a:lnTo>
                    <a:pt x="310630" y="1527247"/>
                  </a:lnTo>
                  <a:lnTo>
                    <a:pt x="388287" y="1509361"/>
                  </a:lnTo>
                  <a:lnTo>
                    <a:pt x="465945" y="1491451"/>
                  </a:lnTo>
                  <a:lnTo>
                    <a:pt x="543603" y="1473513"/>
                  </a:lnTo>
                  <a:lnTo>
                    <a:pt x="621260" y="1455546"/>
                  </a:lnTo>
                  <a:lnTo>
                    <a:pt x="698918" y="1437545"/>
                  </a:lnTo>
                  <a:lnTo>
                    <a:pt x="776575" y="1419507"/>
                  </a:lnTo>
                  <a:lnTo>
                    <a:pt x="854233" y="1401428"/>
                  </a:lnTo>
                  <a:lnTo>
                    <a:pt x="931891" y="1383304"/>
                  </a:lnTo>
                  <a:lnTo>
                    <a:pt x="1009548" y="1365128"/>
                  </a:lnTo>
                  <a:lnTo>
                    <a:pt x="1087206" y="1346895"/>
                  </a:lnTo>
                  <a:lnTo>
                    <a:pt x="1164863" y="1328600"/>
                  </a:lnTo>
                  <a:lnTo>
                    <a:pt x="1242521" y="1310234"/>
                  </a:lnTo>
                  <a:lnTo>
                    <a:pt x="1320179" y="1291791"/>
                  </a:lnTo>
                  <a:lnTo>
                    <a:pt x="1397836" y="1273261"/>
                  </a:lnTo>
                  <a:lnTo>
                    <a:pt x="1475494" y="1254637"/>
                  </a:lnTo>
                  <a:lnTo>
                    <a:pt x="1553151" y="1235909"/>
                  </a:lnTo>
                  <a:lnTo>
                    <a:pt x="1630809" y="1217069"/>
                  </a:lnTo>
                  <a:lnTo>
                    <a:pt x="1708466" y="1198108"/>
                  </a:lnTo>
                  <a:lnTo>
                    <a:pt x="1786124" y="1179019"/>
                  </a:lnTo>
                  <a:lnTo>
                    <a:pt x="1863782" y="1159793"/>
                  </a:lnTo>
                  <a:lnTo>
                    <a:pt x="1941439" y="1140427"/>
                  </a:lnTo>
                  <a:lnTo>
                    <a:pt x="2019097" y="1120918"/>
                  </a:lnTo>
                  <a:lnTo>
                    <a:pt x="2096754" y="1101262"/>
                  </a:lnTo>
                  <a:lnTo>
                    <a:pt x="2174412" y="1081463"/>
                  </a:lnTo>
                  <a:lnTo>
                    <a:pt x="2252070" y="1061523"/>
                  </a:lnTo>
                  <a:lnTo>
                    <a:pt x="2329727" y="1041447"/>
                  </a:lnTo>
                  <a:lnTo>
                    <a:pt x="2407385" y="1021241"/>
                  </a:lnTo>
                  <a:lnTo>
                    <a:pt x="2485042" y="1000914"/>
                  </a:lnTo>
                  <a:lnTo>
                    <a:pt x="2562700" y="980474"/>
                  </a:lnTo>
                  <a:lnTo>
                    <a:pt x="2640358" y="959930"/>
                  </a:lnTo>
                  <a:lnTo>
                    <a:pt x="2718015" y="939291"/>
                  </a:lnTo>
                  <a:lnTo>
                    <a:pt x="2795673" y="918565"/>
                  </a:lnTo>
                  <a:lnTo>
                    <a:pt x="2873330" y="897761"/>
                  </a:lnTo>
                  <a:lnTo>
                    <a:pt x="2950988" y="876886"/>
                  </a:lnTo>
                  <a:lnTo>
                    <a:pt x="3028646" y="855947"/>
                  </a:lnTo>
                  <a:lnTo>
                    <a:pt x="3106303" y="834952"/>
                  </a:lnTo>
                  <a:lnTo>
                    <a:pt x="3183961" y="813905"/>
                  </a:lnTo>
                  <a:lnTo>
                    <a:pt x="3261618" y="792812"/>
                  </a:lnTo>
                  <a:lnTo>
                    <a:pt x="3339276" y="771677"/>
                  </a:lnTo>
                  <a:lnTo>
                    <a:pt x="3416933" y="750505"/>
                  </a:lnTo>
                  <a:lnTo>
                    <a:pt x="3494591" y="729300"/>
                  </a:lnTo>
                  <a:lnTo>
                    <a:pt x="3572249" y="708064"/>
                  </a:lnTo>
                  <a:lnTo>
                    <a:pt x="3649906" y="686801"/>
                  </a:lnTo>
                  <a:lnTo>
                    <a:pt x="3727564" y="665513"/>
                  </a:lnTo>
                  <a:lnTo>
                    <a:pt x="3805221" y="644203"/>
                  </a:lnTo>
                  <a:lnTo>
                    <a:pt x="3882879" y="622873"/>
                  </a:lnTo>
                  <a:lnTo>
                    <a:pt x="3960537" y="601524"/>
                  </a:lnTo>
                  <a:lnTo>
                    <a:pt x="4038194" y="580158"/>
                  </a:lnTo>
                  <a:lnTo>
                    <a:pt x="4115852" y="558776"/>
                  </a:lnTo>
                  <a:lnTo>
                    <a:pt x="4193509" y="537381"/>
                  </a:lnTo>
                  <a:lnTo>
                    <a:pt x="4271167" y="515972"/>
                  </a:lnTo>
                  <a:lnTo>
                    <a:pt x="4348825" y="494552"/>
                  </a:lnTo>
                  <a:lnTo>
                    <a:pt x="4426482" y="473121"/>
                  </a:lnTo>
                  <a:lnTo>
                    <a:pt x="4504140" y="451680"/>
                  </a:lnTo>
                  <a:lnTo>
                    <a:pt x="4581797" y="430229"/>
                  </a:lnTo>
                  <a:lnTo>
                    <a:pt x="4659455" y="408770"/>
                  </a:lnTo>
                  <a:lnTo>
                    <a:pt x="4737113" y="387303"/>
                  </a:lnTo>
                  <a:lnTo>
                    <a:pt x="4814770" y="365828"/>
                  </a:lnTo>
                  <a:lnTo>
                    <a:pt x="4892428" y="344347"/>
                  </a:lnTo>
                  <a:lnTo>
                    <a:pt x="4970085" y="322859"/>
                  </a:lnTo>
                  <a:lnTo>
                    <a:pt x="5047743" y="301365"/>
                  </a:lnTo>
                  <a:lnTo>
                    <a:pt x="5125400" y="279866"/>
                  </a:lnTo>
                  <a:lnTo>
                    <a:pt x="5203058" y="258361"/>
                  </a:lnTo>
                  <a:lnTo>
                    <a:pt x="5280716" y="236852"/>
                  </a:lnTo>
                  <a:lnTo>
                    <a:pt x="5358373" y="215338"/>
                  </a:lnTo>
                  <a:lnTo>
                    <a:pt x="5436031" y="193820"/>
                  </a:lnTo>
                  <a:lnTo>
                    <a:pt x="5513688" y="172297"/>
                  </a:lnTo>
                  <a:lnTo>
                    <a:pt x="5591346" y="150771"/>
                  </a:lnTo>
                  <a:lnTo>
                    <a:pt x="5669004" y="129242"/>
                  </a:lnTo>
                  <a:lnTo>
                    <a:pt x="5746661" y="107709"/>
                  </a:lnTo>
                  <a:lnTo>
                    <a:pt x="5824319" y="86172"/>
                  </a:lnTo>
                  <a:lnTo>
                    <a:pt x="5901976" y="64633"/>
                  </a:lnTo>
                  <a:lnTo>
                    <a:pt x="5979634" y="43091"/>
                  </a:lnTo>
                  <a:lnTo>
                    <a:pt x="6057292" y="21547"/>
                  </a:lnTo>
                  <a:lnTo>
                    <a:pt x="6134949" y="0"/>
                  </a:lnTo>
                  <a:lnTo>
                    <a:pt x="6134949" y="222114"/>
                  </a:lnTo>
                  <a:lnTo>
                    <a:pt x="6057292" y="239742"/>
                  </a:lnTo>
                  <a:lnTo>
                    <a:pt x="5979634" y="257372"/>
                  </a:lnTo>
                  <a:lnTo>
                    <a:pt x="5901976" y="275005"/>
                  </a:lnTo>
                  <a:lnTo>
                    <a:pt x="5824319" y="292641"/>
                  </a:lnTo>
                  <a:lnTo>
                    <a:pt x="5746661" y="310280"/>
                  </a:lnTo>
                  <a:lnTo>
                    <a:pt x="5669004" y="327922"/>
                  </a:lnTo>
                  <a:lnTo>
                    <a:pt x="5591346" y="345568"/>
                  </a:lnTo>
                  <a:lnTo>
                    <a:pt x="5513688" y="363217"/>
                  </a:lnTo>
                  <a:lnTo>
                    <a:pt x="5436031" y="380870"/>
                  </a:lnTo>
                  <a:lnTo>
                    <a:pt x="5358373" y="398527"/>
                  </a:lnTo>
                  <a:lnTo>
                    <a:pt x="5280716" y="416188"/>
                  </a:lnTo>
                  <a:lnTo>
                    <a:pt x="5203058" y="433854"/>
                  </a:lnTo>
                  <a:lnTo>
                    <a:pt x="5125400" y="451524"/>
                  </a:lnTo>
                  <a:lnTo>
                    <a:pt x="5047743" y="469200"/>
                  </a:lnTo>
                  <a:lnTo>
                    <a:pt x="4970085" y="486881"/>
                  </a:lnTo>
                  <a:lnTo>
                    <a:pt x="4892428" y="504569"/>
                  </a:lnTo>
                  <a:lnTo>
                    <a:pt x="4814770" y="522262"/>
                  </a:lnTo>
                  <a:lnTo>
                    <a:pt x="4737113" y="539963"/>
                  </a:lnTo>
                  <a:lnTo>
                    <a:pt x="4659455" y="557671"/>
                  </a:lnTo>
                  <a:lnTo>
                    <a:pt x="4581797" y="575387"/>
                  </a:lnTo>
                  <a:lnTo>
                    <a:pt x="4504140" y="593112"/>
                  </a:lnTo>
                  <a:lnTo>
                    <a:pt x="4426482" y="610845"/>
                  </a:lnTo>
                  <a:lnTo>
                    <a:pt x="4348825" y="628589"/>
                  </a:lnTo>
                  <a:lnTo>
                    <a:pt x="4271167" y="646344"/>
                  </a:lnTo>
                  <a:lnTo>
                    <a:pt x="4193509" y="664111"/>
                  </a:lnTo>
                  <a:lnTo>
                    <a:pt x="4115852" y="681891"/>
                  </a:lnTo>
                  <a:lnTo>
                    <a:pt x="4038194" y="699685"/>
                  </a:lnTo>
                  <a:lnTo>
                    <a:pt x="3960537" y="717494"/>
                  </a:lnTo>
                  <a:lnTo>
                    <a:pt x="3882879" y="735320"/>
                  </a:lnTo>
                  <a:lnTo>
                    <a:pt x="3805221" y="753165"/>
                  </a:lnTo>
                  <a:lnTo>
                    <a:pt x="3727564" y="771030"/>
                  </a:lnTo>
                  <a:lnTo>
                    <a:pt x="3649906" y="788917"/>
                  </a:lnTo>
                  <a:lnTo>
                    <a:pt x="3572249" y="806829"/>
                  </a:lnTo>
                  <a:lnTo>
                    <a:pt x="3494591" y="824769"/>
                  </a:lnTo>
                  <a:lnTo>
                    <a:pt x="3416933" y="842738"/>
                  </a:lnTo>
                  <a:lnTo>
                    <a:pt x="3339276" y="860742"/>
                  </a:lnTo>
                  <a:lnTo>
                    <a:pt x="3261618" y="878782"/>
                  </a:lnTo>
                  <a:lnTo>
                    <a:pt x="3183961" y="896864"/>
                  </a:lnTo>
                  <a:lnTo>
                    <a:pt x="3106303" y="914992"/>
                  </a:lnTo>
                  <a:lnTo>
                    <a:pt x="3028646" y="933172"/>
                  </a:lnTo>
                  <a:lnTo>
                    <a:pt x="2950988" y="951408"/>
                  </a:lnTo>
                  <a:lnTo>
                    <a:pt x="2873330" y="969709"/>
                  </a:lnTo>
                  <a:lnTo>
                    <a:pt x="2795673" y="988079"/>
                  </a:lnTo>
                  <a:lnTo>
                    <a:pt x="2718015" y="1006529"/>
                  </a:lnTo>
                  <a:lnTo>
                    <a:pt x="2640358" y="1025065"/>
                  </a:lnTo>
                  <a:lnTo>
                    <a:pt x="2562700" y="1043696"/>
                  </a:lnTo>
                  <a:lnTo>
                    <a:pt x="2485042" y="1062431"/>
                  </a:lnTo>
                  <a:lnTo>
                    <a:pt x="2407385" y="1081279"/>
                  </a:lnTo>
                  <a:lnTo>
                    <a:pt x="2329727" y="1100249"/>
                  </a:lnTo>
                  <a:lnTo>
                    <a:pt x="2252070" y="1119348"/>
                  </a:lnTo>
                  <a:lnTo>
                    <a:pt x="2174412" y="1138583"/>
                  </a:lnTo>
                  <a:lnTo>
                    <a:pt x="2096754" y="1157959"/>
                  </a:lnTo>
                  <a:lnTo>
                    <a:pt x="2019097" y="1177479"/>
                  </a:lnTo>
                  <a:lnTo>
                    <a:pt x="1941439" y="1197144"/>
                  </a:lnTo>
                  <a:lnTo>
                    <a:pt x="1863782" y="1216953"/>
                  </a:lnTo>
                  <a:lnTo>
                    <a:pt x="1786124" y="1236903"/>
                  </a:lnTo>
                  <a:lnTo>
                    <a:pt x="1708466" y="1256988"/>
                  </a:lnTo>
                  <a:lnTo>
                    <a:pt x="1630809" y="1277203"/>
                  </a:lnTo>
                  <a:lnTo>
                    <a:pt x="1553151" y="1297538"/>
                  </a:lnTo>
                  <a:lnTo>
                    <a:pt x="1475494" y="1317985"/>
                  </a:lnTo>
                  <a:lnTo>
                    <a:pt x="1397836" y="1338536"/>
                  </a:lnTo>
                  <a:lnTo>
                    <a:pt x="1320179" y="1359182"/>
                  </a:lnTo>
                  <a:lnTo>
                    <a:pt x="1242521" y="1379913"/>
                  </a:lnTo>
                  <a:lnTo>
                    <a:pt x="1164863" y="1400723"/>
                  </a:lnTo>
                  <a:lnTo>
                    <a:pt x="1087206" y="1421602"/>
                  </a:lnTo>
                  <a:lnTo>
                    <a:pt x="1009548" y="1442545"/>
                  </a:lnTo>
                  <a:lnTo>
                    <a:pt x="931891" y="1463545"/>
                  </a:lnTo>
                  <a:lnTo>
                    <a:pt x="854233" y="1484595"/>
                  </a:lnTo>
                  <a:lnTo>
                    <a:pt x="776575" y="1505691"/>
                  </a:lnTo>
                  <a:lnTo>
                    <a:pt x="698918" y="1526828"/>
                  </a:lnTo>
                  <a:lnTo>
                    <a:pt x="621260" y="1548003"/>
                  </a:lnTo>
                  <a:lnTo>
                    <a:pt x="543603" y="1569210"/>
                  </a:lnTo>
                  <a:lnTo>
                    <a:pt x="465945" y="1590448"/>
                  </a:lnTo>
                  <a:lnTo>
                    <a:pt x="388287" y="1611713"/>
                  </a:lnTo>
                  <a:lnTo>
                    <a:pt x="310630" y="1633002"/>
                  </a:lnTo>
                  <a:lnTo>
                    <a:pt x="232972" y="1654314"/>
                  </a:lnTo>
                  <a:lnTo>
                    <a:pt x="155315" y="1675646"/>
                  </a:lnTo>
                  <a:lnTo>
                    <a:pt x="77657" y="1696996"/>
                  </a:lnTo>
                  <a:lnTo>
                    <a:pt x="0" y="1718363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096586"/>
              <a:ext cx="6134949" cy="1598587"/>
            </a:xfrm>
            <a:custGeom>
              <a:avLst/>
              <a:pathLst>
                <a:path w="6134949" h="1598587">
                  <a:moveTo>
                    <a:pt x="0" y="1598587"/>
                  </a:moveTo>
                  <a:lnTo>
                    <a:pt x="77657" y="1580779"/>
                  </a:lnTo>
                  <a:lnTo>
                    <a:pt x="155315" y="1562954"/>
                  </a:lnTo>
                  <a:lnTo>
                    <a:pt x="232972" y="1545110"/>
                  </a:lnTo>
                  <a:lnTo>
                    <a:pt x="310630" y="1527247"/>
                  </a:lnTo>
                  <a:lnTo>
                    <a:pt x="388287" y="1509361"/>
                  </a:lnTo>
                  <a:lnTo>
                    <a:pt x="465945" y="1491451"/>
                  </a:lnTo>
                  <a:lnTo>
                    <a:pt x="543603" y="1473513"/>
                  </a:lnTo>
                  <a:lnTo>
                    <a:pt x="621260" y="1455546"/>
                  </a:lnTo>
                  <a:lnTo>
                    <a:pt x="698918" y="1437545"/>
                  </a:lnTo>
                  <a:lnTo>
                    <a:pt x="776575" y="1419507"/>
                  </a:lnTo>
                  <a:lnTo>
                    <a:pt x="854233" y="1401428"/>
                  </a:lnTo>
                  <a:lnTo>
                    <a:pt x="931891" y="1383304"/>
                  </a:lnTo>
                  <a:lnTo>
                    <a:pt x="1009548" y="1365128"/>
                  </a:lnTo>
                  <a:lnTo>
                    <a:pt x="1087206" y="1346895"/>
                  </a:lnTo>
                  <a:lnTo>
                    <a:pt x="1164863" y="1328600"/>
                  </a:lnTo>
                  <a:lnTo>
                    <a:pt x="1242521" y="1310234"/>
                  </a:lnTo>
                  <a:lnTo>
                    <a:pt x="1320179" y="1291791"/>
                  </a:lnTo>
                  <a:lnTo>
                    <a:pt x="1397836" y="1273261"/>
                  </a:lnTo>
                  <a:lnTo>
                    <a:pt x="1475494" y="1254637"/>
                  </a:lnTo>
                  <a:lnTo>
                    <a:pt x="1553151" y="1235909"/>
                  </a:lnTo>
                  <a:lnTo>
                    <a:pt x="1630809" y="1217069"/>
                  </a:lnTo>
                  <a:lnTo>
                    <a:pt x="1708466" y="1198108"/>
                  </a:lnTo>
                  <a:lnTo>
                    <a:pt x="1786124" y="1179019"/>
                  </a:lnTo>
                  <a:lnTo>
                    <a:pt x="1863782" y="1159793"/>
                  </a:lnTo>
                  <a:lnTo>
                    <a:pt x="1941439" y="1140427"/>
                  </a:lnTo>
                  <a:lnTo>
                    <a:pt x="2019097" y="1120918"/>
                  </a:lnTo>
                  <a:lnTo>
                    <a:pt x="2096754" y="1101262"/>
                  </a:lnTo>
                  <a:lnTo>
                    <a:pt x="2174412" y="1081463"/>
                  </a:lnTo>
                  <a:lnTo>
                    <a:pt x="2252070" y="1061523"/>
                  </a:lnTo>
                  <a:lnTo>
                    <a:pt x="2329727" y="1041447"/>
                  </a:lnTo>
                  <a:lnTo>
                    <a:pt x="2407385" y="1021241"/>
                  </a:lnTo>
                  <a:lnTo>
                    <a:pt x="2485042" y="1000914"/>
                  </a:lnTo>
                  <a:lnTo>
                    <a:pt x="2562700" y="980474"/>
                  </a:lnTo>
                  <a:lnTo>
                    <a:pt x="2640358" y="959930"/>
                  </a:lnTo>
                  <a:lnTo>
                    <a:pt x="2718015" y="939291"/>
                  </a:lnTo>
                  <a:lnTo>
                    <a:pt x="2795673" y="918565"/>
                  </a:lnTo>
                  <a:lnTo>
                    <a:pt x="2873330" y="897761"/>
                  </a:lnTo>
                  <a:lnTo>
                    <a:pt x="2950988" y="876886"/>
                  </a:lnTo>
                  <a:lnTo>
                    <a:pt x="3028646" y="855947"/>
                  </a:lnTo>
                  <a:lnTo>
                    <a:pt x="3106303" y="834952"/>
                  </a:lnTo>
                  <a:lnTo>
                    <a:pt x="3183961" y="813905"/>
                  </a:lnTo>
                  <a:lnTo>
                    <a:pt x="3261618" y="792812"/>
                  </a:lnTo>
                  <a:lnTo>
                    <a:pt x="3339276" y="771677"/>
                  </a:lnTo>
                  <a:lnTo>
                    <a:pt x="3416933" y="750505"/>
                  </a:lnTo>
                  <a:lnTo>
                    <a:pt x="3494591" y="729300"/>
                  </a:lnTo>
                  <a:lnTo>
                    <a:pt x="3572249" y="708064"/>
                  </a:lnTo>
                  <a:lnTo>
                    <a:pt x="3649906" y="686801"/>
                  </a:lnTo>
                  <a:lnTo>
                    <a:pt x="3727564" y="665513"/>
                  </a:lnTo>
                  <a:lnTo>
                    <a:pt x="3805221" y="644203"/>
                  </a:lnTo>
                  <a:lnTo>
                    <a:pt x="3882879" y="622873"/>
                  </a:lnTo>
                  <a:lnTo>
                    <a:pt x="3960537" y="601524"/>
                  </a:lnTo>
                  <a:lnTo>
                    <a:pt x="4038194" y="580158"/>
                  </a:lnTo>
                  <a:lnTo>
                    <a:pt x="4115852" y="558776"/>
                  </a:lnTo>
                  <a:lnTo>
                    <a:pt x="4193509" y="537381"/>
                  </a:lnTo>
                  <a:lnTo>
                    <a:pt x="4271167" y="515972"/>
                  </a:lnTo>
                  <a:lnTo>
                    <a:pt x="4348825" y="494552"/>
                  </a:lnTo>
                  <a:lnTo>
                    <a:pt x="4426482" y="473121"/>
                  </a:lnTo>
                  <a:lnTo>
                    <a:pt x="4504140" y="451680"/>
                  </a:lnTo>
                  <a:lnTo>
                    <a:pt x="4581797" y="430229"/>
                  </a:lnTo>
                  <a:lnTo>
                    <a:pt x="4659455" y="408770"/>
                  </a:lnTo>
                  <a:lnTo>
                    <a:pt x="4737113" y="387303"/>
                  </a:lnTo>
                  <a:lnTo>
                    <a:pt x="4814770" y="365828"/>
                  </a:lnTo>
                  <a:lnTo>
                    <a:pt x="4892428" y="344347"/>
                  </a:lnTo>
                  <a:lnTo>
                    <a:pt x="4970085" y="322859"/>
                  </a:lnTo>
                  <a:lnTo>
                    <a:pt x="5047743" y="301365"/>
                  </a:lnTo>
                  <a:lnTo>
                    <a:pt x="5125400" y="279866"/>
                  </a:lnTo>
                  <a:lnTo>
                    <a:pt x="5203058" y="258361"/>
                  </a:lnTo>
                  <a:lnTo>
                    <a:pt x="5280716" y="236852"/>
                  </a:lnTo>
                  <a:lnTo>
                    <a:pt x="5358373" y="215338"/>
                  </a:lnTo>
                  <a:lnTo>
                    <a:pt x="5436031" y="193820"/>
                  </a:lnTo>
                  <a:lnTo>
                    <a:pt x="5513688" y="172297"/>
                  </a:lnTo>
                  <a:lnTo>
                    <a:pt x="5591346" y="150771"/>
                  </a:lnTo>
                  <a:lnTo>
                    <a:pt x="5669004" y="129242"/>
                  </a:lnTo>
                  <a:lnTo>
                    <a:pt x="5746661" y="107709"/>
                  </a:lnTo>
                  <a:lnTo>
                    <a:pt x="5824319" y="86172"/>
                  </a:lnTo>
                  <a:lnTo>
                    <a:pt x="5901976" y="64633"/>
                  </a:lnTo>
                  <a:lnTo>
                    <a:pt x="5979634" y="43091"/>
                  </a:lnTo>
                  <a:lnTo>
                    <a:pt x="6057292" y="215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318700"/>
              <a:ext cx="6134949" cy="1496249"/>
            </a:xfrm>
            <a:custGeom>
              <a:avLst/>
              <a:pathLst>
                <a:path w="6134949" h="1496249">
                  <a:moveTo>
                    <a:pt x="6134949" y="0"/>
                  </a:moveTo>
                  <a:lnTo>
                    <a:pt x="6057292" y="17627"/>
                  </a:lnTo>
                  <a:lnTo>
                    <a:pt x="5979634" y="35258"/>
                  </a:lnTo>
                  <a:lnTo>
                    <a:pt x="5901976" y="52891"/>
                  </a:lnTo>
                  <a:lnTo>
                    <a:pt x="5824319" y="70527"/>
                  </a:lnTo>
                  <a:lnTo>
                    <a:pt x="5746661" y="88166"/>
                  </a:lnTo>
                  <a:lnTo>
                    <a:pt x="5669004" y="105808"/>
                  </a:lnTo>
                  <a:lnTo>
                    <a:pt x="5591346" y="123454"/>
                  </a:lnTo>
                  <a:lnTo>
                    <a:pt x="5513688" y="141103"/>
                  </a:lnTo>
                  <a:lnTo>
                    <a:pt x="5436031" y="158756"/>
                  </a:lnTo>
                  <a:lnTo>
                    <a:pt x="5358373" y="176413"/>
                  </a:lnTo>
                  <a:lnTo>
                    <a:pt x="5280716" y="194074"/>
                  </a:lnTo>
                  <a:lnTo>
                    <a:pt x="5203058" y="211739"/>
                  </a:lnTo>
                  <a:lnTo>
                    <a:pt x="5125400" y="229410"/>
                  </a:lnTo>
                  <a:lnTo>
                    <a:pt x="5047743" y="247086"/>
                  </a:lnTo>
                  <a:lnTo>
                    <a:pt x="4970085" y="264767"/>
                  </a:lnTo>
                  <a:lnTo>
                    <a:pt x="4892428" y="282455"/>
                  </a:lnTo>
                  <a:lnTo>
                    <a:pt x="4814770" y="300148"/>
                  </a:lnTo>
                  <a:lnTo>
                    <a:pt x="4737113" y="317849"/>
                  </a:lnTo>
                  <a:lnTo>
                    <a:pt x="4659455" y="335557"/>
                  </a:lnTo>
                  <a:lnTo>
                    <a:pt x="4581797" y="353273"/>
                  </a:lnTo>
                  <a:lnTo>
                    <a:pt x="4504140" y="370997"/>
                  </a:lnTo>
                  <a:lnTo>
                    <a:pt x="4426482" y="388731"/>
                  </a:lnTo>
                  <a:lnTo>
                    <a:pt x="4348825" y="406475"/>
                  </a:lnTo>
                  <a:lnTo>
                    <a:pt x="4271167" y="424230"/>
                  </a:lnTo>
                  <a:lnTo>
                    <a:pt x="4193509" y="441997"/>
                  </a:lnTo>
                  <a:lnTo>
                    <a:pt x="4115852" y="459777"/>
                  </a:lnTo>
                  <a:lnTo>
                    <a:pt x="4038194" y="477570"/>
                  </a:lnTo>
                  <a:lnTo>
                    <a:pt x="3960537" y="495380"/>
                  </a:lnTo>
                  <a:lnTo>
                    <a:pt x="3882879" y="513206"/>
                  </a:lnTo>
                  <a:lnTo>
                    <a:pt x="3805221" y="531050"/>
                  </a:lnTo>
                  <a:lnTo>
                    <a:pt x="3727564" y="548915"/>
                  </a:lnTo>
                  <a:lnTo>
                    <a:pt x="3649906" y="566803"/>
                  </a:lnTo>
                  <a:lnTo>
                    <a:pt x="3572249" y="584715"/>
                  </a:lnTo>
                  <a:lnTo>
                    <a:pt x="3494591" y="602654"/>
                  </a:lnTo>
                  <a:lnTo>
                    <a:pt x="3416933" y="620624"/>
                  </a:lnTo>
                  <a:lnTo>
                    <a:pt x="3339276" y="638627"/>
                  </a:lnTo>
                  <a:lnTo>
                    <a:pt x="3261618" y="656668"/>
                  </a:lnTo>
                  <a:lnTo>
                    <a:pt x="3183961" y="674750"/>
                  </a:lnTo>
                  <a:lnTo>
                    <a:pt x="3106303" y="692878"/>
                  </a:lnTo>
                  <a:lnTo>
                    <a:pt x="3028646" y="711057"/>
                  </a:lnTo>
                  <a:lnTo>
                    <a:pt x="2950988" y="729294"/>
                  </a:lnTo>
                  <a:lnTo>
                    <a:pt x="2873330" y="747594"/>
                  </a:lnTo>
                  <a:lnTo>
                    <a:pt x="2795673" y="765965"/>
                  </a:lnTo>
                  <a:lnTo>
                    <a:pt x="2718015" y="784415"/>
                  </a:lnTo>
                  <a:lnTo>
                    <a:pt x="2640358" y="802951"/>
                  </a:lnTo>
                  <a:lnTo>
                    <a:pt x="2562700" y="821582"/>
                  </a:lnTo>
                  <a:lnTo>
                    <a:pt x="2485042" y="840317"/>
                  </a:lnTo>
                  <a:lnTo>
                    <a:pt x="2407385" y="859165"/>
                  </a:lnTo>
                  <a:lnTo>
                    <a:pt x="2329727" y="878135"/>
                  </a:lnTo>
                  <a:lnTo>
                    <a:pt x="2252070" y="897234"/>
                  </a:lnTo>
                  <a:lnTo>
                    <a:pt x="2174412" y="916468"/>
                  </a:lnTo>
                  <a:lnTo>
                    <a:pt x="2096754" y="935844"/>
                  </a:lnTo>
                  <a:lnTo>
                    <a:pt x="2019097" y="955364"/>
                  </a:lnTo>
                  <a:lnTo>
                    <a:pt x="1941439" y="975030"/>
                  </a:lnTo>
                  <a:lnTo>
                    <a:pt x="1863782" y="994839"/>
                  </a:lnTo>
                  <a:lnTo>
                    <a:pt x="1786124" y="1014789"/>
                  </a:lnTo>
                  <a:lnTo>
                    <a:pt x="1708466" y="1034874"/>
                  </a:lnTo>
                  <a:lnTo>
                    <a:pt x="1630809" y="1055088"/>
                  </a:lnTo>
                  <a:lnTo>
                    <a:pt x="1553151" y="1075424"/>
                  </a:lnTo>
                  <a:lnTo>
                    <a:pt x="1475494" y="1095871"/>
                  </a:lnTo>
                  <a:lnTo>
                    <a:pt x="1397836" y="1116422"/>
                  </a:lnTo>
                  <a:lnTo>
                    <a:pt x="1320179" y="1137068"/>
                  </a:lnTo>
                  <a:lnTo>
                    <a:pt x="1242521" y="1157799"/>
                  </a:lnTo>
                  <a:lnTo>
                    <a:pt x="1164863" y="1178609"/>
                  </a:lnTo>
                  <a:lnTo>
                    <a:pt x="1087206" y="1199488"/>
                  </a:lnTo>
                  <a:lnTo>
                    <a:pt x="1009548" y="1220431"/>
                  </a:lnTo>
                  <a:lnTo>
                    <a:pt x="931891" y="1241430"/>
                  </a:lnTo>
                  <a:lnTo>
                    <a:pt x="854233" y="1262481"/>
                  </a:lnTo>
                  <a:lnTo>
                    <a:pt x="776575" y="1283577"/>
                  </a:lnTo>
                  <a:lnTo>
                    <a:pt x="698918" y="1304714"/>
                  </a:lnTo>
                  <a:lnTo>
                    <a:pt x="621260" y="1325889"/>
                  </a:lnTo>
                  <a:lnTo>
                    <a:pt x="543603" y="1347096"/>
                  </a:lnTo>
                  <a:lnTo>
                    <a:pt x="465945" y="1368334"/>
                  </a:lnTo>
                  <a:lnTo>
                    <a:pt x="388287" y="1389599"/>
                  </a:lnTo>
                  <a:lnTo>
                    <a:pt x="310630" y="1410888"/>
                  </a:lnTo>
                  <a:lnTo>
                    <a:pt x="232972" y="1432200"/>
                  </a:lnTo>
                  <a:lnTo>
                    <a:pt x="155315" y="1453532"/>
                  </a:lnTo>
                  <a:lnTo>
                    <a:pt x="77657" y="1474882"/>
                  </a:lnTo>
                  <a:lnTo>
                    <a:pt x="0" y="1496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2416610" y="3207643"/>
              <a:ext cx="6134949" cy="1547418"/>
            </a:xfrm>
            <a:custGeom>
              <a:avLst/>
              <a:pathLst>
                <a:path w="6134949" h="1547418">
                  <a:moveTo>
                    <a:pt x="0" y="1547418"/>
                  </a:moveTo>
                  <a:lnTo>
                    <a:pt x="77657" y="1527830"/>
                  </a:lnTo>
                  <a:lnTo>
                    <a:pt x="155315" y="1508243"/>
                  </a:lnTo>
                  <a:lnTo>
                    <a:pt x="232972" y="1488655"/>
                  </a:lnTo>
                  <a:lnTo>
                    <a:pt x="310630" y="1469068"/>
                  </a:lnTo>
                  <a:lnTo>
                    <a:pt x="388287" y="1449480"/>
                  </a:lnTo>
                  <a:lnTo>
                    <a:pt x="465945" y="1429892"/>
                  </a:lnTo>
                  <a:lnTo>
                    <a:pt x="543603" y="1410305"/>
                  </a:lnTo>
                  <a:lnTo>
                    <a:pt x="621260" y="1390717"/>
                  </a:lnTo>
                  <a:lnTo>
                    <a:pt x="698918" y="1371130"/>
                  </a:lnTo>
                  <a:lnTo>
                    <a:pt x="776575" y="1351542"/>
                  </a:lnTo>
                  <a:lnTo>
                    <a:pt x="854233" y="1331955"/>
                  </a:lnTo>
                  <a:lnTo>
                    <a:pt x="931891" y="1312367"/>
                  </a:lnTo>
                  <a:lnTo>
                    <a:pt x="1009548" y="1292779"/>
                  </a:lnTo>
                  <a:lnTo>
                    <a:pt x="1087206" y="1273192"/>
                  </a:lnTo>
                  <a:lnTo>
                    <a:pt x="1164863" y="1253604"/>
                  </a:lnTo>
                  <a:lnTo>
                    <a:pt x="1242521" y="1234017"/>
                  </a:lnTo>
                  <a:lnTo>
                    <a:pt x="1320179" y="1214429"/>
                  </a:lnTo>
                  <a:lnTo>
                    <a:pt x="1397836" y="1194842"/>
                  </a:lnTo>
                  <a:lnTo>
                    <a:pt x="1475494" y="1175254"/>
                  </a:lnTo>
                  <a:lnTo>
                    <a:pt x="1553151" y="1155666"/>
                  </a:lnTo>
                  <a:lnTo>
                    <a:pt x="1630809" y="1136079"/>
                  </a:lnTo>
                  <a:lnTo>
                    <a:pt x="1708466" y="1116491"/>
                  </a:lnTo>
                  <a:lnTo>
                    <a:pt x="1786124" y="1096904"/>
                  </a:lnTo>
                  <a:lnTo>
                    <a:pt x="1863782" y="1077316"/>
                  </a:lnTo>
                  <a:lnTo>
                    <a:pt x="1941439" y="1057729"/>
                  </a:lnTo>
                  <a:lnTo>
                    <a:pt x="2019097" y="1038141"/>
                  </a:lnTo>
                  <a:lnTo>
                    <a:pt x="2096754" y="1018553"/>
                  </a:lnTo>
                  <a:lnTo>
                    <a:pt x="2174412" y="998966"/>
                  </a:lnTo>
                  <a:lnTo>
                    <a:pt x="2252070" y="979378"/>
                  </a:lnTo>
                  <a:lnTo>
                    <a:pt x="2329727" y="959791"/>
                  </a:lnTo>
                  <a:lnTo>
                    <a:pt x="2407385" y="940203"/>
                  </a:lnTo>
                  <a:lnTo>
                    <a:pt x="2485042" y="920616"/>
                  </a:lnTo>
                  <a:lnTo>
                    <a:pt x="2562700" y="901028"/>
                  </a:lnTo>
                  <a:lnTo>
                    <a:pt x="2640358" y="881440"/>
                  </a:lnTo>
                  <a:lnTo>
                    <a:pt x="2718015" y="861853"/>
                  </a:lnTo>
                  <a:lnTo>
                    <a:pt x="2795673" y="842265"/>
                  </a:lnTo>
                  <a:lnTo>
                    <a:pt x="2873330" y="822678"/>
                  </a:lnTo>
                  <a:lnTo>
                    <a:pt x="2950988" y="803090"/>
                  </a:lnTo>
                  <a:lnTo>
                    <a:pt x="3028646" y="783502"/>
                  </a:lnTo>
                  <a:lnTo>
                    <a:pt x="3106303" y="763915"/>
                  </a:lnTo>
                  <a:lnTo>
                    <a:pt x="3183961" y="744327"/>
                  </a:lnTo>
                  <a:lnTo>
                    <a:pt x="3261618" y="724740"/>
                  </a:lnTo>
                  <a:lnTo>
                    <a:pt x="3339276" y="705152"/>
                  </a:lnTo>
                  <a:lnTo>
                    <a:pt x="3416933" y="685565"/>
                  </a:lnTo>
                  <a:lnTo>
                    <a:pt x="3494591" y="665977"/>
                  </a:lnTo>
                  <a:lnTo>
                    <a:pt x="3572249" y="646389"/>
                  </a:lnTo>
                  <a:lnTo>
                    <a:pt x="3649906" y="626802"/>
                  </a:lnTo>
                  <a:lnTo>
                    <a:pt x="3727564" y="607214"/>
                  </a:lnTo>
                  <a:lnTo>
                    <a:pt x="3805221" y="587627"/>
                  </a:lnTo>
                  <a:lnTo>
                    <a:pt x="3882879" y="568039"/>
                  </a:lnTo>
                  <a:lnTo>
                    <a:pt x="3960537" y="548452"/>
                  </a:lnTo>
                  <a:lnTo>
                    <a:pt x="4038194" y="528864"/>
                  </a:lnTo>
                  <a:lnTo>
                    <a:pt x="4115852" y="509276"/>
                  </a:lnTo>
                  <a:lnTo>
                    <a:pt x="4193509" y="489689"/>
                  </a:lnTo>
                  <a:lnTo>
                    <a:pt x="4271167" y="470101"/>
                  </a:lnTo>
                  <a:lnTo>
                    <a:pt x="4348825" y="450514"/>
                  </a:lnTo>
                  <a:lnTo>
                    <a:pt x="4426482" y="430926"/>
                  </a:lnTo>
                  <a:lnTo>
                    <a:pt x="4504140" y="411339"/>
                  </a:lnTo>
                  <a:lnTo>
                    <a:pt x="4581797" y="391751"/>
                  </a:lnTo>
                  <a:lnTo>
                    <a:pt x="4659455" y="372163"/>
                  </a:lnTo>
                  <a:lnTo>
                    <a:pt x="4737113" y="352576"/>
                  </a:lnTo>
                  <a:lnTo>
                    <a:pt x="4814770" y="332988"/>
                  </a:lnTo>
                  <a:lnTo>
                    <a:pt x="4892428" y="313401"/>
                  </a:lnTo>
                  <a:lnTo>
                    <a:pt x="4970085" y="293813"/>
                  </a:lnTo>
                  <a:lnTo>
                    <a:pt x="5047743" y="274226"/>
                  </a:lnTo>
                  <a:lnTo>
                    <a:pt x="5125400" y="254638"/>
                  </a:lnTo>
                  <a:lnTo>
                    <a:pt x="5203058" y="235050"/>
                  </a:lnTo>
                  <a:lnTo>
                    <a:pt x="5280716" y="215463"/>
                  </a:lnTo>
                  <a:lnTo>
                    <a:pt x="5358373" y="195875"/>
                  </a:lnTo>
                  <a:lnTo>
                    <a:pt x="5436031" y="176288"/>
                  </a:lnTo>
                  <a:lnTo>
                    <a:pt x="5513688" y="156700"/>
                  </a:lnTo>
                  <a:lnTo>
                    <a:pt x="5591346" y="137113"/>
                  </a:lnTo>
                  <a:lnTo>
                    <a:pt x="5669004" y="117525"/>
                  </a:lnTo>
                  <a:lnTo>
                    <a:pt x="5746661" y="97937"/>
                  </a:lnTo>
                  <a:lnTo>
                    <a:pt x="5824319" y="78350"/>
                  </a:lnTo>
                  <a:lnTo>
                    <a:pt x="5901976" y="58762"/>
                  </a:lnTo>
                  <a:lnTo>
                    <a:pt x="5979634" y="39175"/>
                  </a:lnTo>
                  <a:lnTo>
                    <a:pt x="6057292" y="1958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+35.2   (R² = 0.66)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pt36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tx37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5" name="tx37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323 (Female 188,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2026-08-17T08:26:33Z</dcterms:modified>
  <cp:category/>
</cp:coreProperties>
</file>