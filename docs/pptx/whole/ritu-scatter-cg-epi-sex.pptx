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9356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43702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68049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92395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62952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07346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51740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396134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571835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81529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4058759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3302221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2545683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90755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35149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79543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23937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68332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5565628" y="42092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828172" y="40777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538061" y="45726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833619" y="42675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095198" y="38833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609000" y="485166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938592" y="43763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865818" y="45855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20214" y="40777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481633" y="45023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635187" y="41576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943095" y="45040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428339" y="43483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757871" y="44314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6078890" y="41410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544743" y="41308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6405691" y="37545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280870" y="45460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832869" y="42695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694711" y="42496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7133915" y="37060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675440" y="39269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863678" y="44449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015557" y="45500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6093904" y="36571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691789" y="45023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2989285" y="43431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5064241" y="3842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732460" y="41657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350781" y="41119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789853" y="46504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906980" y="40398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080134" y="41459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997079" y="43748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2796328" y="47802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4322005" y="4104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517297" y="41307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001601" y="45998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98937" y="41321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098979" y="45110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039019" y="43404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160910" y="478430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6535533" y="40783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090675" y="48213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317292" y="44018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841622" y="41360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6211059" y="37505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6146643" y="33315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358834" y="37708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252091" y="40565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102212" y="42821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789726" y="44499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099094" y="43433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157919" y="34488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035441" y="37043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527054" y="40690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488845" y="43576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424979" y="46690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432574" y="43305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184822" y="46106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419139" y="41583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000972" y="40051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336636" y="44416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239720" y="43496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246787" y="43419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641405" y="40524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397657" y="44424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937643" y="45887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838069" y="41753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4706312" y="38413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732274" y="41061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725068" y="46729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390429" y="47419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175304" y="39279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989839" y="39457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564789" y="42871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301215" y="42095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278979" y="45472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249976" y="43555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5224068" y="39551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5263012" y="40533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653167" y="43363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4753924" y="44104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4344132" y="38449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709095" y="43170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4084771" y="41212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083549" y="46661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4680202" y="41209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706179" y="48856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234291" y="39194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6456892" y="34979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415603" y="44422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056725" y="41767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784012" y="44194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107847" y="44521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3466387" y="42588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4076219" y="4071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5113159" y="39126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291611" y="44185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3520444" y="42152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438829" y="45525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184626" y="3949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4260751" y="44063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770370" y="37054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079143" y="45106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4907453" y="38880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5172299" y="38742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888710" y="3900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3947009" y="40874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8223735" y="33703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886955" y="4913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2579773" y="50082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726428" y="43989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5752354" y="34364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3648120" y="42182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4907638" y="4124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5445402" y="37526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5070462" y="40774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660226" y="49839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4977096" y="40818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244681" y="37891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247597" y="42151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5363004" y="40580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532263" y="44898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5075231" y="41835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4140031" y="44330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173324" y="460324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3263540" y="43812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422060" y="43203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5036679" y="44320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4670718" y="40179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3686949" y="45711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3484271" y="46217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7404184" y="34628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4961684" y="40141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830792" y="41883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673596" y="37143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3540553" y="45042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4357171" y="39708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430745" y="50805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870217" y="43651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455133" y="41288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4658103" y="42653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148069" y="49987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6390244" y="3368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525760" y="41220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317017" y="45020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729721" y="40545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3712382" y="42386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500165" y="42910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5062046" y="40626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2923662" y="45385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4258381" y="43683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3558480" y="42978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6302276" y="35686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4928516" y="40604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3903347" y="41793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5933635" y="34802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112313" y="45794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4018953" y="41935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615613" y="37462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5048280" y="37343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5346422" y="41236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495765" y="41366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5221771" y="40203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986922" y="37691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595593" y="41200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7190853" y="40636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5343925" y="36574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7138911" y="34912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4896694" y="38734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4664468" y="38949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5460198" y="45681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2709978" y="48268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814714" y="41769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5039064" y="39396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940186" y="49748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510806" y="45061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079407" y="38753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3164005" y="46238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958685" y="4582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4272347" y="42419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3815884" y="46316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381329" y="42245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4810021" y="40608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5445227" y="41135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753650" y="41002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819749" y="41961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4075832" y="44361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5899524" y="36089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4791956" y="44204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989742" y="38962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365688" y="47629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441632" y="41665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2449572" y="48013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461700" y="43530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3122420" y="48233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103132" y="40246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079333" y="48026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4670581" y="42697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4857006" y="40067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4883146" y="39979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622871" y="43707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089052" y="42894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192932" y="44930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5187657" y="37405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5145853" y="38150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4184287" y="44205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3873497" y="45574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5606129" y="37925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259435" y="40733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6565755" y="34747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6470738" y="347174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5314110" y="39100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816547" y="42555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6683267" y="391546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4575112" y="40958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4808348" y="40218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5598082" y="37916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769842" y="40574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5330324" y="40745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338979" y="3829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6100827" y="40356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738309" y="41335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3891734" y="40736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4361511" y="41653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4865222" y="40054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328087" y="43033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074097" y="42076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3154123" y="47238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3747111" y="42765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5558617" y="41273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5215231" y="43375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3012844" y="47825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405570" y="447797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4968388" y="3856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3384938" y="45825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6311465" y="32517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5652347" y="41459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5944383" y="3813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4322819" y="39814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5798063" y="42371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5866002" y="36632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7741311" y="40017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752415" y="42458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770014" y="40529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3022283" y="45870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6463059" y="37841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866429" y="42718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4365951" y="42686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5400208" y="40471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5208705" y="39713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5232657" y="34885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6837987" y="36475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5024921" y="39680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3398233" y="4133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231451" y="49458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5029089" y="40973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5003127" y="36752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5501312" y="41574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3882660" y="43256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139322" y="449007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099475" y="43159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4997152" y="40998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5307403" y="36972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579621" y="40390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5586558" y="36146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3763559" y="43807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4714195" y="39370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909438" y="46435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4378218" y="45324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4982280" y="40216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792526" y="43548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2999069" y="46659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3703277" y="43263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4430918" y="40131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065313" y="41556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310907" y="42973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4231188" y="45223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8525379" y="32786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3244920" y="50510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4170501" y="41387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6836029" y="34776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1959486" y="52864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946447" y="4356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5569703" y="39455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3427486" y="4494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3284888" y="45123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262898" y="39068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6167787" y="38581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7219475" y="33499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4330855" y="41703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5185187" y="36229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7466442" y="32709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3330638" y="44505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6563966" y="36288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3563892" y="45876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442326" y="42993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3649724" y="41071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480252" y="39332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4728098" y="39697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506217" y="43456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3661753" y="43391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4067386" y="43290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4879701" y="38679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636871" y="35009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3363158" y="43882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4288728" y="39993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5010711" y="37273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4261651" y="38715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6844867" y="33900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6158917" y="34378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6719082" y="37570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4724363" y="39862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5592269" y="40308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7169781" y="33593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4011295" y="40912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4344990" y="41885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243085" y="42481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611603" y="41250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6329442" y="39318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5096619" y="41030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416610" y="3100101"/>
              <a:ext cx="6134949" cy="1710447"/>
            </a:xfrm>
            <a:custGeom>
              <a:avLst/>
              <a:pathLst>
                <a:path w="6134949" h="1710447">
                  <a:moveTo>
                    <a:pt x="0" y="1591020"/>
                  </a:moveTo>
                  <a:lnTo>
                    <a:pt x="77657" y="1573294"/>
                  </a:lnTo>
                  <a:lnTo>
                    <a:pt x="155315" y="1555551"/>
                  </a:lnTo>
                  <a:lnTo>
                    <a:pt x="232972" y="1537790"/>
                  </a:lnTo>
                  <a:lnTo>
                    <a:pt x="310630" y="1520009"/>
                  </a:lnTo>
                  <a:lnTo>
                    <a:pt x="388287" y="1502206"/>
                  </a:lnTo>
                  <a:lnTo>
                    <a:pt x="465945" y="1484379"/>
                  </a:lnTo>
                  <a:lnTo>
                    <a:pt x="543603" y="1466524"/>
                  </a:lnTo>
                  <a:lnTo>
                    <a:pt x="621260" y="1448640"/>
                  </a:lnTo>
                  <a:lnTo>
                    <a:pt x="698918" y="1430723"/>
                  </a:lnTo>
                  <a:lnTo>
                    <a:pt x="776575" y="1412769"/>
                  </a:lnTo>
                  <a:lnTo>
                    <a:pt x="854233" y="1394774"/>
                  </a:lnTo>
                  <a:lnTo>
                    <a:pt x="931891" y="1376734"/>
                  </a:lnTo>
                  <a:lnTo>
                    <a:pt x="1009548" y="1358644"/>
                  </a:lnTo>
                  <a:lnTo>
                    <a:pt x="1087206" y="1340497"/>
                  </a:lnTo>
                  <a:lnTo>
                    <a:pt x="1164863" y="1322288"/>
                  </a:lnTo>
                  <a:lnTo>
                    <a:pt x="1242521" y="1304009"/>
                  </a:lnTo>
                  <a:lnTo>
                    <a:pt x="1320179" y="1285653"/>
                  </a:lnTo>
                  <a:lnTo>
                    <a:pt x="1397836" y="1267212"/>
                  </a:lnTo>
                  <a:lnTo>
                    <a:pt x="1475494" y="1248677"/>
                  </a:lnTo>
                  <a:lnTo>
                    <a:pt x="1553151" y="1230040"/>
                  </a:lnTo>
                  <a:lnTo>
                    <a:pt x="1630809" y="1211292"/>
                  </a:lnTo>
                  <a:lnTo>
                    <a:pt x="1708466" y="1192424"/>
                  </a:lnTo>
                  <a:lnTo>
                    <a:pt x="1786124" y="1173428"/>
                  </a:lnTo>
                  <a:lnTo>
                    <a:pt x="1863782" y="1154297"/>
                  </a:lnTo>
                  <a:lnTo>
                    <a:pt x="1941439" y="1135027"/>
                  </a:lnTo>
                  <a:lnTo>
                    <a:pt x="2019097" y="1115615"/>
                  </a:lnTo>
                  <a:lnTo>
                    <a:pt x="2096754" y="1096057"/>
                  </a:lnTo>
                  <a:lnTo>
                    <a:pt x="2174412" y="1076357"/>
                  </a:lnTo>
                  <a:lnTo>
                    <a:pt x="2252070" y="1056516"/>
                  </a:lnTo>
                  <a:lnTo>
                    <a:pt x="2329727" y="1036539"/>
                  </a:lnTo>
                  <a:lnTo>
                    <a:pt x="2407385" y="1016434"/>
                  </a:lnTo>
                  <a:lnTo>
                    <a:pt x="2485042" y="996208"/>
                  </a:lnTo>
                  <a:lnTo>
                    <a:pt x="2562700" y="975868"/>
                  </a:lnTo>
                  <a:lnTo>
                    <a:pt x="2640358" y="955425"/>
                  </a:lnTo>
                  <a:lnTo>
                    <a:pt x="2718015" y="934887"/>
                  </a:lnTo>
                  <a:lnTo>
                    <a:pt x="2795673" y="914262"/>
                  </a:lnTo>
                  <a:lnTo>
                    <a:pt x="2873330" y="893558"/>
                  </a:lnTo>
                  <a:lnTo>
                    <a:pt x="2950988" y="872784"/>
                  </a:lnTo>
                  <a:lnTo>
                    <a:pt x="3028646" y="851947"/>
                  </a:lnTo>
                  <a:lnTo>
                    <a:pt x="3106303" y="831052"/>
                  </a:lnTo>
                  <a:lnTo>
                    <a:pt x="3183961" y="810105"/>
                  </a:lnTo>
                  <a:lnTo>
                    <a:pt x="3261618" y="789112"/>
                  </a:lnTo>
                  <a:lnTo>
                    <a:pt x="3339276" y="768078"/>
                  </a:lnTo>
                  <a:lnTo>
                    <a:pt x="3416933" y="747007"/>
                  </a:lnTo>
                  <a:lnTo>
                    <a:pt x="3494591" y="725902"/>
                  </a:lnTo>
                  <a:lnTo>
                    <a:pt x="3572249" y="704766"/>
                  </a:lnTo>
                  <a:lnTo>
                    <a:pt x="3649906" y="683604"/>
                  </a:lnTo>
                  <a:lnTo>
                    <a:pt x="3727564" y="662416"/>
                  </a:lnTo>
                  <a:lnTo>
                    <a:pt x="3805221" y="641206"/>
                  </a:lnTo>
                  <a:lnTo>
                    <a:pt x="3882879" y="619976"/>
                  </a:lnTo>
                  <a:lnTo>
                    <a:pt x="3960537" y="598727"/>
                  </a:lnTo>
                  <a:lnTo>
                    <a:pt x="4038194" y="577461"/>
                  </a:lnTo>
                  <a:lnTo>
                    <a:pt x="4115852" y="556179"/>
                  </a:lnTo>
                  <a:lnTo>
                    <a:pt x="4193509" y="534884"/>
                  </a:lnTo>
                  <a:lnTo>
                    <a:pt x="4271167" y="513576"/>
                  </a:lnTo>
                  <a:lnTo>
                    <a:pt x="4348825" y="492255"/>
                  </a:lnTo>
                  <a:lnTo>
                    <a:pt x="4426482" y="470924"/>
                  </a:lnTo>
                  <a:lnTo>
                    <a:pt x="4504140" y="449583"/>
                  </a:lnTo>
                  <a:lnTo>
                    <a:pt x="4581797" y="428232"/>
                  </a:lnTo>
                  <a:lnTo>
                    <a:pt x="4659455" y="406873"/>
                  </a:lnTo>
                  <a:lnTo>
                    <a:pt x="4737113" y="385506"/>
                  </a:lnTo>
                  <a:lnTo>
                    <a:pt x="4814770" y="364131"/>
                  </a:lnTo>
                  <a:lnTo>
                    <a:pt x="4892428" y="342749"/>
                  </a:lnTo>
                  <a:lnTo>
                    <a:pt x="4970085" y="321361"/>
                  </a:lnTo>
                  <a:lnTo>
                    <a:pt x="5047743" y="299968"/>
                  </a:lnTo>
                  <a:lnTo>
                    <a:pt x="5125400" y="278568"/>
                  </a:lnTo>
                  <a:lnTo>
                    <a:pt x="5203058" y="257163"/>
                  </a:lnTo>
                  <a:lnTo>
                    <a:pt x="5280716" y="235754"/>
                  </a:lnTo>
                  <a:lnTo>
                    <a:pt x="5358373" y="214340"/>
                  </a:lnTo>
                  <a:lnTo>
                    <a:pt x="5436031" y="192921"/>
                  </a:lnTo>
                  <a:lnTo>
                    <a:pt x="5513688" y="171499"/>
                  </a:lnTo>
                  <a:lnTo>
                    <a:pt x="5591346" y="150072"/>
                  </a:lnTo>
                  <a:lnTo>
                    <a:pt x="5669004" y="128643"/>
                  </a:lnTo>
                  <a:lnTo>
                    <a:pt x="5746661" y="107209"/>
                  </a:lnTo>
                  <a:lnTo>
                    <a:pt x="5824319" y="85773"/>
                  </a:lnTo>
                  <a:lnTo>
                    <a:pt x="5901976" y="64334"/>
                  </a:lnTo>
                  <a:lnTo>
                    <a:pt x="5979634" y="42892"/>
                  </a:lnTo>
                  <a:lnTo>
                    <a:pt x="6057292" y="21447"/>
                  </a:lnTo>
                  <a:lnTo>
                    <a:pt x="6134949" y="0"/>
                  </a:lnTo>
                  <a:lnTo>
                    <a:pt x="6134949" y="220889"/>
                  </a:lnTo>
                  <a:lnTo>
                    <a:pt x="6057292" y="238436"/>
                  </a:lnTo>
                  <a:lnTo>
                    <a:pt x="5979634" y="255986"/>
                  </a:lnTo>
                  <a:lnTo>
                    <a:pt x="5901976" y="273539"/>
                  </a:lnTo>
                  <a:lnTo>
                    <a:pt x="5824319" y="291094"/>
                  </a:lnTo>
                  <a:lnTo>
                    <a:pt x="5746661" y="308652"/>
                  </a:lnTo>
                  <a:lnTo>
                    <a:pt x="5669004" y="326214"/>
                  </a:lnTo>
                  <a:lnTo>
                    <a:pt x="5591346" y="343779"/>
                  </a:lnTo>
                  <a:lnTo>
                    <a:pt x="5513688" y="361347"/>
                  </a:lnTo>
                  <a:lnTo>
                    <a:pt x="5436031" y="378919"/>
                  </a:lnTo>
                  <a:lnTo>
                    <a:pt x="5358373" y="396496"/>
                  </a:lnTo>
                  <a:lnTo>
                    <a:pt x="5280716" y="414076"/>
                  </a:lnTo>
                  <a:lnTo>
                    <a:pt x="5203058" y="431661"/>
                  </a:lnTo>
                  <a:lnTo>
                    <a:pt x="5125400" y="449251"/>
                  </a:lnTo>
                  <a:lnTo>
                    <a:pt x="5047743" y="466846"/>
                  </a:lnTo>
                  <a:lnTo>
                    <a:pt x="4970085" y="484447"/>
                  </a:lnTo>
                  <a:lnTo>
                    <a:pt x="4892428" y="502054"/>
                  </a:lnTo>
                  <a:lnTo>
                    <a:pt x="4814770" y="519667"/>
                  </a:lnTo>
                  <a:lnTo>
                    <a:pt x="4737113" y="537287"/>
                  </a:lnTo>
                  <a:lnTo>
                    <a:pt x="4659455" y="554914"/>
                  </a:lnTo>
                  <a:lnTo>
                    <a:pt x="4581797" y="572550"/>
                  </a:lnTo>
                  <a:lnTo>
                    <a:pt x="4504140" y="590194"/>
                  </a:lnTo>
                  <a:lnTo>
                    <a:pt x="4426482" y="607847"/>
                  </a:lnTo>
                  <a:lnTo>
                    <a:pt x="4348825" y="625511"/>
                  </a:lnTo>
                  <a:lnTo>
                    <a:pt x="4271167" y="643185"/>
                  </a:lnTo>
                  <a:lnTo>
                    <a:pt x="4193509" y="660871"/>
                  </a:lnTo>
                  <a:lnTo>
                    <a:pt x="4115852" y="678570"/>
                  </a:lnTo>
                  <a:lnTo>
                    <a:pt x="4038194" y="696284"/>
                  </a:lnTo>
                  <a:lnTo>
                    <a:pt x="3960537" y="714013"/>
                  </a:lnTo>
                  <a:lnTo>
                    <a:pt x="3882879" y="731758"/>
                  </a:lnTo>
                  <a:lnTo>
                    <a:pt x="3805221" y="749523"/>
                  </a:lnTo>
                  <a:lnTo>
                    <a:pt x="3727564" y="767307"/>
                  </a:lnTo>
                  <a:lnTo>
                    <a:pt x="3649906" y="785114"/>
                  </a:lnTo>
                  <a:lnTo>
                    <a:pt x="3572249" y="802946"/>
                  </a:lnTo>
                  <a:lnTo>
                    <a:pt x="3494591" y="820806"/>
                  </a:lnTo>
                  <a:lnTo>
                    <a:pt x="3416933" y="838695"/>
                  </a:lnTo>
                  <a:lnTo>
                    <a:pt x="3339276" y="856618"/>
                  </a:lnTo>
                  <a:lnTo>
                    <a:pt x="3261618" y="874579"/>
                  </a:lnTo>
                  <a:lnTo>
                    <a:pt x="3183961" y="892581"/>
                  </a:lnTo>
                  <a:lnTo>
                    <a:pt x="3106303" y="910629"/>
                  </a:lnTo>
                  <a:lnTo>
                    <a:pt x="3028646" y="928729"/>
                  </a:lnTo>
                  <a:lnTo>
                    <a:pt x="2950988" y="946886"/>
                  </a:lnTo>
                  <a:lnTo>
                    <a:pt x="2873330" y="965106"/>
                  </a:lnTo>
                  <a:lnTo>
                    <a:pt x="2795673" y="983397"/>
                  </a:lnTo>
                  <a:lnTo>
                    <a:pt x="2718015" y="1001767"/>
                  </a:lnTo>
                  <a:lnTo>
                    <a:pt x="2640358" y="1020223"/>
                  </a:lnTo>
                  <a:lnTo>
                    <a:pt x="2562700" y="1038775"/>
                  </a:lnTo>
                  <a:lnTo>
                    <a:pt x="2485042" y="1057430"/>
                  </a:lnTo>
                  <a:lnTo>
                    <a:pt x="2407385" y="1076198"/>
                  </a:lnTo>
                  <a:lnTo>
                    <a:pt x="2329727" y="1095088"/>
                  </a:lnTo>
                  <a:lnTo>
                    <a:pt x="2252070" y="1114106"/>
                  </a:lnTo>
                  <a:lnTo>
                    <a:pt x="2174412" y="1133260"/>
                  </a:lnTo>
                  <a:lnTo>
                    <a:pt x="2096754" y="1152554"/>
                  </a:lnTo>
                  <a:lnTo>
                    <a:pt x="2019097" y="1171991"/>
                  </a:lnTo>
                  <a:lnTo>
                    <a:pt x="1941439" y="1191573"/>
                  </a:lnTo>
                  <a:lnTo>
                    <a:pt x="1863782" y="1211298"/>
                  </a:lnTo>
                  <a:lnTo>
                    <a:pt x="1786124" y="1231162"/>
                  </a:lnTo>
                  <a:lnTo>
                    <a:pt x="1708466" y="1251161"/>
                  </a:lnTo>
                  <a:lnTo>
                    <a:pt x="1630809" y="1271287"/>
                  </a:lnTo>
                  <a:lnTo>
                    <a:pt x="1553151" y="1291534"/>
                  </a:lnTo>
                  <a:lnTo>
                    <a:pt x="1475494" y="1311891"/>
                  </a:lnTo>
                  <a:lnTo>
                    <a:pt x="1397836" y="1332351"/>
                  </a:lnTo>
                  <a:lnTo>
                    <a:pt x="1320179" y="1352905"/>
                  </a:lnTo>
                  <a:lnTo>
                    <a:pt x="1242521" y="1373544"/>
                  </a:lnTo>
                  <a:lnTo>
                    <a:pt x="1164863" y="1394260"/>
                  </a:lnTo>
                  <a:lnTo>
                    <a:pt x="1087206" y="1415045"/>
                  </a:lnTo>
                  <a:lnTo>
                    <a:pt x="1009548" y="1435893"/>
                  </a:lnTo>
                  <a:lnTo>
                    <a:pt x="931891" y="1456797"/>
                  </a:lnTo>
                  <a:lnTo>
                    <a:pt x="854233" y="1477752"/>
                  </a:lnTo>
                  <a:lnTo>
                    <a:pt x="776575" y="1498752"/>
                  </a:lnTo>
                  <a:lnTo>
                    <a:pt x="698918" y="1519792"/>
                  </a:lnTo>
                  <a:lnTo>
                    <a:pt x="621260" y="1540870"/>
                  </a:lnTo>
                  <a:lnTo>
                    <a:pt x="543603" y="1561980"/>
                  </a:lnTo>
                  <a:lnTo>
                    <a:pt x="465945" y="1583121"/>
                  </a:lnTo>
                  <a:lnTo>
                    <a:pt x="388287" y="1604288"/>
                  </a:lnTo>
                  <a:lnTo>
                    <a:pt x="310630" y="1625479"/>
                  </a:lnTo>
                  <a:lnTo>
                    <a:pt x="232972" y="1646693"/>
                  </a:lnTo>
                  <a:lnTo>
                    <a:pt x="155315" y="1667927"/>
                  </a:lnTo>
                  <a:lnTo>
                    <a:pt x="77657" y="1689178"/>
                  </a:lnTo>
                  <a:lnTo>
                    <a:pt x="0" y="1710447"/>
                  </a:lnTo>
                  <a:close/>
                </a:path>
              </a:pathLst>
            </a:custGeom>
            <a:solidFill>
              <a:srgbClr val="E31A1C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2416610" y="3100101"/>
              <a:ext cx="6134949" cy="1591020"/>
            </a:xfrm>
            <a:custGeom>
              <a:avLst/>
              <a:pathLst>
                <a:path w="6134949" h="1591020">
                  <a:moveTo>
                    <a:pt x="0" y="1591020"/>
                  </a:moveTo>
                  <a:lnTo>
                    <a:pt x="77657" y="1573294"/>
                  </a:lnTo>
                  <a:lnTo>
                    <a:pt x="155315" y="1555551"/>
                  </a:lnTo>
                  <a:lnTo>
                    <a:pt x="232972" y="1537790"/>
                  </a:lnTo>
                  <a:lnTo>
                    <a:pt x="310630" y="1520009"/>
                  </a:lnTo>
                  <a:lnTo>
                    <a:pt x="388287" y="1502206"/>
                  </a:lnTo>
                  <a:lnTo>
                    <a:pt x="465945" y="1484379"/>
                  </a:lnTo>
                  <a:lnTo>
                    <a:pt x="543603" y="1466524"/>
                  </a:lnTo>
                  <a:lnTo>
                    <a:pt x="621260" y="1448640"/>
                  </a:lnTo>
                  <a:lnTo>
                    <a:pt x="698918" y="1430723"/>
                  </a:lnTo>
                  <a:lnTo>
                    <a:pt x="776575" y="1412769"/>
                  </a:lnTo>
                  <a:lnTo>
                    <a:pt x="854233" y="1394774"/>
                  </a:lnTo>
                  <a:lnTo>
                    <a:pt x="931891" y="1376734"/>
                  </a:lnTo>
                  <a:lnTo>
                    <a:pt x="1009548" y="1358644"/>
                  </a:lnTo>
                  <a:lnTo>
                    <a:pt x="1087206" y="1340497"/>
                  </a:lnTo>
                  <a:lnTo>
                    <a:pt x="1164863" y="1322288"/>
                  </a:lnTo>
                  <a:lnTo>
                    <a:pt x="1242521" y="1304009"/>
                  </a:lnTo>
                  <a:lnTo>
                    <a:pt x="1320179" y="1285653"/>
                  </a:lnTo>
                  <a:lnTo>
                    <a:pt x="1397836" y="1267212"/>
                  </a:lnTo>
                  <a:lnTo>
                    <a:pt x="1475494" y="1248677"/>
                  </a:lnTo>
                  <a:lnTo>
                    <a:pt x="1553151" y="1230040"/>
                  </a:lnTo>
                  <a:lnTo>
                    <a:pt x="1630809" y="1211292"/>
                  </a:lnTo>
                  <a:lnTo>
                    <a:pt x="1708466" y="1192424"/>
                  </a:lnTo>
                  <a:lnTo>
                    <a:pt x="1786124" y="1173428"/>
                  </a:lnTo>
                  <a:lnTo>
                    <a:pt x="1863782" y="1154297"/>
                  </a:lnTo>
                  <a:lnTo>
                    <a:pt x="1941439" y="1135027"/>
                  </a:lnTo>
                  <a:lnTo>
                    <a:pt x="2019097" y="1115615"/>
                  </a:lnTo>
                  <a:lnTo>
                    <a:pt x="2096754" y="1096057"/>
                  </a:lnTo>
                  <a:lnTo>
                    <a:pt x="2174412" y="1076357"/>
                  </a:lnTo>
                  <a:lnTo>
                    <a:pt x="2252070" y="1056516"/>
                  </a:lnTo>
                  <a:lnTo>
                    <a:pt x="2329727" y="1036539"/>
                  </a:lnTo>
                  <a:lnTo>
                    <a:pt x="2407385" y="1016434"/>
                  </a:lnTo>
                  <a:lnTo>
                    <a:pt x="2485042" y="996208"/>
                  </a:lnTo>
                  <a:lnTo>
                    <a:pt x="2562700" y="975868"/>
                  </a:lnTo>
                  <a:lnTo>
                    <a:pt x="2640358" y="955425"/>
                  </a:lnTo>
                  <a:lnTo>
                    <a:pt x="2718015" y="934887"/>
                  </a:lnTo>
                  <a:lnTo>
                    <a:pt x="2795673" y="914262"/>
                  </a:lnTo>
                  <a:lnTo>
                    <a:pt x="2873330" y="893558"/>
                  </a:lnTo>
                  <a:lnTo>
                    <a:pt x="2950988" y="872784"/>
                  </a:lnTo>
                  <a:lnTo>
                    <a:pt x="3028646" y="851947"/>
                  </a:lnTo>
                  <a:lnTo>
                    <a:pt x="3106303" y="831052"/>
                  </a:lnTo>
                  <a:lnTo>
                    <a:pt x="3183961" y="810105"/>
                  </a:lnTo>
                  <a:lnTo>
                    <a:pt x="3261618" y="789112"/>
                  </a:lnTo>
                  <a:lnTo>
                    <a:pt x="3339276" y="768078"/>
                  </a:lnTo>
                  <a:lnTo>
                    <a:pt x="3416933" y="747007"/>
                  </a:lnTo>
                  <a:lnTo>
                    <a:pt x="3494591" y="725902"/>
                  </a:lnTo>
                  <a:lnTo>
                    <a:pt x="3572249" y="704766"/>
                  </a:lnTo>
                  <a:lnTo>
                    <a:pt x="3649906" y="683604"/>
                  </a:lnTo>
                  <a:lnTo>
                    <a:pt x="3727564" y="662416"/>
                  </a:lnTo>
                  <a:lnTo>
                    <a:pt x="3805221" y="641206"/>
                  </a:lnTo>
                  <a:lnTo>
                    <a:pt x="3882879" y="619976"/>
                  </a:lnTo>
                  <a:lnTo>
                    <a:pt x="3960537" y="598727"/>
                  </a:lnTo>
                  <a:lnTo>
                    <a:pt x="4038194" y="577461"/>
                  </a:lnTo>
                  <a:lnTo>
                    <a:pt x="4115852" y="556179"/>
                  </a:lnTo>
                  <a:lnTo>
                    <a:pt x="4193509" y="534884"/>
                  </a:lnTo>
                  <a:lnTo>
                    <a:pt x="4271167" y="513576"/>
                  </a:lnTo>
                  <a:lnTo>
                    <a:pt x="4348825" y="492255"/>
                  </a:lnTo>
                  <a:lnTo>
                    <a:pt x="4426482" y="470924"/>
                  </a:lnTo>
                  <a:lnTo>
                    <a:pt x="4504140" y="449583"/>
                  </a:lnTo>
                  <a:lnTo>
                    <a:pt x="4581797" y="428232"/>
                  </a:lnTo>
                  <a:lnTo>
                    <a:pt x="4659455" y="406873"/>
                  </a:lnTo>
                  <a:lnTo>
                    <a:pt x="4737113" y="385506"/>
                  </a:lnTo>
                  <a:lnTo>
                    <a:pt x="4814770" y="364131"/>
                  </a:lnTo>
                  <a:lnTo>
                    <a:pt x="4892428" y="342749"/>
                  </a:lnTo>
                  <a:lnTo>
                    <a:pt x="4970085" y="321361"/>
                  </a:lnTo>
                  <a:lnTo>
                    <a:pt x="5047743" y="299968"/>
                  </a:lnTo>
                  <a:lnTo>
                    <a:pt x="5125400" y="278568"/>
                  </a:lnTo>
                  <a:lnTo>
                    <a:pt x="5203058" y="257163"/>
                  </a:lnTo>
                  <a:lnTo>
                    <a:pt x="5280716" y="235754"/>
                  </a:lnTo>
                  <a:lnTo>
                    <a:pt x="5358373" y="214340"/>
                  </a:lnTo>
                  <a:lnTo>
                    <a:pt x="5436031" y="192921"/>
                  </a:lnTo>
                  <a:lnTo>
                    <a:pt x="5513688" y="171499"/>
                  </a:lnTo>
                  <a:lnTo>
                    <a:pt x="5591346" y="150072"/>
                  </a:lnTo>
                  <a:lnTo>
                    <a:pt x="5669004" y="128643"/>
                  </a:lnTo>
                  <a:lnTo>
                    <a:pt x="5746661" y="107209"/>
                  </a:lnTo>
                  <a:lnTo>
                    <a:pt x="5824319" y="85773"/>
                  </a:lnTo>
                  <a:lnTo>
                    <a:pt x="5901976" y="64334"/>
                  </a:lnTo>
                  <a:lnTo>
                    <a:pt x="5979634" y="42892"/>
                  </a:lnTo>
                  <a:lnTo>
                    <a:pt x="6057292" y="21447"/>
                  </a:lnTo>
                  <a:lnTo>
                    <a:pt x="613494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2416610" y="3320991"/>
              <a:ext cx="6134949" cy="1489557"/>
            </a:xfrm>
            <a:custGeom>
              <a:avLst/>
              <a:pathLst>
                <a:path w="6134949" h="1489557">
                  <a:moveTo>
                    <a:pt x="6134949" y="0"/>
                  </a:moveTo>
                  <a:lnTo>
                    <a:pt x="6057292" y="17547"/>
                  </a:lnTo>
                  <a:lnTo>
                    <a:pt x="5979634" y="35097"/>
                  </a:lnTo>
                  <a:lnTo>
                    <a:pt x="5901976" y="52649"/>
                  </a:lnTo>
                  <a:lnTo>
                    <a:pt x="5824319" y="70204"/>
                  </a:lnTo>
                  <a:lnTo>
                    <a:pt x="5746661" y="87763"/>
                  </a:lnTo>
                  <a:lnTo>
                    <a:pt x="5669004" y="105324"/>
                  </a:lnTo>
                  <a:lnTo>
                    <a:pt x="5591346" y="122889"/>
                  </a:lnTo>
                  <a:lnTo>
                    <a:pt x="5513688" y="140458"/>
                  </a:lnTo>
                  <a:lnTo>
                    <a:pt x="5436031" y="158030"/>
                  </a:lnTo>
                  <a:lnTo>
                    <a:pt x="5358373" y="175606"/>
                  </a:lnTo>
                  <a:lnTo>
                    <a:pt x="5280716" y="193187"/>
                  </a:lnTo>
                  <a:lnTo>
                    <a:pt x="5203058" y="210772"/>
                  </a:lnTo>
                  <a:lnTo>
                    <a:pt x="5125400" y="228362"/>
                  </a:lnTo>
                  <a:lnTo>
                    <a:pt x="5047743" y="245957"/>
                  </a:lnTo>
                  <a:lnTo>
                    <a:pt x="4970085" y="263558"/>
                  </a:lnTo>
                  <a:lnTo>
                    <a:pt x="4892428" y="281164"/>
                  </a:lnTo>
                  <a:lnTo>
                    <a:pt x="4814770" y="298777"/>
                  </a:lnTo>
                  <a:lnTo>
                    <a:pt x="4737113" y="316397"/>
                  </a:lnTo>
                  <a:lnTo>
                    <a:pt x="4659455" y="334025"/>
                  </a:lnTo>
                  <a:lnTo>
                    <a:pt x="4581797" y="351660"/>
                  </a:lnTo>
                  <a:lnTo>
                    <a:pt x="4504140" y="369304"/>
                  </a:lnTo>
                  <a:lnTo>
                    <a:pt x="4426482" y="386958"/>
                  </a:lnTo>
                  <a:lnTo>
                    <a:pt x="4348825" y="404621"/>
                  </a:lnTo>
                  <a:lnTo>
                    <a:pt x="4271167" y="422295"/>
                  </a:lnTo>
                  <a:lnTo>
                    <a:pt x="4193509" y="439982"/>
                  </a:lnTo>
                  <a:lnTo>
                    <a:pt x="4115852" y="457681"/>
                  </a:lnTo>
                  <a:lnTo>
                    <a:pt x="4038194" y="475394"/>
                  </a:lnTo>
                  <a:lnTo>
                    <a:pt x="3960537" y="493123"/>
                  </a:lnTo>
                  <a:lnTo>
                    <a:pt x="3882879" y="510869"/>
                  </a:lnTo>
                  <a:lnTo>
                    <a:pt x="3805221" y="528633"/>
                  </a:lnTo>
                  <a:lnTo>
                    <a:pt x="3727564" y="546418"/>
                  </a:lnTo>
                  <a:lnTo>
                    <a:pt x="3649906" y="564225"/>
                  </a:lnTo>
                  <a:lnTo>
                    <a:pt x="3572249" y="582057"/>
                  </a:lnTo>
                  <a:lnTo>
                    <a:pt x="3494591" y="599916"/>
                  </a:lnTo>
                  <a:lnTo>
                    <a:pt x="3416933" y="617805"/>
                  </a:lnTo>
                  <a:lnTo>
                    <a:pt x="3339276" y="635729"/>
                  </a:lnTo>
                  <a:lnTo>
                    <a:pt x="3261618" y="653689"/>
                  </a:lnTo>
                  <a:lnTo>
                    <a:pt x="3183961" y="671691"/>
                  </a:lnTo>
                  <a:lnTo>
                    <a:pt x="3106303" y="689739"/>
                  </a:lnTo>
                  <a:lnTo>
                    <a:pt x="3028646" y="707839"/>
                  </a:lnTo>
                  <a:lnTo>
                    <a:pt x="2950988" y="725996"/>
                  </a:lnTo>
                  <a:lnTo>
                    <a:pt x="2873330" y="744217"/>
                  </a:lnTo>
                  <a:lnTo>
                    <a:pt x="2795673" y="762508"/>
                  </a:lnTo>
                  <a:lnTo>
                    <a:pt x="2718015" y="780878"/>
                  </a:lnTo>
                  <a:lnTo>
                    <a:pt x="2640358" y="799334"/>
                  </a:lnTo>
                  <a:lnTo>
                    <a:pt x="2562700" y="817885"/>
                  </a:lnTo>
                  <a:lnTo>
                    <a:pt x="2485042" y="836541"/>
                  </a:lnTo>
                  <a:lnTo>
                    <a:pt x="2407385" y="855309"/>
                  </a:lnTo>
                  <a:lnTo>
                    <a:pt x="2329727" y="874198"/>
                  </a:lnTo>
                  <a:lnTo>
                    <a:pt x="2252070" y="893217"/>
                  </a:lnTo>
                  <a:lnTo>
                    <a:pt x="2174412" y="912370"/>
                  </a:lnTo>
                  <a:lnTo>
                    <a:pt x="2096754" y="931664"/>
                  </a:lnTo>
                  <a:lnTo>
                    <a:pt x="2019097" y="951102"/>
                  </a:lnTo>
                  <a:lnTo>
                    <a:pt x="1941439" y="970683"/>
                  </a:lnTo>
                  <a:lnTo>
                    <a:pt x="1863782" y="990408"/>
                  </a:lnTo>
                  <a:lnTo>
                    <a:pt x="1786124" y="1010272"/>
                  </a:lnTo>
                  <a:lnTo>
                    <a:pt x="1708466" y="1030271"/>
                  </a:lnTo>
                  <a:lnTo>
                    <a:pt x="1630809" y="1050398"/>
                  </a:lnTo>
                  <a:lnTo>
                    <a:pt x="1553151" y="1070644"/>
                  </a:lnTo>
                  <a:lnTo>
                    <a:pt x="1475494" y="1091001"/>
                  </a:lnTo>
                  <a:lnTo>
                    <a:pt x="1397836" y="1111461"/>
                  </a:lnTo>
                  <a:lnTo>
                    <a:pt x="1320179" y="1132015"/>
                  </a:lnTo>
                  <a:lnTo>
                    <a:pt x="1242521" y="1152654"/>
                  </a:lnTo>
                  <a:lnTo>
                    <a:pt x="1164863" y="1173370"/>
                  </a:lnTo>
                  <a:lnTo>
                    <a:pt x="1087206" y="1194155"/>
                  </a:lnTo>
                  <a:lnTo>
                    <a:pt x="1009548" y="1215003"/>
                  </a:lnTo>
                  <a:lnTo>
                    <a:pt x="931891" y="1235907"/>
                  </a:lnTo>
                  <a:lnTo>
                    <a:pt x="854233" y="1256862"/>
                  </a:lnTo>
                  <a:lnTo>
                    <a:pt x="776575" y="1277862"/>
                  </a:lnTo>
                  <a:lnTo>
                    <a:pt x="698918" y="1298903"/>
                  </a:lnTo>
                  <a:lnTo>
                    <a:pt x="621260" y="1319980"/>
                  </a:lnTo>
                  <a:lnTo>
                    <a:pt x="543603" y="1341091"/>
                  </a:lnTo>
                  <a:lnTo>
                    <a:pt x="465945" y="1362231"/>
                  </a:lnTo>
                  <a:lnTo>
                    <a:pt x="388287" y="1383398"/>
                  </a:lnTo>
                  <a:lnTo>
                    <a:pt x="310630" y="1404590"/>
                  </a:lnTo>
                  <a:lnTo>
                    <a:pt x="232972" y="1425803"/>
                  </a:lnTo>
                  <a:lnTo>
                    <a:pt x="155315" y="1447037"/>
                  </a:lnTo>
                  <a:lnTo>
                    <a:pt x="77657" y="1468289"/>
                  </a:lnTo>
                  <a:lnTo>
                    <a:pt x="0" y="148955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2416610" y="3210546"/>
              <a:ext cx="6134949" cy="1540289"/>
            </a:xfrm>
            <a:custGeom>
              <a:avLst/>
              <a:pathLst>
                <a:path w="6134949" h="1540289">
                  <a:moveTo>
                    <a:pt x="0" y="1540289"/>
                  </a:moveTo>
                  <a:lnTo>
                    <a:pt x="77657" y="1520791"/>
                  </a:lnTo>
                  <a:lnTo>
                    <a:pt x="155315" y="1501294"/>
                  </a:lnTo>
                  <a:lnTo>
                    <a:pt x="232972" y="1481797"/>
                  </a:lnTo>
                  <a:lnTo>
                    <a:pt x="310630" y="1462299"/>
                  </a:lnTo>
                  <a:lnTo>
                    <a:pt x="388287" y="1442802"/>
                  </a:lnTo>
                  <a:lnTo>
                    <a:pt x="465945" y="1423305"/>
                  </a:lnTo>
                  <a:lnTo>
                    <a:pt x="543603" y="1403807"/>
                  </a:lnTo>
                  <a:lnTo>
                    <a:pt x="621260" y="1384310"/>
                  </a:lnTo>
                  <a:lnTo>
                    <a:pt x="698918" y="1364813"/>
                  </a:lnTo>
                  <a:lnTo>
                    <a:pt x="776575" y="1345315"/>
                  </a:lnTo>
                  <a:lnTo>
                    <a:pt x="854233" y="1325818"/>
                  </a:lnTo>
                  <a:lnTo>
                    <a:pt x="931891" y="1306321"/>
                  </a:lnTo>
                  <a:lnTo>
                    <a:pt x="1009548" y="1286823"/>
                  </a:lnTo>
                  <a:lnTo>
                    <a:pt x="1087206" y="1267326"/>
                  </a:lnTo>
                  <a:lnTo>
                    <a:pt x="1164863" y="1247829"/>
                  </a:lnTo>
                  <a:lnTo>
                    <a:pt x="1242521" y="1228331"/>
                  </a:lnTo>
                  <a:lnTo>
                    <a:pt x="1320179" y="1208834"/>
                  </a:lnTo>
                  <a:lnTo>
                    <a:pt x="1397836" y="1189337"/>
                  </a:lnTo>
                  <a:lnTo>
                    <a:pt x="1475494" y="1169839"/>
                  </a:lnTo>
                  <a:lnTo>
                    <a:pt x="1553151" y="1150342"/>
                  </a:lnTo>
                  <a:lnTo>
                    <a:pt x="1630809" y="1130845"/>
                  </a:lnTo>
                  <a:lnTo>
                    <a:pt x="1708466" y="1111347"/>
                  </a:lnTo>
                  <a:lnTo>
                    <a:pt x="1786124" y="1091850"/>
                  </a:lnTo>
                  <a:lnTo>
                    <a:pt x="1863782" y="1072353"/>
                  </a:lnTo>
                  <a:lnTo>
                    <a:pt x="1941439" y="1052855"/>
                  </a:lnTo>
                  <a:lnTo>
                    <a:pt x="2019097" y="1033358"/>
                  </a:lnTo>
                  <a:lnTo>
                    <a:pt x="2096754" y="1013861"/>
                  </a:lnTo>
                  <a:lnTo>
                    <a:pt x="2174412" y="994363"/>
                  </a:lnTo>
                  <a:lnTo>
                    <a:pt x="2252070" y="974866"/>
                  </a:lnTo>
                  <a:lnTo>
                    <a:pt x="2329727" y="955369"/>
                  </a:lnTo>
                  <a:lnTo>
                    <a:pt x="2407385" y="935871"/>
                  </a:lnTo>
                  <a:lnTo>
                    <a:pt x="2485042" y="916374"/>
                  </a:lnTo>
                  <a:lnTo>
                    <a:pt x="2562700" y="896877"/>
                  </a:lnTo>
                  <a:lnTo>
                    <a:pt x="2640358" y="877379"/>
                  </a:lnTo>
                  <a:lnTo>
                    <a:pt x="2718015" y="857882"/>
                  </a:lnTo>
                  <a:lnTo>
                    <a:pt x="2795673" y="838385"/>
                  </a:lnTo>
                  <a:lnTo>
                    <a:pt x="2873330" y="818887"/>
                  </a:lnTo>
                  <a:lnTo>
                    <a:pt x="2950988" y="799390"/>
                  </a:lnTo>
                  <a:lnTo>
                    <a:pt x="3028646" y="779893"/>
                  </a:lnTo>
                  <a:lnTo>
                    <a:pt x="3106303" y="760395"/>
                  </a:lnTo>
                  <a:lnTo>
                    <a:pt x="3183961" y="740898"/>
                  </a:lnTo>
                  <a:lnTo>
                    <a:pt x="3261618" y="721401"/>
                  </a:lnTo>
                  <a:lnTo>
                    <a:pt x="3339276" y="701903"/>
                  </a:lnTo>
                  <a:lnTo>
                    <a:pt x="3416933" y="682406"/>
                  </a:lnTo>
                  <a:lnTo>
                    <a:pt x="3494591" y="662909"/>
                  </a:lnTo>
                  <a:lnTo>
                    <a:pt x="3572249" y="643411"/>
                  </a:lnTo>
                  <a:lnTo>
                    <a:pt x="3649906" y="623914"/>
                  </a:lnTo>
                  <a:lnTo>
                    <a:pt x="3727564" y="604417"/>
                  </a:lnTo>
                  <a:lnTo>
                    <a:pt x="3805221" y="584919"/>
                  </a:lnTo>
                  <a:lnTo>
                    <a:pt x="3882879" y="565422"/>
                  </a:lnTo>
                  <a:lnTo>
                    <a:pt x="3960537" y="545925"/>
                  </a:lnTo>
                  <a:lnTo>
                    <a:pt x="4038194" y="526427"/>
                  </a:lnTo>
                  <a:lnTo>
                    <a:pt x="4115852" y="506930"/>
                  </a:lnTo>
                  <a:lnTo>
                    <a:pt x="4193509" y="487433"/>
                  </a:lnTo>
                  <a:lnTo>
                    <a:pt x="4271167" y="467935"/>
                  </a:lnTo>
                  <a:lnTo>
                    <a:pt x="4348825" y="448438"/>
                  </a:lnTo>
                  <a:lnTo>
                    <a:pt x="4426482" y="428941"/>
                  </a:lnTo>
                  <a:lnTo>
                    <a:pt x="4504140" y="409443"/>
                  </a:lnTo>
                  <a:lnTo>
                    <a:pt x="4581797" y="389946"/>
                  </a:lnTo>
                  <a:lnTo>
                    <a:pt x="4659455" y="370449"/>
                  </a:lnTo>
                  <a:lnTo>
                    <a:pt x="4737113" y="350951"/>
                  </a:lnTo>
                  <a:lnTo>
                    <a:pt x="4814770" y="331454"/>
                  </a:lnTo>
                  <a:lnTo>
                    <a:pt x="4892428" y="311957"/>
                  </a:lnTo>
                  <a:lnTo>
                    <a:pt x="4970085" y="292459"/>
                  </a:lnTo>
                  <a:lnTo>
                    <a:pt x="5047743" y="272962"/>
                  </a:lnTo>
                  <a:lnTo>
                    <a:pt x="5125400" y="253465"/>
                  </a:lnTo>
                  <a:lnTo>
                    <a:pt x="5203058" y="233967"/>
                  </a:lnTo>
                  <a:lnTo>
                    <a:pt x="5280716" y="214470"/>
                  </a:lnTo>
                  <a:lnTo>
                    <a:pt x="5358373" y="194973"/>
                  </a:lnTo>
                  <a:lnTo>
                    <a:pt x="5436031" y="175475"/>
                  </a:lnTo>
                  <a:lnTo>
                    <a:pt x="5513688" y="155978"/>
                  </a:lnTo>
                  <a:lnTo>
                    <a:pt x="5591346" y="136481"/>
                  </a:lnTo>
                  <a:lnTo>
                    <a:pt x="5669004" y="116983"/>
                  </a:lnTo>
                  <a:lnTo>
                    <a:pt x="5746661" y="97486"/>
                  </a:lnTo>
                  <a:lnTo>
                    <a:pt x="5824319" y="77989"/>
                  </a:lnTo>
                  <a:lnTo>
                    <a:pt x="5901976" y="58491"/>
                  </a:lnTo>
                  <a:lnTo>
                    <a:pt x="5979634" y="38994"/>
                  </a:lnTo>
                  <a:lnTo>
                    <a:pt x="6057292" y="19497"/>
                  </a:lnTo>
                  <a:lnTo>
                    <a:pt x="6134949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1985667" y="2946512"/>
              <a:ext cx="6264248" cy="2034703"/>
            </a:xfrm>
            <a:custGeom>
              <a:avLst/>
              <a:pathLst>
                <a:path w="6264248" h="2034703">
                  <a:moveTo>
                    <a:pt x="0" y="1854569"/>
                  </a:moveTo>
                  <a:lnTo>
                    <a:pt x="79294" y="1833771"/>
                  </a:lnTo>
                  <a:lnTo>
                    <a:pt x="158588" y="1812960"/>
                  </a:lnTo>
                  <a:lnTo>
                    <a:pt x="237882" y="1792135"/>
                  </a:lnTo>
                  <a:lnTo>
                    <a:pt x="317177" y="1771296"/>
                  </a:lnTo>
                  <a:lnTo>
                    <a:pt x="396471" y="1750441"/>
                  </a:lnTo>
                  <a:lnTo>
                    <a:pt x="475765" y="1729569"/>
                  </a:lnTo>
                  <a:lnTo>
                    <a:pt x="555060" y="1708679"/>
                  </a:lnTo>
                  <a:lnTo>
                    <a:pt x="634354" y="1687767"/>
                  </a:lnTo>
                  <a:lnTo>
                    <a:pt x="713648" y="1666834"/>
                  </a:lnTo>
                  <a:lnTo>
                    <a:pt x="792942" y="1645876"/>
                  </a:lnTo>
                  <a:lnTo>
                    <a:pt x="872237" y="1624891"/>
                  </a:lnTo>
                  <a:lnTo>
                    <a:pt x="951531" y="1603876"/>
                  </a:lnTo>
                  <a:lnTo>
                    <a:pt x="1030825" y="1582829"/>
                  </a:lnTo>
                  <a:lnTo>
                    <a:pt x="1110120" y="1561747"/>
                  </a:lnTo>
                  <a:lnTo>
                    <a:pt x="1189414" y="1540625"/>
                  </a:lnTo>
                  <a:lnTo>
                    <a:pt x="1268708" y="1519459"/>
                  </a:lnTo>
                  <a:lnTo>
                    <a:pt x="1348002" y="1498245"/>
                  </a:lnTo>
                  <a:lnTo>
                    <a:pt x="1427297" y="1476977"/>
                  </a:lnTo>
                  <a:lnTo>
                    <a:pt x="1506591" y="1455651"/>
                  </a:lnTo>
                  <a:lnTo>
                    <a:pt x="1585885" y="1434258"/>
                  </a:lnTo>
                  <a:lnTo>
                    <a:pt x="1665180" y="1412793"/>
                  </a:lnTo>
                  <a:lnTo>
                    <a:pt x="1744474" y="1391248"/>
                  </a:lnTo>
                  <a:lnTo>
                    <a:pt x="1823768" y="1369614"/>
                  </a:lnTo>
                  <a:lnTo>
                    <a:pt x="1903062" y="1347882"/>
                  </a:lnTo>
                  <a:lnTo>
                    <a:pt x="1982357" y="1326043"/>
                  </a:lnTo>
                  <a:lnTo>
                    <a:pt x="2061651" y="1304087"/>
                  </a:lnTo>
                  <a:lnTo>
                    <a:pt x="2140945" y="1282004"/>
                  </a:lnTo>
                  <a:lnTo>
                    <a:pt x="2220240" y="1259783"/>
                  </a:lnTo>
                  <a:lnTo>
                    <a:pt x="2299534" y="1237417"/>
                  </a:lnTo>
                  <a:lnTo>
                    <a:pt x="2378828" y="1214895"/>
                  </a:lnTo>
                  <a:lnTo>
                    <a:pt x="2458122" y="1192212"/>
                  </a:lnTo>
                  <a:lnTo>
                    <a:pt x="2537417" y="1169361"/>
                  </a:lnTo>
                  <a:lnTo>
                    <a:pt x="2616711" y="1146341"/>
                  </a:lnTo>
                  <a:lnTo>
                    <a:pt x="2696005" y="1123149"/>
                  </a:lnTo>
                  <a:lnTo>
                    <a:pt x="2775300" y="1099788"/>
                  </a:lnTo>
                  <a:lnTo>
                    <a:pt x="2854594" y="1076261"/>
                  </a:lnTo>
                  <a:lnTo>
                    <a:pt x="2933888" y="1052574"/>
                  </a:lnTo>
                  <a:lnTo>
                    <a:pt x="3013182" y="1028735"/>
                  </a:lnTo>
                  <a:lnTo>
                    <a:pt x="3092477" y="1004752"/>
                  </a:lnTo>
                  <a:lnTo>
                    <a:pt x="3171771" y="980635"/>
                  </a:lnTo>
                  <a:lnTo>
                    <a:pt x="3251065" y="956394"/>
                  </a:lnTo>
                  <a:lnTo>
                    <a:pt x="3330360" y="932038"/>
                  </a:lnTo>
                  <a:lnTo>
                    <a:pt x="3409654" y="907578"/>
                  </a:lnTo>
                  <a:lnTo>
                    <a:pt x="3488948" y="883024"/>
                  </a:lnTo>
                  <a:lnTo>
                    <a:pt x="3568242" y="858383"/>
                  </a:lnTo>
                  <a:lnTo>
                    <a:pt x="3647537" y="833664"/>
                  </a:lnTo>
                  <a:lnTo>
                    <a:pt x="3726831" y="808874"/>
                  </a:lnTo>
                  <a:lnTo>
                    <a:pt x="3806125" y="784021"/>
                  </a:lnTo>
                  <a:lnTo>
                    <a:pt x="3885420" y="759110"/>
                  </a:lnTo>
                  <a:lnTo>
                    <a:pt x="3964714" y="734148"/>
                  </a:lnTo>
                  <a:lnTo>
                    <a:pt x="4044008" y="709138"/>
                  </a:lnTo>
                  <a:lnTo>
                    <a:pt x="4123302" y="684087"/>
                  </a:lnTo>
                  <a:lnTo>
                    <a:pt x="4202597" y="658997"/>
                  </a:lnTo>
                  <a:lnTo>
                    <a:pt x="4281891" y="633872"/>
                  </a:lnTo>
                  <a:lnTo>
                    <a:pt x="4361185" y="608716"/>
                  </a:lnTo>
                  <a:lnTo>
                    <a:pt x="4440480" y="583531"/>
                  </a:lnTo>
                  <a:lnTo>
                    <a:pt x="4519774" y="558320"/>
                  </a:lnTo>
                  <a:lnTo>
                    <a:pt x="4599068" y="533085"/>
                  </a:lnTo>
                  <a:lnTo>
                    <a:pt x="4678362" y="507828"/>
                  </a:lnTo>
                  <a:lnTo>
                    <a:pt x="4757657" y="482552"/>
                  </a:lnTo>
                  <a:lnTo>
                    <a:pt x="4836951" y="457257"/>
                  </a:lnTo>
                  <a:lnTo>
                    <a:pt x="4916245" y="431945"/>
                  </a:lnTo>
                  <a:lnTo>
                    <a:pt x="4995540" y="406618"/>
                  </a:lnTo>
                  <a:lnTo>
                    <a:pt x="5074834" y="381277"/>
                  </a:lnTo>
                  <a:lnTo>
                    <a:pt x="5154128" y="355922"/>
                  </a:lnTo>
                  <a:lnTo>
                    <a:pt x="5233423" y="330556"/>
                  </a:lnTo>
                  <a:lnTo>
                    <a:pt x="5312717" y="305178"/>
                  </a:lnTo>
                  <a:lnTo>
                    <a:pt x="5392011" y="279789"/>
                  </a:lnTo>
                  <a:lnTo>
                    <a:pt x="5471305" y="254391"/>
                  </a:lnTo>
                  <a:lnTo>
                    <a:pt x="5550600" y="228984"/>
                  </a:lnTo>
                  <a:lnTo>
                    <a:pt x="5629894" y="203568"/>
                  </a:lnTo>
                  <a:lnTo>
                    <a:pt x="5709188" y="178145"/>
                  </a:lnTo>
                  <a:lnTo>
                    <a:pt x="5788483" y="152714"/>
                  </a:lnTo>
                  <a:lnTo>
                    <a:pt x="5867777" y="127277"/>
                  </a:lnTo>
                  <a:lnTo>
                    <a:pt x="5947071" y="101833"/>
                  </a:lnTo>
                  <a:lnTo>
                    <a:pt x="6026365" y="76382"/>
                  </a:lnTo>
                  <a:lnTo>
                    <a:pt x="6105660" y="50927"/>
                  </a:lnTo>
                  <a:lnTo>
                    <a:pt x="6184954" y="25466"/>
                  </a:lnTo>
                  <a:lnTo>
                    <a:pt x="6264248" y="0"/>
                  </a:lnTo>
                  <a:lnTo>
                    <a:pt x="6264248" y="242502"/>
                  </a:lnTo>
                  <a:lnTo>
                    <a:pt x="6184954" y="263198"/>
                  </a:lnTo>
                  <a:lnTo>
                    <a:pt x="6105660" y="283898"/>
                  </a:lnTo>
                  <a:lnTo>
                    <a:pt x="6026365" y="304604"/>
                  </a:lnTo>
                  <a:lnTo>
                    <a:pt x="5947071" y="325316"/>
                  </a:lnTo>
                  <a:lnTo>
                    <a:pt x="5867777" y="346033"/>
                  </a:lnTo>
                  <a:lnTo>
                    <a:pt x="5788483" y="366757"/>
                  </a:lnTo>
                  <a:lnTo>
                    <a:pt x="5709188" y="387488"/>
                  </a:lnTo>
                  <a:lnTo>
                    <a:pt x="5629894" y="408226"/>
                  </a:lnTo>
                  <a:lnTo>
                    <a:pt x="5550600" y="428972"/>
                  </a:lnTo>
                  <a:lnTo>
                    <a:pt x="5471305" y="449727"/>
                  </a:lnTo>
                  <a:lnTo>
                    <a:pt x="5392011" y="470491"/>
                  </a:lnTo>
                  <a:lnTo>
                    <a:pt x="5312717" y="491264"/>
                  </a:lnTo>
                  <a:lnTo>
                    <a:pt x="5233423" y="512048"/>
                  </a:lnTo>
                  <a:lnTo>
                    <a:pt x="5154128" y="532842"/>
                  </a:lnTo>
                  <a:lnTo>
                    <a:pt x="5074834" y="553650"/>
                  </a:lnTo>
                  <a:lnTo>
                    <a:pt x="4995540" y="574470"/>
                  </a:lnTo>
                  <a:lnTo>
                    <a:pt x="4916245" y="595304"/>
                  </a:lnTo>
                  <a:lnTo>
                    <a:pt x="4836951" y="616155"/>
                  </a:lnTo>
                  <a:lnTo>
                    <a:pt x="4757657" y="637021"/>
                  </a:lnTo>
                  <a:lnTo>
                    <a:pt x="4678362" y="657906"/>
                  </a:lnTo>
                  <a:lnTo>
                    <a:pt x="4599068" y="678811"/>
                  </a:lnTo>
                  <a:lnTo>
                    <a:pt x="4519774" y="699738"/>
                  </a:lnTo>
                  <a:lnTo>
                    <a:pt x="4440480" y="720689"/>
                  </a:lnTo>
                  <a:lnTo>
                    <a:pt x="4361185" y="741666"/>
                  </a:lnTo>
                  <a:lnTo>
                    <a:pt x="4281891" y="762671"/>
                  </a:lnTo>
                  <a:lnTo>
                    <a:pt x="4202597" y="783708"/>
                  </a:lnTo>
                  <a:lnTo>
                    <a:pt x="4123302" y="804780"/>
                  </a:lnTo>
                  <a:lnTo>
                    <a:pt x="4044008" y="825890"/>
                  </a:lnTo>
                  <a:lnTo>
                    <a:pt x="3964714" y="847042"/>
                  </a:lnTo>
                  <a:lnTo>
                    <a:pt x="3885420" y="868241"/>
                  </a:lnTo>
                  <a:lnTo>
                    <a:pt x="3806125" y="889492"/>
                  </a:lnTo>
                  <a:lnTo>
                    <a:pt x="3726831" y="910801"/>
                  </a:lnTo>
                  <a:lnTo>
                    <a:pt x="3647537" y="932173"/>
                  </a:lnTo>
                  <a:lnTo>
                    <a:pt x="3568242" y="953615"/>
                  </a:lnTo>
                  <a:lnTo>
                    <a:pt x="3488948" y="975136"/>
                  </a:lnTo>
                  <a:lnTo>
                    <a:pt x="3409654" y="996743"/>
                  </a:lnTo>
                  <a:lnTo>
                    <a:pt x="3330360" y="1018445"/>
                  </a:lnTo>
                  <a:lnTo>
                    <a:pt x="3251065" y="1040251"/>
                  </a:lnTo>
                  <a:lnTo>
                    <a:pt x="3171771" y="1062171"/>
                  </a:lnTo>
                  <a:lnTo>
                    <a:pt x="3092477" y="1084216"/>
                  </a:lnTo>
                  <a:lnTo>
                    <a:pt x="3013182" y="1106395"/>
                  </a:lnTo>
                  <a:lnTo>
                    <a:pt x="2933888" y="1128717"/>
                  </a:lnTo>
                  <a:lnTo>
                    <a:pt x="2854594" y="1151192"/>
                  </a:lnTo>
                  <a:lnTo>
                    <a:pt x="2775300" y="1173827"/>
                  </a:lnTo>
                  <a:lnTo>
                    <a:pt x="2696005" y="1196627"/>
                  </a:lnTo>
                  <a:lnTo>
                    <a:pt x="2616711" y="1219597"/>
                  </a:lnTo>
                  <a:lnTo>
                    <a:pt x="2537417" y="1242738"/>
                  </a:lnTo>
                  <a:lnTo>
                    <a:pt x="2458122" y="1266049"/>
                  </a:lnTo>
                  <a:lnTo>
                    <a:pt x="2378828" y="1289528"/>
                  </a:lnTo>
                  <a:lnTo>
                    <a:pt x="2299534" y="1313168"/>
                  </a:lnTo>
                  <a:lnTo>
                    <a:pt x="2220240" y="1336963"/>
                  </a:lnTo>
                  <a:lnTo>
                    <a:pt x="2140945" y="1360904"/>
                  </a:lnTo>
                  <a:lnTo>
                    <a:pt x="2061651" y="1384982"/>
                  </a:lnTo>
                  <a:lnTo>
                    <a:pt x="1982357" y="1409188"/>
                  </a:lnTo>
                  <a:lnTo>
                    <a:pt x="1903062" y="1433510"/>
                  </a:lnTo>
                  <a:lnTo>
                    <a:pt x="1823768" y="1457940"/>
                  </a:lnTo>
                  <a:lnTo>
                    <a:pt x="1744474" y="1482468"/>
                  </a:lnTo>
                  <a:lnTo>
                    <a:pt x="1665180" y="1507084"/>
                  </a:lnTo>
                  <a:lnTo>
                    <a:pt x="1585885" y="1531781"/>
                  </a:lnTo>
                  <a:lnTo>
                    <a:pt x="1506591" y="1556550"/>
                  </a:lnTo>
                  <a:lnTo>
                    <a:pt x="1427297" y="1581385"/>
                  </a:lnTo>
                  <a:lnTo>
                    <a:pt x="1348002" y="1606279"/>
                  </a:lnTo>
                  <a:lnTo>
                    <a:pt x="1268708" y="1631227"/>
                  </a:lnTo>
                  <a:lnTo>
                    <a:pt x="1189414" y="1656223"/>
                  </a:lnTo>
                  <a:lnTo>
                    <a:pt x="1110120" y="1681263"/>
                  </a:lnTo>
                  <a:lnTo>
                    <a:pt x="1030825" y="1706342"/>
                  </a:lnTo>
                  <a:lnTo>
                    <a:pt x="951531" y="1731456"/>
                  </a:lnTo>
                  <a:lnTo>
                    <a:pt x="872237" y="1756604"/>
                  </a:lnTo>
                  <a:lnTo>
                    <a:pt x="792942" y="1781780"/>
                  </a:lnTo>
                  <a:lnTo>
                    <a:pt x="713648" y="1806984"/>
                  </a:lnTo>
                  <a:lnTo>
                    <a:pt x="634354" y="1832212"/>
                  </a:lnTo>
                  <a:lnTo>
                    <a:pt x="555060" y="1857462"/>
                  </a:lnTo>
                  <a:lnTo>
                    <a:pt x="475765" y="1882733"/>
                  </a:lnTo>
                  <a:lnTo>
                    <a:pt x="396471" y="1908023"/>
                  </a:lnTo>
                  <a:lnTo>
                    <a:pt x="317177" y="1933329"/>
                  </a:lnTo>
                  <a:lnTo>
                    <a:pt x="237882" y="1958652"/>
                  </a:lnTo>
                  <a:lnTo>
                    <a:pt x="158588" y="1983989"/>
                  </a:lnTo>
                  <a:lnTo>
                    <a:pt x="79294" y="2009340"/>
                  </a:lnTo>
                  <a:lnTo>
                    <a:pt x="0" y="2034703"/>
                  </a:lnTo>
                  <a:close/>
                </a:path>
              </a:pathLst>
            </a:cu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1985667" y="2946512"/>
              <a:ext cx="6264248" cy="1854569"/>
            </a:xfrm>
            <a:custGeom>
              <a:avLst/>
              <a:pathLst>
                <a:path w="6264248" h="1854569">
                  <a:moveTo>
                    <a:pt x="0" y="1854569"/>
                  </a:moveTo>
                  <a:lnTo>
                    <a:pt x="79294" y="1833771"/>
                  </a:lnTo>
                  <a:lnTo>
                    <a:pt x="158588" y="1812960"/>
                  </a:lnTo>
                  <a:lnTo>
                    <a:pt x="237882" y="1792135"/>
                  </a:lnTo>
                  <a:lnTo>
                    <a:pt x="317177" y="1771296"/>
                  </a:lnTo>
                  <a:lnTo>
                    <a:pt x="396471" y="1750441"/>
                  </a:lnTo>
                  <a:lnTo>
                    <a:pt x="475765" y="1729569"/>
                  </a:lnTo>
                  <a:lnTo>
                    <a:pt x="555060" y="1708679"/>
                  </a:lnTo>
                  <a:lnTo>
                    <a:pt x="634354" y="1687767"/>
                  </a:lnTo>
                  <a:lnTo>
                    <a:pt x="713648" y="1666834"/>
                  </a:lnTo>
                  <a:lnTo>
                    <a:pt x="792942" y="1645876"/>
                  </a:lnTo>
                  <a:lnTo>
                    <a:pt x="872237" y="1624891"/>
                  </a:lnTo>
                  <a:lnTo>
                    <a:pt x="951531" y="1603876"/>
                  </a:lnTo>
                  <a:lnTo>
                    <a:pt x="1030825" y="1582829"/>
                  </a:lnTo>
                  <a:lnTo>
                    <a:pt x="1110120" y="1561747"/>
                  </a:lnTo>
                  <a:lnTo>
                    <a:pt x="1189414" y="1540625"/>
                  </a:lnTo>
                  <a:lnTo>
                    <a:pt x="1268708" y="1519459"/>
                  </a:lnTo>
                  <a:lnTo>
                    <a:pt x="1348002" y="1498245"/>
                  </a:lnTo>
                  <a:lnTo>
                    <a:pt x="1427297" y="1476977"/>
                  </a:lnTo>
                  <a:lnTo>
                    <a:pt x="1506591" y="1455651"/>
                  </a:lnTo>
                  <a:lnTo>
                    <a:pt x="1585885" y="1434258"/>
                  </a:lnTo>
                  <a:lnTo>
                    <a:pt x="1665180" y="1412793"/>
                  </a:lnTo>
                  <a:lnTo>
                    <a:pt x="1744474" y="1391248"/>
                  </a:lnTo>
                  <a:lnTo>
                    <a:pt x="1823768" y="1369614"/>
                  </a:lnTo>
                  <a:lnTo>
                    <a:pt x="1903062" y="1347882"/>
                  </a:lnTo>
                  <a:lnTo>
                    <a:pt x="1982357" y="1326043"/>
                  </a:lnTo>
                  <a:lnTo>
                    <a:pt x="2061651" y="1304087"/>
                  </a:lnTo>
                  <a:lnTo>
                    <a:pt x="2140945" y="1282004"/>
                  </a:lnTo>
                  <a:lnTo>
                    <a:pt x="2220240" y="1259783"/>
                  </a:lnTo>
                  <a:lnTo>
                    <a:pt x="2299534" y="1237417"/>
                  </a:lnTo>
                  <a:lnTo>
                    <a:pt x="2378828" y="1214895"/>
                  </a:lnTo>
                  <a:lnTo>
                    <a:pt x="2458122" y="1192212"/>
                  </a:lnTo>
                  <a:lnTo>
                    <a:pt x="2537417" y="1169361"/>
                  </a:lnTo>
                  <a:lnTo>
                    <a:pt x="2616711" y="1146341"/>
                  </a:lnTo>
                  <a:lnTo>
                    <a:pt x="2696005" y="1123149"/>
                  </a:lnTo>
                  <a:lnTo>
                    <a:pt x="2775300" y="1099788"/>
                  </a:lnTo>
                  <a:lnTo>
                    <a:pt x="2854594" y="1076261"/>
                  </a:lnTo>
                  <a:lnTo>
                    <a:pt x="2933888" y="1052574"/>
                  </a:lnTo>
                  <a:lnTo>
                    <a:pt x="3013182" y="1028735"/>
                  </a:lnTo>
                  <a:lnTo>
                    <a:pt x="3092477" y="1004752"/>
                  </a:lnTo>
                  <a:lnTo>
                    <a:pt x="3171771" y="980635"/>
                  </a:lnTo>
                  <a:lnTo>
                    <a:pt x="3251065" y="956394"/>
                  </a:lnTo>
                  <a:lnTo>
                    <a:pt x="3330360" y="932038"/>
                  </a:lnTo>
                  <a:lnTo>
                    <a:pt x="3409654" y="907578"/>
                  </a:lnTo>
                  <a:lnTo>
                    <a:pt x="3488948" y="883024"/>
                  </a:lnTo>
                  <a:lnTo>
                    <a:pt x="3568242" y="858383"/>
                  </a:lnTo>
                  <a:lnTo>
                    <a:pt x="3647537" y="833664"/>
                  </a:lnTo>
                  <a:lnTo>
                    <a:pt x="3726831" y="808874"/>
                  </a:lnTo>
                  <a:lnTo>
                    <a:pt x="3806125" y="784021"/>
                  </a:lnTo>
                  <a:lnTo>
                    <a:pt x="3885420" y="759110"/>
                  </a:lnTo>
                  <a:lnTo>
                    <a:pt x="3964714" y="734148"/>
                  </a:lnTo>
                  <a:lnTo>
                    <a:pt x="4044008" y="709138"/>
                  </a:lnTo>
                  <a:lnTo>
                    <a:pt x="4123302" y="684087"/>
                  </a:lnTo>
                  <a:lnTo>
                    <a:pt x="4202597" y="658997"/>
                  </a:lnTo>
                  <a:lnTo>
                    <a:pt x="4281891" y="633872"/>
                  </a:lnTo>
                  <a:lnTo>
                    <a:pt x="4361185" y="608716"/>
                  </a:lnTo>
                  <a:lnTo>
                    <a:pt x="4440480" y="583531"/>
                  </a:lnTo>
                  <a:lnTo>
                    <a:pt x="4519774" y="558320"/>
                  </a:lnTo>
                  <a:lnTo>
                    <a:pt x="4599068" y="533085"/>
                  </a:lnTo>
                  <a:lnTo>
                    <a:pt x="4678362" y="507828"/>
                  </a:lnTo>
                  <a:lnTo>
                    <a:pt x="4757657" y="482552"/>
                  </a:lnTo>
                  <a:lnTo>
                    <a:pt x="4836951" y="457257"/>
                  </a:lnTo>
                  <a:lnTo>
                    <a:pt x="4916245" y="431945"/>
                  </a:lnTo>
                  <a:lnTo>
                    <a:pt x="4995540" y="406618"/>
                  </a:lnTo>
                  <a:lnTo>
                    <a:pt x="5074834" y="381277"/>
                  </a:lnTo>
                  <a:lnTo>
                    <a:pt x="5154128" y="355922"/>
                  </a:lnTo>
                  <a:lnTo>
                    <a:pt x="5233423" y="330556"/>
                  </a:lnTo>
                  <a:lnTo>
                    <a:pt x="5312717" y="305178"/>
                  </a:lnTo>
                  <a:lnTo>
                    <a:pt x="5392011" y="279789"/>
                  </a:lnTo>
                  <a:lnTo>
                    <a:pt x="5471305" y="254391"/>
                  </a:lnTo>
                  <a:lnTo>
                    <a:pt x="5550600" y="228984"/>
                  </a:lnTo>
                  <a:lnTo>
                    <a:pt x="5629894" y="203568"/>
                  </a:lnTo>
                  <a:lnTo>
                    <a:pt x="5709188" y="178145"/>
                  </a:lnTo>
                  <a:lnTo>
                    <a:pt x="5788483" y="152714"/>
                  </a:lnTo>
                  <a:lnTo>
                    <a:pt x="5867777" y="127277"/>
                  </a:lnTo>
                  <a:lnTo>
                    <a:pt x="5947071" y="101833"/>
                  </a:lnTo>
                  <a:lnTo>
                    <a:pt x="6026365" y="76382"/>
                  </a:lnTo>
                  <a:lnTo>
                    <a:pt x="6105660" y="50927"/>
                  </a:lnTo>
                  <a:lnTo>
                    <a:pt x="6184954" y="25466"/>
                  </a:lnTo>
                  <a:lnTo>
                    <a:pt x="626424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1985667" y="3189015"/>
              <a:ext cx="6264248" cy="1792201"/>
            </a:xfrm>
            <a:custGeom>
              <a:avLst/>
              <a:pathLst>
                <a:path w="6264248" h="1792201">
                  <a:moveTo>
                    <a:pt x="6264248" y="0"/>
                  </a:moveTo>
                  <a:lnTo>
                    <a:pt x="6184954" y="20695"/>
                  </a:lnTo>
                  <a:lnTo>
                    <a:pt x="6105660" y="41396"/>
                  </a:lnTo>
                  <a:lnTo>
                    <a:pt x="6026365" y="62101"/>
                  </a:lnTo>
                  <a:lnTo>
                    <a:pt x="5947071" y="82813"/>
                  </a:lnTo>
                  <a:lnTo>
                    <a:pt x="5867777" y="103531"/>
                  </a:lnTo>
                  <a:lnTo>
                    <a:pt x="5788483" y="124255"/>
                  </a:lnTo>
                  <a:lnTo>
                    <a:pt x="5709188" y="144986"/>
                  </a:lnTo>
                  <a:lnTo>
                    <a:pt x="5629894" y="165724"/>
                  </a:lnTo>
                  <a:lnTo>
                    <a:pt x="5550600" y="186470"/>
                  </a:lnTo>
                  <a:lnTo>
                    <a:pt x="5471305" y="207224"/>
                  </a:lnTo>
                  <a:lnTo>
                    <a:pt x="5392011" y="227988"/>
                  </a:lnTo>
                  <a:lnTo>
                    <a:pt x="5312717" y="248761"/>
                  </a:lnTo>
                  <a:lnTo>
                    <a:pt x="5233423" y="269545"/>
                  </a:lnTo>
                  <a:lnTo>
                    <a:pt x="5154128" y="290340"/>
                  </a:lnTo>
                  <a:lnTo>
                    <a:pt x="5074834" y="311147"/>
                  </a:lnTo>
                  <a:lnTo>
                    <a:pt x="4995540" y="331967"/>
                  </a:lnTo>
                  <a:lnTo>
                    <a:pt x="4916245" y="352802"/>
                  </a:lnTo>
                  <a:lnTo>
                    <a:pt x="4836951" y="373652"/>
                  </a:lnTo>
                  <a:lnTo>
                    <a:pt x="4757657" y="394519"/>
                  </a:lnTo>
                  <a:lnTo>
                    <a:pt x="4678362" y="415404"/>
                  </a:lnTo>
                  <a:lnTo>
                    <a:pt x="4599068" y="436309"/>
                  </a:lnTo>
                  <a:lnTo>
                    <a:pt x="4519774" y="457236"/>
                  </a:lnTo>
                  <a:lnTo>
                    <a:pt x="4440480" y="478186"/>
                  </a:lnTo>
                  <a:lnTo>
                    <a:pt x="4361185" y="499163"/>
                  </a:lnTo>
                  <a:lnTo>
                    <a:pt x="4281891" y="520168"/>
                  </a:lnTo>
                  <a:lnTo>
                    <a:pt x="4202597" y="541205"/>
                  </a:lnTo>
                  <a:lnTo>
                    <a:pt x="4123302" y="562277"/>
                  </a:lnTo>
                  <a:lnTo>
                    <a:pt x="4044008" y="583387"/>
                  </a:lnTo>
                  <a:lnTo>
                    <a:pt x="3964714" y="604539"/>
                  </a:lnTo>
                  <a:lnTo>
                    <a:pt x="3885420" y="625738"/>
                  </a:lnTo>
                  <a:lnTo>
                    <a:pt x="3806125" y="646990"/>
                  </a:lnTo>
                  <a:lnTo>
                    <a:pt x="3726831" y="668298"/>
                  </a:lnTo>
                  <a:lnTo>
                    <a:pt x="3647537" y="689670"/>
                  </a:lnTo>
                  <a:lnTo>
                    <a:pt x="3568242" y="711113"/>
                  </a:lnTo>
                  <a:lnTo>
                    <a:pt x="3488948" y="732633"/>
                  </a:lnTo>
                  <a:lnTo>
                    <a:pt x="3409654" y="754240"/>
                  </a:lnTo>
                  <a:lnTo>
                    <a:pt x="3330360" y="775942"/>
                  </a:lnTo>
                  <a:lnTo>
                    <a:pt x="3251065" y="797748"/>
                  </a:lnTo>
                  <a:lnTo>
                    <a:pt x="3171771" y="819669"/>
                  </a:lnTo>
                  <a:lnTo>
                    <a:pt x="3092477" y="841713"/>
                  </a:lnTo>
                  <a:lnTo>
                    <a:pt x="3013182" y="863892"/>
                  </a:lnTo>
                  <a:lnTo>
                    <a:pt x="2933888" y="886214"/>
                  </a:lnTo>
                  <a:lnTo>
                    <a:pt x="2854594" y="908689"/>
                  </a:lnTo>
                  <a:lnTo>
                    <a:pt x="2775300" y="931324"/>
                  </a:lnTo>
                  <a:lnTo>
                    <a:pt x="2696005" y="954124"/>
                  </a:lnTo>
                  <a:lnTo>
                    <a:pt x="2616711" y="977094"/>
                  </a:lnTo>
                  <a:lnTo>
                    <a:pt x="2537417" y="1000235"/>
                  </a:lnTo>
                  <a:lnTo>
                    <a:pt x="2458122" y="1023547"/>
                  </a:lnTo>
                  <a:lnTo>
                    <a:pt x="2378828" y="1047025"/>
                  </a:lnTo>
                  <a:lnTo>
                    <a:pt x="2299534" y="1070665"/>
                  </a:lnTo>
                  <a:lnTo>
                    <a:pt x="2220240" y="1094460"/>
                  </a:lnTo>
                  <a:lnTo>
                    <a:pt x="2140945" y="1118401"/>
                  </a:lnTo>
                  <a:lnTo>
                    <a:pt x="2061651" y="1142480"/>
                  </a:lnTo>
                  <a:lnTo>
                    <a:pt x="1982357" y="1166685"/>
                  </a:lnTo>
                  <a:lnTo>
                    <a:pt x="1903062" y="1191008"/>
                  </a:lnTo>
                  <a:lnTo>
                    <a:pt x="1823768" y="1215438"/>
                  </a:lnTo>
                  <a:lnTo>
                    <a:pt x="1744474" y="1239965"/>
                  </a:lnTo>
                  <a:lnTo>
                    <a:pt x="1665180" y="1264582"/>
                  </a:lnTo>
                  <a:lnTo>
                    <a:pt x="1585885" y="1289278"/>
                  </a:lnTo>
                  <a:lnTo>
                    <a:pt x="1506591" y="1314048"/>
                  </a:lnTo>
                  <a:lnTo>
                    <a:pt x="1427297" y="1338883"/>
                  </a:lnTo>
                  <a:lnTo>
                    <a:pt x="1348002" y="1363777"/>
                  </a:lnTo>
                  <a:lnTo>
                    <a:pt x="1268708" y="1388725"/>
                  </a:lnTo>
                  <a:lnTo>
                    <a:pt x="1189414" y="1413720"/>
                  </a:lnTo>
                  <a:lnTo>
                    <a:pt x="1110120" y="1438760"/>
                  </a:lnTo>
                  <a:lnTo>
                    <a:pt x="1030825" y="1463839"/>
                  </a:lnTo>
                  <a:lnTo>
                    <a:pt x="951531" y="1488954"/>
                  </a:lnTo>
                  <a:lnTo>
                    <a:pt x="872237" y="1514101"/>
                  </a:lnTo>
                  <a:lnTo>
                    <a:pt x="792942" y="1539278"/>
                  </a:lnTo>
                  <a:lnTo>
                    <a:pt x="713648" y="1564481"/>
                  </a:lnTo>
                  <a:lnTo>
                    <a:pt x="634354" y="1589709"/>
                  </a:lnTo>
                  <a:lnTo>
                    <a:pt x="555060" y="1614960"/>
                  </a:lnTo>
                  <a:lnTo>
                    <a:pt x="475765" y="1640230"/>
                  </a:lnTo>
                  <a:lnTo>
                    <a:pt x="396471" y="1665520"/>
                  </a:lnTo>
                  <a:lnTo>
                    <a:pt x="317177" y="1690827"/>
                  </a:lnTo>
                  <a:lnTo>
                    <a:pt x="237882" y="1716150"/>
                  </a:lnTo>
                  <a:lnTo>
                    <a:pt x="158588" y="1741487"/>
                  </a:lnTo>
                  <a:lnTo>
                    <a:pt x="79294" y="1766837"/>
                  </a:lnTo>
                  <a:lnTo>
                    <a:pt x="0" y="179220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1985667" y="3067764"/>
              <a:ext cx="6264248" cy="1823385"/>
            </a:xfrm>
            <a:custGeom>
              <a:avLst/>
              <a:pathLst>
                <a:path w="6264248" h="1823385">
                  <a:moveTo>
                    <a:pt x="0" y="1823385"/>
                  </a:moveTo>
                  <a:lnTo>
                    <a:pt x="79294" y="1800304"/>
                  </a:lnTo>
                  <a:lnTo>
                    <a:pt x="158588" y="1777223"/>
                  </a:lnTo>
                  <a:lnTo>
                    <a:pt x="237882" y="1754142"/>
                  </a:lnTo>
                  <a:lnTo>
                    <a:pt x="317177" y="1731062"/>
                  </a:lnTo>
                  <a:lnTo>
                    <a:pt x="396471" y="1707981"/>
                  </a:lnTo>
                  <a:lnTo>
                    <a:pt x="475765" y="1684900"/>
                  </a:lnTo>
                  <a:lnTo>
                    <a:pt x="555060" y="1661819"/>
                  </a:lnTo>
                  <a:lnTo>
                    <a:pt x="634354" y="1638738"/>
                  </a:lnTo>
                  <a:lnTo>
                    <a:pt x="713648" y="1615657"/>
                  </a:lnTo>
                  <a:lnTo>
                    <a:pt x="792942" y="1592577"/>
                  </a:lnTo>
                  <a:lnTo>
                    <a:pt x="872237" y="1569496"/>
                  </a:lnTo>
                  <a:lnTo>
                    <a:pt x="951531" y="1546415"/>
                  </a:lnTo>
                  <a:lnTo>
                    <a:pt x="1030825" y="1523334"/>
                  </a:lnTo>
                  <a:lnTo>
                    <a:pt x="1110120" y="1500253"/>
                  </a:lnTo>
                  <a:lnTo>
                    <a:pt x="1189414" y="1477172"/>
                  </a:lnTo>
                  <a:lnTo>
                    <a:pt x="1268708" y="1454092"/>
                  </a:lnTo>
                  <a:lnTo>
                    <a:pt x="1348002" y="1431011"/>
                  </a:lnTo>
                  <a:lnTo>
                    <a:pt x="1427297" y="1407930"/>
                  </a:lnTo>
                  <a:lnTo>
                    <a:pt x="1506591" y="1384849"/>
                  </a:lnTo>
                  <a:lnTo>
                    <a:pt x="1585885" y="1361768"/>
                  </a:lnTo>
                  <a:lnTo>
                    <a:pt x="1665180" y="1338687"/>
                  </a:lnTo>
                  <a:lnTo>
                    <a:pt x="1744474" y="1315607"/>
                  </a:lnTo>
                  <a:lnTo>
                    <a:pt x="1823768" y="1292526"/>
                  </a:lnTo>
                  <a:lnTo>
                    <a:pt x="1903062" y="1269445"/>
                  </a:lnTo>
                  <a:lnTo>
                    <a:pt x="1982357" y="1246364"/>
                  </a:lnTo>
                  <a:lnTo>
                    <a:pt x="2061651" y="1223283"/>
                  </a:lnTo>
                  <a:lnTo>
                    <a:pt x="2140945" y="1200203"/>
                  </a:lnTo>
                  <a:lnTo>
                    <a:pt x="2220240" y="1177122"/>
                  </a:lnTo>
                  <a:lnTo>
                    <a:pt x="2299534" y="1154041"/>
                  </a:lnTo>
                  <a:lnTo>
                    <a:pt x="2378828" y="1130960"/>
                  </a:lnTo>
                  <a:lnTo>
                    <a:pt x="2458122" y="1107879"/>
                  </a:lnTo>
                  <a:lnTo>
                    <a:pt x="2537417" y="1084798"/>
                  </a:lnTo>
                  <a:lnTo>
                    <a:pt x="2616711" y="1061718"/>
                  </a:lnTo>
                  <a:lnTo>
                    <a:pt x="2696005" y="1038637"/>
                  </a:lnTo>
                  <a:lnTo>
                    <a:pt x="2775300" y="1015556"/>
                  </a:lnTo>
                  <a:lnTo>
                    <a:pt x="2854594" y="992475"/>
                  </a:lnTo>
                  <a:lnTo>
                    <a:pt x="2933888" y="969394"/>
                  </a:lnTo>
                  <a:lnTo>
                    <a:pt x="3013182" y="946313"/>
                  </a:lnTo>
                  <a:lnTo>
                    <a:pt x="3092477" y="923233"/>
                  </a:lnTo>
                  <a:lnTo>
                    <a:pt x="3171771" y="900152"/>
                  </a:lnTo>
                  <a:lnTo>
                    <a:pt x="3251065" y="877071"/>
                  </a:lnTo>
                  <a:lnTo>
                    <a:pt x="3330360" y="853990"/>
                  </a:lnTo>
                  <a:lnTo>
                    <a:pt x="3409654" y="830909"/>
                  </a:lnTo>
                  <a:lnTo>
                    <a:pt x="3488948" y="807828"/>
                  </a:lnTo>
                  <a:lnTo>
                    <a:pt x="3568242" y="784748"/>
                  </a:lnTo>
                  <a:lnTo>
                    <a:pt x="3647537" y="761667"/>
                  </a:lnTo>
                  <a:lnTo>
                    <a:pt x="3726831" y="738586"/>
                  </a:lnTo>
                  <a:lnTo>
                    <a:pt x="3806125" y="715505"/>
                  </a:lnTo>
                  <a:lnTo>
                    <a:pt x="3885420" y="692424"/>
                  </a:lnTo>
                  <a:lnTo>
                    <a:pt x="3964714" y="669343"/>
                  </a:lnTo>
                  <a:lnTo>
                    <a:pt x="4044008" y="646263"/>
                  </a:lnTo>
                  <a:lnTo>
                    <a:pt x="4123302" y="623182"/>
                  </a:lnTo>
                  <a:lnTo>
                    <a:pt x="4202597" y="600101"/>
                  </a:lnTo>
                  <a:lnTo>
                    <a:pt x="4281891" y="577020"/>
                  </a:lnTo>
                  <a:lnTo>
                    <a:pt x="4361185" y="553939"/>
                  </a:lnTo>
                  <a:lnTo>
                    <a:pt x="4440480" y="530859"/>
                  </a:lnTo>
                  <a:lnTo>
                    <a:pt x="4519774" y="507778"/>
                  </a:lnTo>
                  <a:lnTo>
                    <a:pt x="4599068" y="484697"/>
                  </a:lnTo>
                  <a:lnTo>
                    <a:pt x="4678362" y="461616"/>
                  </a:lnTo>
                  <a:lnTo>
                    <a:pt x="4757657" y="438535"/>
                  </a:lnTo>
                  <a:lnTo>
                    <a:pt x="4836951" y="415454"/>
                  </a:lnTo>
                  <a:lnTo>
                    <a:pt x="4916245" y="392374"/>
                  </a:lnTo>
                  <a:lnTo>
                    <a:pt x="4995540" y="369293"/>
                  </a:lnTo>
                  <a:lnTo>
                    <a:pt x="5074834" y="346212"/>
                  </a:lnTo>
                  <a:lnTo>
                    <a:pt x="5154128" y="323131"/>
                  </a:lnTo>
                  <a:lnTo>
                    <a:pt x="5233423" y="300050"/>
                  </a:lnTo>
                  <a:lnTo>
                    <a:pt x="5312717" y="276969"/>
                  </a:lnTo>
                  <a:lnTo>
                    <a:pt x="5392011" y="253889"/>
                  </a:lnTo>
                  <a:lnTo>
                    <a:pt x="5471305" y="230808"/>
                  </a:lnTo>
                  <a:lnTo>
                    <a:pt x="5550600" y="207727"/>
                  </a:lnTo>
                  <a:lnTo>
                    <a:pt x="5629894" y="184646"/>
                  </a:lnTo>
                  <a:lnTo>
                    <a:pt x="5709188" y="161565"/>
                  </a:lnTo>
                  <a:lnTo>
                    <a:pt x="5788483" y="138484"/>
                  </a:lnTo>
                  <a:lnTo>
                    <a:pt x="5867777" y="115404"/>
                  </a:lnTo>
                  <a:lnTo>
                    <a:pt x="5947071" y="92323"/>
                  </a:lnTo>
                  <a:lnTo>
                    <a:pt x="6026365" y="69242"/>
                  </a:lnTo>
                  <a:lnTo>
                    <a:pt x="6105660" y="46161"/>
                  </a:lnTo>
                  <a:lnTo>
                    <a:pt x="6184954" y="23080"/>
                  </a:lnTo>
                  <a:lnTo>
                    <a:pt x="6264248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tx352"/>
            <p:cNvSpPr/>
            <p:nvPr/>
          </p:nvSpPr>
          <p:spPr>
            <a:xfrm>
              <a:off x="1465194" y="2577262"/>
              <a:ext cx="205109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E31A1C">
                      <a:alpha val="100000"/>
                    </a:srgbClr>
                  </a:solidFill>
                  <a:latin typeface="Helvetica"/>
                  <a:cs typeface="Helvetica"/>
                </a:rPr>
                <a:t>Female: y = 0.58 x +35.6   (R² = 0.66)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1465194" y="2773962"/>
              <a:ext cx="1975926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Male:   y = 0.67 x +31.6   (R² = 0.71)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817066" y="553178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55" name="tx355"/>
            <p:cNvSpPr/>
            <p:nvPr/>
          </p:nvSpPr>
          <p:spPr>
            <a:xfrm>
              <a:off x="754887" y="477524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56" name="tx356"/>
            <p:cNvSpPr/>
            <p:nvPr/>
          </p:nvSpPr>
          <p:spPr>
            <a:xfrm>
              <a:off x="692708" y="4018708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57" name="tx357"/>
            <p:cNvSpPr/>
            <p:nvPr/>
          </p:nvSpPr>
          <p:spPr>
            <a:xfrm>
              <a:off x="692708" y="326217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358" name="tx358"/>
            <p:cNvSpPr/>
            <p:nvPr/>
          </p:nvSpPr>
          <p:spPr>
            <a:xfrm>
              <a:off x="692708" y="250563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359" name="tx359"/>
            <p:cNvSpPr/>
            <p:nvPr/>
          </p:nvSpPr>
          <p:spPr>
            <a:xfrm>
              <a:off x="125966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60" name="tx360"/>
            <p:cNvSpPr/>
            <p:nvPr/>
          </p:nvSpPr>
          <p:spPr>
            <a:xfrm>
              <a:off x="29729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61" name="tx361"/>
            <p:cNvSpPr/>
            <p:nvPr/>
          </p:nvSpPr>
          <p:spPr>
            <a:xfrm>
              <a:off x="468627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62" name="tx362"/>
            <p:cNvSpPr/>
            <p:nvPr/>
          </p:nvSpPr>
          <p:spPr>
            <a:xfrm>
              <a:off x="643066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363" name="tx363"/>
            <p:cNvSpPr/>
            <p:nvPr/>
          </p:nvSpPr>
          <p:spPr>
            <a:xfrm>
              <a:off x="8175063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364" name="tx364"/>
            <p:cNvSpPr/>
            <p:nvPr/>
          </p:nvSpPr>
          <p:spPr>
            <a:xfrm>
              <a:off x="3793774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365" name="tx365"/>
            <p:cNvSpPr/>
            <p:nvPr/>
          </p:nvSpPr>
          <p:spPr>
            <a:xfrm rot="-5400000">
              <a:off x="-804851" y="4008650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eGFR, unindexed (mL/min)</a:t>
              </a:r>
            </a:p>
          </p:txBody>
        </p:sp>
        <p:sp>
          <p:nvSpPr>
            <p:cNvPr id="366" name="pt366"/>
            <p:cNvSpPr/>
            <p:nvPr/>
          </p:nvSpPr>
          <p:spPr>
            <a:xfrm>
              <a:off x="4231829" y="20496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rc367"/>
            <p:cNvSpPr/>
            <p:nvPr/>
          </p:nvSpPr>
          <p:spPr>
            <a:xfrm>
              <a:off x="4148282" y="1966152"/>
              <a:ext cx="219455" cy="219456"/>
            </a:xfrm>
            <a:prstGeom prst="rect">
              <a:avLst/>
            </a:pr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4170228" y="207588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4963081" y="20496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rc370"/>
            <p:cNvSpPr/>
            <p:nvPr/>
          </p:nvSpPr>
          <p:spPr>
            <a:xfrm>
              <a:off x="4879534" y="1966152"/>
              <a:ext cx="219455" cy="219456"/>
            </a:xfrm>
            <a:prstGeom prst="rect">
              <a:avLst/>
            </a:pr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4901480" y="207588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tx372"/>
            <p:cNvSpPr/>
            <p:nvPr/>
          </p:nvSpPr>
          <p:spPr>
            <a:xfrm>
              <a:off x="4437327" y="2035829"/>
              <a:ext cx="37261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Female</a:t>
              </a:r>
            </a:p>
          </p:txBody>
        </p:sp>
        <p:sp>
          <p:nvSpPr>
            <p:cNvPr id="373" name="tx373"/>
            <p:cNvSpPr/>
            <p:nvPr/>
          </p:nvSpPr>
          <p:spPr>
            <a:xfrm>
              <a:off x="5168579" y="2035829"/>
              <a:ext cx="24222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Male</a:t>
              </a:r>
            </a:p>
          </p:txBody>
        </p:sp>
        <p:sp>
          <p:nvSpPr>
            <p:cNvPr id="374" name="tx374"/>
            <p:cNvSpPr/>
            <p:nvPr/>
          </p:nvSpPr>
          <p:spPr>
            <a:xfrm>
              <a:off x="941876" y="1669789"/>
              <a:ext cx="302794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Sex   |   N = 322 (Female 187, Male 135)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2026-10-19T14:05:36Z</dcterms:modified>
  <cp:category/>
</cp:coreProperties>
</file>