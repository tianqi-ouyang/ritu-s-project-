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5591"/>
            </a:xfrm>
            <a:custGeom>
              <a:avLst/>
              <a:pathLst>
                <a:path w="7090630" h="3315591">
                  <a:moveTo>
                    <a:pt x="2400780" y="0"/>
                  </a:moveTo>
                  <a:lnTo>
                    <a:pt x="2435165" y="77468"/>
                  </a:lnTo>
                  <a:lnTo>
                    <a:pt x="2506788" y="231532"/>
                  </a:lnTo>
                  <a:lnTo>
                    <a:pt x="2578410" y="378629"/>
                  </a:lnTo>
                  <a:lnTo>
                    <a:pt x="2650033" y="519072"/>
                  </a:lnTo>
                  <a:lnTo>
                    <a:pt x="2721655" y="653163"/>
                  </a:lnTo>
                  <a:lnTo>
                    <a:pt x="2793278" y="781189"/>
                  </a:lnTo>
                  <a:lnTo>
                    <a:pt x="2864901" y="903425"/>
                  </a:lnTo>
                  <a:lnTo>
                    <a:pt x="2936523" y="1020132"/>
                  </a:lnTo>
                  <a:lnTo>
                    <a:pt x="3008146" y="1131560"/>
                  </a:lnTo>
                  <a:lnTo>
                    <a:pt x="3079768" y="1237949"/>
                  </a:lnTo>
                  <a:lnTo>
                    <a:pt x="3151391" y="1339525"/>
                  </a:lnTo>
                  <a:lnTo>
                    <a:pt x="3223013" y="1436507"/>
                  </a:lnTo>
                  <a:lnTo>
                    <a:pt x="3294636" y="1529103"/>
                  </a:lnTo>
                  <a:lnTo>
                    <a:pt x="3366258" y="1617511"/>
                  </a:lnTo>
                  <a:lnTo>
                    <a:pt x="3437881" y="1701920"/>
                  </a:lnTo>
                  <a:lnTo>
                    <a:pt x="3509503" y="1782511"/>
                  </a:lnTo>
                  <a:lnTo>
                    <a:pt x="3581126" y="1859458"/>
                  </a:lnTo>
                  <a:lnTo>
                    <a:pt x="3652748" y="1932924"/>
                  </a:lnTo>
                  <a:lnTo>
                    <a:pt x="3724371" y="2003067"/>
                  </a:lnTo>
                  <a:lnTo>
                    <a:pt x="3795993" y="2070037"/>
                  </a:lnTo>
                  <a:lnTo>
                    <a:pt x="3867616" y="2133979"/>
                  </a:lnTo>
                  <a:lnTo>
                    <a:pt x="3939238" y="2195028"/>
                  </a:lnTo>
                  <a:lnTo>
                    <a:pt x="4010861" y="2253317"/>
                  </a:lnTo>
                  <a:lnTo>
                    <a:pt x="4082483" y="2308968"/>
                  </a:lnTo>
                  <a:lnTo>
                    <a:pt x="4154106" y="2362103"/>
                  </a:lnTo>
                  <a:lnTo>
                    <a:pt x="4225729" y="2412835"/>
                  </a:lnTo>
                  <a:lnTo>
                    <a:pt x="4297351" y="2461272"/>
                  </a:lnTo>
                  <a:lnTo>
                    <a:pt x="4368974" y="2507518"/>
                  </a:lnTo>
                  <a:lnTo>
                    <a:pt x="4440596" y="2551672"/>
                  </a:lnTo>
                  <a:lnTo>
                    <a:pt x="4512219" y="2593829"/>
                  </a:lnTo>
                  <a:lnTo>
                    <a:pt x="4583841" y="2634080"/>
                  </a:lnTo>
                  <a:lnTo>
                    <a:pt x="4655464" y="2658773"/>
                  </a:lnTo>
                  <a:lnTo>
                    <a:pt x="4727086" y="2668047"/>
                  </a:lnTo>
                  <a:lnTo>
                    <a:pt x="4798709" y="2677217"/>
                  </a:lnTo>
                  <a:lnTo>
                    <a:pt x="4870331" y="2686284"/>
                  </a:lnTo>
                  <a:lnTo>
                    <a:pt x="4941954" y="2695249"/>
                  </a:lnTo>
                  <a:lnTo>
                    <a:pt x="5013576" y="2704113"/>
                  </a:lnTo>
                  <a:lnTo>
                    <a:pt x="5085199" y="2712877"/>
                  </a:lnTo>
                  <a:lnTo>
                    <a:pt x="5156821" y="2721543"/>
                  </a:lnTo>
                  <a:lnTo>
                    <a:pt x="5228444" y="2730112"/>
                  </a:lnTo>
                  <a:lnTo>
                    <a:pt x="5300066" y="2738584"/>
                  </a:lnTo>
                  <a:lnTo>
                    <a:pt x="5371689" y="2746961"/>
                  </a:lnTo>
                  <a:lnTo>
                    <a:pt x="5443311" y="2755244"/>
                  </a:lnTo>
                  <a:lnTo>
                    <a:pt x="5514934" y="2763434"/>
                  </a:lnTo>
                  <a:lnTo>
                    <a:pt x="5586557" y="2771531"/>
                  </a:lnTo>
                  <a:lnTo>
                    <a:pt x="5658179" y="2779538"/>
                  </a:lnTo>
                  <a:lnTo>
                    <a:pt x="5729802" y="2787454"/>
                  </a:lnTo>
                  <a:lnTo>
                    <a:pt x="5801424" y="2795282"/>
                  </a:lnTo>
                  <a:lnTo>
                    <a:pt x="5873047" y="2803022"/>
                  </a:lnTo>
                  <a:lnTo>
                    <a:pt x="5944669" y="2810674"/>
                  </a:lnTo>
                  <a:lnTo>
                    <a:pt x="6016292" y="2818241"/>
                  </a:lnTo>
                  <a:lnTo>
                    <a:pt x="6087914" y="2825722"/>
                  </a:lnTo>
                  <a:lnTo>
                    <a:pt x="6159537" y="2833120"/>
                  </a:lnTo>
                  <a:lnTo>
                    <a:pt x="6231159" y="2840434"/>
                  </a:lnTo>
                  <a:lnTo>
                    <a:pt x="6302782" y="2847666"/>
                  </a:lnTo>
                  <a:lnTo>
                    <a:pt x="6374404" y="2854817"/>
                  </a:lnTo>
                  <a:lnTo>
                    <a:pt x="6446027" y="2861887"/>
                  </a:lnTo>
                  <a:lnTo>
                    <a:pt x="6517649" y="2868878"/>
                  </a:lnTo>
                  <a:lnTo>
                    <a:pt x="6589272" y="2875790"/>
                  </a:lnTo>
                  <a:lnTo>
                    <a:pt x="6660894" y="2882625"/>
                  </a:lnTo>
                  <a:lnTo>
                    <a:pt x="6732517" y="2889382"/>
                  </a:lnTo>
                  <a:lnTo>
                    <a:pt x="6804139" y="2896064"/>
                  </a:lnTo>
                  <a:lnTo>
                    <a:pt x="6875762" y="2902671"/>
                  </a:lnTo>
                  <a:lnTo>
                    <a:pt x="6947385" y="2909203"/>
                  </a:lnTo>
                  <a:lnTo>
                    <a:pt x="7019007" y="2915662"/>
                  </a:lnTo>
                  <a:lnTo>
                    <a:pt x="7090630" y="2922048"/>
                  </a:lnTo>
                  <a:lnTo>
                    <a:pt x="7090630" y="3315591"/>
                  </a:lnTo>
                  <a:lnTo>
                    <a:pt x="7019007" y="3307625"/>
                  </a:lnTo>
                  <a:lnTo>
                    <a:pt x="6947385" y="3299282"/>
                  </a:lnTo>
                  <a:lnTo>
                    <a:pt x="6875762" y="3290543"/>
                  </a:lnTo>
                  <a:lnTo>
                    <a:pt x="6804139" y="3281391"/>
                  </a:lnTo>
                  <a:lnTo>
                    <a:pt x="6732517" y="3271805"/>
                  </a:lnTo>
                  <a:lnTo>
                    <a:pt x="6660894" y="3261764"/>
                  </a:lnTo>
                  <a:lnTo>
                    <a:pt x="6589272" y="3251249"/>
                  </a:lnTo>
                  <a:lnTo>
                    <a:pt x="6517649" y="3240235"/>
                  </a:lnTo>
                  <a:lnTo>
                    <a:pt x="6446027" y="3228699"/>
                  </a:lnTo>
                  <a:lnTo>
                    <a:pt x="6374404" y="3216617"/>
                  </a:lnTo>
                  <a:lnTo>
                    <a:pt x="6302782" y="3203962"/>
                  </a:lnTo>
                  <a:lnTo>
                    <a:pt x="6231159" y="3190708"/>
                  </a:lnTo>
                  <a:lnTo>
                    <a:pt x="6159537" y="3176826"/>
                  </a:lnTo>
                  <a:lnTo>
                    <a:pt x="6087914" y="3162287"/>
                  </a:lnTo>
                  <a:lnTo>
                    <a:pt x="6016292" y="3147059"/>
                  </a:lnTo>
                  <a:lnTo>
                    <a:pt x="5944669" y="3131109"/>
                  </a:lnTo>
                  <a:lnTo>
                    <a:pt x="5873047" y="3114404"/>
                  </a:lnTo>
                  <a:lnTo>
                    <a:pt x="5801424" y="3096907"/>
                  </a:lnTo>
                  <a:lnTo>
                    <a:pt x="5729802" y="3078582"/>
                  </a:lnTo>
                  <a:lnTo>
                    <a:pt x="5658179" y="3059388"/>
                  </a:lnTo>
                  <a:lnTo>
                    <a:pt x="5586557" y="3039285"/>
                  </a:lnTo>
                  <a:lnTo>
                    <a:pt x="5514934" y="3018230"/>
                  </a:lnTo>
                  <a:lnTo>
                    <a:pt x="5443311" y="2996178"/>
                  </a:lnTo>
                  <a:lnTo>
                    <a:pt x="5371689" y="2973081"/>
                  </a:lnTo>
                  <a:lnTo>
                    <a:pt x="5300066" y="2948889"/>
                  </a:lnTo>
                  <a:lnTo>
                    <a:pt x="5228444" y="2923552"/>
                  </a:lnTo>
                  <a:lnTo>
                    <a:pt x="5156821" y="2897014"/>
                  </a:lnTo>
                  <a:lnTo>
                    <a:pt x="5085199" y="2869219"/>
                  </a:lnTo>
                  <a:lnTo>
                    <a:pt x="5013576" y="2840108"/>
                  </a:lnTo>
                  <a:lnTo>
                    <a:pt x="4941954" y="2809617"/>
                  </a:lnTo>
                  <a:lnTo>
                    <a:pt x="4870331" y="2777682"/>
                  </a:lnTo>
                  <a:lnTo>
                    <a:pt x="4798709" y="2744234"/>
                  </a:lnTo>
                  <a:lnTo>
                    <a:pt x="4727086" y="2709202"/>
                  </a:lnTo>
                  <a:lnTo>
                    <a:pt x="4655464" y="2672510"/>
                  </a:lnTo>
                  <a:lnTo>
                    <a:pt x="4583841" y="2649393"/>
                  </a:lnTo>
                  <a:lnTo>
                    <a:pt x="4512219" y="2639907"/>
                  </a:lnTo>
                  <a:lnTo>
                    <a:pt x="4440596" y="2630312"/>
                  </a:lnTo>
                  <a:lnTo>
                    <a:pt x="4368974" y="2620609"/>
                  </a:lnTo>
                  <a:lnTo>
                    <a:pt x="4297351" y="2610796"/>
                  </a:lnTo>
                  <a:lnTo>
                    <a:pt x="4225729" y="2600870"/>
                  </a:lnTo>
                  <a:lnTo>
                    <a:pt x="4154106" y="2590832"/>
                  </a:lnTo>
                  <a:lnTo>
                    <a:pt x="4082483" y="2580680"/>
                  </a:lnTo>
                  <a:lnTo>
                    <a:pt x="4010861" y="2570413"/>
                  </a:lnTo>
                  <a:lnTo>
                    <a:pt x="3939238" y="2560028"/>
                  </a:lnTo>
                  <a:lnTo>
                    <a:pt x="3867616" y="2549526"/>
                  </a:lnTo>
                  <a:lnTo>
                    <a:pt x="3795993" y="2538904"/>
                  </a:lnTo>
                  <a:lnTo>
                    <a:pt x="3724371" y="2528162"/>
                  </a:lnTo>
                  <a:lnTo>
                    <a:pt x="3652748" y="2517297"/>
                  </a:lnTo>
                  <a:lnTo>
                    <a:pt x="3581126" y="2506309"/>
                  </a:lnTo>
                  <a:lnTo>
                    <a:pt x="3509503" y="2495196"/>
                  </a:lnTo>
                  <a:lnTo>
                    <a:pt x="3437881" y="2483956"/>
                  </a:lnTo>
                  <a:lnTo>
                    <a:pt x="3366258" y="2472589"/>
                  </a:lnTo>
                  <a:lnTo>
                    <a:pt x="3294636" y="2461092"/>
                  </a:lnTo>
                  <a:lnTo>
                    <a:pt x="3223013" y="2449465"/>
                  </a:lnTo>
                  <a:lnTo>
                    <a:pt x="3151391" y="2437706"/>
                  </a:lnTo>
                  <a:lnTo>
                    <a:pt x="3079768" y="2425813"/>
                  </a:lnTo>
                  <a:lnTo>
                    <a:pt x="3008146" y="2413784"/>
                  </a:lnTo>
                  <a:lnTo>
                    <a:pt x="2936523" y="2401619"/>
                  </a:lnTo>
                  <a:lnTo>
                    <a:pt x="2864901" y="2389316"/>
                  </a:lnTo>
                  <a:lnTo>
                    <a:pt x="2793278" y="2376873"/>
                  </a:lnTo>
                  <a:lnTo>
                    <a:pt x="2721655" y="2364288"/>
                  </a:lnTo>
                  <a:lnTo>
                    <a:pt x="2650033" y="2351560"/>
                  </a:lnTo>
                  <a:lnTo>
                    <a:pt x="2578410" y="2338687"/>
                  </a:lnTo>
                  <a:lnTo>
                    <a:pt x="2506788" y="2325668"/>
                  </a:lnTo>
                  <a:lnTo>
                    <a:pt x="2435165" y="2312501"/>
                  </a:lnTo>
                  <a:lnTo>
                    <a:pt x="2363543" y="2299185"/>
                  </a:lnTo>
                  <a:lnTo>
                    <a:pt x="2291920" y="2285717"/>
                  </a:lnTo>
                  <a:lnTo>
                    <a:pt x="2220298" y="2272096"/>
                  </a:lnTo>
                  <a:lnTo>
                    <a:pt x="2148675" y="2258319"/>
                  </a:lnTo>
                  <a:lnTo>
                    <a:pt x="2077053" y="2244387"/>
                  </a:lnTo>
                  <a:lnTo>
                    <a:pt x="2005430" y="2230296"/>
                  </a:lnTo>
                  <a:lnTo>
                    <a:pt x="1933808" y="2216044"/>
                  </a:lnTo>
                  <a:lnTo>
                    <a:pt x="1862185" y="2201631"/>
                  </a:lnTo>
                  <a:lnTo>
                    <a:pt x="1790563" y="2187054"/>
                  </a:lnTo>
                  <a:lnTo>
                    <a:pt x="1718940" y="2172311"/>
                  </a:lnTo>
                  <a:lnTo>
                    <a:pt x="1647318" y="2157400"/>
                  </a:lnTo>
                  <a:lnTo>
                    <a:pt x="1575695" y="2142320"/>
                  </a:lnTo>
                  <a:lnTo>
                    <a:pt x="1504073" y="2127069"/>
                  </a:lnTo>
                  <a:lnTo>
                    <a:pt x="1432450" y="2111644"/>
                  </a:lnTo>
                  <a:lnTo>
                    <a:pt x="1360827" y="2096043"/>
                  </a:lnTo>
                  <a:lnTo>
                    <a:pt x="1289205" y="2080266"/>
                  </a:lnTo>
                  <a:lnTo>
                    <a:pt x="1217582" y="2064308"/>
                  </a:lnTo>
                  <a:lnTo>
                    <a:pt x="1145960" y="2048170"/>
                  </a:lnTo>
                  <a:lnTo>
                    <a:pt x="1074337" y="2031848"/>
                  </a:lnTo>
                  <a:lnTo>
                    <a:pt x="1002715" y="2015340"/>
                  </a:lnTo>
                  <a:lnTo>
                    <a:pt x="931092" y="1998645"/>
                  </a:lnTo>
                  <a:lnTo>
                    <a:pt x="859470" y="1981760"/>
                  </a:lnTo>
                  <a:lnTo>
                    <a:pt x="787847" y="1964683"/>
                  </a:lnTo>
                  <a:lnTo>
                    <a:pt x="716225" y="1947412"/>
                  </a:lnTo>
                  <a:lnTo>
                    <a:pt x="644602" y="1929944"/>
                  </a:lnTo>
                  <a:lnTo>
                    <a:pt x="572980" y="1912278"/>
                  </a:lnTo>
                  <a:lnTo>
                    <a:pt x="501357" y="1894411"/>
                  </a:lnTo>
                  <a:lnTo>
                    <a:pt x="429735" y="1876341"/>
                  </a:lnTo>
                  <a:lnTo>
                    <a:pt x="358112" y="1858065"/>
                  </a:lnTo>
                  <a:lnTo>
                    <a:pt x="286490" y="1839581"/>
                  </a:lnTo>
                  <a:lnTo>
                    <a:pt x="214867" y="1820888"/>
                  </a:lnTo>
                  <a:lnTo>
                    <a:pt x="143245" y="1801982"/>
                  </a:lnTo>
                  <a:lnTo>
                    <a:pt x="71622" y="1782861"/>
                  </a:lnTo>
                  <a:lnTo>
                    <a:pt x="0" y="17635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72830" y="2073503"/>
              <a:ext cx="4689849" cy="2922048"/>
            </a:xfrm>
            <a:custGeom>
              <a:avLst/>
              <a:pathLst>
                <a:path w="4689849" h="2922048">
                  <a:moveTo>
                    <a:pt x="0" y="0"/>
                  </a:moveTo>
                  <a:lnTo>
                    <a:pt x="34385" y="77468"/>
                  </a:lnTo>
                  <a:lnTo>
                    <a:pt x="106007" y="231532"/>
                  </a:lnTo>
                  <a:lnTo>
                    <a:pt x="177630" y="378629"/>
                  </a:lnTo>
                  <a:lnTo>
                    <a:pt x="249252" y="519072"/>
                  </a:lnTo>
                  <a:lnTo>
                    <a:pt x="320875" y="653163"/>
                  </a:lnTo>
                  <a:lnTo>
                    <a:pt x="392497" y="781189"/>
                  </a:lnTo>
                  <a:lnTo>
                    <a:pt x="464120" y="903425"/>
                  </a:lnTo>
                  <a:lnTo>
                    <a:pt x="535742" y="1020132"/>
                  </a:lnTo>
                  <a:lnTo>
                    <a:pt x="607365" y="1131560"/>
                  </a:lnTo>
                  <a:lnTo>
                    <a:pt x="678987" y="1237949"/>
                  </a:lnTo>
                  <a:lnTo>
                    <a:pt x="750610" y="1339525"/>
                  </a:lnTo>
                  <a:lnTo>
                    <a:pt x="822232" y="1436507"/>
                  </a:lnTo>
                  <a:lnTo>
                    <a:pt x="893855" y="1529103"/>
                  </a:lnTo>
                  <a:lnTo>
                    <a:pt x="965477" y="1617511"/>
                  </a:lnTo>
                  <a:lnTo>
                    <a:pt x="1037100" y="1701920"/>
                  </a:lnTo>
                  <a:lnTo>
                    <a:pt x="1108722" y="1782511"/>
                  </a:lnTo>
                  <a:lnTo>
                    <a:pt x="1180345" y="1859458"/>
                  </a:lnTo>
                  <a:lnTo>
                    <a:pt x="1251967" y="1932924"/>
                  </a:lnTo>
                  <a:lnTo>
                    <a:pt x="1323590" y="2003067"/>
                  </a:lnTo>
                  <a:lnTo>
                    <a:pt x="1395213" y="2070037"/>
                  </a:lnTo>
                  <a:lnTo>
                    <a:pt x="1466835" y="2133979"/>
                  </a:lnTo>
                  <a:lnTo>
                    <a:pt x="1538458" y="2195028"/>
                  </a:lnTo>
                  <a:lnTo>
                    <a:pt x="1610080" y="2253317"/>
                  </a:lnTo>
                  <a:lnTo>
                    <a:pt x="1681703" y="2308968"/>
                  </a:lnTo>
                  <a:lnTo>
                    <a:pt x="1753325" y="2362103"/>
                  </a:lnTo>
                  <a:lnTo>
                    <a:pt x="1824948" y="2412835"/>
                  </a:lnTo>
                  <a:lnTo>
                    <a:pt x="1896570" y="2461272"/>
                  </a:lnTo>
                  <a:lnTo>
                    <a:pt x="1968193" y="2507518"/>
                  </a:lnTo>
                  <a:lnTo>
                    <a:pt x="2039815" y="2551672"/>
                  </a:lnTo>
                  <a:lnTo>
                    <a:pt x="2111438" y="2593829"/>
                  </a:lnTo>
                  <a:lnTo>
                    <a:pt x="2183060" y="2634080"/>
                  </a:lnTo>
                  <a:lnTo>
                    <a:pt x="2254683" y="2658773"/>
                  </a:lnTo>
                  <a:lnTo>
                    <a:pt x="2326305" y="2668047"/>
                  </a:lnTo>
                  <a:lnTo>
                    <a:pt x="2397928" y="2677217"/>
                  </a:lnTo>
                  <a:lnTo>
                    <a:pt x="2469550" y="2686284"/>
                  </a:lnTo>
                  <a:lnTo>
                    <a:pt x="2541173" y="2695249"/>
                  </a:lnTo>
                  <a:lnTo>
                    <a:pt x="2612795" y="2704113"/>
                  </a:lnTo>
                  <a:lnTo>
                    <a:pt x="2684418" y="2712877"/>
                  </a:lnTo>
                  <a:lnTo>
                    <a:pt x="2756041" y="2721543"/>
                  </a:lnTo>
                  <a:lnTo>
                    <a:pt x="2827663" y="2730112"/>
                  </a:lnTo>
                  <a:lnTo>
                    <a:pt x="2899286" y="2738584"/>
                  </a:lnTo>
                  <a:lnTo>
                    <a:pt x="2970908" y="2746961"/>
                  </a:lnTo>
                  <a:lnTo>
                    <a:pt x="3042531" y="2755244"/>
                  </a:lnTo>
                  <a:lnTo>
                    <a:pt x="3114153" y="2763434"/>
                  </a:lnTo>
                  <a:lnTo>
                    <a:pt x="3185776" y="2771531"/>
                  </a:lnTo>
                  <a:lnTo>
                    <a:pt x="3257398" y="2779538"/>
                  </a:lnTo>
                  <a:lnTo>
                    <a:pt x="3329021" y="2787454"/>
                  </a:lnTo>
                  <a:lnTo>
                    <a:pt x="3400643" y="2795282"/>
                  </a:lnTo>
                  <a:lnTo>
                    <a:pt x="3472266" y="2803022"/>
                  </a:lnTo>
                  <a:lnTo>
                    <a:pt x="3543888" y="2810674"/>
                  </a:lnTo>
                  <a:lnTo>
                    <a:pt x="3615511" y="2818241"/>
                  </a:lnTo>
                  <a:lnTo>
                    <a:pt x="3687133" y="2825722"/>
                  </a:lnTo>
                  <a:lnTo>
                    <a:pt x="3758756" y="2833120"/>
                  </a:lnTo>
                  <a:lnTo>
                    <a:pt x="3830378" y="2840434"/>
                  </a:lnTo>
                  <a:lnTo>
                    <a:pt x="3902001" y="2847666"/>
                  </a:lnTo>
                  <a:lnTo>
                    <a:pt x="3973623" y="2854817"/>
                  </a:lnTo>
                  <a:lnTo>
                    <a:pt x="4045246" y="2861887"/>
                  </a:lnTo>
                  <a:lnTo>
                    <a:pt x="4116869" y="2868878"/>
                  </a:lnTo>
                  <a:lnTo>
                    <a:pt x="4188491" y="2875790"/>
                  </a:lnTo>
                  <a:lnTo>
                    <a:pt x="4260114" y="2882625"/>
                  </a:lnTo>
                  <a:lnTo>
                    <a:pt x="4331736" y="2889382"/>
                  </a:lnTo>
                  <a:lnTo>
                    <a:pt x="4403359" y="2896064"/>
                  </a:lnTo>
                  <a:lnTo>
                    <a:pt x="4474981" y="2902671"/>
                  </a:lnTo>
                  <a:lnTo>
                    <a:pt x="4546604" y="2909203"/>
                  </a:lnTo>
                  <a:lnTo>
                    <a:pt x="4618226" y="2915662"/>
                  </a:lnTo>
                  <a:lnTo>
                    <a:pt x="4689849" y="2922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37025"/>
              <a:ext cx="7090630" cy="1552068"/>
            </a:xfrm>
            <a:custGeom>
              <a:avLst/>
              <a:pathLst>
                <a:path w="7090630" h="1552068">
                  <a:moveTo>
                    <a:pt x="7090630" y="1552068"/>
                  </a:moveTo>
                  <a:lnTo>
                    <a:pt x="7019007" y="1544102"/>
                  </a:lnTo>
                  <a:lnTo>
                    <a:pt x="6947385" y="1535759"/>
                  </a:lnTo>
                  <a:lnTo>
                    <a:pt x="6875762" y="1527020"/>
                  </a:lnTo>
                  <a:lnTo>
                    <a:pt x="6804139" y="1517868"/>
                  </a:lnTo>
                  <a:lnTo>
                    <a:pt x="6732517" y="1508282"/>
                  </a:lnTo>
                  <a:lnTo>
                    <a:pt x="6660894" y="1498242"/>
                  </a:lnTo>
                  <a:lnTo>
                    <a:pt x="6589272" y="1487726"/>
                  </a:lnTo>
                  <a:lnTo>
                    <a:pt x="6517649" y="1476712"/>
                  </a:lnTo>
                  <a:lnTo>
                    <a:pt x="6446027" y="1465176"/>
                  </a:lnTo>
                  <a:lnTo>
                    <a:pt x="6374404" y="1453094"/>
                  </a:lnTo>
                  <a:lnTo>
                    <a:pt x="6302782" y="1440440"/>
                  </a:lnTo>
                  <a:lnTo>
                    <a:pt x="6231159" y="1427186"/>
                  </a:lnTo>
                  <a:lnTo>
                    <a:pt x="6159537" y="1413304"/>
                  </a:lnTo>
                  <a:lnTo>
                    <a:pt x="6087914" y="1398764"/>
                  </a:lnTo>
                  <a:lnTo>
                    <a:pt x="6016292" y="1383536"/>
                  </a:lnTo>
                  <a:lnTo>
                    <a:pt x="5944669" y="1367586"/>
                  </a:lnTo>
                  <a:lnTo>
                    <a:pt x="5873047" y="1350881"/>
                  </a:lnTo>
                  <a:lnTo>
                    <a:pt x="5801424" y="1333385"/>
                  </a:lnTo>
                  <a:lnTo>
                    <a:pt x="5729802" y="1315059"/>
                  </a:lnTo>
                  <a:lnTo>
                    <a:pt x="5658179" y="1295866"/>
                  </a:lnTo>
                  <a:lnTo>
                    <a:pt x="5586557" y="1275763"/>
                  </a:lnTo>
                  <a:lnTo>
                    <a:pt x="5514934" y="1254708"/>
                  </a:lnTo>
                  <a:lnTo>
                    <a:pt x="5443311" y="1232655"/>
                  </a:lnTo>
                  <a:lnTo>
                    <a:pt x="5371689" y="1209558"/>
                  </a:lnTo>
                  <a:lnTo>
                    <a:pt x="5300066" y="1185367"/>
                  </a:lnTo>
                  <a:lnTo>
                    <a:pt x="5228444" y="1160029"/>
                  </a:lnTo>
                  <a:lnTo>
                    <a:pt x="5156821" y="1133492"/>
                  </a:lnTo>
                  <a:lnTo>
                    <a:pt x="5085199" y="1105697"/>
                  </a:lnTo>
                  <a:lnTo>
                    <a:pt x="5013576" y="1076585"/>
                  </a:lnTo>
                  <a:lnTo>
                    <a:pt x="4941954" y="1046095"/>
                  </a:lnTo>
                  <a:lnTo>
                    <a:pt x="4870331" y="1014160"/>
                  </a:lnTo>
                  <a:lnTo>
                    <a:pt x="4798709" y="980712"/>
                  </a:lnTo>
                  <a:lnTo>
                    <a:pt x="4727086" y="945679"/>
                  </a:lnTo>
                  <a:lnTo>
                    <a:pt x="4655464" y="908988"/>
                  </a:lnTo>
                  <a:lnTo>
                    <a:pt x="4583841" y="885870"/>
                  </a:lnTo>
                  <a:lnTo>
                    <a:pt x="4512219" y="876384"/>
                  </a:lnTo>
                  <a:lnTo>
                    <a:pt x="4440596" y="866790"/>
                  </a:lnTo>
                  <a:lnTo>
                    <a:pt x="4368974" y="857086"/>
                  </a:lnTo>
                  <a:lnTo>
                    <a:pt x="4297351" y="847273"/>
                  </a:lnTo>
                  <a:lnTo>
                    <a:pt x="4225729" y="837348"/>
                  </a:lnTo>
                  <a:lnTo>
                    <a:pt x="4154106" y="827310"/>
                  </a:lnTo>
                  <a:lnTo>
                    <a:pt x="4082483" y="817158"/>
                  </a:lnTo>
                  <a:lnTo>
                    <a:pt x="4010861" y="806890"/>
                  </a:lnTo>
                  <a:lnTo>
                    <a:pt x="3939238" y="796506"/>
                  </a:lnTo>
                  <a:lnTo>
                    <a:pt x="3867616" y="786003"/>
                  </a:lnTo>
                  <a:lnTo>
                    <a:pt x="3795993" y="775382"/>
                  </a:lnTo>
                  <a:lnTo>
                    <a:pt x="3724371" y="764639"/>
                  </a:lnTo>
                  <a:lnTo>
                    <a:pt x="3652748" y="753774"/>
                  </a:lnTo>
                  <a:lnTo>
                    <a:pt x="3581126" y="742786"/>
                  </a:lnTo>
                  <a:lnTo>
                    <a:pt x="3509503" y="731673"/>
                  </a:lnTo>
                  <a:lnTo>
                    <a:pt x="3437881" y="720434"/>
                  </a:lnTo>
                  <a:lnTo>
                    <a:pt x="3366258" y="709066"/>
                  </a:lnTo>
                  <a:lnTo>
                    <a:pt x="3294636" y="697570"/>
                  </a:lnTo>
                  <a:lnTo>
                    <a:pt x="3223013" y="685943"/>
                  </a:lnTo>
                  <a:lnTo>
                    <a:pt x="3151391" y="674183"/>
                  </a:lnTo>
                  <a:lnTo>
                    <a:pt x="3079768" y="662290"/>
                  </a:lnTo>
                  <a:lnTo>
                    <a:pt x="3008146" y="650262"/>
                  </a:lnTo>
                  <a:lnTo>
                    <a:pt x="2936523" y="638097"/>
                  </a:lnTo>
                  <a:lnTo>
                    <a:pt x="2864901" y="625793"/>
                  </a:lnTo>
                  <a:lnTo>
                    <a:pt x="2793278" y="613350"/>
                  </a:lnTo>
                  <a:lnTo>
                    <a:pt x="2721655" y="600765"/>
                  </a:lnTo>
                  <a:lnTo>
                    <a:pt x="2650033" y="588037"/>
                  </a:lnTo>
                  <a:lnTo>
                    <a:pt x="2578410" y="575165"/>
                  </a:lnTo>
                  <a:lnTo>
                    <a:pt x="2506788" y="562146"/>
                  </a:lnTo>
                  <a:lnTo>
                    <a:pt x="2435165" y="548979"/>
                  </a:lnTo>
                  <a:lnTo>
                    <a:pt x="2363543" y="535662"/>
                  </a:lnTo>
                  <a:lnTo>
                    <a:pt x="2291920" y="522194"/>
                  </a:lnTo>
                  <a:lnTo>
                    <a:pt x="2220298" y="508573"/>
                  </a:lnTo>
                  <a:lnTo>
                    <a:pt x="2148675" y="494797"/>
                  </a:lnTo>
                  <a:lnTo>
                    <a:pt x="2077053" y="480864"/>
                  </a:lnTo>
                  <a:lnTo>
                    <a:pt x="2005430" y="466773"/>
                  </a:lnTo>
                  <a:lnTo>
                    <a:pt x="1933808" y="452522"/>
                  </a:lnTo>
                  <a:lnTo>
                    <a:pt x="1862185" y="438108"/>
                  </a:lnTo>
                  <a:lnTo>
                    <a:pt x="1790563" y="423531"/>
                  </a:lnTo>
                  <a:lnTo>
                    <a:pt x="1718940" y="408788"/>
                  </a:lnTo>
                  <a:lnTo>
                    <a:pt x="1647318" y="393878"/>
                  </a:lnTo>
                  <a:lnTo>
                    <a:pt x="1575695" y="378798"/>
                  </a:lnTo>
                  <a:lnTo>
                    <a:pt x="1504073" y="363546"/>
                  </a:lnTo>
                  <a:lnTo>
                    <a:pt x="1432450" y="348121"/>
                  </a:lnTo>
                  <a:lnTo>
                    <a:pt x="1360827" y="332521"/>
                  </a:lnTo>
                  <a:lnTo>
                    <a:pt x="1289205" y="316743"/>
                  </a:lnTo>
                  <a:lnTo>
                    <a:pt x="1217582" y="300786"/>
                  </a:lnTo>
                  <a:lnTo>
                    <a:pt x="1145960" y="284647"/>
                  </a:lnTo>
                  <a:lnTo>
                    <a:pt x="1074337" y="268325"/>
                  </a:lnTo>
                  <a:lnTo>
                    <a:pt x="1002715" y="251818"/>
                  </a:lnTo>
                  <a:lnTo>
                    <a:pt x="931092" y="235122"/>
                  </a:lnTo>
                  <a:lnTo>
                    <a:pt x="859470" y="218237"/>
                  </a:lnTo>
                  <a:lnTo>
                    <a:pt x="787847" y="201160"/>
                  </a:lnTo>
                  <a:lnTo>
                    <a:pt x="716225" y="183889"/>
                  </a:lnTo>
                  <a:lnTo>
                    <a:pt x="644602" y="166421"/>
                  </a:lnTo>
                  <a:lnTo>
                    <a:pt x="572980" y="148755"/>
                  </a:lnTo>
                  <a:lnTo>
                    <a:pt x="501357" y="130888"/>
                  </a:lnTo>
                  <a:lnTo>
                    <a:pt x="429735" y="112818"/>
                  </a:lnTo>
                  <a:lnTo>
                    <a:pt x="358112" y="94542"/>
                  </a:lnTo>
                  <a:lnTo>
                    <a:pt x="286490" y="76059"/>
                  </a:lnTo>
                  <a:lnTo>
                    <a:pt x="214867" y="57365"/>
                  </a:lnTo>
                  <a:lnTo>
                    <a:pt x="143245" y="38459"/>
                  </a:lnTo>
                  <a:lnTo>
                    <a:pt x="71622" y="193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825" y="2073503"/>
              <a:ext cx="6038853" cy="3176415"/>
            </a:xfrm>
            <a:custGeom>
              <a:avLst/>
              <a:pathLst>
                <a:path w="6038853" h="3176415">
                  <a:moveTo>
                    <a:pt x="0" y="0"/>
                  </a:moveTo>
                  <a:lnTo>
                    <a:pt x="22561" y="31766"/>
                  </a:lnTo>
                  <a:lnTo>
                    <a:pt x="94184" y="129749"/>
                  </a:lnTo>
                  <a:lnTo>
                    <a:pt x="165806" y="224950"/>
                  </a:lnTo>
                  <a:lnTo>
                    <a:pt x="237429" y="317448"/>
                  </a:lnTo>
                  <a:lnTo>
                    <a:pt x="309051" y="407322"/>
                  </a:lnTo>
                  <a:lnTo>
                    <a:pt x="380674" y="494644"/>
                  </a:lnTo>
                  <a:lnTo>
                    <a:pt x="452296" y="579487"/>
                  </a:lnTo>
                  <a:lnTo>
                    <a:pt x="523919" y="661923"/>
                  </a:lnTo>
                  <a:lnTo>
                    <a:pt x="595541" y="742019"/>
                  </a:lnTo>
                  <a:lnTo>
                    <a:pt x="667164" y="819841"/>
                  </a:lnTo>
                  <a:lnTo>
                    <a:pt x="738786" y="895454"/>
                  </a:lnTo>
                  <a:lnTo>
                    <a:pt x="810409" y="968921"/>
                  </a:lnTo>
                  <a:lnTo>
                    <a:pt x="882032" y="1040302"/>
                  </a:lnTo>
                  <a:lnTo>
                    <a:pt x="953654" y="1109658"/>
                  </a:lnTo>
                  <a:lnTo>
                    <a:pt x="1025277" y="1177045"/>
                  </a:lnTo>
                  <a:lnTo>
                    <a:pt x="1096899" y="1242519"/>
                  </a:lnTo>
                  <a:lnTo>
                    <a:pt x="1168522" y="1306135"/>
                  </a:lnTo>
                  <a:lnTo>
                    <a:pt x="1240144" y="1367945"/>
                  </a:lnTo>
                  <a:lnTo>
                    <a:pt x="1311767" y="1428000"/>
                  </a:lnTo>
                  <a:lnTo>
                    <a:pt x="1383389" y="1486351"/>
                  </a:lnTo>
                  <a:lnTo>
                    <a:pt x="1455012" y="1543046"/>
                  </a:lnTo>
                  <a:lnTo>
                    <a:pt x="1526634" y="1598132"/>
                  </a:lnTo>
                  <a:lnTo>
                    <a:pt x="1598257" y="1651654"/>
                  </a:lnTo>
                  <a:lnTo>
                    <a:pt x="1669879" y="1703656"/>
                  </a:lnTo>
                  <a:lnTo>
                    <a:pt x="1741502" y="1754183"/>
                  </a:lnTo>
                  <a:lnTo>
                    <a:pt x="1813124" y="1803275"/>
                  </a:lnTo>
                  <a:lnTo>
                    <a:pt x="1884747" y="1850974"/>
                  </a:lnTo>
                  <a:lnTo>
                    <a:pt x="1956369" y="1897320"/>
                  </a:lnTo>
                  <a:lnTo>
                    <a:pt x="2027992" y="1942349"/>
                  </a:lnTo>
                  <a:lnTo>
                    <a:pt x="2099614" y="1986101"/>
                  </a:lnTo>
                  <a:lnTo>
                    <a:pt x="2171237" y="2028610"/>
                  </a:lnTo>
                  <a:lnTo>
                    <a:pt x="2242860" y="2069914"/>
                  </a:lnTo>
                  <a:lnTo>
                    <a:pt x="2314482" y="2110044"/>
                  </a:lnTo>
                  <a:lnTo>
                    <a:pt x="2386105" y="2149036"/>
                  </a:lnTo>
                  <a:lnTo>
                    <a:pt x="2457727" y="2186921"/>
                  </a:lnTo>
                  <a:lnTo>
                    <a:pt x="2529350" y="2223730"/>
                  </a:lnTo>
                  <a:lnTo>
                    <a:pt x="2600972" y="2259495"/>
                  </a:lnTo>
                  <a:lnTo>
                    <a:pt x="2672595" y="2294245"/>
                  </a:lnTo>
                  <a:lnTo>
                    <a:pt x="2744217" y="2328008"/>
                  </a:lnTo>
                  <a:lnTo>
                    <a:pt x="2815840" y="2360813"/>
                  </a:lnTo>
                  <a:lnTo>
                    <a:pt x="2887462" y="2392686"/>
                  </a:lnTo>
                  <a:lnTo>
                    <a:pt x="2959085" y="2423655"/>
                  </a:lnTo>
                  <a:lnTo>
                    <a:pt x="3030707" y="2453745"/>
                  </a:lnTo>
                  <a:lnTo>
                    <a:pt x="3102330" y="2482981"/>
                  </a:lnTo>
                  <a:lnTo>
                    <a:pt x="3173952" y="2511387"/>
                  </a:lnTo>
                  <a:lnTo>
                    <a:pt x="3245575" y="2538987"/>
                  </a:lnTo>
                  <a:lnTo>
                    <a:pt x="3317197" y="2565803"/>
                  </a:lnTo>
                  <a:lnTo>
                    <a:pt x="3388820" y="2591859"/>
                  </a:lnTo>
                  <a:lnTo>
                    <a:pt x="3460442" y="2617174"/>
                  </a:lnTo>
                  <a:lnTo>
                    <a:pt x="3532065" y="2641771"/>
                  </a:lnTo>
                  <a:lnTo>
                    <a:pt x="3603688" y="2665670"/>
                  </a:lnTo>
                  <a:lnTo>
                    <a:pt x="3675310" y="2688891"/>
                  </a:lnTo>
                  <a:lnTo>
                    <a:pt x="3746933" y="2711452"/>
                  </a:lnTo>
                  <a:lnTo>
                    <a:pt x="3818555" y="2733373"/>
                  </a:lnTo>
                  <a:lnTo>
                    <a:pt x="3890178" y="2754672"/>
                  </a:lnTo>
                  <a:lnTo>
                    <a:pt x="3961800" y="2775366"/>
                  </a:lnTo>
                  <a:lnTo>
                    <a:pt x="4033423" y="2795473"/>
                  </a:lnTo>
                  <a:lnTo>
                    <a:pt x="4105045" y="2815009"/>
                  </a:lnTo>
                  <a:lnTo>
                    <a:pt x="4176668" y="2833991"/>
                  </a:lnTo>
                  <a:lnTo>
                    <a:pt x="4248290" y="2852434"/>
                  </a:lnTo>
                  <a:lnTo>
                    <a:pt x="4319913" y="2870353"/>
                  </a:lnTo>
                  <a:lnTo>
                    <a:pt x="4391535" y="2887764"/>
                  </a:lnTo>
                  <a:lnTo>
                    <a:pt x="4463158" y="2904681"/>
                  </a:lnTo>
                  <a:lnTo>
                    <a:pt x="4534780" y="2921117"/>
                  </a:lnTo>
                  <a:lnTo>
                    <a:pt x="4606403" y="2937087"/>
                  </a:lnTo>
                  <a:lnTo>
                    <a:pt x="4678025" y="2952603"/>
                  </a:lnTo>
                  <a:lnTo>
                    <a:pt x="4749648" y="2967680"/>
                  </a:lnTo>
                  <a:lnTo>
                    <a:pt x="4821270" y="2982328"/>
                  </a:lnTo>
                  <a:lnTo>
                    <a:pt x="4892893" y="2996560"/>
                  </a:lnTo>
                  <a:lnTo>
                    <a:pt x="4964516" y="3010389"/>
                  </a:lnTo>
                  <a:lnTo>
                    <a:pt x="5036138" y="3023825"/>
                  </a:lnTo>
                  <a:lnTo>
                    <a:pt x="5107761" y="3036879"/>
                  </a:lnTo>
                  <a:lnTo>
                    <a:pt x="5179383" y="3049563"/>
                  </a:lnTo>
                  <a:lnTo>
                    <a:pt x="5251006" y="3061887"/>
                  </a:lnTo>
                  <a:lnTo>
                    <a:pt x="5322628" y="3073861"/>
                  </a:lnTo>
                  <a:lnTo>
                    <a:pt x="5394251" y="3085496"/>
                  </a:lnTo>
                  <a:lnTo>
                    <a:pt x="5465873" y="3096800"/>
                  </a:lnTo>
                  <a:lnTo>
                    <a:pt x="5537496" y="3107783"/>
                  </a:lnTo>
                  <a:lnTo>
                    <a:pt x="5609118" y="3118455"/>
                  </a:lnTo>
                  <a:lnTo>
                    <a:pt x="5680741" y="3128823"/>
                  </a:lnTo>
                  <a:lnTo>
                    <a:pt x="5752363" y="3138897"/>
                  </a:lnTo>
                  <a:lnTo>
                    <a:pt x="5823986" y="3148686"/>
                  </a:lnTo>
                  <a:lnTo>
                    <a:pt x="5895608" y="3158196"/>
                  </a:lnTo>
                  <a:lnTo>
                    <a:pt x="5967231" y="3167437"/>
                  </a:lnTo>
                  <a:lnTo>
                    <a:pt x="6038853" y="31764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(1.17-1.92), p_Bonf = 0.008 (n = 6)  |  per IQR decline (Δ = 21.9): 2.42 (1.42-4.15)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2026-10-09T13:14:11Z</dcterms:modified>
  <cp:category/>
</cp:coreProperties>
</file>