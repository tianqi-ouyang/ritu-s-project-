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313730"/>
            </a:xfrm>
            <a:custGeom>
              <a:avLst/>
              <a:pathLst>
                <a:path w="7090630" h="3313730">
                  <a:moveTo>
                    <a:pt x="2367230" y="0"/>
                  </a:moveTo>
                  <a:lnTo>
                    <a:pt x="2435165" y="148245"/>
                  </a:lnTo>
                  <a:lnTo>
                    <a:pt x="2506788" y="297540"/>
                  </a:lnTo>
                  <a:lnTo>
                    <a:pt x="2578410" y="440153"/>
                  </a:lnTo>
                  <a:lnTo>
                    <a:pt x="2650033" y="576383"/>
                  </a:lnTo>
                  <a:lnTo>
                    <a:pt x="2721655" y="706515"/>
                  </a:lnTo>
                  <a:lnTo>
                    <a:pt x="2793278" y="830822"/>
                  </a:lnTo>
                  <a:lnTo>
                    <a:pt x="2864901" y="949565"/>
                  </a:lnTo>
                  <a:lnTo>
                    <a:pt x="2936523" y="1062994"/>
                  </a:lnTo>
                  <a:lnTo>
                    <a:pt x="3008146" y="1171345"/>
                  </a:lnTo>
                  <a:lnTo>
                    <a:pt x="3079768" y="1274847"/>
                  </a:lnTo>
                  <a:lnTo>
                    <a:pt x="3151391" y="1373716"/>
                  </a:lnTo>
                  <a:lnTo>
                    <a:pt x="3223013" y="1468160"/>
                  </a:lnTo>
                  <a:lnTo>
                    <a:pt x="3294636" y="1558377"/>
                  </a:lnTo>
                  <a:lnTo>
                    <a:pt x="3366258" y="1644555"/>
                  </a:lnTo>
                  <a:lnTo>
                    <a:pt x="3437881" y="1726876"/>
                  </a:lnTo>
                  <a:lnTo>
                    <a:pt x="3509503" y="1805513"/>
                  </a:lnTo>
                  <a:lnTo>
                    <a:pt x="3581126" y="1880630"/>
                  </a:lnTo>
                  <a:lnTo>
                    <a:pt x="3652748" y="1952384"/>
                  </a:lnTo>
                  <a:lnTo>
                    <a:pt x="3724371" y="2020927"/>
                  </a:lnTo>
                  <a:lnTo>
                    <a:pt x="3795993" y="2086402"/>
                  </a:lnTo>
                  <a:lnTo>
                    <a:pt x="3867616" y="2148946"/>
                  </a:lnTo>
                  <a:lnTo>
                    <a:pt x="3939238" y="2208691"/>
                  </a:lnTo>
                  <a:lnTo>
                    <a:pt x="4010861" y="2265762"/>
                  </a:lnTo>
                  <a:lnTo>
                    <a:pt x="4082483" y="2320278"/>
                  </a:lnTo>
                  <a:lnTo>
                    <a:pt x="4154106" y="2372355"/>
                  </a:lnTo>
                  <a:lnTo>
                    <a:pt x="4225729" y="2422100"/>
                  </a:lnTo>
                  <a:lnTo>
                    <a:pt x="4297351" y="2469619"/>
                  </a:lnTo>
                  <a:lnTo>
                    <a:pt x="4368974" y="2515010"/>
                  </a:lnTo>
                  <a:lnTo>
                    <a:pt x="4440596" y="2558370"/>
                  </a:lnTo>
                  <a:lnTo>
                    <a:pt x="4512219" y="2599790"/>
                  </a:lnTo>
                  <a:lnTo>
                    <a:pt x="4583841" y="2639355"/>
                  </a:lnTo>
                  <a:lnTo>
                    <a:pt x="4655464" y="2659868"/>
                  </a:lnTo>
                  <a:lnTo>
                    <a:pt x="4727086" y="2668936"/>
                  </a:lnTo>
                  <a:lnTo>
                    <a:pt x="4798709" y="2677904"/>
                  </a:lnTo>
                  <a:lnTo>
                    <a:pt x="4870331" y="2686774"/>
                  </a:lnTo>
                  <a:lnTo>
                    <a:pt x="4941954" y="2695546"/>
                  </a:lnTo>
                  <a:lnTo>
                    <a:pt x="5013576" y="2704221"/>
                  </a:lnTo>
                  <a:lnTo>
                    <a:pt x="5085199" y="2712801"/>
                  </a:lnTo>
                  <a:lnTo>
                    <a:pt x="5156821" y="2721286"/>
                  </a:lnTo>
                  <a:lnTo>
                    <a:pt x="5228444" y="2729678"/>
                  </a:lnTo>
                  <a:lnTo>
                    <a:pt x="5300066" y="2737978"/>
                  </a:lnTo>
                  <a:lnTo>
                    <a:pt x="5371689" y="2746186"/>
                  </a:lnTo>
                  <a:lnTo>
                    <a:pt x="5443311" y="2754304"/>
                  </a:lnTo>
                  <a:lnTo>
                    <a:pt x="5514934" y="2762332"/>
                  </a:lnTo>
                  <a:lnTo>
                    <a:pt x="5586557" y="2770272"/>
                  </a:lnTo>
                  <a:lnTo>
                    <a:pt x="5658179" y="2778125"/>
                  </a:lnTo>
                  <a:lnTo>
                    <a:pt x="5729802" y="2785892"/>
                  </a:lnTo>
                  <a:lnTo>
                    <a:pt x="5801424" y="2793572"/>
                  </a:lnTo>
                  <a:lnTo>
                    <a:pt x="5873047" y="2801169"/>
                  </a:lnTo>
                  <a:lnTo>
                    <a:pt x="5944669" y="2808682"/>
                  </a:lnTo>
                  <a:lnTo>
                    <a:pt x="6016292" y="2816112"/>
                  </a:lnTo>
                  <a:lnTo>
                    <a:pt x="6087914" y="2823460"/>
                  </a:lnTo>
                  <a:lnTo>
                    <a:pt x="6159537" y="2830727"/>
                  </a:lnTo>
                  <a:lnTo>
                    <a:pt x="6231159" y="2837915"/>
                  </a:lnTo>
                  <a:lnTo>
                    <a:pt x="6302782" y="2845023"/>
                  </a:lnTo>
                  <a:lnTo>
                    <a:pt x="6374404" y="2852053"/>
                  </a:lnTo>
                  <a:lnTo>
                    <a:pt x="6446027" y="2859006"/>
                  </a:lnTo>
                  <a:lnTo>
                    <a:pt x="6517649" y="2865882"/>
                  </a:lnTo>
                  <a:lnTo>
                    <a:pt x="6589272" y="2872682"/>
                  </a:lnTo>
                  <a:lnTo>
                    <a:pt x="6660894" y="2879408"/>
                  </a:lnTo>
                  <a:lnTo>
                    <a:pt x="6732517" y="2886060"/>
                  </a:lnTo>
                  <a:lnTo>
                    <a:pt x="6804139" y="2892638"/>
                  </a:lnTo>
                  <a:lnTo>
                    <a:pt x="6875762" y="2899144"/>
                  </a:lnTo>
                  <a:lnTo>
                    <a:pt x="6947385" y="2905578"/>
                  </a:lnTo>
                  <a:lnTo>
                    <a:pt x="7019007" y="2911942"/>
                  </a:lnTo>
                  <a:lnTo>
                    <a:pt x="7090630" y="2918235"/>
                  </a:lnTo>
                  <a:lnTo>
                    <a:pt x="7090630" y="3313730"/>
                  </a:lnTo>
                  <a:lnTo>
                    <a:pt x="7019007" y="3305764"/>
                  </a:lnTo>
                  <a:lnTo>
                    <a:pt x="6947385" y="3297424"/>
                  </a:lnTo>
                  <a:lnTo>
                    <a:pt x="6875762" y="3288694"/>
                  </a:lnTo>
                  <a:lnTo>
                    <a:pt x="6804139" y="3279554"/>
                  </a:lnTo>
                  <a:lnTo>
                    <a:pt x="6732517" y="3269986"/>
                  </a:lnTo>
                  <a:lnTo>
                    <a:pt x="6660894" y="3259970"/>
                  </a:lnTo>
                  <a:lnTo>
                    <a:pt x="6589272" y="3249485"/>
                  </a:lnTo>
                  <a:lnTo>
                    <a:pt x="6517649" y="3238508"/>
                  </a:lnTo>
                  <a:lnTo>
                    <a:pt x="6446027" y="3227017"/>
                  </a:lnTo>
                  <a:lnTo>
                    <a:pt x="6374404" y="3214988"/>
                  </a:lnTo>
                  <a:lnTo>
                    <a:pt x="6302782" y="3202394"/>
                  </a:lnTo>
                  <a:lnTo>
                    <a:pt x="6231159" y="3189211"/>
                  </a:lnTo>
                  <a:lnTo>
                    <a:pt x="6159537" y="3175410"/>
                  </a:lnTo>
                  <a:lnTo>
                    <a:pt x="6087914" y="3160963"/>
                  </a:lnTo>
                  <a:lnTo>
                    <a:pt x="6016292" y="3145838"/>
                  </a:lnTo>
                  <a:lnTo>
                    <a:pt x="5944669" y="3130005"/>
                  </a:lnTo>
                  <a:lnTo>
                    <a:pt x="5873047" y="3113430"/>
                  </a:lnTo>
                  <a:lnTo>
                    <a:pt x="5801424" y="3096078"/>
                  </a:lnTo>
                  <a:lnTo>
                    <a:pt x="5729802" y="3077913"/>
                  </a:lnTo>
                  <a:lnTo>
                    <a:pt x="5658179" y="3058897"/>
                  </a:lnTo>
                  <a:lnTo>
                    <a:pt x="5586557" y="3038990"/>
                  </a:lnTo>
                  <a:lnTo>
                    <a:pt x="5514934" y="3018150"/>
                  </a:lnTo>
                  <a:lnTo>
                    <a:pt x="5443311" y="2996334"/>
                  </a:lnTo>
                  <a:lnTo>
                    <a:pt x="5371689" y="2973495"/>
                  </a:lnTo>
                  <a:lnTo>
                    <a:pt x="5300066" y="2949586"/>
                  </a:lnTo>
                  <a:lnTo>
                    <a:pt x="5228444" y="2924557"/>
                  </a:lnTo>
                  <a:lnTo>
                    <a:pt x="5156821" y="2898356"/>
                  </a:lnTo>
                  <a:lnTo>
                    <a:pt x="5085199" y="2870926"/>
                  </a:lnTo>
                  <a:lnTo>
                    <a:pt x="5013576" y="2842212"/>
                  </a:lnTo>
                  <a:lnTo>
                    <a:pt x="4941954" y="2812151"/>
                  </a:lnTo>
                  <a:lnTo>
                    <a:pt x="4870331" y="2780683"/>
                  </a:lnTo>
                  <a:lnTo>
                    <a:pt x="4798709" y="2747739"/>
                  </a:lnTo>
                  <a:lnTo>
                    <a:pt x="4727086" y="2713252"/>
                  </a:lnTo>
                  <a:lnTo>
                    <a:pt x="4655464" y="2677150"/>
                  </a:lnTo>
                  <a:lnTo>
                    <a:pt x="4583841" y="2650699"/>
                  </a:lnTo>
                  <a:lnTo>
                    <a:pt x="4512219" y="2641428"/>
                  </a:lnTo>
                  <a:lnTo>
                    <a:pt x="4440596" y="2632054"/>
                  </a:lnTo>
                  <a:lnTo>
                    <a:pt x="4368974" y="2622576"/>
                  </a:lnTo>
                  <a:lnTo>
                    <a:pt x="4297351" y="2612992"/>
                  </a:lnTo>
                  <a:lnTo>
                    <a:pt x="4225729" y="2603302"/>
                  </a:lnTo>
                  <a:lnTo>
                    <a:pt x="4154106" y="2593503"/>
                  </a:lnTo>
                  <a:lnTo>
                    <a:pt x="4082483" y="2583596"/>
                  </a:lnTo>
                  <a:lnTo>
                    <a:pt x="4010861" y="2573578"/>
                  </a:lnTo>
                  <a:lnTo>
                    <a:pt x="3939238" y="2563449"/>
                  </a:lnTo>
                  <a:lnTo>
                    <a:pt x="3867616" y="2553207"/>
                  </a:lnTo>
                  <a:lnTo>
                    <a:pt x="3795993" y="2542851"/>
                  </a:lnTo>
                  <a:lnTo>
                    <a:pt x="3724371" y="2532380"/>
                  </a:lnTo>
                  <a:lnTo>
                    <a:pt x="3652748" y="2521792"/>
                  </a:lnTo>
                  <a:lnTo>
                    <a:pt x="3581126" y="2511087"/>
                  </a:lnTo>
                  <a:lnTo>
                    <a:pt x="3509503" y="2500262"/>
                  </a:lnTo>
                  <a:lnTo>
                    <a:pt x="3437881" y="2489317"/>
                  </a:lnTo>
                  <a:lnTo>
                    <a:pt x="3366258" y="2478250"/>
                  </a:lnTo>
                  <a:lnTo>
                    <a:pt x="3294636" y="2467060"/>
                  </a:lnTo>
                  <a:lnTo>
                    <a:pt x="3223013" y="2455745"/>
                  </a:lnTo>
                  <a:lnTo>
                    <a:pt x="3151391" y="2444305"/>
                  </a:lnTo>
                  <a:lnTo>
                    <a:pt x="3079768" y="2432737"/>
                  </a:lnTo>
                  <a:lnTo>
                    <a:pt x="3008146" y="2421040"/>
                  </a:lnTo>
                  <a:lnTo>
                    <a:pt x="2936523" y="2409214"/>
                  </a:lnTo>
                  <a:lnTo>
                    <a:pt x="2864901" y="2397255"/>
                  </a:lnTo>
                  <a:lnTo>
                    <a:pt x="2793278" y="2385164"/>
                  </a:lnTo>
                  <a:lnTo>
                    <a:pt x="2721655" y="2372938"/>
                  </a:lnTo>
                  <a:lnTo>
                    <a:pt x="2650033" y="2360576"/>
                  </a:lnTo>
                  <a:lnTo>
                    <a:pt x="2578410" y="2348076"/>
                  </a:lnTo>
                  <a:lnTo>
                    <a:pt x="2506788" y="2335437"/>
                  </a:lnTo>
                  <a:lnTo>
                    <a:pt x="2435165" y="2322658"/>
                  </a:lnTo>
                  <a:lnTo>
                    <a:pt x="2363543" y="2309736"/>
                  </a:lnTo>
                  <a:lnTo>
                    <a:pt x="2291920" y="2296671"/>
                  </a:lnTo>
                  <a:lnTo>
                    <a:pt x="2220298" y="2283460"/>
                  </a:lnTo>
                  <a:lnTo>
                    <a:pt x="2148675" y="2270102"/>
                  </a:lnTo>
                  <a:lnTo>
                    <a:pt x="2077053" y="2256595"/>
                  </a:lnTo>
                  <a:lnTo>
                    <a:pt x="2005430" y="2242938"/>
                  </a:lnTo>
                  <a:lnTo>
                    <a:pt x="1933808" y="2229130"/>
                  </a:lnTo>
                  <a:lnTo>
                    <a:pt x="1862185" y="2215167"/>
                  </a:lnTo>
                  <a:lnTo>
                    <a:pt x="1790563" y="2201049"/>
                  </a:lnTo>
                  <a:lnTo>
                    <a:pt x="1718940" y="2186774"/>
                  </a:lnTo>
                  <a:lnTo>
                    <a:pt x="1647318" y="2172340"/>
                  </a:lnTo>
                  <a:lnTo>
                    <a:pt x="1575695" y="2157746"/>
                  </a:lnTo>
                  <a:lnTo>
                    <a:pt x="1504073" y="2142989"/>
                  </a:lnTo>
                  <a:lnTo>
                    <a:pt x="1432450" y="2128068"/>
                  </a:lnTo>
                  <a:lnTo>
                    <a:pt x="1360827" y="2112980"/>
                  </a:lnTo>
                  <a:lnTo>
                    <a:pt x="1289205" y="2097725"/>
                  </a:lnTo>
                  <a:lnTo>
                    <a:pt x="1217582" y="2082300"/>
                  </a:lnTo>
                  <a:lnTo>
                    <a:pt x="1145960" y="2066704"/>
                  </a:lnTo>
                  <a:lnTo>
                    <a:pt x="1074337" y="2050934"/>
                  </a:lnTo>
                  <a:lnTo>
                    <a:pt x="1002715" y="2034988"/>
                  </a:lnTo>
                  <a:lnTo>
                    <a:pt x="931092" y="2018865"/>
                  </a:lnTo>
                  <a:lnTo>
                    <a:pt x="859470" y="2002562"/>
                  </a:lnTo>
                  <a:lnTo>
                    <a:pt x="787847" y="1986078"/>
                  </a:lnTo>
                  <a:lnTo>
                    <a:pt x="716225" y="1969411"/>
                  </a:lnTo>
                  <a:lnTo>
                    <a:pt x="644602" y="1952558"/>
                  </a:lnTo>
                  <a:lnTo>
                    <a:pt x="572980" y="1935517"/>
                  </a:lnTo>
                  <a:lnTo>
                    <a:pt x="501357" y="1918287"/>
                  </a:lnTo>
                  <a:lnTo>
                    <a:pt x="429735" y="1900865"/>
                  </a:lnTo>
                  <a:lnTo>
                    <a:pt x="358112" y="1883250"/>
                  </a:lnTo>
                  <a:lnTo>
                    <a:pt x="286490" y="1865438"/>
                  </a:lnTo>
                  <a:lnTo>
                    <a:pt x="214867" y="1847428"/>
                  </a:lnTo>
                  <a:lnTo>
                    <a:pt x="143245" y="1829218"/>
                  </a:lnTo>
                  <a:lnTo>
                    <a:pt x="71622" y="1810804"/>
                  </a:lnTo>
                  <a:lnTo>
                    <a:pt x="0" y="179218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39279" y="2073503"/>
              <a:ext cx="4723400" cy="2918235"/>
            </a:xfrm>
            <a:custGeom>
              <a:avLst/>
              <a:pathLst>
                <a:path w="4723400" h="2918235">
                  <a:moveTo>
                    <a:pt x="0" y="0"/>
                  </a:moveTo>
                  <a:lnTo>
                    <a:pt x="67935" y="148245"/>
                  </a:lnTo>
                  <a:lnTo>
                    <a:pt x="139558" y="297540"/>
                  </a:lnTo>
                  <a:lnTo>
                    <a:pt x="211180" y="440153"/>
                  </a:lnTo>
                  <a:lnTo>
                    <a:pt x="282803" y="576383"/>
                  </a:lnTo>
                  <a:lnTo>
                    <a:pt x="354425" y="706515"/>
                  </a:lnTo>
                  <a:lnTo>
                    <a:pt x="426048" y="830822"/>
                  </a:lnTo>
                  <a:lnTo>
                    <a:pt x="497671" y="949565"/>
                  </a:lnTo>
                  <a:lnTo>
                    <a:pt x="569293" y="1062994"/>
                  </a:lnTo>
                  <a:lnTo>
                    <a:pt x="640916" y="1171345"/>
                  </a:lnTo>
                  <a:lnTo>
                    <a:pt x="712538" y="1274847"/>
                  </a:lnTo>
                  <a:lnTo>
                    <a:pt x="784161" y="1373716"/>
                  </a:lnTo>
                  <a:lnTo>
                    <a:pt x="855783" y="1468160"/>
                  </a:lnTo>
                  <a:lnTo>
                    <a:pt x="927406" y="1558377"/>
                  </a:lnTo>
                  <a:lnTo>
                    <a:pt x="999028" y="1644555"/>
                  </a:lnTo>
                  <a:lnTo>
                    <a:pt x="1070651" y="1726876"/>
                  </a:lnTo>
                  <a:lnTo>
                    <a:pt x="1142273" y="1805513"/>
                  </a:lnTo>
                  <a:lnTo>
                    <a:pt x="1213896" y="1880630"/>
                  </a:lnTo>
                  <a:lnTo>
                    <a:pt x="1285518" y="1952384"/>
                  </a:lnTo>
                  <a:lnTo>
                    <a:pt x="1357141" y="2020927"/>
                  </a:lnTo>
                  <a:lnTo>
                    <a:pt x="1428763" y="2086402"/>
                  </a:lnTo>
                  <a:lnTo>
                    <a:pt x="1500386" y="2148946"/>
                  </a:lnTo>
                  <a:lnTo>
                    <a:pt x="1572008" y="2208691"/>
                  </a:lnTo>
                  <a:lnTo>
                    <a:pt x="1643631" y="2265762"/>
                  </a:lnTo>
                  <a:lnTo>
                    <a:pt x="1715253" y="2320278"/>
                  </a:lnTo>
                  <a:lnTo>
                    <a:pt x="1786876" y="2372355"/>
                  </a:lnTo>
                  <a:lnTo>
                    <a:pt x="1858499" y="2422100"/>
                  </a:lnTo>
                  <a:lnTo>
                    <a:pt x="1930121" y="2469619"/>
                  </a:lnTo>
                  <a:lnTo>
                    <a:pt x="2001744" y="2515010"/>
                  </a:lnTo>
                  <a:lnTo>
                    <a:pt x="2073366" y="2558370"/>
                  </a:lnTo>
                  <a:lnTo>
                    <a:pt x="2144989" y="2599790"/>
                  </a:lnTo>
                  <a:lnTo>
                    <a:pt x="2216611" y="2639355"/>
                  </a:lnTo>
                  <a:lnTo>
                    <a:pt x="2288234" y="2659868"/>
                  </a:lnTo>
                  <a:lnTo>
                    <a:pt x="2359856" y="2668936"/>
                  </a:lnTo>
                  <a:lnTo>
                    <a:pt x="2431479" y="2677904"/>
                  </a:lnTo>
                  <a:lnTo>
                    <a:pt x="2503101" y="2686774"/>
                  </a:lnTo>
                  <a:lnTo>
                    <a:pt x="2574724" y="2695546"/>
                  </a:lnTo>
                  <a:lnTo>
                    <a:pt x="2646346" y="2704221"/>
                  </a:lnTo>
                  <a:lnTo>
                    <a:pt x="2717969" y="2712801"/>
                  </a:lnTo>
                  <a:lnTo>
                    <a:pt x="2789591" y="2721286"/>
                  </a:lnTo>
                  <a:lnTo>
                    <a:pt x="2861214" y="2729678"/>
                  </a:lnTo>
                  <a:lnTo>
                    <a:pt x="2932836" y="2737978"/>
                  </a:lnTo>
                  <a:lnTo>
                    <a:pt x="3004459" y="2746186"/>
                  </a:lnTo>
                  <a:lnTo>
                    <a:pt x="3076081" y="2754304"/>
                  </a:lnTo>
                  <a:lnTo>
                    <a:pt x="3147704" y="2762332"/>
                  </a:lnTo>
                  <a:lnTo>
                    <a:pt x="3219327" y="2770272"/>
                  </a:lnTo>
                  <a:lnTo>
                    <a:pt x="3290949" y="2778125"/>
                  </a:lnTo>
                  <a:lnTo>
                    <a:pt x="3362572" y="2785892"/>
                  </a:lnTo>
                  <a:lnTo>
                    <a:pt x="3434194" y="2793572"/>
                  </a:lnTo>
                  <a:lnTo>
                    <a:pt x="3505817" y="2801169"/>
                  </a:lnTo>
                  <a:lnTo>
                    <a:pt x="3577439" y="2808682"/>
                  </a:lnTo>
                  <a:lnTo>
                    <a:pt x="3649062" y="2816112"/>
                  </a:lnTo>
                  <a:lnTo>
                    <a:pt x="3720684" y="2823460"/>
                  </a:lnTo>
                  <a:lnTo>
                    <a:pt x="3792307" y="2830727"/>
                  </a:lnTo>
                  <a:lnTo>
                    <a:pt x="3863929" y="2837915"/>
                  </a:lnTo>
                  <a:lnTo>
                    <a:pt x="3935552" y="2845023"/>
                  </a:lnTo>
                  <a:lnTo>
                    <a:pt x="4007174" y="2852053"/>
                  </a:lnTo>
                  <a:lnTo>
                    <a:pt x="4078797" y="2859006"/>
                  </a:lnTo>
                  <a:lnTo>
                    <a:pt x="4150419" y="2865882"/>
                  </a:lnTo>
                  <a:lnTo>
                    <a:pt x="4222042" y="2872682"/>
                  </a:lnTo>
                  <a:lnTo>
                    <a:pt x="4293664" y="2879408"/>
                  </a:lnTo>
                  <a:lnTo>
                    <a:pt x="4365287" y="2886060"/>
                  </a:lnTo>
                  <a:lnTo>
                    <a:pt x="4436909" y="2892638"/>
                  </a:lnTo>
                  <a:lnTo>
                    <a:pt x="4508532" y="2899144"/>
                  </a:lnTo>
                  <a:lnTo>
                    <a:pt x="4580155" y="2905578"/>
                  </a:lnTo>
                  <a:lnTo>
                    <a:pt x="4651777" y="2911942"/>
                  </a:lnTo>
                  <a:lnTo>
                    <a:pt x="4723400" y="29182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865689"/>
              <a:ext cx="7090630" cy="1521543"/>
            </a:xfrm>
            <a:custGeom>
              <a:avLst/>
              <a:pathLst>
                <a:path w="7090630" h="1521543">
                  <a:moveTo>
                    <a:pt x="7090630" y="1521543"/>
                  </a:moveTo>
                  <a:lnTo>
                    <a:pt x="7019007" y="1513577"/>
                  </a:lnTo>
                  <a:lnTo>
                    <a:pt x="6947385" y="1505237"/>
                  </a:lnTo>
                  <a:lnTo>
                    <a:pt x="6875762" y="1496507"/>
                  </a:lnTo>
                  <a:lnTo>
                    <a:pt x="6804139" y="1487367"/>
                  </a:lnTo>
                  <a:lnTo>
                    <a:pt x="6732517" y="1477800"/>
                  </a:lnTo>
                  <a:lnTo>
                    <a:pt x="6660894" y="1467783"/>
                  </a:lnTo>
                  <a:lnTo>
                    <a:pt x="6589272" y="1457298"/>
                  </a:lnTo>
                  <a:lnTo>
                    <a:pt x="6517649" y="1446321"/>
                  </a:lnTo>
                  <a:lnTo>
                    <a:pt x="6446027" y="1434830"/>
                  </a:lnTo>
                  <a:lnTo>
                    <a:pt x="6374404" y="1422801"/>
                  </a:lnTo>
                  <a:lnTo>
                    <a:pt x="6302782" y="1410208"/>
                  </a:lnTo>
                  <a:lnTo>
                    <a:pt x="6231159" y="1397024"/>
                  </a:lnTo>
                  <a:lnTo>
                    <a:pt x="6159537" y="1383223"/>
                  </a:lnTo>
                  <a:lnTo>
                    <a:pt x="6087914" y="1368776"/>
                  </a:lnTo>
                  <a:lnTo>
                    <a:pt x="6016292" y="1353651"/>
                  </a:lnTo>
                  <a:lnTo>
                    <a:pt x="5944669" y="1337818"/>
                  </a:lnTo>
                  <a:lnTo>
                    <a:pt x="5873047" y="1321243"/>
                  </a:lnTo>
                  <a:lnTo>
                    <a:pt x="5801424" y="1303891"/>
                  </a:lnTo>
                  <a:lnTo>
                    <a:pt x="5729802" y="1285726"/>
                  </a:lnTo>
                  <a:lnTo>
                    <a:pt x="5658179" y="1266710"/>
                  </a:lnTo>
                  <a:lnTo>
                    <a:pt x="5586557" y="1246803"/>
                  </a:lnTo>
                  <a:lnTo>
                    <a:pt x="5514934" y="1225963"/>
                  </a:lnTo>
                  <a:lnTo>
                    <a:pt x="5443311" y="1204147"/>
                  </a:lnTo>
                  <a:lnTo>
                    <a:pt x="5371689" y="1181308"/>
                  </a:lnTo>
                  <a:lnTo>
                    <a:pt x="5300066" y="1157400"/>
                  </a:lnTo>
                  <a:lnTo>
                    <a:pt x="5228444" y="1132371"/>
                  </a:lnTo>
                  <a:lnTo>
                    <a:pt x="5156821" y="1106169"/>
                  </a:lnTo>
                  <a:lnTo>
                    <a:pt x="5085199" y="1078739"/>
                  </a:lnTo>
                  <a:lnTo>
                    <a:pt x="5013576" y="1050025"/>
                  </a:lnTo>
                  <a:lnTo>
                    <a:pt x="4941954" y="1019964"/>
                  </a:lnTo>
                  <a:lnTo>
                    <a:pt x="4870331" y="988496"/>
                  </a:lnTo>
                  <a:lnTo>
                    <a:pt x="4798709" y="955552"/>
                  </a:lnTo>
                  <a:lnTo>
                    <a:pt x="4727086" y="921066"/>
                  </a:lnTo>
                  <a:lnTo>
                    <a:pt x="4655464" y="884963"/>
                  </a:lnTo>
                  <a:lnTo>
                    <a:pt x="4583841" y="858512"/>
                  </a:lnTo>
                  <a:lnTo>
                    <a:pt x="4512219" y="849242"/>
                  </a:lnTo>
                  <a:lnTo>
                    <a:pt x="4440596" y="839867"/>
                  </a:lnTo>
                  <a:lnTo>
                    <a:pt x="4368974" y="830389"/>
                  </a:lnTo>
                  <a:lnTo>
                    <a:pt x="4297351" y="820805"/>
                  </a:lnTo>
                  <a:lnTo>
                    <a:pt x="4225729" y="811115"/>
                  </a:lnTo>
                  <a:lnTo>
                    <a:pt x="4154106" y="801316"/>
                  </a:lnTo>
                  <a:lnTo>
                    <a:pt x="4082483" y="791409"/>
                  </a:lnTo>
                  <a:lnTo>
                    <a:pt x="4010861" y="781391"/>
                  </a:lnTo>
                  <a:lnTo>
                    <a:pt x="3939238" y="771262"/>
                  </a:lnTo>
                  <a:lnTo>
                    <a:pt x="3867616" y="761020"/>
                  </a:lnTo>
                  <a:lnTo>
                    <a:pt x="3795993" y="750664"/>
                  </a:lnTo>
                  <a:lnTo>
                    <a:pt x="3724371" y="740193"/>
                  </a:lnTo>
                  <a:lnTo>
                    <a:pt x="3652748" y="729605"/>
                  </a:lnTo>
                  <a:lnTo>
                    <a:pt x="3581126" y="718900"/>
                  </a:lnTo>
                  <a:lnTo>
                    <a:pt x="3509503" y="708075"/>
                  </a:lnTo>
                  <a:lnTo>
                    <a:pt x="3437881" y="697130"/>
                  </a:lnTo>
                  <a:lnTo>
                    <a:pt x="3366258" y="686063"/>
                  </a:lnTo>
                  <a:lnTo>
                    <a:pt x="3294636" y="674873"/>
                  </a:lnTo>
                  <a:lnTo>
                    <a:pt x="3223013" y="663558"/>
                  </a:lnTo>
                  <a:lnTo>
                    <a:pt x="3151391" y="652118"/>
                  </a:lnTo>
                  <a:lnTo>
                    <a:pt x="3079768" y="640550"/>
                  </a:lnTo>
                  <a:lnTo>
                    <a:pt x="3008146" y="628853"/>
                  </a:lnTo>
                  <a:lnTo>
                    <a:pt x="2936523" y="617027"/>
                  </a:lnTo>
                  <a:lnTo>
                    <a:pt x="2864901" y="605068"/>
                  </a:lnTo>
                  <a:lnTo>
                    <a:pt x="2793278" y="592977"/>
                  </a:lnTo>
                  <a:lnTo>
                    <a:pt x="2721655" y="580751"/>
                  </a:lnTo>
                  <a:lnTo>
                    <a:pt x="2650033" y="568389"/>
                  </a:lnTo>
                  <a:lnTo>
                    <a:pt x="2578410" y="555889"/>
                  </a:lnTo>
                  <a:lnTo>
                    <a:pt x="2506788" y="543250"/>
                  </a:lnTo>
                  <a:lnTo>
                    <a:pt x="2435165" y="530471"/>
                  </a:lnTo>
                  <a:lnTo>
                    <a:pt x="2363543" y="517549"/>
                  </a:lnTo>
                  <a:lnTo>
                    <a:pt x="2291920" y="504484"/>
                  </a:lnTo>
                  <a:lnTo>
                    <a:pt x="2220298" y="491273"/>
                  </a:lnTo>
                  <a:lnTo>
                    <a:pt x="2148675" y="477915"/>
                  </a:lnTo>
                  <a:lnTo>
                    <a:pt x="2077053" y="464408"/>
                  </a:lnTo>
                  <a:lnTo>
                    <a:pt x="2005430" y="450752"/>
                  </a:lnTo>
                  <a:lnTo>
                    <a:pt x="1933808" y="436943"/>
                  </a:lnTo>
                  <a:lnTo>
                    <a:pt x="1862185" y="422980"/>
                  </a:lnTo>
                  <a:lnTo>
                    <a:pt x="1790563" y="408862"/>
                  </a:lnTo>
                  <a:lnTo>
                    <a:pt x="1718940" y="394587"/>
                  </a:lnTo>
                  <a:lnTo>
                    <a:pt x="1647318" y="380153"/>
                  </a:lnTo>
                  <a:lnTo>
                    <a:pt x="1575695" y="365559"/>
                  </a:lnTo>
                  <a:lnTo>
                    <a:pt x="1504073" y="350802"/>
                  </a:lnTo>
                  <a:lnTo>
                    <a:pt x="1432450" y="335881"/>
                  </a:lnTo>
                  <a:lnTo>
                    <a:pt x="1360827" y="320793"/>
                  </a:lnTo>
                  <a:lnTo>
                    <a:pt x="1289205" y="305538"/>
                  </a:lnTo>
                  <a:lnTo>
                    <a:pt x="1217582" y="290113"/>
                  </a:lnTo>
                  <a:lnTo>
                    <a:pt x="1145960" y="274517"/>
                  </a:lnTo>
                  <a:lnTo>
                    <a:pt x="1074337" y="258747"/>
                  </a:lnTo>
                  <a:lnTo>
                    <a:pt x="1002715" y="242801"/>
                  </a:lnTo>
                  <a:lnTo>
                    <a:pt x="931092" y="226678"/>
                  </a:lnTo>
                  <a:lnTo>
                    <a:pt x="859470" y="210375"/>
                  </a:lnTo>
                  <a:lnTo>
                    <a:pt x="787847" y="193891"/>
                  </a:lnTo>
                  <a:lnTo>
                    <a:pt x="716225" y="177224"/>
                  </a:lnTo>
                  <a:lnTo>
                    <a:pt x="644602" y="160371"/>
                  </a:lnTo>
                  <a:lnTo>
                    <a:pt x="572980" y="143331"/>
                  </a:lnTo>
                  <a:lnTo>
                    <a:pt x="501357" y="126100"/>
                  </a:lnTo>
                  <a:lnTo>
                    <a:pt x="429735" y="108679"/>
                  </a:lnTo>
                  <a:lnTo>
                    <a:pt x="358112" y="91063"/>
                  </a:lnTo>
                  <a:lnTo>
                    <a:pt x="286490" y="73251"/>
                  </a:lnTo>
                  <a:lnTo>
                    <a:pt x="214867" y="55241"/>
                  </a:lnTo>
                  <a:lnTo>
                    <a:pt x="143245" y="37031"/>
                  </a:lnTo>
                  <a:lnTo>
                    <a:pt x="71622" y="186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68491" y="2073503"/>
              <a:ext cx="6094188" cy="3173672"/>
            </a:xfrm>
            <a:custGeom>
              <a:avLst/>
              <a:pathLst>
                <a:path w="6094188" h="3173672">
                  <a:moveTo>
                    <a:pt x="0" y="0"/>
                  </a:moveTo>
                  <a:lnTo>
                    <a:pt x="6273" y="8777"/>
                  </a:lnTo>
                  <a:lnTo>
                    <a:pt x="77895" y="106178"/>
                  </a:lnTo>
                  <a:lnTo>
                    <a:pt x="149518" y="200850"/>
                  </a:lnTo>
                  <a:lnTo>
                    <a:pt x="221141" y="292867"/>
                  </a:lnTo>
                  <a:lnTo>
                    <a:pt x="292763" y="382306"/>
                  </a:lnTo>
                  <a:lnTo>
                    <a:pt x="364386" y="469238"/>
                  </a:lnTo>
                  <a:lnTo>
                    <a:pt x="436008" y="553733"/>
                  </a:lnTo>
                  <a:lnTo>
                    <a:pt x="507631" y="635859"/>
                  </a:lnTo>
                  <a:lnTo>
                    <a:pt x="579253" y="715684"/>
                  </a:lnTo>
                  <a:lnTo>
                    <a:pt x="650876" y="793271"/>
                  </a:lnTo>
                  <a:lnTo>
                    <a:pt x="722498" y="868684"/>
                  </a:lnTo>
                  <a:lnTo>
                    <a:pt x="794121" y="941982"/>
                  </a:lnTo>
                  <a:lnTo>
                    <a:pt x="865743" y="1013227"/>
                  </a:lnTo>
                  <a:lnTo>
                    <a:pt x="937366" y="1082474"/>
                  </a:lnTo>
                  <a:lnTo>
                    <a:pt x="1008988" y="1149780"/>
                  </a:lnTo>
                  <a:lnTo>
                    <a:pt x="1080611" y="1215200"/>
                  </a:lnTo>
                  <a:lnTo>
                    <a:pt x="1152233" y="1278786"/>
                  </a:lnTo>
                  <a:lnTo>
                    <a:pt x="1223856" y="1340590"/>
                  </a:lnTo>
                  <a:lnTo>
                    <a:pt x="1295478" y="1400661"/>
                  </a:lnTo>
                  <a:lnTo>
                    <a:pt x="1367101" y="1459049"/>
                  </a:lnTo>
                  <a:lnTo>
                    <a:pt x="1438723" y="1515800"/>
                  </a:lnTo>
                  <a:lnTo>
                    <a:pt x="1510346" y="1570960"/>
                  </a:lnTo>
                  <a:lnTo>
                    <a:pt x="1581968" y="1624575"/>
                  </a:lnTo>
                  <a:lnTo>
                    <a:pt x="1653591" y="1676686"/>
                  </a:lnTo>
                  <a:lnTo>
                    <a:pt x="1725214" y="1727337"/>
                  </a:lnTo>
                  <a:lnTo>
                    <a:pt x="1796836" y="1776568"/>
                  </a:lnTo>
                  <a:lnTo>
                    <a:pt x="1868459" y="1824420"/>
                  </a:lnTo>
                  <a:lnTo>
                    <a:pt x="1940081" y="1870930"/>
                  </a:lnTo>
                  <a:lnTo>
                    <a:pt x="2011704" y="1916136"/>
                  </a:lnTo>
                  <a:lnTo>
                    <a:pt x="2083326" y="1960075"/>
                  </a:lnTo>
                  <a:lnTo>
                    <a:pt x="2154949" y="2002783"/>
                  </a:lnTo>
                  <a:lnTo>
                    <a:pt x="2226571" y="2044293"/>
                  </a:lnTo>
                  <a:lnTo>
                    <a:pt x="2298194" y="2084640"/>
                  </a:lnTo>
                  <a:lnTo>
                    <a:pt x="2369816" y="2123857"/>
                  </a:lnTo>
                  <a:lnTo>
                    <a:pt x="2441439" y="2161974"/>
                  </a:lnTo>
                  <a:lnTo>
                    <a:pt x="2513061" y="2199022"/>
                  </a:lnTo>
                  <a:lnTo>
                    <a:pt x="2584684" y="2235032"/>
                  </a:lnTo>
                  <a:lnTo>
                    <a:pt x="2656306" y="2270033"/>
                  </a:lnTo>
                  <a:lnTo>
                    <a:pt x="2727929" y="2304053"/>
                  </a:lnTo>
                  <a:lnTo>
                    <a:pt x="2799551" y="2337119"/>
                  </a:lnTo>
                  <a:lnTo>
                    <a:pt x="2871174" y="2369258"/>
                  </a:lnTo>
                  <a:lnTo>
                    <a:pt x="2942796" y="2400497"/>
                  </a:lnTo>
                  <a:lnTo>
                    <a:pt x="3014419" y="2430859"/>
                  </a:lnTo>
                  <a:lnTo>
                    <a:pt x="3086042" y="2460371"/>
                  </a:lnTo>
                  <a:lnTo>
                    <a:pt x="3157664" y="2489056"/>
                  </a:lnTo>
                  <a:lnTo>
                    <a:pt x="3229287" y="2516937"/>
                  </a:lnTo>
                  <a:lnTo>
                    <a:pt x="3300909" y="2544036"/>
                  </a:lnTo>
                  <a:lnTo>
                    <a:pt x="3372532" y="2570375"/>
                  </a:lnTo>
                  <a:lnTo>
                    <a:pt x="3444154" y="2595977"/>
                  </a:lnTo>
                  <a:lnTo>
                    <a:pt x="3515777" y="2620860"/>
                  </a:lnTo>
                  <a:lnTo>
                    <a:pt x="3587399" y="2645046"/>
                  </a:lnTo>
                  <a:lnTo>
                    <a:pt x="3659022" y="2668555"/>
                  </a:lnTo>
                  <a:lnTo>
                    <a:pt x="3730644" y="2691404"/>
                  </a:lnTo>
                  <a:lnTo>
                    <a:pt x="3802267" y="2713613"/>
                  </a:lnTo>
                  <a:lnTo>
                    <a:pt x="3873889" y="2735199"/>
                  </a:lnTo>
                  <a:lnTo>
                    <a:pt x="3945512" y="2756181"/>
                  </a:lnTo>
                  <a:lnTo>
                    <a:pt x="4017134" y="2776574"/>
                  </a:lnTo>
                  <a:lnTo>
                    <a:pt x="4088757" y="2796396"/>
                  </a:lnTo>
                  <a:lnTo>
                    <a:pt x="4160379" y="2815662"/>
                  </a:lnTo>
                  <a:lnTo>
                    <a:pt x="4232002" y="2834388"/>
                  </a:lnTo>
                  <a:lnTo>
                    <a:pt x="4303624" y="2852589"/>
                  </a:lnTo>
                  <a:lnTo>
                    <a:pt x="4375247" y="2870280"/>
                  </a:lnTo>
                  <a:lnTo>
                    <a:pt x="4446870" y="2887475"/>
                  </a:lnTo>
                  <a:lnTo>
                    <a:pt x="4518492" y="2904188"/>
                  </a:lnTo>
                  <a:lnTo>
                    <a:pt x="4590115" y="2920433"/>
                  </a:lnTo>
                  <a:lnTo>
                    <a:pt x="4661737" y="2936222"/>
                  </a:lnTo>
                  <a:lnTo>
                    <a:pt x="4733360" y="2951569"/>
                  </a:lnTo>
                  <a:lnTo>
                    <a:pt x="4804982" y="2966486"/>
                  </a:lnTo>
                  <a:lnTo>
                    <a:pt x="4876605" y="2980984"/>
                  </a:lnTo>
                  <a:lnTo>
                    <a:pt x="4948227" y="2995076"/>
                  </a:lnTo>
                  <a:lnTo>
                    <a:pt x="5019850" y="3008773"/>
                  </a:lnTo>
                  <a:lnTo>
                    <a:pt x="5091472" y="3022087"/>
                  </a:lnTo>
                  <a:lnTo>
                    <a:pt x="5163095" y="3035027"/>
                  </a:lnTo>
                  <a:lnTo>
                    <a:pt x="5234717" y="3047604"/>
                  </a:lnTo>
                  <a:lnTo>
                    <a:pt x="5306340" y="3059829"/>
                  </a:lnTo>
                  <a:lnTo>
                    <a:pt x="5377962" y="3071711"/>
                  </a:lnTo>
                  <a:lnTo>
                    <a:pt x="5449585" y="3083260"/>
                  </a:lnTo>
                  <a:lnTo>
                    <a:pt x="5521207" y="3094486"/>
                  </a:lnTo>
                  <a:lnTo>
                    <a:pt x="5592830" y="3105396"/>
                  </a:lnTo>
                  <a:lnTo>
                    <a:pt x="5664452" y="3116001"/>
                  </a:lnTo>
                  <a:lnTo>
                    <a:pt x="5736075" y="3126309"/>
                  </a:lnTo>
                  <a:lnTo>
                    <a:pt x="5807698" y="3136328"/>
                  </a:lnTo>
                  <a:lnTo>
                    <a:pt x="5879320" y="3146066"/>
                  </a:lnTo>
                  <a:lnTo>
                    <a:pt x="5950943" y="3155531"/>
                  </a:lnTo>
                  <a:lnTo>
                    <a:pt x="6022565" y="3164730"/>
                  </a:lnTo>
                  <a:lnTo>
                    <a:pt x="6094188" y="317367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1.49 (1.17-1.90), p_Bonf = 0.008 (n = 6)  |  per IQR decline (Δ = 21.9): 2.40 (1.41-4.10)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2026-10-08T10:07:52Z</dcterms:modified>
  <cp:category/>
</cp:coreProperties>
</file>