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323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323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83126" y="4202427"/>
              <a:ext cx="1177747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4.5734e-18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2026-10-08T10:07:53Z</dcterms:modified>
  <cp:category/>
</cp:coreProperties>
</file>