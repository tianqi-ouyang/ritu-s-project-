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6372"/>
            </a:xfrm>
            <a:custGeom>
              <a:avLst/>
              <a:pathLst>
                <a:path w="7090630" h="3466372">
                  <a:moveTo>
                    <a:pt x="1676236" y="0"/>
                  </a:moveTo>
                  <a:lnTo>
                    <a:pt x="1718940" y="144598"/>
                  </a:lnTo>
                  <a:lnTo>
                    <a:pt x="1790563" y="370698"/>
                  </a:lnTo>
                  <a:lnTo>
                    <a:pt x="1862185" y="581488"/>
                  </a:lnTo>
                  <a:lnTo>
                    <a:pt x="1933808" y="778005"/>
                  </a:lnTo>
                  <a:lnTo>
                    <a:pt x="2005430" y="961215"/>
                  </a:lnTo>
                  <a:lnTo>
                    <a:pt x="2077053" y="1132020"/>
                  </a:lnTo>
                  <a:lnTo>
                    <a:pt x="2148675" y="1291260"/>
                  </a:lnTo>
                  <a:lnTo>
                    <a:pt x="2220298" y="1439717"/>
                  </a:lnTo>
                  <a:lnTo>
                    <a:pt x="2291920" y="1578122"/>
                  </a:lnTo>
                  <a:lnTo>
                    <a:pt x="2363543" y="1707155"/>
                  </a:lnTo>
                  <a:lnTo>
                    <a:pt x="2435165" y="1827451"/>
                  </a:lnTo>
                  <a:lnTo>
                    <a:pt x="2506788" y="1939602"/>
                  </a:lnTo>
                  <a:lnTo>
                    <a:pt x="2578410" y="2044158"/>
                  </a:lnTo>
                  <a:lnTo>
                    <a:pt x="2650033" y="2141635"/>
                  </a:lnTo>
                  <a:lnTo>
                    <a:pt x="2721655" y="2232512"/>
                  </a:lnTo>
                  <a:lnTo>
                    <a:pt x="2793278" y="2317235"/>
                  </a:lnTo>
                  <a:lnTo>
                    <a:pt x="2864901" y="2396222"/>
                  </a:lnTo>
                  <a:lnTo>
                    <a:pt x="2936523" y="2469860"/>
                  </a:lnTo>
                  <a:lnTo>
                    <a:pt x="3008146" y="2538512"/>
                  </a:lnTo>
                  <a:lnTo>
                    <a:pt x="3079768" y="2602515"/>
                  </a:lnTo>
                  <a:lnTo>
                    <a:pt x="3151391" y="2656270"/>
                  </a:lnTo>
                  <a:lnTo>
                    <a:pt x="3223013" y="2670682"/>
                  </a:lnTo>
                  <a:lnTo>
                    <a:pt x="3294636" y="2684843"/>
                  </a:lnTo>
                  <a:lnTo>
                    <a:pt x="3366258" y="2698757"/>
                  </a:lnTo>
                  <a:lnTo>
                    <a:pt x="3437881" y="2712428"/>
                  </a:lnTo>
                  <a:lnTo>
                    <a:pt x="3509503" y="2725862"/>
                  </a:lnTo>
                  <a:lnTo>
                    <a:pt x="3581126" y="2739061"/>
                  </a:lnTo>
                  <a:lnTo>
                    <a:pt x="3652748" y="2752031"/>
                  </a:lnTo>
                  <a:lnTo>
                    <a:pt x="3724371" y="2764775"/>
                  </a:lnTo>
                  <a:lnTo>
                    <a:pt x="3795993" y="2777297"/>
                  </a:lnTo>
                  <a:lnTo>
                    <a:pt x="3867616" y="2789601"/>
                  </a:lnTo>
                  <a:lnTo>
                    <a:pt x="3939238" y="2801690"/>
                  </a:lnTo>
                  <a:lnTo>
                    <a:pt x="4010861" y="2813569"/>
                  </a:lnTo>
                  <a:lnTo>
                    <a:pt x="4082483" y="2825241"/>
                  </a:lnTo>
                  <a:lnTo>
                    <a:pt x="4154106" y="2836710"/>
                  </a:lnTo>
                  <a:lnTo>
                    <a:pt x="4225729" y="2847979"/>
                  </a:lnTo>
                  <a:lnTo>
                    <a:pt x="4297351" y="2859052"/>
                  </a:lnTo>
                  <a:lnTo>
                    <a:pt x="4368974" y="2869932"/>
                  </a:lnTo>
                  <a:lnTo>
                    <a:pt x="4440596" y="2880622"/>
                  </a:lnTo>
                  <a:lnTo>
                    <a:pt x="4512219" y="2891127"/>
                  </a:lnTo>
                  <a:lnTo>
                    <a:pt x="4583841" y="2901448"/>
                  </a:lnTo>
                  <a:lnTo>
                    <a:pt x="4655464" y="2911589"/>
                  </a:lnTo>
                  <a:lnTo>
                    <a:pt x="4727086" y="2921554"/>
                  </a:lnTo>
                  <a:lnTo>
                    <a:pt x="4798709" y="2931346"/>
                  </a:lnTo>
                  <a:lnTo>
                    <a:pt x="4870331" y="2940967"/>
                  </a:lnTo>
                  <a:lnTo>
                    <a:pt x="4941954" y="2950420"/>
                  </a:lnTo>
                  <a:lnTo>
                    <a:pt x="5013576" y="2959708"/>
                  </a:lnTo>
                  <a:lnTo>
                    <a:pt x="5085199" y="2968835"/>
                  </a:lnTo>
                  <a:lnTo>
                    <a:pt x="5156821" y="2977803"/>
                  </a:lnTo>
                  <a:lnTo>
                    <a:pt x="5228444" y="2986615"/>
                  </a:lnTo>
                  <a:lnTo>
                    <a:pt x="5300066" y="2995273"/>
                  </a:lnTo>
                  <a:lnTo>
                    <a:pt x="5371689" y="3003781"/>
                  </a:lnTo>
                  <a:lnTo>
                    <a:pt x="5443311" y="3012140"/>
                  </a:lnTo>
                  <a:lnTo>
                    <a:pt x="5514934" y="3020354"/>
                  </a:lnTo>
                  <a:lnTo>
                    <a:pt x="5586557" y="3028424"/>
                  </a:lnTo>
                  <a:lnTo>
                    <a:pt x="5658179" y="3036354"/>
                  </a:lnTo>
                  <a:lnTo>
                    <a:pt x="5729802" y="3044146"/>
                  </a:lnTo>
                  <a:lnTo>
                    <a:pt x="5801424" y="3051803"/>
                  </a:lnTo>
                  <a:lnTo>
                    <a:pt x="5873047" y="3059325"/>
                  </a:lnTo>
                  <a:lnTo>
                    <a:pt x="5944669" y="3066717"/>
                  </a:lnTo>
                  <a:lnTo>
                    <a:pt x="6016292" y="3073980"/>
                  </a:lnTo>
                  <a:lnTo>
                    <a:pt x="6087914" y="3081117"/>
                  </a:lnTo>
                  <a:lnTo>
                    <a:pt x="6159537" y="3088129"/>
                  </a:lnTo>
                  <a:lnTo>
                    <a:pt x="6231159" y="3095020"/>
                  </a:lnTo>
                  <a:lnTo>
                    <a:pt x="6302782" y="3101790"/>
                  </a:lnTo>
                  <a:lnTo>
                    <a:pt x="6374404" y="3108442"/>
                  </a:lnTo>
                  <a:lnTo>
                    <a:pt x="6446027" y="3114979"/>
                  </a:lnTo>
                  <a:lnTo>
                    <a:pt x="6517649" y="3121401"/>
                  </a:lnTo>
                  <a:lnTo>
                    <a:pt x="6589272" y="3127712"/>
                  </a:lnTo>
                  <a:lnTo>
                    <a:pt x="6660894" y="3133913"/>
                  </a:lnTo>
                  <a:lnTo>
                    <a:pt x="6732517" y="3140006"/>
                  </a:lnTo>
                  <a:lnTo>
                    <a:pt x="6804139" y="3145992"/>
                  </a:lnTo>
                  <a:lnTo>
                    <a:pt x="6875762" y="3151875"/>
                  </a:lnTo>
                  <a:lnTo>
                    <a:pt x="6947385" y="3157655"/>
                  </a:lnTo>
                  <a:lnTo>
                    <a:pt x="7019007" y="3163334"/>
                  </a:lnTo>
                  <a:lnTo>
                    <a:pt x="7090630" y="3168915"/>
                  </a:lnTo>
                  <a:lnTo>
                    <a:pt x="7090630" y="3466372"/>
                  </a:lnTo>
                  <a:lnTo>
                    <a:pt x="7019007" y="3465110"/>
                  </a:lnTo>
                  <a:lnTo>
                    <a:pt x="6947385" y="3463757"/>
                  </a:lnTo>
                  <a:lnTo>
                    <a:pt x="6875762" y="3462305"/>
                  </a:lnTo>
                  <a:lnTo>
                    <a:pt x="6804139" y="3460748"/>
                  </a:lnTo>
                  <a:lnTo>
                    <a:pt x="6732517" y="3459077"/>
                  </a:lnTo>
                  <a:lnTo>
                    <a:pt x="6660894" y="3457286"/>
                  </a:lnTo>
                  <a:lnTo>
                    <a:pt x="6589272" y="3455364"/>
                  </a:lnTo>
                  <a:lnTo>
                    <a:pt x="6517649" y="3453303"/>
                  </a:lnTo>
                  <a:lnTo>
                    <a:pt x="6446027" y="3451091"/>
                  </a:lnTo>
                  <a:lnTo>
                    <a:pt x="6374404" y="3448720"/>
                  </a:lnTo>
                  <a:lnTo>
                    <a:pt x="6302782" y="3446176"/>
                  </a:lnTo>
                  <a:lnTo>
                    <a:pt x="6231159" y="3443447"/>
                  </a:lnTo>
                  <a:lnTo>
                    <a:pt x="6159537" y="3440520"/>
                  </a:lnTo>
                  <a:lnTo>
                    <a:pt x="6087914" y="3437380"/>
                  </a:lnTo>
                  <a:lnTo>
                    <a:pt x="6016292" y="3434013"/>
                  </a:lnTo>
                  <a:lnTo>
                    <a:pt x="5944669" y="3430401"/>
                  </a:lnTo>
                  <a:lnTo>
                    <a:pt x="5873047" y="3426526"/>
                  </a:lnTo>
                  <a:lnTo>
                    <a:pt x="5801424" y="3422370"/>
                  </a:lnTo>
                  <a:lnTo>
                    <a:pt x="5729802" y="3417913"/>
                  </a:lnTo>
                  <a:lnTo>
                    <a:pt x="5658179" y="3413131"/>
                  </a:lnTo>
                  <a:lnTo>
                    <a:pt x="5586557" y="3408003"/>
                  </a:lnTo>
                  <a:lnTo>
                    <a:pt x="5514934" y="3402501"/>
                  </a:lnTo>
                  <a:lnTo>
                    <a:pt x="5443311" y="3396601"/>
                  </a:lnTo>
                  <a:lnTo>
                    <a:pt x="5371689" y="3390271"/>
                  </a:lnTo>
                  <a:lnTo>
                    <a:pt x="5300066" y="3383482"/>
                  </a:lnTo>
                  <a:lnTo>
                    <a:pt x="5228444" y="3376200"/>
                  </a:lnTo>
                  <a:lnTo>
                    <a:pt x="5156821" y="3368389"/>
                  </a:lnTo>
                  <a:lnTo>
                    <a:pt x="5085199" y="3360010"/>
                  </a:lnTo>
                  <a:lnTo>
                    <a:pt x="5013576" y="3351024"/>
                  </a:lnTo>
                  <a:lnTo>
                    <a:pt x="4941954" y="3341384"/>
                  </a:lnTo>
                  <a:lnTo>
                    <a:pt x="4870331" y="3331044"/>
                  </a:lnTo>
                  <a:lnTo>
                    <a:pt x="4798709" y="3319954"/>
                  </a:lnTo>
                  <a:lnTo>
                    <a:pt x="4727086" y="3308057"/>
                  </a:lnTo>
                  <a:lnTo>
                    <a:pt x="4655464" y="3295297"/>
                  </a:lnTo>
                  <a:lnTo>
                    <a:pt x="4583841" y="3281610"/>
                  </a:lnTo>
                  <a:lnTo>
                    <a:pt x="4512219" y="3266929"/>
                  </a:lnTo>
                  <a:lnTo>
                    <a:pt x="4440596" y="3251182"/>
                  </a:lnTo>
                  <a:lnTo>
                    <a:pt x="4368974" y="3234291"/>
                  </a:lnTo>
                  <a:lnTo>
                    <a:pt x="4297351" y="3216173"/>
                  </a:lnTo>
                  <a:lnTo>
                    <a:pt x="4225729" y="3196739"/>
                  </a:lnTo>
                  <a:lnTo>
                    <a:pt x="4154106" y="3175894"/>
                  </a:lnTo>
                  <a:lnTo>
                    <a:pt x="4082483" y="3153534"/>
                  </a:lnTo>
                  <a:lnTo>
                    <a:pt x="4010861" y="3129551"/>
                  </a:lnTo>
                  <a:lnTo>
                    <a:pt x="3939238" y="3103826"/>
                  </a:lnTo>
                  <a:lnTo>
                    <a:pt x="3867616" y="3076233"/>
                  </a:lnTo>
                  <a:lnTo>
                    <a:pt x="3795993" y="3046635"/>
                  </a:lnTo>
                  <a:lnTo>
                    <a:pt x="3724371" y="3014888"/>
                  </a:lnTo>
                  <a:lnTo>
                    <a:pt x="3652748" y="2980835"/>
                  </a:lnTo>
                  <a:lnTo>
                    <a:pt x="3581126" y="2944309"/>
                  </a:lnTo>
                  <a:lnTo>
                    <a:pt x="3509503" y="2905130"/>
                  </a:lnTo>
                  <a:lnTo>
                    <a:pt x="3437881" y="2863105"/>
                  </a:lnTo>
                  <a:lnTo>
                    <a:pt x="3366258" y="2818028"/>
                  </a:lnTo>
                  <a:lnTo>
                    <a:pt x="3294636" y="2769677"/>
                  </a:lnTo>
                  <a:lnTo>
                    <a:pt x="3223013" y="2717814"/>
                  </a:lnTo>
                  <a:lnTo>
                    <a:pt x="3151391" y="2662185"/>
                  </a:lnTo>
                  <a:lnTo>
                    <a:pt x="3079768" y="2641603"/>
                  </a:lnTo>
                  <a:lnTo>
                    <a:pt x="3008146" y="2626676"/>
                  </a:lnTo>
                  <a:lnTo>
                    <a:pt x="2936523" y="2611484"/>
                  </a:lnTo>
                  <a:lnTo>
                    <a:pt x="2864901" y="2596023"/>
                  </a:lnTo>
                  <a:lnTo>
                    <a:pt x="2793278" y="2580288"/>
                  </a:lnTo>
                  <a:lnTo>
                    <a:pt x="2721655" y="2564275"/>
                  </a:lnTo>
                  <a:lnTo>
                    <a:pt x="2650033" y="2547977"/>
                  </a:lnTo>
                  <a:lnTo>
                    <a:pt x="2578410" y="2531390"/>
                  </a:lnTo>
                  <a:lnTo>
                    <a:pt x="2506788" y="2514510"/>
                  </a:lnTo>
                  <a:lnTo>
                    <a:pt x="2435165" y="2497330"/>
                  </a:lnTo>
                  <a:lnTo>
                    <a:pt x="2363543" y="2479845"/>
                  </a:lnTo>
                  <a:lnTo>
                    <a:pt x="2291920" y="2462051"/>
                  </a:lnTo>
                  <a:lnTo>
                    <a:pt x="2220298" y="2443941"/>
                  </a:lnTo>
                  <a:lnTo>
                    <a:pt x="2148675" y="2425511"/>
                  </a:lnTo>
                  <a:lnTo>
                    <a:pt x="2077053" y="2406753"/>
                  </a:lnTo>
                  <a:lnTo>
                    <a:pt x="2005430" y="2387664"/>
                  </a:lnTo>
                  <a:lnTo>
                    <a:pt x="1933808" y="2368235"/>
                  </a:lnTo>
                  <a:lnTo>
                    <a:pt x="1862185" y="2348463"/>
                  </a:lnTo>
                  <a:lnTo>
                    <a:pt x="1790563" y="2328340"/>
                  </a:lnTo>
                  <a:lnTo>
                    <a:pt x="1718940" y="2307860"/>
                  </a:lnTo>
                  <a:lnTo>
                    <a:pt x="1647318" y="2287017"/>
                  </a:lnTo>
                  <a:lnTo>
                    <a:pt x="1575695" y="2265805"/>
                  </a:lnTo>
                  <a:lnTo>
                    <a:pt x="1504073" y="2244217"/>
                  </a:lnTo>
                  <a:lnTo>
                    <a:pt x="1432450" y="2222246"/>
                  </a:lnTo>
                  <a:lnTo>
                    <a:pt x="1360827" y="2199886"/>
                  </a:lnTo>
                  <a:lnTo>
                    <a:pt x="1289205" y="2177129"/>
                  </a:lnTo>
                  <a:lnTo>
                    <a:pt x="1217582" y="2153970"/>
                  </a:lnTo>
                  <a:lnTo>
                    <a:pt x="1145960" y="2130399"/>
                  </a:lnTo>
                  <a:lnTo>
                    <a:pt x="1074337" y="2106411"/>
                  </a:lnTo>
                  <a:lnTo>
                    <a:pt x="1002715" y="2081997"/>
                  </a:lnTo>
                  <a:lnTo>
                    <a:pt x="931092" y="2057151"/>
                  </a:lnTo>
                  <a:lnTo>
                    <a:pt x="859470" y="2031865"/>
                  </a:lnTo>
                  <a:lnTo>
                    <a:pt x="787847" y="2006130"/>
                  </a:lnTo>
                  <a:lnTo>
                    <a:pt x="716225" y="1979939"/>
                  </a:lnTo>
                  <a:lnTo>
                    <a:pt x="644602" y="1953284"/>
                  </a:lnTo>
                  <a:lnTo>
                    <a:pt x="572980" y="1926156"/>
                  </a:lnTo>
                  <a:lnTo>
                    <a:pt x="501357" y="1898548"/>
                  </a:lnTo>
                  <a:lnTo>
                    <a:pt x="429735" y="1870450"/>
                  </a:lnTo>
                  <a:lnTo>
                    <a:pt x="358112" y="1841854"/>
                  </a:lnTo>
                  <a:lnTo>
                    <a:pt x="286490" y="1812751"/>
                  </a:lnTo>
                  <a:lnTo>
                    <a:pt x="214867" y="1783133"/>
                  </a:lnTo>
                  <a:lnTo>
                    <a:pt x="143245" y="1752989"/>
                  </a:lnTo>
                  <a:lnTo>
                    <a:pt x="71622" y="1722311"/>
                  </a:lnTo>
                  <a:lnTo>
                    <a:pt x="0" y="16910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48286" y="2073503"/>
              <a:ext cx="5414393" cy="3168915"/>
            </a:xfrm>
            <a:custGeom>
              <a:avLst/>
              <a:pathLst>
                <a:path w="5414393" h="3168915">
                  <a:moveTo>
                    <a:pt x="0" y="0"/>
                  </a:moveTo>
                  <a:lnTo>
                    <a:pt x="42703" y="144598"/>
                  </a:lnTo>
                  <a:lnTo>
                    <a:pt x="114326" y="370698"/>
                  </a:lnTo>
                  <a:lnTo>
                    <a:pt x="185948" y="581488"/>
                  </a:lnTo>
                  <a:lnTo>
                    <a:pt x="257571" y="778005"/>
                  </a:lnTo>
                  <a:lnTo>
                    <a:pt x="329193" y="961215"/>
                  </a:lnTo>
                  <a:lnTo>
                    <a:pt x="400816" y="1132020"/>
                  </a:lnTo>
                  <a:lnTo>
                    <a:pt x="472438" y="1291260"/>
                  </a:lnTo>
                  <a:lnTo>
                    <a:pt x="544061" y="1439717"/>
                  </a:lnTo>
                  <a:lnTo>
                    <a:pt x="615683" y="1578122"/>
                  </a:lnTo>
                  <a:lnTo>
                    <a:pt x="687306" y="1707155"/>
                  </a:lnTo>
                  <a:lnTo>
                    <a:pt x="758928" y="1827451"/>
                  </a:lnTo>
                  <a:lnTo>
                    <a:pt x="830551" y="1939602"/>
                  </a:lnTo>
                  <a:lnTo>
                    <a:pt x="902173" y="2044158"/>
                  </a:lnTo>
                  <a:lnTo>
                    <a:pt x="973796" y="2141635"/>
                  </a:lnTo>
                  <a:lnTo>
                    <a:pt x="1045419" y="2232512"/>
                  </a:lnTo>
                  <a:lnTo>
                    <a:pt x="1117041" y="2317235"/>
                  </a:lnTo>
                  <a:lnTo>
                    <a:pt x="1188664" y="2396222"/>
                  </a:lnTo>
                  <a:lnTo>
                    <a:pt x="1260286" y="2469860"/>
                  </a:lnTo>
                  <a:lnTo>
                    <a:pt x="1331909" y="2538512"/>
                  </a:lnTo>
                  <a:lnTo>
                    <a:pt x="1403531" y="2602515"/>
                  </a:lnTo>
                  <a:lnTo>
                    <a:pt x="1475154" y="2656270"/>
                  </a:lnTo>
                  <a:lnTo>
                    <a:pt x="1546776" y="2670682"/>
                  </a:lnTo>
                  <a:lnTo>
                    <a:pt x="1618399" y="2684843"/>
                  </a:lnTo>
                  <a:lnTo>
                    <a:pt x="1690021" y="2698757"/>
                  </a:lnTo>
                  <a:lnTo>
                    <a:pt x="1761644" y="2712428"/>
                  </a:lnTo>
                  <a:lnTo>
                    <a:pt x="1833266" y="2725862"/>
                  </a:lnTo>
                  <a:lnTo>
                    <a:pt x="1904889" y="2739061"/>
                  </a:lnTo>
                  <a:lnTo>
                    <a:pt x="1976511" y="2752031"/>
                  </a:lnTo>
                  <a:lnTo>
                    <a:pt x="2048134" y="2764775"/>
                  </a:lnTo>
                  <a:lnTo>
                    <a:pt x="2119756" y="2777297"/>
                  </a:lnTo>
                  <a:lnTo>
                    <a:pt x="2191379" y="2789601"/>
                  </a:lnTo>
                  <a:lnTo>
                    <a:pt x="2263001" y="2801690"/>
                  </a:lnTo>
                  <a:lnTo>
                    <a:pt x="2334624" y="2813569"/>
                  </a:lnTo>
                  <a:lnTo>
                    <a:pt x="2406247" y="2825241"/>
                  </a:lnTo>
                  <a:lnTo>
                    <a:pt x="2477869" y="2836710"/>
                  </a:lnTo>
                  <a:lnTo>
                    <a:pt x="2549492" y="2847979"/>
                  </a:lnTo>
                  <a:lnTo>
                    <a:pt x="2621114" y="2859052"/>
                  </a:lnTo>
                  <a:lnTo>
                    <a:pt x="2692737" y="2869932"/>
                  </a:lnTo>
                  <a:lnTo>
                    <a:pt x="2764359" y="2880622"/>
                  </a:lnTo>
                  <a:lnTo>
                    <a:pt x="2835982" y="2891127"/>
                  </a:lnTo>
                  <a:lnTo>
                    <a:pt x="2907604" y="2901448"/>
                  </a:lnTo>
                  <a:lnTo>
                    <a:pt x="2979227" y="2911589"/>
                  </a:lnTo>
                  <a:lnTo>
                    <a:pt x="3050849" y="2921554"/>
                  </a:lnTo>
                  <a:lnTo>
                    <a:pt x="3122472" y="2931346"/>
                  </a:lnTo>
                  <a:lnTo>
                    <a:pt x="3194094" y="2940967"/>
                  </a:lnTo>
                  <a:lnTo>
                    <a:pt x="3265717" y="2950420"/>
                  </a:lnTo>
                  <a:lnTo>
                    <a:pt x="3337339" y="2959708"/>
                  </a:lnTo>
                  <a:lnTo>
                    <a:pt x="3408962" y="2968835"/>
                  </a:lnTo>
                  <a:lnTo>
                    <a:pt x="3480584" y="2977803"/>
                  </a:lnTo>
                  <a:lnTo>
                    <a:pt x="3552207" y="2986615"/>
                  </a:lnTo>
                  <a:lnTo>
                    <a:pt x="3623829" y="2995273"/>
                  </a:lnTo>
                  <a:lnTo>
                    <a:pt x="3695452" y="3003781"/>
                  </a:lnTo>
                  <a:lnTo>
                    <a:pt x="3767075" y="3012140"/>
                  </a:lnTo>
                  <a:lnTo>
                    <a:pt x="3838697" y="3020354"/>
                  </a:lnTo>
                  <a:lnTo>
                    <a:pt x="3910320" y="3028424"/>
                  </a:lnTo>
                  <a:lnTo>
                    <a:pt x="3981942" y="3036354"/>
                  </a:lnTo>
                  <a:lnTo>
                    <a:pt x="4053565" y="3044146"/>
                  </a:lnTo>
                  <a:lnTo>
                    <a:pt x="4125187" y="3051803"/>
                  </a:lnTo>
                  <a:lnTo>
                    <a:pt x="4196810" y="3059325"/>
                  </a:lnTo>
                  <a:lnTo>
                    <a:pt x="4268432" y="3066717"/>
                  </a:lnTo>
                  <a:lnTo>
                    <a:pt x="4340055" y="3073980"/>
                  </a:lnTo>
                  <a:lnTo>
                    <a:pt x="4411677" y="3081117"/>
                  </a:lnTo>
                  <a:lnTo>
                    <a:pt x="4483300" y="3088129"/>
                  </a:lnTo>
                  <a:lnTo>
                    <a:pt x="4554922" y="3095020"/>
                  </a:lnTo>
                  <a:lnTo>
                    <a:pt x="4626545" y="3101790"/>
                  </a:lnTo>
                  <a:lnTo>
                    <a:pt x="4698167" y="3108442"/>
                  </a:lnTo>
                  <a:lnTo>
                    <a:pt x="4769790" y="3114979"/>
                  </a:lnTo>
                  <a:lnTo>
                    <a:pt x="4841412" y="3121401"/>
                  </a:lnTo>
                  <a:lnTo>
                    <a:pt x="4913035" y="3127712"/>
                  </a:lnTo>
                  <a:lnTo>
                    <a:pt x="4984657" y="3133913"/>
                  </a:lnTo>
                  <a:lnTo>
                    <a:pt x="5056280" y="3140006"/>
                  </a:lnTo>
                  <a:lnTo>
                    <a:pt x="5127903" y="3145992"/>
                  </a:lnTo>
                  <a:lnTo>
                    <a:pt x="5199525" y="3151875"/>
                  </a:lnTo>
                  <a:lnTo>
                    <a:pt x="5271148" y="3157655"/>
                  </a:lnTo>
                  <a:lnTo>
                    <a:pt x="5342770" y="3163334"/>
                  </a:lnTo>
                  <a:lnTo>
                    <a:pt x="5414393" y="3168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64593"/>
              <a:ext cx="7090630" cy="1775282"/>
            </a:xfrm>
            <a:custGeom>
              <a:avLst/>
              <a:pathLst>
                <a:path w="7090630" h="1775282">
                  <a:moveTo>
                    <a:pt x="7090630" y="1775282"/>
                  </a:moveTo>
                  <a:lnTo>
                    <a:pt x="7019007" y="1774020"/>
                  </a:lnTo>
                  <a:lnTo>
                    <a:pt x="6947385" y="1772667"/>
                  </a:lnTo>
                  <a:lnTo>
                    <a:pt x="6875762" y="1771215"/>
                  </a:lnTo>
                  <a:lnTo>
                    <a:pt x="6804139" y="1769658"/>
                  </a:lnTo>
                  <a:lnTo>
                    <a:pt x="6732517" y="1767987"/>
                  </a:lnTo>
                  <a:lnTo>
                    <a:pt x="6660894" y="1766196"/>
                  </a:lnTo>
                  <a:lnTo>
                    <a:pt x="6589272" y="1764274"/>
                  </a:lnTo>
                  <a:lnTo>
                    <a:pt x="6517649" y="1762212"/>
                  </a:lnTo>
                  <a:lnTo>
                    <a:pt x="6446027" y="1760001"/>
                  </a:lnTo>
                  <a:lnTo>
                    <a:pt x="6374404" y="1757629"/>
                  </a:lnTo>
                  <a:lnTo>
                    <a:pt x="6302782" y="1755086"/>
                  </a:lnTo>
                  <a:lnTo>
                    <a:pt x="6231159" y="1752357"/>
                  </a:lnTo>
                  <a:lnTo>
                    <a:pt x="6159537" y="1749430"/>
                  </a:lnTo>
                  <a:lnTo>
                    <a:pt x="6087914" y="1746290"/>
                  </a:lnTo>
                  <a:lnTo>
                    <a:pt x="6016292" y="1742923"/>
                  </a:lnTo>
                  <a:lnTo>
                    <a:pt x="5944669" y="1739311"/>
                  </a:lnTo>
                  <a:lnTo>
                    <a:pt x="5873047" y="1735436"/>
                  </a:lnTo>
                  <a:lnTo>
                    <a:pt x="5801424" y="1731280"/>
                  </a:lnTo>
                  <a:lnTo>
                    <a:pt x="5729802" y="1726823"/>
                  </a:lnTo>
                  <a:lnTo>
                    <a:pt x="5658179" y="1722041"/>
                  </a:lnTo>
                  <a:lnTo>
                    <a:pt x="5586557" y="1716912"/>
                  </a:lnTo>
                  <a:lnTo>
                    <a:pt x="5514934" y="1711411"/>
                  </a:lnTo>
                  <a:lnTo>
                    <a:pt x="5443311" y="1705510"/>
                  </a:lnTo>
                  <a:lnTo>
                    <a:pt x="5371689" y="1699181"/>
                  </a:lnTo>
                  <a:lnTo>
                    <a:pt x="5300066" y="1692392"/>
                  </a:lnTo>
                  <a:lnTo>
                    <a:pt x="5228444" y="1685110"/>
                  </a:lnTo>
                  <a:lnTo>
                    <a:pt x="5156821" y="1677299"/>
                  </a:lnTo>
                  <a:lnTo>
                    <a:pt x="5085199" y="1668920"/>
                  </a:lnTo>
                  <a:lnTo>
                    <a:pt x="5013576" y="1659933"/>
                  </a:lnTo>
                  <a:lnTo>
                    <a:pt x="4941954" y="1650294"/>
                  </a:lnTo>
                  <a:lnTo>
                    <a:pt x="4870331" y="1639954"/>
                  </a:lnTo>
                  <a:lnTo>
                    <a:pt x="4798709" y="1628863"/>
                  </a:lnTo>
                  <a:lnTo>
                    <a:pt x="4727086" y="1616967"/>
                  </a:lnTo>
                  <a:lnTo>
                    <a:pt x="4655464" y="1604207"/>
                  </a:lnTo>
                  <a:lnTo>
                    <a:pt x="4583841" y="1590520"/>
                  </a:lnTo>
                  <a:lnTo>
                    <a:pt x="4512219" y="1575839"/>
                  </a:lnTo>
                  <a:lnTo>
                    <a:pt x="4440596" y="1560091"/>
                  </a:lnTo>
                  <a:lnTo>
                    <a:pt x="4368974" y="1543200"/>
                  </a:lnTo>
                  <a:lnTo>
                    <a:pt x="4297351" y="1525083"/>
                  </a:lnTo>
                  <a:lnTo>
                    <a:pt x="4225729" y="1505649"/>
                  </a:lnTo>
                  <a:lnTo>
                    <a:pt x="4154106" y="1484803"/>
                  </a:lnTo>
                  <a:lnTo>
                    <a:pt x="4082483" y="1462444"/>
                  </a:lnTo>
                  <a:lnTo>
                    <a:pt x="4010861" y="1438461"/>
                  </a:lnTo>
                  <a:lnTo>
                    <a:pt x="3939238" y="1412736"/>
                  </a:lnTo>
                  <a:lnTo>
                    <a:pt x="3867616" y="1385143"/>
                  </a:lnTo>
                  <a:lnTo>
                    <a:pt x="3795993" y="1355545"/>
                  </a:lnTo>
                  <a:lnTo>
                    <a:pt x="3724371" y="1323798"/>
                  </a:lnTo>
                  <a:lnTo>
                    <a:pt x="3652748" y="1289745"/>
                  </a:lnTo>
                  <a:lnTo>
                    <a:pt x="3581126" y="1253219"/>
                  </a:lnTo>
                  <a:lnTo>
                    <a:pt x="3509503" y="1214039"/>
                  </a:lnTo>
                  <a:lnTo>
                    <a:pt x="3437881" y="1172015"/>
                  </a:lnTo>
                  <a:lnTo>
                    <a:pt x="3366258" y="1126938"/>
                  </a:lnTo>
                  <a:lnTo>
                    <a:pt x="3294636" y="1078587"/>
                  </a:lnTo>
                  <a:lnTo>
                    <a:pt x="3223013" y="1026724"/>
                  </a:lnTo>
                  <a:lnTo>
                    <a:pt x="3151391" y="971095"/>
                  </a:lnTo>
                  <a:lnTo>
                    <a:pt x="3079768" y="950513"/>
                  </a:lnTo>
                  <a:lnTo>
                    <a:pt x="3008146" y="935586"/>
                  </a:lnTo>
                  <a:lnTo>
                    <a:pt x="2936523" y="920394"/>
                  </a:lnTo>
                  <a:lnTo>
                    <a:pt x="2864901" y="904933"/>
                  </a:lnTo>
                  <a:lnTo>
                    <a:pt x="2793278" y="889198"/>
                  </a:lnTo>
                  <a:lnTo>
                    <a:pt x="2721655" y="873184"/>
                  </a:lnTo>
                  <a:lnTo>
                    <a:pt x="2650033" y="856887"/>
                  </a:lnTo>
                  <a:lnTo>
                    <a:pt x="2578410" y="840300"/>
                  </a:lnTo>
                  <a:lnTo>
                    <a:pt x="2506788" y="823419"/>
                  </a:lnTo>
                  <a:lnTo>
                    <a:pt x="2435165" y="806240"/>
                  </a:lnTo>
                  <a:lnTo>
                    <a:pt x="2363543" y="788755"/>
                  </a:lnTo>
                  <a:lnTo>
                    <a:pt x="2291920" y="770961"/>
                  </a:lnTo>
                  <a:lnTo>
                    <a:pt x="2220298" y="752851"/>
                  </a:lnTo>
                  <a:lnTo>
                    <a:pt x="2148675" y="734421"/>
                  </a:lnTo>
                  <a:lnTo>
                    <a:pt x="2077053" y="715663"/>
                  </a:lnTo>
                  <a:lnTo>
                    <a:pt x="2005430" y="696573"/>
                  </a:lnTo>
                  <a:lnTo>
                    <a:pt x="1933808" y="677145"/>
                  </a:lnTo>
                  <a:lnTo>
                    <a:pt x="1862185" y="657373"/>
                  </a:lnTo>
                  <a:lnTo>
                    <a:pt x="1790563" y="637250"/>
                  </a:lnTo>
                  <a:lnTo>
                    <a:pt x="1718940" y="616770"/>
                  </a:lnTo>
                  <a:lnTo>
                    <a:pt x="1647318" y="595927"/>
                  </a:lnTo>
                  <a:lnTo>
                    <a:pt x="1575695" y="574715"/>
                  </a:lnTo>
                  <a:lnTo>
                    <a:pt x="1504073" y="553127"/>
                  </a:lnTo>
                  <a:lnTo>
                    <a:pt x="1432450" y="531156"/>
                  </a:lnTo>
                  <a:lnTo>
                    <a:pt x="1360827" y="508796"/>
                  </a:lnTo>
                  <a:lnTo>
                    <a:pt x="1289205" y="486039"/>
                  </a:lnTo>
                  <a:lnTo>
                    <a:pt x="1217582" y="462879"/>
                  </a:lnTo>
                  <a:lnTo>
                    <a:pt x="1145960" y="439309"/>
                  </a:lnTo>
                  <a:lnTo>
                    <a:pt x="1074337" y="415321"/>
                  </a:lnTo>
                  <a:lnTo>
                    <a:pt x="1002715" y="390907"/>
                  </a:lnTo>
                  <a:lnTo>
                    <a:pt x="931092" y="366061"/>
                  </a:lnTo>
                  <a:lnTo>
                    <a:pt x="859470" y="340775"/>
                  </a:lnTo>
                  <a:lnTo>
                    <a:pt x="787847" y="315040"/>
                  </a:lnTo>
                  <a:lnTo>
                    <a:pt x="716225" y="288849"/>
                  </a:lnTo>
                  <a:lnTo>
                    <a:pt x="644602" y="262194"/>
                  </a:lnTo>
                  <a:lnTo>
                    <a:pt x="572980" y="235066"/>
                  </a:lnTo>
                  <a:lnTo>
                    <a:pt x="501357" y="207458"/>
                  </a:lnTo>
                  <a:lnTo>
                    <a:pt x="429735" y="179360"/>
                  </a:lnTo>
                  <a:lnTo>
                    <a:pt x="358112" y="150764"/>
                  </a:lnTo>
                  <a:lnTo>
                    <a:pt x="286490" y="121661"/>
                  </a:lnTo>
                  <a:lnTo>
                    <a:pt x="214867" y="92043"/>
                  </a:lnTo>
                  <a:lnTo>
                    <a:pt x="143245" y="61899"/>
                  </a:lnTo>
                  <a:lnTo>
                    <a:pt x="71622" y="312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69388" y="2073503"/>
              <a:ext cx="6293290" cy="3409788"/>
            </a:xfrm>
            <a:custGeom>
              <a:avLst/>
              <a:pathLst>
                <a:path w="6293290" h="3409788">
                  <a:moveTo>
                    <a:pt x="0" y="0"/>
                  </a:moveTo>
                  <a:lnTo>
                    <a:pt x="62131" y="130371"/>
                  </a:lnTo>
                  <a:lnTo>
                    <a:pt x="133753" y="274212"/>
                  </a:lnTo>
                  <a:lnTo>
                    <a:pt x="205376" y="411883"/>
                  </a:lnTo>
                  <a:lnTo>
                    <a:pt x="276998" y="543649"/>
                  </a:lnTo>
                  <a:lnTo>
                    <a:pt x="348621" y="669762"/>
                  </a:lnTo>
                  <a:lnTo>
                    <a:pt x="420243" y="790467"/>
                  </a:lnTo>
                  <a:lnTo>
                    <a:pt x="491866" y="905993"/>
                  </a:lnTo>
                  <a:lnTo>
                    <a:pt x="563488" y="1016564"/>
                  </a:lnTo>
                  <a:lnTo>
                    <a:pt x="635111" y="1122393"/>
                  </a:lnTo>
                  <a:lnTo>
                    <a:pt x="706733" y="1223681"/>
                  </a:lnTo>
                  <a:lnTo>
                    <a:pt x="778356" y="1320626"/>
                  </a:lnTo>
                  <a:lnTo>
                    <a:pt x="849978" y="1413411"/>
                  </a:lnTo>
                  <a:lnTo>
                    <a:pt x="921601" y="1502217"/>
                  </a:lnTo>
                  <a:lnTo>
                    <a:pt x="993224" y="1587214"/>
                  </a:lnTo>
                  <a:lnTo>
                    <a:pt x="1064846" y="1668564"/>
                  </a:lnTo>
                  <a:lnTo>
                    <a:pt x="1136469" y="1746425"/>
                  </a:lnTo>
                  <a:lnTo>
                    <a:pt x="1208091" y="1820947"/>
                  </a:lnTo>
                  <a:lnTo>
                    <a:pt x="1279714" y="1892271"/>
                  </a:lnTo>
                  <a:lnTo>
                    <a:pt x="1351336" y="1960537"/>
                  </a:lnTo>
                  <a:lnTo>
                    <a:pt x="1422959" y="2025874"/>
                  </a:lnTo>
                  <a:lnTo>
                    <a:pt x="1494581" y="2088408"/>
                  </a:lnTo>
                  <a:lnTo>
                    <a:pt x="1566204" y="2148261"/>
                  </a:lnTo>
                  <a:lnTo>
                    <a:pt x="1637826" y="2205545"/>
                  </a:lnTo>
                  <a:lnTo>
                    <a:pt x="1709449" y="2260373"/>
                  </a:lnTo>
                  <a:lnTo>
                    <a:pt x="1781071" y="2312849"/>
                  </a:lnTo>
                  <a:lnTo>
                    <a:pt x="1852694" y="2363074"/>
                  </a:lnTo>
                  <a:lnTo>
                    <a:pt x="1924316" y="2411144"/>
                  </a:lnTo>
                  <a:lnTo>
                    <a:pt x="1995939" y="2457153"/>
                  </a:lnTo>
                  <a:lnTo>
                    <a:pt x="2067561" y="2501188"/>
                  </a:lnTo>
                  <a:lnTo>
                    <a:pt x="2139184" y="2543334"/>
                  </a:lnTo>
                  <a:lnTo>
                    <a:pt x="2210806" y="2583673"/>
                  </a:lnTo>
                  <a:lnTo>
                    <a:pt x="2282429" y="2622281"/>
                  </a:lnTo>
                  <a:lnTo>
                    <a:pt x="2354052" y="2659233"/>
                  </a:lnTo>
                  <a:lnTo>
                    <a:pt x="2425674" y="2694600"/>
                  </a:lnTo>
                  <a:lnTo>
                    <a:pt x="2497297" y="2728450"/>
                  </a:lnTo>
                  <a:lnTo>
                    <a:pt x="2568919" y="2760848"/>
                  </a:lnTo>
                  <a:lnTo>
                    <a:pt x="2640542" y="2791856"/>
                  </a:lnTo>
                  <a:lnTo>
                    <a:pt x="2712164" y="2821534"/>
                  </a:lnTo>
                  <a:lnTo>
                    <a:pt x="2783787" y="2849940"/>
                  </a:lnTo>
                  <a:lnTo>
                    <a:pt x="2855409" y="2877126"/>
                  </a:lnTo>
                  <a:lnTo>
                    <a:pt x="2927032" y="2903147"/>
                  </a:lnTo>
                  <a:lnTo>
                    <a:pt x="2998654" y="2928051"/>
                  </a:lnTo>
                  <a:lnTo>
                    <a:pt x="3070277" y="2951888"/>
                  </a:lnTo>
                  <a:lnTo>
                    <a:pt x="3141899" y="2974701"/>
                  </a:lnTo>
                  <a:lnTo>
                    <a:pt x="3213522" y="2996537"/>
                  </a:lnTo>
                  <a:lnTo>
                    <a:pt x="3285144" y="3017435"/>
                  </a:lnTo>
                  <a:lnTo>
                    <a:pt x="3356767" y="3037437"/>
                  </a:lnTo>
                  <a:lnTo>
                    <a:pt x="3428389" y="3056581"/>
                  </a:lnTo>
                  <a:lnTo>
                    <a:pt x="3500012" y="3074904"/>
                  </a:lnTo>
                  <a:lnTo>
                    <a:pt x="3571634" y="3092441"/>
                  </a:lnTo>
                  <a:lnTo>
                    <a:pt x="3643257" y="3109226"/>
                  </a:lnTo>
                  <a:lnTo>
                    <a:pt x="3714880" y="3125291"/>
                  </a:lnTo>
                  <a:lnTo>
                    <a:pt x="3786502" y="3140667"/>
                  </a:lnTo>
                  <a:lnTo>
                    <a:pt x="3858125" y="3155383"/>
                  </a:lnTo>
                  <a:lnTo>
                    <a:pt x="3929747" y="3169468"/>
                  </a:lnTo>
                  <a:lnTo>
                    <a:pt x="4001370" y="3182949"/>
                  </a:lnTo>
                  <a:lnTo>
                    <a:pt x="4072992" y="3195851"/>
                  </a:lnTo>
                  <a:lnTo>
                    <a:pt x="4144615" y="3208200"/>
                  </a:lnTo>
                  <a:lnTo>
                    <a:pt x="4216237" y="3220020"/>
                  </a:lnTo>
                  <a:lnTo>
                    <a:pt x="4287860" y="3231332"/>
                  </a:lnTo>
                  <a:lnTo>
                    <a:pt x="4359482" y="3242159"/>
                  </a:lnTo>
                  <a:lnTo>
                    <a:pt x="4431105" y="3252522"/>
                  </a:lnTo>
                  <a:lnTo>
                    <a:pt x="4502727" y="3262440"/>
                  </a:lnTo>
                  <a:lnTo>
                    <a:pt x="4574350" y="3271933"/>
                  </a:lnTo>
                  <a:lnTo>
                    <a:pt x="4645972" y="3281019"/>
                  </a:lnTo>
                  <a:lnTo>
                    <a:pt x="4717595" y="3289714"/>
                  </a:lnTo>
                  <a:lnTo>
                    <a:pt x="4789217" y="3298037"/>
                  </a:lnTo>
                  <a:lnTo>
                    <a:pt x="4860840" y="3306003"/>
                  </a:lnTo>
                  <a:lnTo>
                    <a:pt x="4932462" y="3313627"/>
                  </a:lnTo>
                  <a:lnTo>
                    <a:pt x="5004085" y="3320925"/>
                  </a:lnTo>
                  <a:lnTo>
                    <a:pt x="5075708" y="3327909"/>
                  </a:lnTo>
                  <a:lnTo>
                    <a:pt x="5147330" y="3334593"/>
                  </a:lnTo>
                  <a:lnTo>
                    <a:pt x="5218953" y="3340991"/>
                  </a:lnTo>
                  <a:lnTo>
                    <a:pt x="5290575" y="3347115"/>
                  </a:lnTo>
                  <a:lnTo>
                    <a:pt x="5362198" y="3352975"/>
                  </a:lnTo>
                  <a:lnTo>
                    <a:pt x="5433820" y="3358585"/>
                  </a:lnTo>
                  <a:lnTo>
                    <a:pt x="5505443" y="3363953"/>
                  </a:lnTo>
                  <a:lnTo>
                    <a:pt x="5577065" y="3369092"/>
                  </a:lnTo>
                  <a:lnTo>
                    <a:pt x="5648688" y="3374010"/>
                  </a:lnTo>
                  <a:lnTo>
                    <a:pt x="5720310" y="3378717"/>
                  </a:lnTo>
                  <a:lnTo>
                    <a:pt x="5791933" y="3383222"/>
                  </a:lnTo>
                  <a:lnTo>
                    <a:pt x="5863555" y="3387534"/>
                  </a:lnTo>
                  <a:lnTo>
                    <a:pt x="5935178" y="3391661"/>
                  </a:lnTo>
                  <a:lnTo>
                    <a:pt x="6006800" y="3395611"/>
                  </a:lnTo>
                  <a:lnTo>
                    <a:pt x="6078423" y="3399391"/>
                  </a:lnTo>
                  <a:lnTo>
                    <a:pt x="6150045" y="3403010"/>
                  </a:lnTo>
                  <a:lnTo>
                    <a:pt x="6221668" y="3406473"/>
                  </a:lnTo>
                  <a:lnTo>
                    <a:pt x="6293290" y="34097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1.77 (1.26-2.50), p_Bonf = 0.006 (n = 6)  |  per IQR decline (Δ = 25.8 %): 4.40 (1.81-10.70)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2026-08-19T20:27:10Z</dcterms:modified>
  <cp:category/>
</cp:coreProperties>
</file>