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57871" y="42421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1985667" y="2953542"/>
              <a:ext cx="4604479" cy="1949203"/>
            </a:xfrm>
            <a:custGeom>
              <a:avLst/>
              <a:pathLst>
                <a:path w="4604479" h="1949203">
                  <a:moveTo>
                    <a:pt x="0" y="1759269"/>
                  </a:moveTo>
                  <a:lnTo>
                    <a:pt x="58284" y="1739586"/>
                  </a:lnTo>
                  <a:lnTo>
                    <a:pt x="116569" y="1719890"/>
                  </a:lnTo>
                  <a:lnTo>
                    <a:pt x="174853" y="1700179"/>
                  </a:lnTo>
                  <a:lnTo>
                    <a:pt x="233138" y="1680452"/>
                  </a:lnTo>
                  <a:lnTo>
                    <a:pt x="291422" y="1660708"/>
                  </a:lnTo>
                  <a:lnTo>
                    <a:pt x="349707" y="1640946"/>
                  </a:lnTo>
                  <a:lnTo>
                    <a:pt x="407991" y="1621164"/>
                  </a:lnTo>
                  <a:lnTo>
                    <a:pt x="466276" y="1601361"/>
                  </a:lnTo>
                  <a:lnTo>
                    <a:pt x="524561" y="1581534"/>
                  </a:lnTo>
                  <a:lnTo>
                    <a:pt x="582845" y="1561682"/>
                  </a:lnTo>
                  <a:lnTo>
                    <a:pt x="641130" y="1541802"/>
                  </a:lnTo>
                  <a:lnTo>
                    <a:pt x="699414" y="1521892"/>
                  </a:lnTo>
                  <a:lnTo>
                    <a:pt x="757699" y="1501950"/>
                  </a:lnTo>
                  <a:lnTo>
                    <a:pt x="815983" y="1481971"/>
                  </a:lnTo>
                  <a:lnTo>
                    <a:pt x="874268" y="1461953"/>
                  </a:lnTo>
                  <a:lnTo>
                    <a:pt x="932552" y="1441893"/>
                  </a:lnTo>
                  <a:lnTo>
                    <a:pt x="990837" y="1421785"/>
                  </a:lnTo>
                  <a:lnTo>
                    <a:pt x="1049122" y="1401626"/>
                  </a:lnTo>
                  <a:lnTo>
                    <a:pt x="1107406" y="1381411"/>
                  </a:lnTo>
                  <a:lnTo>
                    <a:pt x="1165691" y="1361133"/>
                  </a:lnTo>
                  <a:lnTo>
                    <a:pt x="1223975" y="1340788"/>
                  </a:lnTo>
                  <a:lnTo>
                    <a:pt x="1282260" y="1320369"/>
                  </a:lnTo>
                  <a:lnTo>
                    <a:pt x="1340544" y="1299870"/>
                  </a:lnTo>
                  <a:lnTo>
                    <a:pt x="1398829" y="1279282"/>
                  </a:lnTo>
                  <a:lnTo>
                    <a:pt x="1457113" y="1258598"/>
                  </a:lnTo>
                  <a:lnTo>
                    <a:pt x="1515398" y="1237810"/>
                  </a:lnTo>
                  <a:lnTo>
                    <a:pt x="1573683" y="1216911"/>
                  </a:lnTo>
                  <a:lnTo>
                    <a:pt x="1631967" y="1195892"/>
                  </a:lnTo>
                  <a:lnTo>
                    <a:pt x="1690252" y="1174746"/>
                  </a:lnTo>
                  <a:lnTo>
                    <a:pt x="1748536" y="1153466"/>
                  </a:lnTo>
                  <a:lnTo>
                    <a:pt x="1806821" y="1132044"/>
                  </a:lnTo>
                  <a:lnTo>
                    <a:pt x="1865105" y="1110476"/>
                  </a:lnTo>
                  <a:lnTo>
                    <a:pt x="1923390" y="1088758"/>
                  </a:lnTo>
                  <a:lnTo>
                    <a:pt x="1981674" y="1066887"/>
                  </a:lnTo>
                  <a:lnTo>
                    <a:pt x="2039959" y="1044862"/>
                  </a:lnTo>
                  <a:lnTo>
                    <a:pt x="2098244" y="1022685"/>
                  </a:lnTo>
                  <a:lnTo>
                    <a:pt x="2156528" y="1000357"/>
                  </a:lnTo>
                  <a:lnTo>
                    <a:pt x="2214813" y="977884"/>
                  </a:lnTo>
                  <a:lnTo>
                    <a:pt x="2273097" y="955269"/>
                  </a:lnTo>
                  <a:lnTo>
                    <a:pt x="2331382" y="932521"/>
                  </a:lnTo>
                  <a:lnTo>
                    <a:pt x="2389666" y="909645"/>
                  </a:lnTo>
                  <a:lnTo>
                    <a:pt x="2447951" y="886650"/>
                  </a:lnTo>
                  <a:lnTo>
                    <a:pt x="2506235" y="863544"/>
                  </a:lnTo>
                  <a:lnTo>
                    <a:pt x="2564520" y="840334"/>
                  </a:lnTo>
                  <a:lnTo>
                    <a:pt x="2622805" y="817029"/>
                  </a:lnTo>
                  <a:lnTo>
                    <a:pt x="2681089" y="793636"/>
                  </a:lnTo>
                  <a:lnTo>
                    <a:pt x="2739374" y="770163"/>
                  </a:lnTo>
                  <a:lnTo>
                    <a:pt x="2797658" y="746616"/>
                  </a:lnTo>
                  <a:lnTo>
                    <a:pt x="2855943" y="723001"/>
                  </a:lnTo>
                  <a:lnTo>
                    <a:pt x="2914227" y="699325"/>
                  </a:lnTo>
                  <a:lnTo>
                    <a:pt x="2972512" y="675593"/>
                  </a:lnTo>
                  <a:lnTo>
                    <a:pt x="3030796" y="651809"/>
                  </a:lnTo>
                  <a:lnTo>
                    <a:pt x="3089081" y="627979"/>
                  </a:lnTo>
                  <a:lnTo>
                    <a:pt x="3147366" y="604106"/>
                  </a:lnTo>
                  <a:lnTo>
                    <a:pt x="3205650" y="580193"/>
                  </a:lnTo>
                  <a:lnTo>
                    <a:pt x="3263935" y="556245"/>
                  </a:lnTo>
                  <a:lnTo>
                    <a:pt x="3322219" y="532265"/>
                  </a:lnTo>
                  <a:lnTo>
                    <a:pt x="3380504" y="508254"/>
                  </a:lnTo>
                  <a:lnTo>
                    <a:pt x="3438788" y="484216"/>
                  </a:lnTo>
                  <a:lnTo>
                    <a:pt x="3497073" y="460153"/>
                  </a:lnTo>
                  <a:lnTo>
                    <a:pt x="3555357" y="436066"/>
                  </a:lnTo>
                  <a:lnTo>
                    <a:pt x="3613642" y="411958"/>
                  </a:lnTo>
                  <a:lnTo>
                    <a:pt x="3671927" y="387830"/>
                  </a:lnTo>
                  <a:lnTo>
                    <a:pt x="3730211" y="363684"/>
                  </a:lnTo>
                  <a:lnTo>
                    <a:pt x="3788496" y="339521"/>
                  </a:lnTo>
                  <a:lnTo>
                    <a:pt x="3846780" y="315343"/>
                  </a:lnTo>
                  <a:lnTo>
                    <a:pt x="3905065" y="291149"/>
                  </a:lnTo>
                  <a:lnTo>
                    <a:pt x="3963349" y="266943"/>
                  </a:lnTo>
                  <a:lnTo>
                    <a:pt x="4021634" y="242724"/>
                  </a:lnTo>
                  <a:lnTo>
                    <a:pt x="4079918" y="218493"/>
                  </a:lnTo>
                  <a:lnTo>
                    <a:pt x="4138203" y="194251"/>
                  </a:lnTo>
                  <a:lnTo>
                    <a:pt x="4196488" y="169999"/>
                  </a:lnTo>
                  <a:lnTo>
                    <a:pt x="4254772" y="145738"/>
                  </a:lnTo>
                  <a:lnTo>
                    <a:pt x="4313057" y="121467"/>
                  </a:lnTo>
                  <a:lnTo>
                    <a:pt x="4371341" y="97188"/>
                  </a:lnTo>
                  <a:lnTo>
                    <a:pt x="4429626" y="72902"/>
                  </a:lnTo>
                  <a:lnTo>
                    <a:pt x="4487910" y="48608"/>
                  </a:lnTo>
                  <a:lnTo>
                    <a:pt x="4546195" y="24307"/>
                  </a:lnTo>
                  <a:lnTo>
                    <a:pt x="4604479" y="0"/>
                  </a:lnTo>
                  <a:lnTo>
                    <a:pt x="4604479" y="241234"/>
                  </a:lnTo>
                  <a:lnTo>
                    <a:pt x="4546195" y="260816"/>
                  </a:lnTo>
                  <a:lnTo>
                    <a:pt x="4487910" y="280404"/>
                  </a:lnTo>
                  <a:lnTo>
                    <a:pt x="4429626" y="299999"/>
                  </a:lnTo>
                  <a:lnTo>
                    <a:pt x="4371341" y="319602"/>
                  </a:lnTo>
                  <a:lnTo>
                    <a:pt x="4313057" y="339212"/>
                  </a:lnTo>
                  <a:lnTo>
                    <a:pt x="4254772" y="358831"/>
                  </a:lnTo>
                  <a:lnTo>
                    <a:pt x="4196488" y="378458"/>
                  </a:lnTo>
                  <a:lnTo>
                    <a:pt x="4138203" y="398095"/>
                  </a:lnTo>
                  <a:lnTo>
                    <a:pt x="4079918" y="417743"/>
                  </a:lnTo>
                  <a:lnTo>
                    <a:pt x="4021634" y="437401"/>
                  </a:lnTo>
                  <a:lnTo>
                    <a:pt x="3963349" y="457071"/>
                  </a:lnTo>
                  <a:lnTo>
                    <a:pt x="3905065" y="476753"/>
                  </a:lnTo>
                  <a:lnTo>
                    <a:pt x="3846780" y="496449"/>
                  </a:lnTo>
                  <a:lnTo>
                    <a:pt x="3788496" y="516160"/>
                  </a:lnTo>
                  <a:lnTo>
                    <a:pt x="3730211" y="535886"/>
                  </a:lnTo>
                  <a:lnTo>
                    <a:pt x="3671927" y="555629"/>
                  </a:lnTo>
                  <a:lnTo>
                    <a:pt x="3613642" y="575390"/>
                  </a:lnTo>
                  <a:lnTo>
                    <a:pt x="3555357" y="595171"/>
                  </a:lnTo>
                  <a:lnTo>
                    <a:pt x="3497073" y="614974"/>
                  </a:lnTo>
                  <a:lnTo>
                    <a:pt x="3438788" y="634800"/>
                  </a:lnTo>
                  <a:lnTo>
                    <a:pt x="3380504" y="654651"/>
                  </a:lnTo>
                  <a:lnTo>
                    <a:pt x="3322219" y="674529"/>
                  </a:lnTo>
                  <a:lnTo>
                    <a:pt x="3263935" y="694437"/>
                  </a:lnTo>
                  <a:lnTo>
                    <a:pt x="3205650" y="714379"/>
                  </a:lnTo>
                  <a:lnTo>
                    <a:pt x="3147366" y="734356"/>
                  </a:lnTo>
                  <a:lnTo>
                    <a:pt x="3089081" y="754371"/>
                  </a:lnTo>
                  <a:lnTo>
                    <a:pt x="3030796" y="774430"/>
                  </a:lnTo>
                  <a:lnTo>
                    <a:pt x="2972512" y="794536"/>
                  </a:lnTo>
                  <a:lnTo>
                    <a:pt x="2914227" y="814692"/>
                  </a:lnTo>
                  <a:lnTo>
                    <a:pt x="2855943" y="834905"/>
                  </a:lnTo>
                  <a:lnTo>
                    <a:pt x="2797658" y="855180"/>
                  </a:lnTo>
                  <a:lnTo>
                    <a:pt x="2739374" y="875522"/>
                  </a:lnTo>
                  <a:lnTo>
                    <a:pt x="2681089" y="895937"/>
                  </a:lnTo>
                  <a:lnTo>
                    <a:pt x="2622805" y="916434"/>
                  </a:lnTo>
                  <a:lnTo>
                    <a:pt x="2564520" y="937018"/>
                  </a:lnTo>
                  <a:lnTo>
                    <a:pt x="2506235" y="957697"/>
                  </a:lnTo>
                  <a:lnTo>
                    <a:pt x="2447951" y="978480"/>
                  </a:lnTo>
                  <a:lnTo>
                    <a:pt x="2389666" y="999374"/>
                  </a:lnTo>
                  <a:lnTo>
                    <a:pt x="2331382" y="1020388"/>
                  </a:lnTo>
                  <a:lnTo>
                    <a:pt x="2273097" y="1041528"/>
                  </a:lnTo>
                  <a:lnTo>
                    <a:pt x="2214813" y="1062803"/>
                  </a:lnTo>
                  <a:lnTo>
                    <a:pt x="2156528" y="1084219"/>
                  </a:lnTo>
                  <a:lnTo>
                    <a:pt x="2098244" y="1105780"/>
                  </a:lnTo>
                  <a:lnTo>
                    <a:pt x="2039959" y="1127492"/>
                  </a:lnTo>
                  <a:lnTo>
                    <a:pt x="1981674" y="1149356"/>
                  </a:lnTo>
                  <a:lnTo>
                    <a:pt x="1923390" y="1171375"/>
                  </a:lnTo>
                  <a:lnTo>
                    <a:pt x="1865105" y="1193545"/>
                  </a:lnTo>
                  <a:lnTo>
                    <a:pt x="1806821" y="1215866"/>
                  </a:lnTo>
                  <a:lnTo>
                    <a:pt x="1748536" y="1238334"/>
                  </a:lnTo>
                  <a:lnTo>
                    <a:pt x="1690252" y="1260942"/>
                  </a:lnTo>
                  <a:lnTo>
                    <a:pt x="1631967" y="1283685"/>
                  </a:lnTo>
                  <a:lnTo>
                    <a:pt x="1573683" y="1306555"/>
                  </a:lnTo>
                  <a:lnTo>
                    <a:pt x="1515398" y="1329545"/>
                  </a:lnTo>
                  <a:lnTo>
                    <a:pt x="1457113" y="1352647"/>
                  </a:lnTo>
                  <a:lnTo>
                    <a:pt x="1398829" y="1375852"/>
                  </a:lnTo>
                  <a:lnTo>
                    <a:pt x="1340544" y="1399153"/>
                  </a:lnTo>
                  <a:lnTo>
                    <a:pt x="1282260" y="1422543"/>
                  </a:lnTo>
                  <a:lnTo>
                    <a:pt x="1223975" y="1446013"/>
                  </a:lnTo>
                  <a:lnTo>
                    <a:pt x="1165691" y="1469557"/>
                  </a:lnTo>
                  <a:lnTo>
                    <a:pt x="1107406" y="1493169"/>
                  </a:lnTo>
                  <a:lnTo>
                    <a:pt x="1049122" y="1516842"/>
                  </a:lnTo>
                  <a:lnTo>
                    <a:pt x="990837" y="1540572"/>
                  </a:lnTo>
                  <a:lnTo>
                    <a:pt x="932552" y="1564354"/>
                  </a:lnTo>
                  <a:lnTo>
                    <a:pt x="874268" y="1588182"/>
                  </a:lnTo>
                  <a:lnTo>
                    <a:pt x="815983" y="1612054"/>
                  </a:lnTo>
                  <a:lnTo>
                    <a:pt x="757699" y="1635964"/>
                  </a:lnTo>
                  <a:lnTo>
                    <a:pt x="699414" y="1659911"/>
                  </a:lnTo>
                  <a:lnTo>
                    <a:pt x="641130" y="1683890"/>
                  </a:lnTo>
                  <a:lnTo>
                    <a:pt x="582845" y="1707900"/>
                  </a:lnTo>
                  <a:lnTo>
                    <a:pt x="524561" y="1731937"/>
                  </a:lnTo>
                  <a:lnTo>
                    <a:pt x="466276" y="1755999"/>
                  </a:lnTo>
                  <a:lnTo>
                    <a:pt x="407991" y="1780085"/>
                  </a:lnTo>
                  <a:lnTo>
                    <a:pt x="349707" y="1804192"/>
                  </a:lnTo>
                  <a:lnTo>
                    <a:pt x="291422" y="1828319"/>
                  </a:lnTo>
                  <a:lnTo>
                    <a:pt x="233138" y="1852464"/>
                  </a:lnTo>
                  <a:lnTo>
                    <a:pt x="174853" y="1876626"/>
                  </a:lnTo>
                  <a:lnTo>
                    <a:pt x="116569" y="1900804"/>
                  </a:lnTo>
                  <a:lnTo>
                    <a:pt x="58284" y="1924997"/>
                  </a:lnTo>
                  <a:lnTo>
                    <a:pt x="0" y="1949203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985667" y="2953542"/>
              <a:ext cx="4604479" cy="1759269"/>
            </a:xfrm>
            <a:custGeom>
              <a:avLst/>
              <a:pathLst>
                <a:path w="4604479" h="1759269">
                  <a:moveTo>
                    <a:pt x="0" y="1759269"/>
                  </a:moveTo>
                  <a:lnTo>
                    <a:pt x="58284" y="1739586"/>
                  </a:lnTo>
                  <a:lnTo>
                    <a:pt x="116569" y="1719890"/>
                  </a:lnTo>
                  <a:lnTo>
                    <a:pt x="174853" y="1700179"/>
                  </a:lnTo>
                  <a:lnTo>
                    <a:pt x="233138" y="1680452"/>
                  </a:lnTo>
                  <a:lnTo>
                    <a:pt x="291422" y="1660708"/>
                  </a:lnTo>
                  <a:lnTo>
                    <a:pt x="349707" y="1640946"/>
                  </a:lnTo>
                  <a:lnTo>
                    <a:pt x="407991" y="1621164"/>
                  </a:lnTo>
                  <a:lnTo>
                    <a:pt x="466276" y="1601361"/>
                  </a:lnTo>
                  <a:lnTo>
                    <a:pt x="524561" y="1581534"/>
                  </a:lnTo>
                  <a:lnTo>
                    <a:pt x="582845" y="1561682"/>
                  </a:lnTo>
                  <a:lnTo>
                    <a:pt x="641130" y="1541802"/>
                  </a:lnTo>
                  <a:lnTo>
                    <a:pt x="699414" y="1521892"/>
                  </a:lnTo>
                  <a:lnTo>
                    <a:pt x="757699" y="1501950"/>
                  </a:lnTo>
                  <a:lnTo>
                    <a:pt x="815983" y="1481971"/>
                  </a:lnTo>
                  <a:lnTo>
                    <a:pt x="874268" y="1461953"/>
                  </a:lnTo>
                  <a:lnTo>
                    <a:pt x="932552" y="1441893"/>
                  </a:lnTo>
                  <a:lnTo>
                    <a:pt x="990837" y="1421785"/>
                  </a:lnTo>
                  <a:lnTo>
                    <a:pt x="1049122" y="1401626"/>
                  </a:lnTo>
                  <a:lnTo>
                    <a:pt x="1107406" y="1381411"/>
                  </a:lnTo>
                  <a:lnTo>
                    <a:pt x="1165691" y="1361133"/>
                  </a:lnTo>
                  <a:lnTo>
                    <a:pt x="1223975" y="1340788"/>
                  </a:lnTo>
                  <a:lnTo>
                    <a:pt x="1282260" y="1320369"/>
                  </a:lnTo>
                  <a:lnTo>
                    <a:pt x="1340544" y="1299870"/>
                  </a:lnTo>
                  <a:lnTo>
                    <a:pt x="1398829" y="1279282"/>
                  </a:lnTo>
                  <a:lnTo>
                    <a:pt x="1457113" y="1258598"/>
                  </a:lnTo>
                  <a:lnTo>
                    <a:pt x="1515398" y="1237810"/>
                  </a:lnTo>
                  <a:lnTo>
                    <a:pt x="1573683" y="1216911"/>
                  </a:lnTo>
                  <a:lnTo>
                    <a:pt x="1631967" y="1195892"/>
                  </a:lnTo>
                  <a:lnTo>
                    <a:pt x="1690252" y="1174746"/>
                  </a:lnTo>
                  <a:lnTo>
                    <a:pt x="1748536" y="1153466"/>
                  </a:lnTo>
                  <a:lnTo>
                    <a:pt x="1806821" y="1132044"/>
                  </a:lnTo>
                  <a:lnTo>
                    <a:pt x="1865105" y="1110476"/>
                  </a:lnTo>
                  <a:lnTo>
                    <a:pt x="1923390" y="1088758"/>
                  </a:lnTo>
                  <a:lnTo>
                    <a:pt x="1981674" y="1066887"/>
                  </a:lnTo>
                  <a:lnTo>
                    <a:pt x="2039959" y="1044862"/>
                  </a:lnTo>
                  <a:lnTo>
                    <a:pt x="2098244" y="1022685"/>
                  </a:lnTo>
                  <a:lnTo>
                    <a:pt x="2156528" y="1000357"/>
                  </a:lnTo>
                  <a:lnTo>
                    <a:pt x="2214813" y="977884"/>
                  </a:lnTo>
                  <a:lnTo>
                    <a:pt x="2273097" y="955269"/>
                  </a:lnTo>
                  <a:lnTo>
                    <a:pt x="2331382" y="932521"/>
                  </a:lnTo>
                  <a:lnTo>
                    <a:pt x="2389666" y="909645"/>
                  </a:lnTo>
                  <a:lnTo>
                    <a:pt x="2447951" y="886650"/>
                  </a:lnTo>
                  <a:lnTo>
                    <a:pt x="2506235" y="863544"/>
                  </a:lnTo>
                  <a:lnTo>
                    <a:pt x="2564520" y="840334"/>
                  </a:lnTo>
                  <a:lnTo>
                    <a:pt x="2622805" y="817029"/>
                  </a:lnTo>
                  <a:lnTo>
                    <a:pt x="2681089" y="793636"/>
                  </a:lnTo>
                  <a:lnTo>
                    <a:pt x="2739374" y="770163"/>
                  </a:lnTo>
                  <a:lnTo>
                    <a:pt x="2797658" y="746616"/>
                  </a:lnTo>
                  <a:lnTo>
                    <a:pt x="2855943" y="723001"/>
                  </a:lnTo>
                  <a:lnTo>
                    <a:pt x="2914227" y="699325"/>
                  </a:lnTo>
                  <a:lnTo>
                    <a:pt x="2972512" y="675593"/>
                  </a:lnTo>
                  <a:lnTo>
                    <a:pt x="3030796" y="651809"/>
                  </a:lnTo>
                  <a:lnTo>
                    <a:pt x="3089081" y="627979"/>
                  </a:lnTo>
                  <a:lnTo>
                    <a:pt x="3147366" y="604106"/>
                  </a:lnTo>
                  <a:lnTo>
                    <a:pt x="3205650" y="580193"/>
                  </a:lnTo>
                  <a:lnTo>
                    <a:pt x="3263935" y="556245"/>
                  </a:lnTo>
                  <a:lnTo>
                    <a:pt x="3322219" y="532265"/>
                  </a:lnTo>
                  <a:lnTo>
                    <a:pt x="3380504" y="508254"/>
                  </a:lnTo>
                  <a:lnTo>
                    <a:pt x="3438788" y="484216"/>
                  </a:lnTo>
                  <a:lnTo>
                    <a:pt x="3497073" y="460153"/>
                  </a:lnTo>
                  <a:lnTo>
                    <a:pt x="3555357" y="436066"/>
                  </a:lnTo>
                  <a:lnTo>
                    <a:pt x="3613642" y="411958"/>
                  </a:lnTo>
                  <a:lnTo>
                    <a:pt x="3671927" y="387830"/>
                  </a:lnTo>
                  <a:lnTo>
                    <a:pt x="3730211" y="363684"/>
                  </a:lnTo>
                  <a:lnTo>
                    <a:pt x="3788496" y="339521"/>
                  </a:lnTo>
                  <a:lnTo>
                    <a:pt x="3846780" y="315343"/>
                  </a:lnTo>
                  <a:lnTo>
                    <a:pt x="3905065" y="291149"/>
                  </a:lnTo>
                  <a:lnTo>
                    <a:pt x="3963349" y="266943"/>
                  </a:lnTo>
                  <a:lnTo>
                    <a:pt x="4021634" y="242724"/>
                  </a:lnTo>
                  <a:lnTo>
                    <a:pt x="4079918" y="218493"/>
                  </a:lnTo>
                  <a:lnTo>
                    <a:pt x="4138203" y="194251"/>
                  </a:lnTo>
                  <a:lnTo>
                    <a:pt x="4196488" y="169999"/>
                  </a:lnTo>
                  <a:lnTo>
                    <a:pt x="4254772" y="145738"/>
                  </a:lnTo>
                  <a:lnTo>
                    <a:pt x="4313057" y="121467"/>
                  </a:lnTo>
                  <a:lnTo>
                    <a:pt x="4371341" y="97188"/>
                  </a:lnTo>
                  <a:lnTo>
                    <a:pt x="4429626" y="72902"/>
                  </a:lnTo>
                  <a:lnTo>
                    <a:pt x="4487910" y="48608"/>
                  </a:lnTo>
                  <a:lnTo>
                    <a:pt x="4546195" y="24307"/>
                  </a:lnTo>
                  <a:lnTo>
                    <a:pt x="460447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985667" y="3194776"/>
              <a:ext cx="4604479" cy="1707968"/>
            </a:xfrm>
            <a:custGeom>
              <a:avLst/>
              <a:pathLst>
                <a:path w="4604479" h="1707968">
                  <a:moveTo>
                    <a:pt x="4604479" y="0"/>
                  </a:moveTo>
                  <a:lnTo>
                    <a:pt x="4546195" y="19581"/>
                  </a:lnTo>
                  <a:lnTo>
                    <a:pt x="4487910" y="39169"/>
                  </a:lnTo>
                  <a:lnTo>
                    <a:pt x="4429626" y="58765"/>
                  </a:lnTo>
                  <a:lnTo>
                    <a:pt x="4371341" y="78367"/>
                  </a:lnTo>
                  <a:lnTo>
                    <a:pt x="4313057" y="97977"/>
                  </a:lnTo>
                  <a:lnTo>
                    <a:pt x="4254772" y="117596"/>
                  </a:lnTo>
                  <a:lnTo>
                    <a:pt x="4196488" y="137224"/>
                  </a:lnTo>
                  <a:lnTo>
                    <a:pt x="4138203" y="156861"/>
                  </a:lnTo>
                  <a:lnTo>
                    <a:pt x="4079918" y="176508"/>
                  </a:lnTo>
                  <a:lnTo>
                    <a:pt x="4021634" y="196166"/>
                  </a:lnTo>
                  <a:lnTo>
                    <a:pt x="3963349" y="215836"/>
                  </a:lnTo>
                  <a:lnTo>
                    <a:pt x="3905065" y="235519"/>
                  </a:lnTo>
                  <a:lnTo>
                    <a:pt x="3846780" y="255215"/>
                  </a:lnTo>
                  <a:lnTo>
                    <a:pt x="3788496" y="274925"/>
                  </a:lnTo>
                  <a:lnTo>
                    <a:pt x="3730211" y="294651"/>
                  </a:lnTo>
                  <a:lnTo>
                    <a:pt x="3671927" y="314394"/>
                  </a:lnTo>
                  <a:lnTo>
                    <a:pt x="3613642" y="334156"/>
                  </a:lnTo>
                  <a:lnTo>
                    <a:pt x="3555357" y="353937"/>
                  </a:lnTo>
                  <a:lnTo>
                    <a:pt x="3497073" y="373739"/>
                  </a:lnTo>
                  <a:lnTo>
                    <a:pt x="3438788" y="393565"/>
                  </a:lnTo>
                  <a:lnTo>
                    <a:pt x="3380504" y="413416"/>
                  </a:lnTo>
                  <a:lnTo>
                    <a:pt x="3322219" y="433294"/>
                  </a:lnTo>
                  <a:lnTo>
                    <a:pt x="3263935" y="453203"/>
                  </a:lnTo>
                  <a:lnTo>
                    <a:pt x="3205650" y="473144"/>
                  </a:lnTo>
                  <a:lnTo>
                    <a:pt x="3147366" y="493121"/>
                  </a:lnTo>
                  <a:lnTo>
                    <a:pt x="3089081" y="513137"/>
                  </a:lnTo>
                  <a:lnTo>
                    <a:pt x="3030796" y="533195"/>
                  </a:lnTo>
                  <a:lnTo>
                    <a:pt x="2972512" y="553301"/>
                  </a:lnTo>
                  <a:lnTo>
                    <a:pt x="2914227" y="573458"/>
                  </a:lnTo>
                  <a:lnTo>
                    <a:pt x="2855943" y="593671"/>
                  </a:lnTo>
                  <a:lnTo>
                    <a:pt x="2797658" y="613945"/>
                  </a:lnTo>
                  <a:lnTo>
                    <a:pt x="2739374" y="634287"/>
                  </a:lnTo>
                  <a:lnTo>
                    <a:pt x="2681089" y="654703"/>
                  </a:lnTo>
                  <a:lnTo>
                    <a:pt x="2622805" y="675199"/>
                  </a:lnTo>
                  <a:lnTo>
                    <a:pt x="2564520" y="695783"/>
                  </a:lnTo>
                  <a:lnTo>
                    <a:pt x="2506235" y="716463"/>
                  </a:lnTo>
                  <a:lnTo>
                    <a:pt x="2447951" y="737245"/>
                  </a:lnTo>
                  <a:lnTo>
                    <a:pt x="2389666" y="758140"/>
                  </a:lnTo>
                  <a:lnTo>
                    <a:pt x="2331382" y="779153"/>
                  </a:lnTo>
                  <a:lnTo>
                    <a:pt x="2273097" y="800294"/>
                  </a:lnTo>
                  <a:lnTo>
                    <a:pt x="2214813" y="821568"/>
                  </a:lnTo>
                  <a:lnTo>
                    <a:pt x="2156528" y="842984"/>
                  </a:lnTo>
                  <a:lnTo>
                    <a:pt x="2098244" y="864546"/>
                  </a:lnTo>
                  <a:lnTo>
                    <a:pt x="2039959" y="886257"/>
                  </a:lnTo>
                  <a:lnTo>
                    <a:pt x="1981674" y="908122"/>
                  </a:lnTo>
                  <a:lnTo>
                    <a:pt x="1923390" y="930140"/>
                  </a:lnTo>
                  <a:lnTo>
                    <a:pt x="1865105" y="952311"/>
                  </a:lnTo>
                  <a:lnTo>
                    <a:pt x="1806821" y="974632"/>
                  </a:lnTo>
                  <a:lnTo>
                    <a:pt x="1748536" y="997099"/>
                  </a:lnTo>
                  <a:lnTo>
                    <a:pt x="1690252" y="1019708"/>
                  </a:lnTo>
                  <a:lnTo>
                    <a:pt x="1631967" y="1042450"/>
                  </a:lnTo>
                  <a:lnTo>
                    <a:pt x="1573683" y="1065321"/>
                  </a:lnTo>
                  <a:lnTo>
                    <a:pt x="1515398" y="1088311"/>
                  </a:lnTo>
                  <a:lnTo>
                    <a:pt x="1457113" y="1111412"/>
                  </a:lnTo>
                  <a:lnTo>
                    <a:pt x="1398829" y="1134618"/>
                  </a:lnTo>
                  <a:lnTo>
                    <a:pt x="1340544" y="1157919"/>
                  </a:lnTo>
                  <a:lnTo>
                    <a:pt x="1282260" y="1181308"/>
                  </a:lnTo>
                  <a:lnTo>
                    <a:pt x="1223975" y="1204778"/>
                  </a:lnTo>
                  <a:lnTo>
                    <a:pt x="1165691" y="1228322"/>
                  </a:lnTo>
                  <a:lnTo>
                    <a:pt x="1107406" y="1251934"/>
                  </a:lnTo>
                  <a:lnTo>
                    <a:pt x="1049122" y="1275608"/>
                  </a:lnTo>
                  <a:lnTo>
                    <a:pt x="990837" y="1299338"/>
                  </a:lnTo>
                  <a:lnTo>
                    <a:pt x="932552" y="1323119"/>
                  </a:lnTo>
                  <a:lnTo>
                    <a:pt x="874268" y="1346948"/>
                  </a:lnTo>
                  <a:lnTo>
                    <a:pt x="815983" y="1370819"/>
                  </a:lnTo>
                  <a:lnTo>
                    <a:pt x="757699" y="1394730"/>
                  </a:lnTo>
                  <a:lnTo>
                    <a:pt x="699414" y="1418676"/>
                  </a:lnTo>
                  <a:lnTo>
                    <a:pt x="641130" y="1442656"/>
                  </a:lnTo>
                  <a:lnTo>
                    <a:pt x="582845" y="1466665"/>
                  </a:lnTo>
                  <a:lnTo>
                    <a:pt x="524561" y="1490702"/>
                  </a:lnTo>
                  <a:lnTo>
                    <a:pt x="466276" y="1514764"/>
                  </a:lnTo>
                  <a:lnTo>
                    <a:pt x="407991" y="1538850"/>
                  </a:lnTo>
                  <a:lnTo>
                    <a:pt x="349707" y="1562957"/>
                  </a:lnTo>
                  <a:lnTo>
                    <a:pt x="291422" y="1587084"/>
                  </a:lnTo>
                  <a:lnTo>
                    <a:pt x="233138" y="1611229"/>
                  </a:lnTo>
                  <a:lnTo>
                    <a:pt x="174853" y="1635392"/>
                  </a:lnTo>
                  <a:lnTo>
                    <a:pt x="116569" y="1659570"/>
                  </a:lnTo>
                  <a:lnTo>
                    <a:pt x="58284" y="1683762"/>
                  </a:lnTo>
                  <a:lnTo>
                    <a:pt x="0" y="17079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1985667" y="3074159"/>
              <a:ext cx="4604479" cy="1733619"/>
            </a:xfrm>
            <a:custGeom>
              <a:avLst/>
              <a:pathLst>
                <a:path w="4604479" h="1733619">
                  <a:moveTo>
                    <a:pt x="0" y="1733619"/>
                  </a:moveTo>
                  <a:lnTo>
                    <a:pt x="58284" y="1711674"/>
                  </a:lnTo>
                  <a:lnTo>
                    <a:pt x="116569" y="1689730"/>
                  </a:lnTo>
                  <a:lnTo>
                    <a:pt x="174853" y="1667785"/>
                  </a:lnTo>
                  <a:lnTo>
                    <a:pt x="233138" y="1645841"/>
                  </a:lnTo>
                  <a:lnTo>
                    <a:pt x="291422" y="1623896"/>
                  </a:lnTo>
                  <a:lnTo>
                    <a:pt x="349707" y="1601952"/>
                  </a:lnTo>
                  <a:lnTo>
                    <a:pt x="407991" y="1580007"/>
                  </a:lnTo>
                  <a:lnTo>
                    <a:pt x="466276" y="1558062"/>
                  </a:lnTo>
                  <a:lnTo>
                    <a:pt x="524561" y="1536118"/>
                  </a:lnTo>
                  <a:lnTo>
                    <a:pt x="582845" y="1514173"/>
                  </a:lnTo>
                  <a:lnTo>
                    <a:pt x="641130" y="1492229"/>
                  </a:lnTo>
                  <a:lnTo>
                    <a:pt x="699414" y="1470284"/>
                  </a:lnTo>
                  <a:lnTo>
                    <a:pt x="757699" y="1448340"/>
                  </a:lnTo>
                  <a:lnTo>
                    <a:pt x="815983" y="1426395"/>
                  </a:lnTo>
                  <a:lnTo>
                    <a:pt x="874268" y="1404451"/>
                  </a:lnTo>
                  <a:lnTo>
                    <a:pt x="932552" y="1382506"/>
                  </a:lnTo>
                  <a:lnTo>
                    <a:pt x="990837" y="1360561"/>
                  </a:lnTo>
                  <a:lnTo>
                    <a:pt x="1049122" y="1338617"/>
                  </a:lnTo>
                  <a:lnTo>
                    <a:pt x="1107406" y="1316672"/>
                  </a:lnTo>
                  <a:lnTo>
                    <a:pt x="1165691" y="1294728"/>
                  </a:lnTo>
                  <a:lnTo>
                    <a:pt x="1223975" y="1272783"/>
                  </a:lnTo>
                  <a:lnTo>
                    <a:pt x="1282260" y="1250839"/>
                  </a:lnTo>
                  <a:lnTo>
                    <a:pt x="1340544" y="1228894"/>
                  </a:lnTo>
                  <a:lnTo>
                    <a:pt x="1398829" y="1206950"/>
                  </a:lnTo>
                  <a:lnTo>
                    <a:pt x="1457113" y="1185005"/>
                  </a:lnTo>
                  <a:lnTo>
                    <a:pt x="1515398" y="1163061"/>
                  </a:lnTo>
                  <a:lnTo>
                    <a:pt x="1573683" y="1141116"/>
                  </a:lnTo>
                  <a:lnTo>
                    <a:pt x="1631967" y="1119171"/>
                  </a:lnTo>
                  <a:lnTo>
                    <a:pt x="1690252" y="1097227"/>
                  </a:lnTo>
                  <a:lnTo>
                    <a:pt x="1748536" y="1075282"/>
                  </a:lnTo>
                  <a:lnTo>
                    <a:pt x="1806821" y="1053338"/>
                  </a:lnTo>
                  <a:lnTo>
                    <a:pt x="1865105" y="1031393"/>
                  </a:lnTo>
                  <a:lnTo>
                    <a:pt x="1923390" y="1009449"/>
                  </a:lnTo>
                  <a:lnTo>
                    <a:pt x="1981674" y="987504"/>
                  </a:lnTo>
                  <a:lnTo>
                    <a:pt x="2039959" y="965560"/>
                  </a:lnTo>
                  <a:lnTo>
                    <a:pt x="2098244" y="943615"/>
                  </a:lnTo>
                  <a:lnTo>
                    <a:pt x="2156528" y="921671"/>
                  </a:lnTo>
                  <a:lnTo>
                    <a:pt x="2214813" y="899726"/>
                  </a:lnTo>
                  <a:lnTo>
                    <a:pt x="2273097" y="877781"/>
                  </a:lnTo>
                  <a:lnTo>
                    <a:pt x="2331382" y="855837"/>
                  </a:lnTo>
                  <a:lnTo>
                    <a:pt x="2389666" y="833892"/>
                  </a:lnTo>
                  <a:lnTo>
                    <a:pt x="2447951" y="811948"/>
                  </a:lnTo>
                  <a:lnTo>
                    <a:pt x="2506235" y="790003"/>
                  </a:lnTo>
                  <a:lnTo>
                    <a:pt x="2564520" y="768059"/>
                  </a:lnTo>
                  <a:lnTo>
                    <a:pt x="2622805" y="746114"/>
                  </a:lnTo>
                  <a:lnTo>
                    <a:pt x="2681089" y="724170"/>
                  </a:lnTo>
                  <a:lnTo>
                    <a:pt x="2739374" y="702225"/>
                  </a:lnTo>
                  <a:lnTo>
                    <a:pt x="2797658" y="680280"/>
                  </a:lnTo>
                  <a:lnTo>
                    <a:pt x="2855943" y="658336"/>
                  </a:lnTo>
                  <a:lnTo>
                    <a:pt x="2914227" y="636391"/>
                  </a:lnTo>
                  <a:lnTo>
                    <a:pt x="2972512" y="614447"/>
                  </a:lnTo>
                  <a:lnTo>
                    <a:pt x="3030796" y="592502"/>
                  </a:lnTo>
                  <a:lnTo>
                    <a:pt x="3089081" y="570558"/>
                  </a:lnTo>
                  <a:lnTo>
                    <a:pt x="3147366" y="548613"/>
                  </a:lnTo>
                  <a:lnTo>
                    <a:pt x="3205650" y="526669"/>
                  </a:lnTo>
                  <a:lnTo>
                    <a:pt x="3263935" y="504724"/>
                  </a:lnTo>
                  <a:lnTo>
                    <a:pt x="3322219" y="482780"/>
                  </a:lnTo>
                  <a:lnTo>
                    <a:pt x="3380504" y="460835"/>
                  </a:lnTo>
                  <a:lnTo>
                    <a:pt x="3438788" y="438890"/>
                  </a:lnTo>
                  <a:lnTo>
                    <a:pt x="3497073" y="416946"/>
                  </a:lnTo>
                  <a:lnTo>
                    <a:pt x="3555357" y="395001"/>
                  </a:lnTo>
                  <a:lnTo>
                    <a:pt x="3613642" y="373057"/>
                  </a:lnTo>
                  <a:lnTo>
                    <a:pt x="3671927" y="351112"/>
                  </a:lnTo>
                  <a:lnTo>
                    <a:pt x="3730211" y="329168"/>
                  </a:lnTo>
                  <a:lnTo>
                    <a:pt x="3788496" y="307223"/>
                  </a:lnTo>
                  <a:lnTo>
                    <a:pt x="3846780" y="285279"/>
                  </a:lnTo>
                  <a:lnTo>
                    <a:pt x="3905065" y="263334"/>
                  </a:lnTo>
                  <a:lnTo>
                    <a:pt x="3963349" y="241390"/>
                  </a:lnTo>
                  <a:lnTo>
                    <a:pt x="4021634" y="219445"/>
                  </a:lnTo>
                  <a:lnTo>
                    <a:pt x="4079918" y="197500"/>
                  </a:lnTo>
                  <a:lnTo>
                    <a:pt x="4138203" y="175556"/>
                  </a:lnTo>
                  <a:lnTo>
                    <a:pt x="4196488" y="153611"/>
                  </a:lnTo>
                  <a:lnTo>
                    <a:pt x="4254772" y="131667"/>
                  </a:lnTo>
                  <a:lnTo>
                    <a:pt x="4313057" y="109722"/>
                  </a:lnTo>
                  <a:lnTo>
                    <a:pt x="4371341" y="87778"/>
                  </a:lnTo>
                  <a:lnTo>
                    <a:pt x="4429626" y="65833"/>
                  </a:lnTo>
                  <a:lnTo>
                    <a:pt x="4487910" y="43889"/>
                  </a:lnTo>
                  <a:lnTo>
                    <a:pt x="4546195" y="21944"/>
                  </a:lnTo>
                  <a:lnTo>
                    <a:pt x="4604479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456926" y="2627497"/>
              <a:ext cx="6094633" cy="2085136"/>
            </a:xfrm>
            <a:custGeom>
              <a:avLst/>
              <a:pathLst>
                <a:path w="6094633" h="2085136">
                  <a:moveTo>
                    <a:pt x="0" y="1937911"/>
                  </a:moveTo>
                  <a:lnTo>
                    <a:pt x="77147" y="1915903"/>
                  </a:lnTo>
                  <a:lnTo>
                    <a:pt x="154294" y="1893881"/>
                  </a:lnTo>
                  <a:lnTo>
                    <a:pt x="231441" y="1871843"/>
                  </a:lnTo>
                  <a:lnTo>
                    <a:pt x="308589" y="1849790"/>
                  </a:lnTo>
                  <a:lnTo>
                    <a:pt x="385736" y="1827718"/>
                  </a:lnTo>
                  <a:lnTo>
                    <a:pt x="462883" y="1805627"/>
                  </a:lnTo>
                  <a:lnTo>
                    <a:pt x="540030" y="1783515"/>
                  </a:lnTo>
                  <a:lnTo>
                    <a:pt x="617178" y="1761379"/>
                  </a:lnTo>
                  <a:lnTo>
                    <a:pt x="694325" y="1739217"/>
                  </a:lnTo>
                  <a:lnTo>
                    <a:pt x="771472" y="1717027"/>
                  </a:lnTo>
                  <a:lnTo>
                    <a:pt x="848619" y="1694805"/>
                  </a:lnTo>
                  <a:lnTo>
                    <a:pt x="925767" y="1672548"/>
                  </a:lnTo>
                  <a:lnTo>
                    <a:pt x="1002914" y="1650252"/>
                  </a:lnTo>
                  <a:lnTo>
                    <a:pt x="1080061" y="1627914"/>
                  </a:lnTo>
                  <a:lnTo>
                    <a:pt x="1157208" y="1605528"/>
                  </a:lnTo>
                  <a:lnTo>
                    <a:pt x="1234356" y="1583089"/>
                  </a:lnTo>
                  <a:lnTo>
                    <a:pt x="1311503" y="1560592"/>
                  </a:lnTo>
                  <a:lnTo>
                    <a:pt x="1388650" y="1538030"/>
                  </a:lnTo>
                  <a:lnTo>
                    <a:pt x="1465797" y="1515395"/>
                  </a:lnTo>
                  <a:lnTo>
                    <a:pt x="1542945" y="1492681"/>
                  </a:lnTo>
                  <a:lnTo>
                    <a:pt x="1620092" y="1469878"/>
                  </a:lnTo>
                  <a:lnTo>
                    <a:pt x="1697239" y="1446978"/>
                  </a:lnTo>
                  <a:lnTo>
                    <a:pt x="1774387" y="1423972"/>
                  </a:lnTo>
                  <a:lnTo>
                    <a:pt x="1851534" y="1400851"/>
                  </a:lnTo>
                  <a:lnTo>
                    <a:pt x="1928681" y="1377604"/>
                  </a:lnTo>
                  <a:lnTo>
                    <a:pt x="2005828" y="1354224"/>
                  </a:lnTo>
                  <a:lnTo>
                    <a:pt x="2082976" y="1330703"/>
                  </a:lnTo>
                  <a:lnTo>
                    <a:pt x="2160123" y="1307034"/>
                  </a:lnTo>
                  <a:lnTo>
                    <a:pt x="2237270" y="1283212"/>
                  </a:lnTo>
                  <a:lnTo>
                    <a:pt x="2314417" y="1259235"/>
                  </a:lnTo>
                  <a:lnTo>
                    <a:pt x="2391565" y="1235102"/>
                  </a:lnTo>
                  <a:lnTo>
                    <a:pt x="2468712" y="1210814"/>
                  </a:lnTo>
                  <a:lnTo>
                    <a:pt x="2545859" y="1186377"/>
                  </a:lnTo>
                  <a:lnTo>
                    <a:pt x="2623006" y="1161794"/>
                  </a:lnTo>
                  <a:lnTo>
                    <a:pt x="2700154" y="1137075"/>
                  </a:lnTo>
                  <a:lnTo>
                    <a:pt x="2777301" y="1112227"/>
                  </a:lnTo>
                  <a:lnTo>
                    <a:pt x="2854448" y="1087258"/>
                  </a:lnTo>
                  <a:lnTo>
                    <a:pt x="2931595" y="1062180"/>
                  </a:lnTo>
                  <a:lnTo>
                    <a:pt x="3008743" y="1036999"/>
                  </a:lnTo>
                  <a:lnTo>
                    <a:pt x="3085890" y="1011727"/>
                  </a:lnTo>
                  <a:lnTo>
                    <a:pt x="3163037" y="986371"/>
                  </a:lnTo>
                  <a:lnTo>
                    <a:pt x="3240184" y="960939"/>
                  </a:lnTo>
                  <a:lnTo>
                    <a:pt x="3317332" y="935439"/>
                  </a:lnTo>
                  <a:lnTo>
                    <a:pt x="3394479" y="909878"/>
                  </a:lnTo>
                  <a:lnTo>
                    <a:pt x="3471626" y="884261"/>
                  </a:lnTo>
                  <a:lnTo>
                    <a:pt x="3548774" y="858594"/>
                  </a:lnTo>
                  <a:lnTo>
                    <a:pt x="3625921" y="832883"/>
                  </a:lnTo>
                  <a:lnTo>
                    <a:pt x="3703068" y="807131"/>
                  </a:lnTo>
                  <a:lnTo>
                    <a:pt x="3780215" y="781342"/>
                  </a:lnTo>
                  <a:lnTo>
                    <a:pt x="3857363" y="755520"/>
                  </a:lnTo>
                  <a:lnTo>
                    <a:pt x="3934510" y="729669"/>
                  </a:lnTo>
                  <a:lnTo>
                    <a:pt x="4011657" y="703790"/>
                  </a:lnTo>
                  <a:lnTo>
                    <a:pt x="4088804" y="677886"/>
                  </a:lnTo>
                  <a:lnTo>
                    <a:pt x="4165952" y="651961"/>
                  </a:lnTo>
                  <a:lnTo>
                    <a:pt x="4243099" y="626015"/>
                  </a:lnTo>
                  <a:lnTo>
                    <a:pt x="4320246" y="600050"/>
                  </a:lnTo>
                  <a:lnTo>
                    <a:pt x="4397393" y="574068"/>
                  </a:lnTo>
                  <a:lnTo>
                    <a:pt x="4474541" y="548070"/>
                  </a:lnTo>
                  <a:lnTo>
                    <a:pt x="4551688" y="522059"/>
                  </a:lnTo>
                  <a:lnTo>
                    <a:pt x="4628835" y="496034"/>
                  </a:lnTo>
                  <a:lnTo>
                    <a:pt x="4705982" y="469996"/>
                  </a:lnTo>
                  <a:lnTo>
                    <a:pt x="4783130" y="443948"/>
                  </a:lnTo>
                  <a:lnTo>
                    <a:pt x="4860277" y="417889"/>
                  </a:lnTo>
                  <a:lnTo>
                    <a:pt x="4937424" y="391821"/>
                  </a:lnTo>
                  <a:lnTo>
                    <a:pt x="5014571" y="365744"/>
                  </a:lnTo>
                  <a:lnTo>
                    <a:pt x="5091719" y="339658"/>
                  </a:lnTo>
                  <a:lnTo>
                    <a:pt x="5168866" y="313565"/>
                  </a:lnTo>
                  <a:lnTo>
                    <a:pt x="5246013" y="287464"/>
                  </a:lnTo>
                  <a:lnTo>
                    <a:pt x="5323161" y="261357"/>
                  </a:lnTo>
                  <a:lnTo>
                    <a:pt x="5400308" y="235244"/>
                  </a:lnTo>
                  <a:lnTo>
                    <a:pt x="5477455" y="209125"/>
                  </a:lnTo>
                  <a:lnTo>
                    <a:pt x="5554602" y="183000"/>
                  </a:lnTo>
                  <a:lnTo>
                    <a:pt x="5631750" y="156870"/>
                  </a:lnTo>
                  <a:lnTo>
                    <a:pt x="5708897" y="130735"/>
                  </a:lnTo>
                  <a:lnTo>
                    <a:pt x="5786044" y="104596"/>
                  </a:lnTo>
                  <a:lnTo>
                    <a:pt x="5863191" y="78453"/>
                  </a:lnTo>
                  <a:lnTo>
                    <a:pt x="5940339" y="52305"/>
                  </a:lnTo>
                  <a:lnTo>
                    <a:pt x="6017486" y="26154"/>
                  </a:lnTo>
                  <a:lnTo>
                    <a:pt x="6094633" y="0"/>
                  </a:lnTo>
                  <a:lnTo>
                    <a:pt x="6094633" y="228965"/>
                  </a:lnTo>
                  <a:lnTo>
                    <a:pt x="6017486" y="250837"/>
                  </a:lnTo>
                  <a:lnTo>
                    <a:pt x="5940339" y="272712"/>
                  </a:lnTo>
                  <a:lnTo>
                    <a:pt x="5863191" y="294591"/>
                  </a:lnTo>
                  <a:lnTo>
                    <a:pt x="5786044" y="316474"/>
                  </a:lnTo>
                  <a:lnTo>
                    <a:pt x="5708897" y="338361"/>
                  </a:lnTo>
                  <a:lnTo>
                    <a:pt x="5631750" y="360253"/>
                  </a:lnTo>
                  <a:lnTo>
                    <a:pt x="5554602" y="382149"/>
                  </a:lnTo>
                  <a:lnTo>
                    <a:pt x="5477455" y="404051"/>
                  </a:lnTo>
                  <a:lnTo>
                    <a:pt x="5400308" y="425958"/>
                  </a:lnTo>
                  <a:lnTo>
                    <a:pt x="5323161" y="447871"/>
                  </a:lnTo>
                  <a:lnTo>
                    <a:pt x="5246013" y="469790"/>
                  </a:lnTo>
                  <a:lnTo>
                    <a:pt x="5168866" y="491716"/>
                  </a:lnTo>
                  <a:lnTo>
                    <a:pt x="5091719" y="513649"/>
                  </a:lnTo>
                  <a:lnTo>
                    <a:pt x="5014571" y="535590"/>
                  </a:lnTo>
                  <a:lnTo>
                    <a:pt x="4937424" y="557539"/>
                  </a:lnTo>
                  <a:lnTo>
                    <a:pt x="4860277" y="579497"/>
                  </a:lnTo>
                  <a:lnTo>
                    <a:pt x="4783130" y="601465"/>
                  </a:lnTo>
                  <a:lnTo>
                    <a:pt x="4705982" y="623443"/>
                  </a:lnTo>
                  <a:lnTo>
                    <a:pt x="4628835" y="645432"/>
                  </a:lnTo>
                  <a:lnTo>
                    <a:pt x="4551688" y="667433"/>
                  </a:lnTo>
                  <a:lnTo>
                    <a:pt x="4474541" y="689448"/>
                  </a:lnTo>
                  <a:lnTo>
                    <a:pt x="4397393" y="711477"/>
                  </a:lnTo>
                  <a:lnTo>
                    <a:pt x="4320246" y="733521"/>
                  </a:lnTo>
                  <a:lnTo>
                    <a:pt x="4243099" y="755583"/>
                  </a:lnTo>
                  <a:lnTo>
                    <a:pt x="4165952" y="777663"/>
                  </a:lnTo>
                  <a:lnTo>
                    <a:pt x="4088804" y="799764"/>
                  </a:lnTo>
                  <a:lnTo>
                    <a:pt x="4011657" y="821887"/>
                  </a:lnTo>
                  <a:lnTo>
                    <a:pt x="3934510" y="844034"/>
                  </a:lnTo>
                  <a:lnTo>
                    <a:pt x="3857363" y="866209"/>
                  </a:lnTo>
                  <a:lnTo>
                    <a:pt x="3780215" y="888414"/>
                  </a:lnTo>
                  <a:lnTo>
                    <a:pt x="3703068" y="910651"/>
                  </a:lnTo>
                  <a:lnTo>
                    <a:pt x="3625921" y="932926"/>
                  </a:lnTo>
                  <a:lnTo>
                    <a:pt x="3548774" y="955240"/>
                  </a:lnTo>
                  <a:lnTo>
                    <a:pt x="3471626" y="977600"/>
                  </a:lnTo>
                  <a:lnTo>
                    <a:pt x="3394479" y="1000009"/>
                  </a:lnTo>
                  <a:lnTo>
                    <a:pt x="3317332" y="1022474"/>
                  </a:lnTo>
                  <a:lnTo>
                    <a:pt x="3240184" y="1045001"/>
                  </a:lnTo>
                  <a:lnTo>
                    <a:pt x="3163037" y="1067595"/>
                  </a:lnTo>
                  <a:lnTo>
                    <a:pt x="3085890" y="1090266"/>
                  </a:lnTo>
                  <a:lnTo>
                    <a:pt x="3008743" y="1113020"/>
                  </a:lnTo>
                  <a:lnTo>
                    <a:pt x="2931595" y="1135866"/>
                  </a:lnTo>
                  <a:lnTo>
                    <a:pt x="2854448" y="1158813"/>
                  </a:lnTo>
                  <a:lnTo>
                    <a:pt x="2777301" y="1181872"/>
                  </a:lnTo>
                  <a:lnTo>
                    <a:pt x="2700154" y="1205050"/>
                  </a:lnTo>
                  <a:lnTo>
                    <a:pt x="2623006" y="1228356"/>
                  </a:lnTo>
                  <a:lnTo>
                    <a:pt x="2545859" y="1251801"/>
                  </a:lnTo>
                  <a:lnTo>
                    <a:pt x="2468712" y="1275389"/>
                  </a:lnTo>
                  <a:lnTo>
                    <a:pt x="2391565" y="1299128"/>
                  </a:lnTo>
                  <a:lnTo>
                    <a:pt x="2314417" y="1323022"/>
                  </a:lnTo>
                  <a:lnTo>
                    <a:pt x="2237270" y="1347071"/>
                  </a:lnTo>
                  <a:lnTo>
                    <a:pt x="2160123" y="1371275"/>
                  </a:lnTo>
                  <a:lnTo>
                    <a:pt x="2082976" y="1395632"/>
                  </a:lnTo>
                  <a:lnTo>
                    <a:pt x="2005828" y="1420137"/>
                  </a:lnTo>
                  <a:lnTo>
                    <a:pt x="1928681" y="1444784"/>
                  </a:lnTo>
                  <a:lnTo>
                    <a:pt x="1851534" y="1469564"/>
                  </a:lnTo>
                  <a:lnTo>
                    <a:pt x="1774387" y="1494469"/>
                  </a:lnTo>
                  <a:lnTo>
                    <a:pt x="1697239" y="1519489"/>
                  </a:lnTo>
                  <a:lnTo>
                    <a:pt x="1620092" y="1544616"/>
                  </a:lnTo>
                  <a:lnTo>
                    <a:pt x="1542945" y="1569839"/>
                  </a:lnTo>
                  <a:lnTo>
                    <a:pt x="1465797" y="1595151"/>
                  </a:lnTo>
                  <a:lnTo>
                    <a:pt x="1388650" y="1620543"/>
                  </a:lnTo>
                  <a:lnTo>
                    <a:pt x="1311503" y="1646007"/>
                  </a:lnTo>
                  <a:lnTo>
                    <a:pt x="1234356" y="1671536"/>
                  </a:lnTo>
                  <a:lnTo>
                    <a:pt x="1157208" y="1697124"/>
                  </a:lnTo>
                  <a:lnTo>
                    <a:pt x="1080061" y="1722764"/>
                  </a:lnTo>
                  <a:lnTo>
                    <a:pt x="1002914" y="1748452"/>
                  </a:lnTo>
                  <a:lnTo>
                    <a:pt x="925767" y="1774183"/>
                  </a:lnTo>
                  <a:lnTo>
                    <a:pt x="848619" y="1799953"/>
                  </a:lnTo>
                  <a:lnTo>
                    <a:pt x="771472" y="1825757"/>
                  </a:lnTo>
                  <a:lnTo>
                    <a:pt x="694325" y="1851593"/>
                  </a:lnTo>
                  <a:lnTo>
                    <a:pt x="617178" y="1877457"/>
                  </a:lnTo>
                  <a:lnTo>
                    <a:pt x="540030" y="1903348"/>
                  </a:lnTo>
                  <a:lnTo>
                    <a:pt x="462883" y="1929262"/>
                  </a:lnTo>
                  <a:lnTo>
                    <a:pt x="385736" y="1955197"/>
                  </a:lnTo>
                  <a:lnTo>
                    <a:pt x="308589" y="1981152"/>
                  </a:lnTo>
                  <a:lnTo>
                    <a:pt x="231441" y="2007125"/>
                  </a:lnTo>
                  <a:lnTo>
                    <a:pt x="154294" y="2033114"/>
                  </a:lnTo>
                  <a:lnTo>
                    <a:pt x="77147" y="2059118"/>
                  </a:lnTo>
                  <a:lnTo>
                    <a:pt x="0" y="2085136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2456926" y="2627497"/>
              <a:ext cx="6094633" cy="1937911"/>
            </a:xfrm>
            <a:custGeom>
              <a:avLst/>
              <a:pathLst>
                <a:path w="6094633" h="1937911">
                  <a:moveTo>
                    <a:pt x="0" y="1937911"/>
                  </a:moveTo>
                  <a:lnTo>
                    <a:pt x="77147" y="1915903"/>
                  </a:lnTo>
                  <a:lnTo>
                    <a:pt x="154294" y="1893881"/>
                  </a:lnTo>
                  <a:lnTo>
                    <a:pt x="231441" y="1871843"/>
                  </a:lnTo>
                  <a:lnTo>
                    <a:pt x="308589" y="1849790"/>
                  </a:lnTo>
                  <a:lnTo>
                    <a:pt x="385736" y="1827718"/>
                  </a:lnTo>
                  <a:lnTo>
                    <a:pt x="462883" y="1805627"/>
                  </a:lnTo>
                  <a:lnTo>
                    <a:pt x="540030" y="1783515"/>
                  </a:lnTo>
                  <a:lnTo>
                    <a:pt x="617178" y="1761379"/>
                  </a:lnTo>
                  <a:lnTo>
                    <a:pt x="694325" y="1739217"/>
                  </a:lnTo>
                  <a:lnTo>
                    <a:pt x="771472" y="1717027"/>
                  </a:lnTo>
                  <a:lnTo>
                    <a:pt x="848619" y="1694805"/>
                  </a:lnTo>
                  <a:lnTo>
                    <a:pt x="925767" y="1672548"/>
                  </a:lnTo>
                  <a:lnTo>
                    <a:pt x="1002914" y="1650252"/>
                  </a:lnTo>
                  <a:lnTo>
                    <a:pt x="1080061" y="1627914"/>
                  </a:lnTo>
                  <a:lnTo>
                    <a:pt x="1157208" y="1605528"/>
                  </a:lnTo>
                  <a:lnTo>
                    <a:pt x="1234356" y="1583089"/>
                  </a:lnTo>
                  <a:lnTo>
                    <a:pt x="1311503" y="1560592"/>
                  </a:lnTo>
                  <a:lnTo>
                    <a:pt x="1388650" y="1538030"/>
                  </a:lnTo>
                  <a:lnTo>
                    <a:pt x="1465797" y="1515395"/>
                  </a:lnTo>
                  <a:lnTo>
                    <a:pt x="1542945" y="1492681"/>
                  </a:lnTo>
                  <a:lnTo>
                    <a:pt x="1620092" y="1469878"/>
                  </a:lnTo>
                  <a:lnTo>
                    <a:pt x="1697239" y="1446978"/>
                  </a:lnTo>
                  <a:lnTo>
                    <a:pt x="1774387" y="1423972"/>
                  </a:lnTo>
                  <a:lnTo>
                    <a:pt x="1851534" y="1400851"/>
                  </a:lnTo>
                  <a:lnTo>
                    <a:pt x="1928681" y="1377604"/>
                  </a:lnTo>
                  <a:lnTo>
                    <a:pt x="2005828" y="1354224"/>
                  </a:lnTo>
                  <a:lnTo>
                    <a:pt x="2082976" y="1330703"/>
                  </a:lnTo>
                  <a:lnTo>
                    <a:pt x="2160123" y="1307034"/>
                  </a:lnTo>
                  <a:lnTo>
                    <a:pt x="2237270" y="1283212"/>
                  </a:lnTo>
                  <a:lnTo>
                    <a:pt x="2314417" y="1259235"/>
                  </a:lnTo>
                  <a:lnTo>
                    <a:pt x="2391565" y="1235102"/>
                  </a:lnTo>
                  <a:lnTo>
                    <a:pt x="2468712" y="1210814"/>
                  </a:lnTo>
                  <a:lnTo>
                    <a:pt x="2545859" y="1186377"/>
                  </a:lnTo>
                  <a:lnTo>
                    <a:pt x="2623006" y="1161794"/>
                  </a:lnTo>
                  <a:lnTo>
                    <a:pt x="2700154" y="1137075"/>
                  </a:lnTo>
                  <a:lnTo>
                    <a:pt x="2777301" y="1112227"/>
                  </a:lnTo>
                  <a:lnTo>
                    <a:pt x="2854448" y="1087258"/>
                  </a:lnTo>
                  <a:lnTo>
                    <a:pt x="2931595" y="1062180"/>
                  </a:lnTo>
                  <a:lnTo>
                    <a:pt x="3008743" y="1036999"/>
                  </a:lnTo>
                  <a:lnTo>
                    <a:pt x="3085890" y="1011727"/>
                  </a:lnTo>
                  <a:lnTo>
                    <a:pt x="3163037" y="986371"/>
                  </a:lnTo>
                  <a:lnTo>
                    <a:pt x="3240184" y="960939"/>
                  </a:lnTo>
                  <a:lnTo>
                    <a:pt x="3317332" y="935439"/>
                  </a:lnTo>
                  <a:lnTo>
                    <a:pt x="3394479" y="909878"/>
                  </a:lnTo>
                  <a:lnTo>
                    <a:pt x="3471626" y="884261"/>
                  </a:lnTo>
                  <a:lnTo>
                    <a:pt x="3548774" y="858594"/>
                  </a:lnTo>
                  <a:lnTo>
                    <a:pt x="3625921" y="832883"/>
                  </a:lnTo>
                  <a:lnTo>
                    <a:pt x="3703068" y="807131"/>
                  </a:lnTo>
                  <a:lnTo>
                    <a:pt x="3780215" y="781342"/>
                  </a:lnTo>
                  <a:lnTo>
                    <a:pt x="3857363" y="755520"/>
                  </a:lnTo>
                  <a:lnTo>
                    <a:pt x="3934510" y="729669"/>
                  </a:lnTo>
                  <a:lnTo>
                    <a:pt x="4011657" y="703790"/>
                  </a:lnTo>
                  <a:lnTo>
                    <a:pt x="4088804" y="677886"/>
                  </a:lnTo>
                  <a:lnTo>
                    <a:pt x="4165952" y="651961"/>
                  </a:lnTo>
                  <a:lnTo>
                    <a:pt x="4243099" y="626015"/>
                  </a:lnTo>
                  <a:lnTo>
                    <a:pt x="4320246" y="600050"/>
                  </a:lnTo>
                  <a:lnTo>
                    <a:pt x="4397393" y="574068"/>
                  </a:lnTo>
                  <a:lnTo>
                    <a:pt x="4474541" y="548070"/>
                  </a:lnTo>
                  <a:lnTo>
                    <a:pt x="4551688" y="522059"/>
                  </a:lnTo>
                  <a:lnTo>
                    <a:pt x="4628835" y="496034"/>
                  </a:lnTo>
                  <a:lnTo>
                    <a:pt x="4705982" y="469996"/>
                  </a:lnTo>
                  <a:lnTo>
                    <a:pt x="4783130" y="443948"/>
                  </a:lnTo>
                  <a:lnTo>
                    <a:pt x="4860277" y="417889"/>
                  </a:lnTo>
                  <a:lnTo>
                    <a:pt x="4937424" y="391821"/>
                  </a:lnTo>
                  <a:lnTo>
                    <a:pt x="5014571" y="365744"/>
                  </a:lnTo>
                  <a:lnTo>
                    <a:pt x="5091719" y="339658"/>
                  </a:lnTo>
                  <a:lnTo>
                    <a:pt x="5168866" y="313565"/>
                  </a:lnTo>
                  <a:lnTo>
                    <a:pt x="5246013" y="287464"/>
                  </a:lnTo>
                  <a:lnTo>
                    <a:pt x="5323161" y="261357"/>
                  </a:lnTo>
                  <a:lnTo>
                    <a:pt x="5400308" y="235244"/>
                  </a:lnTo>
                  <a:lnTo>
                    <a:pt x="5477455" y="209125"/>
                  </a:lnTo>
                  <a:lnTo>
                    <a:pt x="5554602" y="183000"/>
                  </a:lnTo>
                  <a:lnTo>
                    <a:pt x="5631750" y="156870"/>
                  </a:lnTo>
                  <a:lnTo>
                    <a:pt x="5708897" y="130735"/>
                  </a:lnTo>
                  <a:lnTo>
                    <a:pt x="5786044" y="104596"/>
                  </a:lnTo>
                  <a:lnTo>
                    <a:pt x="5863191" y="78453"/>
                  </a:lnTo>
                  <a:lnTo>
                    <a:pt x="5940339" y="52305"/>
                  </a:lnTo>
                  <a:lnTo>
                    <a:pt x="6017486" y="26154"/>
                  </a:lnTo>
                  <a:lnTo>
                    <a:pt x="609463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2456926" y="2856463"/>
              <a:ext cx="6094633" cy="1856171"/>
            </a:xfrm>
            <a:custGeom>
              <a:avLst/>
              <a:pathLst>
                <a:path w="6094633" h="1856171">
                  <a:moveTo>
                    <a:pt x="6094633" y="0"/>
                  </a:moveTo>
                  <a:lnTo>
                    <a:pt x="6017486" y="21871"/>
                  </a:lnTo>
                  <a:lnTo>
                    <a:pt x="5940339" y="43746"/>
                  </a:lnTo>
                  <a:lnTo>
                    <a:pt x="5863191" y="65625"/>
                  </a:lnTo>
                  <a:lnTo>
                    <a:pt x="5786044" y="87508"/>
                  </a:lnTo>
                  <a:lnTo>
                    <a:pt x="5708897" y="109395"/>
                  </a:lnTo>
                  <a:lnTo>
                    <a:pt x="5631750" y="131287"/>
                  </a:lnTo>
                  <a:lnTo>
                    <a:pt x="5554602" y="153184"/>
                  </a:lnTo>
                  <a:lnTo>
                    <a:pt x="5477455" y="175085"/>
                  </a:lnTo>
                  <a:lnTo>
                    <a:pt x="5400308" y="196992"/>
                  </a:lnTo>
                  <a:lnTo>
                    <a:pt x="5323161" y="218905"/>
                  </a:lnTo>
                  <a:lnTo>
                    <a:pt x="5246013" y="240825"/>
                  </a:lnTo>
                  <a:lnTo>
                    <a:pt x="5168866" y="262751"/>
                  </a:lnTo>
                  <a:lnTo>
                    <a:pt x="5091719" y="284684"/>
                  </a:lnTo>
                  <a:lnTo>
                    <a:pt x="5014571" y="306625"/>
                  </a:lnTo>
                  <a:lnTo>
                    <a:pt x="4937424" y="328574"/>
                  </a:lnTo>
                  <a:lnTo>
                    <a:pt x="4860277" y="350532"/>
                  </a:lnTo>
                  <a:lnTo>
                    <a:pt x="4783130" y="372499"/>
                  </a:lnTo>
                  <a:lnTo>
                    <a:pt x="4705982" y="394477"/>
                  </a:lnTo>
                  <a:lnTo>
                    <a:pt x="4628835" y="416466"/>
                  </a:lnTo>
                  <a:lnTo>
                    <a:pt x="4551688" y="438468"/>
                  </a:lnTo>
                  <a:lnTo>
                    <a:pt x="4474541" y="460482"/>
                  </a:lnTo>
                  <a:lnTo>
                    <a:pt x="4397393" y="482511"/>
                  </a:lnTo>
                  <a:lnTo>
                    <a:pt x="4320246" y="504556"/>
                  </a:lnTo>
                  <a:lnTo>
                    <a:pt x="4243099" y="526617"/>
                  </a:lnTo>
                  <a:lnTo>
                    <a:pt x="4165952" y="548697"/>
                  </a:lnTo>
                  <a:lnTo>
                    <a:pt x="4088804" y="570798"/>
                  </a:lnTo>
                  <a:lnTo>
                    <a:pt x="4011657" y="592921"/>
                  </a:lnTo>
                  <a:lnTo>
                    <a:pt x="3934510" y="615069"/>
                  </a:lnTo>
                  <a:lnTo>
                    <a:pt x="3857363" y="637243"/>
                  </a:lnTo>
                  <a:lnTo>
                    <a:pt x="3780215" y="659448"/>
                  </a:lnTo>
                  <a:lnTo>
                    <a:pt x="3703068" y="681686"/>
                  </a:lnTo>
                  <a:lnTo>
                    <a:pt x="3625921" y="703960"/>
                  </a:lnTo>
                  <a:lnTo>
                    <a:pt x="3548774" y="726275"/>
                  </a:lnTo>
                  <a:lnTo>
                    <a:pt x="3471626" y="748634"/>
                  </a:lnTo>
                  <a:lnTo>
                    <a:pt x="3394479" y="771044"/>
                  </a:lnTo>
                  <a:lnTo>
                    <a:pt x="3317332" y="793509"/>
                  </a:lnTo>
                  <a:lnTo>
                    <a:pt x="3240184" y="816035"/>
                  </a:lnTo>
                  <a:lnTo>
                    <a:pt x="3163037" y="838630"/>
                  </a:lnTo>
                  <a:lnTo>
                    <a:pt x="3085890" y="861300"/>
                  </a:lnTo>
                  <a:lnTo>
                    <a:pt x="3008743" y="884054"/>
                  </a:lnTo>
                  <a:lnTo>
                    <a:pt x="2931595" y="906900"/>
                  </a:lnTo>
                  <a:lnTo>
                    <a:pt x="2854448" y="929848"/>
                  </a:lnTo>
                  <a:lnTo>
                    <a:pt x="2777301" y="952906"/>
                  </a:lnTo>
                  <a:lnTo>
                    <a:pt x="2700154" y="976084"/>
                  </a:lnTo>
                  <a:lnTo>
                    <a:pt x="2623006" y="999391"/>
                  </a:lnTo>
                  <a:lnTo>
                    <a:pt x="2545859" y="1022835"/>
                  </a:lnTo>
                  <a:lnTo>
                    <a:pt x="2468712" y="1046424"/>
                  </a:lnTo>
                  <a:lnTo>
                    <a:pt x="2391565" y="1070163"/>
                  </a:lnTo>
                  <a:lnTo>
                    <a:pt x="2314417" y="1094056"/>
                  </a:lnTo>
                  <a:lnTo>
                    <a:pt x="2237270" y="1118105"/>
                  </a:lnTo>
                  <a:lnTo>
                    <a:pt x="2160123" y="1142310"/>
                  </a:lnTo>
                  <a:lnTo>
                    <a:pt x="2082976" y="1166667"/>
                  </a:lnTo>
                  <a:lnTo>
                    <a:pt x="2005828" y="1191172"/>
                  </a:lnTo>
                  <a:lnTo>
                    <a:pt x="1928681" y="1215818"/>
                  </a:lnTo>
                  <a:lnTo>
                    <a:pt x="1851534" y="1240598"/>
                  </a:lnTo>
                  <a:lnTo>
                    <a:pt x="1774387" y="1265503"/>
                  </a:lnTo>
                  <a:lnTo>
                    <a:pt x="1697239" y="1290523"/>
                  </a:lnTo>
                  <a:lnTo>
                    <a:pt x="1620092" y="1315650"/>
                  </a:lnTo>
                  <a:lnTo>
                    <a:pt x="1542945" y="1340874"/>
                  </a:lnTo>
                  <a:lnTo>
                    <a:pt x="1465797" y="1366186"/>
                  </a:lnTo>
                  <a:lnTo>
                    <a:pt x="1388650" y="1391577"/>
                  </a:lnTo>
                  <a:lnTo>
                    <a:pt x="1311503" y="1417041"/>
                  </a:lnTo>
                  <a:lnTo>
                    <a:pt x="1234356" y="1442571"/>
                  </a:lnTo>
                  <a:lnTo>
                    <a:pt x="1157208" y="1468158"/>
                  </a:lnTo>
                  <a:lnTo>
                    <a:pt x="1080061" y="1493799"/>
                  </a:lnTo>
                  <a:lnTo>
                    <a:pt x="1002914" y="1519487"/>
                  </a:lnTo>
                  <a:lnTo>
                    <a:pt x="925767" y="1545218"/>
                  </a:lnTo>
                  <a:lnTo>
                    <a:pt x="848619" y="1570987"/>
                  </a:lnTo>
                  <a:lnTo>
                    <a:pt x="771472" y="1596791"/>
                  </a:lnTo>
                  <a:lnTo>
                    <a:pt x="694325" y="1622627"/>
                  </a:lnTo>
                  <a:lnTo>
                    <a:pt x="617178" y="1648492"/>
                  </a:lnTo>
                  <a:lnTo>
                    <a:pt x="540030" y="1674382"/>
                  </a:lnTo>
                  <a:lnTo>
                    <a:pt x="462883" y="1700296"/>
                  </a:lnTo>
                  <a:lnTo>
                    <a:pt x="385736" y="1726231"/>
                  </a:lnTo>
                  <a:lnTo>
                    <a:pt x="308589" y="1752186"/>
                  </a:lnTo>
                  <a:lnTo>
                    <a:pt x="231441" y="1778159"/>
                  </a:lnTo>
                  <a:lnTo>
                    <a:pt x="154294" y="1804148"/>
                  </a:lnTo>
                  <a:lnTo>
                    <a:pt x="77147" y="1830153"/>
                  </a:lnTo>
                  <a:lnTo>
                    <a:pt x="0" y="18561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2456926" y="2741980"/>
              <a:ext cx="6094633" cy="1897041"/>
            </a:xfrm>
            <a:custGeom>
              <a:avLst/>
              <a:pathLst>
                <a:path w="6094633" h="1897041">
                  <a:moveTo>
                    <a:pt x="0" y="1897041"/>
                  </a:moveTo>
                  <a:lnTo>
                    <a:pt x="77147" y="1873028"/>
                  </a:lnTo>
                  <a:lnTo>
                    <a:pt x="154294" y="1849014"/>
                  </a:lnTo>
                  <a:lnTo>
                    <a:pt x="231441" y="1825001"/>
                  </a:lnTo>
                  <a:lnTo>
                    <a:pt x="308589" y="1800988"/>
                  </a:lnTo>
                  <a:lnTo>
                    <a:pt x="385736" y="1776975"/>
                  </a:lnTo>
                  <a:lnTo>
                    <a:pt x="462883" y="1752962"/>
                  </a:lnTo>
                  <a:lnTo>
                    <a:pt x="540030" y="1728948"/>
                  </a:lnTo>
                  <a:lnTo>
                    <a:pt x="617178" y="1704935"/>
                  </a:lnTo>
                  <a:lnTo>
                    <a:pt x="694325" y="1680922"/>
                  </a:lnTo>
                  <a:lnTo>
                    <a:pt x="771472" y="1656909"/>
                  </a:lnTo>
                  <a:lnTo>
                    <a:pt x="848619" y="1632896"/>
                  </a:lnTo>
                  <a:lnTo>
                    <a:pt x="925767" y="1608883"/>
                  </a:lnTo>
                  <a:lnTo>
                    <a:pt x="1002914" y="1584869"/>
                  </a:lnTo>
                  <a:lnTo>
                    <a:pt x="1080061" y="1560856"/>
                  </a:lnTo>
                  <a:lnTo>
                    <a:pt x="1157208" y="1536843"/>
                  </a:lnTo>
                  <a:lnTo>
                    <a:pt x="1234356" y="1512830"/>
                  </a:lnTo>
                  <a:lnTo>
                    <a:pt x="1311503" y="1488817"/>
                  </a:lnTo>
                  <a:lnTo>
                    <a:pt x="1388650" y="1464804"/>
                  </a:lnTo>
                  <a:lnTo>
                    <a:pt x="1465797" y="1440790"/>
                  </a:lnTo>
                  <a:lnTo>
                    <a:pt x="1542945" y="1416777"/>
                  </a:lnTo>
                  <a:lnTo>
                    <a:pt x="1620092" y="1392764"/>
                  </a:lnTo>
                  <a:lnTo>
                    <a:pt x="1697239" y="1368751"/>
                  </a:lnTo>
                  <a:lnTo>
                    <a:pt x="1774387" y="1344738"/>
                  </a:lnTo>
                  <a:lnTo>
                    <a:pt x="1851534" y="1320724"/>
                  </a:lnTo>
                  <a:lnTo>
                    <a:pt x="1928681" y="1296711"/>
                  </a:lnTo>
                  <a:lnTo>
                    <a:pt x="2005828" y="1272698"/>
                  </a:lnTo>
                  <a:lnTo>
                    <a:pt x="2082976" y="1248685"/>
                  </a:lnTo>
                  <a:lnTo>
                    <a:pt x="2160123" y="1224672"/>
                  </a:lnTo>
                  <a:lnTo>
                    <a:pt x="2237270" y="1200659"/>
                  </a:lnTo>
                  <a:lnTo>
                    <a:pt x="2314417" y="1176645"/>
                  </a:lnTo>
                  <a:lnTo>
                    <a:pt x="2391565" y="1152632"/>
                  </a:lnTo>
                  <a:lnTo>
                    <a:pt x="2468712" y="1128619"/>
                  </a:lnTo>
                  <a:lnTo>
                    <a:pt x="2545859" y="1104606"/>
                  </a:lnTo>
                  <a:lnTo>
                    <a:pt x="2623006" y="1080593"/>
                  </a:lnTo>
                  <a:lnTo>
                    <a:pt x="2700154" y="1056579"/>
                  </a:lnTo>
                  <a:lnTo>
                    <a:pt x="2777301" y="1032566"/>
                  </a:lnTo>
                  <a:lnTo>
                    <a:pt x="2854448" y="1008553"/>
                  </a:lnTo>
                  <a:lnTo>
                    <a:pt x="2931595" y="984540"/>
                  </a:lnTo>
                  <a:lnTo>
                    <a:pt x="3008743" y="960527"/>
                  </a:lnTo>
                  <a:lnTo>
                    <a:pt x="3085890" y="936514"/>
                  </a:lnTo>
                  <a:lnTo>
                    <a:pt x="3163037" y="912500"/>
                  </a:lnTo>
                  <a:lnTo>
                    <a:pt x="3240184" y="888487"/>
                  </a:lnTo>
                  <a:lnTo>
                    <a:pt x="3317332" y="864474"/>
                  </a:lnTo>
                  <a:lnTo>
                    <a:pt x="3394479" y="840461"/>
                  </a:lnTo>
                  <a:lnTo>
                    <a:pt x="3471626" y="816448"/>
                  </a:lnTo>
                  <a:lnTo>
                    <a:pt x="3548774" y="792434"/>
                  </a:lnTo>
                  <a:lnTo>
                    <a:pt x="3625921" y="768421"/>
                  </a:lnTo>
                  <a:lnTo>
                    <a:pt x="3703068" y="744408"/>
                  </a:lnTo>
                  <a:lnTo>
                    <a:pt x="3780215" y="720395"/>
                  </a:lnTo>
                  <a:lnTo>
                    <a:pt x="3857363" y="696382"/>
                  </a:lnTo>
                  <a:lnTo>
                    <a:pt x="3934510" y="672369"/>
                  </a:lnTo>
                  <a:lnTo>
                    <a:pt x="4011657" y="648355"/>
                  </a:lnTo>
                  <a:lnTo>
                    <a:pt x="4088804" y="624342"/>
                  </a:lnTo>
                  <a:lnTo>
                    <a:pt x="4165952" y="600329"/>
                  </a:lnTo>
                  <a:lnTo>
                    <a:pt x="4243099" y="576316"/>
                  </a:lnTo>
                  <a:lnTo>
                    <a:pt x="4320246" y="552303"/>
                  </a:lnTo>
                  <a:lnTo>
                    <a:pt x="4397393" y="528289"/>
                  </a:lnTo>
                  <a:lnTo>
                    <a:pt x="4474541" y="504276"/>
                  </a:lnTo>
                  <a:lnTo>
                    <a:pt x="4551688" y="480263"/>
                  </a:lnTo>
                  <a:lnTo>
                    <a:pt x="4628835" y="456250"/>
                  </a:lnTo>
                  <a:lnTo>
                    <a:pt x="4705982" y="432237"/>
                  </a:lnTo>
                  <a:lnTo>
                    <a:pt x="4783130" y="408224"/>
                  </a:lnTo>
                  <a:lnTo>
                    <a:pt x="4860277" y="384210"/>
                  </a:lnTo>
                  <a:lnTo>
                    <a:pt x="4937424" y="360197"/>
                  </a:lnTo>
                  <a:lnTo>
                    <a:pt x="5014571" y="336184"/>
                  </a:lnTo>
                  <a:lnTo>
                    <a:pt x="5091719" y="312171"/>
                  </a:lnTo>
                  <a:lnTo>
                    <a:pt x="5168866" y="288158"/>
                  </a:lnTo>
                  <a:lnTo>
                    <a:pt x="5246013" y="264144"/>
                  </a:lnTo>
                  <a:lnTo>
                    <a:pt x="5323161" y="240131"/>
                  </a:lnTo>
                  <a:lnTo>
                    <a:pt x="5400308" y="216118"/>
                  </a:lnTo>
                  <a:lnTo>
                    <a:pt x="5477455" y="192105"/>
                  </a:lnTo>
                  <a:lnTo>
                    <a:pt x="5554602" y="168092"/>
                  </a:lnTo>
                  <a:lnTo>
                    <a:pt x="5631750" y="144079"/>
                  </a:lnTo>
                  <a:lnTo>
                    <a:pt x="5708897" y="120065"/>
                  </a:lnTo>
                  <a:lnTo>
                    <a:pt x="5786044" y="96052"/>
                  </a:lnTo>
                  <a:lnTo>
                    <a:pt x="5863191" y="72039"/>
                  </a:lnTo>
                  <a:lnTo>
                    <a:pt x="5940339" y="48026"/>
                  </a:lnTo>
                  <a:lnTo>
                    <a:pt x="6017486" y="24013"/>
                  </a:lnTo>
                  <a:lnTo>
                    <a:pt x="609463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tx352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0.62 x +31.5   (R² = 0.67)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0.76 x +27.6   (R² = 0.75)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365" name="tx365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941876" y="1669789"/>
              <a:ext cx="267919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25   |   N = 322, n_red = 221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2026-10-19T12:35:37Z</dcterms:modified>
  <cp:category/>
</cp:coreProperties>
</file>