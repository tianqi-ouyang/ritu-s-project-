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23266"/>
              <a:ext cx="6094633" cy="2094523"/>
            </a:xfrm>
            <a:custGeom>
              <a:avLst/>
              <a:pathLst>
                <a:path w="6094633" h="2094523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  <a:lnTo>
                    <a:pt x="6094633" y="229584"/>
                  </a:lnTo>
                  <a:lnTo>
                    <a:pt x="6017486" y="251567"/>
                  </a:lnTo>
                  <a:lnTo>
                    <a:pt x="5940339" y="273554"/>
                  </a:lnTo>
                  <a:lnTo>
                    <a:pt x="5863191" y="295544"/>
                  </a:lnTo>
                  <a:lnTo>
                    <a:pt x="5786044" y="317538"/>
                  </a:lnTo>
                  <a:lnTo>
                    <a:pt x="5708897" y="339537"/>
                  </a:lnTo>
                  <a:lnTo>
                    <a:pt x="5631750" y="361540"/>
                  </a:lnTo>
                  <a:lnTo>
                    <a:pt x="5554602" y="383548"/>
                  </a:lnTo>
                  <a:lnTo>
                    <a:pt x="5477455" y="405561"/>
                  </a:lnTo>
                  <a:lnTo>
                    <a:pt x="5400308" y="427579"/>
                  </a:lnTo>
                  <a:lnTo>
                    <a:pt x="5323161" y="449603"/>
                  </a:lnTo>
                  <a:lnTo>
                    <a:pt x="5246013" y="471634"/>
                  </a:lnTo>
                  <a:lnTo>
                    <a:pt x="5168866" y="493671"/>
                  </a:lnTo>
                  <a:lnTo>
                    <a:pt x="5091719" y="515715"/>
                  </a:lnTo>
                  <a:lnTo>
                    <a:pt x="5014571" y="537767"/>
                  </a:lnTo>
                  <a:lnTo>
                    <a:pt x="4937424" y="559827"/>
                  </a:lnTo>
                  <a:lnTo>
                    <a:pt x="4860277" y="581896"/>
                  </a:lnTo>
                  <a:lnTo>
                    <a:pt x="4783130" y="603975"/>
                  </a:lnTo>
                  <a:lnTo>
                    <a:pt x="4705982" y="626064"/>
                  </a:lnTo>
                  <a:lnTo>
                    <a:pt x="4628835" y="648164"/>
                  </a:lnTo>
                  <a:lnTo>
                    <a:pt x="4551688" y="670277"/>
                  </a:lnTo>
                  <a:lnTo>
                    <a:pt x="4474541" y="692402"/>
                  </a:lnTo>
                  <a:lnTo>
                    <a:pt x="4397393" y="714542"/>
                  </a:lnTo>
                  <a:lnTo>
                    <a:pt x="4320246" y="736697"/>
                  </a:lnTo>
                  <a:lnTo>
                    <a:pt x="4243099" y="758869"/>
                  </a:lnTo>
                  <a:lnTo>
                    <a:pt x="4165952" y="781060"/>
                  </a:lnTo>
                  <a:lnTo>
                    <a:pt x="4088804" y="803271"/>
                  </a:lnTo>
                  <a:lnTo>
                    <a:pt x="4011657" y="825505"/>
                  </a:lnTo>
                  <a:lnTo>
                    <a:pt x="3934510" y="847763"/>
                  </a:lnTo>
                  <a:lnTo>
                    <a:pt x="3857363" y="870048"/>
                  </a:lnTo>
                  <a:lnTo>
                    <a:pt x="3780215" y="892362"/>
                  </a:lnTo>
                  <a:lnTo>
                    <a:pt x="3703068" y="914710"/>
                  </a:lnTo>
                  <a:lnTo>
                    <a:pt x="3625921" y="937094"/>
                  </a:lnTo>
                  <a:lnTo>
                    <a:pt x="3548774" y="959518"/>
                  </a:lnTo>
                  <a:lnTo>
                    <a:pt x="3471626" y="981987"/>
                  </a:lnTo>
                  <a:lnTo>
                    <a:pt x="3394479" y="1004506"/>
                  </a:lnTo>
                  <a:lnTo>
                    <a:pt x="3317332" y="1027080"/>
                  </a:lnTo>
                  <a:lnTo>
                    <a:pt x="3240184" y="1049715"/>
                  </a:lnTo>
                  <a:lnTo>
                    <a:pt x="3163037" y="1072417"/>
                  </a:lnTo>
                  <a:lnTo>
                    <a:pt x="3085890" y="1095196"/>
                  </a:lnTo>
                  <a:lnTo>
                    <a:pt x="3008743" y="1118057"/>
                  </a:lnTo>
                  <a:lnTo>
                    <a:pt x="2931595" y="1141010"/>
                  </a:lnTo>
                  <a:lnTo>
                    <a:pt x="2854448" y="1164065"/>
                  </a:lnTo>
                  <a:lnTo>
                    <a:pt x="2777301" y="1187229"/>
                  </a:lnTo>
                  <a:lnTo>
                    <a:pt x="2700154" y="1210513"/>
                  </a:lnTo>
                  <a:lnTo>
                    <a:pt x="2623006" y="1233925"/>
                  </a:lnTo>
                  <a:lnTo>
                    <a:pt x="2545859" y="1257475"/>
                  </a:lnTo>
                  <a:lnTo>
                    <a:pt x="2468712" y="1281169"/>
                  </a:lnTo>
                  <a:lnTo>
                    <a:pt x="2391565" y="1305013"/>
                  </a:lnTo>
                  <a:lnTo>
                    <a:pt x="2314417" y="1329012"/>
                  </a:lnTo>
                  <a:lnTo>
                    <a:pt x="2237270" y="1353167"/>
                  </a:lnTo>
                  <a:lnTo>
                    <a:pt x="2160123" y="1377477"/>
                  </a:lnTo>
                  <a:lnTo>
                    <a:pt x="2082976" y="1401941"/>
                  </a:lnTo>
                  <a:lnTo>
                    <a:pt x="2005828" y="1426553"/>
                  </a:lnTo>
                  <a:lnTo>
                    <a:pt x="1928681" y="1451307"/>
                  </a:lnTo>
                  <a:lnTo>
                    <a:pt x="1851534" y="1476196"/>
                  </a:lnTo>
                  <a:lnTo>
                    <a:pt x="1774387" y="1501210"/>
                  </a:lnTo>
                  <a:lnTo>
                    <a:pt x="1697239" y="1526340"/>
                  </a:lnTo>
                  <a:lnTo>
                    <a:pt x="1620092" y="1551578"/>
                  </a:lnTo>
                  <a:lnTo>
                    <a:pt x="1542945" y="1576913"/>
                  </a:lnTo>
                  <a:lnTo>
                    <a:pt x="1465797" y="1602337"/>
                  </a:lnTo>
                  <a:lnTo>
                    <a:pt x="1388650" y="1627842"/>
                  </a:lnTo>
                  <a:lnTo>
                    <a:pt x="1311503" y="1653419"/>
                  </a:lnTo>
                  <a:lnTo>
                    <a:pt x="1234356" y="1679062"/>
                  </a:lnTo>
                  <a:lnTo>
                    <a:pt x="1157208" y="1704764"/>
                  </a:lnTo>
                  <a:lnTo>
                    <a:pt x="1080061" y="1730519"/>
                  </a:lnTo>
                  <a:lnTo>
                    <a:pt x="1002914" y="1756322"/>
                  </a:lnTo>
                  <a:lnTo>
                    <a:pt x="925767" y="1782169"/>
                  </a:lnTo>
                  <a:lnTo>
                    <a:pt x="848619" y="1808054"/>
                  </a:lnTo>
                  <a:lnTo>
                    <a:pt x="771472" y="1833974"/>
                  </a:lnTo>
                  <a:lnTo>
                    <a:pt x="694325" y="1859926"/>
                  </a:lnTo>
                  <a:lnTo>
                    <a:pt x="617178" y="1885907"/>
                  </a:lnTo>
                  <a:lnTo>
                    <a:pt x="540030" y="1911914"/>
                  </a:lnTo>
                  <a:lnTo>
                    <a:pt x="462883" y="1937945"/>
                  </a:lnTo>
                  <a:lnTo>
                    <a:pt x="385736" y="1963997"/>
                  </a:lnTo>
                  <a:lnTo>
                    <a:pt x="308589" y="1990069"/>
                  </a:lnTo>
                  <a:lnTo>
                    <a:pt x="231441" y="2016159"/>
                  </a:lnTo>
                  <a:lnTo>
                    <a:pt x="154294" y="2042266"/>
                  </a:lnTo>
                  <a:lnTo>
                    <a:pt x="77147" y="2068388"/>
                  </a:lnTo>
                  <a:lnTo>
                    <a:pt x="0" y="209452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23266"/>
              <a:ext cx="6094633" cy="1947316"/>
            </a:xfrm>
            <a:custGeom>
              <a:avLst/>
              <a:pathLst>
                <a:path w="6094633" h="1947316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852851"/>
              <a:ext cx="6094633" cy="1864938"/>
            </a:xfrm>
            <a:custGeom>
              <a:avLst/>
              <a:pathLst>
                <a:path w="6094633" h="1864938">
                  <a:moveTo>
                    <a:pt x="6094633" y="0"/>
                  </a:moveTo>
                  <a:lnTo>
                    <a:pt x="6017486" y="21982"/>
                  </a:lnTo>
                  <a:lnTo>
                    <a:pt x="5940339" y="43969"/>
                  </a:lnTo>
                  <a:lnTo>
                    <a:pt x="5863191" y="65959"/>
                  </a:lnTo>
                  <a:lnTo>
                    <a:pt x="5786044" y="87954"/>
                  </a:lnTo>
                  <a:lnTo>
                    <a:pt x="5708897" y="109952"/>
                  </a:lnTo>
                  <a:lnTo>
                    <a:pt x="5631750" y="131955"/>
                  </a:lnTo>
                  <a:lnTo>
                    <a:pt x="5554602" y="153963"/>
                  </a:lnTo>
                  <a:lnTo>
                    <a:pt x="5477455" y="175976"/>
                  </a:lnTo>
                  <a:lnTo>
                    <a:pt x="5400308" y="197994"/>
                  </a:lnTo>
                  <a:lnTo>
                    <a:pt x="5323161" y="220019"/>
                  </a:lnTo>
                  <a:lnTo>
                    <a:pt x="5246013" y="242049"/>
                  </a:lnTo>
                  <a:lnTo>
                    <a:pt x="5168866" y="264086"/>
                  </a:lnTo>
                  <a:lnTo>
                    <a:pt x="5091719" y="286131"/>
                  </a:lnTo>
                  <a:lnTo>
                    <a:pt x="5014571" y="308182"/>
                  </a:lnTo>
                  <a:lnTo>
                    <a:pt x="4937424" y="330243"/>
                  </a:lnTo>
                  <a:lnTo>
                    <a:pt x="4860277" y="352312"/>
                  </a:lnTo>
                  <a:lnTo>
                    <a:pt x="4783130" y="374390"/>
                  </a:lnTo>
                  <a:lnTo>
                    <a:pt x="4705982" y="396479"/>
                  </a:lnTo>
                  <a:lnTo>
                    <a:pt x="4628835" y="418580"/>
                  </a:lnTo>
                  <a:lnTo>
                    <a:pt x="4551688" y="440692"/>
                  </a:lnTo>
                  <a:lnTo>
                    <a:pt x="4474541" y="462817"/>
                  </a:lnTo>
                  <a:lnTo>
                    <a:pt x="4397393" y="484957"/>
                  </a:lnTo>
                  <a:lnTo>
                    <a:pt x="4320246" y="507112"/>
                  </a:lnTo>
                  <a:lnTo>
                    <a:pt x="4243099" y="529285"/>
                  </a:lnTo>
                  <a:lnTo>
                    <a:pt x="4165952" y="551476"/>
                  </a:lnTo>
                  <a:lnTo>
                    <a:pt x="4088804" y="573687"/>
                  </a:lnTo>
                  <a:lnTo>
                    <a:pt x="4011657" y="595920"/>
                  </a:lnTo>
                  <a:lnTo>
                    <a:pt x="3934510" y="618178"/>
                  </a:lnTo>
                  <a:lnTo>
                    <a:pt x="3857363" y="640463"/>
                  </a:lnTo>
                  <a:lnTo>
                    <a:pt x="3780215" y="662778"/>
                  </a:lnTo>
                  <a:lnTo>
                    <a:pt x="3703068" y="685125"/>
                  </a:lnTo>
                  <a:lnTo>
                    <a:pt x="3625921" y="707509"/>
                  </a:lnTo>
                  <a:lnTo>
                    <a:pt x="3548774" y="729934"/>
                  </a:lnTo>
                  <a:lnTo>
                    <a:pt x="3471626" y="752403"/>
                  </a:lnTo>
                  <a:lnTo>
                    <a:pt x="3394479" y="774921"/>
                  </a:lnTo>
                  <a:lnTo>
                    <a:pt x="3317332" y="797495"/>
                  </a:lnTo>
                  <a:lnTo>
                    <a:pt x="3240184" y="820130"/>
                  </a:lnTo>
                  <a:lnTo>
                    <a:pt x="3163037" y="842833"/>
                  </a:lnTo>
                  <a:lnTo>
                    <a:pt x="3085890" y="865611"/>
                  </a:lnTo>
                  <a:lnTo>
                    <a:pt x="3008743" y="888472"/>
                  </a:lnTo>
                  <a:lnTo>
                    <a:pt x="2931595" y="911426"/>
                  </a:lnTo>
                  <a:lnTo>
                    <a:pt x="2854448" y="934480"/>
                  </a:lnTo>
                  <a:lnTo>
                    <a:pt x="2777301" y="957644"/>
                  </a:lnTo>
                  <a:lnTo>
                    <a:pt x="2700154" y="980928"/>
                  </a:lnTo>
                  <a:lnTo>
                    <a:pt x="2623006" y="1004341"/>
                  </a:lnTo>
                  <a:lnTo>
                    <a:pt x="2545859" y="1027890"/>
                  </a:lnTo>
                  <a:lnTo>
                    <a:pt x="2468712" y="1051584"/>
                  </a:lnTo>
                  <a:lnTo>
                    <a:pt x="2391565" y="1075429"/>
                  </a:lnTo>
                  <a:lnTo>
                    <a:pt x="2314417" y="1099427"/>
                  </a:lnTo>
                  <a:lnTo>
                    <a:pt x="2237270" y="1123582"/>
                  </a:lnTo>
                  <a:lnTo>
                    <a:pt x="2160123" y="1147893"/>
                  </a:lnTo>
                  <a:lnTo>
                    <a:pt x="2082976" y="1172356"/>
                  </a:lnTo>
                  <a:lnTo>
                    <a:pt x="2005828" y="1196968"/>
                  </a:lnTo>
                  <a:lnTo>
                    <a:pt x="1928681" y="1221723"/>
                  </a:lnTo>
                  <a:lnTo>
                    <a:pt x="1851534" y="1246611"/>
                  </a:lnTo>
                  <a:lnTo>
                    <a:pt x="1774387" y="1271625"/>
                  </a:lnTo>
                  <a:lnTo>
                    <a:pt x="1697239" y="1296755"/>
                  </a:lnTo>
                  <a:lnTo>
                    <a:pt x="1620092" y="1321993"/>
                  </a:lnTo>
                  <a:lnTo>
                    <a:pt x="1542945" y="1347328"/>
                  </a:lnTo>
                  <a:lnTo>
                    <a:pt x="1465797" y="1372752"/>
                  </a:lnTo>
                  <a:lnTo>
                    <a:pt x="1388650" y="1398257"/>
                  </a:lnTo>
                  <a:lnTo>
                    <a:pt x="1311503" y="1423834"/>
                  </a:lnTo>
                  <a:lnTo>
                    <a:pt x="1234356" y="1449477"/>
                  </a:lnTo>
                  <a:lnTo>
                    <a:pt x="1157208" y="1475179"/>
                  </a:lnTo>
                  <a:lnTo>
                    <a:pt x="1080061" y="1500935"/>
                  </a:lnTo>
                  <a:lnTo>
                    <a:pt x="1002914" y="1526738"/>
                  </a:lnTo>
                  <a:lnTo>
                    <a:pt x="925767" y="1552584"/>
                  </a:lnTo>
                  <a:lnTo>
                    <a:pt x="848619" y="1578469"/>
                  </a:lnTo>
                  <a:lnTo>
                    <a:pt x="771472" y="1604390"/>
                  </a:lnTo>
                  <a:lnTo>
                    <a:pt x="694325" y="1630342"/>
                  </a:lnTo>
                  <a:lnTo>
                    <a:pt x="617178" y="1656323"/>
                  </a:lnTo>
                  <a:lnTo>
                    <a:pt x="540030" y="1682330"/>
                  </a:lnTo>
                  <a:lnTo>
                    <a:pt x="462883" y="1708360"/>
                  </a:lnTo>
                  <a:lnTo>
                    <a:pt x="385736" y="1734413"/>
                  </a:lnTo>
                  <a:lnTo>
                    <a:pt x="308589" y="1760485"/>
                  </a:lnTo>
                  <a:lnTo>
                    <a:pt x="231441" y="1786575"/>
                  </a:lnTo>
                  <a:lnTo>
                    <a:pt x="154294" y="1812681"/>
                  </a:lnTo>
                  <a:lnTo>
                    <a:pt x="77147" y="1838803"/>
                  </a:lnTo>
                  <a:lnTo>
                    <a:pt x="0" y="1864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38058"/>
              <a:ext cx="6094633" cy="1906127"/>
            </a:xfrm>
            <a:custGeom>
              <a:avLst/>
              <a:pathLst>
                <a:path w="6094633" h="1906127">
                  <a:moveTo>
                    <a:pt x="0" y="1906127"/>
                  </a:moveTo>
                  <a:lnTo>
                    <a:pt x="77147" y="1881999"/>
                  </a:lnTo>
                  <a:lnTo>
                    <a:pt x="154294" y="1857871"/>
                  </a:lnTo>
                  <a:lnTo>
                    <a:pt x="231441" y="1833742"/>
                  </a:lnTo>
                  <a:lnTo>
                    <a:pt x="308589" y="1809614"/>
                  </a:lnTo>
                  <a:lnTo>
                    <a:pt x="385736" y="1785486"/>
                  </a:lnTo>
                  <a:lnTo>
                    <a:pt x="462883" y="1761358"/>
                  </a:lnTo>
                  <a:lnTo>
                    <a:pt x="540030" y="1737230"/>
                  </a:lnTo>
                  <a:lnTo>
                    <a:pt x="617178" y="1713101"/>
                  </a:lnTo>
                  <a:lnTo>
                    <a:pt x="694325" y="1688973"/>
                  </a:lnTo>
                  <a:lnTo>
                    <a:pt x="771472" y="1664845"/>
                  </a:lnTo>
                  <a:lnTo>
                    <a:pt x="848619" y="1640717"/>
                  </a:lnTo>
                  <a:lnTo>
                    <a:pt x="925767" y="1616589"/>
                  </a:lnTo>
                  <a:lnTo>
                    <a:pt x="1002914" y="1592460"/>
                  </a:lnTo>
                  <a:lnTo>
                    <a:pt x="1080061" y="1568332"/>
                  </a:lnTo>
                  <a:lnTo>
                    <a:pt x="1157208" y="1544204"/>
                  </a:lnTo>
                  <a:lnTo>
                    <a:pt x="1234356" y="1520076"/>
                  </a:lnTo>
                  <a:lnTo>
                    <a:pt x="1311503" y="1495948"/>
                  </a:lnTo>
                  <a:lnTo>
                    <a:pt x="1388650" y="1471819"/>
                  </a:lnTo>
                  <a:lnTo>
                    <a:pt x="1465797" y="1447691"/>
                  </a:lnTo>
                  <a:lnTo>
                    <a:pt x="1542945" y="1423563"/>
                  </a:lnTo>
                  <a:lnTo>
                    <a:pt x="1620092" y="1399435"/>
                  </a:lnTo>
                  <a:lnTo>
                    <a:pt x="1697239" y="1375307"/>
                  </a:lnTo>
                  <a:lnTo>
                    <a:pt x="1774387" y="1351179"/>
                  </a:lnTo>
                  <a:lnTo>
                    <a:pt x="1851534" y="1327050"/>
                  </a:lnTo>
                  <a:lnTo>
                    <a:pt x="1928681" y="1302922"/>
                  </a:lnTo>
                  <a:lnTo>
                    <a:pt x="2005828" y="1278794"/>
                  </a:lnTo>
                  <a:lnTo>
                    <a:pt x="2082976" y="1254666"/>
                  </a:lnTo>
                  <a:lnTo>
                    <a:pt x="2160123" y="1230538"/>
                  </a:lnTo>
                  <a:lnTo>
                    <a:pt x="2237270" y="1206409"/>
                  </a:lnTo>
                  <a:lnTo>
                    <a:pt x="2314417" y="1182281"/>
                  </a:lnTo>
                  <a:lnTo>
                    <a:pt x="2391565" y="1158153"/>
                  </a:lnTo>
                  <a:lnTo>
                    <a:pt x="2468712" y="1134025"/>
                  </a:lnTo>
                  <a:lnTo>
                    <a:pt x="2545859" y="1109897"/>
                  </a:lnTo>
                  <a:lnTo>
                    <a:pt x="2623006" y="1085768"/>
                  </a:lnTo>
                  <a:lnTo>
                    <a:pt x="2700154" y="1061640"/>
                  </a:lnTo>
                  <a:lnTo>
                    <a:pt x="2777301" y="1037512"/>
                  </a:lnTo>
                  <a:lnTo>
                    <a:pt x="2854448" y="1013384"/>
                  </a:lnTo>
                  <a:lnTo>
                    <a:pt x="2931595" y="989256"/>
                  </a:lnTo>
                  <a:lnTo>
                    <a:pt x="3008743" y="965127"/>
                  </a:lnTo>
                  <a:lnTo>
                    <a:pt x="3085890" y="940999"/>
                  </a:lnTo>
                  <a:lnTo>
                    <a:pt x="3163037" y="916871"/>
                  </a:lnTo>
                  <a:lnTo>
                    <a:pt x="3240184" y="892743"/>
                  </a:lnTo>
                  <a:lnTo>
                    <a:pt x="3317332" y="868615"/>
                  </a:lnTo>
                  <a:lnTo>
                    <a:pt x="3394479" y="844486"/>
                  </a:lnTo>
                  <a:lnTo>
                    <a:pt x="3471626" y="820358"/>
                  </a:lnTo>
                  <a:lnTo>
                    <a:pt x="3548774" y="796230"/>
                  </a:lnTo>
                  <a:lnTo>
                    <a:pt x="3625921" y="772102"/>
                  </a:lnTo>
                  <a:lnTo>
                    <a:pt x="3703068" y="747974"/>
                  </a:lnTo>
                  <a:lnTo>
                    <a:pt x="3780215" y="723845"/>
                  </a:lnTo>
                  <a:lnTo>
                    <a:pt x="3857363" y="699717"/>
                  </a:lnTo>
                  <a:lnTo>
                    <a:pt x="3934510" y="675589"/>
                  </a:lnTo>
                  <a:lnTo>
                    <a:pt x="4011657" y="651461"/>
                  </a:lnTo>
                  <a:lnTo>
                    <a:pt x="4088804" y="627333"/>
                  </a:lnTo>
                  <a:lnTo>
                    <a:pt x="4165952" y="603204"/>
                  </a:lnTo>
                  <a:lnTo>
                    <a:pt x="4243099" y="579076"/>
                  </a:lnTo>
                  <a:lnTo>
                    <a:pt x="4320246" y="554948"/>
                  </a:lnTo>
                  <a:lnTo>
                    <a:pt x="4397393" y="530820"/>
                  </a:lnTo>
                  <a:lnTo>
                    <a:pt x="4474541" y="506692"/>
                  </a:lnTo>
                  <a:lnTo>
                    <a:pt x="4551688" y="482563"/>
                  </a:lnTo>
                  <a:lnTo>
                    <a:pt x="4628835" y="458435"/>
                  </a:lnTo>
                  <a:lnTo>
                    <a:pt x="4705982" y="434307"/>
                  </a:lnTo>
                  <a:lnTo>
                    <a:pt x="4783130" y="410179"/>
                  </a:lnTo>
                  <a:lnTo>
                    <a:pt x="4860277" y="386051"/>
                  </a:lnTo>
                  <a:lnTo>
                    <a:pt x="4937424" y="361922"/>
                  </a:lnTo>
                  <a:lnTo>
                    <a:pt x="5014571" y="337794"/>
                  </a:lnTo>
                  <a:lnTo>
                    <a:pt x="5091719" y="313666"/>
                  </a:lnTo>
                  <a:lnTo>
                    <a:pt x="5168866" y="289538"/>
                  </a:lnTo>
                  <a:lnTo>
                    <a:pt x="5246013" y="265410"/>
                  </a:lnTo>
                  <a:lnTo>
                    <a:pt x="5323161" y="241281"/>
                  </a:lnTo>
                  <a:lnTo>
                    <a:pt x="5400308" y="217153"/>
                  </a:lnTo>
                  <a:lnTo>
                    <a:pt x="5477455" y="193025"/>
                  </a:lnTo>
                  <a:lnTo>
                    <a:pt x="5554602" y="168897"/>
                  </a:lnTo>
                  <a:lnTo>
                    <a:pt x="5631750" y="144769"/>
                  </a:lnTo>
                  <a:lnTo>
                    <a:pt x="5708897" y="120640"/>
                  </a:lnTo>
                  <a:lnTo>
                    <a:pt x="5786044" y="96512"/>
                  </a:lnTo>
                  <a:lnTo>
                    <a:pt x="5863191" y="72384"/>
                  </a:lnTo>
                  <a:lnTo>
                    <a:pt x="5940339" y="48256"/>
                  </a:lnTo>
                  <a:lnTo>
                    <a:pt x="6017486" y="24128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0.63 x +31.1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323, n_red = 222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2026-08-17T07:57:28Z</dcterms:modified>
  <cp:category/>
</cp:coreProperties>
</file>