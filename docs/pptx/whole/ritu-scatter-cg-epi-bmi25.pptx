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1985667" y="2953542"/>
              <a:ext cx="4604479" cy="1949203"/>
            </a:xfrm>
            <a:custGeom>
              <a:avLst/>
              <a:pathLst>
                <a:path w="4604479" h="1949203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  <a:lnTo>
                    <a:pt x="4604479" y="241234"/>
                  </a:lnTo>
                  <a:lnTo>
                    <a:pt x="4546195" y="260816"/>
                  </a:lnTo>
                  <a:lnTo>
                    <a:pt x="4487910" y="280404"/>
                  </a:lnTo>
                  <a:lnTo>
                    <a:pt x="4429626" y="299999"/>
                  </a:lnTo>
                  <a:lnTo>
                    <a:pt x="4371341" y="319602"/>
                  </a:lnTo>
                  <a:lnTo>
                    <a:pt x="4313057" y="339212"/>
                  </a:lnTo>
                  <a:lnTo>
                    <a:pt x="4254772" y="358831"/>
                  </a:lnTo>
                  <a:lnTo>
                    <a:pt x="4196488" y="378458"/>
                  </a:lnTo>
                  <a:lnTo>
                    <a:pt x="4138203" y="398095"/>
                  </a:lnTo>
                  <a:lnTo>
                    <a:pt x="4079918" y="417743"/>
                  </a:lnTo>
                  <a:lnTo>
                    <a:pt x="4021634" y="437401"/>
                  </a:lnTo>
                  <a:lnTo>
                    <a:pt x="3963349" y="457071"/>
                  </a:lnTo>
                  <a:lnTo>
                    <a:pt x="3905065" y="476753"/>
                  </a:lnTo>
                  <a:lnTo>
                    <a:pt x="3846780" y="496449"/>
                  </a:lnTo>
                  <a:lnTo>
                    <a:pt x="3788496" y="516160"/>
                  </a:lnTo>
                  <a:lnTo>
                    <a:pt x="3730211" y="535886"/>
                  </a:lnTo>
                  <a:lnTo>
                    <a:pt x="3671927" y="555629"/>
                  </a:lnTo>
                  <a:lnTo>
                    <a:pt x="3613642" y="575390"/>
                  </a:lnTo>
                  <a:lnTo>
                    <a:pt x="3555357" y="595171"/>
                  </a:lnTo>
                  <a:lnTo>
                    <a:pt x="3497073" y="614974"/>
                  </a:lnTo>
                  <a:lnTo>
                    <a:pt x="3438788" y="634800"/>
                  </a:lnTo>
                  <a:lnTo>
                    <a:pt x="3380504" y="654651"/>
                  </a:lnTo>
                  <a:lnTo>
                    <a:pt x="3322219" y="674529"/>
                  </a:lnTo>
                  <a:lnTo>
                    <a:pt x="3263935" y="694437"/>
                  </a:lnTo>
                  <a:lnTo>
                    <a:pt x="3205650" y="714379"/>
                  </a:lnTo>
                  <a:lnTo>
                    <a:pt x="3147366" y="734356"/>
                  </a:lnTo>
                  <a:lnTo>
                    <a:pt x="3089081" y="754371"/>
                  </a:lnTo>
                  <a:lnTo>
                    <a:pt x="3030796" y="774430"/>
                  </a:lnTo>
                  <a:lnTo>
                    <a:pt x="2972512" y="794536"/>
                  </a:lnTo>
                  <a:lnTo>
                    <a:pt x="2914227" y="814692"/>
                  </a:lnTo>
                  <a:lnTo>
                    <a:pt x="2855943" y="834905"/>
                  </a:lnTo>
                  <a:lnTo>
                    <a:pt x="2797658" y="855180"/>
                  </a:lnTo>
                  <a:lnTo>
                    <a:pt x="2739374" y="875522"/>
                  </a:lnTo>
                  <a:lnTo>
                    <a:pt x="2681089" y="895937"/>
                  </a:lnTo>
                  <a:lnTo>
                    <a:pt x="2622805" y="916434"/>
                  </a:lnTo>
                  <a:lnTo>
                    <a:pt x="2564520" y="937018"/>
                  </a:lnTo>
                  <a:lnTo>
                    <a:pt x="2506235" y="957697"/>
                  </a:lnTo>
                  <a:lnTo>
                    <a:pt x="2447951" y="978480"/>
                  </a:lnTo>
                  <a:lnTo>
                    <a:pt x="2389666" y="999374"/>
                  </a:lnTo>
                  <a:lnTo>
                    <a:pt x="2331382" y="1020388"/>
                  </a:lnTo>
                  <a:lnTo>
                    <a:pt x="2273097" y="1041528"/>
                  </a:lnTo>
                  <a:lnTo>
                    <a:pt x="2214813" y="1062803"/>
                  </a:lnTo>
                  <a:lnTo>
                    <a:pt x="2156528" y="1084219"/>
                  </a:lnTo>
                  <a:lnTo>
                    <a:pt x="2098244" y="1105780"/>
                  </a:lnTo>
                  <a:lnTo>
                    <a:pt x="2039959" y="1127492"/>
                  </a:lnTo>
                  <a:lnTo>
                    <a:pt x="1981674" y="1149356"/>
                  </a:lnTo>
                  <a:lnTo>
                    <a:pt x="1923390" y="1171375"/>
                  </a:lnTo>
                  <a:lnTo>
                    <a:pt x="1865105" y="1193545"/>
                  </a:lnTo>
                  <a:lnTo>
                    <a:pt x="1806821" y="1215866"/>
                  </a:lnTo>
                  <a:lnTo>
                    <a:pt x="1748536" y="1238334"/>
                  </a:lnTo>
                  <a:lnTo>
                    <a:pt x="1690252" y="1260942"/>
                  </a:lnTo>
                  <a:lnTo>
                    <a:pt x="1631967" y="1283685"/>
                  </a:lnTo>
                  <a:lnTo>
                    <a:pt x="1573683" y="1306555"/>
                  </a:lnTo>
                  <a:lnTo>
                    <a:pt x="1515398" y="1329545"/>
                  </a:lnTo>
                  <a:lnTo>
                    <a:pt x="1457113" y="1352647"/>
                  </a:lnTo>
                  <a:lnTo>
                    <a:pt x="1398829" y="1375852"/>
                  </a:lnTo>
                  <a:lnTo>
                    <a:pt x="1340544" y="1399153"/>
                  </a:lnTo>
                  <a:lnTo>
                    <a:pt x="1282260" y="1422543"/>
                  </a:lnTo>
                  <a:lnTo>
                    <a:pt x="1223975" y="1446013"/>
                  </a:lnTo>
                  <a:lnTo>
                    <a:pt x="1165691" y="1469557"/>
                  </a:lnTo>
                  <a:lnTo>
                    <a:pt x="1107406" y="1493169"/>
                  </a:lnTo>
                  <a:lnTo>
                    <a:pt x="1049122" y="1516842"/>
                  </a:lnTo>
                  <a:lnTo>
                    <a:pt x="990837" y="1540572"/>
                  </a:lnTo>
                  <a:lnTo>
                    <a:pt x="932552" y="1564354"/>
                  </a:lnTo>
                  <a:lnTo>
                    <a:pt x="874268" y="1588182"/>
                  </a:lnTo>
                  <a:lnTo>
                    <a:pt x="815983" y="1612054"/>
                  </a:lnTo>
                  <a:lnTo>
                    <a:pt x="757699" y="1635964"/>
                  </a:lnTo>
                  <a:lnTo>
                    <a:pt x="699414" y="1659911"/>
                  </a:lnTo>
                  <a:lnTo>
                    <a:pt x="641130" y="1683890"/>
                  </a:lnTo>
                  <a:lnTo>
                    <a:pt x="582845" y="1707900"/>
                  </a:lnTo>
                  <a:lnTo>
                    <a:pt x="524561" y="1731937"/>
                  </a:lnTo>
                  <a:lnTo>
                    <a:pt x="466276" y="1755999"/>
                  </a:lnTo>
                  <a:lnTo>
                    <a:pt x="407991" y="1780085"/>
                  </a:lnTo>
                  <a:lnTo>
                    <a:pt x="349707" y="1804192"/>
                  </a:lnTo>
                  <a:lnTo>
                    <a:pt x="291422" y="1828319"/>
                  </a:lnTo>
                  <a:lnTo>
                    <a:pt x="233138" y="1852464"/>
                  </a:lnTo>
                  <a:lnTo>
                    <a:pt x="174853" y="1876626"/>
                  </a:lnTo>
                  <a:lnTo>
                    <a:pt x="116569" y="1900804"/>
                  </a:lnTo>
                  <a:lnTo>
                    <a:pt x="58284" y="1924997"/>
                  </a:lnTo>
                  <a:lnTo>
                    <a:pt x="0" y="19492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953542"/>
              <a:ext cx="4604479" cy="1759269"/>
            </a:xfrm>
            <a:custGeom>
              <a:avLst/>
              <a:pathLst>
                <a:path w="4604479" h="1759269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3194776"/>
              <a:ext cx="4604479" cy="1707968"/>
            </a:xfrm>
            <a:custGeom>
              <a:avLst/>
              <a:pathLst>
                <a:path w="4604479" h="1707968">
                  <a:moveTo>
                    <a:pt x="4604479" y="0"/>
                  </a:moveTo>
                  <a:lnTo>
                    <a:pt x="4546195" y="19581"/>
                  </a:lnTo>
                  <a:lnTo>
                    <a:pt x="4487910" y="39169"/>
                  </a:lnTo>
                  <a:lnTo>
                    <a:pt x="4429626" y="58765"/>
                  </a:lnTo>
                  <a:lnTo>
                    <a:pt x="4371341" y="78367"/>
                  </a:lnTo>
                  <a:lnTo>
                    <a:pt x="4313057" y="97977"/>
                  </a:lnTo>
                  <a:lnTo>
                    <a:pt x="4254772" y="117596"/>
                  </a:lnTo>
                  <a:lnTo>
                    <a:pt x="4196488" y="137224"/>
                  </a:lnTo>
                  <a:lnTo>
                    <a:pt x="4138203" y="156861"/>
                  </a:lnTo>
                  <a:lnTo>
                    <a:pt x="4079918" y="176508"/>
                  </a:lnTo>
                  <a:lnTo>
                    <a:pt x="4021634" y="196166"/>
                  </a:lnTo>
                  <a:lnTo>
                    <a:pt x="3963349" y="215836"/>
                  </a:lnTo>
                  <a:lnTo>
                    <a:pt x="3905065" y="235519"/>
                  </a:lnTo>
                  <a:lnTo>
                    <a:pt x="3846780" y="255215"/>
                  </a:lnTo>
                  <a:lnTo>
                    <a:pt x="3788496" y="274925"/>
                  </a:lnTo>
                  <a:lnTo>
                    <a:pt x="3730211" y="294651"/>
                  </a:lnTo>
                  <a:lnTo>
                    <a:pt x="3671927" y="314394"/>
                  </a:lnTo>
                  <a:lnTo>
                    <a:pt x="3613642" y="334156"/>
                  </a:lnTo>
                  <a:lnTo>
                    <a:pt x="3555357" y="353937"/>
                  </a:lnTo>
                  <a:lnTo>
                    <a:pt x="3497073" y="373739"/>
                  </a:lnTo>
                  <a:lnTo>
                    <a:pt x="3438788" y="393565"/>
                  </a:lnTo>
                  <a:lnTo>
                    <a:pt x="3380504" y="413416"/>
                  </a:lnTo>
                  <a:lnTo>
                    <a:pt x="3322219" y="433294"/>
                  </a:lnTo>
                  <a:lnTo>
                    <a:pt x="3263935" y="453203"/>
                  </a:lnTo>
                  <a:lnTo>
                    <a:pt x="3205650" y="473144"/>
                  </a:lnTo>
                  <a:lnTo>
                    <a:pt x="3147366" y="493121"/>
                  </a:lnTo>
                  <a:lnTo>
                    <a:pt x="3089081" y="513137"/>
                  </a:lnTo>
                  <a:lnTo>
                    <a:pt x="3030796" y="533195"/>
                  </a:lnTo>
                  <a:lnTo>
                    <a:pt x="2972512" y="553301"/>
                  </a:lnTo>
                  <a:lnTo>
                    <a:pt x="2914227" y="573458"/>
                  </a:lnTo>
                  <a:lnTo>
                    <a:pt x="2855943" y="593671"/>
                  </a:lnTo>
                  <a:lnTo>
                    <a:pt x="2797658" y="613945"/>
                  </a:lnTo>
                  <a:lnTo>
                    <a:pt x="2739374" y="634287"/>
                  </a:lnTo>
                  <a:lnTo>
                    <a:pt x="2681089" y="654703"/>
                  </a:lnTo>
                  <a:lnTo>
                    <a:pt x="2622805" y="675199"/>
                  </a:lnTo>
                  <a:lnTo>
                    <a:pt x="2564520" y="695783"/>
                  </a:lnTo>
                  <a:lnTo>
                    <a:pt x="2506235" y="716463"/>
                  </a:lnTo>
                  <a:lnTo>
                    <a:pt x="2447951" y="737245"/>
                  </a:lnTo>
                  <a:lnTo>
                    <a:pt x="2389666" y="758140"/>
                  </a:lnTo>
                  <a:lnTo>
                    <a:pt x="2331382" y="779153"/>
                  </a:lnTo>
                  <a:lnTo>
                    <a:pt x="2273097" y="800294"/>
                  </a:lnTo>
                  <a:lnTo>
                    <a:pt x="2214813" y="821568"/>
                  </a:lnTo>
                  <a:lnTo>
                    <a:pt x="2156528" y="842984"/>
                  </a:lnTo>
                  <a:lnTo>
                    <a:pt x="2098244" y="864546"/>
                  </a:lnTo>
                  <a:lnTo>
                    <a:pt x="2039959" y="886257"/>
                  </a:lnTo>
                  <a:lnTo>
                    <a:pt x="1981674" y="908122"/>
                  </a:lnTo>
                  <a:lnTo>
                    <a:pt x="1923390" y="930140"/>
                  </a:lnTo>
                  <a:lnTo>
                    <a:pt x="1865105" y="952311"/>
                  </a:lnTo>
                  <a:lnTo>
                    <a:pt x="1806821" y="974632"/>
                  </a:lnTo>
                  <a:lnTo>
                    <a:pt x="1748536" y="997099"/>
                  </a:lnTo>
                  <a:lnTo>
                    <a:pt x="1690252" y="1019708"/>
                  </a:lnTo>
                  <a:lnTo>
                    <a:pt x="1631967" y="1042450"/>
                  </a:lnTo>
                  <a:lnTo>
                    <a:pt x="1573683" y="1065321"/>
                  </a:lnTo>
                  <a:lnTo>
                    <a:pt x="1515398" y="1088311"/>
                  </a:lnTo>
                  <a:lnTo>
                    <a:pt x="1457113" y="1111412"/>
                  </a:lnTo>
                  <a:lnTo>
                    <a:pt x="1398829" y="1134618"/>
                  </a:lnTo>
                  <a:lnTo>
                    <a:pt x="1340544" y="1157919"/>
                  </a:lnTo>
                  <a:lnTo>
                    <a:pt x="1282260" y="1181308"/>
                  </a:lnTo>
                  <a:lnTo>
                    <a:pt x="1223975" y="1204778"/>
                  </a:lnTo>
                  <a:lnTo>
                    <a:pt x="1165691" y="1228322"/>
                  </a:lnTo>
                  <a:lnTo>
                    <a:pt x="1107406" y="1251934"/>
                  </a:lnTo>
                  <a:lnTo>
                    <a:pt x="1049122" y="1275608"/>
                  </a:lnTo>
                  <a:lnTo>
                    <a:pt x="990837" y="1299338"/>
                  </a:lnTo>
                  <a:lnTo>
                    <a:pt x="932552" y="1323119"/>
                  </a:lnTo>
                  <a:lnTo>
                    <a:pt x="874268" y="1346948"/>
                  </a:lnTo>
                  <a:lnTo>
                    <a:pt x="815983" y="1370819"/>
                  </a:lnTo>
                  <a:lnTo>
                    <a:pt x="757699" y="1394730"/>
                  </a:lnTo>
                  <a:lnTo>
                    <a:pt x="699414" y="1418676"/>
                  </a:lnTo>
                  <a:lnTo>
                    <a:pt x="641130" y="1442656"/>
                  </a:lnTo>
                  <a:lnTo>
                    <a:pt x="582845" y="1466665"/>
                  </a:lnTo>
                  <a:lnTo>
                    <a:pt x="524561" y="1490702"/>
                  </a:lnTo>
                  <a:lnTo>
                    <a:pt x="466276" y="1514764"/>
                  </a:lnTo>
                  <a:lnTo>
                    <a:pt x="407991" y="1538850"/>
                  </a:lnTo>
                  <a:lnTo>
                    <a:pt x="349707" y="1562957"/>
                  </a:lnTo>
                  <a:lnTo>
                    <a:pt x="291422" y="1587084"/>
                  </a:lnTo>
                  <a:lnTo>
                    <a:pt x="233138" y="1611229"/>
                  </a:lnTo>
                  <a:lnTo>
                    <a:pt x="174853" y="1635392"/>
                  </a:lnTo>
                  <a:lnTo>
                    <a:pt x="116569" y="1659570"/>
                  </a:lnTo>
                  <a:lnTo>
                    <a:pt x="58284" y="1683762"/>
                  </a:lnTo>
                  <a:lnTo>
                    <a:pt x="0" y="17079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1985667" y="3074159"/>
              <a:ext cx="4604479" cy="1733619"/>
            </a:xfrm>
            <a:custGeom>
              <a:avLst/>
              <a:pathLst>
                <a:path w="4604479" h="1733619">
                  <a:moveTo>
                    <a:pt x="0" y="1733619"/>
                  </a:moveTo>
                  <a:lnTo>
                    <a:pt x="58284" y="1711674"/>
                  </a:lnTo>
                  <a:lnTo>
                    <a:pt x="116569" y="1689730"/>
                  </a:lnTo>
                  <a:lnTo>
                    <a:pt x="174853" y="1667785"/>
                  </a:lnTo>
                  <a:lnTo>
                    <a:pt x="233138" y="1645841"/>
                  </a:lnTo>
                  <a:lnTo>
                    <a:pt x="291422" y="1623896"/>
                  </a:lnTo>
                  <a:lnTo>
                    <a:pt x="349707" y="1601952"/>
                  </a:lnTo>
                  <a:lnTo>
                    <a:pt x="407991" y="1580007"/>
                  </a:lnTo>
                  <a:lnTo>
                    <a:pt x="466276" y="1558062"/>
                  </a:lnTo>
                  <a:lnTo>
                    <a:pt x="524561" y="1536118"/>
                  </a:lnTo>
                  <a:lnTo>
                    <a:pt x="582845" y="1514173"/>
                  </a:lnTo>
                  <a:lnTo>
                    <a:pt x="641130" y="1492229"/>
                  </a:lnTo>
                  <a:lnTo>
                    <a:pt x="699414" y="1470284"/>
                  </a:lnTo>
                  <a:lnTo>
                    <a:pt x="757699" y="1448340"/>
                  </a:lnTo>
                  <a:lnTo>
                    <a:pt x="815983" y="1426395"/>
                  </a:lnTo>
                  <a:lnTo>
                    <a:pt x="874268" y="1404451"/>
                  </a:lnTo>
                  <a:lnTo>
                    <a:pt x="932552" y="1382506"/>
                  </a:lnTo>
                  <a:lnTo>
                    <a:pt x="990837" y="1360561"/>
                  </a:lnTo>
                  <a:lnTo>
                    <a:pt x="1049122" y="1338617"/>
                  </a:lnTo>
                  <a:lnTo>
                    <a:pt x="1107406" y="1316672"/>
                  </a:lnTo>
                  <a:lnTo>
                    <a:pt x="1165691" y="1294728"/>
                  </a:lnTo>
                  <a:lnTo>
                    <a:pt x="1223975" y="1272783"/>
                  </a:lnTo>
                  <a:lnTo>
                    <a:pt x="1282260" y="1250839"/>
                  </a:lnTo>
                  <a:lnTo>
                    <a:pt x="1340544" y="1228894"/>
                  </a:lnTo>
                  <a:lnTo>
                    <a:pt x="1398829" y="1206950"/>
                  </a:lnTo>
                  <a:lnTo>
                    <a:pt x="1457113" y="1185005"/>
                  </a:lnTo>
                  <a:lnTo>
                    <a:pt x="1515398" y="1163061"/>
                  </a:lnTo>
                  <a:lnTo>
                    <a:pt x="1573683" y="1141116"/>
                  </a:lnTo>
                  <a:lnTo>
                    <a:pt x="1631967" y="1119171"/>
                  </a:lnTo>
                  <a:lnTo>
                    <a:pt x="1690252" y="1097227"/>
                  </a:lnTo>
                  <a:lnTo>
                    <a:pt x="1748536" y="1075282"/>
                  </a:lnTo>
                  <a:lnTo>
                    <a:pt x="1806821" y="1053338"/>
                  </a:lnTo>
                  <a:lnTo>
                    <a:pt x="1865105" y="1031393"/>
                  </a:lnTo>
                  <a:lnTo>
                    <a:pt x="1923390" y="1009449"/>
                  </a:lnTo>
                  <a:lnTo>
                    <a:pt x="1981674" y="987504"/>
                  </a:lnTo>
                  <a:lnTo>
                    <a:pt x="2039959" y="965560"/>
                  </a:lnTo>
                  <a:lnTo>
                    <a:pt x="2098244" y="943615"/>
                  </a:lnTo>
                  <a:lnTo>
                    <a:pt x="2156528" y="921671"/>
                  </a:lnTo>
                  <a:lnTo>
                    <a:pt x="2214813" y="899726"/>
                  </a:lnTo>
                  <a:lnTo>
                    <a:pt x="2273097" y="877781"/>
                  </a:lnTo>
                  <a:lnTo>
                    <a:pt x="2331382" y="855837"/>
                  </a:lnTo>
                  <a:lnTo>
                    <a:pt x="2389666" y="833892"/>
                  </a:lnTo>
                  <a:lnTo>
                    <a:pt x="2447951" y="811948"/>
                  </a:lnTo>
                  <a:lnTo>
                    <a:pt x="2506235" y="790003"/>
                  </a:lnTo>
                  <a:lnTo>
                    <a:pt x="2564520" y="768059"/>
                  </a:lnTo>
                  <a:lnTo>
                    <a:pt x="2622805" y="746114"/>
                  </a:lnTo>
                  <a:lnTo>
                    <a:pt x="2681089" y="724170"/>
                  </a:lnTo>
                  <a:lnTo>
                    <a:pt x="2739374" y="702225"/>
                  </a:lnTo>
                  <a:lnTo>
                    <a:pt x="2797658" y="680280"/>
                  </a:lnTo>
                  <a:lnTo>
                    <a:pt x="2855943" y="658336"/>
                  </a:lnTo>
                  <a:lnTo>
                    <a:pt x="2914227" y="636391"/>
                  </a:lnTo>
                  <a:lnTo>
                    <a:pt x="2972512" y="614447"/>
                  </a:lnTo>
                  <a:lnTo>
                    <a:pt x="3030796" y="592502"/>
                  </a:lnTo>
                  <a:lnTo>
                    <a:pt x="3089081" y="570558"/>
                  </a:lnTo>
                  <a:lnTo>
                    <a:pt x="3147366" y="548613"/>
                  </a:lnTo>
                  <a:lnTo>
                    <a:pt x="3205650" y="526669"/>
                  </a:lnTo>
                  <a:lnTo>
                    <a:pt x="3263935" y="504724"/>
                  </a:lnTo>
                  <a:lnTo>
                    <a:pt x="3322219" y="482780"/>
                  </a:lnTo>
                  <a:lnTo>
                    <a:pt x="3380504" y="460835"/>
                  </a:lnTo>
                  <a:lnTo>
                    <a:pt x="3438788" y="438890"/>
                  </a:lnTo>
                  <a:lnTo>
                    <a:pt x="3497073" y="416946"/>
                  </a:lnTo>
                  <a:lnTo>
                    <a:pt x="3555357" y="395001"/>
                  </a:lnTo>
                  <a:lnTo>
                    <a:pt x="3613642" y="373057"/>
                  </a:lnTo>
                  <a:lnTo>
                    <a:pt x="3671927" y="351112"/>
                  </a:lnTo>
                  <a:lnTo>
                    <a:pt x="3730211" y="329168"/>
                  </a:lnTo>
                  <a:lnTo>
                    <a:pt x="3788496" y="307223"/>
                  </a:lnTo>
                  <a:lnTo>
                    <a:pt x="3846780" y="285279"/>
                  </a:lnTo>
                  <a:lnTo>
                    <a:pt x="3905065" y="263334"/>
                  </a:lnTo>
                  <a:lnTo>
                    <a:pt x="3963349" y="241390"/>
                  </a:lnTo>
                  <a:lnTo>
                    <a:pt x="4021634" y="219445"/>
                  </a:lnTo>
                  <a:lnTo>
                    <a:pt x="4079918" y="197500"/>
                  </a:lnTo>
                  <a:lnTo>
                    <a:pt x="4138203" y="175556"/>
                  </a:lnTo>
                  <a:lnTo>
                    <a:pt x="4196488" y="153611"/>
                  </a:lnTo>
                  <a:lnTo>
                    <a:pt x="4254772" y="131667"/>
                  </a:lnTo>
                  <a:lnTo>
                    <a:pt x="4313057" y="109722"/>
                  </a:lnTo>
                  <a:lnTo>
                    <a:pt x="4371341" y="87778"/>
                  </a:lnTo>
                  <a:lnTo>
                    <a:pt x="4429626" y="65833"/>
                  </a:lnTo>
                  <a:lnTo>
                    <a:pt x="4487910" y="43889"/>
                  </a:lnTo>
                  <a:lnTo>
                    <a:pt x="4546195" y="21944"/>
                  </a:lnTo>
                  <a:lnTo>
                    <a:pt x="460447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456926" y="2623266"/>
              <a:ext cx="6094633" cy="2094523"/>
            </a:xfrm>
            <a:custGeom>
              <a:avLst/>
              <a:pathLst>
                <a:path w="6094633" h="2094523">
                  <a:moveTo>
                    <a:pt x="0" y="1947316"/>
                  </a:moveTo>
                  <a:lnTo>
                    <a:pt x="77147" y="1925195"/>
                  </a:lnTo>
                  <a:lnTo>
                    <a:pt x="154294" y="1903060"/>
                  </a:lnTo>
                  <a:lnTo>
                    <a:pt x="231441" y="1880910"/>
                  </a:lnTo>
                  <a:lnTo>
                    <a:pt x="308589" y="1858744"/>
                  </a:lnTo>
                  <a:lnTo>
                    <a:pt x="385736" y="1836560"/>
                  </a:lnTo>
                  <a:lnTo>
                    <a:pt x="462883" y="1814355"/>
                  </a:lnTo>
                  <a:lnTo>
                    <a:pt x="540030" y="1792130"/>
                  </a:lnTo>
                  <a:lnTo>
                    <a:pt x="617178" y="1769880"/>
                  </a:lnTo>
                  <a:lnTo>
                    <a:pt x="694325" y="1747605"/>
                  </a:lnTo>
                  <a:lnTo>
                    <a:pt x="771472" y="1725301"/>
                  </a:lnTo>
                  <a:lnTo>
                    <a:pt x="848619" y="1702965"/>
                  </a:lnTo>
                  <a:lnTo>
                    <a:pt x="925767" y="1680593"/>
                  </a:lnTo>
                  <a:lnTo>
                    <a:pt x="1002914" y="1658183"/>
                  </a:lnTo>
                  <a:lnTo>
                    <a:pt x="1080061" y="1635730"/>
                  </a:lnTo>
                  <a:lnTo>
                    <a:pt x="1157208" y="1613229"/>
                  </a:lnTo>
                  <a:lnTo>
                    <a:pt x="1234356" y="1590674"/>
                  </a:lnTo>
                  <a:lnTo>
                    <a:pt x="1311503" y="1568061"/>
                  </a:lnTo>
                  <a:lnTo>
                    <a:pt x="1388650" y="1545382"/>
                  </a:lnTo>
                  <a:lnTo>
                    <a:pt x="1465797" y="1522630"/>
                  </a:lnTo>
                  <a:lnTo>
                    <a:pt x="1542945" y="1499798"/>
                  </a:lnTo>
                  <a:lnTo>
                    <a:pt x="1620092" y="1476877"/>
                  </a:lnTo>
                  <a:lnTo>
                    <a:pt x="1697239" y="1453858"/>
                  </a:lnTo>
                  <a:lnTo>
                    <a:pt x="1774387" y="1430732"/>
                  </a:lnTo>
                  <a:lnTo>
                    <a:pt x="1851534" y="1407490"/>
                  </a:lnTo>
                  <a:lnTo>
                    <a:pt x="1928681" y="1384122"/>
                  </a:lnTo>
                  <a:lnTo>
                    <a:pt x="2005828" y="1360619"/>
                  </a:lnTo>
                  <a:lnTo>
                    <a:pt x="2082976" y="1336975"/>
                  </a:lnTo>
                  <a:lnTo>
                    <a:pt x="2160123" y="1313182"/>
                  </a:lnTo>
                  <a:lnTo>
                    <a:pt x="2237270" y="1289237"/>
                  </a:lnTo>
                  <a:lnTo>
                    <a:pt x="2314417" y="1265135"/>
                  </a:lnTo>
                  <a:lnTo>
                    <a:pt x="2391565" y="1240877"/>
                  </a:lnTo>
                  <a:lnTo>
                    <a:pt x="2468712" y="1216465"/>
                  </a:lnTo>
                  <a:lnTo>
                    <a:pt x="2545859" y="1191903"/>
                  </a:lnTo>
                  <a:lnTo>
                    <a:pt x="2623006" y="1167196"/>
                  </a:lnTo>
                  <a:lnTo>
                    <a:pt x="2700154" y="1142352"/>
                  </a:lnTo>
                  <a:lnTo>
                    <a:pt x="2777301" y="1117380"/>
                  </a:lnTo>
                  <a:lnTo>
                    <a:pt x="2854448" y="1092288"/>
                  </a:lnTo>
                  <a:lnTo>
                    <a:pt x="2931595" y="1067085"/>
                  </a:lnTo>
                  <a:lnTo>
                    <a:pt x="3008743" y="1041782"/>
                  </a:lnTo>
                  <a:lnTo>
                    <a:pt x="3085890" y="1016387"/>
                  </a:lnTo>
                  <a:lnTo>
                    <a:pt x="3163037" y="990909"/>
                  </a:lnTo>
                  <a:lnTo>
                    <a:pt x="3240184" y="965356"/>
                  </a:lnTo>
                  <a:lnTo>
                    <a:pt x="3317332" y="939734"/>
                  </a:lnTo>
                  <a:lnTo>
                    <a:pt x="3394479" y="914052"/>
                  </a:lnTo>
                  <a:lnTo>
                    <a:pt x="3471626" y="888314"/>
                  </a:lnTo>
                  <a:lnTo>
                    <a:pt x="3548774" y="862526"/>
                  </a:lnTo>
                  <a:lnTo>
                    <a:pt x="3625921" y="836694"/>
                  </a:lnTo>
                  <a:lnTo>
                    <a:pt x="3703068" y="810822"/>
                  </a:lnTo>
                  <a:lnTo>
                    <a:pt x="3780215" y="784913"/>
                  </a:lnTo>
                  <a:lnTo>
                    <a:pt x="3857363" y="758971"/>
                  </a:lnTo>
                  <a:lnTo>
                    <a:pt x="3934510" y="733000"/>
                  </a:lnTo>
                  <a:lnTo>
                    <a:pt x="4011657" y="707001"/>
                  </a:lnTo>
                  <a:lnTo>
                    <a:pt x="4088804" y="680979"/>
                  </a:lnTo>
                  <a:lnTo>
                    <a:pt x="4165952" y="654933"/>
                  </a:lnTo>
                  <a:lnTo>
                    <a:pt x="4243099" y="628868"/>
                  </a:lnTo>
                  <a:lnTo>
                    <a:pt x="4320246" y="602784"/>
                  </a:lnTo>
                  <a:lnTo>
                    <a:pt x="4397393" y="576683"/>
                  </a:lnTo>
                  <a:lnTo>
                    <a:pt x="4474541" y="550566"/>
                  </a:lnTo>
                  <a:lnTo>
                    <a:pt x="4551688" y="524435"/>
                  </a:lnTo>
                  <a:lnTo>
                    <a:pt x="4628835" y="498291"/>
                  </a:lnTo>
                  <a:lnTo>
                    <a:pt x="4705982" y="472135"/>
                  </a:lnTo>
                  <a:lnTo>
                    <a:pt x="4783130" y="445967"/>
                  </a:lnTo>
                  <a:lnTo>
                    <a:pt x="4860277" y="419789"/>
                  </a:lnTo>
                  <a:lnTo>
                    <a:pt x="4937424" y="393602"/>
                  </a:lnTo>
                  <a:lnTo>
                    <a:pt x="5014571" y="367406"/>
                  </a:lnTo>
                  <a:lnTo>
                    <a:pt x="5091719" y="341202"/>
                  </a:lnTo>
                  <a:lnTo>
                    <a:pt x="5168866" y="314989"/>
                  </a:lnTo>
                  <a:lnTo>
                    <a:pt x="5246013" y="288770"/>
                  </a:lnTo>
                  <a:lnTo>
                    <a:pt x="5323161" y="262544"/>
                  </a:lnTo>
                  <a:lnTo>
                    <a:pt x="5400308" y="236312"/>
                  </a:lnTo>
                  <a:lnTo>
                    <a:pt x="5477455" y="210074"/>
                  </a:lnTo>
                  <a:lnTo>
                    <a:pt x="5554602" y="183831"/>
                  </a:lnTo>
                  <a:lnTo>
                    <a:pt x="5631750" y="157582"/>
                  </a:lnTo>
                  <a:lnTo>
                    <a:pt x="5708897" y="131329"/>
                  </a:lnTo>
                  <a:lnTo>
                    <a:pt x="5786044" y="105071"/>
                  </a:lnTo>
                  <a:lnTo>
                    <a:pt x="5863191" y="78809"/>
                  </a:lnTo>
                  <a:lnTo>
                    <a:pt x="5940339" y="52543"/>
                  </a:lnTo>
                  <a:lnTo>
                    <a:pt x="6017486" y="26273"/>
                  </a:lnTo>
                  <a:lnTo>
                    <a:pt x="6094633" y="0"/>
                  </a:lnTo>
                  <a:lnTo>
                    <a:pt x="6094633" y="229584"/>
                  </a:lnTo>
                  <a:lnTo>
                    <a:pt x="6017486" y="251567"/>
                  </a:lnTo>
                  <a:lnTo>
                    <a:pt x="5940339" y="273554"/>
                  </a:lnTo>
                  <a:lnTo>
                    <a:pt x="5863191" y="295544"/>
                  </a:lnTo>
                  <a:lnTo>
                    <a:pt x="5786044" y="317538"/>
                  </a:lnTo>
                  <a:lnTo>
                    <a:pt x="5708897" y="339537"/>
                  </a:lnTo>
                  <a:lnTo>
                    <a:pt x="5631750" y="361540"/>
                  </a:lnTo>
                  <a:lnTo>
                    <a:pt x="5554602" y="383548"/>
                  </a:lnTo>
                  <a:lnTo>
                    <a:pt x="5477455" y="405561"/>
                  </a:lnTo>
                  <a:lnTo>
                    <a:pt x="5400308" y="427579"/>
                  </a:lnTo>
                  <a:lnTo>
                    <a:pt x="5323161" y="449603"/>
                  </a:lnTo>
                  <a:lnTo>
                    <a:pt x="5246013" y="471634"/>
                  </a:lnTo>
                  <a:lnTo>
                    <a:pt x="5168866" y="493671"/>
                  </a:lnTo>
                  <a:lnTo>
                    <a:pt x="5091719" y="515715"/>
                  </a:lnTo>
                  <a:lnTo>
                    <a:pt x="5014571" y="537767"/>
                  </a:lnTo>
                  <a:lnTo>
                    <a:pt x="4937424" y="559827"/>
                  </a:lnTo>
                  <a:lnTo>
                    <a:pt x="4860277" y="581896"/>
                  </a:lnTo>
                  <a:lnTo>
                    <a:pt x="4783130" y="603975"/>
                  </a:lnTo>
                  <a:lnTo>
                    <a:pt x="4705982" y="626064"/>
                  </a:lnTo>
                  <a:lnTo>
                    <a:pt x="4628835" y="648164"/>
                  </a:lnTo>
                  <a:lnTo>
                    <a:pt x="4551688" y="670277"/>
                  </a:lnTo>
                  <a:lnTo>
                    <a:pt x="4474541" y="692402"/>
                  </a:lnTo>
                  <a:lnTo>
                    <a:pt x="4397393" y="714542"/>
                  </a:lnTo>
                  <a:lnTo>
                    <a:pt x="4320246" y="736697"/>
                  </a:lnTo>
                  <a:lnTo>
                    <a:pt x="4243099" y="758869"/>
                  </a:lnTo>
                  <a:lnTo>
                    <a:pt x="4165952" y="781060"/>
                  </a:lnTo>
                  <a:lnTo>
                    <a:pt x="4088804" y="803271"/>
                  </a:lnTo>
                  <a:lnTo>
                    <a:pt x="4011657" y="825505"/>
                  </a:lnTo>
                  <a:lnTo>
                    <a:pt x="3934510" y="847763"/>
                  </a:lnTo>
                  <a:lnTo>
                    <a:pt x="3857363" y="870048"/>
                  </a:lnTo>
                  <a:lnTo>
                    <a:pt x="3780215" y="892362"/>
                  </a:lnTo>
                  <a:lnTo>
                    <a:pt x="3703068" y="914710"/>
                  </a:lnTo>
                  <a:lnTo>
                    <a:pt x="3625921" y="937094"/>
                  </a:lnTo>
                  <a:lnTo>
                    <a:pt x="3548774" y="959518"/>
                  </a:lnTo>
                  <a:lnTo>
                    <a:pt x="3471626" y="981987"/>
                  </a:lnTo>
                  <a:lnTo>
                    <a:pt x="3394479" y="1004506"/>
                  </a:lnTo>
                  <a:lnTo>
                    <a:pt x="3317332" y="1027080"/>
                  </a:lnTo>
                  <a:lnTo>
                    <a:pt x="3240184" y="1049715"/>
                  </a:lnTo>
                  <a:lnTo>
                    <a:pt x="3163037" y="1072417"/>
                  </a:lnTo>
                  <a:lnTo>
                    <a:pt x="3085890" y="1095196"/>
                  </a:lnTo>
                  <a:lnTo>
                    <a:pt x="3008743" y="1118057"/>
                  </a:lnTo>
                  <a:lnTo>
                    <a:pt x="2931595" y="1141010"/>
                  </a:lnTo>
                  <a:lnTo>
                    <a:pt x="2854448" y="1164065"/>
                  </a:lnTo>
                  <a:lnTo>
                    <a:pt x="2777301" y="1187229"/>
                  </a:lnTo>
                  <a:lnTo>
                    <a:pt x="2700154" y="1210513"/>
                  </a:lnTo>
                  <a:lnTo>
                    <a:pt x="2623006" y="1233925"/>
                  </a:lnTo>
                  <a:lnTo>
                    <a:pt x="2545859" y="1257475"/>
                  </a:lnTo>
                  <a:lnTo>
                    <a:pt x="2468712" y="1281169"/>
                  </a:lnTo>
                  <a:lnTo>
                    <a:pt x="2391565" y="1305013"/>
                  </a:lnTo>
                  <a:lnTo>
                    <a:pt x="2314417" y="1329012"/>
                  </a:lnTo>
                  <a:lnTo>
                    <a:pt x="2237270" y="1353167"/>
                  </a:lnTo>
                  <a:lnTo>
                    <a:pt x="2160123" y="1377477"/>
                  </a:lnTo>
                  <a:lnTo>
                    <a:pt x="2082976" y="1401941"/>
                  </a:lnTo>
                  <a:lnTo>
                    <a:pt x="2005828" y="1426553"/>
                  </a:lnTo>
                  <a:lnTo>
                    <a:pt x="1928681" y="1451307"/>
                  </a:lnTo>
                  <a:lnTo>
                    <a:pt x="1851534" y="1476196"/>
                  </a:lnTo>
                  <a:lnTo>
                    <a:pt x="1774387" y="1501210"/>
                  </a:lnTo>
                  <a:lnTo>
                    <a:pt x="1697239" y="1526340"/>
                  </a:lnTo>
                  <a:lnTo>
                    <a:pt x="1620092" y="1551578"/>
                  </a:lnTo>
                  <a:lnTo>
                    <a:pt x="1542945" y="1576913"/>
                  </a:lnTo>
                  <a:lnTo>
                    <a:pt x="1465797" y="1602337"/>
                  </a:lnTo>
                  <a:lnTo>
                    <a:pt x="1388650" y="1627842"/>
                  </a:lnTo>
                  <a:lnTo>
                    <a:pt x="1311503" y="1653419"/>
                  </a:lnTo>
                  <a:lnTo>
                    <a:pt x="1234356" y="1679062"/>
                  </a:lnTo>
                  <a:lnTo>
                    <a:pt x="1157208" y="1704764"/>
                  </a:lnTo>
                  <a:lnTo>
                    <a:pt x="1080061" y="1730519"/>
                  </a:lnTo>
                  <a:lnTo>
                    <a:pt x="1002914" y="1756322"/>
                  </a:lnTo>
                  <a:lnTo>
                    <a:pt x="925767" y="1782169"/>
                  </a:lnTo>
                  <a:lnTo>
                    <a:pt x="848619" y="1808054"/>
                  </a:lnTo>
                  <a:lnTo>
                    <a:pt x="771472" y="1833974"/>
                  </a:lnTo>
                  <a:lnTo>
                    <a:pt x="694325" y="1859926"/>
                  </a:lnTo>
                  <a:lnTo>
                    <a:pt x="617178" y="1885907"/>
                  </a:lnTo>
                  <a:lnTo>
                    <a:pt x="540030" y="1911914"/>
                  </a:lnTo>
                  <a:lnTo>
                    <a:pt x="462883" y="1937945"/>
                  </a:lnTo>
                  <a:lnTo>
                    <a:pt x="385736" y="1963997"/>
                  </a:lnTo>
                  <a:lnTo>
                    <a:pt x="308589" y="1990069"/>
                  </a:lnTo>
                  <a:lnTo>
                    <a:pt x="231441" y="2016159"/>
                  </a:lnTo>
                  <a:lnTo>
                    <a:pt x="154294" y="2042266"/>
                  </a:lnTo>
                  <a:lnTo>
                    <a:pt x="77147" y="2068388"/>
                  </a:lnTo>
                  <a:lnTo>
                    <a:pt x="0" y="2094523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623266"/>
              <a:ext cx="6094633" cy="1947316"/>
            </a:xfrm>
            <a:custGeom>
              <a:avLst/>
              <a:pathLst>
                <a:path w="6094633" h="1947316">
                  <a:moveTo>
                    <a:pt x="0" y="1947316"/>
                  </a:moveTo>
                  <a:lnTo>
                    <a:pt x="77147" y="1925195"/>
                  </a:lnTo>
                  <a:lnTo>
                    <a:pt x="154294" y="1903060"/>
                  </a:lnTo>
                  <a:lnTo>
                    <a:pt x="231441" y="1880910"/>
                  </a:lnTo>
                  <a:lnTo>
                    <a:pt x="308589" y="1858744"/>
                  </a:lnTo>
                  <a:lnTo>
                    <a:pt x="385736" y="1836560"/>
                  </a:lnTo>
                  <a:lnTo>
                    <a:pt x="462883" y="1814355"/>
                  </a:lnTo>
                  <a:lnTo>
                    <a:pt x="540030" y="1792130"/>
                  </a:lnTo>
                  <a:lnTo>
                    <a:pt x="617178" y="1769880"/>
                  </a:lnTo>
                  <a:lnTo>
                    <a:pt x="694325" y="1747605"/>
                  </a:lnTo>
                  <a:lnTo>
                    <a:pt x="771472" y="1725301"/>
                  </a:lnTo>
                  <a:lnTo>
                    <a:pt x="848619" y="1702965"/>
                  </a:lnTo>
                  <a:lnTo>
                    <a:pt x="925767" y="1680593"/>
                  </a:lnTo>
                  <a:lnTo>
                    <a:pt x="1002914" y="1658183"/>
                  </a:lnTo>
                  <a:lnTo>
                    <a:pt x="1080061" y="1635730"/>
                  </a:lnTo>
                  <a:lnTo>
                    <a:pt x="1157208" y="1613229"/>
                  </a:lnTo>
                  <a:lnTo>
                    <a:pt x="1234356" y="1590674"/>
                  </a:lnTo>
                  <a:lnTo>
                    <a:pt x="1311503" y="1568061"/>
                  </a:lnTo>
                  <a:lnTo>
                    <a:pt x="1388650" y="1545382"/>
                  </a:lnTo>
                  <a:lnTo>
                    <a:pt x="1465797" y="1522630"/>
                  </a:lnTo>
                  <a:lnTo>
                    <a:pt x="1542945" y="1499798"/>
                  </a:lnTo>
                  <a:lnTo>
                    <a:pt x="1620092" y="1476877"/>
                  </a:lnTo>
                  <a:lnTo>
                    <a:pt x="1697239" y="1453858"/>
                  </a:lnTo>
                  <a:lnTo>
                    <a:pt x="1774387" y="1430732"/>
                  </a:lnTo>
                  <a:lnTo>
                    <a:pt x="1851534" y="1407490"/>
                  </a:lnTo>
                  <a:lnTo>
                    <a:pt x="1928681" y="1384122"/>
                  </a:lnTo>
                  <a:lnTo>
                    <a:pt x="2005828" y="1360619"/>
                  </a:lnTo>
                  <a:lnTo>
                    <a:pt x="2082976" y="1336975"/>
                  </a:lnTo>
                  <a:lnTo>
                    <a:pt x="2160123" y="1313182"/>
                  </a:lnTo>
                  <a:lnTo>
                    <a:pt x="2237270" y="1289237"/>
                  </a:lnTo>
                  <a:lnTo>
                    <a:pt x="2314417" y="1265135"/>
                  </a:lnTo>
                  <a:lnTo>
                    <a:pt x="2391565" y="1240877"/>
                  </a:lnTo>
                  <a:lnTo>
                    <a:pt x="2468712" y="1216465"/>
                  </a:lnTo>
                  <a:lnTo>
                    <a:pt x="2545859" y="1191903"/>
                  </a:lnTo>
                  <a:lnTo>
                    <a:pt x="2623006" y="1167196"/>
                  </a:lnTo>
                  <a:lnTo>
                    <a:pt x="2700154" y="1142352"/>
                  </a:lnTo>
                  <a:lnTo>
                    <a:pt x="2777301" y="1117380"/>
                  </a:lnTo>
                  <a:lnTo>
                    <a:pt x="2854448" y="1092288"/>
                  </a:lnTo>
                  <a:lnTo>
                    <a:pt x="2931595" y="1067085"/>
                  </a:lnTo>
                  <a:lnTo>
                    <a:pt x="3008743" y="1041782"/>
                  </a:lnTo>
                  <a:lnTo>
                    <a:pt x="3085890" y="1016387"/>
                  </a:lnTo>
                  <a:lnTo>
                    <a:pt x="3163037" y="990909"/>
                  </a:lnTo>
                  <a:lnTo>
                    <a:pt x="3240184" y="965356"/>
                  </a:lnTo>
                  <a:lnTo>
                    <a:pt x="3317332" y="939734"/>
                  </a:lnTo>
                  <a:lnTo>
                    <a:pt x="3394479" y="914052"/>
                  </a:lnTo>
                  <a:lnTo>
                    <a:pt x="3471626" y="888314"/>
                  </a:lnTo>
                  <a:lnTo>
                    <a:pt x="3548774" y="862526"/>
                  </a:lnTo>
                  <a:lnTo>
                    <a:pt x="3625921" y="836694"/>
                  </a:lnTo>
                  <a:lnTo>
                    <a:pt x="3703068" y="810822"/>
                  </a:lnTo>
                  <a:lnTo>
                    <a:pt x="3780215" y="784913"/>
                  </a:lnTo>
                  <a:lnTo>
                    <a:pt x="3857363" y="758971"/>
                  </a:lnTo>
                  <a:lnTo>
                    <a:pt x="3934510" y="733000"/>
                  </a:lnTo>
                  <a:lnTo>
                    <a:pt x="4011657" y="707001"/>
                  </a:lnTo>
                  <a:lnTo>
                    <a:pt x="4088804" y="680979"/>
                  </a:lnTo>
                  <a:lnTo>
                    <a:pt x="4165952" y="654933"/>
                  </a:lnTo>
                  <a:lnTo>
                    <a:pt x="4243099" y="628868"/>
                  </a:lnTo>
                  <a:lnTo>
                    <a:pt x="4320246" y="602784"/>
                  </a:lnTo>
                  <a:lnTo>
                    <a:pt x="4397393" y="576683"/>
                  </a:lnTo>
                  <a:lnTo>
                    <a:pt x="4474541" y="550566"/>
                  </a:lnTo>
                  <a:lnTo>
                    <a:pt x="4551688" y="524435"/>
                  </a:lnTo>
                  <a:lnTo>
                    <a:pt x="4628835" y="498291"/>
                  </a:lnTo>
                  <a:lnTo>
                    <a:pt x="4705982" y="472135"/>
                  </a:lnTo>
                  <a:lnTo>
                    <a:pt x="4783130" y="445967"/>
                  </a:lnTo>
                  <a:lnTo>
                    <a:pt x="4860277" y="419789"/>
                  </a:lnTo>
                  <a:lnTo>
                    <a:pt x="4937424" y="393602"/>
                  </a:lnTo>
                  <a:lnTo>
                    <a:pt x="5014571" y="367406"/>
                  </a:lnTo>
                  <a:lnTo>
                    <a:pt x="5091719" y="341202"/>
                  </a:lnTo>
                  <a:lnTo>
                    <a:pt x="5168866" y="314989"/>
                  </a:lnTo>
                  <a:lnTo>
                    <a:pt x="5246013" y="288770"/>
                  </a:lnTo>
                  <a:lnTo>
                    <a:pt x="5323161" y="262544"/>
                  </a:lnTo>
                  <a:lnTo>
                    <a:pt x="5400308" y="236312"/>
                  </a:lnTo>
                  <a:lnTo>
                    <a:pt x="5477455" y="210074"/>
                  </a:lnTo>
                  <a:lnTo>
                    <a:pt x="5554602" y="183831"/>
                  </a:lnTo>
                  <a:lnTo>
                    <a:pt x="5631750" y="157582"/>
                  </a:lnTo>
                  <a:lnTo>
                    <a:pt x="5708897" y="131329"/>
                  </a:lnTo>
                  <a:lnTo>
                    <a:pt x="5786044" y="105071"/>
                  </a:lnTo>
                  <a:lnTo>
                    <a:pt x="5863191" y="78809"/>
                  </a:lnTo>
                  <a:lnTo>
                    <a:pt x="5940339" y="52543"/>
                  </a:lnTo>
                  <a:lnTo>
                    <a:pt x="6017486" y="26273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852851"/>
              <a:ext cx="6094633" cy="1864938"/>
            </a:xfrm>
            <a:custGeom>
              <a:avLst/>
              <a:pathLst>
                <a:path w="6094633" h="1864938">
                  <a:moveTo>
                    <a:pt x="6094633" y="0"/>
                  </a:moveTo>
                  <a:lnTo>
                    <a:pt x="6017486" y="21982"/>
                  </a:lnTo>
                  <a:lnTo>
                    <a:pt x="5940339" y="43969"/>
                  </a:lnTo>
                  <a:lnTo>
                    <a:pt x="5863191" y="65959"/>
                  </a:lnTo>
                  <a:lnTo>
                    <a:pt x="5786044" y="87954"/>
                  </a:lnTo>
                  <a:lnTo>
                    <a:pt x="5708897" y="109952"/>
                  </a:lnTo>
                  <a:lnTo>
                    <a:pt x="5631750" y="131955"/>
                  </a:lnTo>
                  <a:lnTo>
                    <a:pt x="5554602" y="153963"/>
                  </a:lnTo>
                  <a:lnTo>
                    <a:pt x="5477455" y="175976"/>
                  </a:lnTo>
                  <a:lnTo>
                    <a:pt x="5400308" y="197994"/>
                  </a:lnTo>
                  <a:lnTo>
                    <a:pt x="5323161" y="220019"/>
                  </a:lnTo>
                  <a:lnTo>
                    <a:pt x="5246013" y="242049"/>
                  </a:lnTo>
                  <a:lnTo>
                    <a:pt x="5168866" y="264086"/>
                  </a:lnTo>
                  <a:lnTo>
                    <a:pt x="5091719" y="286131"/>
                  </a:lnTo>
                  <a:lnTo>
                    <a:pt x="5014571" y="308182"/>
                  </a:lnTo>
                  <a:lnTo>
                    <a:pt x="4937424" y="330243"/>
                  </a:lnTo>
                  <a:lnTo>
                    <a:pt x="4860277" y="352312"/>
                  </a:lnTo>
                  <a:lnTo>
                    <a:pt x="4783130" y="374390"/>
                  </a:lnTo>
                  <a:lnTo>
                    <a:pt x="4705982" y="396479"/>
                  </a:lnTo>
                  <a:lnTo>
                    <a:pt x="4628835" y="418580"/>
                  </a:lnTo>
                  <a:lnTo>
                    <a:pt x="4551688" y="440692"/>
                  </a:lnTo>
                  <a:lnTo>
                    <a:pt x="4474541" y="462817"/>
                  </a:lnTo>
                  <a:lnTo>
                    <a:pt x="4397393" y="484957"/>
                  </a:lnTo>
                  <a:lnTo>
                    <a:pt x="4320246" y="507112"/>
                  </a:lnTo>
                  <a:lnTo>
                    <a:pt x="4243099" y="529285"/>
                  </a:lnTo>
                  <a:lnTo>
                    <a:pt x="4165952" y="551476"/>
                  </a:lnTo>
                  <a:lnTo>
                    <a:pt x="4088804" y="573687"/>
                  </a:lnTo>
                  <a:lnTo>
                    <a:pt x="4011657" y="595920"/>
                  </a:lnTo>
                  <a:lnTo>
                    <a:pt x="3934510" y="618178"/>
                  </a:lnTo>
                  <a:lnTo>
                    <a:pt x="3857363" y="640463"/>
                  </a:lnTo>
                  <a:lnTo>
                    <a:pt x="3780215" y="662778"/>
                  </a:lnTo>
                  <a:lnTo>
                    <a:pt x="3703068" y="685125"/>
                  </a:lnTo>
                  <a:lnTo>
                    <a:pt x="3625921" y="707509"/>
                  </a:lnTo>
                  <a:lnTo>
                    <a:pt x="3548774" y="729934"/>
                  </a:lnTo>
                  <a:lnTo>
                    <a:pt x="3471626" y="752403"/>
                  </a:lnTo>
                  <a:lnTo>
                    <a:pt x="3394479" y="774921"/>
                  </a:lnTo>
                  <a:lnTo>
                    <a:pt x="3317332" y="797495"/>
                  </a:lnTo>
                  <a:lnTo>
                    <a:pt x="3240184" y="820130"/>
                  </a:lnTo>
                  <a:lnTo>
                    <a:pt x="3163037" y="842833"/>
                  </a:lnTo>
                  <a:lnTo>
                    <a:pt x="3085890" y="865611"/>
                  </a:lnTo>
                  <a:lnTo>
                    <a:pt x="3008743" y="888472"/>
                  </a:lnTo>
                  <a:lnTo>
                    <a:pt x="2931595" y="911426"/>
                  </a:lnTo>
                  <a:lnTo>
                    <a:pt x="2854448" y="934480"/>
                  </a:lnTo>
                  <a:lnTo>
                    <a:pt x="2777301" y="957644"/>
                  </a:lnTo>
                  <a:lnTo>
                    <a:pt x="2700154" y="980928"/>
                  </a:lnTo>
                  <a:lnTo>
                    <a:pt x="2623006" y="1004341"/>
                  </a:lnTo>
                  <a:lnTo>
                    <a:pt x="2545859" y="1027890"/>
                  </a:lnTo>
                  <a:lnTo>
                    <a:pt x="2468712" y="1051584"/>
                  </a:lnTo>
                  <a:lnTo>
                    <a:pt x="2391565" y="1075429"/>
                  </a:lnTo>
                  <a:lnTo>
                    <a:pt x="2314417" y="1099427"/>
                  </a:lnTo>
                  <a:lnTo>
                    <a:pt x="2237270" y="1123582"/>
                  </a:lnTo>
                  <a:lnTo>
                    <a:pt x="2160123" y="1147893"/>
                  </a:lnTo>
                  <a:lnTo>
                    <a:pt x="2082976" y="1172356"/>
                  </a:lnTo>
                  <a:lnTo>
                    <a:pt x="2005828" y="1196968"/>
                  </a:lnTo>
                  <a:lnTo>
                    <a:pt x="1928681" y="1221723"/>
                  </a:lnTo>
                  <a:lnTo>
                    <a:pt x="1851534" y="1246611"/>
                  </a:lnTo>
                  <a:lnTo>
                    <a:pt x="1774387" y="1271625"/>
                  </a:lnTo>
                  <a:lnTo>
                    <a:pt x="1697239" y="1296755"/>
                  </a:lnTo>
                  <a:lnTo>
                    <a:pt x="1620092" y="1321993"/>
                  </a:lnTo>
                  <a:lnTo>
                    <a:pt x="1542945" y="1347328"/>
                  </a:lnTo>
                  <a:lnTo>
                    <a:pt x="1465797" y="1372752"/>
                  </a:lnTo>
                  <a:lnTo>
                    <a:pt x="1388650" y="1398257"/>
                  </a:lnTo>
                  <a:lnTo>
                    <a:pt x="1311503" y="1423834"/>
                  </a:lnTo>
                  <a:lnTo>
                    <a:pt x="1234356" y="1449477"/>
                  </a:lnTo>
                  <a:lnTo>
                    <a:pt x="1157208" y="1475179"/>
                  </a:lnTo>
                  <a:lnTo>
                    <a:pt x="1080061" y="1500935"/>
                  </a:lnTo>
                  <a:lnTo>
                    <a:pt x="1002914" y="1526738"/>
                  </a:lnTo>
                  <a:lnTo>
                    <a:pt x="925767" y="1552584"/>
                  </a:lnTo>
                  <a:lnTo>
                    <a:pt x="848619" y="1578469"/>
                  </a:lnTo>
                  <a:lnTo>
                    <a:pt x="771472" y="1604390"/>
                  </a:lnTo>
                  <a:lnTo>
                    <a:pt x="694325" y="1630342"/>
                  </a:lnTo>
                  <a:lnTo>
                    <a:pt x="617178" y="1656323"/>
                  </a:lnTo>
                  <a:lnTo>
                    <a:pt x="540030" y="1682330"/>
                  </a:lnTo>
                  <a:lnTo>
                    <a:pt x="462883" y="1708360"/>
                  </a:lnTo>
                  <a:lnTo>
                    <a:pt x="385736" y="1734413"/>
                  </a:lnTo>
                  <a:lnTo>
                    <a:pt x="308589" y="1760485"/>
                  </a:lnTo>
                  <a:lnTo>
                    <a:pt x="231441" y="1786575"/>
                  </a:lnTo>
                  <a:lnTo>
                    <a:pt x="154294" y="1812681"/>
                  </a:lnTo>
                  <a:lnTo>
                    <a:pt x="77147" y="1838803"/>
                  </a:lnTo>
                  <a:lnTo>
                    <a:pt x="0" y="1864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2456926" y="2738058"/>
              <a:ext cx="6094633" cy="1906127"/>
            </a:xfrm>
            <a:custGeom>
              <a:avLst/>
              <a:pathLst>
                <a:path w="6094633" h="1906127">
                  <a:moveTo>
                    <a:pt x="0" y="1906127"/>
                  </a:moveTo>
                  <a:lnTo>
                    <a:pt x="77147" y="1881999"/>
                  </a:lnTo>
                  <a:lnTo>
                    <a:pt x="154294" y="1857871"/>
                  </a:lnTo>
                  <a:lnTo>
                    <a:pt x="231441" y="1833742"/>
                  </a:lnTo>
                  <a:lnTo>
                    <a:pt x="308589" y="1809614"/>
                  </a:lnTo>
                  <a:lnTo>
                    <a:pt x="385736" y="1785486"/>
                  </a:lnTo>
                  <a:lnTo>
                    <a:pt x="462883" y="1761358"/>
                  </a:lnTo>
                  <a:lnTo>
                    <a:pt x="540030" y="1737230"/>
                  </a:lnTo>
                  <a:lnTo>
                    <a:pt x="617178" y="1713101"/>
                  </a:lnTo>
                  <a:lnTo>
                    <a:pt x="694325" y="1688973"/>
                  </a:lnTo>
                  <a:lnTo>
                    <a:pt x="771472" y="1664845"/>
                  </a:lnTo>
                  <a:lnTo>
                    <a:pt x="848619" y="1640717"/>
                  </a:lnTo>
                  <a:lnTo>
                    <a:pt x="925767" y="1616589"/>
                  </a:lnTo>
                  <a:lnTo>
                    <a:pt x="1002914" y="1592460"/>
                  </a:lnTo>
                  <a:lnTo>
                    <a:pt x="1080061" y="1568332"/>
                  </a:lnTo>
                  <a:lnTo>
                    <a:pt x="1157208" y="1544204"/>
                  </a:lnTo>
                  <a:lnTo>
                    <a:pt x="1234356" y="1520076"/>
                  </a:lnTo>
                  <a:lnTo>
                    <a:pt x="1311503" y="1495948"/>
                  </a:lnTo>
                  <a:lnTo>
                    <a:pt x="1388650" y="1471819"/>
                  </a:lnTo>
                  <a:lnTo>
                    <a:pt x="1465797" y="1447691"/>
                  </a:lnTo>
                  <a:lnTo>
                    <a:pt x="1542945" y="1423563"/>
                  </a:lnTo>
                  <a:lnTo>
                    <a:pt x="1620092" y="1399435"/>
                  </a:lnTo>
                  <a:lnTo>
                    <a:pt x="1697239" y="1375307"/>
                  </a:lnTo>
                  <a:lnTo>
                    <a:pt x="1774387" y="1351179"/>
                  </a:lnTo>
                  <a:lnTo>
                    <a:pt x="1851534" y="1327050"/>
                  </a:lnTo>
                  <a:lnTo>
                    <a:pt x="1928681" y="1302922"/>
                  </a:lnTo>
                  <a:lnTo>
                    <a:pt x="2005828" y="1278794"/>
                  </a:lnTo>
                  <a:lnTo>
                    <a:pt x="2082976" y="1254666"/>
                  </a:lnTo>
                  <a:lnTo>
                    <a:pt x="2160123" y="1230538"/>
                  </a:lnTo>
                  <a:lnTo>
                    <a:pt x="2237270" y="1206409"/>
                  </a:lnTo>
                  <a:lnTo>
                    <a:pt x="2314417" y="1182281"/>
                  </a:lnTo>
                  <a:lnTo>
                    <a:pt x="2391565" y="1158153"/>
                  </a:lnTo>
                  <a:lnTo>
                    <a:pt x="2468712" y="1134025"/>
                  </a:lnTo>
                  <a:lnTo>
                    <a:pt x="2545859" y="1109897"/>
                  </a:lnTo>
                  <a:lnTo>
                    <a:pt x="2623006" y="1085768"/>
                  </a:lnTo>
                  <a:lnTo>
                    <a:pt x="2700154" y="1061640"/>
                  </a:lnTo>
                  <a:lnTo>
                    <a:pt x="2777301" y="1037512"/>
                  </a:lnTo>
                  <a:lnTo>
                    <a:pt x="2854448" y="1013384"/>
                  </a:lnTo>
                  <a:lnTo>
                    <a:pt x="2931595" y="989256"/>
                  </a:lnTo>
                  <a:lnTo>
                    <a:pt x="3008743" y="965127"/>
                  </a:lnTo>
                  <a:lnTo>
                    <a:pt x="3085890" y="940999"/>
                  </a:lnTo>
                  <a:lnTo>
                    <a:pt x="3163037" y="916871"/>
                  </a:lnTo>
                  <a:lnTo>
                    <a:pt x="3240184" y="892743"/>
                  </a:lnTo>
                  <a:lnTo>
                    <a:pt x="3317332" y="868615"/>
                  </a:lnTo>
                  <a:lnTo>
                    <a:pt x="3394479" y="844486"/>
                  </a:lnTo>
                  <a:lnTo>
                    <a:pt x="3471626" y="820358"/>
                  </a:lnTo>
                  <a:lnTo>
                    <a:pt x="3548774" y="796230"/>
                  </a:lnTo>
                  <a:lnTo>
                    <a:pt x="3625921" y="772102"/>
                  </a:lnTo>
                  <a:lnTo>
                    <a:pt x="3703068" y="747974"/>
                  </a:lnTo>
                  <a:lnTo>
                    <a:pt x="3780215" y="723845"/>
                  </a:lnTo>
                  <a:lnTo>
                    <a:pt x="3857363" y="699717"/>
                  </a:lnTo>
                  <a:lnTo>
                    <a:pt x="3934510" y="675589"/>
                  </a:lnTo>
                  <a:lnTo>
                    <a:pt x="4011657" y="651461"/>
                  </a:lnTo>
                  <a:lnTo>
                    <a:pt x="4088804" y="627333"/>
                  </a:lnTo>
                  <a:lnTo>
                    <a:pt x="4165952" y="603204"/>
                  </a:lnTo>
                  <a:lnTo>
                    <a:pt x="4243099" y="579076"/>
                  </a:lnTo>
                  <a:lnTo>
                    <a:pt x="4320246" y="554948"/>
                  </a:lnTo>
                  <a:lnTo>
                    <a:pt x="4397393" y="530820"/>
                  </a:lnTo>
                  <a:lnTo>
                    <a:pt x="4474541" y="506692"/>
                  </a:lnTo>
                  <a:lnTo>
                    <a:pt x="4551688" y="482563"/>
                  </a:lnTo>
                  <a:lnTo>
                    <a:pt x="4628835" y="458435"/>
                  </a:lnTo>
                  <a:lnTo>
                    <a:pt x="4705982" y="434307"/>
                  </a:lnTo>
                  <a:lnTo>
                    <a:pt x="4783130" y="410179"/>
                  </a:lnTo>
                  <a:lnTo>
                    <a:pt x="4860277" y="386051"/>
                  </a:lnTo>
                  <a:lnTo>
                    <a:pt x="4937424" y="361922"/>
                  </a:lnTo>
                  <a:lnTo>
                    <a:pt x="5014571" y="337794"/>
                  </a:lnTo>
                  <a:lnTo>
                    <a:pt x="5091719" y="313666"/>
                  </a:lnTo>
                  <a:lnTo>
                    <a:pt x="5168866" y="289538"/>
                  </a:lnTo>
                  <a:lnTo>
                    <a:pt x="5246013" y="265410"/>
                  </a:lnTo>
                  <a:lnTo>
                    <a:pt x="5323161" y="241281"/>
                  </a:lnTo>
                  <a:lnTo>
                    <a:pt x="5400308" y="217153"/>
                  </a:lnTo>
                  <a:lnTo>
                    <a:pt x="5477455" y="193025"/>
                  </a:lnTo>
                  <a:lnTo>
                    <a:pt x="5554602" y="168897"/>
                  </a:lnTo>
                  <a:lnTo>
                    <a:pt x="5631750" y="144769"/>
                  </a:lnTo>
                  <a:lnTo>
                    <a:pt x="5708897" y="120640"/>
                  </a:lnTo>
                  <a:lnTo>
                    <a:pt x="5786044" y="96512"/>
                  </a:lnTo>
                  <a:lnTo>
                    <a:pt x="5863191" y="72384"/>
                  </a:lnTo>
                  <a:lnTo>
                    <a:pt x="5940339" y="48256"/>
                  </a:lnTo>
                  <a:lnTo>
                    <a:pt x="6017486" y="24128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0.63 x +31.1   (R² = 0.67)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0.76 x +27.6   (R² = 0.75)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323, n_red = 222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2026-10-08T10:07:56Z</dcterms:modified>
  <cp:category/>
</cp:coreProperties>
</file>