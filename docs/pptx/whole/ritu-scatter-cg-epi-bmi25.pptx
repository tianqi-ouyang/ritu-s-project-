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27497"/>
              <a:ext cx="6094633" cy="2085136"/>
            </a:xfrm>
            <a:custGeom>
              <a:avLst/>
              <a:pathLst>
                <a:path w="6094633" h="2085136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  <a:lnTo>
                    <a:pt x="6094633" y="228965"/>
                  </a:lnTo>
                  <a:lnTo>
                    <a:pt x="6017486" y="250837"/>
                  </a:lnTo>
                  <a:lnTo>
                    <a:pt x="5940339" y="272712"/>
                  </a:lnTo>
                  <a:lnTo>
                    <a:pt x="5863191" y="294591"/>
                  </a:lnTo>
                  <a:lnTo>
                    <a:pt x="5786044" y="316474"/>
                  </a:lnTo>
                  <a:lnTo>
                    <a:pt x="5708897" y="338361"/>
                  </a:lnTo>
                  <a:lnTo>
                    <a:pt x="5631750" y="360253"/>
                  </a:lnTo>
                  <a:lnTo>
                    <a:pt x="5554602" y="382149"/>
                  </a:lnTo>
                  <a:lnTo>
                    <a:pt x="5477455" y="404051"/>
                  </a:lnTo>
                  <a:lnTo>
                    <a:pt x="5400308" y="425958"/>
                  </a:lnTo>
                  <a:lnTo>
                    <a:pt x="5323161" y="447871"/>
                  </a:lnTo>
                  <a:lnTo>
                    <a:pt x="5246013" y="469790"/>
                  </a:lnTo>
                  <a:lnTo>
                    <a:pt x="5168866" y="491716"/>
                  </a:lnTo>
                  <a:lnTo>
                    <a:pt x="5091719" y="513649"/>
                  </a:lnTo>
                  <a:lnTo>
                    <a:pt x="5014571" y="535590"/>
                  </a:lnTo>
                  <a:lnTo>
                    <a:pt x="4937424" y="557539"/>
                  </a:lnTo>
                  <a:lnTo>
                    <a:pt x="4860277" y="579497"/>
                  </a:lnTo>
                  <a:lnTo>
                    <a:pt x="4783130" y="601465"/>
                  </a:lnTo>
                  <a:lnTo>
                    <a:pt x="4705982" y="623443"/>
                  </a:lnTo>
                  <a:lnTo>
                    <a:pt x="4628835" y="645432"/>
                  </a:lnTo>
                  <a:lnTo>
                    <a:pt x="4551688" y="667433"/>
                  </a:lnTo>
                  <a:lnTo>
                    <a:pt x="4474541" y="689448"/>
                  </a:lnTo>
                  <a:lnTo>
                    <a:pt x="4397393" y="711477"/>
                  </a:lnTo>
                  <a:lnTo>
                    <a:pt x="4320246" y="733521"/>
                  </a:lnTo>
                  <a:lnTo>
                    <a:pt x="4243099" y="755583"/>
                  </a:lnTo>
                  <a:lnTo>
                    <a:pt x="4165952" y="777663"/>
                  </a:lnTo>
                  <a:lnTo>
                    <a:pt x="4088804" y="799764"/>
                  </a:lnTo>
                  <a:lnTo>
                    <a:pt x="4011657" y="821887"/>
                  </a:lnTo>
                  <a:lnTo>
                    <a:pt x="3934510" y="844034"/>
                  </a:lnTo>
                  <a:lnTo>
                    <a:pt x="3857363" y="866209"/>
                  </a:lnTo>
                  <a:lnTo>
                    <a:pt x="3780215" y="888414"/>
                  </a:lnTo>
                  <a:lnTo>
                    <a:pt x="3703068" y="910651"/>
                  </a:lnTo>
                  <a:lnTo>
                    <a:pt x="3625921" y="932926"/>
                  </a:lnTo>
                  <a:lnTo>
                    <a:pt x="3548774" y="955240"/>
                  </a:lnTo>
                  <a:lnTo>
                    <a:pt x="3471626" y="977600"/>
                  </a:lnTo>
                  <a:lnTo>
                    <a:pt x="3394479" y="1000009"/>
                  </a:lnTo>
                  <a:lnTo>
                    <a:pt x="3317332" y="1022474"/>
                  </a:lnTo>
                  <a:lnTo>
                    <a:pt x="3240184" y="1045001"/>
                  </a:lnTo>
                  <a:lnTo>
                    <a:pt x="3163037" y="1067595"/>
                  </a:lnTo>
                  <a:lnTo>
                    <a:pt x="3085890" y="1090266"/>
                  </a:lnTo>
                  <a:lnTo>
                    <a:pt x="3008743" y="1113020"/>
                  </a:lnTo>
                  <a:lnTo>
                    <a:pt x="2931595" y="1135866"/>
                  </a:lnTo>
                  <a:lnTo>
                    <a:pt x="2854448" y="1158813"/>
                  </a:lnTo>
                  <a:lnTo>
                    <a:pt x="2777301" y="1181872"/>
                  </a:lnTo>
                  <a:lnTo>
                    <a:pt x="2700154" y="1205050"/>
                  </a:lnTo>
                  <a:lnTo>
                    <a:pt x="2623006" y="1228356"/>
                  </a:lnTo>
                  <a:lnTo>
                    <a:pt x="2545859" y="1251801"/>
                  </a:lnTo>
                  <a:lnTo>
                    <a:pt x="2468712" y="1275389"/>
                  </a:lnTo>
                  <a:lnTo>
                    <a:pt x="2391565" y="1299128"/>
                  </a:lnTo>
                  <a:lnTo>
                    <a:pt x="2314417" y="1323022"/>
                  </a:lnTo>
                  <a:lnTo>
                    <a:pt x="2237270" y="1347071"/>
                  </a:lnTo>
                  <a:lnTo>
                    <a:pt x="2160123" y="1371275"/>
                  </a:lnTo>
                  <a:lnTo>
                    <a:pt x="2082976" y="1395632"/>
                  </a:lnTo>
                  <a:lnTo>
                    <a:pt x="2005828" y="1420137"/>
                  </a:lnTo>
                  <a:lnTo>
                    <a:pt x="1928681" y="1444784"/>
                  </a:lnTo>
                  <a:lnTo>
                    <a:pt x="1851534" y="1469564"/>
                  </a:lnTo>
                  <a:lnTo>
                    <a:pt x="1774387" y="1494469"/>
                  </a:lnTo>
                  <a:lnTo>
                    <a:pt x="1697239" y="1519489"/>
                  </a:lnTo>
                  <a:lnTo>
                    <a:pt x="1620092" y="1544616"/>
                  </a:lnTo>
                  <a:lnTo>
                    <a:pt x="1542945" y="1569839"/>
                  </a:lnTo>
                  <a:lnTo>
                    <a:pt x="1465797" y="1595151"/>
                  </a:lnTo>
                  <a:lnTo>
                    <a:pt x="1388650" y="1620543"/>
                  </a:lnTo>
                  <a:lnTo>
                    <a:pt x="1311503" y="1646007"/>
                  </a:lnTo>
                  <a:lnTo>
                    <a:pt x="1234356" y="1671536"/>
                  </a:lnTo>
                  <a:lnTo>
                    <a:pt x="1157208" y="1697124"/>
                  </a:lnTo>
                  <a:lnTo>
                    <a:pt x="1080061" y="1722764"/>
                  </a:lnTo>
                  <a:lnTo>
                    <a:pt x="1002914" y="1748452"/>
                  </a:lnTo>
                  <a:lnTo>
                    <a:pt x="925767" y="1774183"/>
                  </a:lnTo>
                  <a:lnTo>
                    <a:pt x="848619" y="1799953"/>
                  </a:lnTo>
                  <a:lnTo>
                    <a:pt x="771472" y="1825757"/>
                  </a:lnTo>
                  <a:lnTo>
                    <a:pt x="694325" y="1851593"/>
                  </a:lnTo>
                  <a:lnTo>
                    <a:pt x="617178" y="1877457"/>
                  </a:lnTo>
                  <a:lnTo>
                    <a:pt x="540030" y="1903348"/>
                  </a:lnTo>
                  <a:lnTo>
                    <a:pt x="462883" y="1929262"/>
                  </a:lnTo>
                  <a:lnTo>
                    <a:pt x="385736" y="1955197"/>
                  </a:lnTo>
                  <a:lnTo>
                    <a:pt x="308589" y="1981152"/>
                  </a:lnTo>
                  <a:lnTo>
                    <a:pt x="231441" y="2007125"/>
                  </a:lnTo>
                  <a:lnTo>
                    <a:pt x="154294" y="2033114"/>
                  </a:lnTo>
                  <a:lnTo>
                    <a:pt x="77147" y="2059118"/>
                  </a:lnTo>
                  <a:lnTo>
                    <a:pt x="0" y="208513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27497"/>
              <a:ext cx="6094633" cy="1937911"/>
            </a:xfrm>
            <a:custGeom>
              <a:avLst/>
              <a:pathLst>
                <a:path w="6094633" h="1937911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856463"/>
              <a:ext cx="6094633" cy="1856171"/>
            </a:xfrm>
            <a:custGeom>
              <a:avLst/>
              <a:pathLst>
                <a:path w="6094633" h="1856171">
                  <a:moveTo>
                    <a:pt x="6094633" y="0"/>
                  </a:moveTo>
                  <a:lnTo>
                    <a:pt x="6017486" y="21871"/>
                  </a:lnTo>
                  <a:lnTo>
                    <a:pt x="5940339" y="43746"/>
                  </a:lnTo>
                  <a:lnTo>
                    <a:pt x="5863191" y="65625"/>
                  </a:lnTo>
                  <a:lnTo>
                    <a:pt x="5786044" y="87508"/>
                  </a:lnTo>
                  <a:lnTo>
                    <a:pt x="5708897" y="109395"/>
                  </a:lnTo>
                  <a:lnTo>
                    <a:pt x="5631750" y="131287"/>
                  </a:lnTo>
                  <a:lnTo>
                    <a:pt x="5554602" y="153184"/>
                  </a:lnTo>
                  <a:lnTo>
                    <a:pt x="5477455" y="175085"/>
                  </a:lnTo>
                  <a:lnTo>
                    <a:pt x="5400308" y="196992"/>
                  </a:lnTo>
                  <a:lnTo>
                    <a:pt x="5323161" y="218905"/>
                  </a:lnTo>
                  <a:lnTo>
                    <a:pt x="5246013" y="240825"/>
                  </a:lnTo>
                  <a:lnTo>
                    <a:pt x="5168866" y="262751"/>
                  </a:lnTo>
                  <a:lnTo>
                    <a:pt x="5091719" y="284684"/>
                  </a:lnTo>
                  <a:lnTo>
                    <a:pt x="5014571" y="306625"/>
                  </a:lnTo>
                  <a:lnTo>
                    <a:pt x="4937424" y="328574"/>
                  </a:lnTo>
                  <a:lnTo>
                    <a:pt x="4860277" y="350532"/>
                  </a:lnTo>
                  <a:lnTo>
                    <a:pt x="4783130" y="372499"/>
                  </a:lnTo>
                  <a:lnTo>
                    <a:pt x="4705982" y="394477"/>
                  </a:lnTo>
                  <a:lnTo>
                    <a:pt x="4628835" y="416466"/>
                  </a:lnTo>
                  <a:lnTo>
                    <a:pt x="4551688" y="438468"/>
                  </a:lnTo>
                  <a:lnTo>
                    <a:pt x="4474541" y="460482"/>
                  </a:lnTo>
                  <a:lnTo>
                    <a:pt x="4397393" y="482511"/>
                  </a:lnTo>
                  <a:lnTo>
                    <a:pt x="4320246" y="504556"/>
                  </a:lnTo>
                  <a:lnTo>
                    <a:pt x="4243099" y="526617"/>
                  </a:lnTo>
                  <a:lnTo>
                    <a:pt x="4165952" y="548697"/>
                  </a:lnTo>
                  <a:lnTo>
                    <a:pt x="4088804" y="570798"/>
                  </a:lnTo>
                  <a:lnTo>
                    <a:pt x="4011657" y="592921"/>
                  </a:lnTo>
                  <a:lnTo>
                    <a:pt x="3934510" y="615069"/>
                  </a:lnTo>
                  <a:lnTo>
                    <a:pt x="3857363" y="637243"/>
                  </a:lnTo>
                  <a:lnTo>
                    <a:pt x="3780215" y="659448"/>
                  </a:lnTo>
                  <a:lnTo>
                    <a:pt x="3703068" y="681686"/>
                  </a:lnTo>
                  <a:lnTo>
                    <a:pt x="3625921" y="703960"/>
                  </a:lnTo>
                  <a:lnTo>
                    <a:pt x="3548774" y="726275"/>
                  </a:lnTo>
                  <a:lnTo>
                    <a:pt x="3471626" y="748634"/>
                  </a:lnTo>
                  <a:lnTo>
                    <a:pt x="3394479" y="771044"/>
                  </a:lnTo>
                  <a:lnTo>
                    <a:pt x="3317332" y="793509"/>
                  </a:lnTo>
                  <a:lnTo>
                    <a:pt x="3240184" y="816035"/>
                  </a:lnTo>
                  <a:lnTo>
                    <a:pt x="3163037" y="838630"/>
                  </a:lnTo>
                  <a:lnTo>
                    <a:pt x="3085890" y="861300"/>
                  </a:lnTo>
                  <a:lnTo>
                    <a:pt x="3008743" y="884054"/>
                  </a:lnTo>
                  <a:lnTo>
                    <a:pt x="2931595" y="906900"/>
                  </a:lnTo>
                  <a:lnTo>
                    <a:pt x="2854448" y="929848"/>
                  </a:lnTo>
                  <a:lnTo>
                    <a:pt x="2777301" y="952906"/>
                  </a:lnTo>
                  <a:lnTo>
                    <a:pt x="2700154" y="976084"/>
                  </a:lnTo>
                  <a:lnTo>
                    <a:pt x="2623006" y="999391"/>
                  </a:lnTo>
                  <a:lnTo>
                    <a:pt x="2545859" y="1022835"/>
                  </a:lnTo>
                  <a:lnTo>
                    <a:pt x="2468712" y="1046424"/>
                  </a:lnTo>
                  <a:lnTo>
                    <a:pt x="2391565" y="1070163"/>
                  </a:lnTo>
                  <a:lnTo>
                    <a:pt x="2314417" y="1094056"/>
                  </a:lnTo>
                  <a:lnTo>
                    <a:pt x="2237270" y="1118105"/>
                  </a:lnTo>
                  <a:lnTo>
                    <a:pt x="2160123" y="1142310"/>
                  </a:lnTo>
                  <a:lnTo>
                    <a:pt x="2082976" y="1166667"/>
                  </a:lnTo>
                  <a:lnTo>
                    <a:pt x="2005828" y="1191172"/>
                  </a:lnTo>
                  <a:lnTo>
                    <a:pt x="1928681" y="1215818"/>
                  </a:lnTo>
                  <a:lnTo>
                    <a:pt x="1851534" y="1240598"/>
                  </a:lnTo>
                  <a:lnTo>
                    <a:pt x="1774387" y="1265503"/>
                  </a:lnTo>
                  <a:lnTo>
                    <a:pt x="1697239" y="1290523"/>
                  </a:lnTo>
                  <a:lnTo>
                    <a:pt x="1620092" y="1315650"/>
                  </a:lnTo>
                  <a:lnTo>
                    <a:pt x="1542945" y="1340874"/>
                  </a:lnTo>
                  <a:lnTo>
                    <a:pt x="1465797" y="1366186"/>
                  </a:lnTo>
                  <a:lnTo>
                    <a:pt x="1388650" y="1391577"/>
                  </a:lnTo>
                  <a:lnTo>
                    <a:pt x="1311503" y="1417041"/>
                  </a:lnTo>
                  <a:lnTo>
                    <a:pt x="1234356" y="1442571"/>
                  </a:lnTo>
                  <a:lnTo>
                    <a:pt x="1157208" y="1468158"/>
                  </a:lnTo>
                  <a:lnTo>
                    <a:pt x="1080061" y="1493799"/>
                  </a:lnTo>
                  <a:lnTo>
                    <a:pt x="1002914" y="1519487"/>
                  </a:lnTo>
                  <a:lnTo>
                    <a:pt x="925767" y="1545218"/>
                  </a:lnTo>
                  <a:lnTo>
                    <a:pt x="848619" y="1570987"/>
                  </a:lnTo>
                  <a:lnTo>
                    <a:pt x="771472" y="1596791"/>
                  </a:lnTo>
                  <a:lnTo>
                    <a:pt x="694325" y="1622627"/>
                  </a:lnTo>
                  <a:lnTo>
                    <a:pt x="617178" y="1648492"/>
                  </a:lnTo>
                  <a:lnTo>
                    <a:pt x="540030" y="1674382"/>
                  </a:lnTo>
                  <a:lnTo>
                    <a:pt x="462883" y="1700296"/>
                  </a:lnTo>
                  <a:lnTo>
                    <a:pt x="385736" y="1726231"/>
                  </a:lnTo>
                  <a:lnTo>
                    <a:pt x="308589" y="1752186"/>
                  </a:lnTo>
                  <a:lnTo>
                    <a:pt x="231441" y="1778159"/>
                  </a:lnTo>
                  <a:lnTo>
                    <a:pt x="154294" y="1804148"/>
                  </a:lnTo>
                  <a:lnTo>
                    <a:pt x="77147" y="1830153"/>
                  </a:lnTo>
                  <a:lnTo>
                    <a:pt x="0" y="18561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41980"/>
              <a:ext cx="6094633" cy="1897041"/>
            </a:xfrm>
            <a:custGeom>
              <a:avLst/>
              <a:pathLst>
                <a:path w="6094633" h="1897041">
                  <a:moveTo>
                    <a:pt x="0" y="1897041"/>
                  </a:moveTo>
                  <a:lnTo>
                    <a:pt x="77147" y="1873028"/>
                  </a:lnTo>
                  <a:lnTo>
                    <a:pt x="154294" y="1849014"/>
                  </a:lnTo>
                  <a:lnTo>
                    <a:pt x="231441" y="1825001"/>
                  </a:lnTo>
                  <a:lnTo>
                    <a:pt x="308589" y="1800988"/>
                  </a:lnTo>
                  <a:lnTo>
                    <a:pt x="385736" y="1776975"/>
                  </a:lnTo>
                  <a:lnTo>
                    <a:pt x="462883" y="1752962"/>
                  </a:lnTo>
                  <a:lnTo>
                    <a:pt x="540030" y="1728948"/>
                  </a:lnTo>
                  <a:lnTo>
                    <a:pt x="617178" y="1704935"/>
                  </a:lnTo>
                  <a:lnTo>
                    <a:pt x="694325" y="1680922"/>
                  </a:lnTo>
                  <a:lnTo>
                    <a:pt x="771472" y="1656909"/>
                  </a:lnTo>
                  <a:lnTo>
                    <a:pt x="848619" y="1632896"/>
                  </a:lnTo>
                  <a:lnTo>
                    <a:pt x="925767" y="1608883"/>
                  </a:lnTo>
                  <a:lnTo>
                    <a:pt x="1002914" y="1584869"/>
                  </a:lnTo>
                  <a:lnTo>
                    <a:pt x="1080061" y="1560856"/>
                  </a:lnTo>
                  <a:lnTo>
                    <a:pt x="1157208" y="1536843"/>
                  </a:lnTo>
                  <a:lnTo>
                    <a:pt x="1234356" y="1512830"/>
                  </a:lnTo>
                  <a:lnTo>
                    <a:pt x="1311503" y="1488817"/>
                  </a:lnTo>
                  <a:lnTo>
                    <a:pt x="1388650" y="1464804"/>
                  </a:lnTo>
                  <a:lnTo>
                    <a:pt x="1465797" y="1440790"/>
                  </a:lnTo>
                  <a:lnTo>
                    <a:pt x="1542945" y="1416777"/>
                  </a:lnTo>
                  <a:lnTo>
                    <a:pt x="1620092" y="1392764"/>
                  </a:lnTo>
                  <a:lnTo>
                    <a:pt x="1697239" y="1368751"/>
                  </a:lnTo>
                  <a:lnTo>
                    <a:pt x="1774387" y="1344738"/>
                  </a:lnTo>
                  <a:lnTo>
                    <a:pt x="1851534" y="1320724"/>
                  </a:lnTo>
                  <a:lnTo>
                    <a:pt x="1928681" y="1296711"/>
                  </a:lnTo>
                  <a:lnTo>
                    <a:pt x="2005828" y="1272698"/>
                  </a:lnTo>
                  <a:lnTo>
                    <a:pt x="2082976" y="1248685"/>
                  </a:lnTo>
                  <a:lnTo>
                    <a:pt x="2160123" y="1224672"/>
                  </a:lnTo>
                  <a:lnTo>
                    <a:pt x="2237270" y="1200659"/>
                  </a:lnTo>
                  <a:lnTo>
                    <a:pt x="2314417" y="1176645"/>
                  </a:lnTo>
                  <a:lnTo>
                    <a:pt x="2391565" y="1152632"/>
                  </a:lnTo>
                  <a:lnTo>
                    <a:pt x="2468712" y="1128619"/>
                  </a:lnTo>
                  <a:lnTo>
                    <a:pt x="2545859" y="1104606"/>
                  </a:lnTo>
                  <a:lnTo>
                    <a:pt x="2623006" y="1080593"/>
                  </a:lnTo>
                  <a:lnTo>
                    <a:pt x="2700154" y="1056579"/>
                  </a:lnTo>
                  <a:lnTo>
                    <a:pt x="2777301" y="1032566"/>
                  </a:lnTo>
                  <a:lnTo>
                    <a:pt x="2854448" y="1008553"/>
                  </a:lnTo>
                  <a:lnTo>
                    <a:pt x="2931595" y="984540"/>
                  </a:lnTo>
                  <a:lnTo>
                    <a:pt x="3008743" y="960527"/>
                  </a:lnTo>
                  <a:lnTo>
                    <a:pt x="3085890" y="936514"/>
                  </a:lnTo>
                  <a:lnTo>
                    <a:pt x="3163037" y="912500"/>
                  </a:lnTo>
                  <a:lnTo>
                    <a:pt x="3240184" y="888487"/>
                  </a:lnTo>
                  <a:lnTo>
                    <a:pt x="3317332" y="864474"/>
                  </a:lnTo>
                  <a:lnTo>
                    <a:pt x="3394479" y="840461"/>
                  </a:lnTo>
                  <a:lnTo>
                    <a:pt x="3471626" y="816448"/>
                  </a:lnTo>
                  <a:lnTo>
                    <a:pt x="3548774" y="792434"/>
                  </a:lnTo>
                  <a:lnTo>
                    <a:pt x="3625921" y="768421"/>
                  </a:lnTo>
                  <a:lnTo>
                    <a:pt x="3703068" y="744408"/>
                  </a:lnTo>
                  <a:lnTo>
                    <a:pt x="3780215" y="720395"/>
                  </a:lnTo>
                  <a:lnTo>
                    <a:pt x="3857363" y="696382"/>
                  </a:lnTo>
                  <a:lnTo>
                    <a:pt x="3934510" y="672369"/>
                  </a:lnTo>
                  <a:lnTo>
                    <a:pt x="4011657" y="648355"/>
                  </a:lnTo>
                  <a:lnTo>
                    <a:pt x="4088804" y="624342"/>
                  </a:lnTo>
                  <a:lnTo>
                    <a:pt x="4165952" y="600329"/>
                  </a:lnTo>
                  <a:lnTo>
                    <a:pt x="4243099" y="576316"/>
                  </a:lnTo>
                  <a:lnTo>
                    <a:pt x="4320246" y="552303"/>
                  </a:lnTo>
                  <a:lnTo>
                    <a:pt x="4397393" y="528289"/>
                  </a:lnTo>
                  <a:lnTo>
                    <a:pt x="4474541" y="504276"/>
                  </a:lnTo>
                  <a:lnTo>
                    <a:pt x="4551688" y="480263"/>
                  </a:lnTo>
                  <a:lnTo>
                    <a:pt x="4628835" y="456250"/>
                  </a:lnTo>
                  <a:lnTo>
                    <a:pt x="4705982" y="432237"/>
                  </a:lnTo>
                  <a:lnTo>
                    <a:pt x="4783130" y="408224"/>
                  </a:lnTo>
                  <a:lnTo>
                    <a:pt x="4860277" y="384210"/>
                  </a:lnTo>
                  <a:lnTo>
                    <a:pt x="4937424" y="360197"/>
                  </a:lnTo>
                  <a:lnTo>
                    <a:pt x="5014571" y="336184"/>
                  </a:lnTo>
                  <a:lnTo>
                    <a:pt x="5091719" y="312171"/>
                  </a:lnTo>
                  <a:lnTo>
                    <a:pt x="5168866" y="288158"/>
                  </a:lnTo>
                  <a:lnTo>
                    <a:pt x="5246013" y="264144"/>
                  </a:lnTo>
                  <a:lnTo>
                    <a:pt x="5323161" y="240131"/>
                  </a:lnTo>
                  <a:lnTo>
                    <a:pt x="5400308" y="216118"/>
                  </a:lnTo>
                  <a:lnTo>
                    <a:pt x="5477455" y="192105"/>
                  </a:lnTo>
                  <a:lnTo>
                    <a:pt x="5554602" y="168092"/>
                  </a:lnTo>
                  <a:lnTo>
                    <a:pt x="5631750" y="144079"/>
                  </a:lnTo>
                  <a:lnTo>
                    <a:pt x="5708897" y="120065"/>
                  </a:lnTo>
                  <a:lnTo>
                    <a:pt x="5786044" y="96052"/>
                  </a:lnTo>
                  <a:lnTo>
                    <a:pt x="5863191" y="72039"/>
                  </a:lnTo>
                  <a:lnTo>
                    <a:pt x="5940339" y="48026"/>
                  </a:lnTo>
                  <a:lnTo>
                    <a:pt x="6017486" y="24013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0.62 x +31.5   (R² = 0.67)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322, n_red = 221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2026-10-27T15:33:41Z</dcterms:modified>
  <cp:category/>
</cp:coreProperties>
</file>