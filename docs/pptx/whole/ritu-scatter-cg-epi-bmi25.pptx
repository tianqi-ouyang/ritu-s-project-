
<file path=[Content_Types].xml><?xml version="1.0" encoding="utf-8"?>
<Types xmlns="http://schemas.openxmlformats.org/package/2006/content-types">
  <Default Extension="xml" ContentType="application/xml"/>
  <Default Extension="jpeg" ContentType="image/jpeg"/>
  <Default Extension="bin" ContentType="application/vnd.openxmlformats-officedocument.presentationml.printerSettings"/>
  <Default Extension="rels" ContentType="application/vnd.openxmlformats-package.relationships+xml"/>
  <Default Extension="gif" ContentType="image/gif"/>
  <Default Extension="png" ContentType="image/png"/>
  <Default Extension="svg" ContentType="image/svg+xml"/>
  <Default Extension="bmp" ContentType="image/bmp"/>
  <Default Extension="emf" ContentType="image/x-emf"/>
  <Default Extension="wmf" ContentType="image/x-wmf"/>
  <Default Extension="tiff" ContentType="image/tiff"/>
  <Default Extension="jpg" ContentType="application/octet-stream"/>
  <Override PartName="/ppt/presentation.xml" ContentType="application/vnd.openxmlformats-officedocument.presentationml.presentation.main+xml"/>
  <Override PartName="/ppt/slideMasters/slideMaster1.xml" ContentType="application/vnd.openxmlformats-officedocument.presentationml.slideMaster+xml"/>
  <Override PartName="/ppt/tags/tag1.xml" ContentType="application/vnd.openxmlformats-officedocument.presentationml.tags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docProps/core.xml" ContentType="application/vnd.openxmlformats-package.core-properties+xml"/>
  <Override PartName="/docProps/app.xml" ContentType="application/vnd.openxmlformats-officedocument.extended-properties+xml"/>
  <Override PartName="/ppt/slides/slide1.xml" ContentType="application/vnd.openxmlformats-officedocument.presentationml.slide+xml"/>
</Types>
</file>

<file path=_rels/.rels><?xml version="1.0" encoding="UTF-8" standalone="yes"?>

<Relationships  xmlns="http://schemas.openxmlformats.org/package/2006/relationships">
<Relationship Id="rId3" Type="http://schemas.openxmlformats.org/package/2006/relationships/metadata/core-properties" Target="docProps/core.xml"/>
<Relationship Id="rId4" Type="http://schemas.openxmlformats.org/officeDocument/2006/relationships/extended-properties" Target="docProps/app.xml"/>
<Relationship Id="rId1" Type="http://schemas.openxmlformats.org/officeDocument/2006/relationships/officeDocument" Target="ppt/presentation.xml"/>
<Relationship Id="rId2" Type="http://schemas.openxmlformats.org/package/2006/relationships/metadata/thumbnail" Target="docProps/thumbnail.jpeg"/>
</Relationships>
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>
  <p:sldMasterIdLst>
    <p:sldMasterId id="2147483648" r:id="rId1"/>
  </p:sldMasterIdLst>
  <p:sldIdLst>
    <p:sldId id="256" r:id="rId8"/>
  </p:sldIdLst>
  <p:sldSz cx="9144000" cy="6858000" type="screen4x3"/>
  <p:notesSz cx="6858000" cy="9144000"/>
  <p:custDataLst>
    <p:tags r:id="rId3"/>
  </p:custDataLst>
  <p:defaultTextStyle>
    <a:defPPr>
      <a:defRPr lang="en-US"/>
    </a:defPPr>
    <a:lvl1pPr marL="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220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>
  <p:normalViewPr>
    <p:restoredLeft sz="15620"/>
    <p:restoredTop sz="94660"/>
  </p:normalViewPr>
  <p:slideViewPr>
    <p:cSldViewPr>
      <p:cViewPr varScale="1">
        <p:scale>
          <a:sx n="92" d="100"/>
          <a:sy n="92" d="100"/>
        </p:scale>
        <p:origin x="-1376" y="-104"/>
      </p:cViewPr>
      <p:guideLst>
        <p:guide orient="horz" pos="2160"/>
        <p:guide pos="2880"/>
      </p:guideLst>
    </p:cSldViewPr>
  </p:slideViewPr>
  <p:notesTextViewPr>
    <p:cViewPr>
      <p:scale>
        <a:sx n="1" d="1"/>
        <a:sy n="1" d="1"/>
      </p:scale>
      <p:origin x="0" y="0"/>
    </p:cViewPr>
  </p:notesTextViewPr>
  <p:gridSpacing cx="72008" cy="72008"/>
</p:viewPr>
</file>

<file path=ppt/_rels/presentation.xml.rels><?xml version="1.0" encoding="UTF-8" standalone="yes"?>

<Relationships  xmlns="http://schemas.openxmlformats.org/package/2006/relationships">
<Relationship Id="rId3" Type="http://schemas.openxmlformats.org/officeDocument/2006/relationships/tags" Target="tags/tag1.xml"/>
<Relationship Id="rId4" Type="http://schemas.openxmlformats.org/officeDocument/2006/relationships/presProps" Target="presProps.xml"/>
<Relationship Id="rId5" Type="http://schemas.openxmlformats.org/officeDocument/2006/relationships/viewProps" Target="viewProps.xml"/>
<Relationship Id="rId6" Type="http://schemas.openxmlformats.org/officeDocument/2006/relationships/theme" Target="theme/theme1.xml"/>
<Relationship Id="rId7" Type="http://schemas.openxmlformats.org/officeDocument/2006/relationships/tableStyles" Target="tableStyles.xml"/>
<Relationship Id="rId1" Type="http://schemas.openxmlformats.org/officeDocument/2006/relationships/slideMaster" Target="slideMasters/slideMaster1.xml"/>
<Relationship Id="rId2" Type="http://schemas.openxmlformats.org/officeDocument/2006/relationships/printerSettings" Target="printerSettings/printerSettings1.bin"/>
<Relationship Id="rId8" Type="http://schemas.openxmlformats.org/officeDocument/2006/relationships/slide" Target="slides/slide1.xml"/>
</Relationships>
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685800" y="2130425"/>
            <a:ext cx="7772400" cy="1470025"/>
          </a:xfrm>
        </p:spPr>
        <p:txBody>
          <a:bodyPr/>
          <a:lstStyle/>
          <a:p>
            <a:r>
              <a:rPr lang="en-US" smtClean="0"/>
              <a:t>Click to edit Master title style</a:t>
            </a:r>
            <a:endParaRPr lang="en-GB"/>
          </a:p>
        </p:txBody>
      </p:sp>
      <p:sp>
        <p:nvSpPr>
          <p:cNvPr id="3" name="Subtitle 2"/>
          <p:cNvSpPr>
            <a:spLocks noGrp="1"/>
          </p:cNvSpPr>
          <p:nvPr>
            <p:ph type="subTitle" idx="1"/>
          </p:nvPr>
        </p:nvSpPr>
        <p:spPr>
          <a:xfrm>
            <a:off x="1371600" y="3886200"/>
            <a:ext cx="6400800" cy="1752600"/>
          </a:xfrm>
        </p:spPr>
        <p:txBody>
          <a:bodyPr/>
          <a:lstStyle>
            <a:lvl1pPr marL="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1pPr>
            <a:lvl2pPr marL="457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2pPr>
            <a:lvl3pPr marL="914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3pPr>
            <a:lvl4pPr marL="1371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4pPr>
            <a:lvl5pPr marL="18288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5pPr>
            <a:lvl6pPr marL="22860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6pPr>
            <a:lvl7pPr marL="2743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7pPr>
            <a:lvl8pPr marL="3200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8pPr>
            <a:lvl9pPr marL="3657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r>
              <a:rPr lang="en-US" smtClean="0"/>
              <a:t>Click to edit Master subtitle style</a:t>
            </a:r>
            <a:endParaRPr lang="en-GB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E6744CE3-0875-4B69-89C0-6F72D8139561}" type="datetimeFigureOut">
              <a:rPr lang="en-GB" smtClean="0"/>
              <a:t>26/05/17</a:t>
            </a:fld>
            <a:endParaRPr lang="en-GB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GB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8DADB20D-508E-4C6D-A9E4-257D5607B0F6}" type="slidenum">
              <a:rPr lang="en-GB" smtClean="0"/>
              <a:t>‹#›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4214881138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GB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GB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E6744CE3-0875-4B69-89C0-6F72D8139561}" type="datetimeFigureOut">
              <a:rPr lang="en-GB" smtClean="0"/>
              <a:t>26/05/17</a:t>
            </a:fld>
            <a:endParaRPr lang="en-GB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GB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8DADB20D-508E-4C6D-A9E4-257D5607B0F6}" type="slidenum">
              <a:rPr lang="en-GB" smtClean="0"/>
              <a:t>‹#›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271576982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722313" y="4406900"/>
            <a:ext cx="7772400" cy="1362075"/>
          </a:xfrm>
        </p:spPr>
        <p:txBody>
          <a:bodyPr anchor="t"/>
          <a:lstStyle>
            <a:lvl1pPr algn="l">
              <a:defRPr sz="4000" b="1" cap="all"/>
            </a:lvl1pPr>
          </a:lstStyle>
          <a:p>
            <a:r>
              <a:rPr lang="en-US" smtClean="0"/>
              <a:t>Click to edit Master title style</a:t>
            </a:r>
            <a:endParaRPr lang="en-GB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722313" y="2906713"/>
            <a:ext cx="7772400" cy="1500187"/>
          </a:xfrm>
        </p:spPr>
        <p:txBody>
          <a:bodyPr anchor="b"/>
          <a:lstStyle>
            <a:lvl1pPr marL="0" indent="0">
              <a:buNone/>
              <a:defRPr sz="2000">
                <a:solidFill>
                  <a:schemeClr val="tx1">
                    <a:tint val="75000"/>
                  </a:schemeClr>
                </a:solidFill>
              </a:defRPr>
            </a:lvl1pPr>
            <a:lvl2pPr marL="457200" indent="0">
              <a:buNone/>
              <a:defRPr sz="1800">
                <a:solidFill>
                  <a:schemeClr val="tx1">
                    <a:tint val="75000"/>
                  </a:schemeClr>
                </a:solidFill>
              </a:defRPr>
            </a:lvl2pPr>
            <a:lvl3pPr marL="9144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3pPr>
            <a:lvl4pPr marL="1371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4pPr>
            <a:lvl5pPr marL="18288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5pPr>
            <a:lvl6pPr marL="22860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6pPr>
            <a:lvl7pPr marL="27432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7pPr>
            <a:lvl8pPr marL="32004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8pPr>
            <a:lvl9pPr marL="3657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E6744CE3-0875-4B69-89C0-6F72D8139561}" type="datetimeFigureOut">
              <a:rPr lang="en-GB" smtClean="0"/>
              <a:t>26/05/17</a:t>
            </a:fld>
            <a:endParaRPr lang="en-GB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GB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8DADB20D-508E-4C6D-A9E4-257D5607B0F6}" type="slidenum">
              <a:rPr lang="en-GB" smtClean="0"/>
              <a:t>‹#›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1431545585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GB"/>
          </a:p>
        </p:txBody>
      </p:sp>
      <p:sp>
        <p:nvSpPr>
          <p:cNvPr id="3" name="Content Placeholder 2"/>
          <p:cNvSpPr>
            <a:spLocks noGrp="1"/>
          </p:cNvSpPr>
          <p:nvPr>
            <p:ph sz="half" idx="1"/>
          </p:nvPr>
        </p:nvSpPr>
        <p:spPr>
          <a:xfrm>
            <a:off x="457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GB"/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648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GB"/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E6744CE3-0875-4B69-89C0-6F72D8139561}" type="datetimeFigureOut">
              <a:rPr lang="en-GB" smtClean="0"/>
              <a:t>26/05/17</a:t>
            </a:fld>
            <a:endParaRPr lang="en-GB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GB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8DADB20D-508E-4C6D-A9E4-257D5607B0F6}" type="slidenum">
              <a:rPr lang="en-GB" smtClean="0"/>
              <a:t>‹#›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468392282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>
            <a:lvl1pPr>
              <a:defRPr/>
            </a:lvl1pPr>
          </a:lstStyle>
          <a:p>
            <a:r>
              <a:rPr lang="en-US" smtClean="0"/>
              <a:t>Click to edit Master title style</a:t>
            </a:r>
            <a:endParaRPr lang="en-GB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535113"/>
            <a:ext cx="4040188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57200" y="2174875"/>
            <a:ext cx="4040188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GB"/>
          </a:p>
        </p:txBody>
      </p:sp>
      <p:sp>
        <p:nvSpPr>
          <p:cNvPr id="5" name="Text Placeholder 4"/>
          <p:cNvSpPr>
            <a:spLocks noGrp="1"/>
          </p:cNvSpPr>
          <p:nvPr>
            <p:ph type="body" sz="quarter" idx="3"/>
          </p:nvPr>
        </p:nvSpPr>
        <p:spPr>
          <a:xfrm>
            <a:off x="4645025" y="1535113"/>
            <a:ext cx="4041775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6" name="Content Placeholder 5"/>
          <p:cNvSpPr>
            <a:spLocks noGrp="1"/>
          </p:cNvSpPr>
          <p:nvPr>
            <p:ph sz="quarter" idx="4"/>
          </p:nvPr>
        </p:nvSpPr>
        <p:spPr>
          <a:xfrm>
            <a:off x="4645025" y="2174875"/>
            <a:ext cx="4041775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GB"/>
          </a:p>
        </p:txBody>
      </p:sp>
      <p:sp>
        <p:nvSpPr>
          <p:cNvPr id="7" name="Date Placeholder 6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E6744CE3-0875-4B69-89C0-6F72D8139561}" type="datetimeFigureOut">
              <a:rPr lang="en-GB" smtClean="0"/>
              <a:t>26/05/17</a:t>
            </a:fld>
            <a:endParaRPr lang="en-GB"/>
          </a:p>
        </p:txBody>
      </p:sp>
      <p:sp>
        <p:nvSpPr>
          <p:cNvPr id="8" name="Footer Placeholder 7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GB"/>
          </a:p>
        </p:txBody>
      </p:sp>
      <p:sp>
        <p:nvSpPr>
          <p:cNvPr id="9" name="Slide Number Placeholder 8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8DADB20D-508E-4C6D-A9E4-257D5607B0F6}" type="slidenum">
              <a:rPr lang="en-GB" smtClean="0"/>
              <a:t>‹#›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2120349123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GB"/>
          </a:p>
        </p:txBody>
      </p:sp>
      <p:sp>
        <p:nvSpPr>
          <p:cNvPr id="3" name="Date Placeholder 2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E6744CE3-0875-4B69-89C0-6F72D8139561}" type="datetimeFigureOut">
              <a:rPr lang="en-GB" smtClean="0"/>
              <a:t>26/05/17</a:t>
            </a:fld>
            <a:endParaRPr lang="en-GB"/>
          </a:p>
        </p:txBody>
      </p:sp>
      <p:sp>
        <p:nvSpPr>
          <p:cNvPr id="4" name="Footer Placeholder 3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GB"/>
          </a:p>
        </p:txBody>
      </p:sp>
      <p:sp>
        <p:nvSpPr>
          <p:cNvPr id="5" name="Slide Number Placeholder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8DADB20D-508E-4C6D-A9E4-257D5607B0F6}" type="slidenum">
              <a:rPr lang="en-GB" smtClean="0"/>
              <a:t>‹#›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1385807973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E6744CE3-0875-4B69-89C0-6F72D8139561}" type="datetimeFigureOut">
              <a:rPr lang="en-GB" smtClean="0"/>
              <a:t>26/05/17</a:t>
            </a:fld>
            <a:endParaRPr lang="en-GB"/>
          </a:p>
        </p:txBody>
      </p:sp>
      <p:sp>
        <p:nvSpPr>
          <p:cNvPr id="3" name="Footer Placeholder 2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GB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8DADB20D-508E-4C6D-A9E4-257D5607B0F6}" type="slidenum">
              <a:rPr lang="en-GB" smtClean="0"/>
              <a:t>‹#›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2755996059"/>
      </p:ext>
    </p:extLst>
  </p:cSld>
  <p:clrMapOvr>
    <a:masterClrMapping/>
  </p:clrMapOvr>
</p:sldLayout>
</file>

<file path=ppt/slideMasters/_rels/slideMaster1.xml.rels><?xml version="1.0" encoding="UTF-8" standalone="yes"?>
<Relationships xmlns="http://schemas.openxmlformats.org/package/2006/relationships"><Relationship Id="rId3" Type="http://schemas.openxmlformats.org/officeDocument/2006/relationships/slideLayout" Target="../slideLayouts/slideLayout3.xml"/><Relationship Id="rId4" Type="http://schemas.openxmlformats.org/officeDocument/2006/relationships/slideLayout" Target="../slideLayouts/slideLayout4.xml"/><Relationship Id="rId5" Type="http://schemas.openxmlformats.org/officeDocument/2006/relationships/slideLayout" Target="../slideLayouts/slideLayout5.xml"/><Relationship Id="rId6" Type="http://schemas.openxmlformats.org/officeDocument/2006/relationships/slideLayout" Target="../slideLayouts/slideLayout6.xml"/><Relationship Id="rId7" Type="http://schemas.openxmlformats.org/officeDocument/2006/relationships/slideLayout" Target="../slideLayouts/slideLayout7.xml"/><Relationship Id="rId8" Type="http://schemas.openxmlformats.org/officeDocument/2006/relationships/theme" Target="../theme/theme1.xml"/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/>
          <p:cNvSpPr>
            <a:spLocks noGrp="1"/>
          </p:cNvSpPr>
          <p:nvPr>
            <p:ph type="title"/>
          </p:nvPr>
        </p:nvSpPr>
        <p:spPr>
          <a:xfrm>
            <a:off x="457200" y="274638"/>
            <a:ext cx="8229600" cy="1143000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en-US" smtClean="0"/>
              <a:t>Click to edit Master title style</a:t>
            </a:r>
            <a:endParaRPr lang="en-GB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600200"/>
            <a:ext cx="8229600" cy="4525963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GB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2"/>
          </p:nvPr>
        </p:nvSpPr>
        <p:spPr>
          <a:xfrm>
            <a:off x="457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E6744CE3-0875-4B69-89C0-6F72D8139561}" type="datetimeFigureOut">
              <a:rPr lang="en-GB" smtClean="0"/>
              <a:t>26/05/17</a:t>
            </a:fld>
            <a:endParaRPr lang="en-GB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3"/>
          </p:nvPr>
        </p:nvSpPr>
        <p:spPr>
          <a:xfrm>
            <a:off x="3124200" y="6356350"/>
            <a:ext cx="2895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 lang="en-GB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4"/>
          </p:nvPr>
        </p:nvSpPr>
        <p:spPr>
          <a:xfrm>
            <a:off x="6553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8DADB20D-508E-4C6D-A9E4-257D5607B0F6}" type="slidenum">
              <a:rPr lang="en-GB" smtClean="0"/>
              <a:t>‹#›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307823620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</p:sldLayoutIdLst>
  <p:txStyles>
    <p:titleStyle>
      <a:lvl1pPr algn="ctr" defTabSz="9144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914400" rtl="0" eaLnBrk="1" latinLnBrk="0" hangingPunct="1">
        <a:spcBef>
          <a:spcPct val="20000"/>
        </a:spcBef>
        <a:buFont typeface="Arial" panose="020B0604020202020204" pitchFamily="34" charset="0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914400" rtl="0" eaLnBrk="1" latinLnBrk="0" hangingPunct="1">
        <a:spcBef>
          <a:spcPct val="20000"/>
        </a:spcBef>
        <a:buFont typeface="Arial" panose="020B0604020202020204" pitchFamily="34" charset="0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914400" rtl="0" eaLnBrk="1" latinLnBrk="0" hangingPunct="1">
        <a:spcBef>
          <a:spcPct val="20000"/>
        </a:spcBef>
        <a:buFont typeface="Arial" panose="020B0604020202020204" pitchFamily="34" charset="0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914400" rtl="0" eaLnBrk="1" latinLnBrk="0" hangingPunct="1">
        <a:spcBef>
          <a:spcPct val="20000"/>
        </a:spcBef>
        <a:buFont typeface="Arial" panose="020B0604020202020204" pitchFamily="34" charset="0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914400" rtl="0" eaLnBrk="1" latinLnBrk="0" hangingPunct="1">
        <a:spcBef>
          <a:spcPct val="20000"/>
        </a:spcBef>
        <a:buFont typeface="Arial" panose="020B0604020202020204" pitchFamily="34" charset="0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914400" rtl="0" eaLnBrk="1" latinLnBrk="0" hangingPunct="1">
        <a:spcBef>
          <a:spcPct val="20000"/>
        </a:spcBef>
        <a:buFont typeface="Arial" panose="020B0604020202020204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914400" rtl="0" eaLnBrk="1" latinLnBrk="0" hangingPunct="1">
        <a:spcBef>
          <a:spcPct val="20000"/>
        </a:spcBef>
        <a:buFont typeface="Arial" panose="020B0604020202020204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914400" rtl="0" eaLnBrk="1" latinLnBrk="0" hangingPunct="1">
        <a:spcBef>
          <a:spcPct val="20000"/>
        </a:spcBef>
        <a:buFont typeface="Arial" panose="020B0604020202020204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914400" rtl="0" eaLnBrk="1" latinLnBrk="0" hangingPunct="1">
        <a:spcBef>
          <a:spcPct val="20000"/>
        </a:spcBef>
        <a:buFont typeface="Arial" panose="020B0604020202020204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 standalone="yes"?>

<Relationships  xmlns="http://schemas.openxmlformats.org/package/2006/relationships">
<Relationship Id="rId1" Type="http://schemas.openxmlformats.org/officeDocument/2006/relationships/slideLayout" Target="../slideLayouts/slideLayout2.xml"/>
</Relationships>
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pSp xmlns:pic="http://schemas.openxmlformats.org/drawingml/2006/picture">
        <p:nvGrpSpPr>
          <p:cNvPr id="2" name="Content Placeholder 2"/>
          <p:cNvGrpSpPr/>
          <p:nvPr/>
        </p:nvGrpSpPr>
        <p:grpSpPr>
          <a:xfrm>
            <a:off x="457200" y="1600200"/>
            <a:ext cx="8229600" cy="4525963"/>
            <a:chOff x="457200" y="1600200"/>
            <a:chExt cx="8229600" cy="4525963"/>
          </a:xfrm>
        </p:grpSpPr>
        <p:sp>
          <p:nvSpPr>
            <p:cNvPr id="3" name="rc3"/>
            <p:cNvSpPr/>
            <p:nvPr/>
          </p:nvSpPr>
          <p:spPr>
            <a:xfrm>
              <a:off x="457200" y="1600200"/>
              <a:ext cx="8229600" cy="4525962"/>
            </a:xfrm>
            <a:prstGeom prst="rect">
              <a:avLst/>
            </a:prstGeom>
            <a:solidFill>
              <a:srgbClr val="FFFFFF">
                <a:alpha val="100000"/>
              </a:srgbClr>
            </a:solidFill>
            <a:ln w="9525" cap="rnd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" name="pl4"/>
            <p:cNvSpPr/>
            <p:nvPr/>
          </p:nvSpPr>
          <p:spPr>
            <a:xfrm>
              <a:off x="941876" y="5114368"/>
              <a:ext cx="7675334" cy="0"/>
            </a:xfrm>
            <a:custGeom>
              <a:avLst/>
              <a:pathLst>
                <a:path w="7675334" h="0">
                  <a:moveTo>
                    <a:pt x="0" y="0"/>
                  </a:moveTo>
                  <a:lnTo>
                    <a:pt x="7675334" y="0"/>
                  </a:lnTo>
                  <a:lnTo>
                    <a:pt x="7675334" y="0"/>
                  </a:lnTo>
                </a:path>
              </a:pathLst>
            </a:custGeom>
            <a:ln w="6775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" name="pl5"/>
            <p:cNvSpPr/>
            <p:nvPr/>
          </p:nvSpPr>
          <p:spPr>
            <a:xfrm>
              <a:off x="941876" y="4244691"/>
              <a:ext cx="7675334" cy="0"/>
            </a:xfrm>
            <a:custGeom>
              <a:avLst/>
              <a:pathLst>
                <a:path w="7675334" h="0">
                  <a:moveTo>
                    <a:pt x="0" y="0"/>
                  </a:moveTo>
                  <a:lnTo>
                    <a:pt x="7675334" y="0"/>
                  </a:lnTo>
                  <a:lnTo>
                    <a:pt x="7675334" y="0"/>
                  </a:lnTo>
                </a:path>
              </a:pathLst>
            </a:custGeom>
            <a:ln w="6775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" name="pl6"/>
            <p:cNvSpPr/>
            <p:nvPr/>
          </p:nvSpPr>
          <p:spPr>
            <a:xfrm>
              <a:off x="941876" y="3375014"/>
              <a:ext cx="7675334" cy="0"/>
            </a:xfrm>
            <a:custGeom>
              <a:avLst/>
              <a:pathLst>
                <a:path w="7675334" h="0">
                  <a:moveTo>
                    <a:pt x="0" y="0"/>
                  </a:moveTo>
                  <a:lnTo>
                    <a:pt x="7675334" y="0"/>
                  </a:lnTo>
                  <a:lnTo>
                    <a:pt x="7675334" y="0"/>
                  </a:lnTo>
                </a:path>
              </a:pathLst>
            </a:custGeom>
            <a:ln w="6775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" name="pl7"/>
            <p:cNvSpPr/>
            <p:nvPr/>
          </p:nvSpPr>
          <p:spPr>
            <a:xfrm>
              <a:off x="941876" y="2505337"/>
              <a:ext cx="7675334" cy="0"/>
            </a:xfrm>
            <a:custGeom>
              <a:avLst/>
              <a:pathLst>
                <a:path w="7675334" h="0">
                  <a:moveTo>
                    <a:pt x="0" y="0"/>
                  </a:moveTo>
                  <a:lnTo>
                    <a:pt x="7675334" y="0"/>
                  </a:lnTo>
                  <a:lnTo>
                    <a:pt x="7675334" y="0"/>
                  </a:lnTo>
                </a:path>
              </a:pathLst>
            </a:custGeom>
            <a:ln w="6775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" name="pl8"/>
            <p:cNvSpPr/>
            <p:nvPr/>
          </p:nvSpPr>
          <p:spPr>
            <a:xfrm>
              <a:off x="2162952" y="1896563"/>
              <a:ext cx="0" cy="3826579"/>
            </a:xfrm>
            <a:custGeom>
              <a:avLst/>
              <a:pathLst>
                <a:path w="0" h="3826579">
                  <a:moveTo>
                    <a:pt x="0" y="3826579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6775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9" name="pl9"/>
            <p:cNvSpPr/>
            <p:nvPr/>
          </p:nvSpPr>
          <p:spPr>
            <a:xfrm>
              <a:off x="3907346" y="1896563"/>
              <a:ext cx="0" cy="3826579"/>
            </a:xfrm>
            <a:custGeom>
              <a:avLst/>
              <a:pathLst>
                <a:path w="0" h="3826579">
                  <a:moveTo>
                    <a:pt x="0" y="3826579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6775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0" name="pl10"/>
            <p:cNvSpPr/>
            <p:nvPr/>
          </p:nvSpPr>
          <p:spPr>
            <a:xfrm>
              <a:off x="5651740" y="1896563"/>
              <a:ext cx="0" cy="3826579"/>
            </a:xfrm>
            <a:custGeom>
              <a:avLst/>
              <a:pathLst>
                <a:path w="0" h="3826579">
                  <a:moveTo>
                    <a:pt x="0" y="3826579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6775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1" name="pl11"/>
            <p:cNvSpPr/>
            <p:nvPr/>
          </p:nvSpPr>
          <p:spPr>
            <a:xfrm>
              <a:off x="7396134" y="1896563"/>
              <a:ext cx="0" cy="3826579"/>
            </a:xfrm>
            <a:custGeom>
              <a:avLst/>
              <a:pathLst>
                <a:path w="0" h="3826579">
                  <a:moveTo>
                    <a:pt x="0" y="3826579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6775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2" name="pl12"/>
            <p:cNvSpPr/>
            <p:nvPr/>
          </p:nvSpPr>
          <p:spPr>
            <a:xfrm>
              <a:off x="941876" y="5549207"/>
              <a:ext cx="7675334" cy="0"/>
            </a:xfrm>
            <a:custGeom>
              <a:avLst/>
              <a:pathLst>
                <a:path w="7675334" h="0">
                  <a:moveTo>
                    <a:pt x="0" y="0"/>
                  </a:moveTo>
                  <a:lnTo>
                    <a:pt x="7675334" y="0"/>
                  </a:lnTo>
                  <a:lnTo>
                    <a:pt x="7675334" y="0"/>
                  </a:lnTo>
                </a:path>
              </a:pathLst>
            </a:custGeom>
            <a:ln w="13550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3" name="pl13"/>
            <p:cNvSpPr/>
            <p:nvPr/>
          </p:nvSpPr>
          <p:spPr>
            <a:xfrm>
              <a:off x="941876" y="4679530"/>
              <a:ext cx="7675334" cy="0"/>
            </a:xfrm>
            <a:custGeom>
              <a:avLst/>
              <a:pathLst>
                <a:path w="7675334" h="0">
                  <a:moveTo>
                    <a:pt x="0" y="0"/>
                  </a:moveTo>
                  <a:lnTo>
                    <a:pt x="7675334" y="0"/>
                  </a:lnTo>
                  <a:lnTo>
                    <a:pt x="7675334" y="0"/>
                  </a:lnTo>
                </a:path>
              </a:pathLst>
            </a:custGeom>
            <a:ln w="13550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4" name="pl14"/>
            <p:cNvSpPr/>
            <p:nvPr/>
          </p:nvSpPr>
          <p:spPr>
            <a:xfrm>
              <a:off x="941876" y="3809853"/>
              <a:ext cx="7675334" cy="0"/>
            </a:xfrm>
            <a:custGeom>
              <a:avLst/>
              <a:pathLst>
                <a:path w="7675334" h="0">
                  <a:moveTo>
                    <a:pt x="0" y="0"/>
                  </a:moveTo>
                  <a:lnTo>
                    <a:pt x="7675334" y="0"/>
                  </a:lnTo>
                  <a:lnTo>
                    <a:pt x="7675334" y="0"/>
                  </a:lnTo>
                </a:path>
              </a:pathLst>
            </a:custGeom>
            <a:ln w="13550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5" name="pl15"/>
            <p:cNvSpPr/>
            <p:nvPr/>
          </p:nvSpPr>
          <p:spPr>
            <a:xfrm>
              <a:off x="941876" y="2940175"/>
              <a:ext cx="7675334" cy="0"/>
            </a:xfrm>
            <a:custGeom>
              <a:avLst/>
              <a:pathLst>
                <a:path w="7675334" h="0">
                  <a:moveTo>
                    <a:pt x="0" y="0"/>
                  </a:moveTo>
                  <a:lnTo>
                    <a:pt x="7675334" y="0"/>
                  </a:lnTo>
                  <a:lnTo>
                    <a:pt x="7675334" y="0"/>
                  </a:lnTo>
                </a:path>
              </a:pathLst>
            </a:custGeom>
            <a:ln w="13550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6" name="pl16"/>
            <p:cNvSpPr/>
            <p:nvPr/>
          </p:nvSpPr>
          <p:spPr>
            <a:xfrm>
              <a:off x="941876" y="2070498"/>
              <a:ext cx="7675334" cy="0"/>
            </a:xfrm>
            <a:custGeom>
              <a:avLst/>
              <a:pathLst>
                <a:path w="7675334" h="0">
                  <a:moveTo>
                    <a:pt x="0" y="0"/>
                  </a:moveTo>
                  <a:lnTo>
                    <a:pt x="7675334" y="0"/>
                  </a:lnTo>
                  <a:lnTo>
                    <a:pt x="7675334" y="0"/>
                  </a:lnTo>
                </a:path>
              </a:pathLst>
            </a:custGeom>
            <a:ln w="13550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7" name="pl17"/>
            <p:cNvSpPr/>
            <p:nvPr/>
          </p:nvSpPr>
          <p:spPr>
            <a:xfrm>
              <a:off x="1290755" y="1896563"/>
              <a:ext cx="0" cy="3826579"/>
            </a:xfrm>
            <a:custGeom>
              <a:avLst/>
              <a:pathLst>
                <a:path w="0" h="3826579">
                  <a:moveTo>
                    <a:pt x="0" y="3826579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13550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8" name="pl18"/>
            <p:cNvSpPr/>
            <p:nvPr/>
          </p:nvSpPr>
          <p:spPr>
            <a:xfrm>
              <a:off x="3035149" y="1896563"/>
              <a:ext cx="0" cy="3826579"/>
            </a:xfrm>
            <a:custGeom>
              <a:avLst/>
              <a:pathLst>
                <a:path w="0" h="3826579">
                  <a:moveTo>
                    <a:pt x="0" y="3826579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13550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9" name="pl19"/>
            <p:cNvSpPr/>
            <p:nvPr/>
          </p:nvSpPr>
          <p:spPr>
            <a:xfrm>
              <a:off x="4779543" y="1896563"/>
              <a:ext cx="0" cy="3826579"/>
            </a:xfrm>
            <a:custGeom>
              <a:avLst/>
              <a:pathLst>
                <a:path w="0" h="3826579">
                  <a:moveTo>
                    <a:pt x="0" y="3826579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13550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0" name="pl20"/>
            <p:cNvSpPr/>
            <p:nvPr/>
          </p:nvSpPr>
          <p:spPr>
            <a:xfrm>
              <a:off x="6523937" y="1896563"/>
              <a:ext cx="0" cy="3826579"/>
            </a:xfrm>
            <a:custGeom>
              <a:avLst/>
              <a:pathLst>
                <a:path w="0" h="3826579">
                  <a:moveTo>
                    <a:pt x="0" y="3826579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13550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1" name="pl21"/>
            <p:cNvSpPr/>
            <p:nvPr/>
          </p:nvSpPr>
          <p:spPr>
            <a:xfrm>
              <a:off x="8268332" y="1896563"/>
              <a:ext cx="0" cy="3826579"/>
            </a:xfrm>
            <a:custGeom>
              <a:avLst/>
              <a:pathLst>
                <a:path w="0" h="3826579">
                  <a:moveTo>
                    <a:pt x="0" y="3826579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13550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2" name="pt22"/>
            <p:cNvSpPr/>
            <p:nvPr/>
          </p:nvSpPr>
          <p:spPr>
            <a:xfrm>
              <a:off x="5565628" y="3986728"/>
              <a:ext cx="52362" cy="52362"/>
            </a:xfrm>
            <a:prstGeom prst="ellipse">
              <a:avLst/>
            </a:prstGeom>
            <a:solidFill>
              <a:srgbClr val="E31A1C">
                <a:alpha val="60000"/>
              </a:srgbClr>
            </a:solidFill>
            <a:ln w="9000" cap="rnd">
              <a:solidFill>
                <a:srgbClr val="E31A1C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3" name="pt23"/>
            <p:cNvSpPr/>
            <p:nvPr/>
          </p:nvSpPr>
          <p:spPr>
            <a:xfrm>
              <a:off x="3828172" y="3835623"/>
              <a:ext cx="52362" cy="52362"/>
            </a:xfrm>
            <a:prstGeom prst="ellipse">
              <a:avLst/>
            </a:prstGeom>
            <a:solidFill>
              <a:srgbClr val="E31A1C">
                <a:alpha val="60000"/>
              </a:srgbClr>
            </a:solidFill>
            <a:ln w="9000" cap="rnd">
              <a:solidFill>
                <a:srgbClr val="E31A1C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4" name="pt24"/>
            <p:cNvSpPr/>
            <p:nvPr/>
          </p:nvSpPr>
          <p:spPr>
            <a:xfrm>
              <a:off x="3538061" y="4404567"/>
              <a:ext cx="52362" cy="52362"/>
            </a:xfrm>
            <a:prstGeom prst="ellipse">
              <a:avLst/>
            </a:prstGeom>
            <a:solidFill>
              <a:srgbClr val="E31A1C">
                <a:alpha val="60000"/>
              </a:srgbClr>
            </a:solidFill>
            <a:ln w="9000" cap="rnd">
              <a:solidFill>
                <a:srgbClr val="E31A1C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5" name="pt25"/>
            <p:cNvSpPr/>
            <p:nvPr/>
          </p:nvSpPr>
          <p:spPr>
            <a:xfrm>
              <a:off x="3833619" y="4053806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6" name="pt26"/>
            <p:cNvSpPr/>
            <p:nvPr/>
          </p:nvSpPr>
          <p:spPr>
            <a:xfrm>
              <a:off x="5095198" y="3612145"/>
              <a:ext cx="52362" cy="52362"/>
            </a:xfrm>
            <a:prstGeom prst="ellipse">
              <a:avLst/>
            </a:prstGeom>
            <a:solidFill>
              <a:srgbClr val="E31A1C">
                <a:alpha val="60000"/>
              </a:srgbClr>
            </a:solidFill>
            <a:ln w="9000" cap="rnd">
              <a:solidFill>
                <a:srgbClr val="E31A1C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7" name="pt27"/>
            <p:cNvSpPr/>
            <p:nvPr/>
          </p:nvSpPr>
          <p:spPr>
            <a:xfrm>
              <a:off x="2609000" y="4725254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8" name="pt28"/>
            <p:cNvSpPr/>
            <p:nvPr/>
          </p:nvSpPr>
          <p:spPr>
            <a:xfrm>
              <a:off x="3938592" y="4178828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9" name="pt29"/>
            <p:cNvSpPr/>
            <p:nvPr/>
          </p:nvSpPr>
          <p:spPr>
            <a:xfrm>
              <a:off x="3865818" y="4419335"/>
              <a:ext cx="52362" cy="52362"/>
            </a:xfrm>
            <a:prstGeom prst="ellipse">
              <a:avLst/>
            </a:prstGeom>
            <a:solidFill>
              <a:srgbClr val="E31A1C">
                <a:alpha val="60000"/>
              </a:srgbClr>
            </a:solidFill>
            <a:ln w="9000" cap="rnd">
              <a:solidFill>
                <a:srgbClr val="E31A1C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0" name="pt30"/>
            <p:cNvSpPr/>
            <p:nvPr/>
          </p:nvSpPr>
          <p:spPr>
            <a:xfrm>
              <a:off x="4620214" y="3835564"/>
              <a:ext cx="52362" cy="52362"/>
            </a:xfrm>
            <a:prstGeom prst="ellipse">
              <a:avLst/>
            </a:prstGeom>
            <a:solidFill>
              <a:srgbClr val="E31A1C">
                <a:alpha val="60000"/>
              </a:srgbClr>
            </a:solidFill>
            <a:ln w="9000" cap="rnd">
              <a:solidFill>
                <a:srgbClr val="E31A1C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1" name="pt31"/>
            <p:cNvSpPr/>
            <p:nvPr/>
          </p:nvSpPr>
          <p:spPr>
            <a:xfrm>
              <a:off x="3481633" y="4323689"/>
              <a:ext cx="52362" cy="52362"/>
            </a:xfrm>
            <a:prstGeom prst="ellipse">
              <a:avLst/>
            </a:prstGeom>
            <a:solidFill>
              <a:srgbClr val="E31A1C">
                <a:alpha val="60000"/>
              </a:srgbClr>
            </a:solidFill>
            <a:ln w="9000" cap="rnd">
              <a:solidFill>
                <a:srgbClr val="E31A1C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2" name="pt32"/>
            <p:cNvSpPr/>
            <p:nvPr/>
          </p:nvSpPr>
          <p:spPr>
            <a:xfrm>
              <a:off x="3635187" y="3927402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3" name="pt33"/>
            <p:cNvSpPr/>
            <p:nvPr/>
          </p:nvSpPr>
          <p:spPr>
            <a:xfrm>
              <a:off x="2943095" y="4325652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4" name="pt34"/>
            <p:cNvSpPr/>
            <p:nvPr/>
          </p:nvSpPr>
          <p:spPr>
            <a:xfrm>
              <a:off x="4428339" y="4146621"/>
              <a:ext cx="52362" cy="52362"/>
            </a:xfrm>
            <a:prstGeom prst="ellipse">
              <a:avLst/>
            </a:prstGeom>
            <a:solidFill>
              <a:srgbClr val="E31A1C">
                <a:alpha val="60000"/>
              </a:srgbClr>
            </a:solidFill>
            <a:ln w="9000" cap="rnd">
              <a:solidFill>
                <a:srgbClr val="E31A1C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5" name="pt35"/>
            <p:cNvSpPr/>
            <p:nvPr/>
          </p:nvSpPr>
          <p:spPr>
            <a:xfrm>
              <a:off x="3757871" y="4242156"/>
              <a:ext cx="52362" cy="52362"/>
            </a:xfrm>
            <a:prstGeom prst="ellipse">
              <a:avLst/>
            </a:prstGeom>
            <a:solidFill>
              <a:srgbClr val="E31A1C">
                <a:alpha val="60000"/>
              </a:srgbClr>
            </a:solidFill>
            <a:ln w="9000" cap="rnd">
              <a:solidFill>
                <a:srgbClr val="E31A1C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6" name="pt36"/>
            <p:cNvSpPr/>
            <p:nvPr/>
          </p:nvSpPr>
          <p:spPr>
            <a:xfrm>
              <a:off x="6078890" y="3908394"/>
              <a:ext cx="52362" cy="52362"/>
            </a:xfrm>
            <a:prstGeom prst="ellipse">
              <a:avLst/>
            </a:prstGeom>
            <a:solidFill>
              <a:srgbClr val="E31A1C">
                <a:alpha val="60000"/>
              </a:srgbClr>
            </a:solidFill>
            <a:ln w="9000" cap="rnd">
              <a:solidFill>
                <a:srgbClr val="E31A1C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7" name="pt37"/>
            <p:cNvSpPr/>
            <p:nvPr/>
          </p:nvSpPr>
          <p:spPr>
            <a:xfrm>
              <a:off x="4544743" y="3896593"/>
              <a:ext cx="52362" cy="52362"/>
            </a:xfrm>
            <a:prstGeom prst="ellipse">
              <a:avLst/>
            </a:prstGeom>
            <a:solidFill>
              <a:srgbClr val="E31A1C">
                <a:alpha val="60000"/>
              </a:srgbClr>
            </a:solidFill>
            <a:ln w="9000" cap="rnd">
              <a:solidFill>
                <a:srgbClr val="E31A1C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8" name="pt38"/>
            <p:cNvSpPr/>
            <p:nvPr/>
          </p:nvSpPr>
          <p:spPr>
            <a:xfrm>
              <a:off x="6405691" y="3464087"/>
              <a:ext cx="52362" cy="52362"/>
            </a:xfrm>
            <a:prstGeom prst="ellipse">
              <a:avLst/>
            </a:prstGeom>
            <a:solidFill>
              <a:srgbClr val="E31A1C">
                <a:alpha val="60000"/>
              </a:srgbClr>
            </a:solidFill>
            <a:ln w="9000" cap="rnd">
              <a:solidFill>
                <a:srgbClr val="E31A1C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9" name="pt39"/>
            <p:cNvSpPr/>
            <p:nvPr/>
          </p:nvSpPr>
          <p:spPr>
            <a:xfrm>
              <a:off x="3280870" y="4373927"/>
              <a:ext cx="52362" cy="52362"/>
            </a:xfrm>
            <a:prstGeom prst="ellipse">
              <a:avLst/>
            </a:prstGeom>
            <a:solidFill>
              <a:srgbClr val="E31A1C">
                <a:alpha val="60000"/>
              </a:srgbClr>
            </a:solidFill>
            <a:ln w="9000" cap="rnd">
              <a:solidFill>
                <a:srgbClr val="E31A1C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0" name="pt40"/>
            <p:cNvSpPr/>
            <p:nvPr/>
          </p:nvSpPr>
          <p:spPr>
            <a:xfrm>
              <a:off x="3832869" y="4056051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1" name="pt41"/>
            <p:cNvSpPr/>
            <p:nvPr/>
          </p:nvSpPr>
          <p:spPr>
            <a:xfrm>
              <a:off x="4694711" y="4033160"/>
              <a:ext cx="52362" cy="52362"/>
            </a:xfrm>
            <a:prstGeom prst="ellipse">
              <a:avLst/>
            </a:prstGeom>
            <a:solidFill>
              <a:srgbClr val="E31A1C">
                <a:alpha val="60000"/>
              </a:srgbClr>
            </a:solidFill>
            <a:ln w="9000" cap="rnd">
              <a:solidFill>
                <a:srgbClr val="E31A1C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2" name="pt42"/>
            <p:cNvSpPr/>
            <p:nvPr/>
          </p:nvSpPr>
          <p:spPr>
            <a:xfrm>
              <a:off x="7133915" y="3408339"/>
              <a:ext cx="52362" cy="52362"/>
            </a:xfrm>
            <a:prstGeom prst="ellipse">
              <a:avLst/>
            </a:prstGeom>
            <a:solidFill>
              <a:srgbClr val="E31A1C">
                <a:alpha val="60000"/>
              </a:srgbClr>
            </a:solidFill>
            <a:ln w="9000" cap="rnd">
              <a:solidFill>
                <a:srgbClr val="E31A1C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3" name="pt43"/>
            <p:cNvSpPr/>
            <p:nvPr/>
          </p:nvSpPr>
          <p:spPr>
            <a:xfrm>
              <a:off x="4675440" y="3662227"/>
              <a:ext cx="52362" cy="52362"/>
            </a:xfrm>
            <a:prstGeom prst="ellipse">
              <a:avLst/>
            </a:prstGeom>
            <a:solidFill>
              <a:srgbClr val="E31A1C">
                <a:alpha val="60000"/>
              </a:srgbClr>
            </a:solidFill>
            <a:ln w="9000" cap="rnd">
              <a:solidFill>
                <a:srgbClr val="E31A1C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4" name="pt44"/>
            <p:cNvSpPr/>
            <p:nvPr/>
          </p:nvSpPr>
          <p:spPr>
            <a:xfrm>
              <a:off x="3863678" y="4257662"/>
              <a:ext cx="52362" cy="52362"/>
            </a:xfrm>
            <a:prstGeom prst="ellipse">
              <a:avLst/>
            </a:prstGeom>
            <a:solidFill>
              <a:srgbClr val="E31A1C">
                <a:alpha val="60000"/>
              </a:srgbClr>
            </a:solidFill>
            <a:ln w="9000" cap="rnd">
              <a:solidFill>
                <a:srgbClr val="E31A1C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5" name="pt45"/>
            <p:cNvSpPr/>
            <p:nvPr/>
          </p:nvSpPr>
          <p:spPr>
            <a:xfrm>
              <a:off x="3015557" y="4378478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6" name="pt46"/>
            <p:cNvSpPr/>
            <p:nvPr/>
          </p:nvSpPr>
          <p:spPr>
            <a:xfrm>
              <a:off x="6093904" y="3352054"/>
              <a:ext cx="52362" cy="52362"/>
            </a:xfrm>
            <a:prstGeom prst="ellipse">
              <a:avLst/>
            </a:prstGeom>
            <a:solidFill>
              <a:srgbClr val="E31A1C">
                <a:alpha val="60000"/>
              </a:srgbClr>
            </a:solidFill>
            <a:ln w="9000" cap="rnd">
              <a:solidFill>
                <a:srgbClr val="E31A1C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7" name="pt47"/>
            <p:cNvSpPr/>
            <p:nvPr/>
          </p:nvSpPr>
          <p:spPr>
            <a:xfrm>
              <a:off x="3691789" y="4323745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8" name="pt48"/>
            <p:cNvSpPr/>
            <p:nvPr/>
          </p:nvSpPr>
          <p:spPr>
            <a:xfrm>
              <a:off x="2989285" y="4140651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9" name="pt49"/>
            <p:cNvSpPr/>
            <p:nvPr/>
          </p:nvSpPr>
          <p:spPr>
            <a:xfrm>
              <a:off x="5064241" y="3564999"/>
              <a:ext cx="52362" cy="52362"/>
            </a:xfrm>
            <a:prstGeom prst="ellipse">
              <a:avLst/>
            </a:prstGeom>
            <a:solidFill>
              <a:srgbClr val="E31A1C">
                <a:alpha val="60000"/>
              </a:srgbClr>
            </a:solidFill>
            <a:ln w="9000" cap="rnd">
              <a:solidFill>
                <a:srgbClr val="E31A1C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0" name="pt50"/>
            <p:cNvSpPr/>
            <p:nvPr/>
          </p:nvSpPr>
          <p:spPr>
            <a:xfrm>
              <a:off x="3732460" y="3936777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1" name="pt51"/>
            <p:cNvSpPr/>
            <p:nvPr/>
          </p:nvSpPr>
          <p:spPr>
            <a:xfrm>
              <a:off x="4350781" y="3874873"/>
              <a:ext cx="52362" cy="52362"/>
            </a:xfrm>
            <a:prstGeom prst="ellipse">
              <a:avLst/>
            </a:prstGeom>
            <a:solidFill>
              <a:srgbClr val="E31A1C">
                <a:alpha val="60000"/>
              </a:srgbClr>
            </a:solidFill>
            <a:ln w="9000" cap="rnd">
              <a:solidFill>
                <a:srgbClr val="E31A1C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2" name="pt52"/>
            <p:cNvSpPr/>
            <p:nvPr/>
          </p:nvSpPr>
          <p:spPr>
            <a:xfrm>
              <a:off x="2789853" y="4493919"/>
              <a:ext cx="52362" cy="52362"/>
            </a:xfrm>
            <a:prstGeom prst="ellipse">
              <a:avLst/>
            </a:prstGeom>
            <a:solidFill>
              <a:srgbClr val="E31A1C">
                <a:alpha val="60000"/>
              </a:srgbClr>
            </a:solidFill>
            <a:ln w="9000" cap="rnd">
              <a:solidFill>
                <a:srgbClr val="E31A1C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3" name="pt53"/>
            <p:cNvSpPr/>
            <p:nvPr/>
          </p:nvSpPr>
          <p:spPr>
            <a:xfrm>
              <a:off x="4906980" y="3792068"/>
              <a:ext cx="52362" cy="52362"/>
            </a:xfrm>
            <a:prstGeom prst="ellipse">
              <a:avLst/>
            </a:prstGeom>
            <a:solidFill>
              <a:srgbClr val="E31A1C">
                <a:alpha val="60000"/>
              </a:srgbClr>
            </a:solidFill>
            <a:ln w="9000" cap="rnd">
              <a:solidFill>
                <a:srgbClr val="E31A1C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4" name="pt54"/>
            <p:cNvSpPr/>
            <p:nvPr/>
          </p:nvSpPr>
          <p:spPr>
            <a:xfrm>
              <a:off x="4080134" y="3913961"/>
              <a:ext cx="52362" cy="52362"/>
            </a:xfrm>
            <a:prstGeom prst="ellipse">
              <a:avLst/>
            </a:prstGeom>
            <a:solidFill>
              <a:srgbClr val="E31A1C">
                <a:alpha val="60000"/>
              </a:srgbClr>
            </a:solidFill>
            <a:ln w="9000" cap="rnd">
              <a:solidFill>
                <a:srgbClr val="E31A1C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5" name="pt55"/>
            <p:cNvSpPr/>
            <p:nvPr/>
          </p:nvSpPr>
          <p:spPr>
            <a:xfrm>
              <a:off x="4997079" y="4177092"/>
              <a:ext cx="52362" cy="52362"/>
            </a:xfrm>
            <a:prstGeom prst="ellipse">
              <a:avLst/>
            </a:prstGeom>
            <a:solidFill>
              <a:srgbClr val="E31A1C">
                <a:alpha val="60000"/>
              </a:srgbClr>
            </a:solidFill>
            <a:ln w="9000" cap="rnd">
              <a:solidFill>
                <a:srgbClr val="E31A1C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6" name="pt56"/>
            <p:cNvSpPr/>
            <p:nvPr/>
          </p:nvSpPr>
          <p:spPr>
            <a:xfrm>
              <a:off x="2796328" y="4643159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7" name="pt57"/>
            <p:cNvSpPr/>
            <p:nvPr/>
          </p:nvSpPr>
          <p:spPr>
            <a:xfrm>
              <a:off x="4322005" y="3866811"/>
              <a:ext cx="52362" cy="52362"/>
            </a:xfrm>
            <a:prstGeom prst="ellipse">
              <a:avLst/>
            </a:prstGeom>
            <a:solidFill>
              <a:srgbClr val="E31A1C">
                <a:alpha val="60000"/>
              </a:srgbClr>
            </a:solidFill>
            <a:ln w="9000" cap="rnd">
              <a:solidFill>
                <a:srgbClr val="E31A1C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8" name="pt58"/>
            <p:cNvSpPr/>
            <p:nvPr/>
          </p:nvSpPr>
          <p:spPr>
            <a:xfrm>
              <a:off x="4517297" y="3896477"/>
              <a:ext cx="52362" cy="52362"/>
            </a:xfrm>
            <a:prstGeom prst="ellipse">
              <a:avLst/>
            </a:prstGeom>
            <a:solidFill>
              <a:srgbClr val="E31A1C">
                <a:alpha val="60000"/>
              </a:srgbClr>
            </a:solidFill>
            <a:ln w="9000" cap="rnd">
              <a:solidFill>
                <a:srgbClr val="E31A1C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9" name="pt59"/>
            <p:cNvSpPr/>
            <p:nvPr/>
          </p:nvSpPr>
          <p:spPr>
            <a:xfrm>
              <a:off x="3001601" y="4435787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0" name="pt60"/>
            <p:cNvSpPr/>
            <p:nvPr/>
          </p:nvSpPr>
          <p:spPr>
            <a:xfrm>
              <a:off x="3698937" y="3898118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1" name="pt61"/>
            <p:cNvSpPr/>
            <p:nvPr/>
          </p:nvSpPr>
          <p:spPr>
            <a:xfrm>
              <a:off x="3098979" y="4333754"/>
              <a:ext cx="52362" cy="52362"/>
            </a:xfrm>
            <a:prstGeom prst="ellipse">
              <a:avLst/>
            </a:prstGeom>
            <a:solidFill>
              <a:srgbClr val="E31A1C">
                <a:alpha val="60000"/>
              </a:srgbClr>
            </a:solidFill>
            <a:ln w="9000" cap="rnd">
              <a:solidFill>
                <a:srgbClr val="E31A1C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2" name="pt62"/>
            <p:cNvSpPr/>
            <p:nvPr/>
          </p:nvSpPr>
          <p:spPr>
            <a:xfrm>
              <a:off x="4039019" y="4137640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3" name="pt63"/>
            <p:cNvSpPr/>
            <p:nvPr/>
          </p:nvSpPr>
          <p:spPr>
            <a:xfrm>
              <a:off x="3160910" y="4647816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4" name="pt64"/>
            <p:cNvSpPr/>
            <p:nvPr/>
          </p:nvSpPr>
          <p:spPr>
            <a:xfrm>
              <a:off x="6535533" y="3836246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5" name="pt65"/>
            <p:cNvSpPr/>
            <p:nvPr/>
          </p:nvSpPr>
          <p:spPr>
            <a:xfrm>
              <a:off x="3090675" y="4690425"/>
              <a:ext cx="52362" cy="52362"/>
            </a:xfrm>
            <a:prstGeom prst="ellipse">
              <a:avLst/>
            </a:prstGeom>
            <a:solidFill>
              <a:srgbClr val="E31A1C">
                <a:alpha val="60000"/>
              </a:srgbClr>
            </a:solidFill>
            <a:ln w="9000" cap="rnd">
              <a:solidFill>
                <a:srgbClr val="E31A1C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6" name="pt66"/>
            <p:cNvSpPr/>
            <p:nvPr/>
          </p:nvSpPr>
          <p:spPr>
            <a:xfrm>
              <a:off x="3317292" y="4208161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7" name="pt67"/>
            <p:cNvSpPr/>
            <p:nvPr/>
          </p:nvSpPr>
          <p:spPr>
            <a:xfrm>
              <a:off x="3841622" y="3902587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8" name="pt68"/>
            <p:cNvSpPr/>
            <p:nvPr/>
          </p:nvSpPr>
          <p:spPr>
            <a:xfrm>
              <a:off x="6211059" y="3459449"/>
              <a:ext cx="52362" cy="52362"/>
            </a:xfrm>
            <a:prstGeom prst="ellipse">
              <a:avLst/>
            </a:prstGeom>
            <a:solidFill>
              <a:srgbClr val="E31A1C">
                <a:alpha val="60000"/>
              </a:srgbClr>
            </a:solidFill>
            <a:ln w="9000" cap="rnd">
              <a:solidFill>
                <a:srgbClr val="E31A1C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9" name="pt69"/>
            <p:cNvSpPr/>
            <p:nvPr/>
          </p:nvSpPr>
          <p:spPr>
            <a:xfrm>
              <a:off x="6146643" y="2977812"/>
              <a:ext cx="52362" cy="52362"/>
            </a:xfrm>
            <a:prstGeom prst="ellipse">
              <a:avLst/>
            </a:prstGeom>
            <a:solidFill>
              <a:srgbClr val="E31A1C">
                <a:alpha val="60000"/>
              </a:srgbClr>
            </a:solidFill>
            <a:ln w="9000" cap="rnd">
              <a:solidFill>
                <a:srgbClr val="E31A1C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0" name="pt70"/>
            <p:cNvSpPr/>
            <p:nvPr/>
          </p:nvSpPr>
          <p:spPr>
            <a:xfrm>
              <a:off x="5358834" y="3482746"/>
              <a:ext cx="52362" cy="52362"/>
            </a:xfrm>
            <a:prstGeom prst="ellipse">
              <a:avLst/>
            </a:prstGeom>
            <a:solidFill>
              <a:srgbClr val="E31A1C">
                <a:alpha val="60000"/>
              </a:srgbClr>
            </a:solidFill>
            <a:ln w="9000" cap="rnd">
              <a:solidFill>
                <a:srgbClr val="E31A1C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1" name="pt71"/>
            <p:cNvSpPr/>
            <p:nvPr/>
          </p:nvSpPr>
          <p:spPr>
            <a:xfrm>
              <a:off x="4252091" y="3811236"/>
              <a:ext cx="52362" cy="52362"/>
            </a:xfrm>
            <a:prstGeom prst="ellipse">
              <a:avLst/>
            </a:prstGeom>
            <a:solidFill>
              <a:srgbClr val="E31A1C">
                <a:alpha val="60000"/>
              </a:srgbClr>
            </a:solidFill>
            <a:ln w="9000" cap="rnd">
              <a:solidFill>
                <a:srgbClr val="E31A1C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2" name="pt72"/>
            <p:cNvSpPr/>
            <p:nvPr/>
          </p:nvSpPr>
          <p:spPr>
            <a:xfrm>
              <a:off x="4102212" y="4070519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3" name="pt73"/>
            <p:cNvSpPr/>
            <p:nvPr/>
          </p:nvSpPr>
          <p:spPr>
            <a:xfrm>
              <a:off x="3789726" y="4263493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4" name="pt74"/>
            <p:cNvSpPr/>
            <p:nvPr/>
          </p:nvSpPr>
          <p:spPr>
            <a:xfrm>
              <a:off x="3099094" y="4140924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5" name="pt75"/>
            <p:cNvSpPr/>
            <p:nvPr/>
          </p:nvSpPr>
          <p:spPr>
            <a:xfrm>
              <a:off x="6157919" y="3112694"/>
              <a:ext cx="52362" cy="52362"/>
            </a:xfrm>
            <a:prstGeom prst="ellipse">
              <a:avLst/>
            </a:prstGeom>
            <a:solidFill>
              <a:srgbClr val="E31A1C">
                <a:alpha val="60000"/>
              </a:srgbClr>
            </a:solidFill>
            <a:ln w="9000" cap="rnd">
              <a:solidFill>
                <a:srgbClr val="E31A1C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6" name="pt76"/>
            <p:cNvSpPr/>
            <p:nvPr/>
          </p:nvSpPr>
          <p:spPr>
            <a:xfrm>
              <a:off x="5035441" y="3406396"/>
              <a:ext cx="52362" cy="52362"/>
            </a:xfrm>
            <a:prstGeom prst="ellipse">
              <a:avLst/>
            </a:prstGeom>
            <a:solidFill>
              <a:srgbClr val="E31A1C">
                <a:alpha val="60000"/>
              </a:srgbClr>
            </a:solidFill>
            <a:ln w="9000" cap="rnd">
              <a:solidFill>
                <a:srgbClr val="E31A1C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7" name="pt77"/>
            <p:cNvSpPr/>
            <p:nvPr/>
          </p:nvSpPr>
          <p:spPr>
            <a:xfrm>
              <a:off x="4527054" y="3825579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8" name="pt78"/>
            <p:cNvSpPr/>
            <p:nvPr/>
          </p:nvSpPr>
          <p:spPr>
            <a:xfrm>
              <a:off x="4488845" y="4157303"/>
              <a:ext cx="52362" cy="52362"/>
            </a:xfrm>
            <a:prstGeom prst="ellipse">
              <a:avLst/>
            </a:prstGeom>
            <a:solidFill>
              <a:srgbClr val="E31A1C">
                <a:alpha val="60000"/>
              </a:srgbClr>
            </a:solidFill>
            <a:ln w="9000" cap="rnd">
              <a:solidFill>
                <a:srgbClr val="E31A1C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9" name="pt79"/>
            <p:cNvSpPr/>
            <p:nvPr/>
          </p:nvSpPr>
          <p:spPr>
            <a:xfrm>
              <a:off x="3424979" y="4515319"/>
              <a:ext cx="52362" cy="52362"/>
            </a:xfrm>
            <a:prstGeom prst="ellipse">
              <a:avLst/>
            </a:prstGeom>
            <a:solidFill>
              <a:srgbClr val="E31A1C">
                <a:alpha val="60000"/>
              </a:srgbClr>
            </a:solidFill>
            <a:ln w="9000" cap="rnd">
              <a:solidFill>
                <a:srgbClr val="E31A1C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0" name="pt80"/>
            <p:cNvSpPr/>
            <p:nvPr/>
          </p:nvSpPr>
          <p:spPr>
            <a:xfrm>
              <a:off x="3432574" y="4126184"/>
              <a:ext cx="52362" cy="52362"/>
            </a:xfrm>
            <a:prstGeom prst="ellipse">
              <a:avLst/>
            </a:prstGeom>
            <a:solidFill>
              <a:srgbClr val="E31A1C">
                <a:alpha val="60000"/>
              </a:srgbClr>
            </a:solidFill>
            <a:ln w="9000" cap="rnd">
              <a:solidFill>
                <a:srgbClr val="E31A1C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1" name="pt81"/>
            <p:cNvSpPr/>
            <p:nvPr/>
          </p:nvSpPr>
          <p:spPr>
            <a:xfrm>
              <a:off x="3184822" y="4448229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2" name="pt82"/>
            <p:cNvSpPr/>
            <p:nvPr/>
          </p:nvSpPr>
          <p:spPr>
            <a:xfrm>
              <a:off x="4419139" y="3928233"/>
              <a:ext cx="52362" cy="52362"/>
            </a:xfrm>
            <a:prstGeom prst="ellipse">
              <a:avLst/>
            </a:prstGeom>
            <a:solidFill>
              <a:srgbClr val="E31A1C">
                <a:alpha val="60000"/>
              </a:srgbClr>
            </a:solidFill>
            <a:ln w="9000" cap="rnd">
              <a:solidFill>
                <a:srgbClr val="E31A1C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3" name="pt83"/>
            <p:cNvSpPr/>
            <p:nvPr/>
          </p:nvSpPr>
          <p:spPr>
            <a:xfrm>
              <a:off x="4000972" y="3752128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4" name="pt84"/>
            <p:cNvSpPr/>
            <p:nvPr/>
          </p:nvSpPr>
          <p:spPr>
            <a:xfrm>
              <a:off x="3336636" y="4253905"/>
              <a:ext cx="52362" cy="52362"/>
            </a:xfrm>
            <a:prstGeom prst="ellipse">
              <a:avLst/>
            </a:prstGeom>
            <a:solidFill>
              <a:srgbClr val="E31A1C">
                <a:alpha val="60000"/>
              </a:srgbClr>
            </a:solidFill>
            <a:ln w="9000" cap="rnd">
              <a:solidFill>
                <a:srgbClr val="E31A1C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5" name="pt85"/>
            <p:cNvSpPr/>
            <p:nvPr/>
          </p:nvSpPr>
          <p:spPr>
            <a:xfrm>
              <a:off x="4239720" y="4148200"/>
              <a:ext cx="52362" cy="52362"/>
            </a:xfrm>
            <a:prstGeom prst="ellipse">
              <a:avLst/>
            </a:prstGeom>
            <a:solidFill>
              <a:srgbClr val="E31A1C">
                <a:alpha val="60000"/>
              </a:srgbClr>
            </a:solidFill>
            <a:ln w="9000" cap="rnd">
              <a:solidFill>
                <a:srgbClr val="E31A1C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6" name="pt86"/>
            <p:cNvSpPr/>
            <p:nvPr/>
          </p:nvSpPr>
          <p:spPr>
            <a:xfrm>
              <a:off x="4246787" y="4139357"/>
              <a:ext cx="52362" cy="52362"/>
            </a:xfrm>
            <a:prstGeom prst="ellipse">
              <a:avLst/>
            </a:prstGeom>
            <a:solidFill>
              <a:srgbClr val="E31A1C">
                <a:alpha val="60000"/>
              </a:srgbClr>
            </a:solidFill>
            <a:ln w="9000" cap="rnd">
              <a:solidFill>
                <a:srgbClr val="E31A1C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7" name="pt87"/>
            <p:cNvSpPr/>
            <p:nvPr/>
          </p:nvSpPr>
          <p:spPr>
            <a:xfrm>
              <a:off x="4641405" y="3806505"/>
              <a:ext cx="52362" cy="52362"/>
            </a:xfrm>
            <a:prstGeom prst="ellipse">
              <a:avLst/>
            </a:prstGeom>
            <a:solidFill>
              <a:srgbClr val="E31A1C">
                <a:alpha val="60000"/>
              </a:srgbClr>
            </a:solidFill>
            <a:ln w="9000" cap="rnd">
              <a:solidFill>
                <a:srgbClr val="E31A1C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8" name="pt88"/>
            <p:cNvSpPr/>
            <p:nvPr/>
          </p:nvSpPr>
          <p:spPr>
            <a:xfrm>
              <a:off x="3397657" y="4254877"/>
              <a:ext cx="52362" cy="52362"/>
            </a:xfrm>
            <a:prstGeom prst="ellipse">
              <a:avLst/>
            </a:prstGeom>
            <a:solidFill>
              <a:srgbClr val="E31A1C">
                <a:alpha val="60000"/>
              </a:srgbClr>
            </a:solidFill>
            <a:ln w="9000" cap="rnd">
              <a:solidFill>
                <a:srgbClr val="E31A1C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9" name="pt89"/>
            <p:cNvSpPr/>
            <p:nvPr/>
          </p:nvSpPr>
          <p:spPr>
            <a:xfrm>
              <a:off x="3937643" y="4423058"/>
              <a:ext cx="52362" cy="52362"/>
            </a:xfrm>
            <a:prstGeom prst="ellipse">
              <a:avLst/>
            </a:prstGeom>
            <a:solidFill>
              <a:srgbClr val="E31A1C">
                <a:alpha val="60000"/>
              </a:srgbClr>
            </a:solidFill>
            <a:ln w="9000" cap="rnd">
              <a:solidFill>
                <a:srgbClr val="E31A1C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90" name="pt90"/>
            <p:cNvSpPr/>
            <p:nvPr/>
          </p:nvSpPr>
          <p:spPr>
            <a:xfrm>
              <a:off x="3838069" y="3947806"/>
              <a:ext cx="52362" cy="52362"/>
            </a:xfrm>
            <a:prstGeom prst="ellipse">
              <a:avLst/>
            </a:prstGeom>
            <a:solidFill>
              <a:srgbClr val="E31A1C">
                <a:alpha val="60000"/>
              </a:srgbClr>
            </a:solidFill>
            <a:ln w="9000" cap="rnd">
              <a:solidFill>
                <a:srgbClr val="E31A1C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91" name="pt91"/>
            <p:cNvSpPr/>
            <p:nvPr/>
          </p:nvSpPr>
          <p:spPr>
            <a:xfrm>
              <a:off x="4706312" y="3563806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92" name="pt92"/>
            <p:cNvSpPr/>
            <p:nvPr/>
          </p:nvSpPr>
          <p:spPr>
            <a:xfrm>
              <a:off x="4732274" y="3868232"/>
              <a:ext cx="52362" cy="52362"/>
            </a:xfrm>
            <a:prstGeom prst="ellipse">
              <a:avLst/>
            </a:prstGeom>
            <a:solidFill>
              <a:srgbClr val="E31A1C">
                <a:alpha val="60000"/>
              </a:srgbClr>
            </a:solidFill>
            <a:ln w="9000" cap="rnd">
              <a:solidFill>
                <a:srgbClr val="E31A1C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93" name="pt93"/>
            <p:cNvSpPr/>
            <p:nvPr/>
          </p:nvSpPr>
          <p:spPr>
            <a:xfrm>
              <a:off x="3725068" y="4519777"/>
              <a:ext cx="52362" cy="52362"/>
            </a:xfrm>
            <a:prstGeom prst="ellipse">
              <a:avLst/>
            </a:prstGeom>
            <a:solidFill>
              <a:srgbClr val="E31A1C">
                <a:alpha val="60000"/>
              </a:srgbClr>
            </a:solidFill>
            <a:ln w="9000" cap="rnd">
              <a:solidFill>
                <a:srgbClr val="E31A1C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94" name="pt94"/>
            <p:cNvSpPr/>
            <p:nvPr/>
          </p:nvSpPr>
          <p:spPr>
            <a:xfrm>
              <a:off x="2390429" y="4599183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95" name="pt95"/>
            <p:cNvSpPr/>
            <p:nvPr/>
          </p:nvSpPr>
          <p:spPr>
            <a:xfrm>
              <a:off x="4175304" y="3663352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96" name="pt96"/>
            <p:cNvSpPr/>
            <p:nvPr/>
          </p:nvSpPr>
          <p:spPr>
            <a:xfrm>
              <a:off x="4989839" y="3683802"/>
              <a:ext cx="52362" cy="52362"/>
            </a:xfrm>
            <a:prstGeom prst="ellipse">
              <a:avLst/>
            </a:prstGeom>
            <a:solidFill>
              <a:srgbClr val="E31A1C">
                <a:alpha val="60000"/>
              </a:srgbClr>
            </a:solidFill>
            <a:ln w="9000" cap="rnd">
              <a:solidFill>
                <a:srgbClr val="E31A1C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97" name="pt97"/>
            <p:cNvSpPr/>
            <p:nvPr/>
          </p:nvSpPr>
          <p:spPr>
            <a:xfrm>
              <a:off x="3564789" y="4076282"/>
              <a:ext cx="52362" cy="52362"/>
            </a:xfrm>
            <a:prstGeom prst="ellipse">
              <a:avLst/>
            </a:prstGeom>
            <a:solidFill>
              <a:srgbClr val="E31A1C">
                <a:alpha val="60000"/>
              </a:srgbClr>
            </a:solidFill>
            <a:ln w="9000" cap="rnd">
              <a:solidFill>
                <a:srgbClr val="E31A1C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98" name="pt98"/>
            <p:cNvSpPr/>
            <p:nvPr/>
          </p:nvSpPr>
          <p:spPr>
            <a:xfrm>
              <a:off x="4301215" y="3987130"/>
              <a:ext cx="52362" cy="52362"/>
            </a:xfrm>
            <a:prstGeom prst="ellipse">
              <a:avLst/>
            </a:prstGeom>
            <a:solidFill>
              <a:srgbClr val="E31A1C">
                <a:alpha val="60000"/>
              </a:srgbClr>
            </a:solidFill>
            <a:ln w="9000" cap="rnd">
              <a:solidFill>
                <a:srgbClr val="E31A1C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99" name="pt99"/>
            <p:cNvSpPr/>
            <p:nvPr/>
          </p:nvSpPr>
          <p:spPr>
            <a:xfrm>
              <a:off x="3278979" y="4375267"/>
              <a:ext cx="52362" cy="52362"/>
            </a:xfrm>
            <a:prstGeom prst="ellipse">
              <a:avLst/>
            </a:prstGeom>
            <a:solidFill>
              <a:srgbClr val="E31A1C">
                <a:alpha val="60000"/>
              </a:srgbClr>
            </a:solidFill>
            <a:ln w="9000" cap="rnd">
              <a:solidFill>
                <a:srgbClr val="E31A1C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00" name="pt100"/>
            <p:cNvSpPr/>
            <p:nvPr/>
          </p:nvSpPr>
          <p:spPr>
            <a:xfrm>
              <a:off x="3249976" y="4154923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01" name="pt101"/>
            <p:cNvSpPr/>
            <p:nvPr/>
          </p:nvSpPr>
          <p:spPr>
            <a:xfrm>
              <a:off x="5224068" y="3694687"/>
              <a:ext cx="52362" cy="52362"/>
            </a:xfrm>
            <a:prstGeom prst="ellipse">
              <a:avLst/>
            </a:prstGeom>
            <a:solidFill>
              <a:srgbClr val="E31A1C">
                <a:alpha val="60000"/>
              </a:srgbClr>
            </a:solidFill>
            <a:ln w="9000" cap="rnd">
              <a:solidFill>
                <a:srgbClr val="E31A1C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02" name="pt102"/>
            <p:cNvSpPr/>
            <p:nvPr/>
          </p:nvSpPr>
          <p:spPr>
            <a:xfrm>
              <a:off x="5263012" y="3807585"/>
              <a:ext cx="52362" cy="52362"/>
            </a:xfrm>
            <a:prstGeom prst="ellipse">
              <a:avLst/>
            </a:prstGeom>
            <a:solidFill>
              <a:srgbClr val="E31A1C">
                <a:alpha val="60000"/>
              </a:srgbClr>
            </a:solidFill>
            <a:ln w="9000" cap="rnd">
              <a:solidFill>
                <a:srgbClr val="E31A1C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03" name="pt103"/>
            <p:cNvSpPr/>
            <p:nvPr/>
          </p:nvSpPr>
          <p:spPr>
            <a:xfrm>
              <a:off x="3653167" y="4132904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04" name="pt104"/>
            <p:cNvSpPr/>
            <p:nvPr/>
          </p:nvSpPr>
          <p:spPr>
            <a:xfrm>
              <a:off x="4753924" y="4218045"/>
              <a:ext cx="52362" cy="52362"/>
            </a:xfrm>
            <a:prstGeom prst="ellipse">
              <a:avLst/>
            </a:prstGeom>
            <a:solidFill>
              <a:srgbClr val="E31A1C">
                <a:alpha val="60000"/>
              </a:srgbClr>
            </a:solidFill>
            <a:ln w="9000" cap="rnd">
              <a:solidFill>
                <a:srgbClr val="E31A1C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05" name="pt105"/>
            <p:cNvSpPr/>
            <p:nvPr/>
          </p:nvSpPr>
          <p:spPr>
            <a:xfrm>
              <a:off x="4344132" y="3568033"/>
              <a:ext cx="52362" cy="52362"/>
            </a:xfrm>
            <a:prstGeom prst="ellipse">
              <a:avLst/>
            </a:prstGeom>
            <a:solidFill>
              <a:srgbClr val="E31A1C">
                <a:alpha val="60000"/>
              </a:srgbClr>
            </a:solidFill>
            <a:ln w="9000" cap="rnd">
              <a:solidFill>
                <a:srgbClr val="E31A1C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06" name="pt106"/>
            <p:cNvSpPr/>
            <p:nvPr/>
          </p:nvSpPr>
          <p:spPr>
            <a:xfrm>
              <a:off x="3709095" y="4110631"/>
              <a:ext cx="52362" cy="52362"/>
            </a:xfrm>
            <a:prstGeom prst="ellipse">
              <a:avLst/>
            </a:prstGeom>
            <a:solidFill>
              <a:srgbClr val="E31A1C">
                <a:alpha val="60000"/>
              </a:srgbClr>
            </a:solidFill>
            <a:ln w="9000" cap="rnd">
              <a:solidFill>
                <a:srgbClr val="E31A1C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07" name="pt107"/>
            <p:cNvSpPr/>
            <p:nvPr/>
          </p:nvSpPr>
          <p:spPr>
            <a:xfrm>
              <a:off x="4084771" y="3885566"/>
              <a:ext cx="52362" cy="52362"/>
            </a:xfrm>
            <a:prstGeom prst="ellipse">
              <a:avLst/>
            </a:prstGeom>
            <a:solidFill>
              <a:srgbClr val="E31A1C">
                <a:alpha val="60000"/>
              </a:srgbClr>
            </a:solidFill>
            <a:ln w="9000" cap="rnd">
              <a:solidFill>
                <a:srgbClr val="E31A1C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08" name="pt108"/>
            <p:cNvSpPr/>
            <p:nvPr/>
          </p:nvSpPr>
          <p:spPr>
            <a:xfrm>
              <a:off x="3083549" y="4512023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09" name="pt109"/>
            <p:cNvSpPr/>
            <p:nvPr/>
          </p:nvSpPr>
          <p:spPr>
            <a:xfrm>
              <a:off x="4680202" y="3885246"/>
              <a:ext cx="52362" cy="52362"/>
            </a:xfrm>
            <a:prstGeom prst="ellipse">
              <a:avLst/>
            </a:prstGeom>
            <a:solidFill>
              <a:srgbClr val="E31A1C">
                <a:alpha val="60000"/>
              </a:srgbClr>
            </a:solidFill>
            <a:ln w="9000" cap="rnd">
              <a:solidFill>
                <a:srgbClr val="E31A1C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10" name="pt110"/>
            <p:cNvSpPr/>
            <p:nvPr/>
          </p:nvSpPr>
          <p:spPr>
            <a:xfrm>
              <a:off x="2706179" y="4764272"/>
              <a:ext cx="52362" cy="52362"/>
            </a:xfrm>
            <a:prstGeom prst="ellipse">
              <a:avLst/>
            </a:prstGeom>
            <a:solidFill>
              <a:srgbClr val="E31A1C">
                <a:alpha val="60000"/>
              </a:srgbClr>
            </a:solidFill>
            <a:ln w="9000" cap="rnd">
              <a:solidFill>
                <a:srgbClr val="E31A1C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11" name="pt111"/>
            <p:cNvSpPr/>
            <p:nvPr/>
          </p:nvSpPr>
          <p:spPr>
            <a:xfrm>
              <a:off x="5234291" y="3653625"/>
              <a:ext cx="52362" cy="52362"/>
            </a:xfrm>
            <a:prstGeom prst="ellipse">
              <a:avLst/>
            </a:prstGeom>
            <a:solidFill>
              <a:srgbClr val="E31A1C">
                <a:alpha val="60000"/>
              </a:srgbClr>
            </a:solidFill>
            <a:ln w="9000" cap="rnd">
              <a:solidFill>
                <a:srgbClr val="E31A1C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12" name="pt112"/>
            <p:cNvSpPr/>
            <p:nvPr/>
          </p:nvSpPr>
          <p:spPr>
            <a:xfrm>
              <a:off x="6456892" y="3169072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13" name="pt113"/>
            <p:cNvSpPr/>
            <p:nvPr/>
          </p:nvSpPr>
          <p:spPr>
            <a:xfrm>
              <a:off x="3415603" y="4254661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14" name="pt114"/>
            <p:cNvSpPr/>
            <p:nvPr/>
          </p:nvSpPr>
          <p:spPr>
            <a:xfrm>
              <a:off x="4056725" y="3949416"/>
              <a:ext cx="52362" cy="52362"/>
            </a:xfrm>
            <a:prstGeom prst="ellipse">
              <a:avLst/>
            </a:prstGeom>
            <a:solidFill>
              <a:srgbClr val="E31A1C">
                <a:alpha val="60000"/>
              </a:srgbClr>
            </a:solidFill>
            <a:ln w="9000" cap="rnd">
              <a:solidFill>
                <a:srgbClr val="E31A1C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15" name="pt115"/>
            <p:cNvSpPr/>
            <p:nvPr/>
          </p:nvSpPr>
          <p:spPr>
            <a:xfrm>
              <a:off x="3784012" y="4228344"/>
              <a:ext cx="52362" cy="52362"/>
            </a:xfrm>
            <a:prstGeom prst="ellipse">
              <a:avLst/>
            </a:prstGeom>
            <a:solidFill>
              <a:srgbClr val="E31A1C">
                <a:alpha val="60000"/>
              </a:srgbClr>
            </a:solidFill>
            <a:ln w="9000" cap="rnd">
              <a:solidFill>
                <a:srgbClr val="E31A1C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16" name="pt116"/>
            <p:cNvSpPr/>
            <p:nvPr/>
          </p:nvSpPr>
          <p:spPr>
            <a:xfrm>
              <a:off x="4107847" y="4266028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17" name="pt117"/>
            <p:cNvSpPr/>
            <p:nvPr/>
          </p:nvSpPr>
          <p:spPr>
            <a:xfrm>
              <a:off x="3466387" y="4043793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18" name="pt118"/>
            <p:cNvSpPr/>
            <p:nvPr/>
          </p:nvSpPr>
          <p:spPr>
            <a:xfrm>
              <a:off x="4076219" y="3828340"/>
              <a:ext cx="52362" cy="52362"/>
            </a:xfrm>
            <a:prstGeom prst="ellipse">
              <a:avLst/>
            </a:prstGeom>
            <a:solidFill>
              <a:srgbClr val="E31A1C">
                <a:alpha val="60000"/>
              </a:srgbClr>
            </a:solidFill>
            <a:ln w="9000" cap="rnd">
              <a:solidFill>
                <a:srgbClr val="E31A1C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19" name="pt119"/>
            <p:cNvSpPr/>
            <p:nvPr/>
          </p:nvSpPr>
          <p:spPr>
            <a:xfrm>
              <a:off x="5113159" y="3645855"/>
              <a:ext cx="52362" cy="52362"/>
            </a:xfrm>
            <a:prstGeom prst="ellipse">
              <a:avLst/>
            </a:prstGeom>
            <a:solidFill>
              <a:srgbClr val="E31A1C">
                <a:alpha val="60000"/>
              </a:srgbClr>
            </a:solidFill>
            <a:ln w="9000" cap="rnd">
              <a:solidFill>
                <a:srgbClr val="E31A1C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20" name="pt120"/>
            <p:cNvSpPr/>
            <p:nvPr/>
          </p:nvSpPr>
          <p:spPr>
            <a:xfrm>
              <a:off x="3291611" y="4227334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21" name="pt121"/>
            <p:cNvSpPr/>
            <p:nvPr/>
          </p:nvSpPr>
          <p:spPr>
            <a:xfrm>
              <a:off x="3520444" y="3993642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22" name="pt122"/>
            <p:cNvSpPr/>
            <p:nvPr/>
          </p:nvSpPr>
          <p:spPr>
            <a:xfrm>
              <a:off x="3438829" y="4381390"/>
              <a:ext cx="52362" cy="52362"/>
            </a:xfrm>
            <a:prstGeom prst="ellipse">
              <a:avLst/>
            </a:prstGeom>
            <a:solidFill>
              <a:srgbClr val="E31A1C">
                <a:alpha val="60000"/>
              </a:srgbClr>
            </a:solidFill>
            <a:ln w="9000" cap="rnd">
              <a:solidFill>
                <a:srgbClr val="E31A1C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23" name="pt123"/>
            <p:cNvSpPr/>
            <p:nvPr/>
          </p:nvSpPr>
          <p:spPr>
            <a:xfrm>
              <a:off x="5184626" y="3688244"/>
              <a:ext cx="52362" cy="52362"/>
            </a:xfrm>
            <a:prstGeom prst="ellipse">
              <a:avLst/>
            </a:prstGeom>
            <a:solidFill>
              <a:srgbClr val="E31A1C">
                <a:alpha val="60000"/>
              </a:srgbClr>
            </a:solidFill>
            <a:ln w="9000" cap="rnd">
              <a:solidFill>
                <a:srgbClr val="E31A1C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24" name="pt124"/>
            <p:cNvSpPr/>
            <p:nvPr/>
          </p:nvSpPr>
          <p:spPr>
            <a:xfrm>
              <a:off x="4260751" y="4213309"/>
              <a:ext cx="52362" cy="52362"/>
            </a:xfrm>
            <a:prstGeom prst="ellipse">
              <a:avLst/>
            </a:prstGeom>
            <a:solidFill>
              <a:srgbClr val="E31A1C">
                <a:alpha val="60000"/>
              </a:srgbClr>
            </a:solidFill>
            <a:ln w="9000" cap="rnd">
              <a:solidFill>
                <a:srgbClr val="E31A1C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25" name="pt125"/>
            <p:cNvSpPr/>
            <p:nvPr/>
          </p:nvSpPr>
          <p:spPr>
            <a:xfrm>
              <a:off x="4770370" y="3407644"/>
              <a:ext cx="52362" cy="52362"/>
            </a:xfrm>
            <a:prstGeom prst="ellipse">
              <a:avLst/>
            </a:prstGeom>
            <a:solidFill>
              <a:srgbClr val="E31A1C">
                <a:alpha val="60000"/>
              </a:srgbClr>
            </a:solidFill>
            <a:ln w="9000" cap="rnd">
              <a:solidFill>
                <a:srgbClr val="E31A1C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26" name="pt126"/>
            <p:cNvSpPr/>
            <p:nvPr/>
          </p:nvSpPr>
          <p:spPr>
            <a:xfrm>
              <a:off x="4079143" y="4333197"/>
              <a:ext cx="52362" cy="52362"/>
            </a:xfrm>
            <a:prstGeom prst="ellipse">
              <a:avLst/>
            </a:prstGeom>
            <a:solidFill>
              <a:srgbClr val="E31A1C">
                <a:alpha val="60000"/>
              </a:srgbClr>
            </a:solidFill>
            <a:ln w="9000" cap="rnd">
              <a:solidFill>
                <a:srgbClr val="E31A1C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27" name="pt127"/>
            <p:cNvSpPr/>
            <p:nvPr/>
          </p:nvSpPr>
          <p:spPr>
            <a:xfrm>
              <a:off x="4907453" y="3617508"/>
              <a:ext cx="52362" cy="52362"/>
            </a:xfrm>
            <a:prstGeom prst="ellipse">
              <a:avLst/>
            </a:prstGeom>
            <a:solidFill>
              <a:srgbClr val="E31A1C">
                <a:alpha val="60000"/>
              </a:srgbClr>
            </a:solidFill>
            <a:ln w="9000" cap="rnd">
              <a:solidFill>
                <a:srgbClr val="E31A1C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28" name="pt128"/>
            <p:cNvSpPr/>
            <p:nvPr/>
          </p:nvSpPr>
          <p:spPr>
            <a:xfrm>
              <a:off x="5172299" y="3601655"/>
              <a:ext cx="52362" cy="52362"/>
            </a:xfrm>
            <a:prstGeom prst="ellipse">
              <a:avLst/>
            </a:prstGeom>
            <a:solidFill>
              <a:srgbClr val="E31A1C">
                <a:alpha val="60000"/>
              </a:srgbClr>
            </a:solidFill>
            <a:ln w="9000" cap="rnd">
              <a:solidFill>
                <a:srgbClr val="E31A1C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29" name="pt129"/>
            <p:cNvSpPr/>
            <p:nvPr/>
          </p:nvSpPr>
          <p:spPr>
            <a:xfrm>
              <a:off x="3888710" y="3632302"/>
              <a:ext cx="52362" cy="52362"/>
            </a:xfrm>
            <a:prstGeom prst="ellipse">
              <a:avLst/>
            </a:prstGeom>
            <a:solidFill>
              <a:srgbClr val="E31A1C">
                <a:alpha val="60000"/>
              </a:srgbClr>
            </a:solidFill>
            <a:ln w="9000" cap="rnd">
              <a:solidFill>
                <a:srgbClr val="E31A1C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30" name="pt130"/>
            <p:cNvSpPr/>
            <p:nvPr/>
          </p:nvSpPr>
          <p:spPr>
            <a:xfrm>
              <a:off x="3947009" y="3846698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31" name="pt131"/>
            <p:cNvSpPr/>
            <p:nvPr/>
          </p:nvSpPr>
          <p:spPr>
            <a:xfrm>
              <a:off x="8223735" y="3022364"/>
              <a:ext cx="52362" cy="52362"/>
            </a:xfrm>
            <a:prstGeom prst="ellipse">
              <a:avLst/>
            </a:prstGeom>
            <a:solidFill>
              <a:srgbClr val="E31A1C">
                <a:alpha val="60000"/>
              </a:srgbClr>
            </a:solidFill>
            <a:ln w="9000" cap="rnd">
              <a:solidFill>
                <a:srgbClr val="E31A1C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32" name="pt132"/>
            <p:cNvSpPr/>
            <p:nvPr/>
          </p:nvSpPr>
          <p:spPr>
            <a:xfrm>
              <a:off x="2886955" y="4796433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33" name="pt133"/>
            <p:cNvSpPr/>
            <p:nvPr/>
          </p:nvSpPr>
          <p:spPr>
            <a:xfrm>
              <a:off x="2579773" y="4905238"/>
              <a:ext cx="52362" cy="52362"/>
            </a:xfrm>
            <a:prstGeom prst="ellipse">
              <a:avLst/>
            </a:prstGeom>
            <a:solidFill>
              <a:srgbClr val="E31A1C">
                <a:alpha val="60000"/>
              </a:srgbClr>
            </a:solidFill>
            <a:ln w="9000" cap="rnd">
              <a:solidFill>
                <a:srgbClr val="E31A1C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34" name="pt134"/>
            <p:cNvSpPr/>
            <p:nvPr/>
          </p:nvSpPr>
          <p:spPr>
            <a:xfrm>
              <a:off x="3726428" y="4204834"/>
              <a:ext cx="52362" cy="52362"/>
            </a:xfrm>
            <a:prstGeom prst="ellipse">
              <a:avLst/>
            </a:prstGeom>
            <a:solidFill>
              <a:srgbClr val="E31A1C">
                <a:alpha val="60000"/>
              </a:srgbClr>
            </a:solidFill>
            <a:ln w="9000" cap="rnd">
              <a:solidFill>
                <a:srgbClr val="E31A1C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35" name="pt135"/>
            <p:cNvSpPr/>
            <p:nvPr/>
          </p:nvSpPr>
          <p:spPr>
            <a:xfrm>
              <a:off x="5752354" y="3098417"/>
              <a:ext cx="52362" cy="52362"/>
            </a:xfrm>
            <a:prstGeom prst="ellipse">
              <a:avLst/>
            </a:prstGeom>
            <a:solidFill>
              <a:srgbClr val="E31A1C">
                <a:alpha val="60000"/>
              </a:srgbClr>
            </a:solidFill>
            <a:ln w="9000" cap="rnd">
              <a:solidFill>
                <a:srgbClr val="E31A1C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36" name="pt136"/>
            <p:cNvSpPr/>
            <p:nvPr/>
          </p:nvSpPr>
          <p:spPr>
            <a:xfrm>
              <a:off x="3648120" y="3997166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37" name="pt137"/>
            <p:cNvSpPr/>
            <p:nvPr/>
          </p:nvSpPr>
          <p:spPr>
            <a:xfrm>
              <a:off x="4907638" y="3889205"/>
              <a:ext cx="52362" cy="52362"/>
            </a:xfrm>
            <a:prstGeom prst="ellipse">
              <a:avLst/>
            </a:prstGeom>
            <a:solidFill>
              <a:srgbClr val="E31A1C">
                <a:alpha val="60000"/>
              </a:srgbClr>
            </a:solidFill>
            <a:ln w="9000" cap="rnd">
              <a:solidFill>
                <a:srgbClr val="E31A1C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38" name="pt138"/>
            <p:cNvSpPr/>
            <p:nvPr/>
          </p:nvSpPr>
          <p:spPr>
            <a:xfrm>
              <a:off x="5445402" y="3461909"/>
              <a:ext cx="52362" cy="52362"/>
            </a:xfrm>
            <a:prstGeom prst="ellipse">
              <a:avLst/>
            </a:prstGeom>
            <a:solidFill>
              <a:srgbClr val="E31A1C">
                <a:alpha val="60000"/>
              </a:srgbClr>
            </a:solidFill>
            <a:ln w="9000" cap="rnd">
              <a:solidFill>
                <a:srgbClr val="E31A1C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39" name="pt139"/>
            <p:cNvSpPr/>
            <p:nvPr/>
          </p:nvSpPr>
          <p:spPr>
            <a:xfrm>
              <a:off x="5070462" y="3835274"/>
              <a:ext cx="52362" cy="52362"/>
            </a:xfrm>
            <a:prstGeom prst="ellipse">
              <a:avLst/>
            </a:prstGeom>
            <a:solidFill>
              <a:srgbClr val="E31A1C">
                <a:alpha val="60000"/>
              </a:srgbClr>
            </a:solidFill>
            <a:ln w="9000" cap="rnd">
              <a:solidFill>
                <a:srgbClr val="E31A1C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40" name="pt140"/>
            <p:cNvSpPr/>
            <p:nvPr/>
          </p:nvSpPr>
          <p:spPr>
            <a:xfrm>
              <a:off x="2660226" y="4877337"/>
              <a:ext cx="52362" cy="52362"/>
            </a:xfrm>
            <a:prstGeom prst="ellipse">
              <a:avLst/>
            </a:prstGeom>
            <a:solidFill>
              <a:srgbClr val="E31A1C">
                <a:alpha val="60000"/>
              </a:srgbClr>
            </a:solidFill>
            <a:ln w="9000" cap="rnd">
              <a:solidFill>
                <a:srgbClr val="E31A1C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41" name="pt141"/>
            <p:cNvSpPr/>
            <p:nvPr/>
          </p:nvSpPr>
          <p:spPr>
            <a:xfrm>
              <a:off x="4977096" y="3840264"/>
              <a:ext cx="52362" cy="52362"/>
            </a:xfrm>
            <a:prstGeom prst="ellipse">
              <a:avLst/>
            </a:prstGeom>
            <a:solidFill>
              <a:srgbClr val="E31A1C">
                <a:alpha val="60000"/>
              </a:srgbClr>
            </a:solidFill>
            <a:ln w="9000" cap="rnd">
              <a:solidFill>
                <a:srgbClr val="E31A1C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42" name="pt142"/>
            <p:cNvSpPr/>
            <p:nvPr/>
          </p:nvSpPr>
          <p:spPr>
            <a:xfrm>
              <a:off x="5244681" y="3503833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43" name="pt143"/>
            <p:cNvSpPr/>
            <p:nvPr/>
          </p:nvSpPr>
          <p:spPr>
            <a:xfrm>
              <a:off x="4247597" y="3993494"/>
              <a:ext cx="52362" cy="52362"/>
            </a:xfrm>
            <a:prstGeom prst="ellipse">
              <a:avLst/>
            </a:prstGeom>
            <a:solidFill>
              <a:srgbClr val="E31A1C">
                <a:alpha val="60000"/>
              </a:srgbClr>
            </a:solidFill>
            <a:ln w="9000" cap="rnd">
              <a:solidFill>
                <a:srgbClr val="E31A1C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44" name="pt144"/>
            <p:cNvSpPr/>
            <p:nvPr/>
          </p:nvSpPr>
          <p:spPr>
            <a:xfrm>
              <a:off x="5363004" y="3812992"/>
              <a:ext cx="52362" cy="52362"/>
            </a:xfrm>
            <a:prstGeom prst="ellipse">
              <a:avLst/>
            </a:prstGeom>
            <a:solidFill>
              <a:srgbClr val="E31A1C">
                <a:alpha val="60000"/>
              </a:srgbClr>
            </a:solidFill>
            <a:ln w="9000" cap="rnd">
              <a:solidFill>
                <a:srgbClr val="E31A1C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45" name="pt145"/>
            <p:cNvSpPr/>
            <p:nvPr/>
          </p:nvSpPr>
          <p:spPr>
            <a:xfrm>
              <a:off x="3532263" y="4309356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46" name="pt146"/>
            <p:cNvSpPr/>
            <p:nvPr/>
          </p:nvSpPr>
          <p:spPr>
            <a:xfrm>
              <a:off x="5075231" y="3957227"/>
              <a:ext cx="52362" cy="52362"/>
            </a:xfrm>
            <a:prstGeom prst="ellipse">
              <a:avLst/>
            </a:prstGeom>
            <a:solidFill>
              <a:srgbClr val="E31A1C">
                <a:alpha val="60000"/>
              </a:srgbClr>
            </a:solidFill>
            <a:ln w="9000" cap="rnd">
              <a:solidFill>
                <a:srgbClr val="E31A1C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47" name="pt147"/>
            <p:cNvSpPr/>
            <p:nvPr/>
          </p:nvSpPr>
          <p:spPr>
            <a:xfrm>
              <a:off x="4140031" y="4244001"/>
              <a:ext cx="52362" cy="52362"/>
            </a:xfrm>
            <a:prstGeom prst="ellipse">
              <a:avLst/>
            </a:prstGeom>
            <a:solidFill>
              <a:srgbClr val="E31A1C">
                <a:alpha val="60000"/>
              </a:srgbClr>
            </a:solidFill>
            <a:ln w="9000" cap="rnd">
              <a:solidFill>
                <a:srgbClr val="E31A1C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48" name="pt148"/>
            <p:cNvSpPr/>
            <p:nvPr/>
          </p:nvSpPr>
          <p:spPr>
            <a:xfrm>
              <a:off x="3173324" y="4439684"/>
              <a:ext cx="52362" cy="52362"/>
            </a:xfrm>
            <a:prstGeom prst="ellipse">
              <a:avLst/>
            </a:prstGeom>
            <a:solidFill>
              <a:srgbClr val="E31A1C">
                <a:alpha val="60000"/>
              </a:srgbClr>
            </a:solidFill>
            <a:ln w="9000" cap="rnd">
              <a:solidFill>
                <a:srgbClr val="E31A1C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49" name="pt149"/>
            <p:cNvSpPr/>
            <p:nvPr/>
          </p:nvSpPr>
          <p:spPr>
            <a:xfrm>
              <a:off x="3263540" y="4184438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50" name="pt150"/>
            <p:cNvSpPr/>
            <p:nvPr/>
          </p:nvSpPr>
          <p:spPr>
            <a:xfrm>
              <a:off x="4422060" y="4114463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51" name="pt151"/>
            <p:cNvSpPr/>
            <p:nvPr/>
          </p:nvSpPr>
          <p:spPr>
            <a:xfrm>
              <a:off x="5036679" y="4242930"/>
              <a:ext cx="52362" cy="52362"/>
            </a:xfrm>
            <a:prstGeom prst="ellipse">
              <a:avLst/>
            </a:prstGeom>
            <a:solidFill>
              <a:srgbClr val="E31A1C">
                <a:alpha val="60000"/>
              </a:srgbClr>
            </a:solidFill>
            <a:ln w="9000" cap="rnd">
              <a:solidFill>
                <a:srgbClr val="E31A1C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52" name="pt152"/>
            <p:cNvSpPr/>
            <p:nvPr/>
          </p:nvSpPr>
          <p:spPr>
            <a:xfrm>
              <a:off x="4670718" y="3766853"/>
              <a:ext cx="52362" cy="52362"/>
            </a:xfrm>
            <a:prstGeom prst="ellipse">
              <a:avLst/>
            </a:prstGeom>
            <a:solidFill>
              <a:srgbClr val="E31A1C">
                <a:alpha val="60000"/>
              </a:srgbClr>
            </a:solidFill>
            <a:ln w="9000" cap="rnd">
              <a:solidFill>
                <a:srgbClr val="E31A1C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53" name="pt153"/>
            <p:cNvSpPr/>
            <p:nvPr/>
          </p:nvSpPr>
          <p:spPr>
            <a:xfrm>
              <a:off x="3686949" y="4402730"/>
              <a:ext cx="52362" cy="52362"/>
            </a:xfrm>
            <a:prstGeom prst="ellipse">
              <a:avLst/>
            </a:prstGeom>
            <a:solidFill>
              <a:srgbClr val="E31A1C">
                <a:alpha val="60000"/>
              </a:srgbClr>
            </a:solidFill>
            <a:ln w="9000" cap="rnd">
              <a:solidFill>
                <a:srgbClr val="E31A1C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54" name="pt154"/>
            <p:cNvSpPr/>
            <p:nvPr/>
          </p:nvSpPr>
          <p:spPr>
            <a:xfrm>
              <a:off x="3484271" y="4460961"/>
              <a:ext cx="52362" cy="52362"/>
            </a:xfrm>
            <a:prstGeom prst="ellipse">
              <a:avLst/>
            </a:prstGeom>
            <a:solidFill>
              <a:srgbClr val="E31A1C">
                <a:alpha val="60000"/>
              </a:srgbClr>
            </a:solidFill>
            <a:ln w="9000" cap="rnd">
              <a:solidFill>
                <a:srgbClr val="E31A1C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55" name="pt155"/>
            <p:cNvSpPr/>
            <p:nvPr/>
          </p:nvSpPr>
          <p:spPr>
            <a:xfrm>
              <a:off x="7404184" y="3128726"/>
              <a:ext cx="52362" cy="52362"/>
            </a:xfrm>
            <a:prstGeom prst="ellipse">
              <a:avLst/>
            </a:prstGeom>
            <a:solidFill>
              <a:srgbClr val="E31A1C">
                <a:alpha val="60000"/>
              </a:srgbClr>
            </a:solidFill>
            <a:ln w="9000" cap="rnd">
              <a:solidFill>
                <a:srgbClr val="E31A1C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56" name="pt156"/>
            <p:cNvSpPr/>
            <p:nvPr/>
          </p:nvSpPr>
          <p:spPr>
            <a:xfrm>
              <a:off x="4961684" y="3762526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57" name="pt157"/>
            <p:cNvSpPr/>
            <p:nvPr/>
          </p:nvSpPr>
          <p:spPr>
            <a:xfrm>
              <a:off x="3830792" y="3962761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58" name="pt158"/>
            <p:cNvSpPr/>
            <p:nvPr/>
          </p:nvSpPr>
          <p:spPr>
            <a:xfrm>
              <a:off x="4673596" y="3417817"/>
              <a:ext cx="52362" cy="52362"/>
            </a:xfrm>
            <a:prstGeom prst="ellipse">
              <a:avLst/>
            </a:prstGeom>
            <a:solidFill>
              <a:srgbClr val="E31A1C">
                <a:alpha val="60000"/>
              </a:srgbClr>
            </a:solidFill>
            <a:ln w="9000" cap="rnd">
              <a:solidFill>
                <a:srgbClr val="E31A1C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59" name="pt159"/>
            <p:cNvSpPr/>
            <p:nvPr/>
          </p:nvSpPr>
          <p:spPr>
            <a:xfrm>
              <a:off x="3540553" y="4325844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60" name="pt160"/>
            <p:cNvSpPr/>
            <p:nvPr/>
          </p:nvSpPr>
          <p:spPr>
            <a:xfrm>
              <a:off x="4357171" y="3712714"/>
              <a:ext cx="52362" cy="52362"/>
            </a:xfrm>
            <a:prstGeom prst="ellipse">
              <a:avLst/>
            </a:prstGeom>
            <a:solidFill>
              <a:srgbClr val="E31A1C">
                <a:alpha val="60000"/>
              </a:srgbClr>
            </a:solidFill>
            <a:ln w="9000" cap="rnd">
              <a:solidFill>
                <a:srgbClr val="E31A1C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61" name="pt161"/>
            <p:cNvSpPr/>
            <p:nvPr/>
          </p:nvSpPr>
          <p:spPr>
            <a:xfrm>
              <a:off x="2430745" y="4988360"/>
              <a:ext cx="52362" cy="52362"/>
            </a:xfrm>
            <a:prstGeom prst="ellipse">
              <a:avLst/>
            </a:prstGeom>
            <a:solidFill>
              <a:srgbClr val="E31A1C">
                <a:alpha val="60000"/>
              </a:srgbClr>
            </a:solidFill>
            <a:ln w="9000" cap="rnd">
              <a:solidFill>
                <a:srgbClr val="E31A1C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62" name="pt162"/>
            <p:cNvSpPr/>
            <p:nvPr/>
          </p:nvSpPr>
          <p:spPr>
            <a:xfrm>
              <a:off x="3870217" y="4165976"/>
              <a:ext cx="52362" cy="52362"/>
            </a:xfrm>
            <a:prstGeom prst="ellipse">
              <a:avLst/>
            </a:prstGeom>
            <a:solidFill>
              <a:srgbClr val="E31A1C">
                <a:alpha val="60000"/>
              </a:srgbClr>
            </a:solidFill>
            <a:ln w="9000" cap="rnd">
              <a:solidFill>
                <a:srgbClr val="E31A1C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63" name="pt163"/>
            <p:cNvSpPr/>
            <p:nvPr/>
          </p:nvSpPr>
          <p:spPr>
            <a:xfrm>
              <a:off x="4455133" y="3894345"/>
              <a:ext cx="52362" cy="52362"/>
            </a:xfrm>
            <a:prstGeom prst="ellipse">
              <a:avLst/>
            </a:prstGeom>
            <a:solidFill>
              <a:srgbClr val="E31A1C">
                <a:alpha val="60000"/>
              </a:srgbClr>
            </a:solidFill>
            <a:ln w="9000" cap="rnd">
              <a:solidFill>
                <a:srgbClr val="E31A1C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64" name="pt164"/>
            <p:cNvSpPr/>
            <p:nvPr/>
          </p:nvSpPr>
          <p:spPr>
            <a:xfrm>
              <a:off x="4658103" y="4051263"/>
              <a:ext cx="52362" cy="52362"/>
            </a:xfrm>
            <a:prstGeom prst="ellipse">
              <a:avLst/>
            </a:prstGeom>
            <a:solidFill>
              <a:srgbClr val="E31A1C">
                <a:alpha val="60000"/>
              </a:srgbClr>
            </a:solidFill>
            <a:ln w="9000" cap="rnd">
              <a:solidFill>
                <a:srgbClr val="E31A1C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65" name="pt165"/>
            <p:cNvSpPr/>
            <p:nvPr/>
          </p:nvSpPr>
          <p:spPr>
            <a:xfrm>
              <a:off x="3148069" y="4894360"/>
              <a:ext cx="52362" cy="52362"/>
            </a:xfrm>
            <a:prstGeom prst="ellipse">
              <a:avLst/>
            </a:prstGeom>
            <a:solidFill>
              <a:srgbClr val="E31A1C">
                <a:alpha val="60000"/>
              </a:srgbClr>
            </a:solidFill>
            <a:ln w="9000" cap="rnd">
              <a:solidFill>
                <a:srgbClr val="E31A1C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66" name="pt166"/>
            <p:cNvSpPr/>
            <p:nvPr/>
          </p:nvSpPr>
          <p:spPr>
            <a:xfrm>
              <a:off x="6390244" y="3020268"/>
              <a:ext cx="52362" cy="52362"/>
            </a:xfrm>
            <a:prstGeom prst="ellipse">
              <a:avLst/>
            </a:prstGeom>
            <a:solidFill>
              <a:srgbClr val="E31A1C">
                <a:alpha val="60000"/>
              </a:srgbClr>
            </a:solidFill>
            <a:ln w="9000" cap="rnd">
              <a:solidFill>
                <a:srgbClr val="E31A1C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67" name="pt167"/>
            <p:cNvSpPr/>
            <p:nvPr/>
          </p:nvSpPr>
          <p:spPr>
            <a:xfrm>
              <a:off x="3525760" y="3886525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68" name="pt168"/>
            <p:cNvSpPr/>
            <p:nvPr/>
          </p:nvSpPr>
          <p:spPr>
            <a:xfrm>
              <a:off x="4317017" y="4323339"/>
              <a:ext cx="52362" cy="52362"/>
            </a:xfrm>
            <a:prstGeom prst="ellipse">
              <a:avLst/>
            </a:prstGeom>
            <a:solidFill>
              <a:srgbClr val="E31A1C">
                <a:alpha val="60000"/>
              </a:srgbClr>
            </a:solidFill>
            <a:ln w="9000" cap="rnd">
              <a:solidFill>
                <a:srgbClr val="E31A1C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69" name="pt169"/>
            <p:cNvSpPr/>
            <p:nvPr/>
          </p:nvSpPr>
          <p:spPr>
            <a:xfrm>
              <a:off x="4729721" y="3808957"/>
              <a:ext cx="52362" cy="52362"/>
            </a:xfrm>
            <a:prstGeom prst="ellipse">
              <a:avLst/>
            </a:prstGeom>
            <a:solidFill>
              <a:srgbClr val="E31A1C">
                <a:alpha val="60000"/>
              </a:srgbClr>
            </a:solidFill>
            <a:ln w="9000" cap="rnd">
              <a:solidFill>
                <a:srgbClr val="E31A1C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70" name="pt170"/>
            <p:cNvSpPr/>
            <p:nvPr/>
          </p:nvSpPr>
          <p:spPr>
            <a:xfrm>
              <a:off x="3712382" y="4020589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71" name="pt171"/>
            <p:cNvSpPr/>
            <p:nvPr/>
          </p:nvSpPr>
          <p:spPr>
            <a:xfrm>
              <a:off x="3500165" y="4080808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72" name="pt172"/>
            <p:cNvSpPr/>
            <p:nvPr/>
          </p:nvSpPr>
          <p:spPr>
            <a:xfrm>
              <a:off x="5062046" y="3818222"/>
              <a:ext cx="52362" cy="52362"/>
            </a:xfrm>
            <a:prstGeom prst="ellipse">
              <a:avLst/>
            </a:prstGeom>
            <a:solidFill>
              <a:srgbClr val="E31A1C">
                <a:alpha val="60000"/>
              </a:srgbClr>
            </a:solidFill>
            <a:ln w="9000" cap="rnd">
              <a:solidFill>
                <a:srgbClr val="E31A1C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73" name="pt173"/>
            <p:cNvSpPr/>
            <p:nvPr/>
          </p:nvSpPr>
          <p:spPr>
            <a:xfrm>
              <a:off x="2923662" y="4365297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74" name="pt174"/>
            <p:cNvSpPr/>
            <p:nvPr/>
          </p:nvSpPr>
          <p:spPr>
            <a:xfrm>
              <a:off x="4258381" y="4169641"/>
              <a:ext cx="52362" cy="52362"/>
            </a:xfrm>
            <a:prstGeom prst="ellipse">
              <a:avLst/>
            </a:prstGeom>
            <a:solidFill>
              <a:srgbClr val="E31A1C">
                <a:alpha val="60000"/>
              </a:srgbClr>
            </a:solidFill>
            <a:ln w="9000" cap="rnd">
              <a:solidFill>
                <a:srgbClr val="E31A1C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75" name="pt175"/>
            <p:cNvSpPr/>
            <p:nvPr/>
          </p:nvSpPr>
          <p:spPr>
            <a:xfrm>
              <a:off x="3558480" y="4088639"/>
              <a:ext cx="52362" cy="52362"/>
            </a:xfrm>
            <a:prstGeom prst="ellipse">
              <a:avLst/>
            </a:prstGeom>
            <a:solidFill>
              <a:srgbClr val="E31A1C">
                <a:alpha val="60000"/>
              </a:srgbClr>
            </a:solidFill>
            <a:ln w="9000" cap="rnd">
              <a:solidFill>
                <a:srgbClr val="E31A1C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76" name="pt176"/>
            <p:cNvSpPr/>
            <p:nvPr/>
          </p:nvSpPr>
          <p:spPr>
            <a:xfrm>
              <a:off x="6302276" y="3250351"/>
              <a:ext cx="52362" cy="52362"/>
            </a:xfrm>
            <a:prstGeom prst="ellipse">
              <a:avLst/>
            </a:prstGeom>
            <a:solidFill>
              <a:srgbClr val="E31A1C">
                <a:alpha val="60000"/>
              </a:srgbClr>
            </a:solidFill>
            <a:ln w="9000" cap="rnd">
              <a:solidFill>
                <a:srgbClr val="E31A1C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77" name="pt177"/>
            <p:cNvSpPr/>
            <p:nvPr/>
          </p:nvSpPr>
          <p:spPr>
            <a:xfrm>
              <a:off x="4928516" y="3815672"/>
              <a:ext cx="52362" cy="52362"/>
            </a:xfrm>
            <a:prstGeom prst="ellipse">
              <a:avLst/>
            </a:prstGeom>
            <a:solidFill>
              <a:srgbClr val="E31A1C">
                <a:alpha val="60000"/>
              </a:srgbClr>
            </a:solidFill>
            <a:ln w="9000" cap="rnd">
              <a:solidFill>
                <a:srgbClr val="E31A1C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78" name="pt178"/>
            <p:cNvSpPr/>
            <p:nvPr/>
          </p:nvSpPr>
          <p:spPr>
            <a:xfrm>
              <a:off x="3903347" y="3952389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79" name="pt179"/>
            <p:cNvSpPr/>
            <p:nvPr/>
          </p:nvSpPr>
          <p:spPr>
            <a:xfrm>
              <a:off x="5933635" y="3148697"/>
              <a:ext cx="52362" cy="52362"/>
            </a:xfrm>
            <a:prstGeom prst="ellipse">
              <a:avLst/>
            </a:prstGeom>
            <a:solidFill>
              <a:srgbClr val="E31A1C">
                <a:alpha val="60000"/>
              </a:srgbClr>
            </a:solidFill>
            <a:ln w="9000" cap="rnd">
              <a:solidFill>
                <a:srgbClr val="E31A1C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80" name="pt180"/>
            <p:cNvSpPr/>
            <p:nvPr/>
          </p:nvSpPr>
          <p:spPr>
            <a:xfrm>
              <a:off x="3112313" y="4412270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81" name="pt181"/>
            <p:cNvSpPr/>
            <p:nvPr/>
          </p:nvSpPr>
          <p:spPr>
            <a:xfrm>
              <a:off x="4018953" y="3968749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82" name="pt182"/>
            <p:cNvSpPr/>
            <p:nvPr/>
          </p:nvSpPr>
          <p:spPr>
            <a:xfrm>
              <a:off x="4615613" y="3454475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83" name="pt183"/>
            <p:cNvSpPr/>
            <p:nvPr/>
          </p:nvSpPr>
          <p:spPr>
            <a:xfrm>
              <a:off x="5048280" y="3440824"/>
              <a:ext cx="52362" cy="52362"/>
            </a:xfrm>
            <a:prstGeom prst="ellipse">
              <a:avLst/>
            </a:prstGeom>
            <a:solidFill>
              <a:srgbClr val="E31A1C">
                <a:alpha val="60000"/>
              </a:srgbClr>
            </a:solidFill>
            <a:ln w="9000" cap="rnd">
              <a:solidFill>
                <a:srgbClr val="E31A1C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84" name="pt184"/>
            <p:cNvSpPr/>
            <p:nvPr/>
          </p:nvSpPr>
          <p:spPr>
            <a:xfrm>
              <a:off x="5346422" y="3888368"/>
              <a:ext cx="52362" cy="52362"/>
            </a:xfrm>
            <a:prstGeom prst="ellipse">
              <a:avLst/>
            </a:prstGeom>
            <a:solidFill>
              <a:srgbClr val="E31A1C">
                <a:alpha val="60000"/>
              </a:srgbClr>
            </a:solidFill>
            <a:ln w="9000" cap="rnd">
              <a:solidFill>
                <a:srgbClr val="E31A1C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85" name="pt185"/>
            <p:cNvSpPr/>
            <p:nvPr/>
          </p:nvSpPr>
          <p:spPr>
            <a:xfrm>
              <a:off x="3495765" y="3903359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86" name="pt186"/>
            <p:cNvSpPr/>
            <p:nvPr/>
          </p:nvSpPr>
          <p:spPr>
            <a:xfrm>
              <a:off x="5221771" y="3769594"/>
              <a:ext cx="52362" cy="52362"/>
            </a:xfrm>
            <a:prstGeom prst="ellipse">
              <a:avLst/>
            </a:prstGeom>
            <a:solidFill>
              <a:srgbClr val="E31A1C">
                <a:alpha val="60000"/>
              </a:srgbClr>
            </a:solidFill>
            <a:ln w="9000" cap="rnd">
              <a:solidFill>
                <a:srgbClr val="E31A1C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87" name="pt187"/>
            <p:cNvSpPr/>
            <p:nvPr/>
          </p:nvSpPr>
          <p:spPr>
            <a:xfrm>
              <a:off x="4986922" y="3480835"/>
              <a:ext cx="52362" cy="52362"/>
            </a:xfrm>
            <a:prstGeom prst="ellipse">
              <a:avLst/>
            </a:prstGeom>
            <a:solidFill>
              <a:srgbClr val="E31A1C">
                <a:alpha val="60000"/>
              </a:srgbClr>
            </a:solidFill>
            <a:ln w="9000" cap="rnd">
              <a:solidFill>
                <a:srgbClr val="E31A1C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88" name="pt188"/>
            <p:cNvSpPr/>
            <p:nvPr/>
          </p:nvSpPr>
          <p:spPr>
            <a:xfrm>
              <a:off x="4595593" y="3884208"/>
              <a:ext cx="52362" cy="52362"/>
            </a:xfrm>
            <a:prstGeom prst="ellipse">
              <a:avLst/>
            </a:prstGeom>
            <a:solidFill>
              <a:srgbClr val="E31A1C">
                <a:alpha val="60000"/>
              </a:srgbClr>
            </a:solidFill>
            <a:ln w="9000" cap="rnd">
              <a:solidFill>
                <a:srgbClr val="E31A1C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89" name="pt189"/>
            <p:cNvSpPr/>
            <p:nvPr/>
          </p:nvSpPr>
          <p:spPr>
            <a:xfrm>
              <a:off x="7190853" y="3819369"/>
              <a:ext cx="52362" cy="52362"/>
            </a:xfrm>
            <a:prstGeom prst="ellipse">
              <a:avLst/>
            </a:prstGeom>
            <a:solidFill>
              <a:srgbClr val="E31A1C">
                <a:alpha val="60000"/>
              </a:srgbClr>
            </a:solidFill>
            <a:ln w="9000" cap="rnd">
              <a:solidFill>
                <a:srgbClr val="E31A1C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90" name="pt190"/>
            <p:cNvSpPr/>
            <p:nvPr/>
          </p:nvSpPr>
          <p:spPr>
            <a:xfrm>
              <a:off x="5343925" y="3352484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91" name="pt191"/>
            <p:cNvSpPr/>
            <p:nvPr/>
          </p:nvSpPr>
          <p:spPr>
            <a:xfrm>
              <a:off x="7138911" y="3161412"/>
              <a:ext cx="52362" cy="52362"/>
            </a:xfrm>
            <a:prstGeom prst="ellipse">
              <a:avLst/>
            </a:prstGeom>
            <a:solidFill>
              <a:srgbClr val="E31A1C">
                <a:alpha val="60000"/>
              </a:srgbClr>
            </a:solidFill>
            <a:ln w="9000" cap="rnd">
              <a:solidFill>
                <a:srgbClr val="E31A1C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92" name="pt192"/>
            <p:cNvSpPr/>
            <p:nvPr/>
          </p:nvSpPr>
          <p:spPr>
            <a:xfrm>
              <a:off x="4896694" y="3600700"/>
              <a:ext cx="52362" cy="52362"/>
            </a:xfrm>
            <a:prstGeom prst="ellipse">
              <a:avLst/>
            </a:prstGeom>
            <a:solidFill>
              <a:srgbClr val="E31A1C">
                <a:alpha val="60000"/>
              </a:srgbClr>
            </a:solidFill>
            <a:ln w="9000" cap="rnd">
              <a:solidFill>
                <a:srgbClr val="E31A1C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93" name="pt193"/>
            <p:cNvSpPr/>
            <p:nvPr/>
          </p:nvSpPr>
          <p:spPr>
            <a:xfrm>
              <a:off x="4664468" y="3625490"/>
              <a:ext cx="52362" cy="52362"/>
            </a:xfrm>
            <a:prstGeom prst="ellipse">
              <a:avLst/>
            </a:prstGeom>
            <a:solidFill>
              <a:srgbClr val="E31A1C">
                <a:alpha val="60000"/>
              </a:srgbClr>
            </a:solidFill>
            <a:ln w="9000" cap="rnd">
              <a:solidFill>
                <a:srgbClr val="E31A1C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94" name="pt194"/>
            <p:cNvSpPr/>
            <p:nvPr/>
          </p:nvSpPr>
          <p:spPr>
            <a:xfrm>
              <a:off x="5460198" y="4399323"/>
              <a:ext cx="52362" cy="52362"/>
            </a:xfrm>
            <a:prstGeom prst="ellipse">
              <a:avLst/>
            </a:prstGeom>
            <a:solidFill>
              <a:srgbClr val="E31A1C">
                <a:alpha val="60000"/>
              </a:srgbClr>
            </a:solidFill>
            <a:ln w="9000" cap="rnd">
              <a:solidFill>
                <a:srgbClr val="E31A1C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95" name="pt195"/>
            <p:cNvSpPr/>
            <p:nvPr/>
          </p:nvSpPr>
          <p:spPr>
            <a:xfrm>
              <a:off x="2709978" y="4696686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96" name="pt196"/>
            <p:cNvSpPr/>
            <p:nvPr/>
          </p:nvSpPr>
          <p:spPr>
            <a:xfrm>
              <a:off x="3814714" y="3949587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97" name="pt197"/>
            <p:cNvSpPr/>
            <p:nvPr/>
          </p:nvSpPr>
          <p:spPr>
            <a:xfrm>
              <a:off x="5039064" y="3676859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98" name="pt198"/>
            <p:cNvSpPr/>
            <p:nvPr/>
          </p:nvSpPr>
          <p:spPr>
            <a:xfrm>
              <a:off x="2940186" y="4866908"/>
              <a:ext cx="52362" cy="52362"/>
            </a:xfrm>
            <a:prstGeom prst="ellipse">
              <a:avLst/>
            </a:prstGeom>
            <a:solidFill>
              <a:srgbClr val="E31A1C">
                <a:alpha val="60000"/>
              </a:srgbClr>
            </a:solidFill>
            <a:ln w="9000" cap="rnd">
              <a:solidFill>
                <a:srgbClr val="E31A1C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99" name="pt199"/>
            <p:cNvSpPr/>
            <p:nvPr/>
          </p:nvSpPr>
          <p:spPr>
            <a:xfrm>
              <a:off x="3510806" y="4328046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00" name="pt200"/>
            <p:cNvSpPr/>
            <p:nvPr/>
          </p:nvSpPr>
          <p:spPr>
            <a:xfrm>
              <a:off x="6079407" y="3602908"/>
              <a:ext cx="52362" cy="52362"/>
            </a:xfrm>
            <a:prstGeom prst="ellipse">
              <a:avLst/>
            </a:prstGeom>
            <a:solidFill>
              <a:srgbClr val="E31A1C">
                <a:alpha val="60000"/>
              </a:srgbClr>
            </a:solidFill>
            <a:ln w="9000" cap="rnd">
              <a:solidFill>
                <a:srgbClr val="E31A1C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01" name="pt201"/>
            <p:cNvSpPr/>
            <p:nvPr/>
          </p:nvSpPr>
          <p:spPr>
            <a:xfrm>
              <a:off x="3164005" y="4463406"/>
              <a:ext cx="52362" cy="52362"/>
            </a:xfrm>
            <a:prstGeom prst="ellipse">
              <a:avLst/>
            </a:prstGeom>
            <a:solidFill>
              <a:srgbClr val="E31A1C">
                <a:alpha val="60000"/>
              </a:srgbClr>
            </a:solidFill>
            <a:ln w="9000" cap="rnd">
              <a:solidFill>
                <a:srgbClr val="E31A1C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02" name="pt202"/>
            <p:cNvSpPr/>
            <p:nvPr/>
          </p:nvSpPr>
          <p:spPr>
            <a:xfrm>
              <a:off x="3958685" y="4415628"/>
              <a:ext cx="52362" cy="52362"/>
            </a:xfrm>
            <a:prstGeom prst="ellipse">
              <a:avLst/>
            </a:prstGeom>
            <a:solidFill>
              <a:srgbClr val="E31A1C">
                <a:alpha val="60000"/>
              </a:srgbClr>
            </a:solidFill>
            <a:ln w="9000" cap="rnd">
              <a:solidFill>
                <a:srgbClr val="E31A1C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03" name="pt203"/>
            <p:cNvSpPr/>
            <p:nvPr/>
          </p:nvSpPr>
          <p:spPr>
            <a:xfrm>
              <a:off x="4272347" y="4024338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04" name="pt204"/>
            <p:cNvSpPr/>
            <p:nvPr/>
          </p:nvSpPr>
          <p:spPr>
            <a:xfrm>
              <a:off x="3815884" y="4472335"/>
              <a:ext cx="52362" cy="52362"/>
            </a:xfrm>
            <a:prstGeom prst="ellipse">
              <a:avLst/>
            </a:prstGeom>
            <a:solidFill>
              <a:srgbClr val="E31A1C">
                <a:alpha val="60000"/>
              </a:srgbClr>
            </a:solidFill>
            <a:ln w="9000" cap="rnd">
              <a:solidFill>
                <a:srgbClr val="E31A1C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05" name="pt205"/>
            <p:cNvSpPr/>
            <p:nvPr/>
          </p:nvSpPr>
          <p:spPr>
            <a:xfrm>
              <a:off x="4381329" y="4004398"/>
              <a:ext cx="52362" cy="52362"/>
            </a:xfrm>
            <a:prstGeom prst="ellipse">
              <a:avLst/>
            </a:prstGeom>
            <a:solidFill>
              <a:srgbClr val="E31A1C">
                <a:alpha val="60000"/>
              </a:srgbClr>
            </a:solidFill>
            <a:ln w="9000" cap="rnd">
              <a:solidFill>
                <a:srgbClr val="E31A1C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06" name="pt206"/>
            <p:cNvSpPr/>
            <p:nvPr/>
          </p:nvSpPr>
          <p:spPr>
            <a:xfrm>
              <a:off x="4810021" y="3816204"/>
              <a:ext cx="52362" cy="52362"/>
            </a:xfrm>
            <a:prstGeom prst="ellipse">
              <a:avLst/>
            </a:prstGeom>
            <a:solidFill>
              <a:srgbClr val="E31A1C">
                <a:alpha val="60000"/>
              </a:srgbClr>
            </a:solidFill>
            <a:ln w="9000" cap="rnd">
              <a:solidFill>
                <a:srgbClr val="E31A1C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07" name="pt207"/>
            <p:cNvSpPr/>
            <p:nvPr/>
          </p:nvSpPr>
          <p:spPr>
            <a:xfrm>
              <a:off x="5445227" y="3876720"/>
              <a:ext cx="52362" cy="52362"/>
            </a:xfrm>
            <a:prstGeom prst="ellipse">
              <a:avLst/>
            </a:prstGeom>
            <a:solidFill>
              <a:srgbClr val="E31A1C">
                <a:alpha val="60000"/>
              </a:srgbClr>
            </a:solidFill>
            <a:ln w="9000" cap="rnd">
              <a:solidFill>
                <a:srgbClr val="E31A1C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08" name="pt208"/>
            <p:cNvSpPr/>
            <p:nvPr/>
          </p:nvSpPr>
          <p:spPr>
            <a:xfrm>
              <a:off x="4753650" y="3861407"/>
              <a:ext cx="52362" cy="52362"/>
            </a:xfrm>
            <a:prstGeom prst="ellipse">
              <a:avLst/>
            </a:prstGeom>
            <a:solidFill>
              <a:srgbClr val="E31A1C">
                <a:alpha val="60000"/>
              </a:srgbClr>
            </a:solidFill>
            <a:ln w="9000" cap="rnd">
              <a:solidFill>
                <a:srgbClr val="E31A1C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09" name="pt209"/>
            <p:cNvSpPr/>
            <p:nvPr/>
          </p:nvSpPr>
          <p:spPr>
            <a:xfrm>
              <a:off x="3819749" y="3971740"/>
              <a:ext cx="52362" cy="52362"/>
            </a:xfrm>
            <a:prstGeom prst="ellipse">
              <a:avLst/>
            </a:prstGeom>
            <a:solidFill>
              <a:srgbClr val="E31A1C">
                <a:alpha val="60000"/>
              </a:srgbClr>
            </a:solidFill>
            <a:ln w="9000" cap="rnd">
              <a:solidFill>
                <a:srgbClr val="E31A1C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10" name="pt210"/>
            <p:cNvSpPr/>
            <p:nvPr/>
          </p:nvSpPr>
          <p:spPr>
            <a:xfrm>
              <a:off x="4075832" y="4247627"/>
              <a:ext cx="52362" cy="52362"/>
            </a:xfrm>
            <a:prstGeom prst="ellipse">
              <a:avLst/>
            </a:prstGeom>
            <a:solidFill>
              <a:srgbClr val="E31A1C">
                <a:alpha val="60000"/>
              </a:srgbClr>
            </a:solidFill>
            <a:ln w="9000" cap="rnd">
              <a:solidFill>
                <a:srgbClr val="E31A1C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11" name="pt211"/>
            <p:cNvSpPr/>
            <p:nvPr/>
          </p:nvSpPr>
          <p:spPr>
            <a:xfrm>
              <a:off x="5899524" y="3296712"/>
              <a:ext cx="52362" cy="52362"/>
            </a:xfrm>
            <a:prstGeom prst="ellipse">
              <a:avLst/>
            </a:prstGeom>
            <a:solidFill>
              <a:srgbClr val="E31A1C">
                <a:alpha val="60000"/>
              </a:srgbClr>
            </a:solidFill>
            <a:ln w="9000" cap="rnd">
              <a:solidFill>
                <a:srgbClr val="E31A1C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12" name="pt212"/>
            <p:cNvSpPr/>
            <p:nvPr/>
          </p:nvSpPr>
          <p:spPr>
            <a:xfrm>
              <a:off x="4791956" y="4229557"/>
              <a:ext cx="52362" cy="52362"/>
            </a:xfrm>
            <a:prstGeom prst="ellipse">
              <a:avLst/>
            </a:prstGeom>
            <a:solidFill>
              <a:srgbClr val="E31A1C">
                <a:alpha val="60000"/>
              </a:srgbClr>
            </a:solidFill>
            <a:ln w="9000" cap="rnd">
              <a:solidFill>
                <a:srgbClr val="E31A1C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13" name="pt213"/>
            <p:cNvSpPr/>
            <p:nvPr/>
          </p:nvSpPr>
          <p:spPr>
            <a:xfrm>
              <a:off x="4989742" y="3627011"/>
              <a:ext cx="52362" cy="52362"/>
            </a:xfrm>
            <a:prstGeom prst="ellipse">
              <a:avLst/>
            </a:prstGeom>
            <a:solidFill>
              <a:srgbClr val="E31A1C">
                <a:alpha val="60000"/>
              </a:srgbClr>
            </a:solidFill>
            <a:ln w="9000" cap="rnd">
              <a:solidFill>
                <a:srgbClr val="E31A1C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14" name="pt214"/>
            <p:cNvSpPr/>
            <p:nvPr/>
          </p:nvSpPr>
          <p:spPr>
            <a:xfrm>
              <a:off x="3365688" y="4623274"/>
              <a:ext cx="52362" cy="52362"/>
            </a:xfrm>
            <a:prstGeom prst="ellipse">
              <a:avLst/>
            </a:prstGeom>
            <a:solidFill>
              <a:srgbClr val="E31A1C">
                <a:alpha val="60000"/>
              </a:srgbClr>
            </a:solidFill>
            <a:ln w="9000" cap="rnd">
              <a:solidFill>
                <a:srgbClr val="E31A1C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15" name="pt215"/>
            <p:cNvSpPr/>
            <p:nvPr/>
          </p:nvSpPr>
          <p:spPr>
            <a:xfrm>
              <a:off x="4441632" y="3937731"/>
              <a:ext cx="52362" cy="52362"/>
            </a:xfrm>
            <a:prstGeom prst="ellipse">
              <a:avLst/>
            </a:prstGeom>
            <a:solidFill>
              <a:srgbClr val="E31A1C">
                <a:alpha val="60000"/>
              </a:srgbClr>
            </a:solidFill>
            <a:ln w="9000" cap="rnd">
              <a:solidFill>
                <a:srgbClr val="E31A1C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16" name="pt216"/>
            <p:cNvSpPr/>
            <p:nvPr/>
          </p:nvSpPr>
          <p:spPr>
            <a:xfrm>
              <a:off x="2449572" y="4667426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17" name="pt217"/>
            <p:cNvSpPr/>
            <p:nvPr/>
          </p:nvSpPr>
          <p:spPr>
            <a:xfrm>
              <a:off x="3461700" y="4152107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18" name="pt218"/>
            <p:cNvSpPr/>
            <p:nvPr/>
          </p:nvSpPr>
          <p:spPr>
            <a:xfrm>
              <a:off x="3122420" y="4692650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19" name="pt219"/>
            <p:cNvSpPr/>
            <p:nvPr/>
          </p:nvSpPr>
          <p:spPr>
            <a:xfrm>
              <a:off x="4103132" y="3774561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20" name="pt220"/>
            <p:cNvSpPr/>
            <p:nvPr/>
          </p:nvSpPr>
          <p:spPr>
            <a:xfrm>
              <a:off x="3079333" y="4668913"/>
              <a:ext cx="52362" cy="52362"/>
            </a:xfrm>
            <a:prstGeom prst="ellipse">
              <a:avLst/>
            </a:prstGeom>
            <a:solidFill>
              <a:srgbClr val="E31A1C">
                <a:alpha val="60000"/>
              </a:srgbClr>
            </a:solidFill>
            <a:ln w="9000" cap="rnd">
              <a:solidFill>
                <a:srgbClr val="E31A1C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21" name="pt221"/>
            <p:cNvSpPr/>
            <p:nvPr/>
          </p:nvSpPr>
          <p:spPr>
            <a:xfrm>
              <a:off x="4670581" y="4056295"/>
              <a:ext cx="52362" cy="52362"/>
            </a:xfrm>
            <a:prstGeom prst="ellipse">
              <a:avLst/>
            </a:prstGeom>
            <a:solidFill>
              <a:srgbClr val="E31A1C">
                <a:alpha val="60000"/>
              </a:srgbClr>
            </a:solidFill>
            <a:ln w="9000" cap="rnd">
              <a:solidFill>
                <a:srgbClr val="E31A1C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22" name="pt222"/>
            <p:cNvSpPr/>
            <p:nvPr/>
          </p:nvSpPr>
          <p:spPr>
            <a:xfrm>
              <a:off x="4857006" y="3753971"/>
              <a:ext cx="52362" cy="52362"/>
            </a:xfrm>
            <a:prstGeom prst="ellipse">
              <a:avLst/>
            </a:prstGeom>
            <a:solidFill>
              <a:srgbClr val="E31A1C">
                <a:alpha val="60000"/>
              </a:srgbClr>
            </a:solidFill>
            <a:ln w="9000" cap="rnd">
              <a:solidFill>
                <a:srgbClr val="E31A1C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23" name="pt223"/>
            <p:cNvSpPr/>
            <p:nvPr/>
          </p:nvSpPr>
          <p:spPr>
            <a:xfrm>
              <a:off x="4883146" y="3743920"/>
              <a:ext cx="52362" cy="52362"/>
            </a:xfrm>
            <a:prstGeom prst="ellipse">
              <a:avLst/>
            </a:prstGeom>
            <a:solidFill>
              <a:srgbClr val="E31A1C">
                <a:alpha val="60000"/>
              </a:srgbClr>
            </a:solidFill>
            <a:ln w="9000" cap="rnd">
              <a:solidFill>
                <a:srgbClr val="E31A1C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24" name="pt224"/>
            <p:cNvSpPr/>
            <p:nvPr/>
          </p:nvSpPr>
          <p:spPr>
            <a:xfrm>
              <a:off x="3622871" y="4172450"/>
              <a:ext cx="52362" cy="52362"/>
            </a:xfrm>
            <a:prstGeom prst="ellipse">
              <a:avLst/>
            </a:prstGeom>
            <a:solidFill>
              <a:srgbClr val="E31A1C">
                <a:alpha val="60000"/>
              </a:srgbClr>
            </a:solidFill>
            <a:ln w="9000" cap="rnd">
              <a:solidFill>
                <a:srgbClr val="E31A1C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25" name="pt225"/>
            <p:cNvSpPr/>
            <p:nvPr/>
          </p:nvSpPr>
          <p:spPr>
            <a:xfrm>
              <a:off x="4089052" y="4078964"/>
              <a:ext cx="52362" cy="52362"/>
            </a:xfrm>
            <a:prstGeom prst="ellipse">
              <a:avLst/>
            </a:prstGeom>
            <a:solidFill>
              <a:srgbClr val="E31A1C">
                <a:alpha val="60000"/>
              </a:srgbClr>
            </a:solidFill>
            <a:ln w="9000" cap="rnd">
              <a:solidFill>
                <a:srgbClr val="E31A1C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26" name="pt226"/>
            <p:cNvSpPr/>
            <p:nvPr/>
          </p:nvSpPr>
          <p:spPr>
            <a:xfrm>
              <a:off x="3192932" y="4312970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27" name="pt227"/>
            <p:cNvSpPr/>
            <p:nvPr/>
          </p:nvSpPr>
          <p:spPr>
            <a:xfrm>
              <a:off x="5187657" y="3447934"/>
              <a:ext cx="52362" cy="52362"/>
            </a:xfrm>
            <a:prstGeom prst="ellipse">
              <a:avLst/>
            </a:prstGeom>
            <a:solidFill>
              <a:srgbClr val="E31A1C">
                <a:alpha val="60000"/>
              </a:srgbClr>
            </a:solidFill>
            <a:ln w="9000" cap="rnd">
              <a:solidFill>
                <a:srgbClr val="E31A1C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28" name="pt228"/>
            <p:cNvSpPr/>
            <p:nvPr/>
          </p:nvSpPr>
          <p:spPr>
            <a:xfrm>
              <a:off x="5145853" y="3533624"/>
              <a:ext cx="52362" cy="52362"/>
            </a:xfrm>
            <a:prstGeom prst="ellipse">
              <a:avLst/>
            </a:prstGeom>
            <a:solidFill>
              <a:srgbClr val="E31A1C">
                <a:alpha val="60000"/>
              </a:srgbClr>
            </a:solidFill>
            <a:ln w="9000" cap="rnd">
              <a:solidFill>
                <a:srgbClr val="E31A1C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29" name="pt229"/>
            <p:cNvSpPr/>
            <p:nvPr/>
          </p:nvSpPr>
          <p:spPr>
            <a:xfrm>
              <a:off x="4184287" y="4229674"/>
              <a:ext cx="52362" cy="52362"/>
            </a:xfrm>
            <a:prstGeom prst="ellipse">
              <a:avLst/>
            </a:prstGeom>
            <a:solidFill>
              <a:srgbClr val="E31A1C">
                <a:alpha val="60000"/>
              </a:srgbClr>
            </a:solidFill>
            <a:ln w="9000" cap="rnd">
              <a:solidFill>
                <a:srgbClr val="E31A1C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30" name="pt230"/>
            <p:cNvSpPr/>
            <p:nvPr/>
          </p:nvSpPr>
          <p:spPr>
            <a:xfrm>
              <a:off x="3873497" y="4387090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31" name="pt231"/>
            <p:cNvSpPr/>
            <p:nvPr/>
          </p:nvSpPr>
          <p:spPr>
            <a:xfrm>
              <a:off x="5606129" y="3507733"/>
              <a:ext cx="52362" cy="52362"/>
            </a:xfrm>
            <a:prstGeom prst="ellipse">
              <a:avLst/>
            </a:prstGeom>
            <a:solidFill>
              <a:srgbClr val="E31A1C">
                <a:alpha val="60000"/>
              </a:srgbClr>
            </a:solidFill>
            <a:ln w="9000" cap="rnd">
              <a:solidFill>
                <a:srgbClr val="E31A1C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32" name="pt232"/>
            <p:cNvSpPr/>
            <p:nvPr/>
          </p:nvSpPr>
          <p:spPr>
            <a:xfrm>
              <a:off x="4259435" y="3830541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33" name="pt233"/>
            <p:cNvSpPr/>
            <p:nvPr/>
          </p:nvSpPr>
          <p:spPr>
            <a:xfrm>
              <a:off x="6565755" y="3142381"/>
              <a:ext cx="52362" cy="52362"/>
            </a:xfrm>
            <a:prstGeom prst="ellipse">
              <a:avLst/>
            </a:prstGeom>
            <a:solidFill>
              <a:srgbClr val="E31A1C">
                <a:alpha val="60000"/>
              </a:srgbClr>
            </a:solidFill>
            <a:ln w="9000" cap="rnd">
              <a:solidFill>
                <a:srgbClr val="E31A1C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34" name="pt234"/>
            <p:cNvSpPr/>
            <p:nvPr/>
          </p:nvSpPr>
          <p:spPr>
            <a:xfrm>
              <a:off x="6470738" y="3138971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35" name="pt235"/>
            <p:cNvSpPr/>
            <p:nvPr/>
          </p:nvSpPr>
          <p:spPr>
            <a:xfrm>
              <a:off x="5314110" y="3642768"/>
              <a:ext cx="52362" cy="52362"/>
            </a:xfrm>
            <a:prstGeom prst="ellipse">
              <a:avLst/>
            </a:prstGeom>
            <a:solidFill>
              <a:srgbClr val="E31A1C">
                <a:alpha val="60000"/>
              </a:srgbClr>
            </a:solidFill>
            <a:ln w="9000" cap="rnd">
              <a:solidFill>
                <a:srgbClr val="E31A1C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36" name="pt236"/>
            <p:cNvSpPr/>
            <p:nvPr/>
          </p:nvSpPr>
          <p:spPr>
            <a:xfrm>
              <a:off x="3816547" y="4039959"/>
              <a:ext cx="52362" cy="52362"/>
            </a:xfrm>
            <a:prstGeom prst="ellipse">
              <a:avLst/>
            </a:prstGeom>
            <a:solidFill>
              <a:srgbClr val="E31A1C">
                <a:alpha val="60000"/>
              </a:srgbClr>
            </a:solidFill>
            <a:ln w="9000" cap="rnd">
              <a:solidFill>
                <a:srgbClr val="E31A1C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37" name="pt237"/>
            <p:cNvSpPr/>
            <p:nvPr/>
          </p:nvSpPr>
          <p:spPr>
            <a:xfrm>
              <a:off x="6683267" y="3649047"/>
              <a:ext cx="52362" cy="52362"/>
            </a:xfrm>
            <a:prstGeom prst="ellipse">
              <a:avLst/>
            </a:prstGeom>
            <a:solidFill>
              <a:srgbClr val="E31A1C">
                <a:alpha val="60000"/>
              </a:srgbClr>
            </a:solidFill>
            <a:ln w="9000" cap="rnd">
              <a:solidFill>
                <a:srgbClr val="E31A1C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38" name="pt238"/>
            <p:cNvSpPr/>
            <p:nvPr/>
          </p:nvSpPr>
          <p:spPr>
            <a:xfrm>
              <a:off x="4575112" y="3856462"/>
              <a:ext cx="52362" cy="52362"/>
            </a:xfrm>
            <a:prstGeom prst="ellipse">
              <a:avLst/>
            </a:prstGeom>
            <a:solidFill>
              <a:srgbClr val="E31A1C">
                <a:alpha val="60000"/>
              </a:srgbClr>
            </a:solidFill>
            <a:ln w="9000" cap="rnd">
              <a:solidFill>
                <a:srgbClr val="E31A1C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39" name="pt239"/>
            <p:cNvSpPr/>
            <p:nvPr/>
          </p:nvSpPr>
          <p:spPr>
            <a:xfrm>
              <a:off x="4808348" y="3771313"/>
              <a:ext cx="52362" cy="52362"/>
            </a:xfrm>
            <a:prstGeom prst="ellipse">
              <a:avLst/>
            </a:prstGeom>
            <a:solidFill>
              <a:srgbClr val="E31A1C">
                <a:alpha val="60000"/>
              </a:srgbClr>
            </a:solidFill>
            <a:ln w="9000" cap="rnd">
              <a:solidFill>
                <a:srgbClr val="E31A1C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40" name="pt240"/>
            <p:cNvSpPr/>
            <p:nvPr/>
          </p:nvSpPr>
          <p:spPr>
            <a:xfrm>
              <a:off x="5598082" y="3506734"/>
              <a:ext cx="52362" cy="52362"/>
            </a:xfrm>
            <a:prstGeom prst="ellipse">
              <a:avLst/>
            </a:prstGeom>
            <a:solidFill>
              <a:srgbClr val="E31A1C">
                <a:alpha val="60000"/>
              </a:srgbClr>
            </a:solidFill>
            <a:ln w="9000" cap="rnd">
              <a:solidFill>
                <a:srgbClr val="E31A1C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41" name="pt241"/>
            <p:cNvSpPr/>
            <p:nvPr/>
          </p:nvSpPr>
          <p:spPr>
            <a:xfrm>
              <a:off x="4769842" y="3812243"/>
              <a:ext cx="52362" cy="52362"/>
            </a:xfrm>
            <a:prstGeom prst="ellipse">
              <a:avLst/>
            </a:prstGeom>
            <a:solidFill>
              <a:srgbClr val="E31A1C">
                <a:alpha val="60000"/>
              </a:srgbClr>
            </a:solidFill>
            <a:ln w="9000" cap="rnd">
              <a:solidFill>
                <a:srgbClr val="E31A1C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42" name="pt242"/>
            <p:cNvSpPr/>
            <p:nvPr/>
          </p:nvSpPr>
          <p:spPr>
            <a:xfrm>
              <a:off x="5330324" y="3831899"/>
              <a:ext cx="52362" cy="52362"/>
            </a:xfrm>
            <a:prstGeom prst="ellipse">
              <a:avLst/>
            </a:prstGeom>
            <a:solidFill>
              <a:srgbClr val="E31A1C">
                <a:alpha val="60000"/>
              </a:srgbClr>
            </a:solidFill>
            <a:ln w="9000" cap="rnd">
              <a:solidFill>
                <a:srgbClr val="E31A1C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43" name="pt243"/>
            <p:cNvSpPr/>
            <p:nvPr/>
          </p:nvSpPr>
          <p:spPr>
            <a:xfrm>
              <a:off x="4338979" y="3550690"/>
              <a:ext cx="52362" cy="52362"/>
            </a:xfrm>
            <a:prstGeom prst="ellipse">
              <a:avLst/>
            </a:prstGeom>
            <a:solidFill>
              <a:srgbClr val="E31A1C">
                <a:alpha val="60000"/>
              </a:srgbClr>
            </a:solidFill>
            <a:ln w="9000" cap="rnd">
              <a:solidFill>
                <a:srgbClr val="E31A1C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44" name="pt244"/>
            <p:cNvSpPr/>
            <p:nvPr/>
          </p:nvSpPr>
          <p:spPr>
            <a:xfrm>
              <a:off x="6100827" y="3787156"/>
              <a:ext cx="52362" cy="52362"/>
            </a:xfrm>
            <a:prstGeom prst="ellipse">
              <a:avLst/>
            </a:prstGeom>
            <a:solidFill>
              <a:srgbClr val="E31A1C">
                <a:alpha val="60000"/>
              </a:srgbClr>
            </a:solidFill>
            <a:ln w="9000" cap="rnd">
              <a:solidFill>
                <a:srgbClr val="E31A1C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45" name="pt245"/>
            <p:cNvSpPr/>
            <p:nvPr/>
          </p:nvSpPr>
          <p:spPr>
            <a:xfrm>
              <a:off x="3738309" y="3899765"/>
              <a:ext cx="52362" cy="52362"/>
            </a:xfrm>
            <a:prstGeom prst="ellipse">
              <a:avLst/>
            </a:prstGeom>
            <a:solidFill>
              <a:srgbClr val="E31A1C">
                <a:alpha val="60000"/>
              </a:srgbClr>
            </a:solidFill>
            <a:ln w="9000" cap="rnd">
              <a:solidFill>
                <a:srgbClr val="E31A1C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46" name="pt246"/>
            <p:cNvSpPr/>
            <p:nvPr/>
          </p:nvSpPr>
          <p:spPr>
            <a:xfrm>
              <a:off x="3891734" y="3830901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47" name="pt247"/>
            <p:cNvSpPr/>
            <p:nvPr/>
          </p:nvSpPr>
          <p:spPr>
            <a:xfrm>
              <a:off x="4361511" y="3936270"/>
              <a:ext cx="52362" cy="52362"/>
            </a:xfrm>
            <a:prstGeom prst="ellipse">
              <a:avLst/>
            </a:prstGeom>
            <a:solidFill>
              <a:srgbClr val="E31A1C">
                <a:alpha val="60000"/>
              </a:srgbClr>
            </a:solidFill>
            <a:ln w="9000" cap="rnd">
              <a:solidFill>
                <a:srgbClr val="E31A1C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48" name="pt248"/>
            <p:cNvSpPr/>
            <p:nvPr/>
          </p:nvSpPr>
          <p:spPr>
            <a:xfrm>
              <a:off x="4865222" y="3752457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49" name="pt249"/>
            <p:cNvSpPr/>
            <p:nvPr/>
          </p:nvSpPr>
          <p:spPr>
            <a:xfrm>
              <a:off x="4328087" y="4094914"/>
              <a:ext cx="52362" cy="52362"/>
            </a:xfrm>
            <a:prstGeom prst="ellipse">
              <a:avLst/>
            </a:prstGeom>
            <a:solidFill>
              <a:srgbClr val="E31A1C">
                <a:alpha val="60000"/>
              </a:srgbClr>
            </a:solidFill>
            <a:ln w="9000" cap="rnd">
              <a:solidFill>
                <a:srgbClr val="E31A1C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50" name="pt250"/>
            <p:cNvSpPr/>
            <p:nvPr/>
          </p:nvSpPr>
          <p:spPr>
            <a:xfrm>
              <a:off x="5074097" y="3984974"/>
              <a:ext cx="52362" cy="52362"/>
            </a:xfrm>
            <a:prstGeom prst="ellipse">
              <a:avLst/>
            </a:prstGeom>
            <a:solidFill>
              <a:srgbClr val="E31A1C">
                <a:alpha val="60000"/>
              </a:srgbClr>
            </a:solidFill>
            <a:ln w="9000" cap="rnd">
              <a:solidFill>
                <a:srgbClr val="E31A1C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51" name="pt251"/>
            <p:cNvSpPr/>
            <p:nvPr/>
          </p:nvSpPr>
          <p:spPr>
            <a:xfrm>
              <a:off x="3154123" y="4578359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52" name="pt252"/>
            <p:cNvSpPr/>
            <p:nvPr/>
          </p:nvSpPr>
          <p:spPr>
            <a:xfrm>
              <a:off x="3747111" y="4064121"/>
              <a:ext cx="52362" cy="52362"/>
            </a:xfrm>
            <a:prstGeom prst="ellipse">
              <a:avLst/>
            </a:prstGeom>
            <a:solidFill>
              <a:srgbClr val="E31A1C">
                <a:alpha val="60000"/>
              </a:srgbClr>
            </a:solidFill>
            <a:ln w="9000" cap="rnd">
              <a:solidFill>
                <a:srgbClr val="E31A1C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53" name="pt253"/>
            <p:cNvSpPr/>
            <p:nvPr/>
          </p:nvSpPr>
          <p:spPr>
            <a:xfrm>
              <a:off x="5558617" y="3892595"/>
              <a:ext cx="52362" cy="52362"/>
            </a:xfrm>
            <a:prstGeom prst="ellipse">
              <a:avLst/>
            </a:prstGeom>
            <a:solidFill>
              <a:srgbClr val="E31A1C">
                <a:alpha val="60000"/>
              </a:srgbClr>
            </a:solidFill>
            <a:ln w="9000" cap="rnd">
              <a:solidFill>
                <a:srgbClr val="E31A1C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54" name="pt254"/>
            <p:cNvSpPr/>
            <p:nvPr/>
          </p:nvSpPr>
          <p:spPr>
            <a:xfrm>
              <a:off x="5215231" y="4134211"/>
              <a:ext cx="52362" cy="52362"/>
            </a:xfrm>
            <a:prstGeom prst="ellipse">
              <a:avLst/>
            </a:prstGeom>
            <a:solidFill>
              <a:srgbClr val="E31A1C">
                <a:alpha val="60000"/>
              </a:srgbClr>
            </a:solidFill>
            <a:ln w="9000" cap="rnd">
              <a:solidFill>
                <a:srgbClr val="E31A1C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55" name="pt255"/>
            <p:cNvSpPr/>
            <p:nvPr/>
          </p:nvSpPr>
          <p:spPr>
            <a:xfrm>
              <a:off x="3012844" y="4645841"/>
              <a:ext cx="52362" cy="52362"/>
            </a:xfrm>
            <a:prstGeom prst="ellipse">
              <a:avLst/>
            </a:prstGeom>
            <a:solidFill>
              <a:srgbClr val="E31A1C">
                <a:alpha val="60000"/>
              </a:srgbClr>
            </a:solidFill>
            <a:ln w="9000" cap="rnd">
              <a:solidFill>
                <a:srgbClr val="E31A1C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56" name="pt256"/>
            <p:cNvSpPr/>
            <p:nvPr/>
          </p:nvSpPr>
          <p:spPr>
            <a:xfrm>
              <a:off x="3405570" y="4295682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57" name="pt257"/>
            <p:cNvSpPr/>
            <p:nvPr/>
          </p:nvSpPr>
          <p:spPr>
            <a:xfrm>
              <a:off x="4968388" y="3581187"/>
              <a:ext cx="52362" cy="52362"/>
            </a:xfrm>
            <a:prstGeom prst="ellipse">
              <a:avLst/>
            </a:prstGeom>
            <a:solidFill>
              <a:srgbClr val="E31A1C">
                <a:alpha val="60000"/>
              </a:srgbClr>
            </a:solidFill>
            <a:ln w="9000" cap="rnd">
              <a:solidFill>
                <a:srgbClr val="E31A1C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58" name="pt258"/>
            <p:cNvSpPr/>
            <p:nvPr/>
          </p:nvSpPr>
          <p:spPr>
            <a:xfrm>
              <a:off x="3384938" y="4415900"/>
              <a:ext cx="52362" cy="52362"/>
            </a:xfrm>
            <a:prstGeom prst="ellipse">
              <a:avLst/>
            </a:prstGeom>
            <a:solidFill>
              <a:srgbClr val="E31A1C">
                <a:alpha val="60000"/>
              </a:srgbClr>
            </a:solidFill>
            <a:ln w="9000" cap="rnd">
              <a:solidFill>
                <a:srgbClr val="E31A1C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59" name="pt259"/>
            <p:cNvSpPr/>
            <p:nvPr/>
          </p:nvSpPr>
          <p:spPr>
            <a:xfrm>
              <a:off x="6311465" y="2886097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60" name="pt260"/>
            <p:cNvSpPr/>
            <p:nvPr/>
          </p:nvSpPr>
          <p:spPr>
            <a:xfrm>
              <a:off x="5652347" y="3914026"/>
              <a:ext cx="52362" cy="52362"/>
            </a:xfrm>
            <a:prstGeom prst="ellipse">
              <a:avLst/>
            </a:prstGeom>
            <a:solidFill>
              <a:srgbClr val="E31A1C">
                <a:alpha val="60000"/>
              </a:srgbClr>
            </a:solidFill>
            <a:ln w="9000" cap="rnd">
              <a:solidFill>
                <a:srgbClr val="E31A1C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61" name="pt261"/>
            <p:cNvSpPr/>
            <p:nvPr/>
          </p:nvSpPr>
          <p:spPr>
            <a:xfrm>
              <a:off x="5944383" y="3532113"/>
              <a:ext cx="52362" cy="52362"/>
            </a:xfrm>
            <a:prstGeom prst="ellipse">
              <a:avLst/>
            </a:prstGeom>
            <a:solidFill>
              <a:srgbClr val="E31A1C">
                <a:alpha val="60000"/>
              </a:srgbClr>
            </a:solidFill>
            <a:ln w="9000" cap="rnd">
              <a:solidFill>
                <a:srgbClr val="E31A1C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62" name="pt262"/>
            <p:cNvSpPr/>
            <p:nvPr/>
          </p:nvSpPr>
          <p:spPr>
            <a:xfrm>
              <a:off x="4322819" y="3724936"/>
              <a:ext cx="52362" cy="52362"/>
            </a:xfrm>
            <a:prstGeom prst="ellipse">
              <a:avLst/>
            </a:prstGeom>
            <a:solidFill>
              <a:srgbClr val="E31A1C">
                <a:alpha val="60000"/>
              </a:srgbClr>
            </a:solidFill>
            <a:ln w="9000" cap="rnd">
              <a:solidFill>
                <a:srgbClr val="E31A1C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63" name="pt263"/>
            <p:cNvSpPr/>
            <p:nvPr/>
          </p:nvSpPr>
          <p:spPr>
            <a:xfrm>
              <a:off x="5798063" y="4018841"/>
              <a:ext cx="52362" cy="52362"/>
            </a:xfrm>
            <a:prstGeom prst="ellipse">
              <a:avLst/>
            </a:prstGeom>
            <a:solidFill>
              <a:srgbClr val="E31A1C">
                <a:alpha val="60000"/>
              </a:srgbClr>
            </a:solidFill>
            <a:ln w="9000" cap="rnd">
              <a:solidFill>
                <a:srgbClr val="E31A1C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64" name="pt264"/>
            <p:cNvSpPr/>
            <p:nvPr/>
          </p:nvSpPr>
          <p:spPr>
            <a:xfrm>
              <a:off x="5866002" y="3359061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65" name="pt265"/>
            <p:cNvSpPr/>
            <p:nvPr/>
          </p:nvSpPr>
          <p:spPr>
            <a:xfrm>
              <a:off x="7741311" y="3748246"/>
              <a:ext cx="52362" cy="52362"/>
            </a:xfrm>
            <a:prstGeom prst="ellipse">
              <a:avLst/>
            </a:prstGeom>
            <a:solidFill>
              <a:srgbClr val="E31A1C">
                <a:alpha val="60000"/>
              </a:srgbClr>
            </a:solidFill>
            <a:ln w="9000" cap="rnd">
              <a:solidFill>
                <a:srgbClr val="E31A1C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66" name="pt266"/>
            <p:cNvSpPr/>
            <p:nvPr/>
          </p:nvSpPr>
          <p:spPr>
            <a:xfrm>
              <a:off x="4752415" y="4028867"/>
              <a:ext cx="52362" cy="52362"/>
            </a:xfrm>
            <a:prstGeom prst="ellipse">
              <a:avLst/>
            </a:prstGeom>
            <a:solidFill>
              <a:srgbClr val="E31A1C">
                <a:alpha val="60000"/>
              </a:srgbClr>
            </a:solidFill>
            <a:ln w="9000" cap="rnd">
              <a:solidFill>
                <a:srgbClr val="E31A1C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67" name="pt267"/>
            <p:cNvSpPr/>
            <p:nvPr/>
          </p:nvSpPr>
          <p:spPr>
            <a:xfrm>
              <a:off x="4770014" y="3807111"/>
              <a:ext cx="52362" cy="52362"/>
            </a:xfrm>
            <a:prstGeom prst="ellipse">
              <a:avLst/>
            </a:prstGeom>
            <a:solidFill>
              <a:srgbClr val="E31A1C">
                <a:alpha val="60000"/>
              </a:srgbClr>
            </a:solidFill>
            <a:ln w="9000" cap="rnd">
              <a:solidFill>
                <a:srgbClr val="E31A1C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68" name="pt268"/>
            <p:cNvSpPr/>
            <p:nvPr/>
          </p:nvSpPr>
          <p:spPr>
            <a:xfrm>
              <a:off x="3022283" y="4421099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69" name="pt269"/>
            <p:cNvSpPr/>
            <p:nvPr/>
          </p:nvSpPr>
          <p:spPr>
            <a:xfrm>
              <a:off x="6463059" y="3498124"/>
              <a:ext cx="52362" cy="52362"/>
            </a:xfrm>
            <a:prstGeom prst="ellipse">
              <a:avLst/>
            </a:prstGeom>
            <a:solidFill>
              <a:srgbClr val="E31A1C">
                <a:alpha val="60000"/>
              </a:srgbClr>
            </a:solidFill>
            <a:ln w="9000" cap="rnd">
              <a:solidFill>
                <a:srgbClr val="E31A1C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70" name="pt270"/>
            <p:cNvSpPr/>
            <p:nvPr/>
          </p:nvSpPr>
          <p:spPr>
            <a:xfrm>
              <a:off x="3866429" y="4058783"/>
              <a:ext cx="52362" cy="52362"/>
            </a:xfrm>
            <a:prstGeom prst="ellipse">
              <a:avLst/>
            </a:prstGeom>
            <a:solidFill>
              <a:srgbClr val="E31A1C">
                <a:alpha val="60000"/>
              </a:srgbClr>
            </a:solidFill>
            <a:ln w="9000" cap="rnd">
              <a:solidFill>
                <a:srgbClr val="E31A1C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71" name="pt271"/>
            <p:cNvSpPr/>
            <p:nvPr/>
          </p:nvSpPr>
          <p:spPr>
            <a:xfrm>
              <a:off x="4365951" y="4055039"/>
              <a:ext cx="52362" cy="52362"/>
            </a:xfrm>
            <a:prstGeom prst="ellipse">
              <a:avLst/>
            </a:prstGeom>
            <a:solidFill>
              <a:srgbClr val="E31A1C">
                <a:alpha val="60000"/>
              </a:srgbClr>
            </a:solidFill>
            <a:ln w="9000" cap="rnd">
              <a:solidFill>
                <a:srgbClr val="E31A1C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72" name="pt272"/>
            <p:cNvSpPr/>
            <p:nvPr/>
          </p:nvSpPr>
          <p:spPr>
            <a:xfrm>
              <a:off x="5400208" y="3800407"/>
              <a:ext cx="52362" cy="52362"/>
            </a:xfrm>
            <a:prstGeom prst="ellipse">
              <a:avLst/>
            </a:prstGeom>
            <a:solidFill>
              <a:srgbClr val="E31A1C">
                <a:alpha val="60000"/>
              </a:srgbClr>
            </a:solidFill>
            <a:ln w="9000" cap="rnd">
              <a:solidFill>
                <a:srgbClr val="E31A1C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73" name="pt273"/>
            <p:cNvSpPr/>
            <p:nvPr/>
          </p:nvSpPr>
          <p:spPr>
            <a:xfrm>
              <a:off x="5208705" y="3713239"/>
              <a:ext cx="52362" cy="52362"/>
            </a:xfrm>
            <a:prstGeom prst="ellipse">
              <a:avLst/>
            </a:prstGeom>
            <a:solidFill>
              <a:srgbClr val="E31A1C">
                <a:alpha val="60000"/>
              </a:srgbClr>
            </a:solidFill>
            <a:ln w="9000" cap="rnd">
              <a:solidFill>
                <a:srgbClr val="E31A1C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74" name="pt274"/>
            <p:cNvSpPr/>
            <p:nvPr/>
          </p:nvSpPr>
          <p:spPr>
            <a:xfrm>
              <a:off x="5232657" y="3158321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75" name="pt275"/>
            <p:cNvSpPr/>
            <p:nvPr/>
          </p:nvSpPr>
          <p:spPr>
            <a:xfrm>
              <a:off x="6837987" y="3341114"/>
              <a:ext cx="52362" cy="52362"/>
            </a:xfrm>
            <a:prstGeom prst="ellipse">
              <a:avLst/>
            </a:prstGeom>
            <a:solidFill>
              <a:srgbClr val="E31A1C">
                <a:alpha val="60000"/>
              </a:srgbClr>
            </a:solidFill>
            <a:ln w="9000" cap="rnd">
              <a:solidFill>
                <a:srgbClr val="E31A1C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76" name="pt276"/>
            <p:cNvSpPr/>
            <p:nvPr/>
          </p:nvSpPr>
          <p:spPr>
            <a:xfrm>
              <a:off x="5024921" y="3709461"/>
              <a:ext cx="52362" cy="52362"/>
            </a:xfrm>
            <a:prstGeom prst="ellipse">
              <a:avLst/>
            </a:prstGeom>
            <a:solidFill>
              <a:srgbClr val="E31A1C">
                <a:alpha val="60000"/>
              </a:srgbClr>
            </a:solidFill>
            <a:ln w="9000" cap="rnd">
              <a:solidFill>
                <a:srgbClr val="E31A1C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77" name="pt277"/>
            <p:cNvSpPr/>
            <p:nvPr/>
          </p:nvSpPr>
          <p:spPr>
            <a:xfrm>
              <a:off x="3398233" y="3899450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78" name="pt278"/>
            <p:cNvSpPr/>
            <p:nvPr/>
          </p:nvSpPr>
          <p:spPr>
            <a:xfrm>
              <a:off x="3231451" y="4833472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79" name="pt279"/>
            <p:cNvSpPr/>
            <p:nvPr/>
          </p:nvSpPr>
          <p:spPr>
            <a:xfrm>
              <a:off x="5029089" y="3858155"/>
              <a:ext cx="52362" cy="52362"/>
            </a:xfrm>
            <a:prstGeom prst="ellipse">
              <a:avLst/>
            </a:prstGeom>
            <a:solidFill>
              <a:srgbClr val="E31A1C">
                <a:alpha val="60000"/>
              </a:srgbClr>
            </a:solidFill>
            <a:ln w="9000" cap="rnd">
              <a:solidFill>
                <a:srgbClr val="E31A1C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80" name="pt280"/>
            <p:cNvSpPr/>
            <p:nvPr/>
          </p:nvSpPr>
          <p:spPr>
            <a:xfrm>
              <a:off x="5003127" y="3372858"/>
              <a:ext cx="52362" cy="52362"/>
            </a:xfrm>
            <a:prstGeom prst="ellipse">
              <a:avLst/>
            </a:prstGeom>
            <a:solidFill>
              <a:srgbClr val="E31A1C">
                <a:alpha val="60000"/>
              </a:srgbClr>
            </a:solidFill>
            <a:ln w="9000" cap="rnd">
              <a:solidFill>
                <a:srgbClr val="E31A1C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81" name="pt281"/>
            <p:cNvSpPr/>
            <p:nvPr/>
          </p:nvSpPr>
          <p:spPr>
            <a:xfrm>
              <a:off x="5501312" y="3927229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82" name="pt282"/>
            <p:cNvSpPr/>
            <p:nvPr/>
          </p:nvSpPr>
          <p:spPr>
            <a:xfrm>
              <a:off x="3882660" y="4120532"/>
              <a:ext cx="52362" cy="52362"/>
            </a:xfrm>
            <a:prstGeom prst="ellipse">
              <a:avLst/>
            </a:prstGeom>
            <a:solidFill>
              <a:srgbClr val="E31A1C">
                <a:alpha val="60000"/>
              </a:srgbClr>
            </a:solidFill>
            <a:ln w="9000" cap="rnd">
              <a:solidFill>
                <a:srgbClr val="E31A1C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83" name="pt283"/>
            <p:cNvSpPr/>
            <p:nvPr/>
          </p:nvSpPr>
          <p:spPr>
            <a:xfrm>
              <a:off x="4139322" y="4309591"/>
              <a:ext cx="52362" cy="52362"/>
            </a:xfrm>
            <a:prstGeom prst="ellipse">
              <a:avLst/>
            </a:prstGeom>
            <a:solidFill>
              <a:srgbClr val="E31A1C">
                <a:alpha val="60000"/>
              </a:srgbClr>
            </a:solidFill>
            <a:ln w="9000" cap="rnd">
              <a:solidFill>
                <a:srgbClr val="E31A1C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84" name="pt284"/>
            <p:cNvSpPr/>
            <p:nvPr/>
          </p:nvSpPr>
          <p:spPr>
            <a:xfrm>
              <a:off x="4099475" y="4109383"/>
              <a:ext cx="52362" cy="52362"/>
            </a:xfrm>
            <a:prstGeom prst="ellipse">
              <a:avLst/>
            </a:prstGeom>
            <a:solidFill>
              <a:srgbClr val="E31A1C">
                <a:alpha val="60000"/>
              </a:srgbClr>
            </a:solidFill>
            <a:ln w="9000" cap="rnd">
              <a:solidFill>
                <a:srgbClr val="E31A1C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85" name="pt285"/>
            <p:cNvSpPr/>
            <p:nvPr/>
          </p:nvSpPr>
          <p:spPr>
            <a:xfrm>
              <a:off x="4997152" y="3861049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86" name="pt286"/>
            <p:cNvSpPr/>
            <p:nvPr/>
          </p:nvSpPr>
          <p:spPr>
            <a:xfrm>
              <a:off x="5307403" y="3398242"/>
              <a:ext cx="52362" cy="52362"/>
            </a:xfrm>
            <a:prstGeom prst="ellipse">
              <a:avLst/>
            </a:prstGeom>
            <a:solidFill>
              <a:srgbClr val="E31A1C">
                <a:alpha val="60000"/>
              </a:srgbClr>
            </a:solidFill>
            <a:ln w="9000" cap="rnd">
              <a:solidFill>
                <a:srgbClr val="E31A1C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87" name="pt287"/>
            <p:cNvSpPr/>
            <p:nvPr/>
          </p:nvSpPr>
          <p:spPr>
            <a:xfrm>
              <a:off x="4579621" y="3791056"/>
              <a:ext cx="52362" cy="52362"/>
            </a:xfrm>
            <a:prstGeom prst="ellipse">
              <a:avLst/>
            </a:prstGeom>
            <a:solidFill>
              <a:srgbClr val="E31A1C">
                <a:alpha val="60000"/>
              </a:srgbClr>
            </a:solidFill>
            <a:ln w="9000" cap="rnd">
              <a:solidFill>
                <a:srgbClr val="E31A1C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88" name="pt288"/>
            <p:cNvSpPr/>
            <p:nvPr/>
          </p:nvSpPr>
          <p:spPr>
            <a:xfrm>
              <a:off x="5586558" y="3303294"/>
              <a:ext cx="52362" cy="52362"/>
            </a:xfrm>
            <a:prstGeom prst="ellipse">
              <a:avLst/>
            </a:prstGeom>
            <a:solidFill>
              <a:srgbClr val="E31A1C">
                <a:alpha val="60000"/>
              </a:srgbClr>
            </a:solidFill>
            <a:ln w="9000" cap="rnd">
              <a:solidFill>
                <a:srgbClr val="E31A1C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89" name="pt289"/>
            <p:cNvSpPr/>
            <p:nvPr/>
          </p:nvSpPr>
          <p:spPr>
            <a:xfrm>
              <a:off x="3763559" y="4183909"/>
              <a:ext cx="52362" cy="52362"/>
            </a:xfrm>
            <a:prstGeom prst="ellipse">
              <a:avLst/>
            </a:prstGeom>
            <a:solidFill>
              <a:srgbClr val="E31A1C">
                <a:alpha val="60000"/>
              </a:srgbClr>
            </a:solidFill>
            <a:ln w="9000" cap="rnd">
              <a:solidFill>
                <a:srgbClr val="E31A1C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90" name="pt290"/>
            <p:cNvSpPr/>
            <p:nvPr/>
          </p:nvSpPr>
          <p:spPr>
            <a:xfrm>
              <a:off x="4714195" y="3673830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91" name="pt291"/>
            <p:cNvSpPr/>
            <p:nvPr/>
          </p:nvSpPr>
          <p:spPr>
            <a:xfrm>
              <a:off x="4909438" y="4486054"/>
              <a:ext cx="52362" cy="52362"/>
            </a:xfrm>
            <a:prstGeom prst="ellipse">
              <a:avLst/>
            </a:prstGeom>
            <a:solidFill>
              <a:srgbClr val="E31A1C">
                <a:alpha val="60000"/>
              </a:srgbClr>
            </a:solidFill>
            <a:ln w="9000" cap="rnd">
              <a:solidFill>
                <a:srgbClr val="E31A1C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92" name="pt292"/>
            <p:cNvSpPr/>
            <p:nvPr/>
          </p:nvSpPr>
          <p:spPr>
            <a:xfrm>
              <a:off x="4378218" y="4358286"/>
              <a:ext cx="52362" cy="52362"/>
            </a:xfrm>
            <a:prstGeom prst="ellipse">
              <a:avLst/>
            </a:prstGeom>
            <a:solidFill>
              <a:srgbClr val="E31A1C">
                <a:alpha val="60000"/>
              </a:srgbClr>
            </a:solidFill>
            <a:ln w="9000" cap="rnd">
              <a:solidFill>
                <a:srgbClr val="E31A1C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93" name="pt293"/>
            <p:cNvSpPr/>
            <p:nvPr/>
          </p:nvSpPr>
          <p:spPr>
            <a:xfrm>
              <a:off x="4982280" y="3771130"/>
              <a:ext cx="52362" cy="52362"/>
            </a:xfrm>
            <a:prstGeom prst="ellipse">
              <a:avLst/>
            </a:prstGeom>
            <a:solidFill>
              <a:srgbClr val="E31A1C">
                <a:alpha val="60000"/>
              </a:srgbClr>
            </a:solidFill>
            <a:ln w="9000" cap="rnd">
              <a:solidFill>
                <a:srgbClr val="E31A1C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94" name="pt294"/>
            <p:cNvSpPr/>
            <p:nvPr/>
          </p:nvSpPr>
          <p:spPr>
            <a:xfrm>
              <a:off x="3792526" y="4154083"/>
              <a:ext cx="52362" cy="52362"/>
            </a:xfrm>
            <a:prstGeom prst="ellipse">
              <a:avLst/>
            </a:prstGeom>
            <a:solidFill>
              <a:srgbClr val="E31A1C">
                <a:alpha val="60000"/>
              </a:srgbClr>
            </a:solidFill>
            <a:ln w="9000" cap="rnd">
              <a:solidFill>
                <a:srgbClr val="E31A1C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95" name="pt295"/>
            <p:cNvSpPr/>
            <p:nvPr/>
          </p:nvSpPr>
          <p:spPr>
            <a:xfrm>
              <a:off x="2999069" y="4511786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96" name="pt296"/>
            <p:cNvSpPr/>
            <p:nvPr/>
          </p:nvSpPr>
          <p:spPr>
            <a:xfrm>
              <a:off x="3703277" y="4121382"/>
              <a:ext cx="52362" cy="52362"/>
            </a:xfrm>
            <a:prstGeom prst="ellipse">
              <a:avLst/>
            </a:prstGeom>
            <a:solidFill>
              <a:srgbClr val="E31A1C">
                <a:alpha val="60000"/>
              </a:srgbClr>
            </a:solidFill>
            <a:ln w="9000" cap="rnd">
              <a:solidFill>
                <a:srgbClr val="E31A1C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97" name="pt297"/>
            <p:cNvSpPr/>
            <p:nvPr/>
          </p:nvSpPr>
          <p:spPr>
            <a:xfrm>
              <a:off x="4430918" y="3761377"/>
              <a:ext cx="52362" cy="52362"/>
            </a:xfrm>
            <a:prstGeom prst="ellipse">
              <a:avLst/>
            </a:prstGeom>
            <a:solidFill>
              <a:srgbClr val="E31A1C">
                <a:alpha val="60000"/>
              </a:srgbClr>
            </a:solidFill>
            <a:ln w="9000" cap="rnd">
              <a:solidFill>
                <a:srgbClr val="E31A1C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98" name="pt298"/>
            <p:cNvSpPr/>
            <p:nvPr/>
          </p:nvSpPr>
          <p:spPr>
            <a:xfrm>
              <a:off x="4065313" y="3925130"/>
              <a:ext cx="52362" cy="52362"/>
            </a:xfrm>
            <a:prstGeom prst="ellipse">
              <a:avLst/>
            </a:prstGeom>
            <a:solidFill>
              <a:srgbClr val="E31A1C">
                <a:alpha val="60000"/>
              </a:srgbClr>
            </a:solidFill>
            <a:ln w="9000" cap="rnd">
              <a:solidFill>
                <a:srgbClr val="E31A1C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99" name="pt299"/>
            <p:cNvSpPr/>
            <p:nvPr/>
          </p:nvSpPr>
          <p:spPr>
            <a:xfrm>
              <a:off x="3310907" y="4088096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00" name="pt300"/>
            <p:cNvSpPr/>
            <p:nvPr/>
          </p:nvSpPr>
          <p:spPr>
            <a:xfrm>
              <a:off x="4231188" y="4346740"/>
              <a:ext cx="52362" cy="52362"/>
            </a:xfrm>
            <a:prstGeom prst="ellipse">
              <a:avLst/>
            </a:prstGeom>
            <a:solidFill>
              <a:srgbClr val="E31A1C">
                <a:alpha val="60000"/>
              </a:srgbClr>
            </a:solidFill>
            <a:ln w="9000" cap="rnd">
              <a:solidFill>
                <a:srgbClr val="E31A1C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01" name="pt301"/>
            <p:cNvSpPr/>
            <p:nvPr/>
          </p:nvSpPr>
          <p:spPr>
            <a:xfrm>
              <a:off x="8525379" y="2916980"/>
              <a:ext cx="52362" cy="52362"/>
            </a:xfrm>
            <a:prstGeom prst="ellipse">
              <a:avLst/>
            </a:prstGeom>
            <a:solidFill>
              <a:srgbClr val="E31A1C">
                <a:alpha val="60000"/>
              </a:srgbClr>
            </a:solidFill>
            <a:ln w="9000" cap="rnd">
              <a:solidFill>
                <a:srgbClr val="E31A1C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02" name="pt302"/>
            <p:cNvSpPr/>
            <p:nvPr/>
          </p:nvSpPr>
          <p:spPr>
            <a:xfrm>
              <a:off x="3244920" y="4954511"/>
              <a:ext cx="52362" cy="52362"/>
            </a:xfrm>
            <a:prstGeom prst="ellipse">
              <a:avLst/>
            </a:prstGeom>
            <a:solidFill>
              <a:srgbClr val="E31A1C">
                <a:alpha val="60000"/>
              </a:srgbClr>
            </a:solidFill>
            <a:ln w="9000" cap="rnd">
              <a:solidFill>
                <a:srgbClr val="E31A1C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03" name="pt303"/>
            <p:cNvSpPr/>
            <p:nvPr/>
          </p:nvSpPr>
          <p:spPr>
            <a:xfrm>
              <a:off x="4170501" y="3905750"/>
              <a:ext cx="52362" cy="52362"/>
            </a:xfrm>
            <a:prstGeom prst="ellipse">
              <a:avLst/>
            </a:prstGeom>
            <a:solidFill>
              <a:srgbClr val="E31A1C">
                <a:alpha val="60000"/>
              </a:srgbClr>
            </a:solidFill>
            <a:ln w="9000" cap="rnd">
              <a:solidFill>
                <a:srgbClr val="E31A1C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04" name="pt304"/>
            <p:cNvSpPr/>
            <p:nvPr/>
          </p:nvSpPr>
          <p:spPr>
            <a:xfrm>
              <a:off x="6836029" y="3145707"/>
              <a:ext cx="52362" cy="52362"/>
            </a:xfrm>
            <a:prstGeom prst="ellipse">
              <a:avLst/>
            </a:prstGeom>
            <a:solidFill>
              <a:srgbClr val="E31A1C">
                <a:alpha val="60000"/>
              </a:srgbClr>
            </a:solidFill>
            <a:ln w="9000" cap="rnd">
              <a:solidFill>
                <a:srgbClr val="E31A1C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05" name="pt305"/>
            <p:cNvSpPr/>
            <p:nvPr/>
          </p:nvSpPr>
          <p:spPr>
            <a:xfrm>
              <a:off x="1959486" y="5225019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06" name="pt306"/>
            <p:cNvSpPr/>
            <p:nvPr/>
          </p:nvSpPr>
          <p:spPr>
            <a:xfrm>
              <a:off x="3946447" y="4155847"/>
              <a:ext cx="52362" cy="52362"/>
            </a:xfrm>
            <a:prstGeom prst="ellipse">
              <a:avLst/>
            </a:prstGeom>
            <a:solidFill>
              <a:srgbClr val="E31A1C">
                <a:alpha val="60000"/>
              </a:srgbClr>
            </a:solidFill>
            <a:ln w="9000" cap="rnd">
              <a:solidFill>
                <a:srgbClr val="E31A1C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07" name="pt307"/>
            <p:cNvSpPr/>
            <p:nvPr/>
          </p:nvSpPr>
          <p:spPr>
            <a:xfrm>
              <a:off x="5569703" y="3683606"/>
              <a:ext cx="52362" cy="52362"/>
            </a:xfrm>
            <a:prstGeom prst="ellipse">
              <a:avLst/>
            </a:prstGeom>
            <a:solidFill>
              <a:srgbClr val="E31A1C">
                <a:alpha val="60000"/>
              </a:srgbClr>
            </a:solidFill>
            <a:ln w="9000" cap="rnd">
              <a:solidFill>
                <a:srgbClr val="E31A1C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08" name="pt308"/>
            <p:cNvSpPr/>
            <p:nvPr/>
          </p:nvSpPr>
          <p:spPr>
            <a:xfrm>
              <a:off x="3427486" y="4314513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09" name="pt309"/>
            <p:cNvSpPr/>
            <p:nvPr/>
          </p:nvSpPr>
          <p:spPr>
            <a:xfrm>
              <a:off x="3284888" y="4335216"/>
              <a:ext cx="52362" cy="52362"/>
            </a:xfrm>
            <a:prstGeom prst="ellipse">
              <a:avLst/>
            </a:prstGeom>
            <a:solidFill>
              <a:srgbClr val="E31A1C">
                <a:alpha val="60000"/>
              </a:srgbClr>
            </a:solidFill>
            <a:ln w="9000" cap="rnd">
              <a:solidFill>
                <a:srgbClr val="E31A1C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10" name="pt310"/>
            <p:cNvSpPr/>
            <p:nvPr/>
          </p:nvSpPr>
          <p:spPr>
            <a:xfrm>
              <a:off x="4262898" y="3639181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11" name="pt311"/>
            <p:cNvSpPr/>
            <p:nvPr/>
          </p:nvSpPr>
          <p:spPr>
            <a:xfrm>
              <a:off x="6167787" y="3583207"/>
              <a:ext cx="52362" cy="52362"/>
            </a:xfrm>
            <a:prstGeom prst="ellipse">
              <a:avLst/>
            </a:prstGeom>
            <a:solidFill>
              <a:srgbClr val="E31A1C">
                <a:alpha val="60000"/>
              </a:srgbClr>
            </a:solidFill>
            <a:ln w="9000" cap="rnd">
              <a:solidFill>
                <a:srgbClr val="E31A1C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12" name="pt312"/>
            <p:cNvSpPr/>
            <p:nvPr/>
          </p:nvSpPr>
          <p:spPr>
            <a:xfrm>
              <a:off x="7219475" y="2999004"/>
              <a:ext cx="52362" cy="52362"/>
            </a:xfrm>
            <a:prstGeom prst="ellipse">
              <a:avLst/>
            </a:prstGeom>
            <a:solidFill>
              <a:srgbClr val="E31A1C">
                <a:alpha val="60000"/>
              </a:srgbClr>
            </a:solidFill>
            <a:ln w="9000" cap="rnd">
              <a:solidFill>
                <a:srgbClr val="E31A1C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13" name="pt313"/>
            <p:cNvSpPr/>
            <p:nvPr/>
          </p:nvSpPr>
          <p:spPr>
            <a:xfrm>
              <a:off x="4330855" y="3942010"/>
              <a:ext cx="52362" cy="52362"/>
            </a:xfrm>
            <a:prstGeom prst="ellipse">
              <a:avLst/>
            </a:prstGeom>
            <a:solidFill>
              <a:srgbClr val="E31A1C">
                <a:alpha val="60000"/>
              </a:srgbClr>
            </a:solidFill>
            <a:ln w="9000" cap="rnd">
              <a:solidFill>
                <a:srgbClr val="E31A1C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14" name="pt314"/>
            <p:cNvSpPr/>
            <p:nvPr/>
          </p:nvSpPr>
          <p:spPr>
            <a:xfrm>
              <a:off x="5185187" y="3312735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15" name="pt315"/>
            <p:cNvSpPr/>
            <p:nvPr/>
          </p:nvSpPr>
          <p:spPr>
            <a:xfrm>
              <a:off x="7466442" y="2908190"/>
              <a:ext cx="52362" cy="52362"/>
            </a:xfrm>
            <a:prstGeom prst="ellipse">
              <a:avLst/>
            </a:prstGeom>
            <a:solidFill>
              <a:srgbClr val="E31A1C">
                <a:alpha val="60000"/>
              </a:srgbClr>
            </a:solidFill>
            <a:ln w="9000" cap="rnd">
              <a:solidFill>
                <a:srgbClr val="E31A1C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16" name="pt316"/>
            <p:cNvSpPr/>
            <p:nvPr/>
          </p:nvSpPr>
          <p:spPr>
            <a:xfrm>
              <a:off x="3330638" y="4264138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17" name="pt317"/>
            <p:cNvSpPr/>
            <p:nvPr/>
          </p:nvSpPr>
          <p:spPr>
            <a:xfrm>
              <a:off x="6563966" y="3319511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18" name="pt318"/>
            <p:cNvSpPr/>
            <p:nvPr/>
          </p:nvSpPr>
          <p:spPr>
            <a:xfrm>
              <a:off x="3563892" y="4421775"/>
              <a:ext cx="52362" cy="52362"/>
            </a:xfrm>
            <a:prstGeom prst="ellipse">
              <a:avLst/>
            </a:prstGeom>
            <a:solidFill>
              <a:srgbClr val="E31A1C">
                <a:alpha val="60000"/>
              </a:srgbClr>
            </a:solidFill>
            <a:ln w="9000" cap="rnd">
              <a:solidFill>
                <a:srgbClr val="E31A1C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19" name="pt319"/>
            <p:cNvSpPr/>
            <p:nvPr/>
          </p:nvSpPr>
          <p:spPr>
            <a:xfrm>
              <a:off x="4442326" y="4090294"/>
              <a:ext cx="52362" cy="52362"/>
            </a:xfrm>
            <a:prstGeom prst="ellipse">
              <a:avLst/>
            </a:prstGeom>
            <a:solidFill>
              <a:srgbClr val="E31A1C">
                <a:alpha val="60000"/>
              </a:srgbClr>
            </a:solidFill>
            <a:ln w="9000" cap="rnd">
              <a:solidFill>
                <a:srgbClr val="E31A1C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20" name="pt320"/>
            <p:cNvSpPr/>
            <p:nvPr/>
          </p:nvSpPr>
          <p:spPr>
            <a:xfrm>
              <a:off x="3649724" y="3869394"/>
              <a:ext cx="52362" cy="52362"/>
            </a:xfrm>
            <a:prstGeom prst="ellipse">
              <a:avLst/>
            </a:prstGeom>
            <a:solidFill>
              <a:srgbClr val="E31A1C">
                <a:alpha val="60000"/>
              </a:srgbClr>
            </a:solidFill>
            <a:ln w="9000" cap="rnd">
              <a:solidFill>
                <a:srgbClr val="E31A1C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21" name="pt321"/>
            <p:cNvSpPr/>
            <p:nvPr/>
          </p:nvSpPr>
          <p:spPr>
            <a:xfrm>
              <a:off x="4480252" y="3669536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22" name="pt322"/>
            <p:cNvSpPr/>
            <p:nvPr/>
          </p:nvSpPr>
          <p:spPr>
            <a:xfrm>
              <a:off x="4728098" y="3711442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23" name="pt323"/>
            <p:cNvSpPr/>
            <p:nvPr/>
          </p:nvSpPr>
          <p:spPr>
            <a:xfrm>
              <a:off x="3506217" y="4143507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24" name="pt324"/>
            <p:cNvSpPr/>
            <p:nvPr/>
          </p:nvSpPr>
          <p:spPr>
            <a:xfrm>
              <a:off x="3661753" y="4136137"/>
              <a:ext cx="52362" cy="52362"/>
            </a:xfrm>
            <a:prstGeom prst="ellipse">
              <a:avLst/>
            </a:prstGeom>
            <a:solidFill>
              <a:srgbClr val="E31A1C">
                <a:alpha val="60000"/>
              </a:srgbClr>
            </a:solidFill>
            <a:ln w="9000" cap="rnd">
              <a:solidFill>
                <a:srgbClr val="E31A1C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25" name="pt325"/>
            <p:cNvSpPr/>
            <p:nvPr/>
          </p:nvSpPr>
          <p:spPr>
            <a:xfrm>
              <a:off x="4067386" y="4124488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26" name="pt326"/>
            <p:cNvSpPr/>
            <p:nvPr/>
          </p:nvSpPr>
          <p:spPr>
            <a:xfrm>
              <a:off x="4879701" y="3594417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27" name="pt327"/>
            <p:cNvSpPr/>
            <p:nvPr/>
          </p:nvSpPr>
          <p:spPr>
            <a:xfrm>
              <a:off x="6636871" y="3172564"/>
              <a:ext cx="52362" cy="52362"/>
            </a:xfrm>
            <a:prstGeom prst="ellipse">
              <a:avLst/>
            </a:prstGeom>
            <a:solidFill>
              <a:srgbClr val="E31A1C">
                <a:alpha val="60000"/>
              </a:srgbClr>
            </a:solidFill>
            <a:ln w="9000" cap="rnd">
              <a:solidFill>
                <a:srgbClr val="E31A1C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28" name="pt328"/>
            <p:cNvSpPr/>
            <p:nvPr/>
          </p:nvSpPr>
          <p:spPr>
            <a:xfrm>
              <a:off x="3363158" y="4192554"/>
              <a:ext cx="52362" cy="52362"/>
            </a:xfrm>
            <a:prstGeom prst="ellipse">
              <a:avLst/>
            </a:prstGeom>
            <a:solidFill>
              <a:srgbClr val="E31A1C">
                <a:alpha val="60000"/>
              </a:srgbClr>
            </a:solidFill>
            <a:ln w="9000" cap="rnd">
              <a:solidFill>
                <a:srgbClr val="E31A1C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29" name="pt329"/>
            <p:cNvSpPr/>
            <p:nvPr/>
          </p:nvSpPr>
          <p:spPr>
            <a:xfrm>
              <a:off x="4288728" y="3745420"/>
              <a:ext cx="52362" cy="52362"/>
            </a:xfrm>
            <a:prstGeom prst="ellipse">
              <a:avLst/>
            </a:prstGeom>
            <a:solidFill>
              <a:srgbClr val="E31A1C">
                <a:alpha val="60000"/>
              </a:srgbClr>
            </a:solidFill>
            <a:ln w="9000" cap="rnd">
              <a:solidFill>
                <a:srgbClr val="E31A1C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30" name="pt330"/>
            <p:cNvSpPr/>
            <p:nvPr/>
          </p:nvSpPr>
          <p:spPr>
            <a:xfrm>
              <a:off x="5010711" y="3432741"/>
              <a:ext cx="52362" cy="52362"/>
            </a:xfrm>
            <a:prstGeom prst="ellipse">
              <a:avLst/>
            </a:prstGeom>
            <a:solidFill>
              <a:srgbClr val="E31A1C">
                <a:alpha val="60000"/>
              </a:srgbClr>
            </a:solidFill>
            <a:ln w="9000" cap="rnd">
              <a:solidFill>
                <a:srgbClr val="E31A1C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31" name="pt331"/>
            <p:cNvSpPr/>
            <p:nvPr/>
          </p:nvSpPr>
          <p:spPr>
            <a:xfrm>
              <a:off x="4261651" y="3598618"/>
              <a:ext cx="52362" cy="52362"/>
            </a:xfrm>
            <a:prstGeom prst="ellipse">
              <a:avLst/>
            </a:prstGeom>
            <a:solidFill>
              <a:srgbClr val="E31A1C">
                <a:alpha val="60000"/>
              </a:srgbClr>
            </a:solidFill>
            <a:ln w="9000" cap="rnd">
              <a:solidFill>
                <a:srgbClr val="E31A1C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32" name="pt332"/>
            <p:cNvSpPr/>
            <p:nvPr/>
          </p:nvSpPr>
          <p:spPr>
            <a:xfrm>
              <a:off x="6844867" y="3045060"/>
              <a:ext cx="52362" cy="52362"/>
            </a:xfrm>
            <a:prstGeom prst="ellipse">
              <a:avLst/>
            </a:prstGeom>
            <a:solidFill>
              <a:srgbClr val="E31A1C">
                <a:alpha val="60000"/>
              </a:srgbClr>
            </a:solidFill>
            <a:ln w="9000" cap="rnd">
              <a:solidFill>
                <a:srgbClr val="E31A1C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33" name="pt333"/>
            <p:cNvSpPr/>
            <p:nvPr/>
          </p:nvSpPr>
          <p:spPr>
            <a:xfrm>
              <a:off x="6158917" y="3099978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34" name="pt334"/>
            <p:cNvSpPr/>
            <p:nvPr/>
          </p:nvSpPr>
          <p:spPr>
            <a:xfrm>
              <a:off x="6719082" y="3466919"/>
              <a:ext cx="52362" cy="52362"/>
            </a:xfrm>
            <a:prstGeom prst="ellipse">
              <a:avLst/>
            </a:prstGeom>
            <a:solidFill>
              <a:srgbClr val="E31A1C">
                <a:alpha val="60000"/>
              </a:srgbClr>
            </a:solidFill>
            <a:ln w="9000" cap="rnd">
              <a:solidFill>
                <a:srgbClr val="E31A1C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35" name="pt335"/>
            <p:cNvSpPr/>
            <p:nvPr/>
          </p:nvSpPr>
          <p:spPr>
            <a:xfrm>
              <a:off x="4724363" y="3730414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36" name="pt336"/>
            <p:cNvSpPr/>
            <p:nvPr/>
          </p:nvSpPr>
          <p:spPr>
            <a:xfrm>
              <a:off x="5592269" y="3781664"/>
              <a:ext cx="52362" cy="52362"/>
            </a:xfrm>
            <a:prstGeom prst="ellipse">
              <a:avLst/>
            </a:prstGeom>
            <a:solidFill>
              <a:srgbClr val="E31A1C">
                <a:alpha val="60000"/>
              </a:srgbClr>
            </a:solidFill>
            <a:ln w="9000" cap="rnd">
              <a:solidFill>
                <a:srgbClr val="E31A1C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37" name="pt337"/>
            <p:cNvSpPr/>
            <p:nvPr/>
          </p:nvSpPr>
          <p:spPr>
            <a:xfrm>
              <a:off x="7169781" y="3009721"/>
              <a:ext cx="52362" cy="52362"/>
            </a:xfrm>
            <a:prstGeom prst="ellipse">
              <a:avLst/>
            </a:prstGeom>
            <a:solidFill>
              <a:srgbClr val="E31A1C">
                <a:alpha val="60000"/>
              </a:srgbClr>
            </a:solidFill>
            <a:ln w="9000" cap="rnd">
              <a:solidFill>
                <a:srgbClr val="E31A1C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38" name="pt338"/>
            <p:cNvSpPr/>
            <p:nvPr/>
          </p:nvSpPr>
          <p:spPr>
            <a:xfrm>
              <a:off x="4011295" y="3851132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39" name="pt339"/>
            <p:cNvSpPr/>
            <p:nvPr/>
          </p:nvSpPr>
          <p:spPr>
            <a:xfrm>
              <a:off x="4344990" y="3962915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40" name="pt340"/>
            <p:cNvSpPr/>
            <p:nvPr/>
          </p:nvSpPr>
          <p:spPr>
            <a:xfrm>
              <a:off x="4243085" y="4031469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41" name="pt341"/>
            <p:cNvSpPr/>
            <p:nvPr/>
          </p:nvSpPr>
          <p:spPr>
            <a:xfrm>
              <a:off x="3611603" y="3889977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42" name="pt342"/>
            <p:cNvSpPr/>
            <p:nvPr/>
          </p:nvSpPr>
          <p:spPr>
            <a:xfrm>
              <a:off x="6329442" y="3667917"/>
              <a:ext cx="52362" cy="52362"/>
            </a:xfrm>
            <a:prstGeom prst="ellipse">
              <a:avLst/>
            </a:prstGeom>
            <a:solidFill>
              <a:srgbClr val="E31A1C">
                <a:alpha val="60000"/>
              </a:srgbClr>
            </a:solidFill>
            <a:ln w="9000" cap="rnd">
              <a:solidFill>
                <a:srgbClr val="E31A1C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43" name="pt343"/>
            <p:cNvSpPr/>
            <p:nvPr/>
          </p:nvSpPr>
          <p:spPr>
            <a:xfrm>
              <a:off x="5096619" y="3864722"/>
              <a:ext cx="52362" cy="52362"/>
            </a:xfrm>
            <a:prstGeom prst="ellipse">
              <a:avLst/>
            </a:prstGeom>
            <a:solidFill>
              <a:srgbClr val="E31A1C">
                <a:alpha val="60000"/>
              </a:srgbClr>
            </a:solidFill>
            <a:ln w="9000" cap="rnd">
              <a:solidFill>
                <a:srgbClr val="E31A1C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44" name="pg344"/>
            <p:cNvSpPr/>
            <p:nvPr/>
          </p:nvSpPr>
          <p:spPr>
            <a:xfrm>
              <a:off x="1985667" y="2953542"/>
              <a:ext cx="4604479" cy="1949203"/>
            </a:xfrm>
            <a:custGeom>
              <a:avLst/>
              <a:pathLst>
                <a:path w="4604479" h="1949203">
                  <a:moveTo>
                    <a:pt x="0" y="1759269"/>
                  </a:moveTo>
                  <a:lnTo>
                    <a:pt x="58284" y="1739586"/>
                  </a:lnTo>
                  <a:lnTo>
                    <a:pt x="116569" y="1719890"/>
                  </a:lnTo>
                  <a:lnTo>
                    <a:pt x="174853" y="1700179"/>
                  </a:lnTo>
                  <a:lnTo>
                    <a:pt x="233138" y="1680452"/>
                  </a:lnTo>
                  <a:lnTo>
                    <a:pt x="291422" y="1660708"/>
                  </a:lnTo>
                  <a:lnTo>
                    <a:pt x="349707" y="1640946"/>
                  </a:lnTo>
                  <a:lnTo>
                    <a:pt x="407991" y="1621164"/>
                  </a:lnTo>
                  <a:lnTo>
                    <a:pt x="466276" y="1601361"/>
                  </a:lnTo>
                  <a:lnTo>
                    <a:pt x="524561" y="1581534"/>
                  </a:lnTo>
                  <a:lnTo>
                    <a:pt x="582845" y="1561682"/>
                  </a:lnTo>
                  <a:lnTo>
                    <a:pt x="641130" y="1541802"/>
                  </a:lnTo>
                  <a:lnTo>
                    <a:pt x="699414" y="1521892"/>
                  </a:lnTo>
                  <a:lnTo>
                    <a:pt x="757699" y="1501950"/>
                  </a:lnTo>
                  <a:lnTo>
                    <a:pt x="815983" y="1481971"/>
                  </a:lnTo>
                  <a:lnTo>
                    <a:pt x="874268" y="1461953"/>
                  </a:lnTo>
                  <a:lnTo>
                    <a:pt x="932552" y="1441893"/>
                  </a:lnTo>
                  <a:lnTo>
                    <a:pt x="990837" y="1421785"/>
                  </a:lnTo>
                  <a:lnTo>
                    <a:pt x="1049122" y="1401626"/>
                  </a:lnTo>
                  <a:lnTo>
                    <a:pt x="1107406" y="1381411"/>
                  </a:lnTo>
                  <a:lnTo>
                    <a:pt x="1165691" y="1361133"/>
                  </a:lnTo>
                  <a:lnTo>
                    <a:pt x="1223975" y="1340788"/>
                  </a:lnTo>
                  <a:lnTo>
                    <a:pt x="1282260" y="1320369"/>
                  </a:lnTo>
                  <a:lnTo>
                    <a:pt x="1340544" y="1299870"/>
                  </a:lnTo>
                  <a:lnTo>
                    <a:pt x="1398829" y="1279282"/>
                  </a:lnTo>
                  <a:lnTo>
                    <a:pt x="1457113" y="1258598"/>
                  </a:lnTo>
                  <a:lnTo>
                    <a:pt x="1515398" y="1237810"/>
                  </a:lnTo>
                  <a:lnTo>
                    <a:pt x="1573683" y="1216911"/>
                  </a:lnTo>
                  <a:lnTo>
                    <a:pt x="1631967" y="1195892"/>
                  </a:lnTo>
                  <a:lnTo>
                    <a:pt x="1690252" y="1174746"/>
                  </a:lnTo>
                  <a:lnTo>
                    <a:pt x="1748536" y="1153466"/>
                  </a:lnTo>
                  <a:lnTo>
                    <a:pt x="1806821" y="1132044"/>
                  </a:lnTo>
                  <a:lnTo>
                    <a:pt x="1865105" y="1110476"/>
                  </a:lnTo>
                  <a:lnTo>
                    <a:pt x="1923390" y="1088758"/>
                  </a:lnTo>
                  <a:lnTo>
                    <a:pt x="1981674" y="1066887"/>
                  </a:lnTo>
                  <a:lnTo>
                    <a:pt x="2039959" y="1044862"/>
                  </a:lnTo>
                  <a:lnTo>
                    <a:pt x="2098244" y="1022685"/>
                  </a:lnTo>
                  <a:lnTo>
                    <a:pt x="2156528" y="1000357"/>
                  </a:lnTo>
                  <a:lnTo>
                    <a:pt x="2214813" y="977884"/>
                  </a:lnTo>
                  <a:lnTo>
                    <a:pt x="2273097" y="955269"/>
                  </a:lnTo>
                  <a:lnTo>
                    <a:pt x="2331382" y="932521"/>
                  </a:lnTo>
                  <a:lnTo>
                    <a:pt x="2389666" y="909645"/>
                  </a:lnTo>
                  <a:lnTo>
                    <a:pt x="2447951" y="886650"/>
                  </a:lnTo>
                  <a:lnTo>
                    <a:pt x="2506235" y="863544"/>
                  </a:lnTo>
                  <a:lnTo>
                    <a:pt x="2564520" y="840334"/>
                  </a:lnTo>
                  <a:lnTo>
                    <a:pt x="2622805" y="817029"/>
                  </a:lnTo>
                  <a:lnTo>
                    <a:pt x="2681089" y="793636"/>
                  </a:lnTo>
                  <a:lnTo>
                    <a:pt x="2739374" y="770163"/>
                  </a:lnTo>
                  <a:lnTo>
                    <a:pt x="2797658" y="746616"/>
                  </a:lnTo>
                  <a:lnTo>
                    <a:pt x="2855943" y="723001"/>
                  </a:lnTo>
                  <a:lnTo>
                    <a:pt x="2914227" y="699325"/>
                  </a:lnTo>
                  <a:lnTo>
                    <a:pt x="2972512" y="675593"/>
                  </a:lnTo>
                  <a:lnTo>
                    <a:pt x="3030796" y="651809"/>
                  </a:lnTo>
                  <a:lnTo>
                    <a:pt x="3089081" y="627979"/>
                  </a:lnTo>
                  <a:lnTo>
                    <a:pt x="3147366" y="604106"/>
                  </a:lnTo>
                  <a:lnTo>
                    <a:pt x="3205650" y="580193"/>
                  </a:lnTo>
                  <a:lnTo>
                    <a:pt x="3263935" y="556245"/>
                  </a:lnTo>
                  <a:lnTo>
                    <a:pt x="3322219" y="532265"/>
                  </a:lnTo>
                  <a:lnTo>
                    <a:pt x="3380504" y="508254"/>
                  </a:lnTo>
                  <a:lnTo>
                    <a:pt x="3438788" y="484216"/>
                  </a:lnTo>
                  <a:lnTo>
                    <a:pt x="3497073" y="460153"/>
                  </a:lnTo>
                  <a:lnTo>
                    <a:pt x="3555357" y="436066"/>
                  </a:lnTo>
                  <a:lnTo>
                    <a:pt x="3613642" y="411958"/>
                  </a:lnTo>
                  <a:lnTo>
                    <a:pt x="3671927" y="387830"/>
                  </a:lnTo>
                  <a:lnTo>
                    <a:pt x="3730211" y="363684"/>
                  </a:lnTo>
                  <a:lnTo>
                    <a:pt x="3788496" y="339521"/>
                  </a:lnTo>
                  <a:lnTo>
                    <a:pt x="3846780" y="315343"/>
                  </a:lnTo>
                  <a:lnTo>
                    <a:pt x="3905065" y="291149"/>
                  </a:lnTo>
                  <a:lnTo>
                    <a:pt x="3963349" y="266943"/>
                  </a:lnTo>
                  <a:lnTo>
                    <a:pt x="4021634" y="242724"/>
                  </a:lnTo>
                  <a:lnTo>
                    <a:pt x="4079918" y="218493"/>
                  </a:lnTo>
                  <a:lnTo>
                    <a:pt x="4138203" y="194251"/>
                  </a:lnTo>
                  <a:lnTo>
                    <a:pt x="4196488" y="169999"/>
                  </a:lnTo>
                  <a:lnTo>
                    <a:pt x="4254772" y="145738"/>
                  </a:lnTo>
                  <a:lnTo>
                    <a:pt x="4313057" y="121467"/>
                  </a:lnTo>
                  <a:lnTo>
                    <a:pt x="4371341" y="97188"/>
                  </a:lnTo>
                  <a:lnTo>
                    <a:pt x="4429626" y="72902"/>
                  </a:lnTo>
                  <a:lnTo>
                    <a:pt x="4487910" y="48608"/>
                  </a:lnTo>
                  <a:lnTo>
                    <a:pt x="4546195" y="24307"/>
                  </a:lnTo>
                  <a:lnTo>
                    <a:pt x="4604479" y="0"/>
                  </a:lnTo>
                  <a:lnTo>
                    <a:pt x="4604479" y="241234"/>
                  </a:lnTo>
                  <a:lnTo>
                    <a:pt x="4546195" y="260816"/>
                  </a:lnTo>
                  <a:lnTo>
                    <a:pt x="4487910" y="280404"/>
                  </a:lnTo>
                  <a:lnTo>
                    <a:pt x="4429626" y="299999"/>
                  </a:lnTo>
                  <a:lnTo>
                    <a:pt x="4371341" y="319602"/>
                  </a:lnTo>
                  <a:lnTo>
                    <a:pt x="4313057" y="339212"/>
                  </a:lnTo>
                  <a:lnTo>
                    <a:pt x="4254772" y="358831"/>
                  </a:lnTo>
                  <a:lnTo>
                    <a:pt x="4196488" y="378458"/>
                  </a:lnTo>
                  <a:lnTo>
                    <a:pt x="4138203" y="398095"/>
                  </a:lnTo>
                  <a:lnTo>
                    <a:pt x="4079918" y="417743"/>
                  </a:lnTo>
                  <a:lnTo>
                    <a:pt x="4021634" y="437401"/>
                  </a:lnTo>
                  <a:lnTo>
                    <a:pt x="3963349" y="457071"/>
                  </a:lnTo>
                  <a:lnTo>
                    <a:pt x="3905065" y="476753"/>
                  </a:lnTo>
                  <a:lnTo>
                    <a:pt x="3846780" y="496449"/>
                  </a:lnTo>
                  <a:lnTo>
                    <a:pt x="3788496" y="516160"/>
                  </a:lnTo>
                  <a:lnTo>
                    <a:pt x="3730211" y="535886"/>
                  </a:lnTo>
                  <a:lnTo>
                    <a:pt x="3671927" y="555629"/>
                  </a:lnTo>
                  <a:lnTo>
                    <a:pt x="3613642" y="575390"/>
                  </a:lnTo>
                  <a:lnTo>
                    <a:pt x="3555357" y="595171"/>
                  </a:lnTo>
                  <a:lnTo>
                    <a:pt x="3497073" y="614974"/>
                  </a:lnTo>
                  <a:lnTo>
                    <a:pt x="3438788" y="634800"/>
                  </a:lnTo>
                  <a:lnTo>
                    <a:pt x="3380504" y="654651"/>
                  </a:lnTo>
                  <a:lnTo>
                    <a:pt x="3322219" y="674529"/>
                  </a:lnTo>
                  <a:lnTo>
                    <a:pt x="3263935" y="694437"/>
                  </a:lnTo>
                  <a:lnTo>
                    <a:pt x="3205650" y="714379"/>
                  </a:lnTo>
                  <a:lnTo>
                    <a:pt x="3147366" y="734356"/>
                  </a:lnTo>
                  <a:lnTo>
                    <a:pt x="3089081" y="754371"/>
                  </a:lnTo>
                  <a:lnTo>
                    <a:pt x="3030796" y="774430"/>
                  </a:lnTo>
                  <a:lnTo>
                    <a:pt x="2972512" y="794536"/>
                  </a:lnTo>
                  <a:lnTo>
                    <a:pt x="2914227" y="814692"/>
                  </a:lnTo>
                  <a:lnTo>
                    <a:pt x="2855943" y="834905"/>
                  </a:lnTo>
                  <a:lnTo>
                    <a:pt x="2797658" y="855180"/>
                  </a:lnTo>
                  <a:lnTo>
                    <a:pt x="2739374" y="875522"/>
                  </a:lnTo>
                  <a:lnTo>
                    <a:pt x="2681089" y="895937"/>
                  </a:lnTo>
                  <a:lnTo>
                    <a:pt x="2622805" y="916434"/>
                  </a:lnTo>
                  <a:lnTo>
                    <a:pt x="2564520" y="937018"/>
                  </a:lnTo>
                  <a:lnTo>
                    <a:pt x="2506235" y="957697"/>
                  </a:lnTo>
                  <a:lnTo>
                    <a:pt x="2447951" y="978480"/>
                  </a:lnTo>
                  <a:lnTo>
                    <a:pt x="2389666" y="999374"/>
                  </a:lnTo>
                  <a:lnTo>
                    <a:pt x="2331382" y="1020388"/>
                  </a:lnTo>
                  <a:lnTo>
                    <a:pt x="2273097" y="1041528"/>
                  </a:lnTo>
                  <a:lnTo>
                    <a:pt x="2214813" y="1062803"/>
                  </a:lnTo>
                  <a:lnTo>
                    <a:pt x="2156528" y="1084219"/>
                  </a:lnTo>
                  <a:lnTo>
                    <a:pt x="2098244" y="1105780"/>
                  </a:lnTo>
                  <a:lnTo>
                    <a:pt x="2039959" y="1127492"/>
                  </a:lnTo>
                  <a:lnTo>
                    <a:pt x="1981674" y="1149356"/>
                  </a:lnTo>
                  <a:lnTo>
                    <a:pt x="1923390" y="1171375"/>
                  </a:lnTo>
                  <a:lnTo>
                    <a:pt x="1865105" y="1193545"/>
                  </a:lnTo>
                  <a:lnTo>
                    <a:pt x="1806821" y="1215866"/>
                  </a:lnTo>
                  <a:lnTo>
                    <a:pt x="1748536" y="1238334"/>
                  </a:lnTo>
                  <a:lnTo>
                    <a:pt x="1690252" y="1260942"/>
                  </a:lnTo>
                  <a:lnTo>
                    <a:pt x="1631967" y="1283685"/>
                  </a:lnTo>
                  <a:lnTo>
                    <a:pt x="1573683" y="1306555"/>
                  </a:lnTo>
                  <a:lnTo>
                    <a:pt x="1515398" y="1329545"/>
                  </a:lnTo>
                  <a:lnTo>
                    <a:pt x="1457113" y="1352647"/>
                  </a:lnTo>
                  <a:lnTo>
                    <a:pt x="1398829" y="1375852"/>
                  </a:lnTo>
                  <a:lnTo>
                    <a:pt x="1340544" y="1399153"/>
                  </a:lnTo>
                  <a:lnTo>
                    <a:pt x="1282260" y="1422543"/>
                  </a:lnTo>
                  <a:lnTo>
                    <a:pt x="1223975" y="1446013"/>
                  </a:lnTo>
                  <a:lnTo>
                    <a:pt x="1165691" y="1469557"/>
                  </a:lnTo>
                  <a:lnTo>
                    <a:pt x="1107406" y="1493169"/>
                  </a:lnTo>
                  <a:lnTo>
                    <a:pt x="1049122" y="1516842"/>
                  </a:lnTo>
                  <a:lnTo>
                    <a:pt x="990837" y="1540572"/>
                  </a:lnTo>
                  <a:lnTo>
                    <a:pt x="932552" y="1564354"/>
                  </a:lnTo>
                  <a:lnTo>
                    <a:pt x="874268" y="1588182"/>
                  </a:lnTo>
                  <a:lnTo>
                    <a:pt x="815983" y="1612054"/>
                  </a:lnTo>
                  <a:lnTo>
                    <a:pt x="757699" y="1635964"/>
                  </a:lnTo>
                  <a:lnTo>
                    <a:pt x="699414" y="1659911"/>
                  </a:lnTo>
                  <a:lnTo>
                    <a:pt x="641130" y="1683890"/>
                  </a:lnTo>
                  <a:lnTo>
                    <a:pt x="582845" y="1707900"/>
                  </a:lnTo>
                  <a:lnTo>
                    <a:pt x="524561" y="1731937"/>
                  </a:lnTo>
                  <a:lnTo>
                    <a:pt x="466276" y="1755999"/>
                  </a:lnTo>
                  <a:lnTo>
                    <a:pt x="407991" y="1780085"/>
                  </a:lnTo>
                  <a:lnTo>
                    <a:pt x="349707" y="1804192"/>
                  </a:lnTo>
                  <a:lnTo>
                    <a:pt x="291422" y="1828319"/>
                  </a:lnTo>
                  <a:lnTo>
                    <a:pt x="233138" y="1852464"/>
                  </a:lnTo>
                  <a:lnTo>
                    <a:pt x="174853" y="1876626"/>
                  </a:lnTo>
                  <a:lnTo>
                    <a:pt x="116569" y="1900804"/>
                  </a:lnTo>
                  <a:lnTo>
                    <a:pt x="58284" y="1924997"/>
                  </a:lnTo>
                  <a:lnTo>
                    <a:pt x="0" y="1949203"/>
                  </a:lnTo>
                  <a:close/>
                </a:path>
              </a:pathLst>
            </a:custGeom>
            <a:solidFill>
              <a:srgbClr val="999999">
                <a:alpha val="14901"/>
              </a:srgbClr>
            </a:solidFill>
          </p:spPr>
          <p:txBody>
            <a:bodyPr/>
            <a:lstStyle/>
            <a:p/>
          </p:txBody>
        </p:sp>
        <p:sp>
          <p:nvSpPr>
            <p:cNvPr id="345" name="pl345"/>
            <p:cNvSpPr/>
            <p:nvPr/>
          </p:nvSpPr>
          <p:spPr>
            <a:xfrm>
              <a:off x="1985667" y="2953542"/>
              <a:ext cx="4604479" cy="1759269"/>
            </a:xfrm>
            <a:custGeom>
              <a:avLst/>
              <a:pathLst>
                <a:path w="4604479" h="1759269">
                  <a:moveTo>
                    <a:pt x="0" y="1759269"/>
                  </a:moveTo>
                  <a:lnTo>
                    <a:pt x="58284" y="1739586"/>
                  </a:lnTo>
                  <a:lnTo>
                    <a:pt x="116569" y="1719890"/>
                  </a:lnTo>
                  <a:lnTo>
                    <a:pt x="174853" y="1700179"/>
                  </a:lnTo>
                  <a:lnTo>
                    <a:pt x="233138" y="1680452"/>
                  </a:lnTo>
                  <a:lnTo>
                    <a:pt x="291422" y="1660708"/>
                  </a:lnTo>
                  <a:lnTo>
                    <a:pt x="349707" y="1640946"/>
                  </a:lnTo>
                  <a:lnTo>
                    <a:pt x="407991" y="1621164"/>
                  </a:lnTo>
                  <a:lnTo>
                    <a:pt x="466276" y="1601361"/>
                  </a:lnTo>
                  <a:lnTo>
                    <a:pt x="524561" y="1581534"/>
                  </a:lnTo>
                  <a:lnTo>
                    <a:pt x="582845" y="1561682"/>
                  </a:lnTo>
                  <a:lnTo>
                    <a:pt x="641130" y="1541802"/>
                  </a:lnTo>
                  <a:lnTo>
                    <a:pt x="699414" y="1521892"/>
                  </a:lnTo>
                  <a:lnTo>
                    <a:pt x="757699" y="1501950"/>
                  </a:lnTo>
                  <a:lnTo>
                    <a:pt x="815983" y="1481971"/>
                  </a:lnTo>
                  <a:lnTo>
                    <a:pt x="874268" y="1461953"/>
                  </a:lnTo>
                  <a:lnTo>
                    <a:pt x="932552" y="1441893"/>
                  </a:lnTo>
                  <a:lnTo>
                    <a:pt x="990837" y="1421785"/>
                  </a:lnTo>
                  <a:lnTo>
                    <a:pt x="1049122" y="1401626"/>
                  </a:lnTo>
                  <a:lnTo>
                    <a:pt x="1107406" y="1381411"/>
                  </a:lnTo>
                  <a:lnTo>
                    <a:pt x="1165691" y="1361133"/>
                  </a:lnTo>
                  <a:lnTo>
                    <a:pt x="1223975" y="1340788"/>
                  </a:lnTo>
                  <a:lnTo>
                    <a:pt x="1282260" y="1320369"/>
                  </a:lnTo>
                  <a:lnTo>
                    <a:pt x="1340544" y="1299870"/>
                  </a:lnTo>
                  <a:lnTo>
                    <a:pt x="1398829" y="1279282"/>
                  </a:lnTo>
                  <a:lnTo>
                    <a:pt x="1457113" y="1258598"/>
                  </a:lnTo>
                  <a:lnTo>
                    <a:pt x="1515398" y="1237810"/>
                  </a:lnTo>
                  <a:lnTo>
                    <a:pt x="1573683" y="1216911"/>
                  </a:lnTo>
                  <a:lnTo>
                    <a:pt x="1631967" y="1195892"/>
                  </a:lnTo>
                  <a:lnTo>
                    <a:pt x="1690252" y="1174746"/>
                  </a:lnTo>
                  <a:lnTo>
                    <a:pt x="1748536" y="1153466"/>
                  </a:lnTo>
                  <a:lnTo>
                    <a:pt x="1806821" y="1132044"/>
                  </a:lnTo>
                  <a:lnTo>
                    <a:pt x="1865105" y="1110476"/>
                  </a:lnTo>
                  <a:lnTo>
                    <a:pt x="1923390" y="1088758"/>
                  </a:lnTo>
                  <a:lnTo>
                    <a:pt x="1981674" y="1066887"/>
                  </a:lnTo>
                  <a:lnTo>
                    <a:pt x="2039959" y="1044862"/>
                  </a:lnTo>
                  <a:lnTo>
                    <a:pt x="2098244" y="1022685"/>
                  </a:lnTo>
                  <a:lnTo>
                    <a:pt x="2156528" y="1000357"/>
                  </a:lnTo>
                  <a:lnTo>
                    <a:pt x="2214813" y="977884"/>
                  </a:lnTo>
                  <a:lnTo>
                    <a:pt x="2273097" y="955269"/>
                  </a:lnTo>
                  <a:lnTo>
                    <a:pt x="2331382" y="932521"/>
                  </a:lnTo>
                  <a:lnTo>
                    <a:pt x="2389666" y="909645"/>
                  </a:lnTo>
                  <a:lnTo>
                    <a:pt x="2447951" y="886650"/>
                  </a:lnTo>
                  <a:lnTo>
                    <a:pt x="2506235" y="863544"/>
                  </a:lnTo>
                  <a:lnTo>
                    <a:pt x="2564520" y="840334"/>
                  </a:lnTo>
                  <a:lnTo>
                    <a:pt x="2622805" y="817029"/>
                  </a:lnTo>
                  <a:lnTo>
                    <a:pt x="2681089" y="793636"/>
                  </a:lnTo>
                  <a:lnTo>
                    <a:pt x="2739374" y="770163"/>
                  </a:lnTo>
                  <a:lnTo>
                    <a:pt x="2797658" y="746616"/>
                  </a:lnTo>
                  <a:lnTo>
                    <a:pt x="2855943" y="723001"/>
                  </a:lnTo>
                  <a:lnTo>
                    <a:pt x="2914227" y="699325"/>
                  </a:lnTo>
                  <a:lnTo>
                    <a:pt x="2972512" y="675593"/>
                  </a:lnTo>
                  <a:lnTo>
                    <a:pt x="3030796" y="651809"/>
                  </a:lnTo>
                  <a:lnTo>
                    <a:pt x="3089081" y="627979"/>
                  </a:lnTo>
                  <a:lnTo>
                    <a:pt x="3147366" y="604106"/>
                  </a:lnTo>
                  <a:lnTo>
                    <a:pt x="3205650" y="580193"/>
                  </a:lnTo>
                  <a:lnTo>
                    <a:pt x="3263935" y="556245"/>
                  </a:lnTo>
                  <a:lnTo>
                    <a:pt x="3322219" y="532265"/>
                  </a:lnTo>
                  <a:lnTo>
                    <a:pt x="3380504" y="508254"/>
                  </a:lnTo>
                  <a:lnTo>
                    <a:pt x="3438788" y="484216"/>
                  </a:lnTo>
                  <a:lnTo>
                    <a:pt x="3497073" y="460153"/>
                  </a:lnTo>
                  <a:lnTo>
                    <a:pt x="3555357" y="436066"/>
                  </a:lnTo>
                  <a:lnTo>
                    <a:pt x="3613642" y="411958"/>
                  </a:lnTo>
                  <a:lnTo>
                    <a:pt x="3671927" y="387830"/>
                  </a:lnTo>
                  <a:lnTo>
                    <a:pt x="3730211" y="363684"/>
                  </a:lnTo>
                  <a:lnTo>
                    <a:pt x="3788496" y="339521"/>
                  </a:lnTo>
                  <a:lnTo>
                    <a:pt x="3846780" y="315343"/>
                  </a:lnTo>
                  <a:lnTo>
                    <a:pt x="3905065" y="291149"/>
                  </a:lnTo>
                  <a:lnTo>
                    <a:pt x="3963349" y="266943"/>
                  </a:lnTo>
                  <a:lnTo>
                    <a:pt x="4021634" y="242724"/>
                  </a:lnTo>
                  <a:lnTo>
                    <a:pt x="4079918" y="218493"/>
                  </a:lnTo>
                  <a:lnTo>
                    <a:pt x="4138203" y="194251"/>
                  </a:lnTo>
                  <a:lnTo>
                    <a:pt x="4196488" y="169999"/>
                  </a:lnTo>
                  <a:lnTo>
                    <a:pt x="4254772" y="145738"/>
                  </a:lnTo>
                  <a:lnTo>
                    <a:pt x="4313057" y="121467"/>
                  </a:lnTo>
                  <a:lnTo>
                    <a:pt x="4371341" y="97188"/>
                  </a:lnTo>
                  <a:lnTo>
                    <a:pt x="4429626" y="72902"/>
                  </a:lnTo>
                  <a:lnTo>
                    <a:pt x="4487910" y="48608"/>
                  </a:lnTo>
                  <a:lnTo>
                    <a:pt x="4546195" y="24307"/>
                  </a:lnTo>
                  <a:lnTo>
                    <a:pt x="4604479" y="0"/>
                  </a:lnTo>
                </a:path>
              </a:pathLst>
            </a:custGeom>
          </p:spPr>
          <p:txBody>
            <a:bodyPr/>
            <a:lstStyle/>
            <a:p/>
          </p:txBody>
        </p:sp>
        <p:sp>
          <p:nvSpPr>
            <p:cNvPr id="346" name="pl346"/>
            <p:cNvSpPr/>
            <p:nvPr/>
          </p:nvSpPr>
          <p:spPr>
            <a:xfrm>
              <a:off x="1985667" y="3194776"/>
              <a:ext cx="4604479" cy="1707968"/>
            </a:xfrm>
            <a:custGeom>
              <a:avLst/>
              <a:pathLst>
                <a:path w="4604479" h="1707968">
                  <a:moveTo>
                    <a:pt x="4604479" y="0"/>
                  </a:moveTo>
                  <a:lnTo>
                    <a:pt x="4546195" y="19581"/>
                  </a:lnTo>
                  <a:lnTo>
                    <a:pt x="4487910" y="39169"/>
                  </a:lnTo>
                  <a:lnTo>
                    <a:pt x="4429626" y="58765"/>
                  </a:lnTo>
                  <a:lnTo>
                    <a:pt x="4371341" y="78367"/>
                  </a:lnTo>
                  <a:lnTo>
                    <a:pt x="4313057" y="97977"/>
                  </a:lnTo>
                  <a:lnTo>
                    <a:pt x="4254772" y="117596"/>
                  </a:lnTo>
                  <a:lnTo>
                    <a:pt x="4196488" y="137224"/>
                  </a:lnTo>
                  <a:lnTo>
                    <a:pt x="4138203" y="156861"/>
                  </a:lnTo>
                  <a:lnTo>
                    <a:pt x="4079918" y="176508"/>
                  </a:lnTo>
                  <a:lnTo>
                    <a:pt x="4021634" y="196166"/>
                  </a:lnTo>
                  <a:lnTo>
                    <a:pt x="3963349" y="215836"/>
                  </a:lnTo>
                  <a:lnTo>
                    <a:pt x="3905065" y="235519"/>
                  </a:lnTo>
                  <a:lnTo>
                    <a:pt x="3846780" y="255215"/>
                  </a:lnTo>
                  <a:lnTo>
                    <a:pt x="3788496" y="274925"/>
                  </a:lnTo>
                  <a:lnTo>
                    <a:pt x="3730211" y="294651"/>
                  </a:lnTo>
                  <a:lnTo>
                    <a:pt x="3671927" y="314394"/>
                  </a:lnTo>
                  <a:lnTo>
                    <a:pt x="3613642" y="334156"/>
                  </a:lnTo>
                  <a:lnTo>
                    <a:pt x="3555357" y="353937"/>
                  </a:lnTo>
                  <a:lnTo>
                    <a:pt x="3497073" y="373739"/>
                  </a:lnTo>
                  <a:lnTo>
                    <a:pt x="3438788" y="393565"/>
                  </a:lnTo>
                  <a:lnTo>
                    <a:pt x="3380504" y="413416"/>
                  </a:lnTo>
                  <a:lnTo>
                    <a:pt x="3322219" y="433294"/>
                  </a:lnTo>
                  <a:lnTo>
                    <a:pt x="3263935" y="453203"/>
                  </a:lnTo>
                  <a:lnTo>
                    <a:pt x="3205650" y="473144"/>
                  </a:lnTo>
                  <a:lnTo>
                    <a:pt x="3147366" y="493121"/>
                  </a:lnTo>
                  <a:lnTo>
                    <a:pt x="3089081" y="513137"/>
                  </a:lnTo>
                  <a:lnTo>
                    <a:pt x="3030796" y="533195"/>
                  </a:lnTo>
                  <a:lnTo>
                    <a:pt x="2972512" y="553301"/>
                  </a:lnTo>
                  <a:lnTo>
                    <a:pt x="2914227" y="573458"/>
                  </a:lnTo>
                  <a:lnTo>
                    <a:pt x="2855943" y="593671"/>
                  </a:lnTo>
                  <a:lnTo>
                    <a:pt x="2797658" y="613945"/>
                  </a:lnTo>
                  <a:lnTo>
                    <a:pt x="2739374" y="634287"/>
                  </a:lnTo>
                  <a:lnTo>
                    <a:pt x="2681089" y="654703"/>
                  </a:lnTo>
                  <a:lnTo>
                    <a:pt x="2622805" y="675199"/>
                  </a:lnTo>
                  <a:lnTo>
                    <a:pt x="2564520" y="695783"/>
                  </a:lnTo>
                  <a:lnTo>
                    <a:pt x="2506235" y="716463"/>
                  </a:lnTo>
                  <a:lnTo>
                    <a:pt x="2447951" y="737245"/>
                  </a:lnTo>
                  <a:lnTo>
                    <a:pt x="2389666" y="758140"/>
                  </a:lnTo>
                  <a:lnTo>
                    <a:pt x="2331382" y="779153"/>
                  </a:lnTo>
                  <a:lnTo>
                    <a:pt x="2273097" y="800294"/>
                  </a:lnTo>
                  <a:lnTo>
                    <a:pt x="2214813" y="821568"/>
                  </a:lnTo>
                  <a:lnTo>
                    <a:pt x="2156528" y="842984"/>
                  </a:lnTo>
                  <a:lnTo>
                    <a:pt x="2098244" y="864546"/>
                  </a:lnTo>
                  <a:lnTo>
                    <a:pt x="2039959" y="886257"/>
                  </a:lnTo>
                  <a:lnTo>
                    <a:pt x="1981674" y="908122"/>
                  </a:lnTo>
                  <a:lnTo>
                    <a:pt x="1923390" y="930140"/>
                  </a:lnTo>
                  <a:lnTo>
                    <a:pt x="1865105" y="952311"/>
                  </a:lnTo>
                  <a:lnTo>
                    <a:pt x="1806821" y="974632"/>
                  </a:lnTo>
                  <a:lnTo>
                    <a:pt x="1748536" y="997099"/>
                  </a:lnTo>
                  <a:lnTo>
                    <a:pt x="1690252" y="1019708"/>
                  </a:lnTo>
                  <a:lnTo>
                    <a:pt x="1631967" y="1042450"/>
                  </a:lnTo>
                  <a:lnTo>
                    <a:pt x="1573683" y="1065321"/>
                  </a:lnTo>
                  <a:lnTo>
                    <a:pt x="1515398" y="1088311"/>
                  </a:lnTo>
                  <a:lnTo>
                    <a:pt x="1457113" y="1111412"/>
                  </a:lnTo>
                  <a:lnTo>
                    <a:pt x="1398829" y="1134618"/>
                  </a:lnTo>
                  <a:lnTo>
                    <a:pt x="1340544" y="1157919"/>
                  </a:lnTo>
                  <a:lnTo>
                    <a:pt x="1282260" y="1181308"/>
                  </a:lnTo>
                  <a:lnTo>
                    <a:pt x="1223975" y="1204778"/>
                  </a:lnTo>
                  <a:lnTo>
                    <a:pt x="1165691" y="1228322"/>
                  </a:lnTo>
                  <a:lnTo>
                    <a:pt x="1107406" y="1251934"/>
                  </a:lnTo>
                  <a:lnTo>
                    <a:pt x="1049122" y="1275608"/>
                  </a:lnTo>
                  <a:lnTo>
                    <a:pt x="990837" y="1299338"/>
                  </a:lnTo>
                  <a:lnTo>
                    <a:pt x="932552" y="1323119"/>
                  </a:lnTo>
                  <a:lnTo>
                    <a:pt x="874268" y="1346948"/>
                  </a:lnTo>
                  <a:lnTo>
                    <a:pt x="815983" y="1370819"/>
                  </a:lnTo>
                  <a:lnTo>
                    <a:pt x="757699" y="1394730"/>
                  </a:lnTo>
                  <a:lnTo>
                    <a:pt x="699414" y="1418676"/>
                  </a:lnTo>
                  <a:lnTo>
                    <a:pt x="641130" y="1442656"/>
                  </a:lnTo>
                  <a:lnTo>
                    <a:pt x="582845" y="1466665"/>
                  </a:lnTo>
                  <a:lnTo>
                    <a:pt x="524561" y="1490702"/>
                  </a:lnTo>
                  <a:lnTo>
                    <a:pt x="466276" y="1514764"/>
                  </a:lnTo>
                  <a:lnTo>
                    <a:pt x="407991" y="1538850"/>
                  </a:lnTo>
                  <a:lnTo>
                    <a:pt x="349707" y="1562957"/>
                  </a:lnTo>
                  <a:lnTo>
                    <a:pt x="291422" y="1587084"/>
                  </a:lnTo>
                  <a:lnTo>
                    <a:pt x="233138" y="1611229"/>
                  </a:lnTo>
                  <a:lnTo>
                    <a:pt x="174853" y="1635392"/>
                  </a:lnTo>
                  <a:lnTo>
                    <a:pt x="116569" y="1659570"/>
                  </a:lnTo>
                  <a:lnTo>
                    <a:pt x="58284" y="1683762"/>
                  </a:lnTo>
                  <a:lnTo>
                    <a:pt x="0" y="1707968"/>
                  </a:lnTo>
                </a:path>
              </a:pathLst>
            </a:custGeom>
          </p:spPr>
          <p:txBody>
            <a:bodyPr/>
            <a:lstStyle/>
            <a:p/>
          </p:txBody>
        </p:sp>
        <p:sp>
          <p:nvSpPr>
            <p:cNvPr id="347" name="pl347"/>
            <p:cNvSpPr/>
            <p:nvPr/>
          </p:nvSpPr>
          <p:spPr>
            <a:xfrm>
              <a:off x="1985667" y="3074159"/>
              <a:ext cx="4604479" cy="1733619"/>
            </a:xfrm>
            <a:custGeom>
              <a:avLst/>
              <a:pathLst>
                <a:path w="4604479" h="1733619">
                  <a:moveTo>
                    <a:pt x="0" y="1733619"/>
                  </a:moveTo>
                  <a:lnTo>
                    <a:pt x="58284" y="1711674"/>
                  </a:lnTo>
                  <a:lnTo>
                    <a:pt x="116569" y="1689730"/>
                  </a:lnTo>
                  <a:lnTo>
                    <a:pt x="174853" y="1667785"/>
                  </a:lnTo>
                  <a:lnTo>
                    <a:pt x="233138" y="1645841"/>
                  </a:lnTo>
                  <a:lnTo>
                    <a:pt x="291422" y="1623896"/>
                  </a:lnTo>
                  <a:lnTo>
                    <a:pt x="349707" y="1601952"/>
                  </a:lnTo>
                  <a:lnTo>
                    <a:pt x="407991" y="1580007"/>
                  </a:lnTo>
                  <a:lnTo>
                    <a:pt x="466276" y="1558062"/>
                  </a:lnTo>
                  <a:lnTo>
                    <a:pt x="524561" y="1536118"/>
                  </a:lnTo>
                  <a:lnTo>
                    <a:pt x="582845" y="1514173"/>
                  </a:lnTo>
                  <a:lnTo>
                    <a:pt x="641130" y="1492229"/>
                  </a:lnTo>
                  <a:lnTo>
                    <a:pt x="699414" y="1470284"/>
                  </a:lnTo>
                  <a:lnTo>
                    <a:pt x="757699" y="1448340"/>
                  </a:lnTo>
                  <a:lnTo>
                    <a:pt x="815983" y="1426395"/>
                  </a:lnTo>
                  <a:lnTo>
                    <a:pt x="874268" y="1404451"/>
                  </a:lnTo>
                  <a:lnTo>
                    <a:pt x="932552" y="1382506"/>
                  </a:lnTo>
                  <a:lnTo>
                    <a:pt x="990837" y="1360561"/>
                  </a:lnTo>
                  <a:lnTo>
                    <a:pt x="1049122" y="1338617"/>
                  </a:lnTo>
                  <a:lnTo>
                    <a:pt x="1107406" y="1316672"/>
                  </a:lnTo>
                  <a:lnTo>
                    <a:pt x="1165691" y="1294728"/>
                  </a:lnTo>
                  <a:lnTo>
                    <a:pt x="1223975" y="1272783"/>
                  </a:lnTo>
                  <a:lnTo>
                    <a:pt x="1282260" y="1250839"/>
                  </a:lnTo>
                  <a:lnTo>
                    <a:pt x="1340544" y="1228894"/>
                  </a:lnTo>
                  <a:lnTo>
                    <a:pt x="1398829" y="1206950"/>
                  </a:lnTo>
                  <a:lnTo>
                    <a:pt x="1457113" y="1185005"/>
                  </a:lnTo>
                  <a:lnTo>
                    <a:pt x="1515398" y="1163061"/>
                  </a:lnTo>
                  <a:lnTo>
                    <a:pt x="1573683" y="1141116"/>
                  </a:lnTo>
                  <a:lnTo>
                    <a:pt x="1631967" y="1119171"/>
                  </a:lnTo>
                  <a:lnTo>
                    <a:pt x="1690252" y="1097227"/>
                  </a:lnTo>
                  <a:lnTo>
                    <a:pt x="1748536" y="1075282"/>
                  </a:lnTo>
                  <a:lnTo>
                    <a:pt x="1806821" y="1053338"/>
                  </a:lnTo>
                  <a:lnTo>
                    <a:pt x="1865105" y="1031393"/>
                  </a:lnTo>
                  <a:lnTo>
                    <a:pt x="1923390" y="1009449"/>
                  </a:lnTo>
                  <a:lnTo>
                    <a:pt x="1981674" y="987504"/>
                  </a:lnTo>
                  <a:lnTo>
                    <a:pt x="2039959" y="965560"/>
                  </a:lnTo>
                  <a:lnTo>
                    <a:pt x="2098244" y="943615"/>
                  </a:lnTo>
                  <a:lnTo>
                    <a:pt x="2156528" y="921671"/>
                  </a:lnTo>
                  <a:lnTo>
                    <a:pt x="2214813" y="899726"/>
                  </a:lnTo>
                  <a:lnTo>
                    <a:pt x="2273097" y="877781"/>
                  </a:lnTo>
                  <a:lnTo>
                    <a:pt x="2331382" y="855837"/>
                  </a:lnTo>
                  <a:lnTo>
                    <a:pt x="2389666" y="833892"/>
                  </a:lnTo>
                  <a:lnTo>
                    <a:pt x="2447951" y="811948"/>
                  </a:lnTo>
                  <a:lnTo>
                    <a:pt x="2506235" y="790003"/>
                  </a:lnTo>
                  <a:lnTo>
                    <a:pt x="2564520" y="768059"/>
                  </a:lnTo>
                  <a:lnTo>
                    <a:pt x="2622805" y="746114"/>
                  </a:lnTo>
                  <a:lnTo>
                    <a:pt x="2681089" y="724170"/>
                  </a:lnTo>
                  <a:lnTo>
                    <a:pt x="2739374" y="702225"/>
                  </a:lnTo>
                  <a:lnTo>
                    <a:pt x="2797658" y="680280"/>
                  </a:lnTo>
                  <a:lnTo>
                    <a:pt x="2855943" y="658336"/>
                  </a:lnTo>
                  <a:lnTo>
                    <a:pt x="2914227" y="636391"/>
                  </a:lnTo>
                  <a:lnTo>
                    <a:pt x="2972512" y="614447"/>
                  </a:lnTo>
                  <a:lnTo>
                    <a:pt x="3030796" y="592502"/>
                  </a:lnTo>
                  <a:lnTo>
                    <a:pt x="3089081" y="570558"/>
                  </a:lnTo>
                  <a:lnTo>
                    <a:pt x="3147366" y="548613"/>
                  </a:lnTo>
                  <a:lnTo>
                    <a:pt x="3205650" y="526669"/>
                  </a:lnTo>
                  <a:lnTo>
                    <a:pt x="3263935" y="504724"/>
                  </a:lnTo>
                  <a:lnTo>
                    <a:pt x="3322219" y="482780"/>
                  </a:lnTo>
                  <a:lnTo>
                    <a:pt x="3380504" y="460835"/>
                  </a:lnTo>
                  <a:lnTo>
                    <a:pt x="3438788" y="438890"/>
                  </a:lnTo>
                  <a:lnTo>
                    <a:pt x="3497073" y="416946"/>
                  </a:lnTo>
                  <a:lnTo>
                    <a:pt x="3555357" y="395001"/>
                  </a:lnTo>
                  <a:lnTo>
                    <a:pt x="3613642" y="373057"/>
                  </a:lnTo>
                  <a:lnTo>
                    <a:pt x="3671927" y="351112"/>
                  </a:lnTo>
                  <a:lnTo>
                    <a:pt x="3730211" y="329168"/>
                  </a:lnTo>
                  <a:lnTo>
                    <a:pt x="3788496" y="307223"/>
                  </a:lnTo>
                  <a:lnTo>
                    <a:pt x="3846780" y="285279"/>
                  </a:lnTo>
                  <a:lnTo>
                    <a:pt x="3905065" y="263334"/>
                  </a:lnTo>
                  <a:lnTo>
                    <a:pt x="3963349" y="241390"/>
                  </a:lnTo>
                  <a:lnTo>
                    <a:pt x="4021634" y="219445"/>
                  </a:lnTo>
                  <a:lnTo>
                    <a:pt x="4079918" y="197500"/>
                  </a:lnTo>
                  <a:lnTo>
                    <a:pt x="4138203" y="175556"/>
                  </a:lnTo>
                  <a:lnTo>
                    <a:pt x="4196488" y="153611"/>
                  </a:lnTo>
                  <a:lnTo>
                    <a:pt x="4254772" y="131667"/>
                  </a:lnTo>
                  <a:lnTo>
                    <a:pt x="4313057" y="109722"/>
                  </a:lnTo>
                  <a:lnTo>
                    <a:pt x="4371341" y="87778"/>
                  </a:lnTo>
                  <a:lnTo>
                    <a:pt x="4429626" y="65833"/>
                  </a:lnTo>
                  <a:lnTo>
                    <a:pt x="4487910" y="43889"/>
                  </a:lnTo>
                  <a:lnTo>
                    <a:pt x="4546195" y="21944"/>
                  </a:lnTo>
                  <a:lnTo>
                    <a:pt x="4604479" y="0"/>
                  </a:lnTo>
                </a:path>
              </a:pathLst>
            </a:custGeom>
            <a:ln w="27101" cap="flat">
              <a:solidFill>
                <a:srgbClr val="999999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48" name="pg348"/>
            <p:cNvSpPr/>
            <p:nvPr/>
          </p:nvSpPr>
          <p:spPr>
            <a:xfrm>
              <a:off x="2456926" y="2627497"/>
              <a:ext cx="6094633" cy="2085136"/>
            </a:xfrm>
            <a:custGeom>
              <a:avLst/>
              <a:pathLst>
                <a:path w="6094633" h="2085136">
                  <a:moveTo>
                    <a:pt x="0" y="1937911"/>
                  </a:moveTo>
                  <a:lnTo>
                    <a:pt x="77147" y="1915903"/>
                  </a:lnTo>
                  <a:lnTo>
                    <a:pt x="154294" y="1893881"/>
                  </a:lnTo>
                  <a:lnTo>
                    <a:pt x="231441" y="1871843"/>
                  </a:lnTo>
                  <a:lnTo>
                    <a:pt x="308589" y="1849790"/>
                  </a:lnTo>
                  <a:lnTo>
                    <a:pt x="385736" y="1827718"/>
                  </a:lnTo>
                  <a:lnTo>
                    <a:pt x="462883" y="1805627"/>
                  </a:lnTo>
                  <a:lnTo>
                    <a:pt x="540030" y="1783515"/>
                  </a:lnTo>
                  <a:lnTo>
                    <a:pt x="617178" y="1761379"/>
                  </a:lnTo>
                  <a:lnTo>
                    <a:pt x="694325" y="1739217"/>
                  </a:lnTo>
                  <a:lnTo>
                    <a:pt x="771472" y="1717027"/>
                  </a:lnTo>
                  <a:lnTo>
                    <a:pt x="848619" y="1694805"/>
                  </a:lnTo>
                  <a:lnTo>
                    <a:pt x="925767" y="1672548"/>
                  </a:lnTo>
                  <a:lnTo>
                    <a:pt x="1002914" y="1650252"/>
                  </a:lnTo>
                  <a:lnTo>
                    <a:pt x="1080061" y="1627914"/>
                  </a:lnTo>
                  <a:lnTo>
                    <a:pt x="1157208" y="1605528"/>
                  </a:lnTo>
                  <a:lnTo>
                    <a:pt x="1234356" y="1583089"/>
                  </a:lnTo>
                  <a:lnTo>
                    <a:pt x="1311503" y="1560592"/>
                  </a:lnTo>
                  <a:lnTo>
                    <a:pt x="1388650" y="1538030"/>
                  </a:lnTo>
                  <a:lnTo>
                    <a:pt x="1465797" y="1515395"/>
                  </a:lnTo>
                  <a:lnTo>
                    <a:pt x="1542945" y="1492681"/>
                  </a:lnTo>
                  <a:lnTo>
                    <a:pt x="1620092" y="1469878"/>
                  </a:lnTo>
                  <a:lnTo>
                    <a:pt x="1697239" y="1446978"/>
                  </a:lnTo>
                  <a:lnTo>
                    <a:pt x="1774387" y="1423972"/>
                  </a:lnTo>
                  <a:lnTo>
                    <a:pt x="1851534" y="1400851"/>
                  </a:lnTo>
                  <a:lnTo>
                    <a:pt x="1928681" y="1377604"/>
                  </a:lnTo>
                  <a:lnTo>
                    <a:pt x="2005828" y="1354224"/>
                  </a:lnTo>
                  <a:lnTo>
                    <a:pt x="2082976" y="1330703"/>
                  </a:lnTo>
                  <a:lnTo>
                    <a:pt x="2160123" y="1307034"/>
                  </a:lnTo>
                  <a:lnTo>
                    <a:pt x="2237270" y="1283212"/>
                  </a:lnTo>
                  <a:lnTo>
                    <a:pt x="2314417" y="1259235"/>
                  </a:lnTo>
                  <a:lnTo>
                    <a:pt x="2391565" y="1235102"/>
                  </a:lnTo>
                  <a:lnTo>
                    <a:pt x="2468712" y="1210814"/>
                  </a:lnTo>
                  <a:lnTo>
                    <a:pt x="2545859" y="1186377"/>
                  </a:lnTo>
                  <a:lnTo>
                    <a:pt x="2623006" y="1161794"/>
                  </a:lnTo>
                  <a:lnTo>
                    <a:pt x="2700154" y="1137075"/>
                  </a:lnTo>
                  <a:lnTo>
                    <a:pt x="2777301" y="1112227"/>
                  </a:lnTo>
                  <a:lnTo>
                    <a:pt x="2854448" y="1087258"/>
                  </a:lnTo>
                  <a:lnTo>
                    <a:pt x="2931595" y="1062180"/>
                  </a:lnTo>
                  <a:lnTo>
                    <a:pt x="3008743" y="1036999"/>
                  </a:lnTo>
                  <a:lnTo>
                    <a:pt x="3085890" y="1011727"/>
                  </a:lnTo>
                  <a:lnTo>
                    <a:pt x="3163037" y="986371"/>
                  </a:lnTo>
                  <a:lnTo>
                    <a:pt x="3240184" y="960939"/>
                  </a:lnTo>
                  <a:lnTo>
                    <a:pt x="3317332" y="935439"/>
                  </a:lnTo>
                  <a:lnTo>
                    <a:pt x="3394479" y="909878"/>
                  </a:lnTo>
                  <a:lnTo>
                    <a:pt x="3471626" y="884261"/>
                  </a:lnTo>
                  <a:lnTo>
                    <a:pt x="3548774" y="858594"/>
                  </a:lnTo>
                  <a:lnTo>
                    <a:pt x="3625921" y="832883"/>
                  </a:lnTo>
                  <a:lnTo>
                    <a:pt x="3703068" y="807131"/>
                  </a:lnTo>
                  <a:lnTo>
                    <a:pt x="3780215" y="781342"/>
                  </a:lnTo>
                  <a:lnTo>
                    <a:pt x="3857363" y="755520"/>
                  </a:lnTo>
                  <a:lnTo>
                    <a:pt x="3934510" y="729669"/>
                  </a:lnTo>
                  <a:lnTo>
                    <a:pt x="4011657" y="703790"/>
                  </a:lnTo>
                  <a:lnTo>
                    <a:pt x="4088804" y="677886"/>
                  </a:lnTo>
                  <a:lnTo>
                    <a:pt x="4165952" y="651961"/>
                  </a:lnTo>
                  <a:lnTo>
                    <a:pt x="4243099" y="626015"/>
                  </a:lnTo>
                  <a:lnTo>
                    <a:pt x="4320246" y="600050"/>
                  </a:lnTo>
                  <a:lnTo>
                    <a:pt x="4397393" y="574068"/>
                  </a:lnTo>
                  <a:lnTo>
                    <a:pt x="4474541" y="548070"/>
                  </a:lnTo>
                  <a:lnTo>
                    <a:pt x="4551688" y="522059"/>
                  </a:lnTo>
                  <a:lnTo>
                    <a:pt x="4628835" y="496034"/>
                  </a:lnTo>
                  <a:lnTo>
                    <a:pt x="4705982" y="469996"/>
                  </a:lnTo>
                  <a:lnTo>
                    <a:pt x="4783130" y="443948"/>
                  </a:lnTo>
                  <a:lnTo>
                    <a:pt x="4860277" y="417889"/>
                  </a:lnTo>
                  <a:lnTo>
                    <a:pt x="4937424" y="391821"/>
                  </a:lnTo>
                  <a:lnTo>
                    <a:pt x="5014571" y="365744"/>
                  </a:lnTo>
                  <a:lnTo>
                    <a:pt x="5091719" y="339658"/>
                  </a:lnTo>
                  <a:lnTo>
                    <a:pt x="5168866" y="313565"/>
                  </a:lnTo>
                  <a:lnTo>
                    <a:pt x="5246013" y="287464"/>
                  </a:lnTo>
                  <a:lnTo>
                    <a:pt x="5323161" y="261357"/>
                  </a:lnTo>
                  <a:lnTo>
                    <a:pt x="5400308" y="235244"/>
                  </a:lnTo>
                  <a:lnTo>
                    <a:pt x="5477455" y="209125"/>
                  </a:lnTo>
                  <a:lnTo>
                    <a:pt x="5554602" y="183000"/>
                  </a:lnTo>
                  <a:lnTo>
                    <a:pt x="5631750" y="156870"/>
                  </a:lnTo>
                  <a:lnTo>
                    <a:pt x="5708897" y="130735"/>
                  </a:lnTo>
                  <a:lnTo>
                    <a:pt x="5786044" y="104596"/>
                  </a:lnTo>
                  <a:lnTo>
                    <a:pt x="5863191" y="78453"/>
                  </a:lnTo>
                  <a:lnTo>
                    <a:pt x="5940339" y="52305"/>
                  </a:lnTo>
                  <a:lnTo>
                    <a:pt x="6017486" y="26154"/>
                  </a:lnTo>
                  <a:lnTo>
                    <a:pt x="6094633" y="0"/>
                  </a:lnTo>
                  <a:lnTo>
                    <a:pt x="6094633" y="228965"/>
                  </a:lnTo>
                  <a:lnTo>
                    <a:pt x="6017486" y="250837"/>
                  </a:lnTo>
                  <a:lnTo>
                    <a:pt x="5940339" y="272712"/>
                  </a:lnTo>
                  <a:lnTo>
                    <a:pt x="5863191" y="294591"/>
                  </a:lnTo>
                  <a:lnTo>
                    <a:pt x="5786044" y="316474"/>
                  </a:lnTo>
                  <a:lnTo>
                    <a:pt x="5708897" y="338361"/>
                  </a:lnTo>
                  <a:lnTo>
                    <a:pt x="5631750" y="360253"/>
                  </a:lnTo>
                  <a:lnTo>
                    <a:pt x="5554602" y="382149"/>
                  </a:lnTo>
                  <a:lnTo>
                    <a:pt x="5477455" y="404051"/>
                  </a:lnTo>
                  <a:lnTo>
                    <a:pt x="5400308" y="425958"/>
                  </a:lnTo>
                  <a:lnTo>
                    <a:pt x="5323161" y="447871"/>
                  </a:lnTo>
                  <a:lnTo>
                    <a:pt x="5246013" y="469790"/>
                  </a:lnTo>
                  <a:lnTo>
                    <a:pt x="5168866" y="491716"/>
                  </a:lnTo>
                  <a:lnTo>
                    <a:pt x="5091719" y="513649"/>
                  </a:lnTo>
                  <a:lnTo>
                    <a:pt x="5014571" y="535590"/>
                  </a:lnTo>
                  <a:lnTo>
                    <a:pt x="4937424" y="557539"/>
                  </a:lnTo>
                  <a:lnTo>
                    <a:pt x="4860277" y="579497"/>
                  </a:lnTo>
                  <a:lnTo>
                    <a:pt x="4783130" y="601465"/>
                  </a:lnTo>
                  <a:lnTo>
                    <a:pt x="4705982" y="623443"/>
                  </a:lnTo>
                  <a:lnTo>
                    <a:pt x="4628835" y="645432"/>
                  </a:lnTo>
                  <a:lnTo>
                    <a:pt x="4551688" y="667433"/>
                  </a:lnTo>
                  <a:lnTo>
                    <a:pt x="4474541" y="689448"/>
                  </a:lnTo>
                  <a:lnTo>
                    <a:pt x="4397393" y="711477"/>
                  </a:lnTo>
                  <a:lnTo>
                    <a:pt x="4320246" y="733521"/>
                  </a:lnTo>
                  <a:lnTo>
                    <a:pt x="4243099" y="755583"/>
                  </a:lnTo>
                  <a:lnTo>
                    <a:pt x="4165952" y="777663"/>
                  </a:lnTo>
                  <a:lnTo>
                    <a:pt x="4088804" y="799764"/>
                  </a:lnTo>
                  <a:lnTo>
                    <a:pt x="4011657" y="821887"/>
                  </a:lnTo>
                  <a:lnTo>
                    <a:pt x="3934510" y="844034"/>
                  </a:lnTo>
                  <a:lnTo>
                    <a:pt x="3857363" y="866209"/>
                  </a:lnTo>
                  <a:lnTo>
                    <a:pt x="3780215" y="888414"/>
                  </a:lnTo>
                  <a:lnTo>
                    <a:pt x="3703068" y="910651"/>
                  </a:lnTo>
                  <a:lnTo>
                    <a:pt x="3625921" y="932926"/>
                  </a:lnTo>
                  <a:lnTo>
                    <a:pt x="3548774" y="955240"/>
                  </a:lnTo>
                  <a:lnTo>
                    <a:pt x="3471626" y="977600"/>
                  </a:lnTo>
                  <a:lnTo>
                    <a:pt x="3394479" y="1000009"/>
                  </a:lnTo>
                  <a:lnTo>
                    <a:pt x="3317332" y="1022474"/>
                  </a:lnTo>
                  <a:lnTo>
                    <a:pt x="3240184" y="1045001"/>
                  </a:lnTo>
                  <a:lnTo>
                    <a:pt x="3163037" y="1067595"/>
                  </a:lnTo>
                  <a:lnTo>
                    <a:pt x="3085890" y="1090266"/>
                  </a:lnTo>
                  <a:lnTo>
                    <a:pt x="3008743" y="1113020"/>
                  </a:lnTo>
                  <a:lnTo>
                    <a:pt x="2931595" y="1135866"/>
                  </a:lnTo>
                  <a:lnTo>
                    <a:pt x="2854448" y="1158813"/>
                  </a:lnTo>
                  <a:lnTo>
                    <a:pt x="2777301" y="1181872"/>
                  </a:lnTo>
                  <a:lnTo>
                    <a:pt x="2700154" y="1205050"/>
                  </a:lnTo>
                  <a:lnTo>
                    <a:pt x="2623006" y="1228356"/>
                  </a:lnTo>
                  <a:lnTo>
                    <a:pt x="2545859" y="1251801"/>
                  </a:lnTo>
                  <a:lnTo>
                    <a:pt x="2468712" y="1275389"/>
                  </a:lnTo>
                  <a:lnTo>
                    <a:pt x="2391565" y="1299128"/>
                  </a:lnTo>
                  <a:lnTo>
                    <a:pt x="2314417" y="1323022"/>
                  </a:lnTo>
                  <a:lnTo>
                    <a:pt x="2237270" y="1347071"/>
                  </a:lnTo>
                  <a:lnTo>
                    <a:pt x="2160123" y="1371275"/>
                  </a:lnTo>
                  <a:lnTo>
                    <a:pt x="2082976" y="1395632"/>
                  </a:lnTo>
                  <a:lnTo>
                    <a:pt x="2005828" y="1420137"/>
                  </a:lnTo>
                  <a:lnTo>
                    <a:pt x="1928681" y="1444784"/>
                  </a:lnTo>
                  <a:lnTo>
                    <a:pt x="1851534" y="1469564"/>
                  </a:lnTo>
                  <a:lnTo>
                    <a:pt x="1774387" y="1494469"/>
                  </a:lnTo>
                  <a:lnTo>
                    <a:pt x="1697239" y="1519489"/>
                  </a:lnTo>
                  <a:lnTo>
                    <a:pt x="1620092" y="1544616"/>
                  </a:lnTo>
                  <a:lnTo>
                    <a:pt x="1542945" y="1569839"/>
                  </a:lnTo>
                  <a:lnTo>
                    <a:pt x="1465797" y="1595151"/>
                  </a:lnTo>
                  <a:lnTo>
                    <a:pt x="1388650" y="1620543"/>
                  </a:lnTo>
                  <a:lnTo>
                    <a:pt x="1311503" y="1646007"/>
                  </a:lnTo>
                  <a:lnTo>
                    <a:pt x="1234356" y="1671536"/>
                  </a:lnTo>
                  <a:lnTo>
                    <a:pt x="1157208" y="1697124"/>
                  </a:lnTo>
                  <a:lnTo>
                    <a:pt x="1080061" y="1722764"/>
                  </a:lnTo>
                  <a:lnTo>
                    <a:pt x="1002914" y="1748452"/>
                  </a:lnTo>
                  <a:lnTo>
                    <a:pt x="925767" y="1774183"/>
                  </a:lnTo>
                  <a:lnTo>
                    <a:pt x="848619" y="1799953"/>
                  </a:lnTo>
                  <a:lnTo>
                    <a:pt x="771472" y="1825757"/>
                  </a:lnTo>
                  <a:lnTo>
                    <a:pt x="694325" y="1851593"/>
                  </a:lnTo>
                  <a:lnTo>
                    <a:pt x="617178" y="1877457"/>
                  </a:lnTo>
                  <a:lnTo>
                    <a:pt x="540030" y="1903348"/>
                  </a:lnTo>
                  <a:lnTo>
                    <a:pt x="462883" y="1929262"/>
                  </a:lnTo>
                  <a:lnTo>
                    <a:pt x="385736" y="1955197"/>
                  </a:lnTo>
                  <a:lnTo>
                    <a:pt x="308589" y="1981152"/>
                  </a:lnTo>
                  <a:lnTo>
                    <a:pt x="231441" y="2007125"/>
                  </a:lnTo>
                  <a:lnTo>
                    <a:pt x="154294" y="2033114"/>
                  </a:lnTo>
                  <a:lnTo>
                    <a:pt x="77147" y="2059118"/>
                  </a:lnTo>
                  <a:lnTo>
                    <a:pt x="0" y="2085136"/>
                  </a:lnTo>
                  <a:close/>
                </a:path>
              </a:pathLst>
            </a:custGeom>
            <a:solidFill>
              <a:srgbClr val="E31A1C">
                <a:alpha val="14901"/>
              </a:srgbClr>
            </a:solidFill>
          </p:spPr>
          <p:txBody>
            <a:bodyPr/>
            <a:lstStyle/>
            <a:p/>
          </p:txBody>
        </p:sp>
        <p:sp>
          <p:nvSpPr>
            <p:cNvPr id="349" name="pl349"/>
            <p:cNvSpPr/>
            <p:nvPr/>
          </p:nvSpPr>
          <p:spPr>
            <a:xfrm>
              <a:off x="2456926" y="2627497"/>
              <a:ext cx="6094633" cy="1937911"/>
            </a:xfrm>
            <a:custGeom>
              <a:avLst/>
              <a:pathLst>
                <a:path w="6094633" h="1937911">
                  <a:moveTo>
                    <a:pt x="0" y="1937911"/>
                  </a:moveTo>
                  <a:lnTo>
                    <a:pt x="77147" y="1915903"/>
                  </a:lnTo>
                  <a:lnTo>
                    <a:pt x="154294" y="1893881"/>
                  </a:lnTo>
                  <a:lnTo>
                    <a:pt x="231441" y="1871843"/>
                  </a:lnTo>
                  <a:lnTo>
                    <a:pt x="308589" y="1849790"/>
                  </a:lnTo>
                  <a:lnTo>
                    <a:pt x="385736" y="1827718"/>
                  </a:lnTo>
                  <a:lnTo>
                    <a:pt x="462883" y="1805627"/>
                  </a:lnTo>
                  <a:lnTo>
                    <a:pt x="540030" y="1783515"/>
                  </a:lnTo>
                  <a:lnTo>
                    <a:pt x="617178" y="1761379"/>
                  </a:lnTo>
                  <a:lnTo>
                    <a:pt x="694325" y="1739217"/>
                  </a:lnTo>
                  <a:lnTo>
                    <a:pt x="771472" y="1717027"/>
                  </a:lnTo>
                  <a:lnTo>
                    <a:pt x="848619" y="1694805"/>
                  </a:lnTo>
                  <a:lnTo>
                    <a:pt x="925767" y="1672548"/>
                  </a:lnTo>
                  <a:lnTo>
                    <a:pt x="1002914" y="1650252"/>
                  </a:lnTo>
                  <a:lnTo>
                    <a:pt x="1080061" y="1627914"/>
                  </a:lnTo>
                  <a:lnTo>
                    <a:pt x="1157208" y="1605528"/>
                  </a:lnTo>
                  <a:lnTo>
                    <a:pt x="1234356" y="1583089"/>
                  </a:lnTo>
                  <a:lnTo>
                    <a:pt x="1311503" y="1560592"/>
                  </a:lnTo>
                  <a:lnTo>
                    <a:pt x="1388650" y="1538030"/>
                  </a:lnTo>
                  <a:lnTo>
                    <a:pt x="1465797" y="1515395"/>
                  </a:lnTo>
                  <a:lnTo>
                    <a:pt x="1542945" y="1492681"/>
                  </a:lnTo>
                  <a:lnTo>
                    <a:pt x="1620092" y="1469878"/>
                  </a:lnTo>
                  <a:lnTo>
                    <a:pt x="1697239" y="1446978"/>
                  </a:lnTo>
                  <a:lnTo>
                    <a:pt x="1774387" y="1423972"/>
                  </a:lnTo>
                  <a:lnTo>
                    <a:pt x="1851534" y="1400851"/>
                  </a:lnTo>
                  <a:lnTo>
                    <a:pt x="1928681" y="1377604"/>
                  </a:lnTo>
                  <a:lnTo>
                    <a:pt x="2005828" y="1354224"/>
                  </a:lnTo>
                  <a:lnTo>
                    <a:pt x="2082976" y="1330703"/>
                  </a:lnTo>
                  <a:lnTo>
                    <a:pt x="2160123" y="1307034"/>
                  </a:lnTo>
                  <a:lnTo>
                    <a:pt x="2237270" y="1283212"/>
                  </a:lnTo>
                  <a:lnTo>
                    <a:pt x="2314417" y="1259235"/>
                  </a:lnTo>
                  <a:lnTo>
                    <a:pt x="2391565" y="1235102"/>
                  </a:lnTo>
                  <a:lnTo>
                    <a:pt x="2468712" y="1210814"/>
                  </a:lnTo>
                  <a:lnTo>
                    <a:pt x="2545859" y="1186377"/>
                  </a:lnTo>
                  <a:lnTo>
                    <a:pt x="2623006" y="1161794"/>
                  </a:lnTo>
                  <a:lnTo>
                    <a:pt x="2700154" y="1137075"/>
                  </a:lnTo>
                  <a:lnTo>
                    <a:pt x="2777301" y="1112227"/>
                  </a:lnTo>
                  <a:lnTo>
                    <a:pt x="2854448" y="1087258"/>
                  </a:lnTo>
                  <a:lnTo>
                    <a:pt x="2931595" y="1062180"/>
                  </a:lnTo>
                  <a:lnTo>
                    <a:pt x="3008743" y="1036999"/>
                  </a:lnTo>
                  <a:lnTo>
                    <a:pt x="3085890" y="1011727"/>
                  </a:lnTo>
                  <a:lnTo>
                    <a:pt x="3163037" y="986371"/>
                  </a:lnTo>
                  <a:lnTo>
                    <a:pt x="3240184" y="960939"/>
                  </a:lnTo>
                  <a:lnTo>
                    <a:pt x="3317332" y="935439"/>
                  </a:lnTo>
                  <a:lnTo>
                    <a:pt x="3394479" y="909878"/>
                  </a:lnTo>
                  <a:lnTo>
                    <a:pt x="3471626" y="884261"/>
                  </a:lnTo>
                  <a:lnTo>
                    <a:pt x="3548774" y="858594"/>
                  </a:lnTo>
                  <a:lnTo>
                    <a:pt x="3625921" y="832883"/>
                  </a:lnTo>
                  <a:lnTo>
                    <a:pt x="3703068" y="807131"/>
                  </a:lnTo>
                  <a:lnTo>
                    <a:pt x="3780215" y="781342"/>
                  </a:lnTo>
                  <a:lnTo>
                    <a:pt x="3857363" y="755520"/>
                  </a:lnTo>
                  <a:lnTo>
                    <a:pt x="3934510" y="729669"/>
                  </a:lnTo>
                  <a:lnTo>
                    <a:pt x="4011657" y="703790"/>
                  </a:lnTo>
                  <a:lnTo>
                    <a:pt x="4088804" y="677886"/>
                  </a:lnTo>
                  <a:lnTo>
                    <a:pt x="4165952" y="651961"/>
                  </a:lnTo>
                  <a:lnTo>
                    <a:pt x="4243099" y="626015"/>
                  </a:lnTo>
                  <a:lnTo>
                    <a:pt x="4320246" y="600050"/>
                  </a:lnTo>
                  <a:lnTo>
                    <a:pt x="4397393" y="574068"/>
                  </a:lnTo>
                  <a:lnTo>
                    <a:pt x="4474541" y="548070"/>
                  </a:lnTo>
                  <a:lnTo>
                    <a:pt x="4551688" y="522059"/>
                  </a:lnTo>
                  <a:lnTo>
                    <a:pt x="4628835" y="496034"/>
                  </a:lnTo>
                  <a:lnTo>
                    <a:pt x="4705982" y="469996"/>
                  </a:lnTo>
                  <a:lnTo>
                    <a:pt x="4783130" y="443948"/>
                  </a:lnTo>
                  <a:lnTo>
                    <a:pt x="4860277" y="417889"/>
                  </a:lnTo>
                  <a:lnTo>
                    <a:pt x="4937424" y="391821"/>
                  </a:lnTo>
                  <a:lnTo>
                    <a:pt x="5014571" y="365744"/>
                  </a:lnTo>
                  <a:lnTo>
                    <a:pt x="5091719" y="339658"/>
                  </a:lnTo>
                  <a:lnTo>
                    <a:pt x="5168866" y="313565"/>
                  </a:lnTo>
                  <a:lnTo>
                    <a:pt x="5246013" y="287464"/>
                  </a:lnTo>
                  <a:lnTo>
                    <a:pt x="5323161" y="261357"/>
                  </a:lnTo>
                  <a:lnTo>
                    <a:pt x="5400308" y="235244"/>
                  </a:lnTo>
                  <a:lnTo>
                    <a:pt x="5477455" y="209125"/>
                  </a:lnTo>
                  <a:lnTo>
                    <a:pt x="5554602" y="183000"/>
                  </a:lnTo>
                  <a:lnTo>
                    <a:pt x="5631750" y="156870"/>
                  </a:lnTo>
                  <a:lnTo>
                    <a:pt x="5708897" y="130735"/>
                  </a:lnTo>
                  <a:lnTo>
                    <a:pt x="5786044" y="104596"/>
                  </a:lnTo>
                  <a:lnTo>
                    <a:pt x="5863191" y="78453"/>
                  </a:lnTo>
                  <a:lnTo>
                    <a:pt x="5940339" y="52305"/>
                  </a:lnTo>
                  <a:lnTo>
                    <a:pt x="6017486" y="26154"/>
                  </a:lnTo>
                  <a:lnTo>
                    <a:pt x="6094633" y="0"/>
                  </a:lnTo>
                </a:path>
              </a:pathLst>
            </a:custGeom>
          </p:spPr>
          <p:txBody>
            <a:bodyPr/>
            <a:lstStyle/>
            <a:p/>
          </p:txBody>
        </p:sp>
        <p:sp>
          <p:nvSpPr>
            <p:cNvPr id="350" name="pl350"/>
            <p:cNvSpPr/>
            <p:nvPr/>
          </p:nvSpPr>
          <p:spPr>
            <a:xfrm>
              <a:off x="2456926" y="2856463"/>
              <a:ext cx="6094633" cy="1856171"/>
            </a:xfrm>
            <a:custGeom>
              <a:avLst/>
              <a:pathLst>
                <a:path w="6094633" h="1856171">
                  <a:moveTo>
                    <a:pt x="6094633" y="0"/>
                  </a:moveTo>
                  <a:lnTo>
                    <a:pt x="6017486" y="21871"/>
                  </a:lnTo>
                  <a:lnTo>
                    <a:pt x="5940339" y="43746"/>
                  </a:lnTo>
                  <a:lnTo>
                    <a:pt x="5863191" y="65625"/>
                  </a:lnTo>
                  <a:lnTo>
                    <a:pt x="5786044" y="87508"/>
                  </a:lnTo>
                  <a:lnTo>
                    <a:pt x="5708897" y="109395"/>
                  </a:lnTo>
                  <a:lnTo>
                    <a:pt x="5631750" y="131287"/>
                  </a:lnTo>
                  <a:lnTo>
                    <a:pt x="5554602" y="153184"/>
                  </a:lnTo>
                  <a:lnTo>
                    <a:pt x="5477455" y="175085"/>
                  </a:lnTo>
                  <a:lnTo>
                    <a:pt x="5400308" y="196992"/>
                  </a:lnTo>
                  <a:lnTo>
                    <a:pt x="5323161" y="218905"/>
                  </a:lnTo>
                  <a:lnTo>
                    <a:pt x="5246013" y="240825"/>
                  </a:lnTo>
                  <a:lnTo>
                    <a:pt x="5168866" y="262751"/>
                  </a:lnTo>
                  <a:lnTo>
                    <a:pt x="5091719" y="284684"/>
                  </a:lnTo>
                  <a:lnTo>
                    <a:pt x="5014571" y="306625"/>
                  </a:lnTo>
                  <a:lnTo>
                    <a:pt x="4937424" y="328574"/>
                  </a:lnTo>
                  <a:lnTo>
                    <a:pt x="4860277" y="350532"/>
                  </a:lnTo>
                  <a:lnTo>
                    <a:pt x="4783130" y="372499"/>
                  </a:lnTo>
                  <a:lnTo>
                    <a:pt x="4705982" y="394477"/>
                  </a:lnTo>
                  <a:lnTo>
                    <a:pt x="4628835" y="416466"/>
                  </a:lnTo>
                  <a:lnTo>
                    <a:pt x="4551688" y="438468"/>
                  </a:lnTo>
                  <a:lnTo>
                    <a:pt x="4474541" y="460482"/>
                  </a:lnTo>
                  <a:lnTo>
                    <a:pt x="4397393" y="482511"/>
                  </a:lnTo>
                  <a:lnTo>
                    <a:pt x="4320246" y="504556"/>
                  </a:lnTo>
                  <a:lnTo>
                    <a:pt x="4243099" y="526617"/>
                  </a:lnTo>
                  <a:lnTo>
                    <a:pt x="4165952" y="548697"/>
                  </a:lnTo>
                  <a:lnTo>
                    <a:pt x="4088804" y="570798"/>
                  </a:lnTo>
                  <a:lnTo>
                    <a:pt x="4011657" y="592921"/>
                  </a:lnTo>
                  <a:lnTo>
                    <a:pt x="3934510" y="615069"/>
                  </a:lnTo>
                  <a:lnTo>
                    <a:pt x="3857363" y="637243"/>
                  </a:lnTo>
                  <a:lnTo>
                    <a:pt x="3780215" y="659448"/>
                  </a:lnTo>
                  <a:lnTo>
                    <a:pt x="3703068" y="681686"/>
                  </a:lnTo>
                  <a:lnTo>
                    <a:pt x="3625921" y="703960"/>
                  </a:lnTo>
                  <a:lnTo>
                    <a:pt x="3548774" y="726275"/>
                  </a:lnTo>
                  <a:lnTo>
                    <a:pt x="3471626" y="748634"/>
                  </a:lnTo>
                  <a:lnTo>
                    <a:pt x="3394479" y="771044"/>
                  </a:lnTo>
                  <a:lnTo>
                    <a:pt x="3317332" y="793509"/>
                  </a:lnTo>
                  <a:lnTo>
                    <a:pt x="3240184" y="816035"/>
                  </a:lnTo>
                  <a:lnTo>
                    <a:pt x="3163037" y="838630"/>
                  </a:lnTo>
                  <a:lnTo>
                    <a:pt x="3085890" y="861300"/>
                  </a:lnTo>
                  <a:lnTo>
                    <a:pt x="3008743" y="884054"/>
                  </a:lnTo>
                  <a:lnTo>
                    <a:pt x="2931595" y="906900"/>
                  </a:lnTo>
                  <a:lnTo>
                    <a:pt x="2854448" y="929848"/>
                  </a:lnTo>
                  <a:lnTo>
                    <a:pt x="2777301" y="952906"/>
                  </a:lnTo>
                  <a:lnTo>
                    <a:pt x="2700154" y="976084"/>
                  </a:lnTo>
                  <a:lnTo>
                    <a:pt x="2623006" y="999391"/>
                  </a:lnTo>
                  <a:lnTo>
                    <a:pt x="2545859" y="1022835"/>
                  </a:lnTo>
                  <a:lnTo>
                    <a:pt x="2468712" y="1046424"/>
                  </a:lnTo>
                  <a:lnTo>
                    <a:pt x="2391565" y="1070163"/>
                  </a:lnTo>
                  <a:lnTo>
                    <a:pt x="2314417" y="1094056"/>
                  </a:lnTo>
                  <a:lnTo>
                    <a:pt x="2237270" y="1118105"/>
                  </a:lnTo>
                  <a:lnTo>
                    <a:pt x="2160123" y="1142310"/>
                  </a:lnTo>
                  <a:lnTo>
                    <a:pt x="2082976" y="1166667"/>
                  </a:lnTo>
                  <a:lnTo>
                    <a:pt x="2005828" y="1191172"/>
                  </a:lnTo>
                  <a:lnTo>
                    <a:pt x="1928681" y="1215818"/>
                  </a:lnTo>
                  <a:lnTo>
                    <a:pt x="1851534" y="1240598"/>
                  </a:lnTo>
                  <a:lnTo>
                    <a:pt x="1774387" y="1265503"/>
                  </a:lnTo>
                  <a:lnTo>
                    <a:pt x="1697239" y="1290523"/>
                  </a:lnTo>
                  <a:lnTo>
                    <a:pt x="1620092" y="1315650"/>
                  </a:lnTo>
                  <a:lnTo>
                    <a:pt x="1542945" y="1340874"/>
                  </a:lnTo>
                  <a:lnTo>
                    <a:pt x="1465797" y="1366186"/>
                  </a:lnTo>
                  <a:lnTo>
                    <a:pt x="1388650" y="1391577"/>
                  </a:lnTo>
                  <a:lnTo>
                    <a:pt x="1311503" y="1417041"/>
                  </a:lnTo>
                  <a:lnTo>
                    <a:pt x="1234356" y="1442571"/>
                  </a:lnTo>
                  <a:lnTo>
                    <a:pt x="1157208" y="1468158"/>
                  </a:lnTo>
                  <a:lnTo>
                    <a:pt x="1080061" y="1493799"/>
                  </a:lnTo>
                  <a:lnTo>
                    <a:pt x="1002914" y="1519487"/>
                  </a:lnTo>
                  <a:lnTo>
                    <a:pt x="925767" y="1545218"/>
                  </a:lnTo>
                  <a:lnTo>
                    <a:pt x="848619" y="1570987"/>
                  </a:lnTo>
                  <a:lnTo>
                    <a:pt x="771472" y="1596791"/>
                  </a:lnTo>
                  <a:lnTo>
                    <a:pt x="694325" y="1622627"/>
                  </a:lnTo>
                  <a:lnTo>
                    <a:pt x="617178" y="1648492"/>
                  </a:lnTo>
                  <a:lnTo>
                    <a:pt x="540030" y="1674382"/>
                  </a:lnTo>
                  <a:lnTo>
                    <a:pt x="462883" y="1700296"/>
                  </a:lnTo>
                  <a:lnTo>
                    <a:pt x="385736" y="1726231"/>
                  </a:lnTo>
                  <a:lnTo>
                    <a:pt x="308589" y="1752186"/>
                  </a:lnTo>
                  <a:lnTo>
                    <a:pt x="231441" y="1778159"/>
                  </a:lnTo>
                  <a:lnTo>
                    <a:pt x="154294" y="1804148"/>
                  </a:lnTo>
                  <a:lnTo>
                    <a:pt x="77147" y="1830153"/>
                  </a:lnTo>
                  <a:lnTo>
                    <a:pt x="0" y="1856171"/>
                  </a:lnTo>
                </a:path>
              </a:pathLst>
            </a:custGeom>
          </p:spPr>
          <p:txBody>
            <a:bodyPr/>
            <a:lstStyle/>
            <a:p/>
          </p:txBody>
        </p:sp>
        <p:sp>
          <p:nvSpPr>
            <p:cNvPr id="351" name="pl351"/>
            <p:cNvSpPr/>
            <p:nvPr/>
          </p:nvSpPr>
          <p:spPr>
            <a:xfrm>
              <a:off x="2456926" y="2741980"/>
              <a:ext cx="6094633" cy="1897041"/>
            </a:xfrm>
            <a:custGeom>
              <a:avLst/>
              <a:pathLst>
                <a:path w="6094633" h="1897041">
                  <a:moveTo>
                    <a:pt x="0" y="1897041"/>
                  </a:moveTo>
                  <a:lnTo>
                    <a:pt x="77147" y="1873028"/>
                  </a:lnTo>
                  <a:lnTo>
                    <a:pt x="154294" y="1849014"/>
                  </a:lnTo>
                  <a:lnTo>
                    <a:pt x="231441" y="1825001"/>
                  </a:lnTo>
                  <a:lnTo>
                    <a:pt x="308589" y="1800988"/>
                  </a:lnTo>
                  <a:lnTo>
                    <a:pt x="385736" y="1776975"/>
                  </a:lnTo>
                  <a:lnTo>
                    <a:pt x="462883" y="1752962"/>
                  </a:lnTo>
                  <a:lnTo>
                    <a:pt x="540030" y="1728948"/>
                  </a:lnTo>
                  <a:lnTo>
                    <a:pt x="617178" y="1704935"/>
                  </a:lnTo>
                  <a:lnTo>
                    <a:pt x="694325" y="1680922"/>
                  </a:lnTo>
                  <a:lnTo>
                    <a:pt x="771472" y="1656909"/>
                  </a:lnTo>
                  <a:lnTo>
                    <a:pt x="848619" y="1632896"/>
                  </a:lnTo>
                  <a:lnTo>
                    <a:pt x="925767" y="1608883"/>
                  </a:lnTo>
                  <a:lnTo>
                    <a:pt x="1002914" y="1584869"/>
                  </a:lnTo>
                  <a:lnTo>
                    <a:pt x="1080061" y="1560856"/>
                  </a:lnTo>
                  <a:lnTo>
                    <a:pt x="1157208" y="1536843"/>
                  </a:lnTo>
                  <a:lnTo>
                    <a:pt x="1234356" y="1512830"/>
                  </a:lnTo>
                  <a:lnTo>
                    <a:pt x="1311503" y="1488817"/>
                  </a:lnTo>
                  <a:lnTo>
                    <a:pt x="1388650" y="1464804"/>
                  </a:lnTo>
                  <a:lnTo>
                    <a:pt x="1465797" y="1440790"/>
                  </a:lnTo>
                  <a:lnTo>
                    <a:pt x="1542945" y="1416777"/>
                  </a:lnTo>
                  <a:lnTo>
                    <a:pt x="1620092" y="1392764"/>
                  </a:lnTo>
                  <a:lnTo>
                    <a:pt x="1697239" y="1368751"/>
                  </a:lnTo>
                  <a:lnTo>
                    <a:pt x="1774387" y="1344738"/>
                  </a:lnTo>
                  <a:lnTo>
                    <a:pt x="1851534" y="1320724"/>
                  </a:lnTo>
                  <a:lnTo>
                    <a:pt x="1928681" y="1296711"/>
                  </a:lnTo>
                  <a:lnTo>
                    <a:pt x="2005828" y="1272698"/>
                  </a:lnTo>
                  <a:lnTo>
                    <a:pt x="2082976" y="1248685"/>
                  </a:lnTo>
                  <a:lnTo>
                    <a:pt x="2160123" y="1224672"/>
                  </a:lnTo>
                  <a:lnTo>
                    <a:pt x="2237270" y="1200659"/>
                  </a:lnTo>
                  <a:lnTo>
                    <a:pt x="2314417" y="1176645"/>
                  </a:lnTo>
                  <a:lnTo>
                    <a:pt x="2391565" y="1152632"/>
                  </a:lnTo>
                  <a:lnTo>
                    <a:pt x="2468712" y="1128619"/>
                  </a:lnTo>
                  <a:lnTo>
                    <a:pt x="2545859" y="1104606"/>
                  </a:lnTo>
                  <a:lnTo>
                    <a:pt x="2623006" y="1080593"/>
                  </a:lnTo>
                  <a:lnTo>
                    <a:pt x="2700154" y="1056579"/>
                  </a:lnTo>
                  <a:lnTo>
                    <a:pt x="2777301" y="1032566"/>
                  </a:lnTo>
                  <a:lnTo>
                    <a:pt x="2854448" y="1008553"/>
                  </a:lnTo>
                  <a:lnTo>
                    <a:pt x="2931595" y="984540"/>
                  </a:lnTo>
                  <a:lnTo>
                    <a:pt x="3008743" y="960527"/>
                  </a:lnTo>
                  <a:lnTo>
                    <a:pt x="3085890" y="936514"/>
                  </a:lnTo>
                  <a:lnTo>
                    <a:pt x="3163037" y="912500"/>
                  </a:lnTo>
                  <a:lnTo>
                    <a:pt x="3240184" y="888487"/>
                  </a:lnTo>
                  <a:lnTo>
                    <a:pt x="3317332" y="864474"/>
                  </a:lnTo>
                  <a:lnTo>
                    <a:pt x="3394479" y="840461"/>
                  </a:lnTo>
                  <a:lnTo>
                    <a:pt x="3471626" y="816448"/>
                  </a:lnTo>
                  <a:lnTo>
                    <a:pt x="3548774" y="792434"/>
                  </a:lnTo>
                  <a:lnTo>
                    <a:pt x="3625921" y="768421"/>
                  </a:lnTo>
                  <a:lnTo>
                    <a:pt x="3703068" y="744408"/>
                  </a:lnTo>
                  <a:lnTo>
                    <a:pt x="3780215" y="720395"/>
                  </a:lnTo>
                  <a:lnTo>
                    <a:pt x="3857363" y="696382"/>
                  </a:lnTo>
                  <a:lnTo>
                    <a:pt x="3934510" y="672369"/>
                  </a:lnTo>
                  <a:lnTo>
                    <a:pt x="4011657" y="648355"/>
                  </a:lnTo>
                  <a:lnTo>
                    <a:pt x="4088804" y="624342"/>
                  </a:lnTo>
                  <a:lnTo>
                    <a:pt x="4165952" y="600329"/>
                  </a:lnTo>
                  <a:lnTo>
                    <a:pt x="4243099" y="576316"/>
                  </a:lnTo>
                  <a:lnTo>
                    <a:pt x="4320246" y="552303"/>
                  </a:lnTo>
                  <a:lnTo>
                    <a:pt x="4397393" y="528289"/>
                  </a:lnTo>
                  <a:lnTo>
                    <a:pt x="4474541" y="504276"/>
                  </a:lnTo>
                  <a:lnTo>
                    <a:pt x="4551688" y="480263"/>
                  </a:lnTo>
                  <a:lnTo>
                    <a:pt x="4628835" y="456250"/>
                  </a:lnTo>
                  <a:lnTo>
                    <a:pt x="4705982" y="432237"/>
                  </a:lnTo>
                  <a:lnTo>
                    <a:pt x="4783130" y="408224"/>
                  </a:lnTo>
                  <a:lnTo>
                    <a:pt x="4860277" y="384210"/>
                  </a:lnTo>
                  <a:lnTo>
                    <a:pt x="4937424" y="360197"/>
                  </a:lnTo>
                  <a:lnTo>
                    <a:pt x="5014571" y="336184"/>
                  </a:lnTo>
                  <a:lnTo>
                    <a:pt x="5091719" y="312171"/>
                  </a:lnTo>
                  <a:lnTo>
                    <a:pt x="5168866" y="288158"/>
                  </a:lnTo>
                  <a:lnTo>
                    <a:pt x="5246013" y="264144"/>
                  </a:lnTo>
                  <a:lnTo>
                    <a:pt x="5323161" y="240131"/>
                  </a:lnTo>
                  <a:lnTo>
                    <a:pt x="5400308" y="216118"/>
                  </a:lnTo>
                  <a:lnTo>
                    <a:pt x="5477455" y="192105"/>
                  </a:lnTo>
                  <a:lnTo>
                    <a:pt x="5554602" y="168092"/>
                  </a:lnTo>
                  <a:lnTo>
                    <a:pt x="5631750" y="144079"/>
                  </a:lnTo>
                  <a:lnTo>
                    <a:pt x="5708897" y="120065"/>
                  </a:lnTo>
                  <a:lnTo>
                    <a:pt x="5786044" y="96052"/>
                  </a:lnTo>
                  <a:lnTo>
                    <a:pt x="5863191" y="72039"/>
                  </a:lnTo>
                  <a:lnTo>
                    <a:pt x="5940339" y="48026"/>
                  </a:lnTo>
                  <a:lnTo>
                    <a:pt x="6017486" y="24013"/>
                  </a:lnTo>
                  <a:lnTo>
                    <a:pt x="6094633" y="0"/>
                  </a:lnTo>
                </a:path>
              </a:pathLst>
            </a:custGeom>
            <a:ln w="27101" cap="flat">
              <a:solidFill>
                <a:srgbClr val="E31A1C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52" name="tx352"/>
            <p:cNvSpPr/>
            <p:nvPr/>
          </p:nvSpPr>
          <p:spPr>
            <a:xfrm>
              <a:off x="1465194" y="2113392"/>
              <a:ext cx="2324221" cy="88148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967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967">
                  <a:solidFill>
                    <a:srgbClr val="E31A1C">
                      <a:alpha val="100000"/>
                    </a:srgbClr>
                  </a:solidFill>
                  <a:latin typeface="Helvetica"/>
                  <a:cs typeface="Helvetica"/>
                </a:rPr>
                <a:t>&gt;= threshold: y = 0.62 x +31.5   (R² = 0.67)</a:t>
              </a:r>
            </a:p>
          </p:txBody>
        </p:sp>
        <p:sp>
          <p:nvSpPr>
            <p:cNvPr id="353" name="tx353"/>
            <p:cNvSpPr/>
            <p:nvPr/>
          </p:nvSpPr>
          <p:spPr>
            <a:xfrm>
              <a:off x="1465194" y="2339508"/>
              <a:ext cx="2286640" cy="88148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967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967">
                  <a:solidFill>
                    <a:srgbClr val="666666">
                      <a:alpha val="100000"/>
                    </a:srgbClr>
                  </a:solidFill>
                  <a:latin typeface="Helvetica"/>
                  <a:cs typeface="Helvetica"/>
                </a:rPr>
                <a:t>&lt; threshold:  y = 0.76 x +27.6   (R² = 0.75)</a:t>
              </a:r>
            </a:p>
          </p:txBody>
        </p:sp>
        <p:sp>
          <p:nvSpPr>
            <p:cNvPr id="354" name="tx354"/>
            <p:cNvSpPr/>
            <p:nvPr/>
          </p:nvSpPr>
          <p:spPr>
            <a:xfrm>
              <a:off x="817066" y="5509156"/>
              <a:ext cx="62179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0</a:t>
              </a:r>
            </a:p>
          </p:txBody>
        </p:sp>
        <p:sp>
          <p:nvSpPr>
            <p:cNvPr id="355" name="tx355"/>
            <p:cNvSpPr/>
            <p:nvPr/>
          </p:nvSpPr>
          <p:spPr>
            <a:xfrm>
              <a:off x="754887" y="4639479"/>
              <a:ext cx="124358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50</a:t>
              </a:r>
            </a:p>
          </p:txBody>
        </p:sp>
        <p:sp>
          <p:nvSpPr>
            <p:cNvPr id="356" name="tx356"/>
            <p:cNvSpPr/>
            <p:nvPr/>
          </p:nvSpPr>
          <p:spPr>
            <a:xfrm>
              <a:off x="692708" y="3769802"/>
              <a:ext cx="186537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100</a:t>
              </a:r>
            </a:p>
          </p:txBody>
        </p:sp>
        <p:sp>
          <p:nvSpPr>
            <p:cNvPr id="357" name="tx357"/>
            <p:cNvSpPr/>
            <p:nvPr/>
          </p:nvSpPr>
          <p:spPr>
            <a:xfrm>
              <a:off x="692708" y="2900125"/>
              <a:ext cx="186537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150</a:t>
              </a:r>
            </a:p>
          </p:txBody>
        </p:sp>
        <p:sp>
          <p:nvSpPr>
            <p:cNvPr id="358" name="tx358"/>
            <p:cNvSpPr/>
            <p:nvPr/>
          </p:nvSpPr>
          <p:spPr>
            <a:xfrm>
              <a:off x="692708" y="2030448"/>
              <a:ext cx="186537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200</a:t>
              </a:r>
            </a:p>
          </p:txBody>
        </p:sp>
        <p:sp>
          <p:nvSpPr>
            <p:cNvPr id="359" name="tx359"/>
            <p:cNvSpPr/>
            <p:nvPr/>
          </p:nvSpPr>
          <p:spPr>
            <a:xfrm>
              <a:off x="1259665" y="5785772"/>
              <a:ext cx="62179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0</a:t>
              </a:r>
            </a:p>
          </p:txBody>
        </p:sp>
        <p:sp>
          <p:nvSpPr>
            <p:cNvPr id="360" name="tx360"/>
            <p:cNvSpPr/>
            <p:nvPr/>
          </p:nvSpPr>
          <p:spPr>
            <a:xfrm>
              <a:off x="2972970" y="5785772"/>
              <a:ext cx="124358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50</a:t>
              </a:r>
            </a:p>
          </p:txBody>
        </p:sp>
        <p:sp>
          <p:nvSpPr>
            <p:cNvPr id="361" name="tx361"/>
            <p:cNvSpPr/>
            <p:nvPr/>
          </p:nvSpPr>
          <p:spPr>
            <a:xfrm>
              <a:off x="4686274" y="5785772"/>
              <a:ext cx="186537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100</a:t>
              </a:r>
            </a:p>
          </p:txBody>
        </p:sp>
        <p:sp>
          <p:nvSpPr>
            <p:cNvPr id="362" name="tx362"/>
            <p:cNvSpPr/>
            <p:nvPr/>
          </p:nvSpPr>
          <p:spPr>
            <a:xfrm>
              <a:off x="6430669" y="5785772"/>
              <a:ext cx="186537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150</a:t>
              </a:r>
            </a:p>
          </p:txBody>
        </p:sp>
        <p:sp>
          <p:nvSpPr>
            <p:cNvPr id="363" name="tx363"/>
            <p:cNvSpPr/>
            <p:nvPr/>
          </p:nvSpPr>
          <p:spPr>
            <a:xfrm>
              <a:off x="8175063" y="5785772"/>
              <a:ext cx="186537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200</a:t>
              </a:r>
            </a:p>
          </p:txBody>
        </p:sp>
        <p:sp>
          <p:nvSpPr>
            <p:cNvPr id="364" name="tx364"/>
            <p:cNvSpPr/>
            <p:nvPr/>
          </p:nvSpPr>
          <p:spPr>
            <a:xfrm>
              <a:off x="3793774" y="5925448"/>
              <a:ext cx="1971537" cy="100218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110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1100">
                  <a:solidFill>
                    <a:srgbClr val="000000">
                      <a:alpha val="100000"/>
                    </a:srgbClr>
                  </a:solidFill>
                  <a:latin typeface="Helvetica"/>
                  <a:cs typeface="Helvetica"/>
                </a:rPr>
                <a:t>Cockcroft-Gault eGFR (mL/min)</a:t>
              </a:r>
            </a:p>
          </p:txBody>
        </p:sp>
        <p:sp>
          <p:nvSpPr>
            <p:cNvPr id="365" name="tx365"/>
            <p:cNvSpPr/>
            <p:nvPr/>
          </p:nvSpPr>
          <p:spPr>
            <a:xfrm rot="-5400000">
              <a:off x="-804851" y="3759743"/>
              <a:ext cx="2763499" cy="100218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110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1100">
                  <a:solidFill>
                    <a:srgbClr val="000000">
                      <a:alpha val="100000"/>
                    </a:srgbClr>
                  </a:solidFill>
                  <a:latin typeface="Helvetica"/>
                  <a:cs typeface="Helvetica"/>
                </a:rPr>
                <a:t>CKD-EPI Cr-Cys eGFR, unindexed (mL/min)</a:t>
              </a:r>
            </a:p>
          </p:txBody>
        </p:sp>
        <p:sp>
          <p:nvSpPr>
            <p:cNvPr id="366" name="tx366"/>
            <p:cNvSpPr/>
            <p:nvPr/>
          </p:nvSpPr>
          <p:spPr>
            <a:xfrm>
              <a:off x="941876" y="1669789"/>
              <a:ext cx="2679192" cy="120152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132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1320">
                  <a:solidFill>
                    <a:srgbClr val="000000">
                      <a:alpha val="100000"/>
                    </a:srgbClr>
                  </a:solidFill>
                  <a:latin typeface="Helvetica"/>
                  <a:cs typeface="Helvetica"/>
                </a:rPr>
                <a:t>BMI &gt;= 25   |   N = 322, n_red = 221</a:t>
              </a:r>
            </a:p>
          </p:txBody>
        </p:sp>
      </p:grpSp>
    </p:spTree>
  </p:cSld>
  <p:clrMapOvr>
    <a:masterClrMapping/>
  </p:clrMapOvr>
</p:sld>
</file>

<file path=ppt/tags/tag1.xml><?xml version="1.0" encoding="utf-8"?>
<p:tagLst xmlns:a="http://schemas.openxmlformats.org/drawingml/2006/main" xmlns:r="http://schemas.openxmlformats.org/officeDocument/2006/relationships" xmlns:p="http://schemas.openxmlformats.org/presentationml/2006/main">
  <p:tag name="_AMO_UNIQUEIDENTIFIER" val="Empty"/>
</p:tagLst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shade val="51000"/>
                <a:satMod val="130000"/>
              </a:schemeClr>
            </a:gs>
            <a:gs pos="80000">
              <a:schemeClr val="phClr">
                <a:shade val="93000"/>
                <a:satMod val="130000"/>
              </a:schemeClr>
            </a:gs>
            <a:gs pos="100000">
              <a:schemeClr val="phClr">
                <a:shade val="94000"/>
                <a:satMod val="135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/>
  <a:extraClrSchemeLst/>
</a:theme>
</file>

<file path=docProps/app.xml><?xml version="1.0" encoding="utf-8"?>
<Properties xmlns="http://schemas.openxmlformats.org/officeDocument/2006/extended-properties" xmlns:vt="http://schemas.openxmlformats.org/officeDocument/2006/docPropsVTypes">
  <TotalTime>0</TotalTime>
  <Words>0</Words>
  <Application>Microsoft Macintosh PowerPoint</Application>
  <PresentationFormat>Présentation à l'écran (4:3)</PresentationFormat>
  <Paragraphs>0</Paragraphs>
  <Slides>0</Slides>
  <Notes>0</Notes>
  <HiddenSlides>0</HiddenSlides>
  <MMClips>0</MMClips>
  <ScaleCrop>false</ScaleCrop>
  <HeadingPairs>
    <vt:vector size="4" baseType="variant">
      <vt:variant>
        <vt:lpstr>Thème</vt:lpstr>
      </vt:variant>
      <vt:variant>
        <vt:i4>1</vt:i4>
      </vt:variant>
      <vt:variant>
        <vt:lpstr>Titres des diapositives</vt:lpstr>
      </vt:variant>
      <vt:variant>
        <vt:i4>0</vt:i4>
      </vt:variant>
    </vt:vector>
  </HeadingPairs>
  <TitlesOfParts>
    <vt:vector size="1" baseType="lpstr">
      <vt:lpstr>Office Theme</vt:lpstr>
    </vt:vector>
  </TitlesOfParts>
  <Manager/>
  <Company/>
  <LinksUpToDate>false</LinksUpToDate>
  <SharedDoc>false</SharedDoc>
  <HyperlinkBase/>
  <HyperlinksChanged>false</HyperlinksChanged>
  <AppVersion>14.0000</AppVersion>
</Properties>
</file>

<file path=docProps/core.xml><?xml version="1.0" encoding="utf-8"?>
<cp:coreProperties xmlns:cp="http://schemas.openxmlformats.org/package/2006/metadata/core-properties" xmlns:dc="http://purl.org/dc/elements/1.1/" xmlns:dcmitype="http://purl.org/dc/dcmitype/" xmlns:dcterms="http://purl.org/dc/terms/" xmlns:xsi="http://www.w3.org/2001/XMLSchema-instance">
  <dc:title/>
  <dc:subject/>
  <dc:creator/>
  <cp:keywords/>
  <dc:description/>
  <cp:lastModifiedBy>to909</cp:lastModifiedBy>
  <cp:revision>3</cp:revision>
  <dcterms:created xsi:type="dcterms:W3CDTF">2017-02-13T16:18:36Z</dcterms:created>
  <dcterms:modified xsi:type="dcterms:W3CDTF">2026-10-30T13:15:17Z</dcterms:modified>
  <cp:category/>
</cp:coreProperties>
</file>