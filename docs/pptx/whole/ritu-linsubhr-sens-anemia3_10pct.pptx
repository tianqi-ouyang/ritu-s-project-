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8150"/>
            </a:xfrm>
            <a:custGeom>
              <a:avLst/>
              <a:pathLst>
                <a:path w="7090630" h="3398150">
                  <a:moveTo>
                    <a:pt x="728477" y="0"/>
                  </a:moveTo>
                  <a:lnTo>
                    <a:pt x="787847" y="118836"/>
                  </a:lnTo>
                  <a:lnTo>
                    <a:pt x="859470" y="256338"/>
                  </a:lnTo>
                  <a:lnTo>
                    <a:pt x="931092" y="388221"/>
                  </a:lnTo>
                  <a:lnTo>
                    <a:pt x="1002715" y="514714"/>
                  </a:lnTo>
                  <a:lnTo>
                    <a:pt x="1074337" y="636039"/>
                  </a:lnTo>
                  <a:lnTo>
                    <a:pt x="1145960" y="752406"/>
                  </a:lnTo>
                  <a:lnTo>
                    <a:pt x="1217582" y="864018"/>
                  </a:lnTo>
                  <a:lnTo>
                    <a:pt x="1289205" y="971069"/>
                  </a:lnTo>
                  <a:lnTo>
                    <a:pt x="1360827" y="1073745"/>
                  </a:lnTo>
                  <a:lnTo>
                    <a:pt x="1432450" y="1172226"/>
                  </a:lnTo>
                  <a:lnTo>
                    <a:pt x="1504073" y="1266683"/>
                  </a:lnTo>
                  <a:lnTo>
                    <a:pt x="1575695" y="1357280"/>
                  </a:lnTo>
                  <a:lnTo>
                    <a:pt x="1647318" y="1444174"/>
                  </a:lnTo>
                  <a:lnTo>
                    <a:pt x="1718940" y="1527518"/>
                  </a:lnTo>
                  <a:lnTo>
                    <a:pt x="1790563" y="1607456"/>
                  </a:lnTo>
                  <a:lnTo>
                    <a:pt x="1862185" y="1684128"/>
                  </a:lnTo>
                  <a:lnTo>
                    <a:pt x="1933808" y="1757666"/>
                  </a:lnTo>
                  <a:lnTo>
                    <a:pt x="2005430" y="1828200"/>
                  </a:lnTo>
                  <a:lnTo>
                    <a:pt x="2077053" y="1895851"/>
                  </a:lnTo>
                  <a:lnTo>
                    <a:pt x="2148675" y="1960738"/>
                  </a:lnTo>
                  <a:lnTo>
                    <a:pt x="2220298" y="2022973"/>
                  </a:lnTo>
                  <a:lnTo>
                    <a:pt x="2291920" y="2082665"/>
                  </a:lnTo>
                  <a:lnTo>
                    <a:pt x="2363543" y="2139918"/>
                  </a:lnTo>
                  <a:lnTo>
                    <a:pt x="2435165" y="2194832"/>
                  </a:lnTo>
                  <a:lnTo>
                    <a:pt x="2506788" y="2247501"/>
                  </a:lnTo>
                  <a:lnTo>
                    <a:pt x="2578410" y="2298018"/>
                  </a:lnTo>
                  <a:lnTo>
                    <a:pt x="2650033" y="2346471"/>
                  </a:lnTo>
                  <a:lnTo>
                    <a:pt x="2721655" y="2392944"/>
                  </a:lnTo>
                  <a:lnTo>
                    <a:pt x="2793278" y="2437518"/>
                  </a:lnTo>
                  <a:lnTo>
                    <a:pt x="2864901" y="2480270"/>
                  </a:lnTo>
                  <a:lnTo>
                    <a:pt x="2936523" y="2521276"/>
                  </a:lnTo>
                  <a:lnTo>
                    <a:pt x="3008146" y="2560606"/>
                  </a:lnTo>
                  <a:lnTo>
                    <a:pt x="3079768" y="2598328"/>
                  </a:lnTo>
                  <a:lnTo>
                    <a:pt x="3151391" y="2634510"/>
                  </a:lnTo>
                  <a:lnTo>
                    <a:pt x="3223013" y="2655826"/>
                  </a:lnTo>
                  <a:lnTo>
                    <a:pt x="3294636" y="2659360"/>
                  </a:lnTo>
                  <a:lnTo>
                    <a:pt x="3366258" y="2662879"/>
                  </a:lnTo>
                  <a:lnTo>
                    <a:pt x="3437881" y="2666383"/>
                  </a:lnTo>
                  <a:lnTo>
                    <a:pt x="3509503" y="2669871"/>
                  </a:lnTo>
                  <a:lnTo>
                    <a:pt x="3581126" y="2673345"/>
                  </a:lnTo>
                  <a:lnTo>
                    <a:pt x="3652748" y="2676804"/>
                  </a:lnTo>
                  <a:lnTo>
                    <a:pt x="3724371" y="2680249"/>
                  </a:lnTo>
                  <a:lnTo>
                    <a:pt x="3795993" y="2683678"/>
                  </a:lnTo>
                  <a:lnTo>
                    <a:pt x="3867616" y="2687093"/>
                  </a:lnTo>
                  <a:lnTo>
                    <a:pt x="3939238" y="2690494"/>
                  </a:lnTo>
                  <a:lnTo>
                    <a:pt x="4010861" y="2693880"/>
                  </a:lnTo>
                  <a:lnTo>
                    <a:pt x="4082483" y="2697251"/>
                  </a:lnTo>
                  <a:lnTo>
                    <a:pt x="4154106" y="2700608"/>
                  </a:lnTo>
                  <a:lnTo>
                    <a:pt x="4225729" y="2703951"/>
                  </a:lnTo>
                  <a:lnTo>
                    <a:pt x="4297351" y="2707280"/>
                  </a:lnTo>
                  <a:lnTo>
                    <a:pt x="4368974" y="2710594"/>
                  </a:lnTo>
                  <a:lnTo>
                    <a:pt x="4440596" y="2713894"/>
                  </a:lnTo>
                  <a:lnTo>
                    <a:pt x="4512219" y="2717180"/>
                  </a:lnTo>
                  <a:lnTo>
                    <a:pt x="4583841" y="2720452"/>
                  </a:lnTo>
                  <a:lnTo>
                    <a:pt x="4655464" y="2723710"/>
                  </a:lnTo>
                  <a:lnTo>
                    <a:pt x="4727086" y="2726954"/>
                  </a:lnTo>
                  <a:lnTo>
                    <a:pt x="4798709" y="2730184"/>
                  </a:lnTo>
                  <a:lnTo>
                    <a:pt x="4870331" y="2733401"/>
                  </a:lnTo>
                  <a:lnTo>
                    <a:pt x="4941954" y="2736604"/>
                  </a:lnTo>
                  <a:lnTo>
                    <a:pt x="5013576" y="2739793"/>
                  </a:lnTo>
                  <a:lnTo>
                    <a:pt x="5085199" y="2742968"/>
                  </a:lnTo>
                  <a:lnTo>
                    <a:pt x="5156821" y="2746130"/>
                  </a:lnTo>
                  <a:lnTo>
                    <a:pt x="5228444" y="2749279"/>
                  </a:lnTo>
                  <a:lnTo>
                    <a:pt x="5300066" y="2752414"/>
                  </a:lnTo>
                  <a:lnTo>
                    <a:pt x="5371689" y="2755535"/>
                  </a:lnTo>
                  <a:lnTo>
                    <a:pt x="5443311" y="2758644"/>
                  </a:lnTo>
                  <a:lnTo>
                    <a:pt x="5514934" y="2761739"/>
                  </a:lnTo>
                  <a:lnTo>
                    <a:pt x="5586557" y="2764820"/>
                  </a:lnTo>
                  <a:lnTo>
                    <a:pt x="5658179" y="2767889"/>
                  </a:lnTo>
                  <a:lnTo>
                    <a:pt x="5729802" y="2770945"/>
                  </a:lnTo>
                  <a:lnTo>
                    <a:pt x="5801424" y="2773987"/>
                  </a:lnTo>
                  <a:lnTo>
                    <a:pt x="5873047" y="2777017"/>
                  </a:lnTo>
                  <a:lnTo>
                    <a:pt x="5944669" y="2780033"/>
                  </a:lnTo>
                  <a:lnTo>
                    <a:pt x="6016292" y="2783037"/>
                  </a:lnTo>
                  <a:lnTo>
                    <a:pt x="6087914" y="2786028"/>
                  </a:lnTo>
                  <a:lnTo>
                    <a:pt x="6159537" y="2789006"/>
                  </a:lnTo>
                  <a:lnTo>
                    <a:pt x="6231159" y="2791971"/>
                  </a:lnTo>
                  <a:lnTo>
                    <a:pt x="6302782" y="2794924"/>
                  </a:lnTo>
                  <a:lnTo>
                    <a:pt x="6374404" y="2797864"/>
                  </a:lnTo>
                  <a:lnTo>
                    <a:pt x="6446027" y="2800792"/>
                  </a:lnTo>
                  <a:lnTo>
                    <a:pt x="6517649" y="2803707"/>
                  </a:lnTo>
                  <a:lnTo>
                    <a:pt x="6589272" y="2806610"/>
                  </a:lnTo>
                  <a:lnTo>
                    <a:pt x="6660894" y="2809500"/>
                  </a:lnTo>
                  <a:lnTo>
                    <a:pt x="6732517" y="2812378"/>
                  </a:lnTo>
                  <a:lnTo>
                    <a:pt x="6804139" y="2815244"/>
                  </a:lnTo>
                  <a:lnTo>
                    <a:pt x="6875762" y="2818097"/>
                  </a:lnTo>
                  <a:lnTo>
                    <a:pt x="6947385" y="2820938"/>
                  </a:lnTo>
                  <a:lnTo>
                    <a:pt x="7019007" y="2823768"/>
                  </a:lnTo>
                  <a:lnTo>
                    <a:pt x="7090630" y="2826585"/>
                  </a:lnTo>
                  <a:lnTo>
                    <a:pt x="7090630" y="3398150"/>
                  </a:lnTo>
                  <a:lnTo>
                    <a:pt x="7019007" y="3394503"/>
                  </a:lnTo>
                  <a:lnTo>
                    <a:pt x="6947385" y="3390701"/>
                  </a:lnTo>
                  <a:lnTo>
                    <a:pt x="6875762" y="3386737"/>
                  </a:lnTo>
                  <a:lnTo>
                    <a:pt x="6804139" y="3382604"/>
                  </a:lnTo>
                  <a:lnTo>
                    <a:pt x="6732517" y="3378295"/>
                  </a:lnTo>
                  <a:lnTo>
                    <a:pt x="6660894" y="3373802"/>
                  </a:lnTo>
                  <a:lnTo>
                    <a:pt x="6589272" y="3369118"/>
                  </a:lnTo>
                  <a:lnTo>
                    <a:pt x="6517649" y="3364235"/>
                  </a:lnTo>
                  <a:lnTo>
                    <a:pt x="6446027" y="3359143"/>
                  </a:lnTo>
                  <a:lnTo>
                    <a:pt x="6374404" y="3353834"/>
                  </a:lnTo>
                  <a:lnTo>
                    <a:pt x="6302782" y="3348299"/>
                  </a:lnTo>
                  <a:lnTo>
                    <a:pt x="6231159" y="3342529"/>
                  </a:lnTo>
                  <a:lnTo>
                    <a:pt x="6159537" y="3336512"/>
                  </a:lnTo>
                  <a:lnTo>
                    <a:pt x="6087914" y="3330240"/>
                  </a:lnTo>
                  <a:lnTo>
                    <a:pt x="6016292" y="3323699"/>
                  </a:lnTo>
                  <a:lnTo>
                    <a:pt x="5944669" y="3316881"/>
                  </a:lnTo>
                  <a:lnTo>
                    <a:pt x="5873047" y="3309772"/>
                  </a:lnTo>
                  <a:lnTo>
                    <a:pt x="5801424" y="3302359"/>
                  </a:lnTo>
                  <a:lnTo>
                    <a:pt x="5729802" y="3294632"/>
                  </a:lnTo>
                  <a:lnTo>
                    <a:pt x="5658179" y="3286575"/>
                  </a:lnTo>
                  <a:lnTo>
                    <a:pt x="5586557" y="3278174"/>
                  </a:lnTo>
                  <a:lnTo>
                    <a:pt x="5514934" y="3269416"/>
                  </a:lnTo>
                  <a:lnTo>
                    <a:pt x="5443311" y="3260284"/>
                  </a:lnTo>
                  <a:lnTo>
                    <a:pt x="5371689" y="3250764"/>
                  </a:lnTo>
                  <a:lnTo>
                    <a:pt x="5300066" y="3240838"/>
                  </a:lnTo>
                  <a:lnTo>
                    <a:pt x="5228444" y="3230489"/>
                  </a:lnTo>
                  <a:lnTo>
                    <a:pt x="5156821" y="3219699"/>
                  </a:lnTo>
                  <a:lnTo>
                    <a:pt x="5085199" y="3208450"/>
                  </a:lnTo>
                  <a:lnTo>
                    <a:pt x="5013576" y="3196721"/>
                  </a:lnTo>
                  <a:lnTo>
                    <a:pt x="4941954" y="3184492"/>
                  </a:lnTo>
                  <a:lnTo>
                    <a:pt x="4870331" y="3171743"/>
                  </a:lnTo>
                  <a:lnTo>
                    <a:pt x="4798709" y="3158450"/>
                  </a:lnTo>
                  <a:lnTo>
                    <a:pt x="4727086" y="3144591"/>
                  </a:lnTo>
                  <a:lnTo>
                    <a:pt x="4655464" y="3130141"/>
                  </a:lnTo>
                  <a:lnTo>
                    <a:pt x="4583841" y="3115076"/>
                  </a:lnTo>
                  <a:lnTo>
                    <a:pt x="4512219" y="3099369"/>
                  </a:lnTo>
                  <a:lnTo>
                    <a:pt x="4440596" y="3082993"/>
                  </a:lnTo>
                  <a:lnTo>
                    <a:pt x="4368974" y="3065919"/>
                  </a:lnTo>
                  <a:lnTo>
                    <a:pt x="4297351" y="3048118"/>
                  </a:lnTo>
                  <a:lnTo>
                    <a:pt x="4225729" y="3029558"/>
                  </a:lnTo>
                  <a:lnTo>
                    <a:pt x="4154106" y="3010208"/>
                  </a:lnTo>
                  <a:lnTo>
                    <a:pt x="4082483" y="2990033"/>
                  </a:lnTo>
                  <a:lnTo>
                    <a:pt x="4010861" y="2968999"/>
                  </a:lnTo>
                  <a:lnTo>
                    <a:pt x="3939238" y="2947068"/>
                  </a:lnTo>
                  <a:lnTo>
                    <a:pt x="3867616" y="2924203"/>
                  </a:lnTo>
                  <a:lnTo>
                    <a:pt x="3795993" y="2900364"/>
                  </a:lnTo>
                  <a:lnTo>
                    <a:pt x="3724371" y="2875510"/>
                  </a:lnTo>
                  <a:lnTo>
                    <a:pt x="3652748" y="2849596"/>
                  </a:lnTo>
                  <a:lnTo>
                    <a:pt x="3581126" y="2822579"/>
                  </a:lnTo>
                  <a:lnTo>
                    <a:pt x="3509503" y="2794410"/>
                  </a:lnTo>
                  <a:lnTo>
                    <a:pt x="3437881" y="2765041"/>
                  </a:lnTo>
                  <a:lnTo>
                    <a:pt x="3366258" y="2734421"/>
                  </a:lnTo>
                  <a:lnTo>
                    <a:pt x="3294636" y="2702497"/>
                  </a:lnTo>
                  <a:lnTo>
                    <a:pt x="3223013" y="2669212"/>
                  </a:lnTo>
                  <a:lnTo>
                    <a:pt x="3151391" y="2652277"/>
                  </a:lnTo>
                  <a:lnTo>
                    <a:pt x="3079768" y="2648713"/>
                  </a:lnTo>
                  <a:lnTo>
                    <a:pt x="3008146" y="2645133"/>
                  </a:lnTo>
                  <a:lnTo>
                    <a:pt x="2936523" y="2641538"/>
                  </a:lnTo>
                  <a:lnTo>
                    <a:pt x="2864901" y="2637928"/>
                  </a:lnTo>
                  <a:lnTo>
                    <a:pt x="2793278" y="2634302"/>
                  </a:lnTo>
                  <a:lnTo>
                    <a:pt x="2721655" y="2630661"/>
                  </a:lnTo>
                  <a:lnTo>
                    <a:pt x="2650033" y="2627004"/>
                  </a:lnTo>
                  <a:lnTo>
                    <a:pt x="2578410" y="2623331"/>
                  </a:lnTo>
                  <a:lnTo>
                    <a:pt x="2506788" y="2619643"/>
                  </a:lnTo>
                  <a:lnTo>
                    <a:pt x="2435165" y="2615939"/>
                  </a:lnTo>
                  <a:lnTo>
                    <a:pt x="2363543" y="2612219"/>
                  </a:lnTo>
                  <a:lnTo>
                    <a:pt x="2291920" y="2608483"/>
                  </a:lnTo>
                  <a:lnTo>
                    <a:pt x="2220298" y="2604731"/>
                  </a:lnTo>
                  <a:lnTo>
                    <a:pt x="2148675" y="2600963"/>
                  </a:lnTo>
                  <a:lnTo>
                    <a:pt x="2077053" y="2597179"/>
                  </a:lnTo>
                  <a:lnTo>
                    <a:pt x="2005430" y="2593378"/>
                  </a:lnTo>
                  <a:lnTo>
                    <a:pt x="1933808" y="2589561"/>
                  </a:lnTo>
                  <a:lnTo>
                    <a:pt x="1862185" y="2585728"/>
                  </a:lnTo>
                  <a:lnTo>
                    <a:pt x="1790563" y="2581879"/>
                  </a:lnTo>
                  <a:lnTo>
                    <a:pt x="1718940" y="2578013"/>
                  </a:lnTo>
                  <a:lnTo>
                    <a:pt x="1647318" y="2574130"/>
                  </a:lnTo>
                  <a:lnTo>
                    <a:pt x="1575695" y="2570231"/>
                  </a:lnTo>
                  <a:lnTo>
                    <a:pt x="1504073" y="2566315"/>
                  </a:lnTo>
                  <a:lnTo>
                    <a:pt x="1432450" y="2562382"/>
                  </a:lnTo>
                  <a:lnTo>
                    <a:pt x="1360827" y="2558433"/>
                  </a:lnTo>
                  <a:lnTo>
                    <a:pt x="1289205" y="2554466"/>
                  </a:lnTo>
                  <a:lnTo>
                    <a:pt x="1217582" y="2550483"/>
                  </a:lnTo>
                  <a:lnTo>
                    <a:pt x="1145960" y="2546482"/>
                  </a:lnTo>
                  <a:lnTo>
                    <a:pt x="1074337" y="2542464"/>
                  </a:lnTo>
                  <a:lnTo>
                    <a:pt x="1002715" y="2538429"/>
                  </a:lnTo>
                  <a:lnTo>
                    <a:pt x="931092" y="2534377"/>
                  </a:lnTo>
                  <a:lnTo>
                    <a:pt x="859470" y="2530307"/>
                  </a:lnTo>
                  <a:lnTo>
                    <a:pt x="787847" y="2526220"/>
                  </a:lnTo>
                  <a:lnTo>
                    <a:pt x="716225" y="2522116"/>
                  </a:lnTo>
                  <a:lnTo>
                    <a:pt x="644602" y="2517993"/>
                  </a:lnTo>
                  <a:lnTo>
                    <a:pt x="572980" y="2513853"/>
                  </a:lnTo>
                  <a:lnTo>
                    <a:pt x="501357" y="2509696"/>
                  </a:lnTo>
                  <a:lnTo>
                    <a:pt x="429735" y="2505520"/>
                  </a:lnTo>
                  <a:lnTo>
                    <a:pt x="358112" y="2501327"/>
                  </a:lnTo>
                  <a:lnTo>
                    <a:pt x="286490" y="2497116"/>
                  </a:lnTo>
                  <a:lnTo>
                    <a:pt x="214867" y="2492886"/>
                  </a:lnTo>
                  <a:lnTo>
                    <a:pt x="143245" y="2488639"/>
                  </a:lnTo>
                  <a:lnTo>
                    <a:pt x="71622" y="2484373"/>
                  </a:lnTo>
                  <a:lnTo>
                    <a:pt x="0" y="248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0526" y="2073503"/>
              <a:ext cx="6362152" cy="2826585"/>
            </a:xfrm>
            <a:custGeom>
              <a:avLst/>
              <a:pathLst>
                <a:path w="6362152" h="2826585">
                  <a:moveTo>
                    <a:pt x="0" y="0"/>
                  </a:moveTo>
                  <a:lnTo>
                    <a:pt x="59370" y="118836"/>
                  </a:lnTo>
                  <a:lnTo>
                    <a:pt x="130993" y="256338"/>
                  </a:lnTo>
                  <a:lnTo>
                    <a:pt x="202615" y="388221"/>
                  </a:lnTo>
                  <a:lnTo>
                    <a:pt x="274238" y="514714"/>
                  </a:lnTo>
                  <a:lnTo>
                    <a:pt x="345860" y="636039"/>
                  </a:lnTo>
                  <a:lnTo>
                    <a:pt x="417483" y="752406"/>
                  </a:lnTo>
                  <a:lnTo>
                    <a:pt x="489105" y="864018"/>
                  </a:lnTo>
                  <a:lnTo>
                    <a:pt x="560728" y="971069"/>
                  </a:lnTo>
                  <a:lnTo>
                    <a:pt x="632350" y="1073745"/>
                  </a:lnTo>
                  <a:lnTo>
                    <a:pt x="703973" y="1172226"/>
                  </a:lnTo>
                  <a:lnTo>
                    <a:pt x="775595" y="1266683"/>
                  </a:lnTo>
                  <a:lnTo>
                    <a:pt x="847218" y="1357280"/>
                  </a:lnTo>
                  <a:lnTo>
                    <a:pt x="918840" y="1444174"/>
                  </a:lnTo>
                  <a:lnTo>
                    <a:pt x="990463" y="1527518"/>
                  </a:lnTo>
                  <a:lnTo>
                    <a:pt x="1062086" y="1607456"/>
                  </a:lnTo>
                  <a:lnTo>
                    <a:pt x="1133708" y="1684128"/>
                  </a:lnTo>
                  <a:lnTo>
                    <a:pt x="1205331" y="1757666"/>
                  </a:lnTo>
                  <a:lnTo>
                    <a:pt x="1276953" y="1828200"/>
                  </a:lnTo>
                  <a:lnTo>
                    <a:pt x="1348576" y="1895851"/>
                  </a:lnTo>
                  <a:lnTo>
                    <a:pt x="1420198" y="1960738"/>
                  </a:lnTo>
                  <a:lnTo>
                    <a:pt x="1491821" y="2022973"/>
                  </a:lnTo>
                  <a:lnTo>
                    <a:pt x="1563443" y="2082665"/>
                  </a:lnTo>
                  <a:lnTo>
                    <a:pt x="1635066" y="2139918"/>
                  </a:lnTo>
                  <a:lnTo>
                    <a:pt x="1706688" y="2194832"/>
                  </a:lnTo>
                  <a:lnTo>
                    <a:pt x="1778311" y="2247501"/>
                  </a:lnTo>
                  <a:lnTo>
                    <a:pt x="1849933" y="2298018"/>
                  </a:lnTo>
                  <a:lnTo>
                    <a:pt x="1921556" y="2346471"/>
                  </a:lnTo>
                  <a:lnTo>
                    <a:pt x="1993178" y="2392944"/>
                  </a:lnTo>
                  <a:lnTo>
                    <a:pt x="2064801" y="2437518"/>
                  </a:lnTo>
                  <a:lnTo>
                    <a:pt x="2136423" y="2480270"/>
                  </a:lnTo>
                  <a:lnTo>
                    <a:pt x="2208046" y="2521276"/>
                  </a:lnTo>
                  <a:lnTo>
                    <a:pt x="2279668" y="2560606"/>
                  </a:lnTo>
                  <a:lnTo>
                    <a:pt x="2351291" y="2598328"/>
                  </a:lnTo>
                  <a:lnTo>
                    <a:pt x="2422914" y="2634510"/>
                  </a:lnTo>
                  <a:lnTo>
                    <a:pt x="2494536" y="2655826"/>
                  </a:lnTo>
                  <a:lnTo>
                    <a:pt x="2566159" y="2659360"/>
                  </a:lnTo>
                  <a:lnTo>
                    <a:pt x="2637781" y="2662879"/>
                  </a:lnTo>
                  <a:lnTo>
                    <a:pt x="2709404" y="2666383"/>
                  </a:lnTo>
                  <a:lnTo>
                    <a:pt x="2781026" y="2669871"/>
                  </a:lnTo>
                  <a:lnTo>
                    <a:pt x="2852649" y="2673345"/>
                  </a:lnTo>
                  <a:lnTo>
                    <a:pt x="2924271" y="2676804"/>
                  </a:lnTo>
                  <a:lnTo>
                    <a:pt x="2995894" y="2680249"/>
                  </a:lnTo>
                  <a:lnTo>
                    <a:pt x="3067516" y="2683678"/>
                  </a:lnTo>
                  <a:lnTo>
                    <a:pt x="3139139" y="2687093"/>
                  </a:lnTo>
                  <a:lnTo>
                    <a:pt x="3210761" y="2690494"/>
                  </a:lnTo>
                  <a:lnTo>
                    <a:pt x="3282384" y="2693880"/>
                  </a:lnTo>
                  <a:lnTo>
                    <a:pt x="3354006" y="2697251"/>
                  </a:lnTo>
                  <a:lnTo>
                    <a:pt x="3425629" y="2700608"/>
                  </a:lnTo>
                  <a:lnTo>
                    <a:pt x="3497251" y="2703951"/>
                  </a:lnTo>
                  <a:lnTo>
                    <a:pt x="3568874" y="2707280"/>
                  </a:lnTo>
                  <a:lnTo>
                    <a:pt x="3640496" y="2710594"/>
                  </a:lnTo>
                  <a:lnTo>
                    <a:pt x="3712119" y="2713894"/>
                  </a:lnTo>
                  <a:lnTo>
                    <a:pt x="3783742" y="2717180"/>
                  </a:lnTo>
                  <a:lnTo>
                    <a:pt x="3855364" y="2720452"/>
                  </a:lnTo>
                  <a:lnTo>
                    <a:pt x="3926987" y="2723710"/>
                  </a:lnTo>
                  <a:lnTo>
                    <a:pt x="3998609" y="2726954"/>
                  </a:lnTo>
                  <a:lnTo>
                    <a:pt x="4070232" y="2730184"/>
                  </a:lnTo>
                  <a:lnTo>
                    <a:pt x="4141854" y="2733401"/>
                  </a:lnTo>
                  <a:lnTo>
                    <a:pt x="4213477" y="2736604"/>
                  </a:lnTo>
                  <a:lnTo>
                    <a:pt x="4285099" y="2739793"/>
                  </a:lnTo>
                  <a:lnTo>
                    <a:pt x="4356722" y="2742968"/>
                  </a:lnTo>
                  <a:lnTo>
                    <a:pt x="4428344" y="2746130"/>
                  </a:lnTo>
                  <a:lnTo>
                    <a:pt x="4499967" y="2749279"/>
                  </a:lnTo>
                  <a:lnTo>
                    <a:pt x="4571589" y="2752414"/>
                  </a:lnTo>
                  <a:lnTo>
                    <a:pt x="4643212" y="2755535"/>
                  </a:lnTo>
                  <a:lnTo>
                    <a:pt x="4714834" y="2758644"/>
                  </a:lnTo>
                  <a:lnTo>
                    <a:pt x="4786457" y="2761739"/>
                  </a:lnTo>
                  <a:lnTo>
                    <a:pt x="4858079" y="2764820"/>
                  </a:lnTo>
                  <a:lnTo>
                    <a:pt x="4929702" y="2767889"/>
                  </a:lnTo>
                  <a:lnTo>
                    <a:pt x="5001324" y="2770945"/>
                  </a:lnTo>
                  <a:lnTo>
                    <a:pt x="5072947" y="2773987"/>
                  </a:lnTo>
                  <a:lnTo>
                    <a:pt x="5144570" y="2777017"/>
                  </a:lnTo>
                  <a:lnTo>
                    <a:pt x="5216192" y="2780033"/>
                  </a:lnTo>
                  <a:lnTo>
                    <a:pt x="5287815" y="2783037"/>
                  </a:lnTo>
                  <a:lnTo>
                    <a:pt x="5359437" y="2786028"/>
                  </a:lnTo>
                  <a:lnTo>
                    <a:pt x="5431060" y="2789006"/>
                  </a:lnTo>
                  <a:lnTo>
                    <a:pt x="5502682" y="2791971"/>
                  </a:lnTo>
                  <a:lnTo>
                    <a:pt x="5574305" y="2794924"/>
                  </a:lnTo>
                  <a:lnTo>
                    <a:pt x="5645927" y="2797864"/>
                  </a:lnTo>
                  <a:lnTo>
                    <a:pt x="5717550" y="2800792"/>
                  </a:lnTo>
                  <a:lnTo>
                    <a:pt x="5789172" y="2803707"/>
                  </a:lnTo>
                  <a:lnTo>
                    <a:pt x="5860795" y="2806610"/>
                  </a:lnTo>
                  <a:lnTo>
                    <a:pt x="5932417" y="2809500"/>
                  </a:lnTo>
                  <a:lnTo>
                    <a:pt x="6004040" y="2812378"/>
                  </a:lnTo>
                  <a:lnTo>
                    <a:pt x="6075662" y="2815244"/>
                  </a:lnTo>
                  <a:lnTo>
                    <a:pt x="6147285" y="2818097"/>
                  </a:lnTo>
                  <a:lnTo>
                    <a:pt x="6218907" y="2820938"/>
                  </a:lnTo>
                  <a:lnTo>
                    <a:pt x="6290530" y="2823768"/>
                  </a:lnTo>
                  <a:lnTo>
                    <a:pt x="6362152" y="28265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3592"/>
              <a:ext cx="7090630" cy="918061"/>
            </a:xfrm>
            <a:custGeom>
              <a:avLst/>
              <a:pathLst>
                <a:path w="7090630" h="918061">
                  <a:moveTo>
                    <a:pt x="7090630" y="918061"/>
                  </a:moveTo>
                  <a:lnTo>
                    <a:pt x="7019007" y="914414"/>
                  </a:lnTo>
                  <a:lnTo>
                    <a:pt x="6947385" y="910612"/>
                  </a:lnTo>
                  <a:lnTo>
                    <a:pt x="6875762" y="906648"/>
                  </a:lnTo>
                  <a:lnTo>
                    <a:pt x="6804139" y="902515"/>
                  </a:lnTo>
                  <a:lnTo>
                    <a:pt x="6732517" y="898206"/>
                  </a:lnTo>
                  <a:lnTo>
                    <a:pt x="6660894" y="893713"/>
                  </a:lnTo>
                  <a:lnTo>
                    <a:pt x="6589272" y="889029"/>
                  </a:lnTo>
                  <a:lnTo>
                    <a:pt x="6517649" y="884145"/>
                  </a:lnTo>
                  <a:lnTo>
                    <a:pt x="6446027" y="879053"/>
                  </a:lnTo>
                  <a:lnTo>
                    <a:pt x="6374404" y="873745"/>
                  </a:lnTo>
                  <a:lnTo>
                    <a:pt x="6302782" y="868210"/>
                  </a:lnTo>
                  <a:lnTo>
                    <a:pt x="6231159" y="862439"/>
                  </a:lnTo>
                  <a:lnTo>
                    <a:pt x="6159537" y="856423"/>
                  </a:lnTo>
                  <a:lnTo>
                    <a:pt x="6087914" y="850150"/>
                  </a:lnTo>
                  <a:lnTo>
                    <a:pt x="6016292" y="843610"/>
                  </a:lnTo>
                  <a:lnTo>
                    <a:pt x="5944669" y="836791"/>
                  </a:lnTo>
                  <a:lnTo>
                    <a:pt x="5873047" y="829682"/>
                  </a:lnTo>
                  <a:lnTo>
                    <a:pt x="5801424" y="822270"/>
                  </a:lnTo>
                  <a:lnTo>
                    <a:pt x="5729802" y="814542"/>
                  </a:lnTo>
                  <a:lnTo>
                    <a:pt x="5658179" y="806485"/>
                  </a:lnTo>
                  <a:lnTo>
                    <a:pt x="5586557" y="798085"/>
                  </a:lnTo>
                  <a:lnTo>
                    <a:pt x="5514934" y="789326"/>
                  </a:lnTo>
                  <a:lnTo>
                    <a:pt x="5443311" y="780195"/>
                  </a:lnTo>
                  <a:lnTo>
                    <a:pt x="5371689" y="770674"/>
                  </a:lnTo>
                  <a:lnTo>
                    <a:pt x="5300066" y="760748"/>
                  </a:lnTo>
                  <a:lnTo>
                    <a:pt x="5228444" y="750399"/>
                  </a:lnTo>
                  <a:lnTo>
                    <a:pt x="5156821" y="739610"/>
                  </a:lnTo>
                  <a:lnTo>
                    <a:pt x="5085199" y="728360"/>
                  </a:lnTo>
                  <a:lnTo>
                    <a:pt x="5013576" y="716631"/>
                  </a:lnTo>
                  <a:lnTo>
                    <a:pt x="4941954" y="704403"/>
                  </a:lnTo>
                  <a:lnTo>
                    <a:pt x="4870331" y="691653"/>
                  </a:lnTo>
                  <a:lnTo>
                    <a:pt x="4798709" y="678360"/>
                  </a:lnTo>
                  <a:lnTo>
                    <a:pt x="4727086" y="664501"/>
                  </a:lnTo>
                  <a:lnTo>
                    <a:pt x="4655464" y="650052"/>
                  </a:lnTo>
                  <a:lnTo>
                    <a:pt x="4583841" y="634987"/>
                  </a:lnTo>
                  <a:lnTo>
                    <a:pt x="4512219" y="619280"/>
                  </a:lnTo>
                  <a:lnTo>
                    <a:pt x="4440596" y="602904"/>
                  </a:lnTo>
                  <a:lnTo>
                    <a:pt x="4368974" y="585830"/>
                  </a:lnTo>
                  <a:lnTo>
                    <a:pt x="4297351" y="568028"/>
                  </a:lnTo>
                  <a:lnTo>
                    <a:pt x="4225729" y="549469"/>
                  </a:lnTo>
                  <a:lnTo>
                    <a:pt x="4154106" y="530118"/>
                  </a:lnTo>
                  <a:lnTo>
                    <a:pt x="4082483" y="509944"/>
                  </a:lnTo>
                  <a:lnTo>
                    <a:pt x="4010861" y="488909"/>
                  </a:lnTo>
                  <a:lnTo>
                    <a:pt x="3939238" y="466979"/>
                  </a:lnTo>
                  <a:lnTo>
                    <a:pt x="3867616" y="444114"/>
                  </a:lnTo>
                  <a:lnTo>
                    <a:pt x="3795993" y="420275"/>
                  </a:lnTo>
                  <a:lnTo>
                    <a:pt x="3724371" y="395420"/>
                  </a:lnTo>
                  <a:lnTo>
                    <a:pt x="3652748" y="369507"/>
                  </a:lnTo>
                  <a:lnTo>
                    <a:pt x="3581126" y="342489"/>
                  </a:lnTo>
                  <a:lnTo>
                    <a:pt x="3509503" y="314321"/>
                  </a:lnTo>
                  <a:lnTo>
                    <a:pt x="3437881" y="284952"/>
                  </a:lnTo>
                  <a:lnTo>
                    <a:pt x="3366258" y="254332"/>
                  </a:lnTo>
                  <a:lnTo>
                    <a:pt x="3294636" y="222407"/>
                  </a:lnTo>
                  <a:lnTo>
                    <a:pt x="3223013" y="189123"/>
                  </a:lnTo>
                  <a:lnTo>
                    <a:pt x="3151391" y="172187"/>
                  </a:lnTo>
                  <a:lnTo>
                    <a:pt x="3079768" y="168623"/>
                  </a:lnTo>
                  <a:lnTo>
                    <a:pt x="3008146" y="165044"/>
                  </a:lnTo>
                  <a:lnTo>
                    <a:pt x="2936523" y="161449"/>
                  </a:lnTo>
                  <a:lnTo>
                    <a:pt x="2864901" y="157838"/>
                  </a:lnTo>
                  <a:lnTo>
                    <a:pt x="2793278" y="154213"/>
                  </a:lnTo>
                  <a:lnTo>
                    <a:pt x="2721655" y="150571"/>
                  </a:lnTo>
                  <a:lnTo>
                    <a:pt x="2650033" y="146914"/>
                  </a:lnTo>
                  <a:lnTo>
                    <a:pt x="2578410" y="143242"/>
                  </a:lnTo>
                  <a:lnTo>
                    <a:pt x="2506788" y="139554"/>
                  </a:lnTo>
                  <a:lnTo>
                    <a:pt x="2435165" y="135849"/>
                  </a:lnTo>
                  <a:lnTo>
                    <a:pt x="2363543" y="132129"/>
                  </a:lnTo>
                  <a:lnTo>
                    <a:pt x="2291920" y="128393"/>
                  </a:lnTo>
                  <a:lnTo>
                    <a:pt x="2220298" y="124641"/>
                  </a:lnTo>
                  <a:lnTo>
                    <a:pt x="2148675" y="120873"/>
                  </a:lnTo>
                  <a:lnTo>
                    <a:pt x="2077053" y="117089"/>
                  </a:lnTo>
                  <a:lnTo>
                    <a:pt x="2005430" y="113289"/>
                  </a:lnTo>
                  <a:lnTo>
                    <a:pt x="1933808" y="109472"/>
                  </a:lnTo>
                  <a:lnTo>
                    <a:pt x="1862185" y="105639"/>
                  </a:lnTo>
                  <a:lnTo>
                    <a:pt x="1790563" y="101789"/>
                  </a:lnTo>
                  <a:lnTo>
                    <a:pt x="1718940" y="97923"/>
                  </a:lnTo>
                  <a:lnTo>
                    <a:pt x="1647318" y="94041"/>
                  </a:lnTo>
                  <a:lnTo>
                    <a:pt x="1575695" y="90141"/>
                  </a:lnTo>
                  <a:lnTo>
                    <a:pt x="1504073" y="86225"/>
                  </a:lnTo>
                  <a:lnTo>
                    <a:pt x="1432450" y="82293"/>
                  </a:lnTo>
                  <a:lnTo>
                    <a:pt x="1360827" y="78343"/>
                  </a:lnTo>
                  <a:lnTo>
                    <a:pt x="1289205" y="74377"/>
                  </a:lnTo>
                  <a:lnTo>
                    <a:pt x="1217582" y="70393"/>
                  </a:lnTo>
                  <a:lnTo>
                    <a:pt x="1145960" y="66392"/>
                  </a:lnTo>
                  <a:lnTo>
                    <a:pt x="1074337" y="62375"/>
                  </a:lnTo>
                  <a:lnTo>
                    <a:pt x="1002715" y="58340"/>
                  </a:lnTo>
                  <a:lnTo>
                    <a:pt x="931092" y="54287"/>
                  </a:lnTo>
                  <a:lnTo>
                    <a:pt x="859470" y="50218"/>
                  </a:lnTo>
                  <a:lnTo>
                    <a:pt x="787847" y="46131"/>
                  </a:lnTo>
                  <a:lnTo>
                    <a:pt x="716225" y="42026"/>
                  </a:lnTo>
                  <a:lnTo>
                    <a:pt x="644602" y="37904"/>
                  </a:lnTo>
                  <a:lnTo>
                    <a:pt x="572980" y="33764"/>
                  </a:lnTo>
                  <a:lnTo>
                    <a:pt x="501357" y="29606"/>
                  </a:lnTo>
                  <a:lnTo>
                    <a:pt x="429735" y="25431"/>
                  </a:lnTo>
                  <a:lnTo>
                    <a:pt x="358112" y="21237"/>
                  </a:lnTo>
                  <a:lnTo>
                    <a:pt x="286490" y="17026"/>
                  </a:lnTo>
                  <a:lnTo>
                    <a:pt x="214867" y="12797"/>
                  </a:lnTo>
                  <a:lnTo>
                    <a:pt x="143245" y="8549"/>
                  </a:lnTo>
                  <a:lnTo>
                    <a:pt x="71622" y="42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45520"/>
              <a:ext cx="7090630" cy="2074557"/>
            </a:xfrm>
            <a:custGeom>
              <a:avLst/>
              <a:pathLst>
                <a:path w="7090630" h="2074557">
                  <a:moveTo>
                    <a:pt x="0" y="0"/>
                  </a:moveTo>
                  <a:lnTo>
                    <a:pt x="71622" y="52562"/>
                  </a:lnTo>
                  <a:lnTo>
                    <a:pt x="143245" y="103929"/>
                  </a:lnTo>
                  <a:lnTo>
                    <a:pt x="214867" y="154128"/>
                  </a:lnTo>
                  <a:lnTo>
                    <a:pt x="286490" y="203186"/>
                  </a:lnTo>
                  <a:lnTo>
                    <a:pt x="358112" y="251128"/>
                  </a:lnTo>
                  <a:lnTo>
                    <a:pt x="429735" y="297980"/>
                  </a:lnTo>
                  <a:lnTo>
                    <a:pt x="501357" y="343767"/>
                  </a:lnTo>
                  <a:lnTo>
                    <a:pt x="572980" y="388513"/>
                  </a:lnTo>
                  <a:lnTo>
                    <a:pt x="644602" y="432242"/>
                  </a:lnTo>
                  <a:lnTo>
                    <a:pt x="716225" y="474976"/>
                  </a:lnTo>
                  <a:lnTo>
                    <a:pt x="787847" y="516738"/>
                  </a:lnTo>
                  <a:lnTo>
                    <a:pt x="859470" y="557551"/>
                  </a:lnTo>
                  <a:lnTo>
                    <a:pt x="931092" y="597436"/>
                  </a:lnTo>
                  <a:lnTo>
                    <a:pt x="1002715" y="636415"/>
                  </a:lnTo>
                  <a:lnTo>
                    <a:pt x="1074337" y="674506"/>
                  </a:lnTo>
                  <a:lnTo>
                    <a:pt x="1145960" y="711732"/>
                  </a:lnTo>
                  <a:lnTo>
                    <a:pt x="1217582" y="748112"/>
                  </a:lnTo>
                  <a:lnTo>
                    <a:pt x="1289205" y="783664"/>
                  </a:lnTo>
                  <a:lnTo>
                    <a:pt x="1360827" y="818408"/>
                  </a:lnTo>
                  <a:lnTo>
                    <a:pt x="1432450" y="852362"/>
                  </a:lnTo>
                  <a:lnTo>
                    <a:pt x="1504073" y="885544"/>
                  </a:lnTo>
                  <a:lnTo>
                    <a:pt x="1575695" y="917971"/>
                  </a:lnTo>
                  <a:lnTo>
                    <a:pt x="1647318" y="949661"/>
                  </a:lnTo>
                  <a:lnTo>
                    <a:pt x="1718940" y="980631"/>
                  </a:lnTo>
                  <a:lnTo>
                    <a:pt x="1790563" y="1010896"/>
                  </a:lnTo>
                  <a:lnTo>
                    <a:pt x="1862185" y="1040473"/>
                  </a:lnTo>
                  <a:lnTo>
                    <a:pt x="1933808" y="1069378"/>
                  </a:lnTo>
                  <a:lnTo>
                    <a:pt x="2005430" y="1097626"/>
                  </a:lnTo>
                  <a:lnTo>
                    <a:pt x="2077053" y="1125231"/>
                  </a:lnTo>
                  <a:lnTo>
                    <a:pt x="2148675" y="1152209"/>
                  </a:lnTo>
                  <a:lnTo>
                    <a:pt x="2220298" y="1178573"/>
                  </a:lnTo>
                  <a:lnTo>
                    <a:pt x="2291920" y="1204338"/>
                  </a:lnTo>
                  <a:lnTo>
                    <a:pt x="2363543" y="1229516"/>
                  </a:lnTo>
                  <a:lnTo>
                    <a:pt x="2435165" y="1254123"/>
                  </a:lnTo>
                  <a:lnTo>
                    <a:pt x="2506788" y="1278170"/>
                  </a:lnTo>
                  <a:lnTo>
                    <a:pt x="2578410" y="1301670"/>
                  </a:lnTo>
                  <a:lnTo>
                    <a:pt x="2650033" y="1324636"/>
                  </a:lnTo>
                  <a:lnTo>
                    <a:pt x="2721655" y="1347080"/>
                  </a:lnTo>
                  <a:lnTo>
                    <a:pt x="2793278" y="1369013"/>
                  </a:lnTo>
                  <a:lnTo>
                    <a:pt x="2864901" y="1390448"/>
                  </a:lnTo>
                  <a:lnTo>
                    <a:pt x="2936523" y="1411395"/>
                  </a:lnTo>
                  <a:lnTo>
                    <a:pt x="3008146" y="1431866"/>
                  </a:lnTo>
                  <a:lnTo>
                    <a:pt x="3079768" y="1451872"/>
                  </a:lnTo>
                  <a:lnTo>
                    <a:pt x="3151391" y="1471422"/>
                  </a:lnTo>
                  <a:lnTo>
                    <a:pt x="3223013" y="1490529"/>
                  </a:lnTo>
                  <a:lnTo>
                    <a:pt x="3294636" y="1509200"/>
                  </a:lnTo>
                  <a:lnTo>
                    <a:pt x="3366258" y="1527448"/>
                  </a:lnTo>
                  <a:lnTo>
                    <a:pt x="3437881" y="1545280"/>
                  </a:lnTo>
                  <a:lnTo>
                    <a:pt x="3509503" y="1562707"/>
                  </a:lnTo>
                  <a:lnTo>
                    <a:pt x="3581126" y="1579738"/>
                  </a:lnTo>
                  <a:lnTo>
                    <a:pt x="3652748" y="1596381"/>
                  </a:lnTo>
                  <a:lnTo>
                    <a:pt x="3724371" y="1612646"/>
                  </a:lnTo>
                  <a:lnTo>
                    <a:pt x="3795993" y="1628541"/>
                  </a:lnTo>
                  <a:lnTo>
                    <a:pt x="3867616" y="1644075"/>
                  </a:lnTo>
                  <a:lnTo>
                    <a:pt x="3939238" y="1659255"/>
                  </a:lnTo>
                  <a:lnTo>
                    <a:pt x="4010861" y="1674091"/>
                  </a:lnTo>
                  <a:lnTo>
                    <a:pt x="4082483" y="1688589"/>
                  </a:lnTo>
                  <a:lnTo>
                    <a:pt x="4154106" y="1702757"/>
                  </a:lnTo>
                  <a:lnTo>
                    <a:pt x="4225729" y="1716604"/>
                  </a:lnTo>
                  <a:lnTo>
                    <a:pt x="4297351" y="1730135"/>
                  </a:lnTo>
                  <a:lnTo>
                    <a:pt x="4368974" y="1743359"/>
                  </a:lnTo>
                  <a:lnTo>
                    <a:pt x="4440596" y="1756282"/>
                  </a:lnTo>
                  <a:lnTo>
                    <a:pt x="4512219" y="1768911"/>
                  </a:lnTo>
                  <a:lnTo>
                    <a:pt x="4583841" y="1781253"/>
                  </a:lnTo>
                  <a:lnTo>
                    <a:pt x="4655464" y="1793315"/>
                  </a:lnTo>
                  <a:lnTo>
                    <a:pt x="4727086" y="1805102"/>
                  </a:lnTo>
                  <a:lnTo>
                    <a:pt x="4798709" y="1816621"/>
                  </a:lnTo>
                  <a:lnTo>
                    <a:pt x="4870331" y="1827879"/>
                  </a:lnTo>
                  <a:lnTo>
                    <a:pt x="4941954" y="1838880"/>
                  </a:lnTo>
                  <a:lnTo>
                    <a:pt x="5013576" y="1849631"/>
                  </a:lnTo>
                  <a:lnTo>
                    <a:pt x="5085199" y="1860138"/>
                  </a:lnTo>
                  <a:lnTo>
                    <a:pt x="5156821" y="1870406"/>
                  </a:lnTo>
                  <a:lnTo>
                    <a:pt x="5228444" y="1880441"/>
                  </a:lnTo>
                  <a:lnTo>
                    <a:pt x="5300066" y="1890247"/>
                  </a:lnTo>
                  <a:lnTo>
                    <a:pt x="5371689" y="1899830"/>
                  </a:lnTo>
                  <a:lnTo>
                    <a:pt x="5443311" y="1909195"/>
                  </a:lnTo>
                  <a:lnTo>
                    <a:pt x="5514934" y="1918348"/>
                  </a:lnTo>
                  <a:lnTo>
                    <a:pt x="5586557" y="1927292"/>
                  </a:lnTo>
                  <a:lnTo>
                    <a:pt x="5658179" y="1936033"/>
                  </a:lnTo>
                  <a:lnTo>
                    <a:pt x="5729802" y="1944576"/>
                  </a:lnTo>
                  <a:lnTo>
                    <a:pt x="5801424" y="1952924"/>
                  </a:lnTo>
                  <a:lnTo>
                    <a:pt x="5873047" y="1961082"/>
                  </a:lnTo>
                  <a:lnTo>
                    <a:pt x="5944669" y="1969055"/>
                  </a:lnTo>
                  <a:lnTo>
                    <a:pt x="6016292" y="1976846"/>
                  </a:lnTo>
                  <a:lnTo>
                    <a:pt x="6087914" y="1984460"/>
                  </a:lnTo>
                  <a:lnTo>
                    <a:pt x="6159537" y="1991901"/>
                  </a:lnTo>
                  <a:lnTo>
                    <a:pt x="6231159" y="1999173"/>
                  </a:lnTo>
                  <a:lnTo>
                    <a:pt x="6302782" y="2006280"/>
                  </a:lnTo>
                  <a:lnTo>
                    <a:pt x="6374404" y="2013225"/>
                  </a:lnTo>
                  <a:lnTo>
                    <a:pt x="6446027" y="2020012"/>
                  </a:lnTo>
                  <a:lnTo>
                    <a:pt x="6517649" y="2026645"/>
                  </a:lnTo>
                  <a:lnTo>
                    <a:pt x="6589272" y="2033127"/>
                  </a:lnTo>
                  <a:lnTo>
                    <a:pt x="6660894" y="2039462"/>
                  </a:lnTo>
                  <a:lnTo>
                    <a:pt x="6732517" y="2045652"/>
                  </a:lnTo>
                  <a:lnTo>
                    <a:pt x="6804139" y="2051702"/>
                  </a:lnTo>
                  <a:lnTo>
                    <a:pt x="6875762" y="2057614"/>
                  </a:lnTo>
                  <a:lnTo>
                    <a:pt x="6947385" y="2063392"/>
                  </a:lnTo>
                  <a:lnTo>
                    <a:pt x="7019007" y="2069039"/>
                  </a:lnTo>
                  <a:lnTo>
                    <a:pt x="7090630" y="20745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(1.06-1.69), p_Bonf = 0.096 (n = 6)  |  per IQR decline (Δ = 24.3 %): 2.02 (1.14-3.59)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2026-08-06T10:29:44Z</dcterms:modified>
  <cp:category/>
</cp:coreProperties>
</file>