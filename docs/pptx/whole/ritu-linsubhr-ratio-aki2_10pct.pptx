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5758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8938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301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664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027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389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7525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5115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478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257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620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982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2345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708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107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0433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9796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470707"/>
            </a:xfrm>
            <a:custGeom>
              <a:avLst/>
              <a:pathLst>
                <a:path w="7090630" h="3470707">
                  <a:moveTo>
                    <a:pt x="1777695" y="0"/>
                  </a:moveTo>
                  <a:lnTo>
                    <a:pt x="1790563" y="48285"/>
                  </a:lnTo>
                  <a:lnTo>
                    <a:pt x="1862185" y="297550"/>
                  </a:lnTo>
                  <a:lnTo>
                    <a:pt x="1933808" y="528729"/>
                  </a:lnTo>
                  <a:lnTo>
                    <a:pt x="2005430" y="743135"/>
                  </a:lnTo>
                  <a:lnTo>
                    <a:pt x="2077053" y="941984"/>
                  </a:lnTo>
                  <a:lnTo>
                    <a:pt x="2148675" y="1126406"/>
                  </a:lnTo>
                  <a:lnTo>
                    <a:pt x="2220298" y="1297446"/>
                  </a:lnTo>
                  <a:lnTo>
                    <a:pt x="2291920" y="1456077"/>
                  </a:lnTo>
                  <a:lnTo>
                    <a:pt x="2363543" y="1603197"/>
                  </a:lnTo>
                  <a:lnTo>
                    <a:pt x="2435165" y="1739643"/>
                  </a:lnTo>
                  <a:lnTo>
                    <a:pt x="2506788" y="1866189"/>
                  </a:lnTo>
                  <a:lnTo>
                    <a:pt x="2578410" y="1983554"/>
                  </a:lnTo>
                  <a:lnTo>
                    <a:pt x="2650033" y="2092403"/>
                  </a:lnTo>
                  <a:lnTo>
                    <a:pt x="2721655" y="2193354"/>
                  </a:lnTo>
                  <a:lnTo>
                    <a:pt x="2793278" y="2286980"/>
                  </a:lnTo>
                  <a:lnTo>
                    <a:pt x="2864901" y="2373813"/>
                  </a:lnTo>
                  <a:lnTo>
                    <a:pt x="2936523" y="2454346"/>
                  </a:lnTo>
                  <a:lnTo>
                    <a:pt x="3008146" y="2529036"/>
                  </a:lnTo>
                  <a:lnTo>
                    <a:pt x="3079768" y="2598306"/>
                  </a:lnTo>
                  <a:lnTo>
                    <a:pt x="3151391" y="2655738"/>
                  </a:lnTo>
                  <a:lnTo>
                    <a:pt x="3223013" y="2666595"/>
                  </a:lnTo>
                  <a:lnTo>
                    <a:pt x="3294636" y="2677311"/>
                  </a:lnTo>
                  <a:lnTo>
                    <a:pt x="3366258" y="2687886"/>
                  </a:lnTo>
                  <a:lnTo>
                    <a:pt x="3437881" y="2698322"/>
                  </a:lnTo>
                  <a:lnTo>
                    <a:pt x="3509503" y="2708621"/>
                  </a:lnTo>
                  <a:lnTo>
                    <a:pt x="3581126" y="2718785"/>
                  </a:lnTo>
                  <a:lnTo>
                    <a:pt x="3652748" y="2728816"/>
                  </a:lnTo>
                  <a:lnTo>
                    <a:pt x="3724371" y="2738716"/>
                  </a:lnTo>
                  <a:lnTo>
                    <a:pt x="3795993" y="2748485"/>
                  </a:lnTo>
                  <a:lnTo>
                    <a:pt x="3867616" y="2758127"/>
                  </a:lnTo>
                  <a:lnTo>
                    <a:pt x="3939238" y="2767642"/>
                  </a:lnTo>
                  <a:lnTo>
                    <a:pt x="4010861" y="2777032"/>
                  </a:lnTo>
                  <a:lnTo>
                    <a:pt x="4082483" y="2786299"/>
                  </a:lnTo>
                  <a:lnTo>
                    <a:pt x="4154106" y="2795445"/>
                  </a:lnTo>
                  <a:lnTo>
                    <a:pt x="4225729" y="2804471"/>
                  </a:lnTo>
                  <a:lnTo>
                    <a:pt x="4297351" y="2813378"/>
                  </a:lnTo>
                  <a:lnTo>
                    <a:pt x="4368974" y="2822169"/>
                  </a:lnTo>
                  <a:lnTo>
                    <a:pt x="4440596" y="2830844"/>
                  </a:lnTo>
                  <a:lnTo>
                    <a:pt x="4512219" y="2839406"/>
                  </a:lnTo>
                  <a:lnTo>
                    <a:pt x="4583841" y="2847855"/>
                  </a:lnTo>
                  <a:lnTo>
                    <a:pt x="4655464" y="2856193"/>
                  </a:lnTo>
                  <a:lnTo>
                    <a:pt x="4727086" y="2864422"/>
                  </a:lnTo>
                  <a:lnTo>
                    <a:pt x="4798709" y="2872544"/>
                  </a:lnTo>
                  <a:lnTo>
                    <a:pt x="4870331" y="2880558"/>
                  </a:lnTo>
                  <a:lnTo>
                    <a:pt x="4941954" y="2888468"/>
                  </a:lnTo>
                  <a:lnTo>
                    <a:pt x="5013576" y="2896274"/>
                  </a:lnTo>
                  <a:lnTo>
                    <a:pt x="5085199" y="2903977"/>
                  </a:lnTo>
                  <a:lnTo>
                    <a:pt x="5156821" y="2911580"/>
                  </a:lnTo>
                  <a:lnTo>
                    <a:pt x="5228444" y="2919083"/>
                  </a:lnTo>
                  <a:lnTo>
                    <a:pt x="5300066" y="2926487"/>
                  </a:lnTo>
                  <a:lnTo>
                    <a:pt x="5371689" y="2933795"/>
                  </a:lnTo>
                  <a:lnTo>
                    <a:pt x="5443311" y="2941006"/>
                  </a:lnTo>
                  <a:lnTo>
                    <a:pt x="5514934" y="2948123"/>
                  </a:lnTo>
                  <a:lnTo>
                    <a:pt x="5586557" y="2955147"/>
                  </a:lnTo>
                  <a:lnTo>
                    <a:pt x="5658179" y="2962078"/>
                  </a:lnTo>
                  <a:lnTo>
                    <a:pt x="5729802" y="2968919"/>
                  </a:lnTo>
                  <a:lnTo>
                    <a:pt x="5801424" y="2975670"/>
                  </a:lnTo>
                  <a:lnTo>
                    <a:pt x="5873047" y="2982332"/>
                  </a:lnTo>
                  <a:lnTo>
                    <a:pt x="5944669" y="2988907"/>
                  </a:lnTo>
                  <a:lnTo>
                    <a:pt x="6016292" y="2995396"/>
                  </a:lnTo>
                  <a:lnTo>
                    <a:pt x="6087914" y="3001800"/>
                  </a:lnTo>
                  <a:lnTo>
                    <a:pt x="6159537" y="3008120"/>
                  </a:lnTo>
                  <a:lnTo>
                    <a:pt x="6231159" y="3014357"/>
                  </a:lnTo>
                  <a:lnTo>
                    <a:pt x="6302782" y="3020512"/>
                  </a:lnTo>
                  <a:lnTo>
                    <a:pt x="6374404" y="3026586"/>
                  </a:lnTo>
                  <a:lnTo>
                    <a:pt x="6446027" y="3032581"/>
                  </a:lnTo>
                  <a:lnTo>
                    <a:pt x="6517649" y="3038497"/>
                  </a:lnTo>
                  <a:lnTo>
                    <a:pt x="6589272" y="3044336"/>
                  </a:lnTo>
                  <a:lnTo>
                    <a:pt x="6660894" y="3050098"/>
                  </a:lnTo>
                  <a:lnTo>
                    <a:pt x="6732517" y="3055784"/>
                  </a:lnTo>
                  <a:lnTo>
                    <a:pt x="6804139" y="3061396"/>
                  </a:lnTo>
                  <a:lnTo>
                    <a:pt x="6875762" y="3066934"/>
                  </a:lnTo>
                  <a:lnTo>
                    <a:pt x="6947385" y="3072400"/>
                  </a:lnTo>
                  <a:lnTo>
                    <a:pt x="7019007" y="3077794"/>
                  </a:lnTo>
                  <a:lnTo>
                    <a:pt x="7090630" y="3083117"/>
                  </a:lnTo>
                  <a:lnTo>
                    <a:pt x="7090630" y="3470707"/>
                  </a:lnTo>
                  <a:lnTo>
                    <a:pt x="7019007" y="3469687"/>
                  </a:lnTo>
                  <a:lnTo>
                    <a:pt x="6947385" y="3468587"/>
                  </a:lnTo>
                  <a:lnTo>
                    <a:pt x="6875762" y="3467401"/>
                  </a:lnTo>
                  <a:lnTo>
                    <a:pt x="6804139" y="3466122"/>
                  </a:lnTo>
                  <a:lnTo>
                    <a:pt x="6732517" y="3464744"/>
                  </a:lnTo>
                  <a:lnTo>
                    <a:pt x="6660894" y="3463257"/>
                  </a:lnTo>
                  <a:lnTo>
                    <a:pt x="6589272" y="3461654"/>
                  </a:lnTo>
                  <a:lnTo>
                    <a:pt x="6517649" y="3459926"/>
                  </a:lnTo>
                  <a:lnTo>
                    <a:pt x="6446027" y="3458062"/>
                  </a:lnTo>
                  <a:lnTo>
                    <a:pt x="6374404" y="3456053"/>
                  </a:lnTo>
                  <a:lnTo>
                    <a:pt x="6302782" y="3453886"/>
                  </a:lnTo>
                  <a:lnTo>
                    <a:pt x="6231159" y="3451550"/>
                  </a:lnTo>
                  <a:lnTo>
                    <a:pt x="6159537" y="3449031"/>
                  </a:lnTo>
                  <a:lnTo>
                    <a:pt x="6087914" y="3446315"/>
                  </a:lnTo>
                  <a:lnTo>
                    <a:pt x="6016292" y="3443387"/>
                  </a:lnTo>
                  <a:lnTo>
                    <a:pt x="5944669" y="3440230"/>
                  </a:lnTo>
                  <a:lnTo>
                    <a:pt x="5873047" y="3436825"/>
                  </a:lnTo>
                  <a:lnTo>
                    <a:pt x="5801424" y="3433154"/>
                  </a:lnTo>
                  <a:lnTo>
                    <a:pt x="5729802" y="3429196"/>
                  </a:lnTo>
                  <a:lnTo>
                    <a:pt x="5658179" y="3424929"/>
                  </a:lnTo>
                  <a:lnTo>
                    <a:pt x="5586557" y="3420327"/>
                  </a:lnTo>
                  <a:lnTo>
                    <a:pt x="5514934" y="3415366"/>
                  </a:lnTo>
                  <a:lnTo>
                    <a:pt x="5443311" y="3410016"/>
                  </a:lnTo>
                  <a:lnTo>
                    <a:pt x="5371689" y="3404248"/>
                  </a:lnTo>
                  <a:lnTo>
                    <a:pt x="5300066" y="3398029"/>
                  </a:lnTo>
                  <a:lnTo>
                    <a:pt x="5228444" y="3391323"/>
                  </a:lnTo>
                  <a:lnTo>
                    <a:pt x="5156821" y="3384092"/>
                  </a:lnTo>
                  <a:lnTo>
                    <a:pt x="5085199" y="3376296"/>
                  </a:lnTo>
                  <a:lnTo>
                    <a:pt x="5013576" y="3367890"/>
                  </a:lnTo>
                  <a:lnTo>
                    <a:pt x="4941954" y="3358826"/>
                  </a:lnTo>
                  <a:lnTo>
                    <a:pt x="4870331" y="3349053"/>
                  </a:lnTo>
                  <a:lnTo>
                    <a:pt x="4798709" y="3338516"/>
                  </a:lnTo>
                  <a:lnTo>
                    <a:pt x="4727086" y="3327154"/>
                  </a:lnTo>
                  <a:lnTo>
                    <a:pt x="4655464" y="3314903"/>
                  </a:lnTo>
                  <a:lnTo>
                    <a:pt x="4583841" y="3301694"/>
                  </a:lnTo>
                  <a:lnTo>
                    <a:pt x="4512219" y="3287452"/>
                  </a:lnTo>
                  <a:lnTo>
                    <a:pt x="4440596" y="3272095"/>
                  </a:lnTo>
                  <a:lnTo>
                    <a:pt x="4368974" y="3255537"/>
                  </a:lnTo>
                  <a:lnTo>
                    <a:pt x="4297351" y="3237684"/>
                  </a:lnTo>
                  <a:lnTo>
                    <a:pt x="4225729" y="3218434"/>
                  </a:lnTo>
                  <a:lnTo>
                    <a:pt x="4154106" y="3197677"/>
                  </a:lnTo>
                  <a:lnTo>
                    <a:pt x="4082483" y="3175297"/>
                  </a:lnTo>
                  <a:lnTo>
                    <a:pt x="4010861" y="3151167"/>
                  </a:lnTo>
                  <a:lnTo>
                    <a:pt x="3939238" y="3125148"/>
                  </a:lnTo>
                  <a:lnTo>
                    <a:pt x="3867616" y="3097094"/>
                  </a:lnTo>
                  <a:lnTo>
                    <a:pt x="3795993" y="3066845"/>
                  </a:lnTo>
                  <a:lnTo>
                    <a:pt x="3724371" y="3034229"/>
                  </a:lnTo>
                  <a:lnTo>
                    <a:pt x="3652748" y="2999062"/>
                  </a:lnTo>
                  <a:lnTo>
                    <a:pt x="3581126" y="2961144"/>
                  </a:lnTo>
                  <a:lnTo>
                    <a:pt x="3509503" y="2920260"/>
                  </a:lnTo>
                  <a:lnTo>
                    <a:pt x="3437881" y="2876176"/>
                  </a:lnTo>
                  <a:lnTo>
                    <a:pt x="3366258" y="2828644"/>
                  </a:lnTo>
                  <a:lnTo>
                    <a:pt x="3294636" y="2777394"/>
                  </a:lnTo>
                  <a:lnTo>
                    <a:pt x="3223013" y="2722134"/>
                  </a:lnTo>
                  <a:lnTo>
                    <a:pt x="3151391" y="2662551"/>
                  </a:lnTo>
                  <a:lnTo>
                    <a:pt x="3079768" y="2644736"/>
                  </a:lnTo>
                  <a:lnTo>
                    <a:pt x="3008146" y="2633588"/>
                  </a:lnTo>
                  <a:lnTo>
                    <a:pt x="2936523" y="2622291"/>
                  </a:lnTo>
                  <a:lnTo>
                    <a:pt x="2864901" y="2610845"/>
                  </a:lnTo>
                  <a:lnTo>
                    <a:pt x="2793278" y="2599246"/>
                  </a:lnTo>
                  <a:lnTo>
                    <a:pt x="2721655" y="2587494"/>
                  </a:lnTo>
                  <a:lnTo>
                    <a:pt x="2650033" y="2575585"/>
                  </a:lnTo>
                  <a:lnTo>
                    <a:pt x="2578410" y="2563518"/>
                  </a:lnTo>
                  <a:lnTo>
                    <a:pt x="2506788" y="2551291"/>
                  </a:lnTo>
                  <a:lnTo>
                    <a:pt x="2435165" y="2538901"/>
                  </a:lnTo>
                  <a:lnTo>
                    <a:pt x="2363543" y="2526347"/>
                  </a:lnTo>
                  <a:lnTo>
                    <a:pt x="2291920" y="2513625"/>
                  </a:lnTo>
                  <a:lnTo>
                    <a:pt x="2220298" y="2500735"/>
                  </a:lnTo>
                  <a:lnTo>
                    <a:pt x="2148675" y="2487673"/>
                  </a:lnTo>
                  <a:lnTo>
                    <a:pt x="2077053" y="2474438"/>
                  </a:lnTo>
                  <a:lnTo>
                    <a:pt x="2005430" y="2461027"/>
                  </a:lnTo>
                  <a:lnTo>
                    <a:pt x="1933808" y="2447438"/>
                  </a:lnTo>
                  <a:lnTo>
                    <a:pt x="1862185" y="2433669"/>
                  </a:lnTo>
                  <a:lnTo>
                    <a:pt x="1790563" y="2419716"/>
                  </a:lnTo>
                  <a:lnTo>
                    <a:pt x="1718940" y="2405578"/>
                  </a:lnTo>
                  <a:lnTo>
                    <a:pt x="1647318" y="2391252"/>
                  </a:lnTo>
                  <a:lnTo>
                    <a:pt x="1575695" y="2376736"/>
                  </a:lnTo>
                  <a:lnTo>
                    <a:pt x="1504073" y="2362026"/>
                  </a:lnTo>
                  <a:lnTo>
                    <a:pt x="1432450" y="2347122"/>
                  </a:lnTo>
                  <a:lnTo>
                    <a:pt x="1360827" y="2332019"/>
                  </a:lnTo>
                  <a:lnTo>
                    <a:pt x="1289205" y="2316716"/>
                  </a:lnTo>
                  <a:lnTo>
                    <a:pt x="1217582" y="2301209"/>
                  </a:lnTo>
                  <a:lnTo>
                    <a:pt x="1145960" y="2285496"/>
                  </a:lnTo>
                  <a:lnTo>
                    <a:pt x="1074337" y="2269575"/>
                  </a:lnTo>
                  <a:lnTo>
                    <a:pt x="1002715" y="2253442"/>
                  </a:lnTo>
                  <a:lnTo>
                    <a:pt x="931092" y="2237095"/>
                  </a:lnTo>
                  <a:lnTo>
                    <a:pt x="859470" y="2220530"/>
                  </a:lnTo>
                  <a:lnTo>
                    <a:pt x="787847" y="2203745"/>
                  </a:lnTo>
                  <a:lnTo>
                    <a:pt x="716225" y="2186737"/>
                  </a:lnTo>
                  <a:lnTo>
                    <a:pt x="644602" y="2169504"/>
                  </a:lnTo>
                  <a:lnTo>
                    <a:pt x="572980" y="2152041"/>
                  </a:lnTo>
                  <a:lnTo>
                    <a:pt x="501357" y="2134346"/>
                  </a:lnTo>
                  <a:lnTo>
                    <a:pt x="429735" y="2116416"/>
                  </a:lnTo>
                  <a:lnTo>
                    <a:pt x="358112" y="2098248"/>
                  </a:lnTo>
                  <a:lnTo>
                    <a:pt x="286490" y="2079839"/>
                  </a:lnTo>
                  <a:lnTo>
                    <a:pt x="214867" y="2061185"/>
                  </a:lnTo>
                  <a:lnTo>
                    <a:pt x="143245" y="2042283"/>
                  </a:lnTo>
                  <a:lnTo>
                    <a:pt x="71622" y="2023130"/>
                  </a:lnTo>
                  <a:lnTo>
                    <a:pt x="0" y="2003722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949745" y="2073503"/>
              <a:ext cx="5312934" cy="3083117"/>
            </a:xfrm>
            <a:custGeom>
              <a:avLst/>
              <a:pathLst>
                <a:path w="5312934" h="3083117">
                  <a:moveTo>
                    <a:pt x="0" y="0"/>
                  </a:moveTo>
                  <a:lnTo>
                    <a:pt x="12867" y="48285"/>
                  </a:lnTo>
                  <a:lnTo>
                    <a:pt x="84489" y="297550"/>
                  </a:lnTo>
                  <a:lnTo>
                    <a:pt x="156112" y="528729"/>
                  </a:lnTo>
                  <a:lnTo>
                    <a:pt x="227734" y="743135"/>
                  </a:lnTo>
                  <a:lnTo>
                    <a:pt x="299357" y="941984"/>
                  </a:lnTo>
                  <a:lnTo>
                    <a:pt x="370979" y="1126406"/>
                  </a:lnTo>
                  <a:lnTo>
                    <a:pt x="442602" y="1297446"/>
                  </a:lnTo>
                  <a:lnTo>
                    <a:pt x="514224" y="1456077"/>
                  </a:lnTo>
                  <a:lnTo>
                    <a:pt x="585847" y="1603197"/>
                  </a:lnTo>
                  <a:lnTo>
                    <a:pt x="657470" y="1739643"/>
                  </a:lnTo>
                  <a:lnTo>
                    <a:pt x="729092" y="1866189"/>
                  </a:lnTo>
                  <a:lnTo>
                    <a:pt x="800715" y="1983554"/>
                  </a:lnTo>
                  <a:lnTo>
                    <a:pt x="872337" y="2092403"/>
                  </a:lnTo>
                  <a:lnTo>
                    <a:pt x="943960" y="2193354"/>
                  </a:lnTo>
                  <a:lnTo>
                    <a:pt x="1015582" y="2286980"/>
                  </a:lnTo>
                  <a:lnTo>
                    <a:pt x="1087205" y="2373813"/>
                  </a:lnTo>
                  <a:lnTo>
                    <a:pt x="1158827" y="2454346"/>
                  </a:lnTo>
                  <a:lnTo>
                    <a:pt x="1230450" y="2529036"/>
                  </a:lnTo>
                  <a:lnTo>
                    <a:pt x="1302072" y="2598306"/>
                  </a:lnTo>
                  <a:lnTo>
                    <a:pt x="1373695" y="2655738"/>
                  </a:lnTo>
                  <a:lnTo>
                    <a:pt x="1445317" y="2666595"/>
                  </a:lnTo>
                  <a:lnTo>
                    <a:pt x="1516940" y="2677311"/>
                  </a:lnTo>
                  <a:lnTo>
                    <a:pt x="1588562" y="2687886"/>
                  </a:lnTo>
                  <a:lnTo>
                    <a:pt x="1660185" y="2698322"/>
                  </a:lnTo>
                  <a:lnTo>
                    <a:pt x="1731807" y="2708621"/>
                  </a:lnTo>
                  <a:lnTo>
                    <a:pt x="1803430" y="2718785"/>
                  </a:lnTo>
                  <a:lnTo>
                    <a:pt x="1875052" y="2728816"/>
                  </a:lnTo>
                  <a:lnTo>
                    <a:pt x="1946675" y="2738716"/>
                  </a:lnTo>
                  <a:lnTo>
                    <a:pt x="2018298" y="2748485"/>
                  </a:lnTo>
                  <a:lnTo>
                    <a:pt x="2089920" y="2758127"/>
                  </a:lnTo>
                  <a:lnTo>
                    <a:pt x="2161543" y="2767642"/>
                  </a:lnTo>
                  <a:lnTo>
                    <a:pt x="2233165" y="2777032"/>
                  </a:lnTo>
                  <a:lnTo>
                    <a:pt x="2304788" y="2786299"/>
                  </a:lnTo>
                  <a:lnTo>
                    <a:pt x="2376410" y="2795445"/>
                  </a:lnTo>
                  <a:lnTo>
                    <a:pt x="2448033" y="2804471"/>
                  </a:lnTo>
                  <a:lnTo>
                    <a:pt x="2519655" y="2813378"/>
                  </a:lnTo>
                  <a:lnTo>
                    <a:pt x="2591278" y="2822169"/>
                  </a:lnTo>
                  <a:lnTo>
                    <a:pt x="2662900" y="2830844"/>
                  </a:lnTo>
                  <a:lnTo>
                    <a:pt x="2734523" y="2839406"/>
                  </a:lnTo>
                  <a:lnTo>
                    <a:pt x="2806145" y="2847855"/>
                  </a:lnTo>
                  <a:lnTo>
                    <a:pt x="2877768" y="2856193"/>
                  </a:lnTo>
                  <a:lnTo>
                    <a:pt x="2949390" y="2864422"/>
                  </a:lnTo>
                  <a:lnTo>
                    <a:pt x="3021013" y="2872544"/>
                  </a:lnTo>
                  <a:lnTo>
                    <a:pt x="3092635" y="2880558"/>
                  </a:lnTo>
                  <a:lnTo>
                    <a:pt x="3164258" y="2888468"/>
                  </a:lnTo>
                  <a:lnTo>
                    <a:pt x="3235880" y="2896274"/>
                  </a:lnTo>
                  <a:lnTo>
                    <a:pt x="3307503" y="2903977"/>
                  </a:lnTo>
                  <a:lnTo>
                    <a:pt x="3379126" y="2911580"/>
                  </a:lnTo>
                  <a:lnTo>
                    <a:pt x="3450748" y="2919083"/>
                  </a:lnTo>
                  <a:lnTo>
                    <a:pt x="3522371" y="2926487"/>
                  </a:lnTo>
                  <a:lnTo>
                    <a:pt x="3593993" y="2933795"/>
                  </a:lnTo>
                  <a:lnTo>
                    <a:pt x="3665616" y="2941006"/>
                  </a:lnTo>
                  <a:lnTo>
                    <a:pt x="3737238" y="2948123"/>
                  </a:lnTo>
                  <a:lnTo>
                    <a:pt x="3808861" y="2955147"/>
                  </a:lnTo>
                  <a:lnTo>
                    <a:pt x="3880483" y="2962078"/>
                  </a:lnTo>
                  <a:lnTo>
                    <a:pt x="3952106" y="2968919"/>
                  </a:lnTo>
                  <a:lnTo>
                    <a:pt x="4023728" y="2975670"/>
                  </a:lnTo>
                  <a:lnTo>
                    <a:pt x="4095351" y="2982332"/>
                  </a:lnTo>
                  <a:lnTo>
                    <a:pt x="4166973" y="2988907"/>
                  </a:lnTo>
                  <a:lnTo>
                    <a:pt x="4238596" y="2995396"/>
                  </a:lnTo>
                  <a:lnTo>
                    <a:pt x="4310218" y="3001800"/>
                  </a:lnTo>
                  <a:lnTo>
                    <a:pt x="4381841" y="3008120"/>
                  </a:lnTo>
                  <a:lnTo>
                    <a:pt x="4453463" y="3014357"/>
                  </a:lnTo>
                  <a:lnTo>
                    <a:pt x="4525086" y="3020512"/>
                  </a:lnTo>
                  <a:lnTo>
                    <a:pt x="4596708" y="3026586"/>
                  </a:lnTo>
                  <a:lnTo>
                    <a:pt x="4668331" y="3032581"/>
                  </a:lnTo>
                  <a:lnTo>
                    <a:pt x="4739954" y="3038497"/>
                  </a:lnTo>
                  <a:lnTo>
                    <a:pt x="4811576" y="3044336"/>
                  </a:lnTo>
                  <a:lnTo>
                    <a:pt x="4883199" y="3050098"/>
                  </a:lnTo>
                  <a:lnTo>
                    <a:pt x="4954821" y="3055784"/>
                  </a:lnTo>
                  <a:lnTo>
                    <a:pt x="5026444" y="3061396"/>
                  </a:lnTo>
                  <a:lnTo>
                    <a:pt x="5098066" y="3066934"/>
                  </a:lnTo>
                  <a:lnTo>
                    <a:pt x="5169689" y="3072400"/>
                  </a:lnTo>
                  <a:lnTo>
                    <a:pt x="5241311" y="3077794"/>
                  </a:lnTo>
                  <a:lnTo>
                    <a:pt x="5312934" y="308311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077225"/>
              <a:ext cx="7090630" cy="1466985"/>
            </a:xfrm>
            <a:custGeom>
              <a:avLst/>
              <a:pathLst>
                <a:path w="7090630" h="1466985">
                  <a:moveTo>
                    <a:pt x="7090630" y="1466985"/>
                  </a:moveTo>
                  <a:lnTo>
                    <a:pt x="7019007" y="1465964"/>
                  </a:lnTo>
                  <a:lnTo>
                    <a:pt x="6947385" y="1464865"/>
                  </a:lnTo>
                  <a:lnTo>
                    <a:pt x="6875762" y="1463679"/>
                  </a:lnTo>
                  <a:lnTo>
                    <a:pt x="6804139" y="1462400"/>
                  </a:lnTo>
                  <a:lnTo>
                    <a:pt x="6732517" y="1461021"/>
                  </a:lnTo>
                  <a:lnTo>
                    <a:pt x="6660894" y="1459534"/>
                  </a:lnTo>
                  <a:lnTo>
                    <a:pt x="6589272" y="1457931"/>
                  </a:lnTo>
                  <a:lnTo>
                    <a:pt x="6517649" y="1456203"/>
                  </a:lnTo>
                  <a:lnTo>
                    <a:pt x="6446027" y="1454339"/>
                  </a:lnTo>
                  <a:lnTo>
                    <a:pt x="6374404" y="1452330"/>
                  </a:lnTo>
                  <a:lnTo>
                    <a:pt x="6302782" y="1450164"/>
                  </a:lnTo>
                  <a:lnTo>
                    <a:pt x="6231159" y="1447828"/>
                  </a:lnTo>
                  <a:lnTo>
                    <a:pt x="6159537" y="1445309"/>
                  </a:lnTo>
                  <a:lnTo>
                    <a:pt x="6087914" y="1442593"/>
                  </a:lnTo>
                  <a:lnTo>
                    <a:pt x="6016292" y="1439665"/>
                  </a:lnTo>
                  <a:lnTo>
                    <a:pt x="5944669" y="1436507"/>
                  </a:lnTo>
                  <a:lnTo>
                    <a:pt x="5873047" y="1433103"/>
                  </a:lnTo>
                  <a:lnTo>
                    <a:pt x="5801424" y="1429432"/>
                  </a:lnTo>
                  <a:lnTo>
                    <a:pt x="5729802" y="1425474"/>
                  </a:lnTo>
                  <a:lnTo>
                    <a:pt x="5658179" y="1421206"/>
                  </a:lnTo>
                  <a:lnTo>
                    <a:pt x="5586557" y="1416605"/>
                  </a:lnTo>
                  <a:lnTo>
                    <a:pt x="5514934" y="1411643"/>
                  </a:lnTo>
                  <a:lnTo>
                    <a:pt x="5443311" y="1406294"/>
                  </a:lnTo>
                  <a:lnTo>
                    <a:pt x="5371689" y="1400526"/>
                  </a:lnTo>
                  <a:lnTo>
                    <a:pt x="5300066" y="1394306"/>
                  </a:lnTo>
                  <a:lnTo>
                    <a:pt x="5228444" y="1387600"/>
                  </a:lnTo>
                  <a:lnTo>
                    <a:pt x="5156821" y="1380370"/>
                  </a:lnTo>
                  <a:lnTo>
                    <a:pt x="5085199" y="1372574"/>
                  </a:lnTo>
                  <a:lnTo>
                    <a:pt x="5013576" y="1364167"/>
                  </a:lnTo>
                  <a:lnTo>
                    <a:pt x="4941954" y="1355104"/>
                  </a:lnTo>
                  <a:lnTo>
                    <a:pt x="4870331" y="1345331"/>
                  </a:lnTo>
                  <a:lnTo>
                    <a:pt x="4798709" y="1334793"/>
                  </a:lnTo>
                  <a:lnTo>
                    <a:pt x="4727086" y="1323432"/>
                  </a:lnTo>
                  <a:lnTo>
                    <a:pt x="4655464" y="1311181"/>
                  </a:lnTo>
                  <a:lnTo>
                    <a:pt x="4583841" y="1297972"/>
                  </a:lnTo>
                  <a:lnTo>
                    <a:pt x="4512219" y="1283729"/>
                  </a:lnTo>
                  <a:lnTo>
                    <a:pt x="4440596" y="1268373"/>
                  </a:lnTo>
                  <a:lnTo>
                    <a:pt x="4368974" y="1251815"/>
                  </a:lnTo>
                  <a:lnTo>
                    <a:pt x="4297351" y="1233961"/>
                  </a:lnTo>
                  <a:lnTo>
                    <a:pt x="4225729" y="1214711"/>
                  </a:lnTo>
                  <a:lnTo>
                    <a:pt x="4154106" y="1193955"/>
                  </a:lnTo>
                  <a:lnTo>
                    <a:pt x="4082483" y="1171575"/>
                  </a:lnTo>
                  <a:lnTo>
                    <a:pt x="4010861" y="1147444"/>
                  </a:lnTo>
                  <a:lnTo>
                    <a:pt x="3939238" y="1121425"/>
                  </a:lnTo>
                  <a:lnTo>
                    <a:pt x="3867616" y="1093371"/>
                  </a:lnTo>
                  <a:lnTo>
                    <a:pt x="3795993" y="1063122"/>
                  </a:lnTo>
                  <a:lnTo>
                    <a:pt x="3724371" y="1030507"/>
                  </a:lnTo>
                  <a:lnTo>
                    <a:pt x="3652748" y="995340"/>
                  </a:lnTo>
                  <a:lnTo>
                    <a:pt x="3581126" y="957422"/>
                  </a:lnTo>
                  <a:lnTo>
                    <a:pt x="3509503" y="916537"/>
                  </a:lnTo>
                  <a:lnTo>
                    <a:pt x="3437881" y="872454"/>
                  </a:lnTo>
                  <a:lnTo>
                    <a:pt x="3366258" y="824922"/>
                  </a:lnTo>
                  <a:lnTo>
                    <a:pt x="3294636" y="773671"/>
                  </a:lnTo>
                  <a:lnTo>
                    <a:pt x="3223013" y="718411"/>
                  </a:lnTo>
                  <a:lnTo>
                    <a:pt x="3151391" y="658828"/>
                  </a:lnTo>
                  <a:lnTo>
                    <a:pt x="3079768" y="641013"/>
                  </a:lnTo>
                  <a:lnTo>
                    <a:pt x="3008146" y="629865"/>
                  </a:lnTo>
                  <a:lnTo>
                    <a:pt x="2936523" y="618569"/>
                  </a:lnTo>
                  <a:lnTo>
                    <a:pt x="2864901" y="607122"/>
                  </a:lnTo>
                  <a:lnTo>
                    <a:pt x="2793278" y="595524"/>
                  </a:lnTo>
                  <a:lnTo>
                    <a:pt x="2721655" y="583771"/>
                  </a:lnTo>
                  <a:lnTo>
                    <a:pt x="2650033" y="571863"/>
                  </a:lnTo>
                  <a:lnTo>
                    <a:pt x="2578410" y="559796"/>
                  </a:lnTo>
                  <a:lnTo>
                    <a:pt x="2506788" y="547568"/>
                  </a:lnTo>
                  <a:lnTo>
                    <a:pt x="2435165" y="535178"/>
                  </a:lnTo>
                  <a:lnTo>
                    <a:pt x="2363543" y="522624"/>
                  </a:lnTo>
                  <a:lnTo>
                    <a:pt x="2291920" y="509903"/>
                  </a:lnTo>
                  <a:lnTo>
                    <a:pt x="2220298" y="497012"/>
                  </a:lnTo>
                  <a:lnTo>
                    <a:pt x="2148675" y="483951"/>
                  </a:lnTo>
                  <a:lnTo>
                    <a:pt x="2077053" y="470716"/>
                  </a:lnTo>
                  <a:lnTo>
                    <a:pt x="2005430" y="457305"/>
                  </a:lnTo>
                  <a:lnTo>
                    <a:pt x="1933808" y="443716"/>
                  </a:lnTo>
                  <a:lnTo>
                    <a:pt x="1862185" y="429946"/>
                  </a:lnTo>
                  <a:lnTo>
                    <a:pt x="1790563" y="415993"/>
                  </a:lnTo>
                  <a:lnTo>
                    <a:pt x="1718940" y="401855"/>
                  </a:lnTo>
                  <a:lnTo>
                    <a:pt x="1647318" y="387529"/>
                  </a:lnTo>
                  <a:lnTo>
                    <a:pt x="1575695" y="373013"/>
                  </a:lnTo>
                  <a:lnTo>
                    <a:pt x="1504073" y="358304"/>
                  </a:lnTo>
                  <a:lnTo>
                    <a:pt x="1432450" y="343399"/>
                  </a:lnTo>
                  <a:lnTo>
                    <a:pt x="1360827" y="328297"/>
                  </a:lnTo>
                  <a:lnTo>
                    <a:pt x="1289205" y="312993"/>
                  </a:lnTo>
                  <a:lnTo>
                    <a:pt x="1217582" y="297487"/>
                  </a:lnTo>
                  <a:lnTo>
                    <a:pt x="1145960" y="281774"/>
                  </a:lnTo>
                  <a:lnTo>
                    <a:pt x="1074337" y="265852"/>
                  </a:lnTo>
                  <a:lnTo>
                    <a:pt x="1002715" y="249719"/>
                  </a:lnTo>
                  <a:lnTo>
                    <a:pt x="931092" y="233372"/>
                  </a:lnTo>
                  <a:lnTo>
                    <a:pt x="859470" y="216807"/>
                  </a:lnTo>
                  <a:lnTo>
                    <a:pt x="787847" y="200023"/>
                  </a:lnTo>
                  <a:lnTo>
                    <a:pt x="716225" y="183015"/>
                  </a:lnTo>
                  <a:lnTo>
                    <a:pt x="644602" y="165781"/>
                  </a:lnTo>
                  <a:lnTo>
                    <a:pt x="572980" y="148319"/>
                  </a:lnTo>
                  <a:lnTo>
                    <a:pt x="501357" y="130624"/>
                  </a:lnTo>
                  <a:lnTo>
                    <a:pt x="429735" y="112694"/>
                  </a:lnTo>
                  <a:lnTo>
                    <a:pt x="358112" y="94526"/>
                  </a:lnTo>
                  <a:lnTo>
                    <a:pt x="286490" y="76116"/>
                  </a:lnTo>
                  <a:lnTo>
                    <a:pt x="214867" y="57462"/>
                  </a:lnTo>
                  <a:lnTo>
                    <a:pt x="143245" y="38560"/>
                  </a:lnTo>
                  <a:lnTo>
                    <a:pt x="71622" y="1940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992104" y="2073503"/>
              <a:ext cx="6270574" cy="3411470"/>
            </a:xfrm>
            <a:custGeom>
              <a:avLst/>
              <a:pathLst>
                <a:path w="6270574" h="3411470">
                  <a:moveTo>
                    <a:pt x="0" y="0"/>
                  </a:moveTo>
                  <a:lnTo>
                    <a:pt x="39414" y="84653"/>
                  </a:lnTo>
                  <a:lnTo>
                    <a:pt x="111037" y="231822"/>
                  </a:lnTo>
                  <a:lnTo>
                    <a:pt x="182659" y="372618"/>
                  </a:lnTo>
                  <a:lnTo>
                    <a:pt x="254282" y="507319"/>
                  </a:lnTo>
                  <a:lnTo>
                    <a:pt x="325904" y="636187"/>
                  </a:lnTo>
                  <a:lnTo>
                    <a:pt x="397527" y="759476"/>
                  </a:lnTo>
                  <a:lnTo>
                    <a:pt x="469149" y="877427"/>
                  </a:lnTo>
                  <a:lnTo>
                    <a:pt x="540772" y="990271"/>
                  </a:lnTo>
                  <a:lnTo>
                    <a:pt x="612394" y="1098230"/>
                  </a:lnTo>
                  <a:lnTo>
                    <a:pt x="684017" y="1201514"/>
                  </a:lnTo>
                  <a:lnTo>
                    <a:pt x="755639" y="1300326"/>
                  </a:lnTo>
                  <a:lnTo>
                    <a:pt x="827262" y="1394860"/>
                  </a:lnTo>
                  <a:lnTo>
                    <a:pt x="898885" y="1485301"/>
                  </a:lnTo>
                  <a:lnTo>
                    <a:pt x="970507" y="1571827"/>
                  </a:lnTo>
                  <a:lnTo>
                    <a:pt x="1042130" y="1654606"/>
                  </a:lnTo>
                  <a:lnTo>
                    <a:pt x="1113752" y="1733801"/>
                  </a:lnTo>
                  <a:lnTo>
                    <a:pt x="1185375" y="1809567"/>
                  </a:lnTo>
                  <a:lnTo>
                    <a:pt x="1256997" y="1882053"/>
                  </a:lnTo>
                  <a:lnTo>
                    <a:pt x="1328620" y="1951401"/>
                  </a:lnTo>
                  <a:lnTo>
                    <a:pt x="1400242" y="2017746"/>
                  </a:lnTo>
                  <a:lnTo>
                    <a:pt x="1471865" y="2081218"/>
                  </a:lnTo>
                  <a:lnTo>
                    <a:pt x="1543487" y="2141943"/>
                  </a:lnTo>
                  <a:lnTo>
                    <a:pt x="1615110" y="2200038"/>
                  </a:lnTo>
                  <a:lnTo>
                    <a:pt x="1686732" y="2255618"/>
                  </a:lnTo>
                  <a:lnTo>
                    <a:pt x="1758355" y="2308791"/>
                  </a:lnTo>
                  <a:lnTo>
                    <a:pt x="1829977" y="2359662"/>
                  </a:lnTo>
                  <a:lnTo>
                    <a:pt x="1901600" y="2408331"/>
                  </a:lnTo>
                  <a:lnTo>
                    <a:pt x="1973222" y="2454893"/>
                  </a:lnTo>
                  <a:lnTo>
                    <a:pt x="2044845" y="2499438"/>
                  </a:lnTo>
                  <a:lnTo>
                    <a:pt x="2116467" y="2542055"/>
                  </a:lnTo>
                  <a:lnTo>
                    <a:pt x="2188090" y="2582827"/>
                  </a:lnTo>
                  <a:lnTo>
                    <a:pt x="2259713" y="2621834"/>
                  </a:lnTo>
                  <a:lnTo>
                    <a:pt x="2331335" y="2659151"/>
                  </a:lnTo>
                  <a:lnTo>
                    <a:pt x="2402958" y="2694853"/>
                  </a:lnTo>
                  <a:lnTo>
                    <a:pt x="2474580" y="2729010"/>
                  </a:lnTo>
                  <a:lnTo>
                    <a:pt x="2546203" y="2761687"/>
                  </a:lnTo>
                  <a:lnTo>
                    <a:pt x="2617825" y="2792949"/>
                  </a:lnTo>
                  <a:lnTo>
                    <a:pt x="2689448" y="2822858"/>
                  </a:lnTo>
                  <a:lnTo>
                    <a:pt x="2761070" y="2851472"/>
                  </a:lnTo>
                  <a:lnTo>
                    <a:pt x="2832693" y="2878848"/>
                  </a:lnTo>
                  <a:lnTo>
                    <a:pt x="2904315" y="2905038"/>
                  </a:lnTo>
                  <a:lnTo>
                    <a:pt x="2975938" y="2930094"/>
                  </a:lnTo>
                  <a:lnTo>
                    <a:pt x="3047560" y="2954065"/>
                  </a:lnTo>
                  <a:lnTo>
                    <a:pt x="3119183" y="2976998"/>
                  </a:lnTo>
                  <a:lnTo>
                    <a:pt x="3190805" y="2998938"/>
                  </a:lnTo>
                  <a:lnTo>
                    <a:pt x="3262428" y="3019929"/>
                  </a:lnTo>
                  <a:lnTo>
                    <a:pt x="3334050" y="3040010"/>
                  </a:lnTo>
                  <a:lnTo>
                    <a:pt x="3405673" y="3059223"/>
                  </a:lnTo>
                  <a:lnTo>
                    <a:pt x="3477295" y="3077603"/>
                  </a:lnTo>
                  <a:lnTo>
                    <a:pt x="3548918" y="3095187"/>
                  </a:lnTo>
                  <a:lnTo>
                    <a:pt x="3620541" y="3112011"/>
                  </a:lnTo>
                  <a:lnTo>
                    <a:pt x="3692163" y="3128105"/>
                  </a:lnTo>
                  <a:lnTo>
                    <a:pt x="3763786" y="3143503"/>
                  </a:lnTo>
                  <a:lnTo>
                    <a:pt x="3835408" y="3158235"/>
                  </a:lnTo>
                  <a:lnTo>
                    <a:pt x="3907031" y="3172328"/>
                  </a:lnTo>
                  <a:lnTo>
                    <a:pt x="3978653" y="3185811"/>
                  </a:lnTo>
                  <a:lnTo>
                    <a:pt x="4050276" y="3198711"/>
                  </a:lnTo>
                  <a:lnTo>
                    <a:pt x="4121898" y="3211052"/>
                  </a:lnTo>
                  <a:lnTo>
                    <a:pt x="4193521" y="3222859"/>
                  </a:lnTo>
                  <a:lnTo>
                    <a:pt x="4265143" y="3234154"/>
                  </a:lnTo>
                  <a:lnTo>
                    <a:pt x="4336766" y="3244961"/>
                  </a:lnTo>
                  <a:lnTo>
                    <a:pt x="4408388" y="3255299"/>
                  </a:lnTo>
                  <a:lnTo>
                    <a:pt x="4480011" y="3265190"/>
                  </a:lnTo>
                  <a:lnTo>
                    <a:pt x="4551633" y="3274653"/>
                  </a:lnTo>
                  <a:lnTo>
                    <a:pt x="4623256" y="3283706"/>
                  </a:lnTo>
                  <a:lnTo>
                    <a:pt x="4694878" y="3292367"/>
                  </a:lnTo>
                  <a:lnTo>
                    <a:pt x="4766501" y="3300653"/>
                  </a:lnTo>
                  <a:lnTo>
                    <a:pt x="4838123" y="3308580"/>
                  </a:lnTo>
                  <a:lnTo>
                    <a:pt x="4909746" y="3316164"/>
                  </a:lnTo>
                  <a:lnTo>
                    <a:pt x="4981369" y="3323420"/>
                  </a:lnTo>
                  <a:lnTo>
                    <a:pt x="5052991" y="3330361"/>
                  </a:lnTo>
                  <a:lnTo>
                    <a:pt x="5124614" y="3337002"/>
                  </a:lnTo>
                  <a:lnTo>
                    <a:pt x="5196236" y="3343356"/>
                  </a:lnTo>
                  <a:lnTo>
                    <a:pt x="5267859" y="3349434"/>
                  </a:lnTo>
                  <a:lnTo>
                    <a:pt x="5339481" y="3355250"/>
                  </a:lnTo>
                  <a:lnTo>
                    <a:pt x="5411104" y="3360813"/>
                  </a:lnTo>
                  <a:lnTo>
                    <a:pt x="5482726" y="3366136"/>
                  </a:lnTo>
                  <a:lnTo>
                    <a:pt x="5554349" y="3371228"/>
                  </a:lnTo>
                  <a:lnTo>
                    <a:pt x="5625971" y="3376099"/>
                  </a:lnTo>
                  <a:lnTo>
                    <a:pt x="5697594" y="3380760"/>
                  </a:lnTo>
                  <a:lnTo>
                    <a:pt x="5769216" y="3385219"/>
                  </a:lnTo>
                  <a:lnTo>
                    <a:pt x="5840839" y="3389485"/>
                  </a:lnTo>
                  <a:lnTo>
                    <a:pt x="5912461" y="3393566"/>
                  </a:lnTo>
                  <a:lnTo>
                    <a:pt x="5984084" y="3397471"/>
                  </a:lnTo>
                  <a:lnTo>
                    <a:pt x="6055706" y="3401206"/>
                  </a:lnTo>
                  <a:lnTo>
                    <a:pt x="6127329" y="3404780"/>
                  </a:lnTo>
                  <a:lnTo>
                    <a:pt x="6198951" y="3408199"/>
                  </a:lnTo>
                  <a:lnTo>
                    <a:pt x="6270574" y="341147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3139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34494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28121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21749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03472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10866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604493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98121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91749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704892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1.78 (1.19-2.68), p_Bonf = 0.031 (n = 6)  |  per IQR decline (Δ = 25.8 %): 4.45 (1.56-12.69)  |  IQR: [-10.6, 15.2]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92189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Grade 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2026-10-09T11:52:40Z</dcterms:modified>
  <cp:category/>
</cp:coreProperties>
</file>