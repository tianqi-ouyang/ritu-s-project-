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95549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89276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283004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376732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470460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564187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657915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751643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45371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42412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236140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329868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23596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517323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611051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704779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798507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g30"/>
            <p:cNvSpPr/>
            <p:nvPr/>
          </p:nvSpPr>
          <p:spPr>
            <a:xfrm>
              <a:off x="1172049" y="2073503"/>
              <a:ext cx="7090630" cy="3471067"/>
            </a:xfrm>
            <a:custGeom>
              <a:avLst/>
              <a:pathLst>
                <a:path w="7090630" h="3471067">
                  <a:moveTo>
                    <a:pt x="1786256" y="0"/>
                  </a:moveTo>
                  <a:lnTo>
                    <a:pt x="1790563" y="16424"/>
                  </a:lnTo>
                  <a:lnTo>
                    <a:pt x="1862185" y="269620"/>
                  </a:lnTo>
                  <a:lnTo>
                    <a:pt x="1933808" y="504326"/>
                  </a:lnTo>
                  <a:lnTo>
                    <a:pt x="2005430" y="721893"/>
                  </a:lnTo>
                  <a:lnTo>
                    <a:pt x="2077053" y="923573"/>
                  </a:lnTo>
                  <a:lnTo>
                    <a:pt x="2148675" y="1110526"/>
                  </a:lnTo>
                  <a:lnTo>
                    <a:pt x="2220298" y="1283826"/>
                  </a:lnTo>
                  <a:lnTo>
                    <a:pt x="2291920" y="1444472"/>
                  </a:lnTo>
                  <a:lnTo>
                    <a:pt x="2363543" y="1593386"/>
                  </a:lnTo>
                  <a:lnTo>
                    <a:pt x="2435165" y="1731427"/>
                  </a:lnTo>
                  <a:lnTo>
                    <a:pt x="2506788" y="1859387"/>
                  </a:lnTo>
                  <a:lnTo>
                    <a:pt x="2578410" y="1978003"/>
                  </a:lnTo>
                  <a:lnTo>
                    <a:pt x="2650033" y="2087958"/>
                  </a:lnTo>
                  <a:lnTo>
                    <a:pt x="2721655" y="2189883"/>
                  </a:lnTo>
                  <a:lnTo>
                    <a:pt x="2793278" y="2284365"/>
                  </a:lnTo>
                  <a:lnTo>
                    <a:pt x="2864901" y="2371948"/>
                  </a:lnTo>
                  <a:lnTo>
                    <a:pt x="2936523" y="2453135"/>
                  </a:lnTo>
                  <a:lnTo>
                    <a:pt x="3008146" y="2528394"/>
                  </a:lnTo>
                  <a:lnTo>
                    <a:pt x="3079768" y="2598157"/>
                  </a:lnTo>
                  <a:lnTo>
                    <a:pt x="3151391" y="2655782"/>
                  </a:lnTo>
                  <a:lnTo>
                    <a:pt x="3223013" y="2666678"/>
                  </a:lnTo>
                  <a:lnTo>
                    <a:pt x="3294636" y="2677430"/>
                  </a:lnTo>
                  <a:lnTo>
                    <a:pt x="3366258" y="2688041"/>
                  </a:lnTo>
                  <a:lnTo>
                    <a:pt x="3437881" y="2698513"/>
                  </a:lnTo>
                  <a:lnTo>
                    <a:pt x="3509503" y="2708846"/>
                  </a:lnTo>
                  <a:lnTo>
                    <a:pt x="3581126" y="2719044"/>
                  </a:lnTo>
                  <a:lnTo>
                    <a:pt x="3652748" y="2729107"/>
                  </a:lnTo>
                  <a:lnTo>
                    <a:pt x="3724371" y="2739038"/>
                  </a:lnTo>
                  <a:lnTo>
                    <a:pt x="3795993" y="2748838"/>
                  </a:lnTo>
                  <a:lnTo>
                    <a:pt x="3867616" y="2758510"/>
                  </a:lnTo>
                  <a:lnTo>
                    <a:pt x="3939238" y="2768054"/>
                  </a:lnTo>
                  <a:lnTo>
                    <a:pt x="4010861" y="2777472"/>
                  </a:lnTo>
                  <a:lnTo>
                    <a:pt x="4082483" y="2786767"/>
                  </a:lnTo>
                  <a:lnTo>
                    <a:pt x="4154106" y="2795939"/>
                  </a:lnTo>
                  <a:lnTo>
                    <a:pt x="4225729" y="2804990"/>
                  </a:lnTo>
                  <a:lnTo>
                    <a:pt x="4297351" y="2813922"/>
                  </a:lnTo>
                  <a:lnTo>
                    <a:pt x="4368974" y="2822737"/>
                  </a:lnTo>
                  <a:lnTo>
                    <a:pt x="4440596" y="2831436"/>
                  </a:lnTo>
                  <a:lnTo>
                    <a:pt x="4512219" y="2840020"/>
                  </a:lnTo>
                  <a:lnTo>
                    <a:pt x="4583841" y="2848492"/>
                  </a:lnTo>
                  <a:lnTo>
                    <a:pt x="4655464" y="2856852"/>
                  </a:lnTo>
                  <a:lnTo>
                    <a:pt x="4727086" y="2865101"/>
                  </a:lnTo>
                  <a:lnTo>
                    <a:pt x="4798709" y="2873243"/>
                  </a:lnTo>
                  <a:lnTo>
                    <a:pt x="4870331" y="2881277"/>
                  </a:lnTo>
                  <a:lnTo>
                    <a:pt x="4941954" y="2889205"/>
                  </a:lnTo>
                  <a:lnTo>
                    <a:pt x="5013576" y="2897029"/>
                  </a:lnTo>
                  <a:lnTo>
                    <a:pt x="5085199" y="2904750"/>
                  </a:lnTo>
                  <a:lnTo>
                    <a:pt x="5156821" y="2912370"/>
                  </a:lnTo>
                  <a:lnTo>
                    <a:pt x="5228444" y="2919889"/>
                  </a:lnTo>
                  <a:lnTo>
                    <a:pt x="5300066" y="2927310"/>
                  </a:lnTo>
                  <a:lnTo>
                    <a:pt x="5371689" y="2934632"/>
                  </a:lnTo>
                  <a:lnTo>
                    <a:pt x="5443311" y="2941858"/>
                  </a:lnTo>
                  <a:lnTo>
                    <a:pt x="5514934" y="2948990"/>
                  </a:lnTo>
                  <a:lnTo>
                    <a:pt x="5586557" y="2956027"/>
                  </a:lnTo>
                  <a:lnTo>
                    <a:pt x="5658179" y="2962972"/>
                  </a:lnTo>
                  <a:lnTo>
                    <a:pt x="5729802" y="2969825"/>
                  </a:lnTo>
                  <a:lnTo>
                    <a:pt x="5801424" y="2976588"/>
                  </a:lnTo>
                  <a:lnTo>
                    <a:pt x="5873047" y="2983262"/>
                  </a:lnTo>
                  <a:lnTo>
                    <a:pt x="5944669" y="2989849"/>
                  </a:lnTo>
                  <a:lnTo>
                    <a:pt x="6016292" y="2996348"/>
                  </a:lnTo>
                  <a:lnTo>
                    <a:pt x="6087914" y="3002762"/>
                  </a:lnTo>
                  <a:lnTo>
                    <a:pt x="6159537" y="3009092"/>
                  </a:lnTo>
                  <a:lnTo>
                    <a:pt x="6231159" y="3015338"/>
                  </a:lnTo>
                  <a:lnTo>
                    <a:pt x="6302782" y="3021503"/>
                  </a:lnTo>
                  <a:lnTo>
                    <a:pt x="6374404" y="3027586"/>
                  </a:lnTo>
                  <a:lnTo>
                    <a:pt x="6446027" y="3033589"/>
                  </a:lnTo>
                  <a:lnTo>
                    <a:pt x="6517649" y="3039513"/>
                  </a:lnTo>
                  <a:lnTo>
                    <a:pt x="6589272" y="3045359"/>
                  </a:lnTo>
                  <a:lnTo>
                    <a:pt x="6660894" y="3051128"/>
                  </a:lnTo>
                  <a:lnTo>
                    <a:pt x="6732517" y="3056821"/>
                  </a:lnTo>
                  <a:lnTo>
                    <a:pt x="6804139" y="3062439"/>
                  </a:lnTo>
                  <a:lnTo>
                    <a:pt x="6875762" y="3067984"/>
                  </a:lnTo>
                  <a:lnTo>
                    <a:pt x="6947385" y="3073455"/>
                  </a:lnTo>
                  <a:lnTo>
                    <a:pt x="7019007" y="3078854"/>
                  </a:lnTo>
                  <a:lnTo>
                    <a:pt x="7090630" y="3084183"/>
                  </a:lnTo>
                  <a:lnTo>
                    <a:pt x="7090630" y="3471067"/>
                  </a:lnTo>
                  <a:lnTo>
                    <a:pt x="7019007" y="3470069"/>
                  </a:lnTo>
                  <a:lnTo>
                    <a:pt x="6947385" y="3468991"/>
                  </a:lnTo>
                  <a:lnTo>
                    <a:pt x="6875762" y="3467829"/>
                  </a:lnTo>
                  <a:lnTo>
                    <a:pt x="6804139" y="3466575"/>
                  </a:lnTo>
                  <a:lnTo>
                    <a:pt x="6732517" y="3465222"/>
                  </a:lnTo>
                  <a:lnTo>
                    <a:pt x="6660894" y="3463763"/>
                  </a:lnTo>
                  <a:lnTo>
                    <a:pt x="6589272" y="3462189"/>
                  </a:lnTo>
                  <a:lnTo>
                    <a:pt x="6517649" y="3460490"/>
                  </a:lnTo>
                  <a:lnTo>
                    <a:pt x="6446027" y="3458658"/>
                  </a:lnTo>
                  <a:lnTo>
                    <a:pt x="6374404" y="3456682"/>
                  </a:lnTo>
                  <a:lnTo>
                    <a:pt x="6302782" y="3454550"/>
                  </a:lnTo>
                  <a:lnTo>
                    <a:pt x="6231159" y="3452250"/>
                  </a:lnTo>
                  <a:lnTo>
                    <a:pt x="6159537" y="3449769"/>
                  </a:lnTo>
                  <a:lnTo>
                    <a:pt x="6087914" y="3447092"/>
                  </a:lnTo>
                  <a:lnTo>
                    <a:pt x="6016292" y="3444205"/>
                  </a:lnTo>
                  <a:lnTo>
                    <a:pt x="5944669" y="3441090"/>
                  </a:lnTo>
                  <a:lnTo>
                    <a:pt x="5873047" y="3437730"/>
                  </a:lnTo>
                  <a:lnTo>
                    <a:pt x="5801424" y="3434105"/>
                  </a:lnTo>
                  <a:lnTo>
                    <a:pt x="5729802" y="3430194"/>
                  </a:lnTo>
                  <a:lnTo>
                    <a:pt x="5658179" y="3425976"/>
                  </a:lnTo>
                  <a:lnTo>
                    <a:pt x="5586557" y="3421425"/>
                  </a:lnTo>
                  <a:lnTo>
                    <a:pt x="5514934" y="3416515"/>
                  </a:lnTo>
                  <a:lnTo>
                    <a:pt x="5443311" y="3411219"/>
                  </a:lnTo>
                  <a:lnTo>
                    <a:pt x="5371689" y="3405506"/>
                  </a:lnTo>
                  <a:lnTo>
                    <a:pt x="5300066" y="3399342"/>
                  </a:lnTo>
                  <a:lnTo>
                    <a:pt x="5228444" y="3392693"/>
                  </a:lnTo>
                  <a:lnTo>
                    <a:pt x="5156821" y="3385520"/>
                  </a:lnTo>
                  <a:lnTo>
                    <a:pt x="5085199" y="3377782"/>
                  </a:lnTo>
                  <a:lnTo>
                    <a:pt x="5013576" y="3369435"/>
                  </a:lnTo>
                  <a:lnTo>
                    <a:pt x="4941954" y="3360430"/>
                  </a:lnTo>
                  <a:lnTo>
                    <a:pt x="4870331" y="3350716"/>
                  </a:lnTo>
                  <a:lnTo>
                    <a:pt x="4798709" y="3340236"/>
                  </a:lnTo>
                  <a:lnTo>
                    <a:pt x="4727086" y="3328931"/>
                  </a:lnTo>
                  <a:lnTo>
                    <a:pt x="4655464" y="3316735"/>
                  </a:lnTo>
                  <a:lnTo>
                    <a:pt x="4583841" y="3303579"/>
                  </a:lnTo>
                  <a:lnTo>
                    <a:pt x="4512219" y="3289386"/>
                  </a:lnTo>
                  <a:lnTo>
                    <a:pt x="4440596" y="3274075"/>
                  </a:lnTo>
                  <a:lnTo>
                    <a:pt x="4368974" y="3257558"/>
                  </a:lnTo>
                  <a:lnTo>
                    <a:pt x="4297351" y="3239740"/>
                  </a:lnTo>
                  <a:lnTo>
                    <a:pt x="4225729" y="3220518"/>
                  </a:lnTo>
                  <a:lnTo>
                    <a:pt x="4154106" y="3199782"/>
                  </a:lnTo>
                  <a:lnTo>
                    <a:pt x="4082483" y="3177412"/>
                  </a:lnTo>
                  <a:lnTo>
                    <a:pt x="4010861" y="3153280"/>
                  </a:lnTo>
                  <a:lnTo>
                    <a:pt x="3939238" y="3127248"/>
                  </a:lnTo>
                  <a:lnTo>
                    <a:pt x="3867616" y="3099164"/>
                  </a:lnTo>
                  <a:lnTo>
                    <a:pt x="3795993" y="3068868"/>
                  </a:lnTo>
                  <a:lnTo>
                    <a:pt x="3724371" y="3036186"/>
                  </a:lnTo>
                  <a:lnTo>
                    <a:pt x="3652748" y="3000929"/>
                  </a:lnTo>
                  <a:lnTo>
                    <a:pt x="3581126" y="2962895"/>
                  </a:lnTo>
                  <a:lnTo>
                    <a:pt x="3509503" y="2921864"/>
                  </a:lnTo>
                  <a:lnTo>
                    <a:pt x="3437881" y="2877602"/>
                  </a:lnTo>
                  <a:lnTo>
                    <a:pt x="3366258" y="2829852"/>
                  </a:lnTo>
                  <a:lnTo>
                    <a:pt x="3294636" y="2778341"/>
                  </a:lnTo>
                  <a:lnTo>
                    <a:pt x="3223013" y="2722772"/>
                  </a:lnTo>
                  <a:lnTo>
                    <a:pt x="3151391" y="2662826"/>
                  </a:lnTo>
                  <a:lnTo>
                    <a:pt x="3079768" y="2644741"/>
                  </a:lnTo>
                  <a:lnTo>
                    <a:pt x="3008146" y="2633552"/>
                  </a:lnTo>
                  <a:lnTo>
                    <a:pt x="2936523" y="2622214"/>
                  </a:lnTo>
                  <a:lnTo>
                    <a:pt x="2864901" y="2610726"/>
                  </a:lnTo>
                  <a:lnTo>
                    <a:pt x="2793278" y="2599084"/>
                  </a:lnTo>
                  <a:lnTo>
                    <a:pt x="2721655" y="2587286"/>
                  </a:lnTo>
                  <a:lnTo>
                    <a:pt x="2650033" y="2575332"/>
                  </a:lnTo>
                  <a:lnTo>
                    <a:pt x="2578410" y="2563218"/>
                  </a:lnTo>
                  <a:lnTo>
                    <a:pt x="2506788" y="2550942"/>
                  </a:lnTo>
                  <a:lnTo>
                    <a:pt x="2435165" y="2538503"/>
                  </a:lnTo>
                  <a:lnTo>
                    <a:pt x="2363543" y="2525898"/>
                  </a:lnTo>
                  <a:lnTo>
                    <a:pt x="2291920" y="2513124"/>
                  </a:lnTo>
                  <a:lnTo>
                    <a:pt x="2220298" y="2500181"/>
                  </a:lnTo>
                  <a:lnTo>
                    <a:pt x="2148675" y="2487064"/>
                  </a:lnTo>
                  <a:lnTo>
                    <a:pt x="2077053" y="2473773"/>
                  </a:lnTo>
                  <a:lnTo>
                    <a:pt x="2005430" y="2460305"/>
                  </a:lnTo>
                  <a:lnTo>
                    <a:pt x="1933808" y="2446657"/>
                  </a:lnTo>
                  <a:lnTo>
                    <a:pt x="1862185" y="2432827"/>
                  </a:lnTo>
                  <a:lnTo>
                    <a:pt x="1790563" y="2418813"/>
                  </a:lnTo>
                  <a:lnTo>
                    <a:pt x="1718940" y="2404611"/>
                  </a:lnTo>
                  <a:lnTo>
                    <a:pt x="1647318" y="2390221"/>
                  </a:lnTo>
                  <a:lnTo>
                    <a:pt x="1575695" y="2375638"/>
                  </a:lnTo>
                  <a:lnTo>
                    <a:pt x="1504073" y="2360861"/>
                  </a:lnTo>
                  <a:lnTo>
                    <a:pt x="1432450" y="2345887"/>
                  </a:lnTo>
                  <a:lnTo>
                    <a:pt x="1360827" y="2330713"/>
                  </a:lnTo>
                  <a:lnTo>
                    <a:pt x="1289205" y="2315337"/>
                  </a:lnTo>
                  <a:lnTo>
                    <a:pt x="1217582" y="2299756"/>
                  </a:lnTo>
                  <a:lnTo>
                    <a:pt x="1145960" y="2283967"/>
                  </a:lnTo>
                  <a:lnTo>
                    <a:pt x="1074337" y="2267968"/>
                  </a:lnTo>
                  <a:lnTo>
                    <a:pt x="1002715" y="2251755"/>
                  </a:lnTo>
                  <a:lnTo>
                    <a:pt x="931092" y="2235326"/>
                  </a:lnTo>
                  <a:lnTo>
                    <a:pt x="859470" y="2218678"/>
                  </a:lnTo>
                  <a:lnTo>
                    <a:pt x="787847" y="2201808"/>
                  </a:lnTo>
                  <a:lnTo>
                    <a:pt x="716225" y="2184712"/>
                  </a:lnTo>
                  <a:lnTo>
                    <a:pt x="644602" y="2167389"/>
                  </a:lnTo>
                  <a:lnTo>
                    <a:pt x="572980" y="2149835"/>
                  </a:lnTo>
                  <a:lnTo>
                    <a:pt x="501357" y="2132047"/>
                  </a:lnTo>
                  <a:lnTo>
                    <a:pt x="429735" y="2114022"/>
                  </a:lnTo>
                  <a:lnTo>
                    <a:pt x="358112" y="2095756"/>
                  </a:lnTo>
                  <a:lnTo>
                    <a:pt x="286490" y="2077247"/>
                  </a:lnTo>
                  <a:lnTo>
                    <a:pt x="214867" y="2058490"/>
                  </a:lnTo>
                  <a:lnTo>
                    <a:pt x="143245" y="2039484"/>
                  </a:lnTo>
                  <a:lnTo>
                    <a:pt x="71622" y="2020224"/>
                  </a:lnTo>
                  <a:lnTo>
                    <a:pt x="0" y="2000708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2958305" y="2073503"/>
              <a:ext cx="5304373" cy="3084183"/>
            </a:xfrm>
            <a:custGeom>
              <a:avLst/>
              <a:pathLst>
                <a:path w="5304373" h="3084183">
                  <a:moveTo>
                    <a:pt x="0" y="0"/>
                  </a:moveTo>
                  <a:lnTo>
                    <a:pt x="4306" y="16424"/>
                  </a:lnTo>
                  <a:lnTo>
                    <a:pt x="75929" y="269620"/>
                  </a:lnTo>
                  <a:lnTo>
                    <a:pt x="147551" y="504326"/>
                  </a:lnTo>
                  <a:lnTo>
                    <a:pt x="219174" y="721893"/>
                  </a:lnTo>
                  <a:lnTo>
                    <a:pt x="290796" y="923573"/>
                  </a:lnTo>
                  <a:lnTo>
                    <a:pt x="362419" y="1110526"/>
                  </a:lnTo>
                  <a:lnTo>
                    <a:pt x="434042" y="1283826"/>
                  </a:lnTo>
                  <a:lnTo>
                    <a:pt x="505664" y="1444472"/>
                  </a:lnTo>
                  <a:lnTo>
                    <a:pt x="577287" y="1593386"/>
                  </a:lnTo>
                  <a:lnTo>
                    <a:pt x="648909" y="1731427"/>
                  </a:lnTo>
                  <a:lnTo>
                    <a:pt x="720532" y="1859387"/>
                  </a:lnTo>
                  <a:lnTo>
                    <a:pt x="792154" y="1978003"/>
                  </a:lnTo>
                  <a:lnTo>
                    <a:pt x="863777" y="2087958"/>
                  </a:lnTo>
                  <a:lnTo>
                    <a:pt x="935399" y="2189883"/>
                  </a:lnTo>
                  <a:lnTo>
                    <a:pt x="1007022" y="2284365"/>
                  </a:lnTo>
                  <a:lnTo>
                    <a:pt x="1078644" y="2371948"/>
                  </a:lnTo>
                  <a:lnTo>
                    <a:pt x="1150267" y="2453135"/>
                  </a:lnTo>
                  <a:lnTo>
                    <a:pt x="1221889" y="2528394"/>
                  </a:lnTo>
                  <a:lnTo>
                    <a:pt x="1293512" y="2598157"/>
                  </a:lnTo>
                  <a:lnTo>
                    <a:pt x="1365134" y="2655782"/>
                  </a:lnTo>
                  <a:lnTo>
                    <a:pt x="1436757" y="2666678"/>
                  </a:lnTo>
                  <a:lnTo>
                    <a:pt x="1508379" y="2677430"/>
                  </a:lnTo>
                  <a:lnTo>
                    <a:pt x="1580002" y="2688041"/>
                  </a:lnTo>
                  <a:lnTo>
                    <a:pt x="1651624" y="2698513"/>
                  </a:lnTo>
                  <a:lnTo>
                    <a:pt x="1723247" y="2708846"/>
                  </a:lnTo>
                  <a:lnTo>
                    <a:pt x="1794870" y="2719044"/>
                  </a:lnTo>
                  <a:lnTo>
                    <a:pt x="1866492" y="2729107"/>
                  </a:lnTo>
                  <a:lnTo>
                    <a:pt x="1938115" y="2739038"/>
                  </a:lnTo>
                  <a:lnTo>
                    <a:pt x="2009737" y="2748838"/>
                  </a:lnTo>
                  <a:lnTo>
                    <a:pt x="2081360" y="2758510"/>
                  </a:lnTo>
                  <a:lnTo>
                    <a:pt x="2152982" y="2768054"/>
                  </a:lnTo>
                  <a:lnTo>
                    <a:pt x="2224605" y="2777472"/>
                  </a:lnTo>
                  <a:lnTo>
                    <a:pt x="2296227" y="2786767"/>
                  </a:lnTo>
                  <a:lnTo>
                    <a:pt x="2367850" y="2795939"/>
                  </a:lnTo>
                  <a:lnTo>
                    <a:pt x="2439472" y="2804990"/>
                  </a:lnTo>
                  <a:lnTo>
                    <a:pt x="2511095" y="2813922"/>
                  </a:lnTo>
                  <a:lnTo>
                    <a:pt x="2582717" y="2822737"/>
                  </a:lnTo>
                  <a:lnTo>
                    <a:pt x="2654340" y="2831436"/>
                  </a:lnTo>
                  <a:lnTo>
                    <a:pt x="2725962" y="2840020"/>
                  </a:lnTo>
                  <a:lnTo>
                    <a:pt x="2797585" y="2848492"/>
                  </a:lnTo>
                  <a:lnTo>
                    <a:pt x="2869207" y="2856852"/>
                  </a:lnTo>
                  <a:lnTo>
                    <a:pt x="2940830" y="2865101"/>
                  </a:lnTo>
                  <a:lnTo>
                    <a:pt x="3012452" y="2873243"/>
                  </a:lnTo>
                  <a:lnTo>
                    <a:pt x="3084075" y="2881277"/>
                  </a:lnTo>
                  <a:lnTo>
                    <a:pt x="3155698" y="2889205"/>
                  </a:lnTo>
                  <a:lnTo>
                    <a:pt x="3227320" y="2897029"/>
                  </a:lnTo>
                  <a:lnTo>
                    <a:pt x="3298943" y="2904750"/>
                  </a:lnTo>
                  <a:lnTo>
                    <a:pt x="3370565" y="2912370"/>
                  </a:lnTo>
                  <a:lnTo>
                    <a:pt x="3442188" y="2919889"/>
                  </a:lnTo>
                  <a:lnTo>
                    <a:pt x="3513810" y="2927310"/>
                  </a:lnTo>
                  <a:lnTo>
                    <a:pt x="3585433" y="2934632"/>
                  </a:lnTo>
                  <a:lnTo>
                    <a:pt x="3657055" y="2941858"/>
                  </a:lnTo>
                  <a:lnTo>
                    <a:pt x="3728678" y="2948990"/>
                  </a:lnTo>
                  <a:lnTo>
                    <a:pt x="3800300" y="2956027"/>
                  </a:lnTo>
                  <a:lnTo>
                    <a:pt x="3871923" y="2962972"/>
                  </a:lnTo>
                  <a:lnTo>
                    <a:pt x="3943545" y="2969825"/>
                  </a:lnTo>
                  <a:lnTo>
                    <a:pt x="4015168" y="2976588"/>
                  </a:lnTo>
                  <a:lnTo>
                    <a:pt x="4086790" y="2983262"/>
                  </a:lnTo>
                  <a:lnTo>
                    <a:pt x="4158413" y="2989849"/>
                  </a:lnTo>
                  <a:lnTo>
                    <a:pt x="4230035" y="2996348"/>
                  </a:lnTo>
                  <a:lnTo>
                    <a:pt x="4301658" y="3002762"/>
                  </a:lnTo>
                  <a:lnTo>
                    <a:pt x="4373280" y="3009092"/>
                  </a:lnTo>
                  <a:lnTo>
                    <a:pt x="4444903" y="3015338"/>
                  </a:lnTo>
                  <a:lnTo>
                    <a:pt x="4516526" y="3021503"/>
                  </a:lnTo>
                  <a:lnTo>
                    <a:pt x="4588148" y="3027586"/>
                  </a:lnTo>
                  <a:lnTo>
                    <a:pt x="4659771" y="3033589"/>
                  </a:lnTo>
                  <a:lnTo>
                    <a:pt x="4731393" y="3039513"/>
                  </a:lnTo>
                  <a:lnTo>
                    <a:pt x="4803016" y="3045359"/>
                  </a:lnTo>
                  <a:lnTo>
                    <a:pt x="4874638" y="3051128"/>
                  </a:lnTo>
                  <a:lnTo>
                    <a:pt x="4946261" y="3056821"/>
                  </a:lnTo>
                  <a:lnTo>
                    <a:pt x="5017883" y="3062439"/>
                  </a:lnTo>
                  <a:lnTo>
                    <a:pt x="5089506" y="3067984"/>
                  </a:lnTo>
                  <a:lnTo>
                    <a:pt x="5161128" y="3073455"/>
                  </a:lnTo>
                  <a:lnTo>
                    <a:pt x="5232751" y="3078854"/>
                  </a:lnTo>
                  <a:lnTo>
                    <a:pt x="5304373" y="308418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1172049" y="4074211"/>
              <a:ext cx="7090630" cy="1470359"/>
            </a:xfrm>
            <a:custGeom>
              <a:avLst/>
              <a:pathLst>
                <a:path w="7090630" h="1470359">
                  <a:moveTo>
                    <a:pt x="7090630" y="1470359"/>
                  </a:moveTo>
                  <a:lnTo>
                    <a:pt x="7019007" y="1469360"/>
                  </a:lnTo>
                  <a:lnTo>
                    <a:pt x="6947385" y="1468283"/>
                  </a:lnTo>
                  <a:lnTo>
                    <a:pt x="6875762" y="1467121"/>
                  </a:lnTo>
                  <a:lnTo>
                    <a:pt x="6804139" y="1465867"/>
                  </a:lnTo>
                  <a:lnTo>
                    <a:pt x="6732517" y="1464514"/>
                  </a:lnTo>
                  <a:lnTo>
                    <a:pt x="6660894" y="1463055"/>
                  </a:lnTo>
                  <a:lnTo>
                    <a:pt x="6589272" y="1461481"/>
                  </a:lnTo>
                  <a:lnTo>
                    <a:pt x="6517649" y="1459782"/>
                  </a:lnTo>
                  <a:lnTo>
                    <a:pt x="6446027" y="1457950"/>
                  </a:lnTo>
                  <a:lnTo>
                    <a:pt x="6374404" y="1455974"/>
                  </a:lnTo>
                  <a:lnTo>
                    <a:pt x="6302782" y="1453842"/>
                  </a:lnTo>
                  <a:lnTo>
                    <a:pt x="6231159" y="1451542"/>
                  </a:lnTo>
                  <a:lnTo>
                    <a:pt x="6159537" y="1449061"/>
                  </a:lnTo>
                  <a:lnTo>
                    <a:pt x="6087914" y="1446384"/>
                  </a:lnTo>
                  <a:lnTo>
                    <a:pt x="6016292" y="1443497"/>
                  </a:lnTo>
                  <a:lnTo>
                    <a:pt x="5944669" y="1440382"/>
                  </a:lnTo>
                  <a:lnTo>
                    <a:pt x="5873047" y="1437022"/>
                  </a:lnTo>
                  <a:lnTo>
                    <a:pt x="5801424" y="1433397"/>
                  </a:lnTo>
                  <a:lnTo>
                    <a:pt x="5729802" y="1429486"/>
                  </a:lnTo>
                  <a:lnTo>
                    <a:pt x="5658179" y="1425267"/>
                  </a:lnTo>
                  <a:lnTo>
                    <a:pt x="5586557" y="1420716"/>
                  </a:lnTo>
                  <a:lnTo>
                    <a:pt x="5514934" y="1415807"/>
                  </a:lnTo>
                  <a:lnTo>
                    <a:pt x="5443311" y="1410511"/>
                  </a:lnTo>
                  <a:lnTo>
                    <a:pt x="5371689" y="1404797"/>
                  </a:lnTo>
                  <a:lnTo>
                    <a:pt x="5300066" y="1398634"/>
                  </a:lnTo>
                  <a:lnTo>
                    <a:pt x="5228444" y="1391985"/>
                  </a:lnTo>
                  <a:lnTo>
                    <a:pt x="5156821" y="1384812"/>
                  </a:lnTo>
                  <a:lnTo>
                    <a:pt x="5085199" y="1377074"/>
                  </a:lnTo>
                  <a:lnTo>
                    <a:pt x="5013576" y="1368727"/>
                  </a:lnTo>
                  <a:lnTo>
                    <a:pt x="4941954" y="1359722"/>
                  </a:lnTo>
                  <a:lnTo>
                    <a:pt x="4870331" y="1350007"/>
                  </a:lnTo>
                  <a:lnTo>
                    <a:pt x="4798709" y="1339528"/>
                  </a:lnTo>
                  <a:lnTo>
                    <a:pt x="4727086" y="1328223"/>
                  </a:lnTo>
                  <a:lnTo>
                    <a:pt x="4655464" y="1316027"/>
                  </a:lnTo>
                  <a:lnTo>
                    <a:pt x="4583841" y="1302871"/>
                  </a:lnTo>
                  <a:lnTo>
                    <a:pt x="4512219" y="1288678"/>
                  </a:lnTo>
                  <a:lnTo>
                    <a:pt x="4440596" y="1273367"/>
                  </a:lnTo>
                  <a:lnTo>
                    <a:pt x="4368974" y="1256850"/>
                  </a:lnTo>
                  <a:lnTo>
                    <a:pt x="4297351" y="1239031"/>
                  </a:lnTo>
                  <a:lnTo>
                    <a:pt x="4225729" y="1219810"/>
                  </a:lnTo>
                  <a:lnTo>
                    <a:pt x="4154106" y="1199074"/>
                  </a:lnTo>
                  <a:lnTo>
                    <a:pt x="4082483" y="1176704"/>
                  </a:lnTo>
                  <a:lnTo>
                    <a:pt x="4010861" y="1152572"/>
                  </a:lnTo>
                  <a:lnTo>
                    <a:pt x="3939238" y="1126540"/>
                  </a:lnTo>
                  <a:lnTo>
                    <a:pt x="3867616" y="1098456"/>
                  </a:lnTo>
                  <a:lnTo>
                    <a:pt x="3795993" y="1068160"/>
                  </a:lnTo>
                  <a:lnTo>
                    <a:pt x="3724371" y="1035478"/>
                  </a:lnTo>
                  <a:lnTo>
                    <a:pt x="3652748" y="1000221"/>
                  </a:lnTo>
                  <a:lnTo>
                    <a:pt x="3581126" y="962187"/>
                  </a:lnTo>
                  <a:lnTo>
                    <a:pt x="3509503" y="921156"/>
                  </a:lnTo>
                  <a:lnTo>
                    <a:pt x="3437881" y="876893"/>
                  </a:lnTo>
                  <a:lnTo>
                    <a:pt x="3366258" y="829144"/>
                  </a:lnTo>
                  <a:lnTo>
                    <a:pt x="3294636" y="777633"/>
                  </a:lnTo>
                  <a:lnTo>
                    <a:pt x="3223013" y="722064"/>
                  </a:lnTo>
                  <a:lnTo>
                    <a:pt x="3151391" y="662118"/>
                  </a:lnTo>
                  <a:lnTo>
                    <a:pt x="3079768" y="644032"/>
                  </a:lnTo>
                  <a:lnTo>
                    <a:pt x="3008146" y="632844"/>
                  </a:lnTo>
                  <a:lnTo>
                    <a:pt x="2936523" y="621506"/>
                  </a:lnTo>
                  <a:lnTo>
                    <a:pt x="2864901" y="610017"/>
                  </a:lnTo>
                  <a:lnTo>
                    <a:pt x="2793278" y="598375"/>
                  </a:lnTo>
                  <a:lnTo>
                    <a:pt x="2721655" y="586578"/>
                  </a:lnTo>
                  <a:lnTo>
                    <a:pt x="2650033" y="574623"/>
                  </a:lnTo>
                  <a:lnTo>
                    <a:pt x="2578410" y="562509"/>
                  </a:lnTo>
                  <a:lnTo>
                    <a:pt x="2506788" y="550234"/>
                  </a:lnTo>
                  <a:lnTo>
                    <a:pt x="2435165" y="537795"/>
                  </a:lnTo>
                  <a:lnTo>
                    <a:pt x="2363543" y="525189"/>
                  </a:lnTo>
                  <a:lnTo>
                    <a:pt x="2291920" y="512416"/>
                  </a:lnTo>
                  <a:lnTo>
                    <a:pt x="2220298" y="499473"/>
                  </a:lnTo>
                  <a:lnTo>
                    <a:pt x="2148675" y="486356"/>
                  </a:lnTo>
                  <a:lnTo>
                    <a:pt x="2077053" y="473065"/>
                  </a:lnTo>
                  <a:lnTo>
                    <a:pt x="2005430" y="459597"/>
                  </a:lnTo>
                  <a:lnTo>
                    <a:pt x="1933808" y="445949"/>
                  </a:lnTo>
                  <a:lnTo>
                    <a:pt x="1862185" y="432119"/>
                  </a:lnTo>
                  <a:lnTo>
                    <a:pt x="1790563" y="418105"/>
                  </a:lnTo>
                  <a:lnTo>
                    <a:pt x="1718940" y="403903"/>
                  </a:lnTo>
                  <a:lnTo>
                    <a:pt x="1647318" y="389513"/>
                  </a:lnTo>
                  <a:lnTo>
                    <a:pt x="1575695" y="374930"/>
                  </a:lnTo>
                  <a:lnTo>
                    <a:pt x="1504073" y="360153"/>
                  </a:lnTo>
                  <a:lnTo>
                    <a:pt x="1432450" y="345179"/>
                  </a:lnTo>
                  <a:lnTo>
                    <a:pt x="1360827" y="330005"/>
                  </a:lnTo>
                  <a:lnTo>
                    <a:pt x="1289205" y="314629"/>
                  </a:lnTo>
                  <a:lnTo>
                    <a:pt x="1217582" y="299048"/>
                  </a:lnTo>
                  <a:lnTo>
                    <a:pt x="1145960" y="283259"/>
                  </a:lnTo>
                  <a:lnTo>
                    <a:pt x="1074337" y="267260"/>
                  </a:lnTo>
                  <a:lnTo>
                    <a:pt x="1002715" y="251047"/>
                  </a:lnTo>
                  <a:lnTo>
                    <a:pt x="931092" y="234618"/>
                  </a:lnTo>
                  <a:lnTo>
                    <a:pt x="859470" y="217969"/>
                  </a:lnTo>
                  <a:lnTo>
                    <a:pt x="787847" y="201099"/>
                  </a:lnTo>
                  <a:lnTo>
                    <a:pt x="716225" y="184004"/>
                  </a:lnTo>
                  <a:lnTo>
                    <a:pt x="644602" y="166681"/>
                  </a:lnTo>
                  <a:lnTo>
                    <a:pt x="572980" y="149127"/>
                  </a:lnTo>
                  <a:lnTo>
                    <a:pt x="501357" y="131339"/>
                  </a:lnTo>
                  <a:lnTo>
                    <a:pt x="429735" y="113313"/>
                  </a:lnTo>
                  <a:lnTo>
                    <a:pt x="358112" y="95048"/>
                  </a:lnTo>
                  <a:lnTo>
                    <a:pt x="286490" y="76538"/>
                  </a:lnTo>
                  <a:lnTo>
                    <a:pt x="214867" y="57782"/>
                  </a:lnTo>
                  <a:lnTo>
                    <a:pt x="143245" y="38776"/>
                  </a:lnTo>
                  <a:lnTo>
                    <a:pt x="71622" y="19516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2006189" y="2073503"/>
              <a:ext cx="6256490" cy="3412570"/>
            </a:xfrm>
            <a:custGeom>
              <a:avLst/>
              <a:pathLst>
                <a:path w="6256490" h="3412570">
                  <a:moveTo>
                    <a:pt x="0" y="0"/>
                  </a:moveTo>
                  <a:lnTo>
                    <a:pt x="25330" y="55224"/>
                  </a:lnTo>
                  <a:lnTo>
                    <a:pt x="96953" y="204570"/>
                  </a:lnTo>
                  <a:lnTo>
                    <a:pt x="168575" y="347410"/>
                  </a:lnTo>
                  <a:lnTo>
                    <a:pt x="240198" y="484028"/>
                  </a:lnTo>
                  <a:lnTo>
                    <a:pt x="311820" y="614696"/>
                  </a:lnTo>
                  <a:lnTo>
                    <a:pt x="383443" y="739671"/>
                  </a:lnTo>
                  <a:lnTo>
                    <a:pt x="455065" y="859203"/>
                  </a:lnTo>
                  <a:lnTo>
                    <a:pt x="526688" y="973527"/>
                  </a:lnTo>
                  <a:lnTo>
                    <a:pt x="598310" y="1082872"/>
                  </a:lnTo>
                  <a:lnTo>
                    <a:pt x="669933" y="1187454"/>
                  </a:lnTo>
                  <a:lnTo>
                    <a:pt x="741555" y="1287480"/>
                  </a:lnTo>
                  <a:lnTo>
                    <a:pt x="813178" y="1383149"/>
                  </a:lnTo>
                  <a:lnTo>
                    <a:pt x="884800" y="1474651"/>
                  </a:lnTo>
                  <a:lnTo>
                    <a:pt x="956423" y="1562167"/>
                  </a:lnTo>
                  <a:lnTo>
                    <a:pt x="1028045" y="1645871"/>
                  </a:lnTo>
                  <a:lnTo>
                    <a:pt x="1099668" y="1725928"/>
                  </a:lnTo>
                  <a:lnTo>
                    <a:pt x="1171290" y="1802498"/>
                  </a:lnTo>
                  <a:lnTo>
                    <a:pt x="1242913" y="1875733"/>
                  </a:lnTo>
                  <a:lnTo>
                    <a:pt x="1314535" y="1945778"/>
                  </a:lnTo>
                  <a:lnTo>
                    <a:pt x="1386158" y="2012772"/>
                  </a:lnTo>
                  <a:lnTo>
                    <a:pt x="1457781" y="2076847"/>
                  </a:lnTo>
                  <a:lnTo>
                    <a:pt x="1529403" y="2138132"/>
                  </a:lnTo>
                  <a:lnTo>
                    <a:pt x="1601026" y="2196746"/>
                  </a:lnTo>
                  <a:lnTo>
                    <a:pt x="1672648" y="2252808"/>
                  </a:lnTo>
                  <a:lnTo>
                    <a:pt x="1744271" y="2306427"/>
                  </a:lnTo>
                  <a:lnTo>
                    <a:pt x="1815893" y="2357711"/>
                  </a:lnTo>
                  <a:lnTo>
                    <a:pt x="1887516" y="2406761"/>
                  </a:lnTo>
                  <a:lnTo>
                    <a:pt x="1959138" y="2453675"/>
                  </a:lnTo>
                  <a:lnTo>
                    <a:pt x="2030761" y="2498544"/>
                  </a:lnTo>
                  <a:lnTo>
                    <a:pt x="2102383" y="2541460"/>
                  </a:lnTo>
                  <a:lnTo>
                    <a:pt x="2174006" y="2582505"/>
                  </a:lnTo>
                  <a:lnTo>
                    <a:pt x="2245628" y="2621763"/>
                  </a:lnTo>
                  <a:lnTo>
                    <a:pt x="2317251" y="2659311"/>
                  </a:lnTo>
                  <a:lnTo>
                    <a:pt x="2388873" y="2695224"/>
                  </a:lnTo>
                  <a:lnTo>
                    <a:pt x="2460496" y="2729571"/>
                  </a:lnTo>
                  <a:lnTo>
                    <a:pt x="2532118" y="2762423"/>
                  </a:lnTo>
                  <a:lnTo>
                    <a:pt x="2603741" y="2793844"/>
                  </a:lnTo>
                  <a:lnTo>
                    <a:pt x="2675363" y="2823896"/>
                  </a:lnTo>
                  <a:lnTo>
                    <a:pt x="2746986" y="2852639"/>
                  </a:lnTo>
                  <a:lnTo>
                    <a:pt x="2818609" y="2880130"/>
                  </a:lnTo>
                  <a:lnTo>
                    <a:pt x="2890231" y="2906423"/>
                  </a:lnTo>
                  <a:lnTo>
                    <a:pt x="2961854" y="2931571"/>
                  </a:lnTo>
                  <a:lnTo>
                    <a:pt x="3033476" y="2955624"/>
                  </a:lnTo>
                  <a:lnTo>
                    <a:pt x="3105099" y="2978629"/>
                  </a:lnTo>
                  <a:lnTo>
                    <a:pt x="3176721" y="3000632"/>
                  </a:lnTo>
                  <a:lnTo>
                    <a:pt x="3248344" y="3021676"/>
                  </a:lnTo>
                  <a:lnTo>
                    <a:pt x="3319966" y="3041804"/>
                  </a:lnTo>
                  <a:lnTo>
                    <a:pt x="3391589" y="3061055"/>
                  </a:lnTo>
                  <a:lnTo>
                    <a:pt x="3463211" y="3079467"/>
                  </a:lnTo>
                  <a:lnTo>
                    <a:pt x="3534834" y="3097078"/>
                  </a:lnTo>
                  <a:lnTo>
                    <a:pt x="3606456" y="3113921"/>
                  </a:lnTo>
                  <a:lnTo>
                    <a:pt x="3678079" y="3130030"/>
                  </a:lnTo>
                  <a:lnTo>
                    <a:pt x="3749701" y="3145438"/>
                  </a:lnTo>
                  <a:lnTo>
                    <a:pt x="3821324" y="3160175"/>
                  </a:lnTo>
                  <a:lnTo>
                    <a:pt x="3892946" y="3174270"/>
                  </a:lnTo>
                  <a:lnTo>
                    <a:pt x="3964569" y="3187750"/>
                  </a:lnTo>
                  <a:lnTo>
                    <a:pt x="4036191" y="3200644"/>
                  </a:lnTo>
                  <a:lnTo>
                    <a:pt x="4107814" y="3212976"/>
                  </a:lnTo>
                  <a:lnTo>
                    <a:pt x="4179437" y="3224771"/>
                  </a:lnTo>
                  <a:lnTo>
                    <a:pt x="4251059" y="3236052"/>
                  </a:lnTo>
                  <a:lnTo>
                    <a:pt x="4322682" y="3246841"/>
                  </a:lnTo>
                  <a:lnTo>
                    <a:pt x="4394304" y="3257161"/>
                  </a:lnTo>
                  <a:lnTo>
                    <a:pt x="4465927" y="3267031"/>
                  </a:lnTo>
                  <a:lnTo>
                    <a:pt x="4537549" y="3276471"/>
                  </a:lnTo>
                  <a:lnTo>
                    <a:pt x="4609172" y="3285500"/>
                  </a:lnTo>
                  <a:lnTo>
                    <a:pt x="4680794" y="3294135"/>
                  </a:lnTo>
                  <a:lnTo>
                    <a:pt x="4752417" y="3302395"/>
                  </a:lnTo>
                  <a:lnTo>
                    <a:pt x="4824039" y="3310294"/>
                  </a:lnTo>
                  <a:lnTo>
                    <a:pt x="4895662" y="3317850"/>
                  </a:lnTo>
                  <a:lnTo>
                    <a:pt x="4967284" y="3325076"/>
                  </a:lnTo>
                  <a:lnTo>
                    <a:pt x="5038907" y="3331988"/>
                  </a:lnTo>
                  <a:lnTo>
                    <a:pt x="5110529" y="3338599"/>
                  </a:lnTo>
                  <a:lnTo>
                    <a:pt x="5182152" y="3344921"/>
                  </a:lnTo>
                  <a:lnTo>
                    <a:pt x="5253774" y="3350968"/>
                  </a:lnTo>
                  <a:lnTo>
                    <a:pt x="5325397" y="3356752"/>
                  </a:lnTo>
                  <a:lnTo>
                    <a:pt x="5397019" y="3362284"/>
                  </a:lnTo>
                  <a:lnTo>
                    <a:pt x="5468642" y="3367575"/>
                  </a:lnTo>
                  <a:lnTo>
                    <a:pt x="5540265" y="3372635"/>
                  </a:lnTo>
                  <a:lnTo>
                    <a:pt x="5611887" y="3377475"/>
                  </a:lnTo>
                  <a:lnTo>
                    <a:pt x="5683510" y="3382104"/>
                  </a:lnTo>
                  <a:lnTo>
                    <a:pt x="5755132" y="3386532"/>
                  </a:lnTo>
                  <a:lnTo>
                    <a:pt x="5826755" y="3390767"/>
                  </a:lnTo>
                  <a:lnTo>
                    <a:pt x="5898377" y="3394817"/>
                  </a:lnTo>
                  <a:lnTo>
                    <a:pt x="5970000" y="3398691"/>
                  </a:lnTo>
                  <a:lnTo>
                    <a:pt x="6041622" y="3402396"/>
                  </a:lnTo>
                  <a:lnTo>
                    <a:pt x="6113245" y="3405939"/>
                  </a:lnTo>
                  <a:lnTo>
                    <a:pt x="6184867" y="3409328"/>
                  </a:lnTo>
                  <a:lnTo>
                    <a:pt x="6256490" y="341257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431366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6" name="tx36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1343342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2280620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3217897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4204872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5111060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6048338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6985615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7922893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50" name="tx5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817517" y="1896563"/>
              <a:ext cx="7048926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1.79 (1.19-2.70), p_Bonf = 0.032 (n = 6)  |  per IQR decline (Δ = 25.8 %): 4.51 (1.56-12.98)  |  IQR: [-10.7, 15.1] %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817517" y="1669789"/>
              <a:ext cx="921898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AKI Grade 2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2026-08-19T20:14:19Z</dcterms:modified>
  <cp:category/>
</cp:coreProperties>
</file>