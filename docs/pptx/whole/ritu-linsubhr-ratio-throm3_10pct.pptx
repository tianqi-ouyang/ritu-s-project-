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2917681" y="0"/>
                  </a:moveTo>
                  <a:lnTo>
                    <a:pt x="2936523" y="455001"/>
                  </a:lnTo>
                  <a:lnTo>
                    <a:pt x="3008146" y="1555881"/>
                  </a:lnTo>
                  <a:lnTo>
                    <a:pt x="3079768" y="2256616"/>
                  </a:lnTo>
                  <a:lnTo>
                    <a:pt x="3151391" y="2637433"/>
                  </a:lnTo>
                  <a:lnTo>
                    <a:pt x="3223013" y="2499282"/>
                  </a:lnTo>
                  <a:lnTo>
                    <a:pt x="3294636" y="2338579"/>
                  </a:lnTo>
                  <a:lnTo>
                    <a:pt x="3366258" y="2151643"/>
                  </a:lnTo>
                  <a:lnTo>
                    <a:pt x="3437881" y="1934192"/>
                  </a:lnTo>
                  <a:lnTo>
                    <a:pt x="3509503" y="1681245"/>
                  </a:lnTo>
                  <a:lnTo>
                    <a:pt x="3581126" y="1387007"/>
                  </a:lnTo>
                  <a:lnTo>
                    <a:pt x="3652748" y="1044738"/>
                  </a:lnTo>
                  <a:lnTo>
                    <a:pt x="3724371" y="646597"/>
                  </a:lnTo>
                  <a:lnTo>
                    <a:pt x="3795993" y="183464"/>
                  </a:lnTo>
                  <a:lnTo>
                    <a:pt x="3820384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5"/>
                  </a:lnTo>
                  <a:lnTo>
                    <a:pt x="5228444" y="3483745"/>
                  </a:lnTo>
                  <a:lnTo>
                    <a:pt x="5156821" y="3483744"/>
                  </a:lnTo>
                  <a:lnTo>
                    <a:pt x="5085199" y="3483742"/>
                  </a:lnTo>
                  <a:lnTo>
                    <a:pt x="5013576" y="3483740"/>
                  </a:lnTo>
                  <a:lnTo>
                    <a:pt x="4941954" y="3483737"/>
                  </a:lnTo>
                  <a:lnTo>
                    <a:pt x="4870331" y="3483731"/>
                  </a:lnTo>
                  <a:lnTo>
                    <a:pt x="4798709" y="3483722"/>
                  </a:lnTo>
                  <a:lnTo>
                    <a:pt x="4727086" y="3483709"/>
                  </a:lnTo>
                  <a:lnTo>
                    <a:pt x="4655464" y="3483687"/>
                  </a:lnTo>
                  <a:lnTo>
                    <a:pt x="4583841" y="3483653"/>
                  </a:lnTo>
                  <a:lnTo>
                    <a:pt x="4512219" y="3483600"/>
                  </a:lnTo>
                  <a:lnTo>
                    <a:pt x="4440596" y="3483517"/>
                  </a:lnTo>
                  <a:lnTo>
                    <a:pt x="4368974" y="3483385"/>
                  </a:lnTo>
                  <a:lnTo>
                    <a:pt x="4297351" y="3483179"/>
                  </a:lnTo>
                  <a:lnTo>
                    <a:pt x="4225729" y="3482855"/>
                  </a:lnTo>
                  <a:lnTo>
                    <a:pt x="4154106" y="3482346"/>
                  </a:lnTo>
                  <a:lnTo>
                    <a:pt x="4082483" y="3481547"/>
                  </a:lnTo>
                  <a:lnTo>
                    <a:pt x="4010861" y="3480291"/>
                  </a:lnTo>
                  <a:lnTo>
                    <a:pt x="3939238" y="3478318"/>
                  </a:lnTo>
                  <a:lnTo>
                    <a:pt x="3867616" y="3475218"/>
                  </a:lnTo>
                  <a:lnTo>
                    <a:pt x="3795993" y="3470349"/>
                  </a:lnTo>
                  <a:lnTo>
                    <a:pt x="3724371" y="3462698"/>
                  </a:lnTo>
                  <a:lnTo>
                    <a:pt x="3652748" y="3450679"/>
                  </a:lnTo>
                  <a:lnTo>
                    <a:pt x="3581126" y="3431796"/>
                  </a:lnTo>
                  <a:lnTo>
                    <a:pt x="3509503" y="3402130"/>
                  </a:lnTo>
                  <a:lnTo>
                    <a:pt x="3437881" y="3355525"/>
                  </a:lnTo>
                  <a:lnTo>
                    <a:pt x="3366258" y="3282306"/>
                  </a:lnTo>
                  <a:lnTo>
                    <a:pt x="3294636" y="3167276"/>
                  </a:lnTo>
                  <a:lnTo>
                    <a:pt x="3223013" y="2986561"/>
                  </a:lnTo>
                  <a:lnTo>
                    <a:pt x="3151391" y="2702650"/>
                  </a:lnTo>
                  <a:lnTo>
                    <a:pt x="3079768" y="2756197"/>
                  </a:lnTo>
                  <a:lnTo>
                    <a:pt x="3008146" y="2858295"/>
                  </a:lnTo>
                  <a:lnTo>
                    <a:pt x="2936523" y="2946066"/>
                  </a:lnTo>
                  <a:lnTo>
                    <a:pt x="2864901" y="3021519"/>
                  </a:lnTo>
                  <a:lnTo>
                    <a:pt x="2793278" y="3086384"/>
                  </a:lnTo>
                  <a:lnTo>
                    <a:pt x="2721655" y="3142146"/>
                  </a:lnTo>
                  <a:lnTo>
                    <a:pt x="2650033" y="3190084"/>
                  </a:lnTo>
                  <a:lnTo>
                    <a:pt x="2578410" y="3231294"/>
                  </a:lnTo>
                  <a:lnTo>
                    <a:pt x="2506788" y="3266721"/>
                  </a:lnTo>
                  <a:lnTo>
                    <a:pt x="2435165" y="3297176"/>
                  </a:lnTo>
                  <a:lnTo>
                    <a:pt x="2363543" y="3323358"/>
                  </a:lnTo>
                  <a:lnTo>
                    <a:pt x="2291920" y="3345865"/>
                  </a:lnTo>
                  <a:lnTo>
                    <a:pt x="2220298" y="3365214"/>
                  </a:lnTo>
                  <a:lnTo>
                    <a:pt x="2148675" y="3381848"/>
                  </a:lnTo>
                  <a:lnTo>
                    <a:pt x="2077053" y="3396148"/>
                  </a:lnTo>
                  <a:lnTo>
                    <a:pt x="2005430" y="3408440"/>
                  </a:lnTo>
                  <a:lnTo>
                    <a:pt x="1933808" y="3419008"/>
                  </a:lnTo>
                  <a:lnTo>
                    <a:pt x="1862185" y="3428093"/>
                  </a:lnTo>
                  <a:lnTo>
                    <a:pt x="1790563" y="3435903"/>
                  </a:lnTo>
                  <a:lnTo>
                    <a:pt x="1718940" y="3442617"/>
                  </a:lnTo>
                  <a:lnTo>
                    <a:pt x="1647318" y="3448389"/>
                  </a:lnTo>
                  <a:lnTo>
                    <a:pt x="1575695" y="3453350"/>
                  </a:lnTo>
                  <a:lnTo>
                    <a:pt x="1504073" y="3457616"/>
                  </a:lnTo>
                  <a:lnTo>
                    <a:pt x="1432450" y="3461283"/>
                  </a:lnTo>
                  <a:lnTo>
                    <a:pt x="1360827" y="3464435"/>
                  </a:lnTo>
                  <a:lnTo>
                    <a:pt x="1289205" y="3467145"/>
                  </a:lnTo>
                  <a:lnTo>
                    <a:pt x="1217582" y="3469475"/>
                  </a:lnTo>
                  <a:lnTo>
                    <a:pt x="1145960" y="3471478"/>
                  </a:lnTo>
                  <a:lnTo>
                    <a:pt x="1074337" y="3473199"/>
                  </a:lnTo>
                  <a:lnTo>
                    <a:pt x="1002715" y="3474679"/>
                  </a:lnTo>
                  <a:lnTo>
                    <a:pt x="931092" y="3475952"/>
                  </a:lnTo>
                  <a:lnTo>
                    <a:pt x="859470" y="3477046"/>
                  </a:lnTo>
                  <a:lnTo>
                    <a:pt x="787847" y="3477986"/>
                  </a:lnTo>
                  <a:lnTo>
                    <a:pt x="716225" y="3478794"/>
                  </a:lnTo>
                  <a:lnTo>
                    <a:pt x="644602" y="3479489"/>
                  </a:lnTo>
                  <a:lnTo>
                    <a:pt x="572980" y="3480087"/>
                  </a:lnTo>
                  <a:lnTo>
                    <a:pt x="501357" y="3480600"/>
                  </a:lnTo>
                  <a:lnTo>
                    <a:pt x="429735" y="3481042"/>
                  </a:lnTo>
                  <a:lnTo>
                    <a:pt x="358112" y="3481421"/>
                  </a:lnTo>
                  <a:lnTo>
                    <a:pt x="286490" y="3481748"/>
                  </a:lnTo>
                  <a:lnTo>
                    <a:pt x="214867" y="3482028"/>
                  </a:lnTo>
                  <a:lnTo>
                    <a:pt x="143245" y="3482269"/>
                  </a:lnTo>
                  <a:lnTo>
                    <a:pt x="71622" y="3482477"/>
                  </a:lnTo>
                  <a:lnTo>
                    <a:pt x="0" y="348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89730" y="2073503"/>
              <a:ext cx="902703" cy="2637433"/>
            </a:xfrm>
            <a:custGeom>
              <a:avLst/>
              <a:pathLst>
                <a:path w="902703" h="2637433">
                  <a:moveTo>
                    <a:pt x="0" y="0"/>
                  </a:moveTo>
                  <a:lnTo>
                    <a:pt x="18842" y="455001"/>
                  </a:lnTo>
                  <a:lnTo>
                    <a:pt x="90464" y="1555881"/>
                  </a:lnTo>
                  <a:lnTo>
                    <a:pt x="162087" y="2256616"/>
                  </a:lnTo>
                  <a:lnTo>
                    <a:pt x="233710" y="2637433"/>
                  </a:lnTo>
                  <a:lnTo>
                    <a:pt x="305332" y="2499282"/>
                  </a:lnTo>
                  <a:lnTo>
                    <a:pt x="376955" y="2338579"/>
                  </a:lnTo>
                  <a:lnTo>
                    <a:pt x="448577" y="2151643"/>
                  </a:lnTo>
                  <a:lnTo>
                    <a:pt x="520200" y="1934192"/>
                  </a:lnTo>
                  <a:lnTo>
                    <a:pt x="591822" y="1681245"/>
                  </a:lnTo>
                  <a:lnTo>
                    <a:pt x="663445" y="1387007"/>
                  </a:lnTo>
                  <a:lnTo>
                    <a:pt x="735067" y="1044738"/>
                  </a:lnTo>
                  <a:lnTo>
                    <a:pt x="806690" y="646597"/>
                  </a:lnTo>
                  <a:lnTo>
                    <a:pt x="878312" y="183464"/>
                  </a:lnTo>
                  <a:lnTo>
                    <a:pt x="90270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76153"/>
              <a:ext cx="7090630" cy="781096"/>
            </a:xfrm>
            <a:custGeom>
              <a:avLst/>
              <a:pathLst>
                <a:path w="7090630" h="781096">
                  <a:moveTo>
                    <a:pt x="7090630" y="781096"/>
                  </a:moveTo>
                  <a:lnTo>
                    <a:pt x="7019007" y="781096"/>
                  </a:lnTo>
                  <a:lnTo>
                    <a:pt x="6947385" y="781096"/>
                  </a:lnTo>
                  <a:lnTo>
                    <a:pt x="6875762" y="781096"/>
                  </a:lnTo>
                  <a:lnTo>
                    <a:pt x="6804139" y="781096"/>
                  </a:lnTo>
                  <a:lnTo>
                    <a:pt x="6732517" y="781096"/>
                  </a:lnTo>
                  <a:lnTo>
                    <a:pt x="6660894" y="781096"/>
                  </a:lnTo>
                  <a:lnTo>
                    <a:pt x="6589272" y="781096"/>
                  </a:lnTo>
                  <a:lnTo>
                    <a:pt x="6517649" y="781096"/>
                  </a:lnTo>
                  <a:lnTo>
                    <a:pt x="6446027" y="781096"/>
                  </a:lnTo>
                  <a:lnTo>
                    <a:pt x="6374404" y="781096"/>
                  </a:lnTo>
                  <a:lnTo>
                    <a:pt x="6302782" y="781096"/>
                  </a:lnTo>
                  <a:lnTo>
                    <a:pt x="6231159" y="781096"/>
                  </a:lnTo>
                  <a:lnTo>
                    <a:pt x="6159537" y="781096"/>
                  </a:lnTo>
                  <a:lnTo>
                    <a:pt x="6087914" y="781096"/>
                  </a:lnTo>
                  <a:lnTo>
                    <a:pt x="6016292" y="781096"/>
                  </a:lnTo>
                  <a:lnTo>
                    <a:pt x="5944669" y="781096"/>
                  </a:lnTo>
                  <a:lnTo>
                    <a:pt x="5873047" y="781096"/>
                  </a:lnTo>
                  <a:lnTo>
                    <a:pt x="5801424" y="781096"/>
                  </a:lnTo>
                  <a:lnTo>
                    <a:pt x="5729802" y="781096"/>
                  </a:lnTo>
                  <a:lnTo>
                    <a:pt x="5658179" y="781096"/>
                  </a:lnTo>
                  <a:lnTo>
                    <a:pt x="5586557" y="781096"/>
                  </a:lnTo>
                  <a:lnTo>
                    <a:pt x="5514934" y="781096"/>
                  </a:lnTo>
                  <a:lnTo>
                    <a:pt x="5443311" y="781096"/>
                  </a:lnTo>
                  <a:lnTo>
                    <a:pt x="5371689" y="781095"/>
                  </a:lnTo>
                  <a:lnTo>
                    <a:pt x="5300066" y="781095"/>
                  </a:lnTo>
                  <a:lnTo>
                    <a:pt x="5228444" y="781095"/>
                  </a:lnTo>
                  <a:lnTo>
                    <a:pt x="5156821" y="781094"/>
                  </a:lnTo>
                  <a:lnTo>
                    <a:pt x="5085199" y="781092"/>
                  </a:lnTo>
                  <a:lnTo>
                    <a:pt x="5013576" y="781090"/>
                  </a:lnTo>
                  <a:lnTo>
                    <a:pt x="4941954" y="781086"/>
                  </a:lnTo>
                  <a:lnTo>
                    <a:pt x="4870331" y="781081"/>
                  </a:lnTo>
                  <a:lnTo>
                    <a:pt x="4798709" y="781072"/>
                  </a:lnTo>
                  <a:lnTo>
                    <a:pt x="4727086" y="781058"/>
                  </a:lnTo>
                  <a:lnTo>
                    <a:pt x="4655464" y="781037"/>
                  </a:lnTo>
                  <a:lnTo>
                    <a:pt x="4583841" y="781003"/>
                  </a:lnTo>
                  <a:lnTo>
                    <a:pt x="4512219" y="780950"/>
                  </a:lnTo>
                  <a:lnTo>
                    <a:pt x="4440596" y="780866"/>
                  </a:lnTo>
                  <a:lnTo>
                    <a:pt x="4368974" y="780735"/>
                  </a:lnTo>
                  <a:lnTo>
                    <a:pt x="4297351" y="780529"/>
                  </a:lnTo>
                  <a:lnTo>
                    <a:pt x="4225729" y="780205"/>
                  </a:lnTo>
                  <a:lnTo>
                    <a:pt x="4154106" y="779696"/>
                  </a:lnTo>
                  <a:lnTo>
                    <a:pt x="4082483" y="778897"/>
                  </a:lnTo>
                  <a:lnTo>
                    <a:pt x="4010861" y="777641"/>
                  </a:lnTo>
                  <a:lnTo>
                    <a:pt x="3939238" y="775668"/>
                  </a:lnTo>
                  <a:lnTo>
                    <a:pt x="3867616" y="772568"/>
                  </a:lnTo>
                  <a:lnTo>
                    <a:pt x="3795993" y="767698"/>
                  </a:lnTo>
                  <a:lnTo>
                    <a:pt x="3724371" y="760048"/>
                  </a:lnTo>
                  <a:lnTo>
                    <a:pt x="3652748" y="748029"/>
                  </a:lnTo>
                  <a:lnTo>
                    <a:pt x="3581126" y="729146"/>
                  </a:lnTo>
                  <a:lnTo>
                    <a:pt x="3509503" y="699480"/>
                  </a:lnTo>
                  <a:lnTo>
                    <a:pt x="3437881" y="652875"/>
                  </a:lnTo>
                  <a:lnTo>
                    <a:pt x="3366258" y="579656"/>
                  </a:lnTo>
                  <a:lnTo>
                    <a:pt x="3294636" y="464626"/>
                  </a:lnTo>
                  <a:lnTo>
                    <a:pt x="3223013" y="283910"/>
                  </a:lnTo>
                  <a:lnTo>
                    <a:pt x="3151391" y="0"/>
                  </a:lnTo>
                  <a:lnTo>
                    <a:pt x="3079768" y="53547"/>
                  </a:lnTo>
                  <a:lnTo>
                    <a:pt x="3008146" y="155645"/>
                  </a:lnTo>
                  <a:lnTo>
                    <a:pt x="2936523" y="243415"/>
                  </a:lnTo>
                  <a:lnTo>
                    <a:pt x="2864901" y="318869"/>
                  </a:lnTo>
                  <a:lnTo>
                    <a:pt x="2793278" y="383734"/>
                  </a:lnTo>
                  <a:lnTo>
                    <a:pt x="2721655" y="439496"/>
                  </a:lnTo>
                  <a:lnTo>
                    <a:pt x="2650033" y="487433"/>
                  </a:lnTo>
                  <a:lnTo>
                    <a:pt x="2578410" y="528643"/>
                  </a:lnTo>
                  <a:lnTo>
                    <a:pt x="2506788" y="564070"/>
                  </a:lnTo>
                  <a:lnTo>
                    <a:pt x="2435165" y="594526"/>
                  </a:lnTo>
                  <a:lnTo>
                    <a:pt x="2363543" y="620708"/>
                  </a:lnTo>
                  <a:lnTo>
                    <a:pt x="2291920" y="643215"/>
                  </a:lnTo>
                  <a:lnTo>
                    <a:pt x="2220298" y="662564"/>
                  </a:lnTo>
                  <a:lnTo>
                    <a:pt x="2148675" y="679198"/>
                  </a:lnTo>
                  <a:lnTo>
                    <a:pt x="2077053" y="693497"/>
                  </a:lnTo>
                  <a:lnTo>
                    <a:pt x="2005430" y="705790"/>
                  </a:lnTo>
                  <a:lnTo>
                    <a:pt x="1933808" y="716358"/>
                  </a:lnTo>
                  <a:lnTo>
                    <a:pt x="1862185" y="725443"/>
                  </a:lnTo>
                  <a:lnTo>
                    <a:pt x="1790563" y="733253"/>
                  </a:lnTo>
                  <a:lnTo>
                    <a:pt x="1718940" y="739967"/>
                  </a:lnTo>
                  <a:lnTo>
                    <a:pt x="1647318" y="745738"/>
                  </a:lnTo>
                  <a:lnTo>
                    <a:pt x="1575695" y="750700"/>
                  </a:lnTo>
                  <a:lnTo>
                    <a:pt x="1504073" y="754966"/>
                  </a:lnTo>
                  <a:lnTo>
                    <a:pt x="1432450" y="758633"/>
                  </a:lnTo>
                  <a:lnTo>
                    <a:pt x="1360827" y="761785"/>
                  </a:lnTo>
                  <a:lnTo>
                    <a:pt x="1289205" y="764495"/>
                  </a:lnTo>
                  <a:lnTo>
                    <a:pt x="1217582" y="766825"/>
                  </a:lnTo>
                  <a:lnTo>
                    <a:pt x="1145960" y="768827"/>
                  </a:lnTo>
                  <a:lnTo>
                    <a:pt x="1074337" y="770549"/>
                  </a:lnTo>
                  <a:lnTo>
                    <a:pt x="1002715" y="772029"/>
                  </a:lnTo>
                  <a:lnTo>
                    <a:pt x="931092" y="773302"/>
                  </a:lnTo>
                  <a:lnTo>
                    <a:pt x="859470" y="774395"/>
                  </a:lnTo>
                  <a:lnTo>
                    <a:pt x="787847" y="775336"/>
                  </a:lnTo>
                  <a:lnTo>
                    <a:pt x="716225" y="776144"/>
                  </a:lnTo>
                  <a:lnTo>
                    <a:pt x="644602" y="776839"/>
                  </a:lnTo>
                  <a:lnTo>
                    <a:pt x="572980" y="777436"/>
                  </a:lnTo>
                  <a:lnTo>
                    <a:pt x="501357" y="777950"/>
                  </a:lnTo>
                  <a:lnTo>
                    <a:pt x="429735" y="778391"/>
                  </a:lnTo>
                  <a:lnTo>
                    <a:pt x="358112" y="778771"/>
                  </a:lnTo>
                  <a:lnTo>
                    <a:pt x="286490" y="779097"/>
                  </a:lnTo>
                  <a:lnTo>
                    <a:pt x="214867" y="779378"/>
                  </a:lnTo>
                  <a:lnTo>
                    <a:pt x="143245" y="779619"/>
                  </a:lnTo>
                  <a:lnTo>
                    <a:pt x="71622" y="779826"/>
                  </a:lnTo>
                  <a:lnTo>
                    <a:pt x="0" y="7800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31060" y="2073503"/>
              <a:ext cx="4631618" cy="3483537"/>
            </a:xfrm>
            <a:custGeom>
              <a:avLst/>
              <a:pathLst>
                <a:path w="4631618" h="3483537">
                  <a:moveTo>
                    <a:pt x="0" y="0"/>
                  </a:moveTo>
                  <a:lnTo>
                    <a:pt x="47776" y="340019"/>
                  </a:lnTo>
                  <a:lnTo>
                    <a:pt x="119399" y="778627"/>
                  </a:lnTo>
                  <a:lnTo>
                    <a:pt x="191021" y="1156042"/>
                  </a:lnTo>
                  <a:lnTo>
                    <a:pt x="262644" y="1480800"/>
                  </a:lnTo>
                  <a:lnTo>
                    <a:pt x="334266" y="1760249"/>
                  </a:lnTo>
                  <a:lnTo>
                    <a:pt x="405889" y="2000709"/>
                  </a:lnTo>
                  <a:lnTo>
                    <a:pt x="477511" y="2207620"/>
                  </a:lnTo>
                  <a:lnTo>
                    <a:pt x="549134" y="2385664"/>
                  </a:lnTo>
                  <a:lnTo>
                    <a:pt x="620757" y="2538867"/>
                  </a:lnTo>
                  <a:lnTo>
                    <a:pt x="692379" y="2670695"/>
                  </a:lnTo>
                  <a:lnTo>
                    <a:pt x="764002" y="2784131"/>
                  </a:lnTo>
                  <a:lnTo>
                    <a:pt x="835624" y="2881740"/>
                  </a:lnTo>
                  <a:lnTo>
                    <a:pt x="907247" y="2965731"/>
                  </a:lnTo>
                  <a:lnTo>
                    <a:pt x="978869" y="3038004"/>
                  </a:lnTo>
                  <a:lnTo>
                    <a:pt x="1050492" y="3100194"/>
                  </a:lnTo>
                  <a:lnTo>
                    <a:pt x="1122114" y="3153706"/>
                  </a:lnTo>
                  <a:lnTo>
                    <a:pt x="1193737" y="3199753"/>
                  </a:lnTo>
                  <a:lnTo>
                    <a:pt x="1265359" y="3239375"/>
                  </a:lnTo>
                  <a:lnTo>
                    <a:pt x="1336982" y="3273470"/>
                  </a:lnTo>
                  <a:lnTo>
                    <a:pt x="1408604" y="3302807"/>
                  </a:lnTo>
                  <a:lnTo>
                    <a:pt x="1480227" y="3328052"/>
                  </a:lnTo>
                  <a:lnTo>
                    <a:pt x="1551849" y="3349774"/>
                  </a:lnTo>
                  <a:lnTo>
                    <a:pt x="1623472" y="3368466"/>
                  </a:lnTo>
                  <a:lnTo>
                    <a:pt x="1695094" y="3384549"/>
                  </a:lnTo>
                  <a:lnTo>
                    <a:pt x="1766717" y="3398389"/>
                  </a:lnTo>
                  <a:lnTo>
                    <a:pt x="1838339" y="3410298"/>
                  </a:lnTo>
                  <a:lnTo>
                    <a:pt x="1909962" y="3420546"/>
                  </a:lnTo>
                  <a:lnTo>
                    <a:pt x="1981585" y="3429363"/>
                  </a:lnTo>
                  <a:lnTo>
                    <a:pt x="2053207" y="3436951"/>
                  </a:lnTo>
                  <a:lnTo>
                    <a:pt x="2124830" y="3443480"/>
                  </a:lnTo>
                  <a:lnTo>
                    <a:pt x="2196452" y="3449098"/>
                  </a:lnTo>
                  <a:lnTo>
                    <a:pt x="2268075" y="3453932"/>
                  </a:lnTo>
                  <a:lnTo>
                    <a:pt x="2339697" y="3458091"/>
                  </a:lnTo>
                  <a:lnTo>
                    <a:pt x="2411320" y="3461671"/>
                  </a:lnTo>
                  <a:lnTo>
                    <a:pt x="2482942" y="3464751"/>
                  </a:lnTo>
                  <a:lnTo>
                    <a:pt x="2554565" y="3467401"/>
                  </a:lnTo>
                  <a:lnTo>
                    <a:pt x="2626187" y="3469681"/>
                  </a:lnTo>
                  <a:lnTo>
                    <a:pt x="2697810" y="3471644"/>
                  </a:lnTo>
                  <a:lnTo>
                    <a:pt x="2769432" y="3473332"/>
                  </a:lnTo>
                  <a:lnTo>
                    <a:pt x="2841055" y="3474785"/>
                  </a:lnTo>
                  <a:lnTo>
                    <a:pt x="2912677" y="3476036"/>
                  </a:lnTo>
                  <a:lnTo>
                    <a:pt x="2984300" y="3477111"/>
                  </a:lnTo>
                  <a:lnTo>
                    <a:pt x="3055922" y="3478037"/>
                  </a:lnTo>
                  <a:lnTo>
                    <a:pt x="3127545" y="3478834"/>
                  </a:lnTo>
                  <a:lnTo>
                    <a:pt x="3199167" y="3479519"/>
                  </a:lnTo>
                  <a:lnTo>
                    <a:pt x="3270790" y="3480109"/>
                  </a:lnTo>
                  <a:lnTo>
                    <a:pt x="3342413" y="3480616"/>
                  </a:lnTo>
                  <a:lnTo>
                    <a:pt x="3414035" y="3481053"/>
                  </a:lnTo>
                  <a:lnTo>
                    <a:pt x="3485658" y="3481429"/>
                  </a:lnTo>
                  <a:lnTo>
                    <a:pt x="3557280" y="3481752"/>
                  </a:lnTo>
                  <a:lnTo>
                    <a:pt x="3628903" y="3482030"/>
                  </a:lnTo>
                  <a:lnTo>
                    <a:pt x="3700525" y="3482270"/>
                  </a:lnTo>
                  <a:lnTo>
                    <a:pt x="3772148" y="3482476"/>
                  </a:lnTo>
                  <a:lnTo>
                    <a:pt x="3843770" y="3482653"/>
                  </a:lnTo>
                  <a:lnTo>
                    <a:pt x="3915393" y="3482806"/>
                  </a:lnTo>
                  <a:lnTo>
                    <a:pt x="3987015" y="3482937"/>
                  </a:lnTo>
                  <a:lnTo>
                    <a:pt x="4058638" y="3483050"/>
                  </a:lnTo>
                  <a:lnTo>
                    <a:pt x="4130260" y="3483147"/>
                  </a:lnTo>
                  <a:lnTo>
                    <a:pt x="4201883" y="3483231"/>
                  </a:lnTo>
                  <a:lnTo>
                    <a:pt x="4273505" y="3483303"/>
                  </a:lnTo>
                  <a:lnTo>
                    <a:pt x="4345128" y="3483365"/>
                  </a:lnTo>
                  <a:lnTo>
                    <a:pt x="4416750" y="3483418"/>
                  </a:lnTo>
                  <a:lnTo>
                    <a:pt x="4488373" y="3483464"/>
                  </a:lnTo>
                  <a:lnTo>
                    <a:pt x="4559995" y="3483503"/>
                  </a:lnTo>
                  <a:lnTo>
                    <a:pt x="4631618" y="348353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62088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7.13 (0.14-366.96), p_Bonf = 1.000 (n = 6)  |  per IQR decline (Δ = 25.8 %): 159.02 (0.01-4151147.58)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2026-10-09T13:14:07Z</dcterms:modified>
  <cp:category/>
</cp:coreProperties>
</file>