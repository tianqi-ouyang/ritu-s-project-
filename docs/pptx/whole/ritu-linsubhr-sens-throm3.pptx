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70352"/>
            </a:xfrm>
            <a:custGeom>
              <a:avLst/>
              <a:pathLst>
                <a:path w="7090630" h="3470352">
                  <a:moveTo>
                    <a:pt x="1842101" y="0"/>
                  </a:moveTo>
                  <a:lnTo>
                    <a:pt x="1862185" y="75343"/>
                  </a:lnTo>
                  <a:lnTo>
                    <a:pt x="1933808" y="324400"/>
                  </a:lnTo>
                  <a:lnTo>
                    <a:pt x="2005430" y="555257"/>
                  </a:lnTo>
                  <a:lnTo>
                    <a:pt x="2077053" y="769246"/>
                  </a:lnTo>
                  <a:lnTo>
                    <a:pt x="2148675" y="967598"/>
                  </a:lnTo>
                  <a:lnTo>
                    <a:pt x="2220298" y="1151456"/>
                  </a:lnTo>
                  <a:lnTo>
                    <a:pt x="2291920" y="1321880"/>
                  </a:lnTo>
                  <a:lnTo>
                    <a:pt x="2363543" y="1479850"/>
                  </a:lnTo>
                  <a:lnTo>
                    <a:pt x="2435165" y="1626278"/>
                  </a:lnTo>
                  <a:lnTo>
                    <a:pt x="2506788" y="1762005"/>
                  </a:lnTo>
                  <a:lnTo>
                    <a:pt x="2578410" y="1887815"/>
                  </a:lnTo>
                  <a:lnTo>
                    <a:pt x="2650033" y="2004432"/>
                  </a:lnTo>
                  <a:lnTo>
                    <a:pt x="2721655" y="2112528"/>
                  </a:lnTo>
                  <a:lnTo>
                    <a:pt x="2793278" y="2212724"/>
                  </a:lnTo>
                  <a:lnTo>
                    <a:pt x="2864901" y="2305600"/>
                  </a:lnTo>
                  <a:lnTo>
                    <a:pt x="2936523" y="2391688"/>
                  </a:lnTo>
                  <a:lnTo>
                    <a:pt x="3008146" y="2471487"/>
                  </a:lnTo>
                  <a:lnTo>
                    <a:pt x="3079768" y="2545454"/>
                  </a:lnTo>
                  <a:lnTo>
                    <a:pt x="3151391" y="2614016"/>
                  </a:lnTo>
                  <a:lnTo>
                    <a:pt x="3223013" y="2637747"/>
                  </a:lnTo>
                  <a:lnTo>
                    <a:pt x="3294636" y="2592056"/>
                  </a:lnTo>
                  <a:lnTo>
                    <a:pt x="3366258" y="2543897"/>
                  </a:lnTo>
                  <a:lnTo>
                    <a:pt x="3437881" y="2493137"/>
                  </a:lnTo>
                  <a:lnTo>
                    <a:pt x="3509503" y="2439635"/>
                  </a:lnTo>
                  <a:lnTo>
                    <a:pt x="3581126" y="2383244"/>
                  </a:lnTo>
                  <a:lnTo>
                    <a:pt x="3652748" y="2323807"/>
                  </a:lnTo>
                  <a:lnTo>
                    <a:pt x="3724371" y="2261160"/>
                  </a:lnTo>
                  <a:lnTo>
                    <a:pt x="3795993" y="2195130"/>
                  </a:lnTo>
                  <a:lnTo>
                    <a:pt x="3867616" y="2125533"/>
                  </a:lnTo>
                  <a:lnTo>
                    <a:pt x="3939238" y="2052177"/>
                  </a:lnTo>
                  <a:lnTo>
                    <a:pt x="4010861" y="1974860"/>
                  </a:lnTo>
                  <a:lnTo>
                    <a:pt x="4082483" y="1893367"/>
                  </a:lnTo>
                  <a:lnTo>
                    <a:pt x="4154106" y="1807472"/>
                  </a:lnTo>
                  <a:lnTo>
                    <a:pt x="4225729" y="1716939"/>
                  </a:lnTo>
                  <a:lnTo>
                    <a:pt x="4297351" y="1621516"/>
                  </a:lnTo>
                  <a:lnTo>
                    <a:pt x="4368974" y="1520939"/>
                  </a:lnTo>
                  <a:lnTo>
                    <a:pt x="4440596" y="1414930"/>
                  </a:lnTo>
                  <a:lnTo>
                    <a:pt x="4512219" y="1303196"/>
                  </a:lnTo>
                  <a:lnTo>
                    <a:pt x="4583841" y="1185427"/>
                  </a:lnTo>
                  <a:lnTo>
                    <a:pt x="4655464" y="1061297"/>
                  </a:lnTo>
                  <a:lnTo>
                    <a:pt x="4727086" y="930464"/>
                  </a:lnTo>
                  <a:lnTo>
                    <a:pt x="4798709" y="792564"/>
                  </a:lnTo>
                  <a:lnTo>
                    <a:pt x="4870331" y="647217"/>
                  </a:lnTo>
                  <a:lnTo>
                    <a:pt x="4941954" y="494019"/>
                  </a:lnTo>
                  <a:lnTo>
                    <a:pt x="5013576" y="332548"/>
                  </a:lnTo>
                  <a:lnTo>
                    <a:pt x="5085199" y="162355"/>
                  </a:lnTo>
                  <a:lnTo>
                    <a:pt x="5150022" y="0"/>
                  </a:lnTo>
                  <a:lnTo>
                    <a:pt x="7090630" y="0"/>
                  </a:lnTo>
                  <a:lnTo>
                    <a:pt x="7090630" y="3470352"/>
                  </a:lnTo>
                  <a:lnTo>
                    <a:pt x="7019007" y="3469296"/>
                  </a:lnTo>
                  <a:lnTo>
                    <a:pt x="6947385" y="3468157"/>
                  </a:lnTo>
                  <a:lnTo>
                    <a:pt x="6875762" y="3466928"/>
                  </a:lnTo>
                  <a:lnTo>
                    <a:pt x="6804139" y="3465602"/>
                  </a:lnTo>
                  <a:lnTo>
                    <a:pt x="6732517" y="3464171"/>
                  </a:lnTo>
                  <a:lnTo>
                    <a:pt x="6660894" y="3462628"/>
                  </a:lnTo>
                  <a:lnTo>
                    <a:pt x="6589272" y="3460964"/>
                  </a:lnTo>
                  <a:lnTo>
                    <a:pt x="6517649" y="3459168"/>
                  </a:lnTo>
                  <a:lnTo>
                    <a:pt x="6446027" y="3457230"/>
                  </a:lnTo>
                  <a:lnTo>
                    <a:pt x="6374404" y="3455140"/>
                  </a:lnTo>
                  <a:lnTo>
                    <a:pt x="6302782" y="3452885"/>
                  </a:lnTo>
                  <a:lnTo>
                    <a:pt x="6231159" y="3450452"/>
                  </a:lnTo>
                  <a:lnTo>
                    <a:pt x="6159537" y="3447827"/>
                  </a:lnTo>
                  <a:lnTo>
                    <a:pt x="6087914" y="3444995"/>
                  </a:lnTo>
                  <a:lnTo>
                    <a:pt x="6016292" y="3441941"/>
                  </a:lnTo>
                  <a:lnTo>
                    <a:pt x="5944669" y="3438645"/>
                  </a:lnTo>
                  <a:lnTo>
                    <a:pt x="5873047" y="3435089"/>
                  </a:lnTo>
                  <a:lnTo>
                    <a:pt x="5801424" y="3431254"/>
                  </a:lnTo>
                  <a:lnTo>
                    <a:pt x="5729802" y="3427116"/>
                  </a:lnTo>
                  <a:lnTo>
                    <a:pt x="5658179" y="3422651"/>
                  </a:lnTo>
                  <a:lnTo>
                    <a:pt x="5586557" y="3417835"/>
                  </a:lnTo>
                  <a:lnTo>
                    <a:pt x="5514934" y="3412639"/>
                  </a:lnTo>
                  <a:lnTo>
                    <a:pt x="5443311" y="3407034"/>
                  </a:lnTo>
                  <a:lnTo>
                    <a:pt x="5371689" y="3400986"/>
                  </a:lnTo>
                  <a:lnTo>
                    <a:pt x="5300066" y="3394462"/>
                  </a:lnTo>
                  <a:lnTo>
                    <a:pt x="5228444" y="3387424"/>
                  </a:lnTo>
                  <a:lnTo>
                    <a:pt x="5156821" y="3379831"/>
                  </a:lnTo>
                  <a:lnTo>
                    <a:pt x="5085199" y="3371639"/>
                  </a:lnTo>
                  <a:lnTo>
                    <a:pt x="5013576" y="3362801"/>
                  </a:lnTo>
                  <a:lnTo>
                    <a:pt x="4941954" y="3353267"/>
                  </a:lnTo>
                  <a:lnTo>
                    <a:pt x="4870331" y="3342981"/>
                  </a:lnTo>
                  <a:lnTo>
                    <a:pt x="4798709" y="3331884"/>
                  </a:lnTo>
                  <a:lnTo>
                    <a:pt x="4727086" y="3319913"/>
                  </a:lnTo>
                  <a:lnTo>
                    <a:pt x="4655464" y="3306997"/>
                  </a:lnTo>
                  <a:lnTo>
                    <a:pt x="4583841" y="3293064"/>
                  </a:lnTo>
                  <a:lnTo>
                    <a:pt x="4512219" y="3278032"/>
                  </a:lnTo>
                  <a:lnTo>
                    <a:pt x="4440596" y="3261815"/>
                  </a:lnTo>
                  <a:lnTo>
                    <a:pt x="4368974" y="3244320"/>
                  </a:lnTo>
                  <a:lnTo>
                    <a:pt x="4297351" y="3225446"/>
                  </a:lnTo>
                  <a:lnTo>
                    <a:pt x="4225729" y="3205083"/>
                  </a:lnTo>
                  <a:lnTo>
                    <a:pt x="4154106" y="3183116"/>
                  </a:lnTo>
                  <a:lnTo>
                    <a:pt x="4082483" y="3159417"/>
                  </a:lnTo>
                  <a:lnTo>
                    <a:pt x="4010861" y="3133849"/>
                  </a:lnTo>
                  <a:lnTo>
                    <a:pt x="3939238" y="3106266"/>
                  </a:lnTo>
                  <a:lnTo>
                    <a:pt x="3867616" y="3076509"/>
                  </a:lnTo>
                  <a:lnTo>
                    <a:pt x="3795993" y="3044406"/>
                  </a:lnTo>
                  <a:lnTo>
                    <a:pt x="3724371" y="3009772"/>
                  </a:lnTo>
                  <a:lnTo>
                    <a:pt x="3652748" y="2972407"/>
                  </a:lnTo>
                  <a:lnTo>
                    <a:pt x="3581126" y="2932098"/>
                  </a:lnTo>
                  <a:lnTo>
                    <a:pt x="3509503" y="2888610"/>
                  </a:lnTo>
                  <a:lnTo>
                    <a:pt x="3437881" y="2841695"/>
                  </a:lnTo>
                  <a:lnTo>
                    <a:pt x="3366258" y="2791081"/>
                  </a:lnTo>
                  <a:lnTo>
                    <a:pt x="3294636" y="2736477"/>
                  </a:lnTo>
                  <a:lnTo>
                    <a:pt x="3223013" y="2677568"/>
                  </a:lnTo>
                  <a:lnTo>
                    <a:pt x="3151391" y="2681097"/>
                  </a:lnTo>
                  <a:lnTo>
                    <a:pt x="3079768" y="2722226"/>
                  </a:lnTo>
                  <a:lnTo>
                    <a:pt x="3008146" y="2761247"/>
                  </a:lnTo>
                  <a:lnTo>
                    <a:pt x="2936523" y="2798269"/>
                  </a:lnTo>
                  <a:lnTo>
                    <a:pt x="2864901" y="2833394"/>
                  </a:lnTo>
                  <a:lnTo>
                    <a:pt x="2793278" y="2866719"/>
                  </a:lnTo>
                  <a:lnTo>
                    <a:pt x="2721655" y="2898336"/>
                  </a:lnTo>
                  <a:lnTo>
                    <a:pt x="2650033" y="2928333"/>
                  </a:lnTo>
                  <a:lnTo>
                    <a:pt x="2578410" y="2956793"/>
                  </a:lnTo>
                  <a:lnTo>
                    <a:pt x="2506788" y="2983795"/>
                  </a:lnTo>
                  <a:lnTo>
                    <a:pt x="2435165" y="3009413"/>
                  </a:lnTo>
                  <a:lnTo>
                    <a:pt x="2363543" y="3033719"/>
                  </a:lnTo>
                  <a:lnTo>
                    <a:pt x="2291920" y="3056779"/>
                  </a:lnTo>
                  <a:lnTo>
                    <a:pt x="2220298" y="3078657"/>
                  </a:lnTo>
                  <a:lnTo>
                    <a:pt x="2148675" y="3099415"/>
                  </a:lnTo>
                  <a:lnTo>
                    <a:pt x="2077053" y="3119108"/>
                  </a:lnTo>
                  <a:lnTo>
                    <a:pt x="2005430" y="3137793"/>
                  </a:lnTo>
                  <a:lnTo>
                    <a:pt x="1933808" y="3155520"/>
                  </a:lnTo>
                  <a:lnTo>
                    <a:pt x="1862185" y="3172339"/>
                  </a:lnTo>
                  <a:lnTo>
                    <a:pt x="1790563" y="3188296"/>
                  </a:lnTo>
                  <a:lnTo>
                    <a:pt x="1718940" y="3203435"/>
                  </a:lnTo>
                  <a:lnTo>
                    <a:pt x="1647318" y="3217798"/>
                  </a:lnTo>
                  <a:lnTo>
                    <a:pt x="1575695" y="3231426"/>
                  </a:lnTo>
                  <a:lnTo>
                    <a:pt x="1504073" y="3244355"/>
                  </a:lnTo>
                  <a:lnTo>
                    <a:pt x="1432450" y="3256622"/>
                  </a:lnTo>
                  <a:lnTo>
                    <a:pt x="1360827" y="3268260"/>
                  </a:lnTo>
                  <a:lnTo>
                    <a:pt x="1289205" y="3279302"/>
                  </a:lnTo>
                  <a:lnTo>
                    <a:pt x="1217582" y="3289778"/>
                  </a:lnTo>
                  <a:lnTo>
                    <a:pt x="1145960" y="3299717"/>
                  </a:lnTo>
                  <a:lnTo>
                    <a:pt x="1074337" y="3309147"/>
                  </a:lnTo>
                  <a:lnTo>
                    <a:pt x="1002715" y="3318094"/>
                  </a:lnTo>
                  <a:lnTo>
                    <a:pt x="931092" y="3326582"/>
                  </a:lnTo>
                  <a:lnTo>
                    <a:pt x="859470" y="3334635"/>
                  </a:lnTo>
                  <a:lnTo>
                    <a:pt x="787847" y="3342276"/>
                  </a:lnTo>
                  <a:lnTo>
                    <a:pt x="716225" y="3349525"/>
                  </a:lnTo>
                  <a:lnTo>
                    <a:pt x="644602" y="3356403"/>
                  </a:lnTo>
                  <a:lnTo>
                    <a:pt x="572980" y="3362928"/>
                  </a:lnTo>
                  <a:lnTo>
                    <a:pt x="501357" y="3369119"/>
                  </a:lnTo>
                  <a:lnTo>
                    <a:pt x="429735" y="3374993"/>
                  </a:lnTo>
                  <a:lnTo>
                    <a:pt x="358112" y="3380565"/>
                  </a:lnTo>
                  <a:lnTo>
                    <a:pt x="286490" y="3385852"/>
                  </a:lnTo>
                  <a:lnTo>
                    <a:pt x="214867" y="3390869"/>
                  </a:lnTo>
                  <a:lnTo>
                    <a:pt x="143245" y="3395628"/>
                  </a:lnTo>
                  <a:lnTo>
                    <a:pt x="71622" y="3400143"/>
                  </a:lnTo>
                  <a:lnTo>
                    <a:pt x="0" y="340442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014151" y="2073503"/>
              <a:ext cx="3307920" cy="2637747"/>
            </a:xfrm>
            <a:custGeom>
              <a:avLst/>
              <a:pathLst>
                <a:path w="3307920" h="2637747">
                  <a:moveTo>
                    <a:pt x="0" y="0"/>
                  </a:moveTo>
                  <a:lnTo>
                    <a:pt x="20083" y="75343"/>
                  </a:lnTo>
                  <a:lnTo>
                    <a:pt x="91706" y="324400"/>
                  </a:lnTo>
                  <a:lnTo>
                    <a:pt x="163328" y="555257"/>
                  </a:lnTo>
                  <a:lnTo>
                    <a:pt x="234951" y="769246"/>
                  </a:lnTo>
                  <a:lnTo>
                    <a:pt x="306573" y="967598"/>
                  </a:lnTo>
                  <a:lnTo>
                    <a:pt x="378196" y="1151456"/>
                  </a:lnTo>
                  <a:lnTo>
                    <a:pt x="449818" y="1321880"/>
                  </a:lnTo>
                  <a:lnTo>
                    <a:pt x="521441" y="1479850"/>
                  </a:lnTo>
                  <a:lnTo>
                    <a:pt x="593063" y="1626278"/>
                  </a:lnTo>
                  <a:lnTo>
                    <a:pt x="664686" y="1762005"/>
                  </a:lnTo>
                  <a:lnTo>
                    <a:pt x="736308" y="1887815"/>
                  </a:lnTo>
                  <a:lnTo>
                    <a:pt x="807931" y="2004432"/>
                  </a:lnTo>
                  <a:lnTo>
                    <a:pt x="879554" y="2112528"/>
                  </a:lnTo>
                  <a:lnTo>
                    <a:pt x="951176" y="2212724"/>
                  </a:lnTo>
                  <a:lnTo>
                    <a:pt x="1022799" y="2305600"/>
                  </a:lnTo>
                  <a:lnTo>
                    <a:pt x="1094421" y="2391688"/>
                  </a:lnTo>
                  <a:lnTo>
                    <a:pt x="1166044" y="2471487"/>
                  </a:lnTo>
                  <a:lnTo>
                    <a:pt x="1237666" y="2545454"/>
                  </a:lnTo>
                  <a:lnTo>
                    <a:pt x="1309289" y="2614016"/>
                  </a:lnTo>
                  <a:lnTo>
                    <a:pt x="1380911" y="2637747"/>
                  </a:lnTo>
                  <a:lnTo>
                    <a:pt x="1452534" y="2592056"/>
                  </a:lnTo>
                  <a:lnTo>
                    <a:pt x="1524156" y="2543897"/>
                  </a:lnTo>
                  <a:lnTo>
                    <a:pt x="1595779" y="2493137"/>
                  </a:lnTo>
                  <a:lnTo>
                    <a:pt x="1667401" y="2439635"/>
                  </a:lnTo>
                  <a:lnTo>
                    <a:pt x="1739024" y="2383244"/>
                  </a:lnTo>
                  <a:lnTo>
                    <a:pt x="1810646" y="2323807"/>
                  </a:lnTo>
                  <a:lnTo>
                    <a:pt x="1882269" y="2261160"/>
                  </a:lnTo>
                  <a:lnTo>
                    <a:pt x="1953891" y="2195130"/>
                  </a:lnTo>
                  <a:lnTo>
                    <a:pt x="2025514" y="2125533"/>
                  </a:lnTo>
                  <a:lnTo>
                    <a:pt x="2097136" y="2052177"/>
                  </a:lnTo>
                  <a:lnTo>
                    <a:pt x="2168759" y="1974860"/>
                  </a:lnTo>
                  <a:lnTo>
                    <a:pt x="2240382" y="1893367"/>
                  </a:lnTo>
                  <a:lnTo>
                    <a:pt x="2312004" y="1807472"/>
                  </a:lnTo>
                  <a:lnTo>
                    <a:pt x="2383627" y="1716939"/>
                  </a:lnTo>
                  <a:lnTo>
                    <a:pt x="2455249" y="1621516"/>
                  </a:lnTo>
                  <a:lnTo>
                    <a:pt x="2526872" y="1520939"/>
                  </a:lnTo>
                  <a:lnTo>
                    <a:pt x="2598494" y="1414930"/>
                  </a:lnTo>
                  <a:lnTo>
                    <a:pt x="2670117" y="1303196"/>
                  </a:lnTo>
                  <a:lnTo>
                    <a:pt x="2741739" y="1185427"/>
                  </a:lnTo>
                  <a:lnTo>
                    <a:pt x="2813362" y="1061297"/>
                  </a:lnTo>
                  <a:lnTo>
                    <a:pt x="2884984" y="930464"/>
                  </a:lnTo>
                  <a:lnTo>
                    <a:pt x="2956607" y="792564"/>
                  </a:lnTo>
                  <a:lnTo>
                    <a:pt x="3028229" y="647217"/>
                  </a:lnTo>
                  <a:lnTo>
                    <a:pt x="3099852" y="494019"/>
                  </a:lnTo>
                  <a:lnTo>
                    <a:pt x="3171474" y="332548"/>
                  </a:lnTo>
                  <a:lnTo>
                    <a:pt x="3243097" y="162355"/>
                  </a:lnTo>
                  <a:lnTo>
                    <a:pt x="330792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51071"/>
              <a:ext cx="7090630" cy="792783"/>
            </a:xfrm>
            <a:custGeom>
              <a:avLst/>
              <a:pathLst>
                <a:path w="7090630" h="792783">
                  <a:moveTo>
                    <a:pt x="7090630" y="792783"/>
                  </a:moveTo>
                  <a:lnTo>
                    <a:pt x="7019007" y="791727"/>
                  </a:lnTo>
                  <a:lnTo>
                    <a:pt x="6947385" y="790588"/>
                  </a:lnTo>
                  <a:lnTo>
                    <a:pt x="6875762" y="789359"/>
                  </a:lnTo>
                  <a:lnTo>
                    <a:pt x="6804139" y="788033"/>
                  </a:lnTo>
                  <a:lnTo>
                    <a:pt x="6732517" y="786603"/>
                  </a:lnTo>
                  <a:lnTo>
                    <a:pt x="6660894" y="785059"/>
                  </a:lnTo>
                  <a:lnTo>
                    <a:pt x="6589272" y="783395"/>
                  </a:lnTo>
                  <a:lnTo>
                    <a:pt x="6517649" y="781599"/>
                  </a:lnTo>
                  <a:lnTo>
                    <a:pt x="6446027" y="779661"/>
                  </a:lnTo>
                  <a:lnTo>
                    <a:pt x="6374404" y="777571"/>
                  </a:lnTo>
                  <a:lnTo>
                    <a:pt x="6302782" y="775316"/>
                  </a:lnTo>
                  <a:lnTo>
                    <a:pt x="6231159" y="772883"/>
                  </a:lnTo>
                  <a:lnTo>
                    <a:pt x="6159537" y="770258"/>
                  </a:lnTo>
                  <a:lnTo>
                    <a:pt x="6087914" y="767426"/>
                  </a:lnTo>
                  <a:lnTo>
                    <a:pt x="6016292" y="764372"/>
                  </a:lnTo>
                  <a:lnTo>
                    <a:pt x="5944669" y="761076"/>
                  </a:lnTo>
                  <a:lnTo>
                    <a:pt x="5873047" y="757521"/>
                  </a:lnTo>
                  <a:lnTo>
                    <a:pt x="5801424" y="753685"/>
                  </a:lnTo>
                  <a:lnTo>
                    <a:pt x="5729802" y="749547"/>
                  </a:lnTo>
                  <a:lnTo>
                    <a:pt x="5658179" y="745083"/>
                  </a:lnTo>
                  <a:lnTo>
                    <a:pt x="5586557" y="740266"/>
                  </a:lnTo>
                  <a:lnTo>
                    <a:pt x="5514934" y="735070"/>
                  </a:lnTo>
                  <a:lnTo>
                    <a:pt x="5443311" y="729465"/>
                  </a:lnTo>
                  <a:lnTo>
                    <a:pt x="5371689" y="723418"/>
                  </a:lnTo>
                  <a:lnTo>
                    <a:pt x="5300066" y="716893"/>
                  </a:lnTo>
                  <a:lnTo>
                    <a:pt x="5228444" y="709855"/>
                  </a:lnTo>
                  <a:lnTo>
                    <a:pt x="5156821" y="702262"/>
                  </a:lnTo>
                  <a:lnTo>
                    <a:pt x="5085199" y="694070"/>
                  </a:lnTo>
                  <a:lnTo>
                    <a:pt x="5013576" y="685232"/>
                  </a:lnTo>
                  <a:lnTo>
                    <a:pt x="4941954" y="675698"/>
                  </a:lnTo>
                  <a:lnTo>
                    <a:pt x="4870331" y="665412"/>
                  </a:lnTo>
                  <a:lnTo>
                    <a:pt x="4798709" y="654315"/>
                  </a:lnTo>
                  <a:lnTo>
                    <a:pt x="4727086" y="642344"/>
                  </a:lnTo>
                  <a:lnTo>
                    <a:pt x="4655464" y="629428"/>
                  </a:lnTo>
                  <a:lnTo>
                    <a:pt x="4583841" y="615495"/>
                  </a:lnTo>
                  <a:lnTo>
                    <a:pt x="4512219" y="600463"/>
                  </a:lnTo>
                  <a:lnTo>
                    <a:pt x="4440596" y="584246"/>
                  </a:lnTo>
                  <a:lnTo>
                    <a:pt x="4368974" y="566751"/>
                  </a:lnTo>
                  <a:lnTo>
                    <a:pt x="4297351" y="547877"/>
                  </a:lnTo>
                  <a:lnTo>
                    <a:pt x="4225729" y="527515"/>
                  </a:lnTo>
                  <a:lnTo>
                    <a:pt x="4154106" y="505547"/>
                  </a:lnTo>
                  <a:lnTo>
                    <a:pt x="4082483" y="481848"/>
                  </a:lnTo>
                  <a:lnTo>
                    <a:pt x="4010861" y="456280"/>
                  </a:lnTo>
                  <a:lnTo>
                    <a:pt x="3939238" y="428697"/>
                  </a:lnTo>
                  <a:lnTo>
                    <a:pt x="3867616" y="398940"/>
                  </a:lnTo>
                  <a:lnTo>
                    <a:pt x="3795993" y="366837"/>
                  </a:lnTo>
                  <a:lnTo>
                    <a:pt x="3724371" y="332203"/>
                  </a:lnTo>
                  <a:lnTo>
                    <a:pt x="3652748" y="294839"/>
                  </a:lnTo>
                  <a:lnTo>
                    <a:pt x="3581126" y="254529"/>
                  </a:lnTo>
                  <a:lnTo>
                    <a:pt x="3509503" y="211042"/>
                  </a:lnTo>
                  <a:lnTo>
                    <a:pt x="3437881" y="164126"/>
                  </a:lnTo>
                  <a:lnTo>
                    <a:pt x="3366258" y="113512"/>
                  </a:lnTo>
                  <a:lnTo>
                    <a:pt x="3294636" y="58908"/>
                  </a:lnTo>
                  <a:lnTo>
                    <a:pt x="3223013" y="0"/>
                  </a:lnTo>
                  <a:lnTo>
                    <a:pt x="3151391" y="3529"/>
                  </a:lnTo>
                  <a:lnTo>
                    <a:pt x="3079768" y="44657"/>
                  </a:lnTo>
                  <a:lnTo>
                    <a:pt x="3008146" y="83679"/>
                  </a:lnTo>
                  <a:lnTo>
                    <a:pt x="2936523" y="120700"/>
                  </a:lnTo>
                  <a:lnTo>
                    <a:pt x="2864901" y="155825"/>
                  </a:lnTo>
                  <a:lnTo>
                    <a:pt x="2793278" y="189150"/>
                  </a:lnTo>
                  <a:lnTo>
                    <a:pt x="2721655" y="220767"/>
                  </a:lnTo>
                  <a:lnTo>
                    <a:pt x="2650033" y="250765"/>
                  </a:lnTo>
                  <a:lnTo>
                    <a:pt x="2578410" y="279225"/>
                  </a:lnTo>
                  <a:lnTo>
                    <a:pt x="2506788" y="306226"/>
                  </a:lnTo>
                  <a:lnTo>
                    <a:pt x="2435165" y="331845"/>
                  </a:lnTo>
                  <a:lnTo>
                    <a:pt x="2363543" y="356150"/>
                  </a:lnTo>
                  <a:lnTo>
                    <a:pt x="2291920" y="379210"/>
                  </a:lnTo>
                  <a:lnTo>
                    <a:pt x="2220298" y="401088"/>
                  </a:lnTo>
                  <a:lnTo>
                    <a:pt x="2148675" y="421846"/>
                  </a:lnTo>
                  <a:lnTo>
                    <a:pt x="2077053" y="441539"/>
                  </a:lnTo>
                  <a:lnTo>
                    <a:pt x="2005430" y="460224"/>
                  </a:lnTo>
                  <a:lnTo>
                    <a:pt x="1933808" y="477951"/>
                  </a:lnTo>
                  <a:lnTo>
                    <a:pt x="1862185" y="494770"/>
                  </a:lnTo>
                  <a:lnTo>
                    <a:pt x="1790563" y="510727"/>
                  </a:lnTo>
                  <a:lnTo>
                    <a:pt x="1718940" y="525866"/>
                  </a:lnTo>
                  <a:lnTo>
                    <a:pt x="1647318" y="540230"/>
                  </a:lnTo>
                  <a:lnTo>
                    <a:pt x="1575695" y="553857"/>
                  </a:lnTo>
                  <a:lnTo>
                    <a:pt x="1504073" y="566786"/>
                  </a:lnTo>
                  <a:lnTo>
                    <a:pt x="1432450" y="579053"/>
                  </a:lnTo>
                  <a:lnTo>
                    <a:pt x="1360827" y="590691"/>
                  </a:lnTo>
                  <a:lnTo>
                    <a:pt x="1289205" y="601733"/>
                  </a:lnTo>
                  <a:lnTo>
                    <a:pt x="1217582" y="612209"/>
                  </a:lnTo>
                  <a:lnTo>
                    <a:pt x="1145960" y="622148"/>
                  </a:lnTo>
                  <a:lnTo>
                    <a:pt x="1074337" y="631578"/>
                  </a:lnTo>
                  <a:lnTo>
                    <a:pt x="1002715" y="640525"/>
                  </a:lnTo>
                  <a:lnTo>
                    <a:pt x="931092" y="649013"/>
                  </a:lnTo>
                  <a:lnTo>
                    <a:pt x="859470" y="657066"/>
                  </a:lnTo>
                  <a:lnTo>
                    <a:pt x="787847" y="664707"/>
                  </a:lnTo>
                  <a:lnTo>
                    <a:pt x="716225" y="671956"/>
                  </a:lnTo>
                  <a:lnTo>
                    <a:pt x="644602" y="678834"/>
                  </a:lnTo>
                  <a:lnTo>
                    <a:pt x="572980" y="685359"/>
                  </a:lnTo>
                  <a:lnTo>
                    <a:pt x="501357" y="691550"/>
                  </a:lnTo>
                  <a:lnTo>
                    <a:pt x="429735" y="697424"/>
                  </a:lnTo>
                  <a:lnTo>
                    <a:pt x="358112" y="702996"/>
                  </a:lnTo>
                  <a:lnTo>
                    <a:pt x="286490" y="708284"/>
                  </a:lnTo>
                  <a:lnTo>
                    <a:pt x="214867" y="713300"/>
                  </a:lnTo>
                  <a:lnTo>
                    <a:pt x="143245" y="718059"/>
                  </a:lnTo>
                  <a:lnTo>
                    <a:pt x="71622" y="722574"/>
                  </a:lnTo>
                  <a:lnTo>
                    <a:pt x="0" y="7268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162928"/>
              <a:ext cx="7090630" cy="953822"/>
            </a:xfrm>
            <a:custGeom>
              <a:avLst/>
              <a:pathLst>
                <a:path w="7090630" h="953822">
                  <a:moveTo>
                    <a:pt x="0" y="0"/>
                  </a:moveTo>
                  <a:lnTo>
                    <a:pt x="71622" y="16134"/>
                  </a:lnTo>
                  <a:lnTo>
                    <a:pt x="143245" y="32081"/>
                  </a:lnTo>
                  <a:lnTo>
                    <a:pt x="214867" y="47845"/>
                  </a:lnTo>
                  <a:lnTo>
                    <a:pt x="286490" y="63425"/>
                  </a:lnTo>
                  <a:lnTo>
                    <a:pt x="358112" y="78826"/>
                  </a:lnTo>
                  <a:lnTo>
                    <a:pt x="429735" y="94048"/>
                  </a:lnTo>
                  <a:lnTo>
                    <a:pt x="501357" y="109094"/>
                  </a:lnTo>
                  <a:lnTo>
                    <a:pt x="572980" y="123966"/>
                  </a:lnTo>
                  <a:lnTo>
                    <a:pt x="644602" y="138666"/>
                  </a:lnTo>
                  <a:lnTo>
                    <a:pt x="716225" y="153196"/>
                  </a:lnTo>
                  <a:lnTo>
                    <a:pt x="787847" y="167557"/>
                  </a:lnTo>
                  <a:lnTo>
                    <a:pt x="859470" y="181753"/>
                  </a:lnTo>
                  <a:lnTo>
                    <a:pt x="931092" y="195784"/>
                  </a:lnTo>
                  <a:lnTo>
                    <a:pt x="1002715" y="209653"/>
                  </a:lnTo>
                  <a:lnTo>
                    <a:pt x="1074337" y="223361"/>
                  </a:lnTo>
                  <a:lnTo>
                    <a:pt x="1145960" y="236911"/>
                  </a:lnTo>
                  <a:lnTo>
                    <a:pt x="1217582" y="250304"/>
                  </a:lnTo>
                  <a:lnTo>
                    <a:pt x="1289205" y="263542"/>
                  </a:lnTo>
                  <a:lnTo>
                    <a:pt x="1360827" y="276626"/>
                  </a:lnTo>
                  <a:lnTo>
                    <a:pt x="1432450" y="289560"/>
                  </a:lnTo>
                  <a:lnTo>
                    <a:pt x="1504073" y="302344"/>
                  </a:lnTo>
                  <a:lnTo>
                    <a:pt x="1575695" y="314979"/>
                  </a:lnTo>
                  <a:lnTo>
                    <a:pt x="1647318" y="327469"/>
                  </a:lnTo>
                  <a:lnTo>
                    <a:pt x="1718940" y="339814"/>
                  </a:lnTo>
                  <a:lnTo>
                    <a:pt x="1790563" y="352016"/>
                  </a:lnTo>
                  <a:lnTo>
                    <a:pt x="1862185" y="364077"/>
                  </a:lnTo>
                  <a:lnTo>
                    <a:pt x="1933808" y="375999"/>
                  </a:lnTo>
                  <a:lnTo>
                    <a:pt x="2005430" y="387782"/>
                  </a:lnTo>
                  <a:lnTo>
                    <a:pt x="2077053" y="399429"/>
                  </a:lnTo>
                  <a:lnTo>
                    <a:pt x="2148675" y="410942"/>
                  </a:lnTo>
                  <a:lnTo>
                    <a:pt x="2220298" y="422321"/>
                  </a:lnTo>
                  <a:lnTo>
                    <a:pt x="2291920" y="433568"/>
                  </a:lnTo>
                  <a:lnTo>
                    <a:pt x="2363543" y="444685"/>
                  </a:lnTo>
                  <a:lnTo>
                    <a:pt x="2435165" y="455674"/>
                  </a:lnTo>
                  <a:lnTo>
                    <a:pt x="2506788" y="466536"/>
                  </a:lnTo>
                  <a:lnTo>
                    <a:pt x="2578410" y="477272"/>
                  </a:lnTo>
                  <a:lnTo>
                    <a:pt x="2650033" y="487883"/>
                  </a:lnTo>
                  <a:lnTo>
                    <a:pt x="2721655" y="498372"/>
                  </a:lnTo>
                  <a:lnTo>
                    <a:pt x="2793278" y="508739"/>
                  </a:lnTo>
                  <a:lnTo>
                    <a:pt x="2864901" y="518987"/>
                  </a:lnTo>
                  <a:lnTo>
                    <a:pt x="2936523" y="529116"/>
                  </a:lnTo>
                  <a:lnTo>
                    <a:pt x="3008146" y="539127"/>
                  </a:lnTo>
                  <a:lnTo>
                    <a:pt x="3079768" y="549023"/>
                  </a:lnTo>
                  <a:lnTo>
                    <a:pt x="3151391" y="558805"/>
                  </a:lnTo>
                  <a:lnTo>
                    <a:pt x="3223013" y="568473"/>
                  </a:lnTo>
                  <a:lnTo>
                    <a:pt x="3294636" y="578029"/>
                  </a:lnTo>
                  <a:lnTo>
                    <a:pt x="3366258" y="587475"/>
                  </a:lnTo>
                  <a:lnTo>
                    <a:pt x="3437881" y="596811"/>
                  </a:lnTo>
                  <a:lnTo>
                    <a:pt x="3509503" y="606040"/>
                  </a:lnTo>
                  <a:lnTo>
                    <a:pt x="3581126" y="615161"/>
                  </a:lnTo>
                  <a:lnTo>
                    <a:pt x="3652748" y="624177"/>
                  </a:lnTo>
                  <a:lnTo>
                    <a:pt x="3724371" y="633089"/>
                  </a:lnTo>
                  <a:lnTo>
                    <a:pt x="3795993" y="641897"/>
                  </a:lnTo>
                  <a:lnTo>
                    <a:pt x="3867616" y="650604"/>
                  </a:lnTo>
                  <a:lnTo>
                    <a:pt x="3939238" y="659210"/>
                  </a:lnTo>
                  <a:lnTo>
                    <a:pt x="4010861" y="667716"/>
                  </a:lnTo>
                  <a:lnTo>
                    <a:pt x="4082483" y="676124"/>
                  </a:lnTo>
                  <a:lnTo>
                    <a:pt x="4154106" y="684435"/>
                  </a:lnTo>
                  <a:lnTo>
                    <a:pt x="4225729" y="692649"/>
                  </a:lnTo>
                  <a:lnTo>
                    <a:pt x="4297351" y="700769"/>
                  </a:lnTo>
                  <a:lnTo>
                    <a:pt x="4368974" y="708794"/>
                  </a:lnTo>
                  <a:lnTo>
                    <a:pt x="4440596" y="716727"/>
                  </a:lnTo>
                  <a:lnTo>
                    <a:pt x="4512219" y="724567"/>
                  </a:lnTo>
                  <a:lnTo>
                    <a:pt x="4583841" y="732317"/>
                  </a:lnTo>
                  <a:lnTo>
                    <a:pt x="4655464" y="739978"/>
                  </a:lnTo>
                  <a:lnTo>
                    <a:pt x="4727086" y="747549"/>
                  </a:lnTo>
                  <a:lnTo>
                    <a:pt x="4798709" y="755034"/>
                  </a:lnTo>
                  <a:lnTo>
                    <a:pt x="4870331" y="762431"/>
                  </a:lnTo>
                  <a:lnTo>
                    <a:pt x="4941954" y="769743"/>
                  </a:lnTo>
                  <a:lnTo>
                    <a:pt x="5013576" y="776970"/>
                  </a:lnTo>
                  <a:lnTo>
                    <a:pt x="5085199" y="784114"/>
                  </a:lnTo>
                  <a:lnTo>
                    <a:pt x="5156821" y="791175"/>
                  </a:lnTo>
                  <a:lnTo>
                    <a:pt x="5228444" y="798154"/>
                  </a:lnTo>
                  <a:lnTo>
                    <a:pt x="5300066" y="805053"/>
                  </a:lnTo>
                  <a:lnTo>
                    <a:pt x="5371689" y="811871"/>
                  </a:lnTo>
                  <a:lnTo>
                    <a:pt x="5443311" y="818611"/>
                  </a:lnTo>
                  <a:lnTo>
                    <a:pt x="5514934" y="825273"/>
                  </a:lnTo>
                  <a:lnTo>
                    <a:pt x="5586557" y="831858"/>
                  </a:lnTo>
                  <a:lnTo>
                    <a:pt x="5658179" y="838366"/>
                  </a:lnTo>
                  <a:lnTo>
                    <a:pt x="5729802" y="844799"/>
                  </a:lnTo>
                  <a:lnTo>
                    <a:pt x="5801424" y="851158"/>
                  </a:lnTo>
                  <a:lnTo>
                    <a:pt x="5873047" y="857443"/>
                  </a:lnTo>
                  <a:lnTo>
                    <a:pt x="5944669" y="863656"/>
                  </a:lnTo>
                  <a:lnTo>
                    <a:pt x="6016292" y="869796"/>
                  </a:lnTo>
                  <a:lnTo>
                    <a:pt x="6087914" y="875866"/>
                  </a:lnTo>
                  <a:lnTo>
                    <a:pt x="6159537" y="881865"/>
                  </a:lnTo>
                  <a:lnTo>
                    <a:pt x="6231159" y="887795"/>
                  </a:lnTo>
                  <a:lnTo>
                    <a:pt x="6302782" y="893656"/>
                  </a:lnTo>
                  <a:lnTo>
                    <a:pt x="6374404" y="899450"/>
                  </a:lnTo>
                  <a:lnTo>
                    <a:pt x="6446027" y="905176"/>
                  </a:lnTo>
                  <a:lnTo>
                    <a:pt x="6517649" y="910836"/>
                  </a:lnTo>
                  <a:lnTo>
                    <a:pt x="6589272" y="916431"/>
                  </a:lnTo>
                  <a:lnTo>
                    <a:pt x="6660894" y="921961"/>
                  </a:lnTo>
                  <a:lnTo>
                    <a:pt x="6732517" y="927427"/>
                  </a:lnTo>
                  <a:lnTo>
                    <a:pt x="6804139" y="932829"/>
                  </a:lnTo>
                  <a:lnTo>
                    <a:pt x="6875762" y="938170"/>
                  </a:lnTo>
                  <a:lnTo>
                    <a:pt x="6947385" y="943448"/>
                  </a:lnTo>
                  <a:lnTo>
                    <a:pt x="7019007" y="948665"/>
                  </a:lnTo>
                  <a:lnTo>
                    <a:pt x="7090630" y="95382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1.16 (0.52-2.60), p_Bonf = 1.000 (n = 6)  |  per IQR decline (Δ = 24.5 %): 1.43 (0.20-10.40)  |  IQR: [-22.7, 1.8]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295159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2026-10-09T11:52:52Z</dcterms:modified>
  <cp:category/>
</cp:coreProperties>
</file>