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503"/>
            </a:xfrm>
            <a:custGeom>
              <a:avLst/>
              <a:pathLst>
                <a:path w="7090630" h="3467503">
                  <a:moveTo>
                    <a:pt x="1769792" y="0"/>
                  </a:moveTo>
                  <a:lnTo>
                    <a:pt x="1790563" y="74089"/>
                  </a:lnTo>
                  <a:lnTo>
                    <a:pt x="1862185" y="311754"/>
                  </a:lnTo>
                  <a:lnTo>
                    <a:pt x="1933808" y="532854"/>
                  </a:lnTo>
                  <a:lnTo>
                    <a:pt x="2005430" y="738542"/>
                  </a:lnTo>
                  <a:lnTo>
                    <a:pt x="2077053" y="929892"/>
                  </a:lnTo>
                  <a:lnTo>
                    <a:pt x="2148675" y="1107905"/>
                  </a:lnTo>
                  <a:lnTo>
                    <a:pt x="2220298" y="1273510"/>
                  </a:lnTo>
                  <a:lnTo>
                    <a:pt x="2291920" y="1427572"/>
                  </a:lnTo>
                  <a:lnTo>
                    <a:pt x="2363543" y="1570895"/>
                  </a:lnTo>
                  <a:lnTo>
                    <a:pt x="2435165" y="1704227"/>
                  </a:lnTo>
                  <a:lnTo>
                    <a:pt x="2506788" y="1828266"/>
                  </a:lnTo>
                  <a:lnTo>
                    <a:pt x="2578410" y="1943659"/>
                  </a:lnTo>
                  <a:lnTo>
                    <a:pt x="2650033" y="2051009"/>
                  </a:lnTo>
                  <a:lnTo>
                    <a:pt x="2721655" y="2150876"/>
                  </a:lnTo>
                  <a:lnTo>
                    <a:pt x="2793278" y="2243782"/>
                  </a:lnTo>
                  <a:lnTo>
                    <a:pt x="2864901" y="2330212"/>
                  </a:lnTo>
                  <a:lnTo>
                    <a:pt x="2936523" y="2410618"/>
                  </a:lnTo>
                  <a:lnTo>
                    <a:pt x="3008146" y="2485419"/>
                  </a:lnTo>
                  <a:lnTo>
                    <a:pt x="3079768" y="2555006"/>
                  </a:lnTo>
                  <a:lnTo>
                    <a:pt x="3151391" y="2619742"/>
                  </a:lnTo>
                  <a:lnTo>
                    <a:pt x="3223013" y="2635346"/>
                  </a:lnTo>
                  <a:lnTo>
                    <a:pt x="3294636" y="2590195"/>
                  </a:lnTo>
                  <a:lnTo>
                    <a:pt x="3366258" y="2542640"/>
                  </a:lnTo>
                  <a:lnTo>
                    <a:pt x="3437881" y="2492554"/>
                  </a:lnTo>
                  <a:lnTo>
                    <a:pt x="3509503" y="2439803"/>
                  </a:lnTo>
                  <a:lnTo>
                    <a:pt x="3581126" y="2384244"/>
                  </a:lnTo>
                  <a:lnTo>
                    <a:pt x="3652748" y="2325728"/>
                  </a:lnTo>
                  <a:lnTo>
                    <a:pt x="3724371" y="2264099"/>
                  </a:lnTo>
                  <a:lnTo>
                    <a:pt x="3795993" y="2199189"/>
                  </a:lnTo>
                  <a:lnTo>
                    <a:pt x="3867616" y="2130825"/>
                  </a:lnTo>
                  <a:lnTo>
                    <a:pt x="3939238" y="2058822"/>
                  </a:lnTo>
                  <a:lnTo>
                    <a:pt x="4010861" y="1982987"/>
                  </a:lnTo>
                  <a:lnTo>
                    <a:pt x="4082483" y="1903117"/>
                  </a:lnTo>
                  <a:lnTo>
                    <a:pt x="4154106" y="1818996"/>
                  </a:lnTo>
                  <a:lnTo>
                    <a:pt x="4225729" y="1730398"/>
                  </a:lnTo>
                  <a:lnTo>
                    <a:pt x="4297351" y="1637084"/>
                  </a:lnTo>
                  <a:lnTo>
                    <a:pt x="4368974" y="1538805"/>
                  </a:lnTo>
                  <a:lnTo>
                    <a:pt x="4440596" y="1435295"/>
                  </a:lnTo>
                  <a:lnTo>
                    <a:pt x="4512219" y="1326276"/>
                  </a:lnTo>
                  <a:lnTo>
                    <a:pt x="4583841" y="1211456"/>
                  </a:lnTo>
                  <a:lnTo>
                    <a:pt x="4655464" y="1090524"/>
                  </a:lnTo>
                  <a:lnTo>
                    <a:pt x="4727086" y="963157"/>
                  </a:lnTo>
                  <a:lnTo>
                    <a:pt x="4798709" y="829011"/>
                  </a:lnTo>
                  <a:lnTo>
                    <a:pt x="4870331" y="687726"/>
                  </a:lnTo>
                  <a:lnTo>
                    <a:pt x="4941954" y="538921"/>
                  </a:lnTo>
                  <a:lnTo>
                    <a:pt x="5013576" y="382198"/>
                  </a:lnTo>
                  <a:lnTo>
                    <a:pt x="5085199" y="217133"/>
                  </a:lnTo>
                  <a:lnTo>
                    <a:pt x="5156821" y="43284"/>
                  </a:lnTo>
                  <a:lnTo>
                    <a:pt x="5173753" y="0"/>
                  </a:lnTo>
                  <a:lnTo>
                    <a:pt x="7090630" y="0"/>
                  </a:lnTo>
                  <a:lnTo>
                    <a:pt x="7090630" y="3467503"/>
                  </a:lnTo>
                  <a:lnTo>
                    <a:pt x="7019007" y="3466285"/>
                  </a:lnTo>
                  <a:lnTo>
                    <a:pt x="6947385" y="3464977"/>
                  </a:lnTo>
                  <a:lnTo>
                    <a:pt x="6875762" y="3463571"/>
                  </a:lnTo>
                  <a:lnTo>
                    <a:pt x="6804139" y="3462059"/>
                  </a:lnTo>
                  <a:lnTo>
                    <a:pt x="6732517" y="3460434"/>
                  </a:lnTo>
                  <a:lnTo>
                    <a:pt x="6660894" y="3458688"/>
                  </a:lnTo>
                  <a:lnTo>
                    <a:pt x="6589272" y="3456810"/>
                  </a:lnTo>
                  <a:lnTo>
                    <a:pt x="6517649" y="3454792"/>
                  </a:lnTo>
                  <a:lnTo>
                    <a:pt x="6446027" y="3452622"/>
                  </a:lnTo>
                  <a:lnTo>
                    <a:pt x="6374404" y="3450290"/>
                  </a:lnTo>
                  <a:lnTo>
                    <a:pt x="6302782" y="3447784"/>
                  </a:lnTo>
                  <a:lnTo>
                    <a:pt x="6231159" y="3445089"/>
                  </a:lnTo>
                  <a:lnTo>
                    <a:pt x="6159537" y="3442193"/>
                  </a:lnTo>
                  <a:lnTo>
                    <a:pt x="6087914" y="3439079"/>
                  </a:lnTo>
                  <a:lnTo>
                    <a:pt x="6016292" y="3435732"/>
                  </a:lnTo>
                  <a:lnTo>
                    <a:pt x="5944669" y="3432135"/>
                  </a:lnTo>
                  <a:lnTo>
                    <a:pt x="5873047" y="3428268"/>
                  </a:lnTo>
                  <a:lnTo>
                    <a:pt x="5801424" y="3424111"/>
                  </a:lnTo>
                  <a:lnTo>
                    <a:pt x="5729802" y="3419643"/>
                  </a:lnTo>
                  <a:lnTo>
                    <a:pt x="5658179" y="3414840"/>
                  </a:lnTo>
                  <a:lnTo>
                    <a:pt x="5586557" y="3409677"/>
                  </a:lnTo>
                  <a:lnTo>
                    <a:pt x="5514934" y="3404127"/>
                  </a:lnTo>
                  <a:lnTo>
                    <a:pt x="5443311" y="3398161"/>
                  </a:lnTo>
                  <a:lnTo>
                    <a:pt x="5371689" y="3391749"/>
                  </a:lnTo>
                  <a:lnTo>
                    <a:pt x="5300066" y="3384856"/>
                  </a:lnTo>
                  <a:lnTo>
                    <a:pt x="5228444" y="3377446"/>
                  </a:lnTo>
                  <a:lnTo>
                    <a:pt x="5156821" y="3369482"/>
                  </a:lnTo>
                  <a:lnTo>
                    <a:pt x="5085199" y="3360920"/>
                  </a:lnTo>
                  <a:lnTo>
                    <a:pt x="5013576" y="3351717"/>
                  </a:lnTo>
                  <a:lnTo>
                    <a:pt x="4941954" y="3341825"/>
                  </a:lnTo>
                  <a:lnTo>
                    <a:pt x="4870331" y="3331191"/>
                  </a:lnTo>
                  <a:lnTo>
                    <a:pt x="4798709" y="3319761"/>
                  </a:lnTo>
                  <a:lnTo>
                    <a:pt x="4727086" y="3307474"/>
                  </a:lnTo>
                  <a:lnTo>
                    <a:pt x="4655464" y="3294266"/>
                  </a:lnTo>
                  <a:lnTo>
                    <a:pt x="4583841" y="3280069"/>
                  </a:lnTo>
                  <a:lnTo>
                    <a:pt x="4512219" y="3264809"/>
                  </a:lnTo>
                  <a:lnTo>
                    <a:pt x="4440596" y="3248404"/>
                  </a:lnTo>
                  <a:lnTo>
                    <a:pt x="4368974" y="3230771"/>
                  </a:lnTo>
                  <a:lnTo>
                    <a:pt x="4297351" y="3211817"/>
                  </a:lnTo>
                  <a:lnTo>
                    <a:pt x="4225729" y="3191442"/>
                  </a:lnTo>
                  <a:lnTo>
                    <a:pt x="4154106" y="3169541"/>
                  </a:lnTo>
                  <a:lnTo>
                    <a:pt x="4082483" y="3145998"/>
                  </a:lnTo>
                  <a:lnTo>
                    <a:pt x="4010861" y="3120692"/>
                  </a:lnTo>
                  <a:lnTo>
                    <a:pt x="3939238" y="3093490"/>
                  </a:lnTo>
                  <a:lnTo>
                    <a:pt x="3867616" y="3064249"/>
                  </a:lnTo>
                  <a:lnTo>
                    <a:pt x="3795993" y="3032818"/>
                  </a:lnTo>
                  <a:lnTo>
                    <a:pt x="3724371" y="2999032"/>
                  </a:lnTo>
                  <a:lnTo>
                    <a:pt x="3652748" y="2962714"/>
                  </a:lnTo>
                  <a:lnTo>
                    <a:pt x="3581126" y="2923675"/>
                  </a:lnTo>
                  <a:lnTo>
                    <a:pt x="3509503" y="2881711"/>
                  </a:lnTo>
                  <a:lnTo>
                    <a:pt x="3437881" y="2836602"/>
                  </a:lnTo>
                  <a:lnTo>
                    <a:pt x="3366258" y="2788114"/>
                  </a:lnTo>
                  <a:lnTo>
                    <a:pt x="3294636" y="2735993"/>
                  </a:lnTo>
                  <a:lnTo>
                    <a:pt x="3223013" y="2679967"/>
                  </a:lnTo>
                  <a:lnTo>
                    <a:pt x="3151391" y="2678217"/>
                  </a:lnTo>
                  <a:lnTo>
                    <a:pt x="3079768" y="2718921"/>
                  </a:lnTo>
                  <a:lnTo>
                    <a:pt x="3008146" y="2757568"/>
                  </a:lnTo>
                  <a:lnTo>
                    <a:pt x="2936523" y="2794262"/>
                  </a:lnTo>
                  <a:lnTo>
                    <a:pt x="2864901" y="2829103"/>
                  </a:lnTo>
                  <a:lnTo>
                    <a:pt x="2793278" y="2862182"/>
                  </a:lnTo>
                  <a:lnTo>
                    <a:pt x="2721655" y="2893590"/>
                  </a:lnTo>
                  <a:lnTo>
                    <a:pt x="2650033" y="2923412"/>
                  </a:lnTo>
                  <a:lnTo>
                    <a:pt x="2578410" y="2951726"/>
                  </a:lnTo>
                  <a:lnTo>
                    <a:pt x="2506788" y="2978609"/>
                  </a:lnTo>
                  <a:lnTo>
                    <a:pt x="2435165" y="3004134"/>
                  </a:lnTo>
                  <a:lnTo>
                    <a:pt x="2363543" y="3028369"/>
                  </a:lnTo>
                  <a:lnTo>
                    <a:pt x="2291920" y="3051380"/>
                  </a:lnTo>
                  <a:lnTo>
                    <a:pt x="2220298" y="3073228"/>
                  </a:lnTo>
                  <a:lnTo>
                    <a:pt x="2148675" y="3093972"/>
                  </a:lnTo>
                  <a:lnTo>
                    <a:pt x="2077053" y="3113667"/>
                  </a:lnTo>
                  <a:lnTo>
                    <a:pt x="2005430" y="3132368"/>
                  </a:lnTo>
                  <a:lnTo>
                    <a:pt x="1933808" y="3150123"/>
                  </a:lnTo>
                  <a:lnTo>
                    <a:pt x="1862185" y="3166981"/>
                  </a:lnTo>
                  <a:lnTo>
                    <a:pt x="1790563" y="3182988"/>
                  </a:lnTo>
                  <a:lnTo>
                    <a:pt x="1718940" y="3198185"/>
                  </a:lnTo>
                  <a:lnTo>
                    <a:pt x="1647318" y="3212615"/>
                  </a:lnTo>
                  <a:lnTo>
                    <a:pt x="1575695" y="3226315"/>
                  </a:lnTo>
                  <a:lnTo>
                    <a:pt x="1504073" y="3239324"/>
                  </a:lnTo>
                  <a:lnTo>
                    <a:pt x="1432450" y="3251674"/>
                  </a:lnTo>
                  <a:lnTo>
                    <a:pt x="1360827" y="3263401"/>
                  </a:lnTo>
                  <a:lnTo>
                    <a:pt x="1289205" y="3274535"/>
                  </a:lnTo>
                  <a:lnTo>
                    <a:pt x="1217582" y="3285107"/>
                  </a:lnTo>
                  <a:lnTo>
                    <a:pt x="1145960" y="3295144"/>
                  </a:lnTo>
                  <a:lnTo>
                    <a:pt x="1074337" y="3304675"/>
                  </a:lnTo>
                  <a:lnTo>
                    <a:pt x="1002715" y="3313723"/>
                  </a:lnTo>
                  <a:lnTo>
                    <a:pt x="931092" y="3322315"/>
                  </a:lnTo>
                  <a:lnTo>
                    <a:pt x="859470" y="3330472"/>
                  </a:lnTo>
                  <a:lnTo>
                    <a:pt x="787847" y="3338217"/>
                  </a:lnTo>
                  <a:lnTo>
                    <a:pt x="716225" y="3345571"/>
                  </a:lnTo>
                  <a:lnTo>
                    <a:pt x="644602" y="3352553"/>
                  </a:lnTo>
                  <a:lnTo>
                    <a:pt x="572980" y="3359182"/>
                  </a:lnTo>
                  <a:lnTo>
                    <a:pt x="501357" y="3365477"/>
                  </a:lnTo>
                  <a:lnTo>
                    <a:pt x="429735" y="3371453"/>
                  </a:lnTo>
                  <a:lnTo>
                    <a:pt x="358112" y="3377127"/>
                  </a:lnTo>
                  <a:lnTo>
                    <a:pt x="286490" y="3382515"/>
                  </a:lnTo>
                  <a:lnTo>
                    <a:pt x="214867" y="3387630"/>
                  </a:lnTo>
                  <a:lnTo>
                    <a:pt x="143245" y="3392487"/>
                  </a:lnTo>
                  <a:lnTo>
                    <a:pt x="71622" y="3397098"/>
                  </a:lnTo>
                  <a:lnTo>
                    <a:pt x="0" y="3401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41841" y="2073503"/>
              <a:ext cx="3403961" cy="2635346"/>
            </a:xfrm>
            <a:custGeom>
              <a:avLst/>
              <a:pathLst>
                <a:path w="3403961" h="2635346">
                  <a:moveTo>
                    <a:pt x="0" y="0"/>
                  </a:moveTo>
                  <a:lnTo>
                    <a:pt x="20771" y="74089"/>
                  </a:lnTo>
                  <a:lnTo>
                    <a:pt x="92393" y="311754"/>
                  </a:lnTo>
                  <a:lnTo>
                    <a:pt x="164016" y="532854"/>
                  </a:lnTo>
                  <a:lnTo>
                    <a:pt x="235638" y="738542"/>
                  </a:lnTo>
                  <a:lnTo>
                    <a:pt x="307261" y="929892"/>
                  </a:lnTo>
                  <a:lnTo>
                    <a:pt x="378883" y="1107905"/>
                  </a:lnTo>
                  <a:lnTo>
                    <a:pt x="450506" y="1273510"/>
                  </a:lnTo>
                  <a:lnTo>
                    <a:pt x="522128" y="1427572"/>
                  </a:lnTo>
                  <a:lnTo>
                    <a:pt x="593751" y="1570895"/>
                  </a:lnTo>
                  <a:lnTo>
                    <a:pt x="665373" y="1704227"/>
                  </a:lnTo>
                  <a:lnTo>
                    <a:pt x="736996" y="1828266"/>
                  </a:lnTo>
                  <a:lnTo>
                    <a:pt x="808618" y="1943659"/>
                  </a:lnTo>
                  <a:lnTo>
                    <a:pt x="880241" y="2051009"/>
                  </a:lnTo>
                  <a:lnTo>
                    <a:pt x="951863" y="2150876"/>
                  </a:lnTo>
                  <a:lnTo>
                    <a:pt x="1023486" y="2243782"/>
                  </a:lnTo>
                  <a:lnTo>
                    <a:pt x="1095108" y="2330212"/>
                  </a:lnTo>
                  <a:lnTo>
                    <a:pt x="1166731" y="2410618"/>
                  </a:lnTo>
                  <a:lnTo>
                    <a:pt x="1238354" y="2485419"/>
                  </a:lnTo>
                  <a:lnTo>
                    <a:pt x="1309976" y="2555006"/>
                  </a:lnTo>
                  <a:lnTo>
                    <a:pt x="1381599" y="2619742"/>
                  </a:lnTo>
                  <a:lnTo>
                    <a:pt x="1453221" y="2635346"/>
                  </a:lnTo>
                  <a:lnTo>
                    <a:pt x="1524844" y="2590195"/>
                  </a:lnTo>
                  <a:lnTo>
                    <a:pt x="1596466" y="2542640"/>
                  </a:lnTo>
                  <a:lnTo>
                    <a:pt x="1668089" y="2492554"/>
                  </a:lnTo>
                  <a:lnTo>
                    <a:pt x="1739711" y="2439803"/>
                  </a:lnTo>
                  <a:lnTo>
                    <a:pt x="1811334" y="2384244"/>
                  </a:lnTo>
                  <a:lnTo>
                    <a:pt x="1882956" y="2325728"/>
                  </a:lnTo>
                  <a:lnTo>
                    <a:pt x="1954579" y="2264099"/>
                  </a:lnTo>
                  <a:lnTo>
                    <a:pt x="2026201" y="2199189"/>
                  </a:lnTo>
                  <a:lnTo>
                    <a:pt x="2097824" y="2130825"/>
                  </a:lnTo>
                  <a:lnTo>
                    <a:pt x="2169446" y="2058822"/>
                  </a:lnTo>
                  <a:lnTo>
                    <a:pt x="2241069" y="1982987"/>
                  </a:lnTo>
                  <a:lnTo>
                    <a:pt x="2312691" y="1903117"/>
                  </a:lnTo>
                  <a:lnTo>
                    <a:pt x="2384314" y="1818996"/>
                  </a:lnTo>
                  <a:lnTo>
                    <a:pt x="2455936" y="1730398"/>
                  </a:lnTo>
                  <a:lnTo>
                    <a:pt x="2527559" y="1637084"/>
                  </a:lnTo>
                  <a:lnTo>
                    <a:pt x="2599182" y="1538805"/>
                  </a:lnTo>
                  <a:lnTo>
                    <a:pt x="2670804" y="1435295"/>
                  </a:lnTo>
                  <a:lnTo>
                    <a:pt x="2742427" y="1326276"/>
                  </a:lnTo>
                  <a:lnTo>
                    <a:pt x="2814049" y="1211456"/>
                  </a:lnTo>
                  <a:lnTo>
                    <a:pt x="2885672" y="1090524"/>
                  </a:lnTo>
                  <a:lnTo>
                    <a:pt x="2957294" y="963157"/>
                  </a:lnTo>
                  <a:lnTo>
                    <a:pt x="3028917" y="829011"/>
                  </a:lnTo>
                  <a:lnTo>
                    <a:pt x="3100539" y="687726"/>
                  </a:lnTo>
                  <a:lnTo>
                    <a:pt x="3172162" y="538921"/>
                  </a:lnTo>
                  <a:lnTo>
                    <a:pt x="3243784" y="382198"/>
                  </a:lnTo>
                  <a:lnTo>
                    <a:pt x="3315407" y="217133"/>
                  </a:lnTo>
                  <a:lnTo>
                    <a:pt x="3387029" y="43284"/>
                  </a:lnTo>
                  <a:lnTo>
                    <a:pt x="34039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1720"/>
              <a:ext cx="7090630" cy="789285"/>
            </a:xfrm>
            <a:custGeom>
              <a:avLst/>
              <a:pathLst>
                <a:path w="7090630" h="789285">
                  <a:moveTo>
                    <a:pt x="7090630" y="789285"/>
                  </a:moveTo>
                  <a:lnTo>
                    <a:pt x="7019007" y="788068"/>
                  </a:lnTo>
                  <a:lnTo>
                    <a:pt x="6947385" y="786760"/>
                  </a:lnTo>
                  <a:lnTo>
                    <a:pt x="6875762" y="785354"/>
                  </a:lnTo>
                  <a:lnTo>
                    <a:pt x="6804139" y="783842"/>
                  </a:lnTo>
                  <a:lnTo>
                    <a:pt x="6732517" y="782217"/>
                  </a:lnTo>
                  <a:lnTo>
                    <a:pt x="6660894" y="780470"/>
                  </a:lnTo>
                  <a:lnTo>
                    <a:pt x="6589272" y="778593"/>
                  </a:lnTo>
                  <a:lnTo>
                    <a:pt x="6517649" y="776575"/>
                  </a:lnTo>
                  <a:lnTo>
                    <a:pt x="6446027" y="774405"/>
                  </a:lnTo>
                  <a:lnTo>
                    <a:pt x="6374404" y="772073"/>
                  </a:lnTo>
                  <a:lnTo>
                    <a:pt x="6302782" y="769566"/>
                  </a:lnTo>
                  <a:lnTo>
                    <a:pt x="6231159" y="766872"/>
                  </a:lnTo>
                  <a:lnTo>
                    <a:pt x="6159537" y="763975"/>
                  </a:lnTo>
                  <a:lnTo>
                    <a:pt x="6087914" y="760862"/>
                  </a:lnTo>
                  <a:lnTo>
                    <a:pt x="6016292" y="757515"/>
                  </a:lnTo>
                  <a:lnTo>
                    <a:pt x="5944669" y="753918"/>
                  </a:lnTo>
                  <a:lnTo>
                    <a:pt x="5873047" y="750050"/>
                  </a:lnTo>
                  <a:lnTo>
                    <a:pt x="5801424" y="745894"/>
                  </a:lnTo>
                  <a:lnTo>
                    <a:pt x="5729802" y="741425"/>
                  </a:lnTo>
                  <a:lnTo>
                    <a:pt x="5658179" y="736622"/>
                  </a:lnTo>
                  <a:lnTo>
                    <a:pt x="5586557" y="731459"/>
                  </a:lnTo>
                  <a:lnTo>
                    <a:pt x="5514934" y="725910"/>
                  </a:lnTo>
                  <a:lnTo>
                    <a:pt x="5443311" y="719944"/>
                  </a:lnTo>
                  <a:lnTo>
                    <a:pt x="5371689" y="713531"/>
                  </a:lnTo>
                  <a:lnTo>
                    <a:pt x="5300066" y="706638"/>
                  </a:lnTo>
                  <a:lnTo>
                    <a:pt x="5228444" y="699229"/>
                  </a:lnTo>
                  <a:lnTo>
                    <a:pt x="5156821" y="691264"/>
                  </a:lnTo>
                  <a:lnTo>
                    <a:pt x="5085199" y="682703"/>
                  </a:lnTo>
                  <a:lnTo>
                    <a:pt x="5013576" y="673500"/>
                  </a:lnTo>
                  <a:lnTo>
                    <a:pt x="4941954" y="663607"/>
                  </a:lnTo>
                  <a:lnTo>
                    <a:pt x="4870331" y="652974"/>
                  </a:lnTo>
                  <a:lnTo>
                    <a:pt x="4798709" y="641543"/>
                  </a:lnTo>
                  <a:lnTo>
                    <a:pt x="4727086" y="629257"/>
                  </a:lnTo>
                  <a:lnTo>
                    <a:pt x="4655464" y="616049"/>
                  </a:lnTo>
                  <a:lnTo>
                    <a:pt x="4583841" y="601852"/>
                  </a:lnTo>
                  <a:lnTo>
                    <a:pt x="4512219" y="586591"/>
                  </a:lnTo>
                  <a:lnTo>
                    <a:pt x="4440596" y="570187"/>
                  </a:lnTo>
                  <a:lnTo>
                    <a:pt x="4368974" y="552554"/>
                  </a:lnTo>
                  <a:lnTo>
                    <a:pt x="4297351" y="533599"/>
                  </a:lnTo>
                  <a:lnTo>
                    <a:pt x="4225729" y="513225"/>
                  </a:lnTo>
                  <a:lnTo>
                    <a:pt x="4154106" y="491323"/>
                  </a:lnTo>
                  <a:lnTo>
                    <a:pt x="4082483" y="467781"/>
                  </a:lnTo>
                  <a:lnTo>
                    <a:pt x="4010861" y="442475"/>
                  </a:lnTo>
                  <a:lnTo>
                    <a:pt x="3939238" y="415272"/>
                  </a:lnTo>
                  <a:lnTo>
                    <a:pt x="3867616" y="386032"/>
                  </a:lnTo>
                  <a:lnTo>
                    <a:pt x="3795993" y="354601"/>
                  </a:lnTo>
                  <a:lnTo>
                    <a:pt x="3724371" y="320814"/>
                  </a:lnTo>
                  <a:lnTo>
                    <a:pt x="3652748" y="284496"/>
                  </a:lnTo>
                  <a:lnTo>
                    <a:pt x="3581126" y="245457"/>
                  </a:lnTo>
                  <a:lnTo>
                    <a:pt x="3509503" y="203493"/>
                  </a:lnTo>
                  <a:lnTo>
                    <a:pt x="3437881" y="158385"/>
                  </a:lnTo>
                  <a:lnTo>
                    <a:pt x="3366258" y="109897"/>
                  </a:lnTo>
                  <a:lnTo>
                    <a:pt x="3294636" y="57776"/>
                  </a:lnTo>
                  <a:lnTo>
                    <a:pt x="3223013" y="1749"/>
                  </a:lnTo>
                  <a:lnTo>
                    <a:pt x="3151391" y="0"/>
                  </a:lnTo>
                  <a:lnTo>
                    <a:pt x="3079768" y="40704"/>
                  </a:lnTo>
                  <a:lnTo>
                    <a:pt x="3008146" y="79351"/>
                  </a:lnTo>
                  <a:lnTo>
                    <a:pt x="2936523" y="116045"/>
                  </a:lnTo>
                  <a:lnTo>
                    <a:pt x="2864901" y="150885"/>
                  </a:lnTo>
                  <a:lnTo>
                    <a:pt x="2793278" y="183965"/>
                  </a:lnTo>
                  <a:lnTo>
                    <a:pt x="2721655" y="215373"/>
                  </a:lnTo>
                  <a:lnTo>
                    <a:pt x="2650033" y="245194"/>
                  </a:lnTo>
                  <a:lnTo>
                    <a:pt x="2578410" y="273508"/>
                  </a:lnTo>
                  <a:lnTo>
                    <a:pt x="2506788" y="300392"/>
                  </a:lnTo>
                  <a:lnTo>
                    <a:pt x="2435165" y="325917"/>
                  </a:lnTo>
                  <a:lnTo>
                    <a:pt x="2363543" y="350152"/>
                  </a:lnTo>
                  <a:lnTo>
                    <a:pt x="2291920" y="373163"/>
                  </a:lnTo>
                  <a:lnTo>
                    <a:pt x="2220298" y="395010"/>
                  </a:lnTo>
                  <a:lnTo>
                    <a:pt x="2148675" y="415754"/>
                  </a:lnTo>
                  <a:lnTo>
                    <a:pt x="2077053" y="435450"/>
                  </a:lnTo>
                  <a:lnTo>
                    <a:pt x="2005430" y="454150"/>
                  </a:lnTo>
                  <a:lnTo>
                    <a:pt x="1933808" y="471906"/>
                  </a:lnTo>
                  <a:lnTo>
                    <a:pt x="1862185" y="488764"/>
                  </a:lnTo>
                  <a:lnTo>
                    <a:pt x="1790563" y="504770"/>
                  </a:lnTo>
                  <a:lnTo>
                    <a:pt x="1718940" y="519968"/>
                  </a:lnTo>
                  <a:lnTo>
                    <a:pt x="1647318" y="534398"/>
                  </a:lnTo>
                  <a:lnTo>
                    <a:pt x="1575695" y="548098"/>
                  </a:lnTo>
                  <a:lnTo>
                    <a:pt x="1504073" y="561106"/>
                  </a:lnTo>
                  <a:lnTo>
                    <a:pt x="1432450" y="573457"/>
                  </a:lnTo>
                  <a:lnTo>
                    <a:pt x="1360827" y="585184"/>
                  </a:lnTo>
                  <a:lnTo>
                    <a:pt x="1289205" y="596318"/>
                  </a:lnTo>
                  <a:lnTo>
                    <a:pt x="1217582" y="606890"/>
                  </a:lnTo>
                  <a:lnTo>
                    <a:pt x="1145960" y="616927"/>
                  </a:lnTo>
                  <a:lnTo>
                    <a:pt x="1074337" y="626457"/>
                  </a:lnTo>
                  <a:lnTo>
                    <a:pt x="1002715" y="635506"/>
                  </a:lnTo>
                  <a:lnTo>
                    <a:pt x="931092" y="644097"/>
                  </a:lnTo>
                  <a:lnTo>
                    <a:pt x="859470" y="652255"/>
                  </a:lnTo>
                  <a:lnTo>
                    <a:pt x="787847" y="660000"/>
                  </a:lnTo>
                  <a:lnTo>
                    <a:pt x="716225" y="667353"/>
                  </a:lnTo>
                  <a:lnTo>
                    <a:pt x="644602" y="674336"/>
                  </a:lnTo>
                  <a:lnTo>
                    <a:pt x="572980" y="680965"/>
                  </a:lnTo>
                  <a:lnTo>
                    <a:pt x="501357" y="687259"/>
                  </a:lnTo>
                  <a:lnTo>
                    <a:pt x="429735" y="693236"/>
                  </a:lnTo>
                  <a:lnTo>
                    <a:pt x="358112" y="698910"/>
                  </a:lnTo>
                  <a:lnTo>
                    <a:pt x="286490" y="704297"/>
                  </a:lnTo>
                  <a:lnTo>
                    <a:pt x="214867" y="709413"/>
                  </a:lnTo>
                  <a:lnTo>
                    <a:pt x="143245" y="714270"/>
                  </a:lnTo>
                  <a:lnTo>
                    <a:pt x="71622" y="718881"/>
                  </a:lnTo>
                  <a:lnTo>
                    <a:pt x="0" y="723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50450"/>
              <a:ext cx="7090630" cy="830740"/>
            </a:xfrm>
            <a:custGeom>
              <a:avLst/>
              <a:pathLst>
                <a:path w="7090630" h="830740">
                  <a:moveTo>
                    <a:pt x="0" y="0"/>
                  </a:moveTo>
                  <a:lnTo>
                    <a:pt x="71622" y="13261"/>
                  </a:lnTo>
                  <a:lnTo>
                    <a:pt x="143245" y="26388"/>
                  </a:lnTo>
                  <a:lnTo>
                    <a:pt x="214867" y="39382"/>
                  </a:lnTo>
                  <a:lnTo>
                    <a:pt x="286490" y="52244"/>
                  </a:lnTo>
                  <a:lnTo>
                    <a:pt x="358112" y="64975"/>
                  </a:lnTo>
                  <a:lnTo>
                    <a:pt x="429735" y="77577"/>
                  </a:lnTo>
                  <a:lnTo>
                    <a:pt x="501357" y="90051"/>
                  </a:lnTo>
                  <a:lnTo>
                    <a:pt x="572980" y="102399"/>
                  </a:lnTo>
                  <a:lnTo>
                    <a:pt x="644602" y="114622"/>
                  </a:lnTo>
                  <a:lnTo>
                    <a:pt x="716225" y="126720"/>
                  </a:lnTo>
                  <a:lnTo>
                    <a:pt x="787847" y="138695"/>
                  </a:lnTo>
                  <a:lnTo>
                    <a:pt x="859470" y="150549"/>
                  </a:lnTo>
                  <a:lnTo>
                    <a:pt x="931092" y="162283"/>
                  </a:lnTo>
                  <a:lnTo>
                    <a:pt x="1002715" y="173898"/>
                  </a:lnTo>
                  <a:lnTo>
                    <a:pt x="1074337" y="185395"/>
                  </a:lnTo>
                  <a:lnTo>
                    <a:pt x="1145960" y="196775"/>
                  </a:lnTo>
                  <a:lnTo>
                    <a:pt x="1217582" y="208040"/>
                  </a:lnTo>
                  <a:lnTo>
                    <a:pt x="1289205" y="219190"/>
                  </a:lnTo>
                  <a:lnTo>
                    <a:pt x="1360827" y="230227"/>
                  </a:lnTo>
                  <a:lnTo>
                    <a:pt x="1432450" y="241152"/>
                  </a:lnTo>
                  <a:lnTo>
                    <a:pt x="1504073" y="251966"/>
                  </a:lnTo>
                  <a:lnTo>
                    <a:pt x="1575695" y="262671"/>
                  </a:lnTo>
                  <a:lnTo>
                    <a:pt x="1647318" y="273267"/>
                  </a:lnTo>
                  <a:lnTo>
                    <a:pt x="1718940" y="283755"/>
                  </a:lnTo>
                  <a:lnTo>
                    <a:pt x="1790563" y="294137"/>
                  </a:lnTo>
                  <a:lnTo>
                    <a:pt x="1862185" y="304414"/>
                  </a:lnTo>
                  <a:lnTo>
                    <a:pt x="1933808" y="314586"/>
                  </a:lnTo>
                  <a:lnTo>
                    <a:pt x="2005430" y="324655"/>
                  </a:lnTo>
                  <a:lnTo>
                    <a:pt x="2077053" y="334622"/>
                  </a:lnTo>
                  <a:lnTo>
                    <a:pt x="2148675" y="344488"/>
                  </a:lnTo>
                  <a:lnTo>
                    <a:pt x="2220298" y="354254"/>
                  </a:lnTo>
                  <a:lnTo>
                    <a:pt x="2291920" y="363920"/>
                  </a:lnTo>
                  <a:lnTo>
                    <a:pt x="2363543" y="373489"/>
                  </a:lnTo>
                  <a:lnTo>
                    <a:pt x="2435165" y="382960"/>
                  </a:lnTo>
                  <a:lnTo>
                    <a:pt x="2506788" y="392335"/>
                  </a:lnTo>
                  <a:lnTo>
                    <a:pt x="2578410" y="401615"/>
                  </a:lnTo>
                  <a:lnTo>
                    <a:pt x="2650033" y="410801"/>
                  </a:lnTo>
                  <a:lnTo>
                    <a:pt x="2721655" y="419894"/>
                  </a:lnTo>
                  <a:lnTo>
                    <a:pt x="2793278" y="428894"/>
                  </a:lnTo>
                  <a:lnTo>
                    <a:pt x="2864901" y="437803"/>
                  </a:lnTo>
                  <a:lnTo>
                    <a:pt x="2936523" y="446622"/>
                  </a:lnTo>
                  <a:lnTo>
                    <a:pt x="3008146" y="455351"/>
                  </a:lnTo>
                  <a:lnTo>
                    <a:pt x="3079768" y="463992"/>
                  </a:lnTo>
                  <a:lnTo>
                    <a:pt x="3151391" y="472545"/>
                  </a:lnTo>
                  <a:lnTo>
                    <a:pt x="3223013" y="481011"/>
                  </a:lnTo>
                  <a:lnTo>
                    <a:pt x="3294636" y="489391"/>
                  </a:lnTo>
                  <a:lnTo>
                    <a:pt x="3366258" y="497686"/>
                  </a:lnTo>
                  <a:lnTo>
                    <a:pt x="3437881" y="505897"/>
                  </a:lnTo>
                  <a:lnTo>
                    <a:pt x="3509503" y="514025"/>
                  </a:lnTo>
                  <a:lnTo>
                    <a:pt x="3581126" y="522070"/>
                  </a:lnTo>
                  <a:lnTo>
                    <a:pt x="3652748" y="530033"/>
                  </a:lnTo>
                  <a:lnTo>
                    <a:pt x="3724371" y="537916"/>
                  </a:lnTo>
                  <a:lnTo>
                    <a:pt x="3795993" y="545719"/>
                  </a:lnTo>
                  <a:lnTo>
                    <a:pt x="3867616" y="553442"/>
                  </a:lnTo>
                  <a:lnTo>
                    <a:pt x="3939238" y="561087"/>
                  </a:lnTo>
                  <a:lnTo>
                    <a:pt x="4010861" y="568655"/>
                  </a:lnTo>
                  <a:lnTo>
                    <a:pt x="4082483" y="576146"/>
                  </a:lnTo>
                  <a:lnTo>
                    <a:pt x="4154106" y="583561"/>
                  </a:lnTo>
                  <a:lnTo>
                    <a:pt x="4225729" y="590900"/>
                  </a:lnTo>
                  <a:lnTo>
                    <a:pt x="4297351" y="598165"/>
                  </a:lnTo>
                  <a:lnTo>
                    <a:pt x="4368974" y="605356"/>
                  </a:lnTo>
                  <a:lnTo>
                    <a:pt x="4440596" y="612475"/>
                  </a:lnTo>
                  <a:lnTo>
                    <a:pt x="4512219" y="619521"/>
                  </a:lnTo>
                  <a:lnTo>
                    <a:pt x="4583841" y="626495"/>
                  </a:lnTo>
                  <a:lnTo>
                    <a:pt x="4655464" y="633399"/>
                  </a:lnTo>
                  <a:lnTo>
                    <a:pt x="4727086" y="640233"/>
                  </a:lnTo>
                  <a:lnTo>
                    <a:pt x="4798709" y="646997"/>
                  </a:lnTo>
                  <a:lnTo>
                    <a:pt x="4870331" y="653693"/>
                  </a:lnTo>
                  <a:lnTo>
                    <a:pt x="4941954" y="660321"/>
                  </a:lnTo>
                  <a:lnTo>
                    <a:pt x="5013576" y="666881"/>
                  </a:lnTo>
                  <a:lnTo>
                    <a:pt x="5085199" y="673375"/>
                  </a:lnTo>
                  <a:lnTo>
                    <a:pt x="5156821" y="679803"/>
                  </a:lnTo>
                  <a:lnTo>
                    <a:pt x="5228444" y="686166"/>
                  </a:lnTo>
                  <a:lnTo>
                    <a:pt x="5300066" y="692464"/>
                  </a:lnTo>
                  <a:lnTo>
                    <a:pt x="5371689" y="698699"/>
                  </a:lnTo>
                  <a:lnTo>
                    <a:pt x="5443311" y="704870"/>
                  </a:lnTo>
                  <a:lnTo>
                    <a:pt x="5514934" y="710978"/>
                  </a:lnTo>
                  <a:lnTo>
                    <a:pt x="5586557" y="717025"/>
                  </a:lnTo>
                  <a:lnTo>
                    <a:pt x="5658179" y="723010"/>
                  </a:lnTo>
                  <a:lnTo>
                    <a:pt x="5729802" y="728934"/>
                  </a:lnTo>
                  <a:lnTo>
                    <a:pt x="5801424" y="734798"/>
                  </a:lnTo>
                  <a:lnTo>
                    <a:pt x="5873047" y="740603"/>
                  </a:lnTo>
                  <a:lnTo>
                    <a:pt x="5944669" y="746349"/>
                  </a:lnTo>
                  <a:lnTo>
                    <a:pt x="6016292" y="752036"/>
                  </a:lnTo>
                  <a:lnTo>
                    <a:pt x="6087914" y="757666"/>
                  </a:lnTo>
                  <a:lnTo>
                    <a:pt x="6159537" y="763239"/>
                  </a:lnTo>
                  <a:lnTo>
                    <a:pt x="6231159" y="768755"/>
                  </a:lnTo>
                  <a:lnTo>
                    <a:pt x="6302782" y="774215"/>
                  </a:lnTo>
                  <a:lnTo>
                    <a:pt x="6374404" y="779620"/>
                  </a:lnTo>
                  <a:lnTo>
                    <a:pt x="6446027" y="784970"/>
                  </a:lnTo>
                  <a:lnTo>
                    <a:pt x="6517649" y="790265"/>
                  </a:lnTo>
                  <a:lnTo>
                    <a:pt x="6589272" y="795507"/>
                  </a:lnTo>
                  <a:lnTo>
                    <a:pt x="6660894" y="800696"/>
                  </a:lnTo>
                  <a:lnTo>
                    <a:pt x="6732517" y="805832"/>
                  </a:lnTo>
                  <a:lnTo>
                    <a:pt x="6804139" y="810916"/>
                  </a:lnTo>
                  <a:lnTo>
                    <a:pt x="6875762" y="815948"/>
                  </a:lnTo>
                  <a:lnTo>
                    <a:pt x="6947385" y="820929"/>
                  </a:lnTo>
                  <a:lnTo>
                    <a:pt x="7019007" y="825860"/>
                  </a:lnTo>
                  <a:lnTo>
                    <a:pt x="7090630" y="8307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(0.52-2.49), p_Bonf = 1.000 (n = 6)  |  per IQR decline (Δ = 24.3 %): 1.37 (0.20-9.15)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2026-08-17T08:26:36Z</dcterms:modified>
  <cp:category/>
</cp:coreProperties>
</file>