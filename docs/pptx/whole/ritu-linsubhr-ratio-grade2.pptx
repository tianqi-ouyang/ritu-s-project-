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57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98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08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0433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2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345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107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9796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360601"/>
            </a:xfrm>
            <a:custGeom>
              <a:avLst/>
              <a:pathLst>
                <a:path w="7090630" h="3360601">
                  <a:moveTo>
                    <a:pt x="171213" y="0"/>
                  </a:moveTo>
                  <a:lnTo>
                    <a:pt x="214867" y="73175"/>
                  </a:lnTo>
                  <a:lnTo>
                    <a:pt x="286490" y="189151"/>
                  </a:lnTo>
                  <a:lnTo>
                    <a:pt x="358112" y="301184"/>
                  </a:lnTo>
                  <a:lnTo>
                    <a:pt x="429735" y="409406"/>
                  </a:lnTo>
                  <a:lnTo>
                    <a:pt x="501357" y="513949"/>
                  </a:lnTo>
                  <a:lnTo>
                    <a:pt x="572980" y="614937"/>
                  </a:lnTo>
                  <a:lnTo>
                    <a:pt x="644602" y="712490"/>
                  </a:lnTo>
                  <a:lnTo>
                    <a:pt x="716225" y="806727"/>
                  </a:lnTo>
                  <a:lnTo>
                    <a:pt x="787847" y="897758"/>
                  </a:lnTo>
                  <a:lnTo>
                    <a:pt x="859470" y="985695"/>
                  </a:lnTo>
                  <a:lnTo>
                    <a:pt x="931092" y="1070641"/>
                  </a:lnTo>
                  <a:lnTo>
                    <a:pt x="1002715" y="1152698"/>
                  </a:lnTo>
                  <a:lnTo>
                    <a:pt x="1074337" y="1231965"/>
                  </a:lnTo>
                  <a:lnTo>
                    <a:pt x="1145960" y="1308537"/>
                  </a:lnTo>
                  <a:lnTo>
                    <a:pt x="1217582" y="1382504"/>
                  </a:lnTo>
                  <a:lnTo>
                    <a:pt x="1289205" y="1453957"/>
                  </a:lnTo>
                  <a:lnTo>
                    <a:pt x="1360827" y="1522980"/>
                  </a:lnTo>
                  <a:lnTo>
                    <a:pt x="1432450" y="1589655"/>
                  </a:lnTo>
                  <a:lnTo>
                    <a:pt x="1504073" y="1654064"/>
                  </a:lnTo>
                  <a:lnTo>
                    <a:pt x="1575695" y="1716282"/>
                  </a:lnTo>
                  <a:lnTo>
                    <a:pt x="1647318" y="1776384"/>
                  </a:lnTo>
                  <a:lnTo>
                    <a:pt x="1718940" y="1834443"/>
                  </a:lnTo>
                  <a:lnTo>
                    <a:pt x="1790563" y="1890528"/>
                  </a:lnTo>
                  <a:lnTo>
                    <a:pt x="1862185" y="1944705"/>
                  </a:lnTo>
                  <a:lnTo>
                    <a:pt x="1933808" y="1997040"/>
                  </a:lnTo>
                  <a:lnTo>
                    <a:pt x="2005430" y="2047595"/>
                  </a:lnTo>
                  <a:lnTo>
                    <a:pt x="2077053" y="2096431"/>
                  </a:lnTo>
                  <a:lnTo>
                    <a:pt x="2148675" y="2143607"/>
                  </a:lnTo>
                  <a:lnTo>
                    <a:pt x="2220298" y="2189178"/>
                  </a:lnTo>
                  <a:lnTo>
                    <a:pt x="2291920" y="2233200"/>
                  </a:lnTo>
                  <a:lnTo>
                    <a:pt x="2363543" y="2275724"/>
                  </a:lnTo>
                  <a:lnTo>
                    <a:pt x="2435165" y="2316803"/>
                  </a:lnTo>
                  <a:lnTo>
                    <a:pt x="2506788" y="2356485"/>
                  </a:lnTo>
                  <a:lnTo>
                    <a:pt x="2578410" y="2394817"/>
                  </a:lnTo>
                  <a:lnTo>
                    <a:pt x="2650033" y="2431846"/>
                  </a:lnTo>
                  <a:lnTo>
                    <a:pt x="2721655" y="2467616"/>
                  </a:lnTo>
                  <a:lnTo>
                    <a:pt x="2793278" y="2502169"/>
                  </a:lnTo>
                  <a:lnTo>
                    <a:pt x="2864901" y="2535548"/>
                  </a:lnTo>
                  <a:lnTo>
                    <a:pt x="2936523" y="2567791"/>
                  </a:lnTo>
                  <a:lnTo>
                    <a:pt x="3008146" y="2598938"/>
                  </a:lnTo>
                  <a:lnTo>
                    <a:pt x="3079768" y="2629026"/>
                  </a:lnTo>
                  <a:lnTo>
                    <a:pt x="3151391" y="2655772"/>
                  </a:lnTo>
                  <a:lnTo>
                    <a:pt x="3223013" y="2666886"/>
                  </a:lnTo>
                  <a:lnTo>
                    <a:pt x="3294636" y="2677851"/>
                  </a:lnTo>
                  <a:lnTo>
                    <a:pt x="3366258" y="2688669"/>
                  </a:lnTo>
                  <a:lnTo>
                    <a:pt x="3437881" y="2699341"/>
                  </a:lnTo>
                  <a:lnTo>
                    <a:pt x="3509503" y="2709870"/>
                  </a:lnTo>
                  <a:lnTo>
                    <a:pt x="3581126" y="2720258"/>
                  </a:lnTo>
                  <a:lnTo>
                    <a:pt x="3652748" y="2730506"/>
                  </a:lnTo>
                  <a:lnTo>
                    <a:pt x="3724371" y="2740617"/>
                  </a:lnTo>
                  <a:lnTo>
                    <a:pt x="3795993" y="2750592"/>
                  </a:lnTo>
                  <a:lnTo>
                    <a:pt x="3867616" y="2760433"/>
                  </a:lnTo>
                  <a:lnTo>
                    <a:pt x="3939238" y="2770142"/>
                  </a:lnTo>
                  <a:lnTo>
                    <a:pt x="4010861" y="2779721"/>
                  </a:lnTo>
                  <a:lnTo>
                    <a:pt x="4082483" y="2789171"/>
                  </a:lnTo>
                  <a:lnTo>
                    <a:pt x="4154106" y="2798495"/>
                  </a:lnTo>
                  <a:lnTo>
                    <a:pt x="4225729" y="2807693"/>
                  </a:lnTo>
                  <a:lnTo>
                    <a:pt x="4297351" y="2816768"/>
                  </a:lnTo>
                  <a:lnTo>
                    <a:pt x="4368974" y="2825720"/>
                  </a:lnTo>
                  <a:lnTo>
                    <a:pt x="4440596" y="2834553"/>
                  </a:lnTo>
                  <a:lnTo>
                    <a:pt x="4512219" y="2843267"/>
                  </a:lnTo>
                  <a:lnTo>
                    <a:pt x="4583841" y="2851864"/>
                  </a:lnTo>
                  <a:lnTo>
                    <a:pt x="4655464" y="2860346"/>
                  </a:lnTo>
                  <a:lnTo>
                    <a:pt x="4727086" y="2868714"/>
                  </a:lnTo>
                  <a:lnTo>
                    <a:pt x="4798709" y="2876970"/>
                  </a:lnTo>
                  <a:lnTo>
                    <a:pt x="4870331" y="2885115"/>
                  </a:lnTo>
                  <a:lnTo>
                    <a:pt x="4941954" y="2893150"/>
                  </a:lnTo>
                  <a:lnTo>
                    <a:pt x="5013576" y="2901078"/>
                  </a:lnTo>
                  <a:lnTo>
                    <a:pt x="5085199" y="2908899"/>
                  </a:lnTo>
                  <a:lnTo>
                    <a:pt x="5156821" y="2916615"/>
                  </a:lnTo>
                  <a:lnTo>
                    <a:pt x="5228444" y="2924228"/>
                  </a:lnTo>
                  <a:lnTo>
                    <a:pt x="5300066" y="2931738"/>
                  </a:lnTo>
                  <a:lnTo>
                    <a:pt x="5371689" y="2939148"/>
                  </a:lnTo>
                  <a:lnTo>
                    <a:pt x="5443311" y="2946458"/>
                  </a:lnTo>
                  <a:lnTo>
                    <a:pt x="5514934" y="2953670"/>
                  </a:lnTo>
                  <a:lnTo>
                    <a:pt x="5586557" y="2960785"/>
                  </a:lnTo>
                  <a:lnTo>
                    <a:pt x="5658179" y="2967805"/>
                  </a:lnTo>
                  <a:lnTo>
                    <a:pt x="5729802" y="2974731"/>
                  </a:lnTo>
                  <a:lnTo>
                    <a:pt x="5801424" y="2981563"/>
                  </a:lnTo>
                  <a:lnTo>
                    <a:pt x="5873047" y="2988304"/>
                  </a:lnTo>
                  <a:lnTo>
                    <a:pt x="5944669" y="2994954"/>
                  </a:lnTo>
                  <a:lnTo>
                    <a:pt x="6016292" y="3001515"/>
                  </a:lnTo>
                  <a:lnTo>
                    <a:pt x="6087914" y="3007988"/>
                  </a:lnTo>
                  <a:lnTo>
                    <a:pt x="6159537" y="3014375"/>
                  </a:lnTo>
                  <a:lnTo>
                    <a:pt x="6231159" y="3020675"/>
                  </a:lnTo>
                  <a:lnTo>
                    <a:pt x="6302782" y="3026891"/>
                  </a:lnTo>
                  <a:lnTo>
                    <a:pt x="6374404" y="3033023"/>
                  </a:lnTo>
                  <a:lnTo>
                    <a:pt x="6446027" y="3039073"/>
                  </a:lnTo>
                  <a:lnTo>
                    <a:pt x="6517649" y="3045042"/>
                  </a:lnTo>
                  <a:lnTo>
                    <a:pt x="6589272" y="3050931"/>
                  </a:lnTo>
                  <a:lnTo>
                    <a:pt x="6660894" y="3056741"/>
                  </a:lnTo>
                  <a:lnTo>
                    <a:pt x="6732517" y="3062472"/>
                  </a:lnTo>
                  <a:lnTo>
                    <a:pt x="6804139" y="3068127"/>
                  </a:lnTo>
                  <a:lnTo>
                    <a:pt x="6875762" y="3073706"/>
                  </a:lnTo>
                  <a:lnTo>
                    <a:pt x="6947385" y="3079210"/>
                  </a:lnTo>
                  <a:lnTo>
                    <a:pt x="7019007" y="3084640"/>
                  </a:lnTo>
                  <a:lnTo>
                    <a:pt x="7090630" y="3089997"/>
                  </a:lnTo>
                  <a:lnTo>
                    <a:pt x="7090630" y="3360601"/>
                  </a:lnTo>
                  <a:lnTo>
                    <a:pt x="7019007" y="3356266"/>
                  </a:lnTo>
                  <a:lnTo>
                    <a:pt x="6947385" y="3351778"/>
                  </a:lnTo>
                  <a:lnTo>
                    <a:pt x="6875762" y="3347132"/>
                  </a:lnTo>
                  <a:lnTo>
                    <a:pt x="6804139" y="3342323"/>
                  </a:lnTo>
                  <a:lnTo>
                    <a:pt x="6732517" y="3337345"/>
                  </a:lnTo>
                  <a:lnTo>
                    <a:pt x="6660894" y="3332191"/>
                  </a:lnTo>
                  <a:lnTo>
                    <a:pt x="6589272" y="3326856"/>
                  </a:lnTo>
                  <a:lnTo>
                    <a:pt x="6517649" y="3321334"/>
                  </a:lnTo>
                  <a:lnTo>
                    <a:pt x="6446027" y="3315616"/>
                  </a:lnTo>
                  <a:lnTo>
                    <a:pt x="6374404" y="3309698"/>
                  </a:lnTo>
                  <a:lnTo>
                    <a:pt x="6302782" y="3303571"/>
                  </a:lnTo>
                  <a:lnTo>
                    <a:pt x="6231159" y="3297228"/>
                  </a:lnTo>
                  <a:lnTo>
                    <a:pt x="6159537" y="3290663"/>
                  </a:lnTo>
                  <a:lnTo>
                    <a:pt x="6087914" y="3283866"/>
                  </a:lnTo>
                  <a:lnTo>
                    <a:pt x="6016292" y="3276830"/>
                  </a:lnTo>
                  <a:lnTo>
                    <a:pt x="5944669" y="3269546"/>
                  </a:lnTo>
                  <a:lnTo>
                    <a:pt x="5873047" y="3262005"/>
                  </a:lnTo>
                  <a:lnTo>
                    <a:pt x="5801424" y="3254200"/>
                  </a:lnTo>
                  <a:lnTo>
                    <a:pt x="5729802" y="3246119"/>
                  </a:lnTo>
                  <a:lnTo>
                    <a:pt x="5658179" y="3237754"/>
                  </a:lnTo>
                  <a:lnTo>
                    <a:pt x="5586557" y="3229095"/>
                  </a:lnTo>
                  <a:lnTo>
                    <a:pt x="5514934" y="3220131"/>
                  </a:lnTo>
                  <a:lnTo>
                    <a:pt x="5443311" y="3210851"/>
                  </a:lnTo>
                  <a:lnTo>
                    <a:pt x="5371689" y="3201244"/>
                  </a:lnTo>
                  <a:lnTo>
                    <a:pt x="5300066" y="3191300"/>
                  </a:lnTo>
                  <a:lnTo>
                    <a:pt x="5228444" y="3181005"/>
                  </a:lnTo>
                  <a:lnTo>
                    <a:pt x="5156821" y="3170348"/>
                  </a:lnTo>
                  <a:lnTo>
                    <a:pt x="5085199" y="3159316"/>
                  </a:lnTo>
                  <a:lnTo>
                    <a:pt x="5013576" y="3147895"/>
                  </a:lnTo>
                  <a:lnTo>
                    <a:pt x="4941954" y="3136073"/>
                  </a:lnTo>
                  <a:lnTo>
                    <a:pt x="4870331" y="3123834"/>
                  </a:lnTo>
                  <a:lnTo>
                    <a:pt x="4798709" y="3111164"/>
                  </a:lnTo>
                  <a:lnTo>
                    <a:pt x="4727086" y="3098048"/>
                  </a:lnTo>
                  <a:lnTo>
                    <a:pt x="4655464" y="3084471"/>
                  </a:lnTo>
                  <a:lnTo>
                    <a:pt x="4583841" y="3070416"/>
                  </a:lnTo>
                  <a:lnTo>
                    <a:pt x="4512219" y="3055866"/>
                  </a:lnTo>
                  <a:lnTo>
                    <a:pt x="4440596" y="3040804"/>
                  </a:lnTo>
                  <a:lnTo>
                    <a:pt x="4368974" y="3025211"/>
                  </a:lnTo>
                  <a:lnTo>
                    <a:pt x="4297351" y="3009070"/>
                  </a:lnTo>
                  <a:lnTo>
                    <a:pt x="4225729" y="2992360"/>
                  </a:lnTo>
                  <a:lnTo>
                    <a:pt x="4154106" y="2975063"/>
                  </a:lnTo>
                  <a:lnTo>
                    <a:pt x="4082483" y="2957156"/>
                  </a:lnTo>
                  <a:lnTo>
                    <a:pt x="4010861" y="2938619"/>
                  </a:lnTo>
                  <a:lnTo>
                    <a:pt x="3939238" y="2919429"/>
                  </a:lnTo>
                  <a:lnTo>
                    <a:pt x="3867616" y="2899564"/>
                  </a:lnTo>
                  <a:lnTo>
                    <a:pt x="3795993" y="2879000"/>
                  </a:lnTo>
                  <a:lnTo>
                    <a:pt x="3724371" y="2857712"/>
                  </a:lnTo>
                  <a:lnTo>
                    <a:pt x="3652748" y="2835674"/>
                  </a:lnTo>
                  <a:lnTo>
                    <a:pt x="3581126" y="2812861"/>
                  </a:lnTo>
                  <a:lnTo>
                    <a:pt x="3509503" y="2789244"/>
                  </a:lnTo>
                  <a:lnTo>
                    <a:pt x="3437881" y="2764796"/>
                  </a:lnTo>
                  <a:lnTo>
                    <a:pt x="3366258" y="2739488"/>
                  </a:lnTo>
                  <a:lnTo>
                    <a:pt x="3294636" y="2713289"/>
                  </a:lnTo>
                  <a:lnTo>
                    <a:pt x="3223013" y="2686167"/>
                  </a:lnTo>
                  <a:lnTo>
                    <a:pt x="3151391" y="2658091"/>
                  </a:lnTo>
                  <a:lnTo>
                    <a:pt x="3079768" y="2644507"/>
                  </a:lnTo>
                  <a:lnTo>
                    <a:pt x="3008146" y="2633089"/>
                  </a:lnTo>
                  <a:lnTo>
                    <a:pt x="2936523" y="2621515"/>
                  </a:lnTo>
                  <a:lnTo>
                    <a:pt x="2864901" y="2609784"/>
                  </a:lnTo>
                  <a:lnTo>
                    <a:pt x="2793278" y="2597893"/>
                  </a:lnTo>
                  <a:lnTo>
                    <a:pt x="2721655" y="2585840"/>
                  </a:lnTo>
                  <a:lnTo>
                    <a:pt x="2650033" y="2573624"/>
                  </a:lnTo>
                  <a:lnTo>
                    <a:pt x="2578410" y="2561241"/>
                  </a:lnTo>
                  <a:lnTo>
                    <a:pt x="2506788" y="2548689"/>
                  </a:lnTo>
                  <a:lnTo>
                    <a:pt x="2435165" y="2535967"/>
                  </a:lnTo>
                  <a:lnTo>
                    <a:pt x="2363543" y="2523072"/>
                  </a:lnTo>
                  <a:lnTo>
                    <a:pt x="2291920" y="2510001"/>
                  </a:lnTo>
                  <a:lnTo>
                    <a:pt x="2220298" y="2496753"/>
                  </a:lnTo>
                  <a:lnTo>
                    <a:pt x="2148675" y="2483324"/>
                  </a:lnTo>
                  <a:lnTo>
                    <a:pt x="2077053" y="2469713"/>
                  </a:lnTo>
                  <a:lnTo>
                    <a:pt x="2005430" y="2455916"/>
                  </a:lnTo>
                  <a:lnTo>
                    <a:pt x="1933808" y="2441932"/>
                  </a:lnTo>
                  <a:lnTo>
                    <a:pt x="1862185" y="2427757"/>
                  </a:lnTo>
                  <a:lnTo>
                    <a:pt x="1790563" y="2413390"/>
                  </a:lnTo>
                  <a:lnTo>
                    <a:pt x="1718940" y="2398827"/>
                  </a:lnTo>
                  <a:lnTo>
                    <a:pt x="1647318" y="2384066"/>
                  </a:lnTo>
                  <a:lnTo>
                    <a:pt x="1575695" y="2369104"/>
                  </a:lnTo>
                  <a:lnTo>
                    <a:pt x="1504073" y="2353938"/>
                  </a:lnTo>
                  <a:lnTo>
                    <a:pt x="1432450" y="2338567"/>
                  </a:lnTo>
                  <a:lnTo>
                    <a:pt x="1360827" y="2322986"/>
                  </a:lnTo>
                  <a:lnTo>
                    <a:pt x="1289205" y="2307193"/>
                  </a:lnTo>
                  <a:lnTo>
                    <a:pt x="1217582" y="2291185"/>
                  </a:lnTo>
                  <a:lnTo>
                    <a:pt x="1145960" y="2274959"/>
                  </a:lnTo>
                  <a:lnTo>
                    <a:pt x="1074337" y="2258513"/>
                  </a:lnTo>
                  <a:lnTo>
                    <a:pt x="1002715" y="2241843"/>
                  </a:lnTo>
                  <a:lnTo>
                    <a:pt x="931092" y="2224946"/>
                  </a:lnTo>
                  <a:lnTo>
                    <a:pt x="859470" y="2207819"/>
                  </a:lnTo>
                  <a:lnTo>
                    <a:pt x="787847" y="2190459"/>
                  </a:lnTo>
                  <a:lnTo>
                    <a:pt x="716225" y="2172863"/>
                  </a:lnTo>
                  <a:lnTo>
                    <a:pt x="644602" y="2155028"/>
                  </a:lnTo>
                  <a:lnTo>
                    <a:pt x="572980" y="2136949"/>
                  </a:lnTo>
                  <a:lnTo>
                    <a:pt x="501357" y="2118625"/>
                  </a:lnTo>
                  <a:lnTo>
                    <a:pt x="429735" y="2100052"/>
                  </a:lnTo>
                  <a:lnTo>
                    <a:pt x="358112" y="2081226"/>
                  </a:lnTo>
                  <a:lnTo>
                    <a:pt x="286490" y="2062143"/>
                  </a:lnTo>
                  <a:lnTo>
                    <a:pt x="214867" y="2042802"/>
                  </a:lnTo>
                  <a:lnTo>
                    <a:pt x="143245" y="2023197"/>
                  </a:lnTo>
                  <a:lnTo>
                    <a:pt x="71622" y="2003325"/>
                  </a:lnTo>
                  <a:lnTo>
                    <a:pt x="0" y="198318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43263" y="2073503"/>
              <a:ext cx="6919416" cy="3089997"/>
            </a:xfrm>
            <a:custGeom>
              <a:avLst/>
              <a:pathLst>
                <a:path w="6919416" h="3089997">
                  <a:moveTo>
                    <a:pt x="0" y="0"/>
                  </a:moveTo>
                  <a:lnTo>
                    <a:pt x="43653" y="73175"/>
                  </a:lnTo>
                  <a:lnTo>
                    <a:pt x="115276" y="189151"/>
                  </a:lnTo>
                  <a:lnTo>
                    <a:pt x="186898" y="301184"/>
                  </a:lnTo>
                  <a:lnTo>
                    <a:pt x="258521" y="409406"/>
                  </a:lnTo>
                  <a:lnTo>
                    <a:pt x="330143" y="513949"/>
                  </a:lnTo>
                  <a:lnTo>
                    <a:pt x="401766" y="614937"/>
                  </a:lnTo>
                  <a:lnTo>
                    <a:pt x="473388" y="712490"/>
                  </a:lnTo>
                  <a:lnTo>
                    <a:pt x="545011" y="806727"/>
                  </a:lnTo>
                  <a:lnTo>
                    <a:pt x="616634" y="897758"/>
                  </a:lnTo>
                  <a:lnTo>
                    <a:pt x="688256" y="985695"/>
                  </a:lnTo>
                  <a:lnTo>
                    <a:pt x="759879" y="1070641"/>
                  </a:lnTo>
                  <a:lnTo>
                    <a:pt x="831501" y="1152698"/>
                  </a:lnTo>
                  <a:lnTo>
                    <a:pt x="903124" y="1231965"/>
                  </a:lnTo>
                  <a:lnTo>
                    <a:pt x="974746" y="1308537"/>
                  </a:lnTo>
                  <a:lnTo>
                    <a:pt x="1046369" y="1382504"/>
                  </a:lnTo>
                  <a:lnTo>
                    <a:pt x="1117991" y="1453957"/>
                  </a:lnTo>
                  <a:lnTo>
                    <a:pt x="1189614" y="1522980"/>
                  </a:lnTo>
                  <a:lnTo>
                    <a:pt x="1261236" y="1589655"/>
                  </a:lnTo>
                  <a:lnTo>
                    <a:pt x="1332859" y="1654064"/>
                  </a:lnTo>
                  <a:lnTo>
                    <a:pt x="1404481" y="1716282"/>
                  </a:lnTo>
                  <a:lnTo>
                    <a:pt x="1476104" y="1776384"/>
                  </a:lnTo>
                  <a:lnTo>
                    <a:pt x="1547726" y="1834443"/>
                  </a:lnTo>
                  <a:lnTo>
                    <a:pt x="1619349" y="1890528"/>
                  </a:lnTo>
                  <a:lnTo>
                    <a:pt x="1690971" y="1944705"/>
                  </a:lnTo>
                  <a:lnTo>
                    <a:pt x="1762594" y="1997040"/>
                  </a:lnTo>
                  <a:lnTo>
                    <a:pt x="1834216" y="2047595"/>
                  </a:lnTo>
                  <a:lnTo>
                    <a:pt x="1905839" y="2096431"/>
                  </a:lnTo>
                  <a:lnTo>
                    <a:pt x="1977462" y="2143607"/>
                  </a:lnTo>
                  <a:lnTo>
                    <a:pt x="2049084" y="2189178"/>
                  </a:lnTo>
                  <a:lnTo>
                    <a:pt x="2120707" y="2233200"/>
                  </a:lnTo>
                  <a:lnTo>
                    <a:pt x="2192329" y="2275724"/>
                  </a:lnTo>
                  <a:lnTo>
                    <a:pt x="2263952" y="2316803"/>
                  </a:lnTo>
                  <a:lnTo>
                    <a:pt x="2335574" y="2356485"/>
                  </a:lnTo>
                  <a:lnTo>
                    <a:pt x="2407197" y="2394817"/>
                  </a:lnTo>
                  <a:lnTo>
                    <a:pt x="2478819" y="2431846"/>
                  </a:lnTo>
                  <a:lnTo>
                    <a:pt x="2550442" y="2467616"/>
                  </a:lnTo>
                  <a:lnTo>
                    <a:pt x="2622064" y="2502169"/>
                  </a:lnTo>
                  <a:lnTo>
                    <a:pt x="2693687" y="2535548"/>
                  </a:lnTo>
                  <a:lnTo>
                    <a:pt x="2765309" y="2567791"/>
                  </a:lnTo>
                  <a:lnTo>
                    <a:pt x="2836932" y="2598938"/>
                  </a:lnTo>
                  <a:lnTo>
                    <a:pt x="2908554" y="2629026"/>
                  </a:lnTo>
                  <a:lnTo>
                    <a:pt x="2980177" y="2655772"/>
                  </a:lnTo>
                  <a:lnTo>
                    <a:pt x="3051799" y="2666886"/>
                  </a:lnTo>
                  <a:lnTo>
                    <a:pt x="3123422" y="2677851"/>
                  </a:lnTo>
                  <a:lnTo>
                    <a:pt x="3195044" y="2688669"/>
                  </a:lnTo>
                  <a:lnTo>
                    <a:pt x="3266667" y="2699341"/>
                  </a:lnTo>
                  <a:lnTo>
                    <a:pt x="3338290" y="2709870"/>
                  </a:lnTo>
                  <a:lnTo>
                    <a:pt x="3409912" y="2720258"/>
                  </a:lnTo>
                  <a:lnTo>
                    <a:pt x="3481535" y="2730506"/>
                  </a:lnTo>
                  <a:lnTo>
                    <a:pt x="3553157" y="2740617"/>
                  </a:lnTo>
                  <a:lnTo>
                    <a:pt x="3624780" y="2750592"/>
                  </a:lnTo>
                  <a:lnTo>
                    <a:pt x="3696402" y="2760433"/>
                  </a:lnTo>
                  <a:lnTo>
                    <a:pt x="3768025" y="2770142"/>
                  </a:lnTo>
                  <a:lnTo>
                    <a:pt x="3839647" y="2779721"/>
                  </a:lnTo>
                  <a:lnTo>
                    <a:pt x="3911270" y="2789171"/>
                  </a:lnTo>
                  <a:lnTo>
                    <a:pt x="3982892" y="2798495"/>
                  </a:lnTo>
                  <a:lnTo>
                    <a:pt x="4054515" y="2807693"/>
                  </a:lnTo>
                  <a:lnTo>
                    <a:pt x="4126137" y="2816768"/>
                  </a:lnTo>
                  <a:lnTo>
                    <a:pt x="4197760" y="2825720"/>
                  </a:lnTo>
                  <a:lnTo>
                    <a:pt x="4269382" y="2834553"/>
                  </a:lnTo>
                  <a:lnTo>
                    <a:pt x="4341005" y="2843267"/>
                  </a:lnTo>
                  <a:lnTo>
                    <a:pt x="4412627" y="2851864"/>
                  </a:lnTo>
                  <a:lnTo>
                    <a:pt x="4484250" y="2860346"/>
                  </a:lnTo>
                  <a:lnTo>
                    <a:pt x="4555872" y="2868714"/>
                  </a:lnTo>
                  <a:lnTo>
                    <a:pt x="4627495" y="2876970"/>
                  </a:lnTo>
                  <a:lnTo>
                    <a:pt x="4699118" y="2885115"/>
                  </a:lnTo>
                  <a:lnTo>
                    <a:pt x="4770740" y="2893150"/>
                  </a:lnTo>
                  <a:lnTo>
                    <a:pt x="4842363" y="2901078"/>
                  </a:lnTo>
                  <a:lnTo>
                    <a:pt x="4913985" y="2908899"/>
                  </a:lnTo>
                  <a:lnTo>
                    <a:pt x="4985608" y="2916615"/>
                  </a:lnTo>
                  <a:lnTo>
                    <a:pt x="5057230" y="2924228"/>
                  </a:lnTo>
                  <a:lnTo>
                    <a:pt x="5128853" y="2931738"/>
                  </a:lnTo>
                  <a:lnTo>
                    <a:pt x="5200475" y="2939148"/>
                  </a:lnTo>
                  <a:lnTo>
                    <a:pt x="5272098" y="2946458"/>
                  </a:lnTo>
                  <a:lnTo>
                    <a:pt x="5343720" y="2953670"/>
                  </a:lnTo>
                  <a:lnTo>
                    <a:pt x="5415343" y="2960785"/>
                  </a:lnTo>
                  <a:lnTo>
                    <a:pt x="5486965" y="2967805"/>
                  </a:lnTo>
                  <a:lnTo>
                    <a:pt x="5558588" y="2974731"/>
                  </a:lnTo>
                  <a:lnTo>
                    <a:pt x="5630210" y="2981563"/>
                  </a:lnTo>
                  <a:lnTo>
                    <a:pt x="5701833" y="2988304"/>
                  </a:lnTo>
                  <a:lnTo>
                    <a:pt x="5773455" y="2994954"/>
                  </a:lnTo>
                  <a:lnTo>
                    <a:pt x="5845078" y="3001515"/>
                  </a:lnTo>
                  <a:lnTo>
                    <a:pt x="5916700" y="3007988"/>
                  </a:lnTo>
                  <a:lnTo>
                    <a:pt x="5988323" y="3014375"/>
                  </a:lnTo>
                  <a:lnTo>
                    <a:pt x="6059946" y="3020675"/>
                  </a:lnTo>
                  <a:lnTo>
                    <a:pt x="6131568" y="3026891"/>
                  </a:lnTo>
                  <a:lnTo>
                    <a:pt x="6203191" y="3033023"/>
                  </a:lnTo>
                  <a:lnTo>
                    <a:pt x="6274813" y="3039073"/>
                  </a:lnTo>
                  <a:lnTo>
                    <a:pt x="6346436" y="3045042"/>
                  </a:lnTo>
                  <a:lnTo>
                    <a:pt x="6418058" y="3050931"/>
                  </a:lnTo>
                  <a:lnTo>
                    <a:pt x="6489681" y="3056741"/>
                  </a:lnTo>
                  <a:lnTo>
                    <a:pt x="6561303" y="3062472"/>
                  </a:lnTo>
                  <a:lnTo>
                    <a:pt x="6632926" y="3068127"/>
                  </a:lnTo>
                  <a:lnTo>
                    <a:pt x="6704548" y="3073706"/>
                  </a:lnTo>
                  <a:lnTo>
                    <a:pt x="6776171" y="3079210"/>
                  </a:lnTo>
                  <a:lnTo>
                    <a:pt x="6847793" y="3084640"/>
                  </a:lnTo>
                  <a:lnTo>
                    <a:pt x="6919416" y="308999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056686"/>
              <a:ext cx="7090630" cy="1377417"/>
            </a:xfrm>
            <a:custGeom>
              <a:avLst/>
              <a:pathLst>
                <a:path w="7090630" h="1377417">
                  <a:moveTo>
                    <a:pt x="7090630" y="1377417"/>
                  </a:moveTo>
                  <a:lnTo>
                    <a:pt x="7019007" y="1373083"/>
                  </a:lnTo>
                  <a:lnTo>
                    <a:pt x="6947385" y="1368595"/>
                  </a:lnTo>
                  <a:lnTo>
                    <a:pt x="6875762" y="1363949"/>
                  </a:lnTo>
                  <a:lnTo>
                    <a:pt x="6804139" y="1359140"/>
                  </a:lnTo>
                  <a:lnTo>
                    <a:pt x="6732517" y="1354162"/>
                  </a:lnTo>
                  <a:lnTo>
                    <a:pt x="6660894" y="1349008"/>
                  </a:lnTo>
                  <a:lnTo>
                    <a:pt x="6589272" y="1343673"/>
                  </a:lnTo>
                  <a:lnTo>
                    <a:pt x="6517649" y="1338150"/>
                  </a:lnTo>
                  <a:lnTo>
                    <a:pt x="6446027" y="1332433"/>
                  </a:lnTo>
                  <a:lnTo>
                    <a:pt x="6374404" y="1326515"/>
                  </a:lnTo>
                  <a:lnTo>
                    <a:pt x="6302782" y="1320388"/>
                  </a:lnTo>
                  <a:lnTo>
                    <a:pt x="6231159" y="1314045"/>
                  </a:lnTo>
                  <a:lnTo>
                    <a:pt x="6159537" y="1307480"/>
                  </a:lnTo>
                  <a:lnTo>
                    <a:pt x="6087914" y="1300683"/>
                  </a:lnTo>
                  <a:lnTo>
                    <a:pt x="6016292" y="1293646"/>
                  </a:lnTo>
                  <a:lnTo>
                    <a:pt x="5944669" y="1286363"/>
                  </a:lnTo>
                  <a:lnTo>
                    <a:pt x="5873047" y="1278822"/>
                  </a:lnTo>
                  <a:lnTo>
                    <a:pt x="5801424" y="1271017"/>
                  </a:lnTo>
                  <a:lnTo>
                    <a:pt x="5729802" y="1262936"/>
                  </a:lnTo>
                  <a:lnTo>
                    <a:pt x="5658179" y="1254571"/>
                  </a:lnTo>
                  <a:lnTo>
                    <a:pt x="5586557" y="1245912"/>
                  </a:lnTo>
                  <a:lnTo>
                    <a:pt x="5514934" y="1236948"/>
                  </a:lnTo>
                  <a:lnTo>
                    <a:pt x="5443311" y="1227668"/>
                  </a:lnTo>
                  <a:lnTo>
                    <a:pt x="5371689" y="1218061"/>
                  </a:lnTo>
                  <a:lnTo>
                    <a:pt x="5300066" y="1208117"/>
                  </a:lnTo>
                  <a:lnTo>
                    <a:pt x="5228444" y="1197822"/>
                  </a:lnTo>
                  <a:lnTo>
                    <a:pt x="5156821" y="1187165"/>
                  </a:lnTo>
                  <a:lnTo>
                    <a:pt x="5085199" y="1176133"/>
                  </a:lnTo>
                  <a:lnTo>
                    <a:pt x="5013576" y="1164712"/>
                  </a:lnTo>
                  <a:lnTo>
                    <a:pt x="4941954" y="1152889"/>
                  </a:lnTo>
                  <a:lnTo>
                    <a:pt x="4870331" y="1140651"/>
                  </a:lnTo>
                  <a:lnTo>
                    <a:pt x="4798709" y="1127981"/>
                  </a:lnTo>
                  <a:lnTo>
                    <a:pt x="4727086" y="1114865"/>
                  </a:lnTo>
                  <a:lnTo>
                    <a:pt x="4655464" y="1101288"/>
                  </a:lnTo>
                  <a:lnTo>
                    <a:pt x="4583841" y="1087233"/>
                  </a:lnTo>
                  <a:lnTo>
                    <a:pt x="4512219" y="1072683"/>
                  </a:lnTo>
                  <a:lnTo>
                    <a:pt x="4440596" y="1057621"/>
                  </a:lnTo>
                  <a:lnTo>
                    <a:pt x="4368974" y="1042028"/>
                  </a:lnTo>
                  <a:lnTo>
                    <a:pt x="4297351" y="1025887"/>
                  </a:lnTo>
                  <a:lnTo>
                    <a:pt x="4225729" y="1009177"/>
                  </a:lnTo>
                  <a:lnTo>
                    <a:pt x="4154106" y="991880"/>
                  </a:lnTo>
                  <a:lnTo>
                    <a:pt x="4082483" y="973973"/>
                  </a:lnTo>
                  <a:lnTo>
                    <a:pt x="4010861" y="955436"/>
                  </a:lnTo>
                  <a:lnTo>
                    <a:pt x="3939238" y="936246"/>
                  </a:lnTo>
                  <a:lnTo>
                    <a:pt x="3867616" y="916381"/>
                  </a:lnTo>
                  <a:lnTo>
                    <a:pt x="3795993" y="895817"/>
                  </a:lnTo>
                  <a:lnTo>
                    <a:pt x="3724371" y="874529"/>
                  </a:lnTo>
                  <a:lnTo>
                    <a:pt x="3652748" y="852491"/>
                  </a:lnTo>
                  <a:lnTo>
                    <a:pt x="3581126" y="829678"/>
                  </a:lnTo>
                  <a:lnTo>
                    <a:pt x="3509503" y="806061"/>
                  </a:lnTo>
                  <a:lnTo>
                    <a:pt x="3437881" y="781613"/>
                  </a:lnTo>
                  <a:lnTo>
                    <a:pt x="3366258" y="756305"/>
                  </a:lnTo>
                  <a:lnTo>
                    <a:pt x="3294636" y="730106"/>
                  </a:lnTo>
                  <a:lnTo>
                    <a:pt x="3223013" y="702984"/>
                  </a:lnTo>
                  <a:lnTo>
                    <a:pt x="3151391" y="674908"/>
                  </a:lnTo>
                  <a:lnTo>
                    <a:pt x="3079768" y="661324"/>
                  </a:lnTo>
                  <a:lnTo>
                    <a:pt x="3008146" y="649906"/>
                  </a:lnTo>
                  <a:lnTo>
                    <a:pt x="2936523" y="638332"/>
                  </a:lnTo>
                  <a:lnTo>
                    <a:pt x="2864901" y="626601"/>
                  </a:lnTo>
                  <a:lnTo>
                    <a:pt x="2793278" y="614710"/>
                  </a:lnTo>
                  <a:lnTo>
                    <a:pt x="2721655" y="602657"/>
                  </a:lnTo>
                  <a:lnTo>
                    <a:pt x="2650033" y="590440"/>
                  </a:lnTo>
                  <a:lnTo>
                    <a:pt x="2578410" y="578058"/>
                  </a:lnTo>
                  <a:lnTo>
                    <a:pt x="2506788" y="565506"/>
                  </a:lnTo>
                  <a:lnTo>
                    <a:pt x="2435165" y="552784"/>
                  </a:lnTo>
                  <a:lnTo>
                    <a:pt x="2363543" y="539889"/>
                  </a:lnTo>
                  <a:lnTo>
                    <a:pt x="2291920" y="526818"/>
                  </a:lnTo>
                  <a:lnTo>
                    <a:pt x="2220298" y="513570"/>
                  </a:lnTo>
                  <a:lnTo>
                    <a:pt x="2148675" y="500141"/>
                  </a:lnTo>
                  <a:lnTo>
                    <a:pt x="2077053" y="486530"/>
                  </a:lnTo>
                  <a:lnTo>
                    <a:pt x="2005430" y="472733"/>
                  </a:lnTo>
                  <a:lnTo>
                    <a:pt x="1933808" y="458749"/>
                  </a:lnTo>
                  <a:lnTo>
                    <a:pt x="1862185" y="444574"/>
                  </a:lnTo>
                  <a:lnTo>
                    <a:pt x="1790563" y="430207"/>
                  </a:lnTo>
                  <a:lnTo>
                    <a:pt x="1718940" y="415644"/>
                  </a:lnTo>
                  <a:lnTo>
                    <a:pt x="1647318" y="400883"/>
                  </a:lnTo>
                  <a:lnTo>
                    <a:pt x="1575695" y="385921"/>
                  </a:lnTo>
                  <a:lnTo>
                    <a:pt x="1504073" y="370755"/>
                  </a:lnTo>
                  <a:lnTo>
                    <a:pt x="1432450" y="355384"/>
                  </a:lnTo>
                  <a:lnTo>
                    <a:pt x="1360827" y="339803"/>
                  </a:lnTo>
                  <a:lnTo>
                    <a:pt x="1289205" y="324010"/>
                  </a:lnTo>
                  <a:lnTo>
                    <a:pt x="1217582" y="308002"/>
                  </a:lnTo>
                  <a:lnTo>
                    <a:pt x="1145960" y="291776"/>
                  </a:lnTo>
                  <a:lnTo>
                    <a:pt x="1074337" y="275330"/>
                  </a:lnTo>
                  <a:lnTo>
                    <a:pt x="1002715" y="258660"/>
                  </a:lnTo>
                  <a:lnTo>
                    <a:pt x="931092" y="241763"/>
                  </a:lnTo>
                  <a:lnTo>
                    <a:pt x="859470" y="224636"/>
                  </a:lnTo>
                  <a:lnTo>
                    <a:pt x="787847" y="207276"/>
                  </a:lnTo>
                  <a:lnTo>
                    <a:pt x="716225" y="189680"/>
                  </a:lnTo>
                  <a:lnTo>
                    <a:pt x="644602" y="171844"/>
                  </a:lnTo>
                  <a:lnTo>
                    <a:pt x="572980" y="153766"/>
                  </a:lnTo>
                  <a:lnTo>
                    <a:pt x="501357" y="135442"/>
                  </a:lnTo>
                  <a:lnTo>
                    <a:pt x="429735" y="116869"/>
                  </a:lnTo>
                  <a:lnTo>
                    <a:pt x="358112" y="98043"/>
                  </a:lnTo>
                  <a:lnTo>
                    <a:pt x="286490" y="78960"/>
                  </a:lnTo>
                  <a:lnTo>
                    <a:pt x="214867" y="59618"/>
                  </a:lnTo>
                  <a:lnTo>
                    <a:pt x="143245" y="40013"/>
                  </a:lnTo>
                  <a:lnTo>
                    <a:pt x="71622" y="2014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3174500"/>
              <a:ext cx="7090630" cy="2162548"/>
            </a:xfrm>
            <a:custGeom>
              <a:avLst/>
              <a:pathLst>
                <a:path w="7090630" h="2162548">
                  <a:moveTo>
                    <a:pt x="0" y="0"/>
                  </a:moveTo>
                  <a:lnTo>
                    <a:pt x="71622" y="56633"/>
                  </a:lnTo>
                  <a:lnTo>
                    <a:pt x="143245" y="111921"/>
                  </a:lnTo>
                  <a:lnTo>
                    <a:pt x="214867" y="165894"/>
                  </a:lnTo>
                  <a:lnTo>
                    <a:pt x="286490" y="218585"/>
                  </a:lnTo>
                  <a:lnTo>
                    <a:pt x="358112" y="270023"/>
                  </a:lnTo>
                  <a:lnTo>
                    <a:pt x="429735" y="320239"/>
                  </a:lnTo>
                  <a:lnTo>
                    <a:pt x="501357" y="369261"/>
                  </a:lnTo>
                  <a:lnTo>
                    <a:pt x="572980" y="417118"/>
                  </a:lnTo>
                  <a:lnTo>
                    <a:pt x="644602" y="463838"/>
                  </a:lnTo>
                  <a:lnTo>
                    <a:pt x="716225" y="509447"/>
                  </a:lnTo>
                  <a:lnTo>
                    <a:pt x="787847" y="553972"/>
                  </a:lnTo>
                  <a:lnTo>
                    <a:pt x="859470" y="597439"/>
                  </a:lnTo>
                  <a:lnTo>
                    <a:pt x="931092" y="639872"/>
                  </a:lnTo>
                  <a:lnTo>
                    <a:pt x="1002715" y="681298"/>
                  </a:lnTo>
                  <a:lnTo>
                    <a:pt x="1074337" y="721738"/>
                  </a:lnTo>
                  <a:lnTo>
                    <a:pt x="1145960" y="761217"/>
                  </a:lnTo>
                  <a:lnTo>
                    <a:pt x="1217582" y="799758"/>
                  </a:lnTo>
                  <a:lnTo>
                    <a:pt x="1289205" y="837383"/>
                  </a:lnTo>
                  <a:lnTo>
                    <a:pt x="1360827" y="874114"/>
                  </a:lnTo>
                  <a:lnTo>
                    <a:pt x="1432450" y="909971"/>
                  </a:lnTo>
                  <a:lnTo>
                    <a:pt x="1504073" y="944977"/>
                  </a:lnTo>
                  <a:lnTo>
                    <a:pt x="1575695" y="979150"/>
                  </a:lnTo>
                  <a:lnTo>
                    <a:pt x="1647318" y="1012511"/>
                  </a:lnTo>
                  <a:lnTo>
                    <a:pt x="1718940" y="1045079"/>
                  </a:lnTo>
                  <a:lnTo>
                    <a:pt x="1790563" y="1076873"/>
                  </a:lnTo>
                  <a:lnTo>
                    <a:pt x="1862185" y="1107911"/>
                  </a:lnTo>
                  <a:lnTo>
                    <a:pt x="1933808" y="1138212"/>
                  </a:lnTo>
                  <a:lnTo>
                    <a:pt x="2005430" y="1167792"/>
                  </a:lnTo>
                  <a:lnTo>
                    <a:pt x="2077053" y="1196670"/>
                  </a:lnTo>
                  <a:lnTo>
                    <a:pt x="2148675" y="1224861"/>
                  </a:lnTo>
                  <a:lnTo>
                    <a:pt x="2220298" y="1252382"/>
                  </a:lnTo>
                  <a:lnTo>
                    <a:pt x="2291920" y="1279249"/>
                  </a:lnTo>
                  <a:lnTo>
                    <a:pt x="2363543" y="1305477"/>
                  </a:lnTo>
                  <a:lnTo>
                    <a:pt x="2435165" y="1331082"/>
                  </a:lnTo>
                  <a:lnTo>
                    <a:pt x="2506788" y="1356078"/>
                  </a:lnTo>
                  <a:lnTo>
                    <a:pt x="2578410" y="1380480"/>
                  </a:lnTo>
                  <a:lnTo>
                    <a:pt x="2650033" y="1404302"/>
                  </a:lnTo>
                  <a:lnTo>
                    <a:pt x="2721655" y="1427558"/>
                  </a:lnTo>
                  <a:lnTo>
                    <a:pt x="2793278" y="1450261"/>
                  </a:lnTo>
                  <a:lnTo>
                    <a:pt x="2864901" y="1472425"/>
                  </a:lnTo>
                  <a:lnTo>
                    <a:pt x="2936523" y="1494062"/>
                  </a:lnTo>
                  <a:lnTo>
                    <a:pt x="3008146" y="1515184"/>
                  </a:lnTo>
                  <a:lnTo>
                    <a:pt x="3079768" y="1535805"/>
                  </a:lnTo>
                  <a:lnTo>
                    <a:pt x="3151391" y="1555935"/>
                  </a:lnTo>
                  <a:lnTo>
                    <a:pt x="3223013" y="1575587"/>
                  </a:lnTo>
                  <a:lnTo>
                    <a:pt x="3294636" y="1594772"/>
                  </a:lnTo>
                  <a:lnTo>
                    <a:pt x="3366258" y="1613501"/>
                  </a:lnTo>
                  <a:lnTo>
                    <a:pt x="3437881" y="1631784"/>
                  </a:lnTo>
                  <a:lnTo>
                    <a:pt x="3509503" y="1649633"/>
                  </a:lnTo>
                  <a:lnTo>
                    <a:pt x="3581126" y="1667058"/>
                  </a:lnTo>
                  <a:lnTo>
                    <a:pt x="3652748" y="1684069"/>
                  </a:lnTo>
                  <a:lnTo>
                    <a:pt x="3724371" y="1700675"/>
                  </a:lnTo>
                  <a:lnTo>
                    <a:pt x="3795993" y="1716887"/>
                  </a:lnTo>
                  <a:lnTo>
                    <a:pt x="3867616" y="1732713"/>
                  </a:lnTo>
                  <a:lnTo>
                    <a:pt x="3939238" y="1748164"/>
                  </a:lnTo>
                  <a:lnTo>
                    <a:pt x="4010861" y="1763247"/>
                  </a:lnTo>
                  <a:lnTo>
                    <a:pt x="4082483" y="1777971"/>
                  </a:lnTo>
                  <a:lnTo>
                    <a:pt x="4154106" y="1792345"/>
                  </a:lnTo>
                  <a:lnTo>
                    <a:pt x="4225729" y="1806378"/>
                  </a:lnTo>
                  <a:lnTo>
                    <a:pt x="4297351" y="1820078"/>
                  </a:lnTo>
                  <a:lnTo>
                    <a:pt x="4368974" y="1833451"/>
                  </a:lnTo>
                  <a:lnTo>
                    <a:pt x="4440596" y="1846507"/>
                  </a:lnTo>
                  <a:lnTo>
                    <a:pt x="4512219" y="1859253"/>
                  </a:lnTo>
                  <a:lnTo>
                    <a:pt x="4583841" y="1871695"/>
                  </a:lnTo>
                  <a:lnTo>
                    <a:pt x="4655464" y="1883842"/>
                  </a:lnTo>
                  <a:lnTo>
                    <a:pt x="4727086" y="1895700"/>
                  </a:lnTo>
                  <a:lnTo>
                    <a:pt x="4798709" y="1907277"/>
                  </a:lnTo>
                  <a:lnTo>
                    <a:pt x="4870331" y="1918578"/>
                  </a:lnTo>
                  <a:lnTo>
                    <a:pt x="4941954" y="1929610"/>
                  </a:lnTo>
                  <a:lnTo>
                    <a:pt x="5013576" y="1940381"/>
                  </a:lnTo>
                  <a:lnTo>
                    <a:pt x="5085199" y="1950895"/>
                  </a:lnTo>
                  <a:lnTo>
                    <a:pt x="5156821" y="1961159"/>
                  </a:lnTo>
                  <a:lnTo>
                    <a:pt x="5228444" y="1971180"/>
                  </a:lnTo>
                  <a:lnTo>
                    <a:pt x="5300066" y="1980962"/>
                  </a:lnTo>
                  <a:lnTo>
                    <a:pt x="5371689" y="1990512"/>
                  </a:lnTo>
                  <a:lnTo>
                    <a:pt x="5443311" y="1999834"/>
                  </a:lnTo>
                  <a:lnTo>
                    <a:pt x="5514934" y="2008936"/>
                  </a:lnTo>
                  <a:lnTo>
                    <a:pt x="5586557" y="2017821"/>
                  </a:lnTo>
                  <a:lnTo>
                    <a:pt x="5658179" y="2026494"/>
                  </a:lnTo>
                  <a:lnTo>
                    <a:pt x="5729802" y="2034962"/>
                  </a:lnTo>
                  <a:lnTo>
                    <a:pt x="5801424" y="2043228"/>
                  </a:lnTo>
                  <a:lnTo>
                    <a:pt x="5873047" y="2051298"/>
                  </a:lnTo>
                  <a:lnTo>
                    <a:pt x="5944669" y="2059176"/>
                  </a:lnTo>
                  <a:lnTo>
                    <a:pt x="6016292" y="2066867"/>
                  </a:lnTo>
                  <a:lnTo>
                    <a:pt x="6087914" y="2074375"/>
                  </a:lnTo>
                  <a:lnTo>
                    <a:pt x="6159537" y="2081704"/>
                  </a:lnTo>
                  <a:lnTo>
                    <a:pt x="6231159" y="2088859"/>
                  </a:lnTo>
                  <a:lnTo>
                    <a:pt x="6302782" y="2095845"/>
                  </a:lnTo>
                  <a:lnTo>
                    <a:pt x="6374404" y="2102664"/>
                  </a:lnTo>
                  <a:lnTo>
                    <a:pt x="6446027" y="2109321"/>
                  </a:lnTo>
                  <a:lnTo>
                    <a:pt x="6517649" y="2115820"/>
                  </a:lnTo>
                  <a:lnTo>
                    <a:pt x="6589272" y="2122164"/>
                  </a:lnTo>
                  <a:lnTo>
                    <a:pt x="6660894" y="2128358"/>
                  </a:lnTo>
                  <a:lnTo>
                    <a:pt x="6732517" y="2134404"/>
                  </a:lnTo>
                  <a:lnTo>
                    <a:pt x="6804139" y="2140307"/>
                  </a:lnTo>
                  <a:lnTo>
                    <a:pt x="6875762" y="2146070"/>
                  </a:lnTo>
                  <a:lnTo>
                    <a:pt x="6947385" y="2151695"/>
                  </a:lnTo>
                  <a:lnTo>
                    <a:pt x="7019007" y="2157187"/>
                  </a:lnTo>
                  <a:lnTo>
                    <a:pt x="7090630" y="216254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3139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121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2034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0449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91749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1.37 (1.19-1.57), p_Bonf = &lt;0.001 (n = 6)  |  per IQR decline (Δ = 25.8 %): 2.25 (1.58-3.21)  |  IQR: [-10.6, 15.2]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18063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2026-10-09T13:14:07Z</dcterms:modified>
  <cp:category/>
</cp:coreProperties>
</file>