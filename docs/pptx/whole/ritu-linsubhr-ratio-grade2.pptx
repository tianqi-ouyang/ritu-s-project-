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58693"/>
            </a:xfrm>
            <a:custGeom>
              <a:avLst/>
              <a:pathLst>
                <a:path w="7090630" h="3358693">
                  <a:moveTo>
                    <a:pt x="146387" y="0"/>
                  </a:moveTo>
                  <a:lnTo>
                    <a:pt x="214867" y="112528"/>
                  </a:lnTo>
                  <a:lnTo>
                    <a:pt x="286490" y="226251"/>
                  </a:lnTo>
                  <a:lnTo>
                    <a:pt x="358112" y="336137"/>
                  </a:lnTo>
                  <a:lnTo>
                    <a:pt x="429735" y="442317"/>
                  </a:lnTo>
                  <a:lnTo>
                    <a:pt x="501357" y="544914"/>
                  </a:lnTo>
                  <a:lnTo>
                    <a:pt x="572980" y="644051"/>
                  </a:lnTo>
                  <a:lnTo>
                    <a:pt x="644602" y="739844"/>
                  </a:lnTo>
                  <a:lnTo>
                    <a:pt x="716225" y="832405"/>
                  </a:lnTo>
                  <a:lnTo>
                    <a:pt x="787847" y="921844"/>
                  </a:lnTo>
                  <a:lnTo>
                    <a:pt x="859470" y="1008265"/>
                  </a:lnTo>
                  <a:lnTo>
                    <a:pt x="931092" y="1091772"/>
                  </a:lnTo>
                  <a:lnTo>
                    <a:pt x="1002715" y="1172461"/>
                  </a:lnTo>
                  <a:lnTo>
                    <a:pt x="1074337" y="1250429"/>
                  </a:lnTo>
                  <a:lnTo>
                    <a:pt x="1145960" y="1325766"/>
                  </a:lnTo>
                  <a:lnTo>
                    <a:pt x="1217582" y="1398562"/>
                  </a:lnTo>
                  <a:lnTo>
                    <a:pt x="1289205" y="1468903"/>
                  </a:lnTo>
                  <a:lnTo>
                    <a:pt x="1360827" y="1536870"/>
                  </a:lnTo>
                  <a:lnTo>
                    <a:pt x="1432450" y="1602545"/>
                  </a:lnTo>
                  <a:lnTo>
                    <a:pt x="1504073" y="1666004"/>
                  </a:lnTo>
                  <a:lnTo>
                    <a:pt x="1575695" y="1727323"/>
                  </a:lnTo>
                  <a:lnTo>
                    <a:pt x="1647318" y="1786573"/>
                  </a:lnTo>
                  <a:lnTo>
                    <a:pt x="1718940" y="1843824"/>
                  </a:lnTo>
                  <a:lnTo>
                    <a:pt x="1790563" y="1899144"/>
                  </a:lnTo>
                  <a:lnTo>
                    <a:pt x="1862185" y="1952598"/>
                  </a:lnTo>
                  <a:lnTo>
                    <a:pt x="1933808" y="2004249"/>
                  </a:lnTo>
                  <a:lnTo>
                    <a:pt x="2005430" y="2054158"/>
                  </a:lnTo>
                  <a:lnTo>
                    <a:pt x="2077053" y="2102383"/>
                  </a:lnTo>
                  <a:lnTo>
                    <a:pt x="2148675" y="2148981"/>
                  </a:lnTo>
                  <a:lnTo>
                    <a:pt x="2220298" y="2194007"/>
                  </a:lnTo>
                  <a:lnTo>
                    <a:pt x="2291920" y="2237514"/>
                  </a:lnTo>
                  <a:lnTo>
                    <a:pt x="2363543" y="2279554"/>
                  </a:lnTo>
                  <a:lnTo>
                    <a:pt x="2435165" y="2320175"/>
                  </a:lnTo>
                  <a:lnTo>
                    <a:pt x="2506788" y="2359427"/>
                  </a:lnTo>
                  <a:lnTo>
                    <a:pt x="2578410" y="2397354"/>
                  </a:lnTo>
                  <a:lnTo>
                    <a:pt x="2650033" y="2434001"/>
                  </a:lnTo>
                  <a:lnTo>
                    <a:pt x="2721655" y="2469413"/>
                  </a:lnTo>
                  <a:lnTo>
                    <a:pt x="2793278" y="2503630"/>
                  </a:lnTo>
                  <a:lnTo>
                    <a:pt x="2864901" y="2536692"/>
                  </a:lnTo>
                  <a:lnTo>
                    <a:pt x="2936523" y="2568640"/>
                  </a:lnTo>
                  <a:lnTo>
                    <a:pt x="3008146" y="2599509"/>
                  </a:lnTo>
                  <a:lnTo>
                    <a:pt x="3079768" y="2629338"/>
                  </a:lnTo>
                  <a:lnTo>
                    <a:pt x="3151391" y="2655785"/>
                  </a:lnTo>
                  <a:lnTo>
                    <a:pt x="3223013" y="2666708"/>
                  </a:lnTo>
                  <a:lnTo>
                    <a:pt x="3294636" y="2677487"/>
                  </a:lnTo>
                  <a:lnTo>
                    <a:pt x="3366258" y="2688124"/>
                  </a:lnTo>
                  <a:lnTo>
                    <a:pt x="3437881" y="2698620"/>
                  </a:lnTo>
                  <a:lnTo>
                    <a:pt x="3509503" y="2708977"/>
                  </a:lnTo>
                  <a:lnTo>
                    <a:pt x="3581126" y="2719199"/>
                  </a:lnTo>
                  <a:lnTo>
                    <a:pt x="3652748" y="2729285"/>
                  </a:lnTo>
                  <a:lnTo>
                    <a:pt x="3724371" y="2739238"/>
                  </a:lnTo>
                  <a:lnTo>
                    <a:pt x="3795993" y="2749060"/>
                  </a:lnTo>
                  <a:lnTo>
                    <a:pt x="3867616" y="2758752"/>
                  </a:lnTo>
                  <a:lnTo>
                    <a:pt x="3939238" y="2768317"/>
                  </a:lnTo>
                  <a:lnTo>
                    <a:pt x="4010861" y="2777755"/>
                  </a:lnTo>
                  <a:lnTo>
                    <a:pt x="4082483" y="2787069"/>
                  </a:lnTo>
                  <a:lnTo>
                    <a:pt x="4154106" y="2796259"/>
                  </a:lnTo>
                  <a:lnTo>
                    <a:pt x="4225729" y="2805329"/>
                  </a:lnTo>
                  <a:lnTo>
                    <a:pt x="4297351" y="2814279"/>
                  </a:lnTo>
                  <a:lnTo>
                    <a:pt x="4368974" y="2823111"/>
                  </a:lnTo>
                  <a:lnTo>
                    <a:pt x="4440596" y="2831826"/>
                  </a:lnTo>
                  <a:lnTo>
                    <a:pt x="4512219" y="2840427"/>
                  </a:lnTo>
                  <a:lnTo>
                    <a:pt x="4583841" y="2848914"/>
                  </a:lnTo>
                  <a:lnTo>
                    <a:pt x="4655464" y="2857289"/>
                  </a:lnTo>
                  <a:lnTo>
                    <a:pt x="4727086" y="2865553"/>
                  </a:lnTo>
                  <a:lnTo>
                    <a:pt x="4798709" y="2873709"/>
                  </a:lnTo>
                  <a:lnTo>
                    <a:pt x="4870331" y="2881757"/>
                  </a:lnTo>
                  <a:lnTo>
                    <a:pt x="4941954" y="2889698"/>
                  </a:lnTo>
                  <a:lnTo>
                    <a:pt x="5013576" y="2897535"/>
                  </a:lnTo>
                  <a:lnTo>
                    <a:pt x="5085199" y="2905269"/>
                  </a:lnTo>
                  <a:lnTo>
                    <a:pt x="5156821" y="2912900"/>
                  </a:lnTo>
                  <a:lnTo>
                    <a:pt x="5228444" y="2920431"/>
                  </a:lnTo>
                  <a:lnTo>
                    <a:pt x="5300066" y="2927863"/>
                  </a:lnTo>
                  <a:lnTo>
                    <a:pt x="5371689" y="2935196"/>
                  </a:lnTo>
                  <a:lnTo>
                    <a:pt x="5443311" y="2942433"/>
                  </a:lnTo>
                  <a:lnTo>
                    <a:pt x="5514934" y="2949574"/>
                  </a:lnTo>
                  <a:lnTo>
                    <a:pt x="5586557" y="2956621"/>
                  </a:lnTo>
                  <a:lnTo>
                    <a:pt x="5658179" y="2963575"/>
                  </a:lnTo>
                  <a:lnTo>
                    <a:pt x="5729802" y="2970438"/>
                  </a:lnTo>
                  <a:lnTo>
                    <a:pt x="5801424" y="2977209"/>
                  </a:lnTo>
                  <a:lnTo>
                    <a:pt x="5873047" y="2983892"/>
                  </a:lnTo>
                  <a:lnTo>
                    <a:pt x="5944669" y="2990486"/>
                  </a:lnTo>
                  <a:lnTo>
                    <a:pt x="6016292" y="2996993"/>
                  </a:lnTo>
                  <a:lnTo>
                    <a:pt x="6087914" y="3003415"/>
                  </a:lnTo>
                  <a:lnTo>
                    <a:pt x="6159537" y="3009752"/>
                  </a:lnTo>
                  <a:lnTo>
                    <a:pt x="6231159" y="3016005"/>
                  </a:lnTo>
                  <a:lnTo>
                    <a:pt x="6302782" y="3022175"/>
                  </a:lnTo>
                  <a:lnTo>
                    <a:pt x="6374404" y="3028265"/>
                  </a:lnTo>
                  <a:lnTo>
                    <a:pt x="6446027" y="3034274"/>
                  </a:lnTo>
                  <a:lnTo>
                    <a:pt x="6517649" y="3040203"/>
                  </a:lnTo>
                  <a:lnTo>
                    <a:pt x="6589272" y="3046055"/>
                  </a:lnTo>
                  <a:lnTo>
                    <a:pt x="6660894" y="3051829"/>
                  </a:lnTo>
                  <a:lnTo>
                    <a:pt x="6732517" y="3057527"/>
                  </a:lnTo>
                  <a:lnTo>
                    <a:pt x="6804139" y="3063150"/>
                  </a:lnTo>
                  <a:lnTo>
                    <a:pt x="6875762" y="3068698"/>
                  </a:lnTo>
                  <a:lnTo>
                    <a:pt x="6947385" y="3074174"/>
                  </a:lnTo>
                  <a:lnTo>
                    <a:pt x="7019007" y="3079577"/>
                  </a:lnTo>
                  <a:lnTo>
                    <a:pt x="7090630" y="3084909"/>
                  </a:lnTo>
                  <a:lnTo>
                    <a:pt x="7090630" y="3358693"/>
                  </a:lnTo>
                  <a:lnTo>
                    <a:pt x="7019007" y="3354327"/>
                  </a:lnTo>
                  <a:lnTo>
                    <a:pt x="6947385" y="3349809"/>
                  </a:lnTo>
                  <a:lnTo>
                    <a:pt x="6875762" y="3345133"/>
                  </a:lnTo>
                  <a:lnTo>
                    <a:pt x="6804139" y="3340294"/>
                  </a:lnTo>
                  <a:lnTo>
                    <a:pt x="6732517" y="3335286"/>
                  </a:lnTo>
                  <a:lnTo>
                    <a:pt x="6660894" y="3330103"/>
                  </a:lnTo>
                  <a:lnTo>
                    <a:pt x="6589272" y="3324739"/>
                  </a:lnTo>
                  <a:lnTo>
                    <a:pt x="6517649" y="3319188"/>
                  </a:lnTo>
                  <a:lnTo>
                    <a:pt x="6446027" y="3313443"/>
                  </a:lnTo>
                  <a:lnTo>
                    <a:pt x="6374404" y="3307498"/>
                  </a:lnTo>
                  <a:lnTo>
                    <a:pt x="6302782" y="3301345"/>
                  </a:lnTo>
                  <a:lnTo>
                    <a:pt x="6231159" y="3294977"/>
                  </a:lnTo>
                  <a:lnTo>
                    <a:pt x="6159537" y="3288387"/>
                  </a:lnTo>
                  <a:lnTo>
                    <a:pt x="6087914" y="3281566"/>
                  </a:lnTo>
                  <a:lnTo>
                    <a:pt x="6016292" y="3274508"/>
                  </a:lnTo>
                  <a:lnTo>
                    <a:pt x="5944669" y="3267203"/>
                  </a:lnTo>
                  <a:lnTo>
                    <a:pt x="5873047" y="3259644"/>
                  </a:lnTo>
                  <a:lnTo>
                    <a:pt x="5801424" y="3251820"/>
                  </a:lnTo>
                  <a:lnTo>
                    <a:pt x="5729802" y="3243723"/>
                  </a:lnTo>
                  <a:lnTo>
                    <a:pt x="5658179" y="3235344"/>
                  </a:lnTo>
                  <a:lnTo>
                    <a:pt x="5586557" y="3226672"/>
                  </a:lnTo>
                  <a:lnTo>
                    <a:pt x="5514934" y="3217697"/>
                  </a:lnTo>
                  <a:lnTo>
                    <a:pt x="5443311" y="3208409"/>
                  </a:lnTo>
                  <a:lnTo>
                    <a:pt x="5371689" y="3198796"/>
                  </a:lnTo>
                  <a:lnTo>
                    <a:pt x="5300066" y="3188849"/>
                  </a:lnTo>
                  <a:lnTo>
                    <a:pt x="5228444" y="3178553"/>
                  </a:lnTo>
                  <a:lnTo>
                    <a:pt x="5156821" y="3167899"/>
                  </a:lnTo>
                  <a:lnTo>
                    <a:pt x="5085199" y="3156872"/>
                  </a:lnTo>
                  <a:lnTo>
                    <a:pt x="5013576" y="3145461"/>
                  </a:lnTo>
                  <a:lnTo>
                    <a:pt x="4941954" y="3133651"/>
                  </a:lnTo>
                  <a:lnTo>
                    <a:pt x="4870331" y="3121428"/>
                  </a:lnTo>
                  <a:lnTo>
                    <a:pt x="4798709" y="3108780"/>
                  </a:lnTo>
                  <a:lnTo>
                    <a:pt x="4727086" y="3095689"/>
                  </a:lnTo>
                  <a:lnTo>
                    <a:pt x="4655464" y="3082142"/>
                  </a:lnTo>
                  <a:lnTo>
                    <a:pt x="4583841" y="3068121"/>
                  </a:lnTo>
                  <a:lnTo>
                    <a:pt x="4512219" y="3053611"/>
                  </a:lnTo>
                  <a:lnTo>
                    <a:pt x="4440596" y="3038595"/>
                  </a:lnTo>
                  <a:lnTo>
                    <a:pt x="4368974" y="3023054"/>
                  </a:lnTo>
                  <a:lnTo>
                    <a:pt x="4297351" y="3006971"/>
                  </a:lnTo>
                  <a:lnTo>
                    <a:pt x="4225729" y="2990326"/>
                  </a:lnTo>
                  <a:lnTo>
                    <a:pt x="4154106" y="2973100"/>
                  </a:lnTo>
                  <a:lnTo>
                    <a:pt x="4082483" y="2955273"/>
                  </a:lnTo>
                  <a:lnTo>
                    <a:pt x="4010861" y="2936823"/>
                  </a:lnTo>
                  <a:lnTo>
                    <a:pt x="3939238" y="2917730"/>
                  </a:lnTo>
                  <a:lnTo>
                    <a:pt x="3867616" y="2897969"/>
                  </a:lnTo>
                  <a:lnTo>
                    <a:pt x="3795993" y="2877519"/>
                  </a:lnTo>
                  <a:lnTo>
                    <a:pt x="3724371" y="2856355"/>
                  </a:lnTo>
                  <a:lnTo>
                    <a:pt x="3652748" y="2834452"/>
                  </a:lnTo>
                  <a:lnTo>
                    <a:pt x="3581126" y="2811785"/>
                  </a:lnTo>
                  <a:lnTo>
                    <a:pt x="3509503" y="2788326"/>
                  </a:lnTo>
                  <a:lnTo>
                    <a:pt x="3437881" y="2764048"/>
                  </a:lnTo>
                  <a:lnTo>
                    <a:pt x="3366258" y="2738923"/>
                  </a:lnTo>
                  <a:lnTo>
                    <a:pt x="3294636" y="2712920"/>
                  </a:lnTo>
                  <a:lnTo>
                    <a:pt x="3223013" y="2686010"/>
                  </a:lnTo>
                  <a:lnTo>
                    <a:pt x="3151391" y="2658160"/>
                  </a:lnTo>
                  <a:lnTo>
                    <a:pt x="3079768" y="2644717"/>
                  </a:lnTo>
                  <a:lnTo>
                    <a:pt x="3008146" y="2633500"/>
                  </a:lnTo>
                  <a:lnTo>
                    <a:pt x="2936523" y="2622133"/>
                  </a:lnTo>
                  <a:lnTo>
                    <a:pt x="2864901" y="2610614"/>
                  </a:lnTo>
                  <a:lnTo>
                    <a:pt x="2793278" y="2598942"/>
                  </a:lnTo>
                  <a:lnTo>
                    <a:pt x="2721655" y="2587113"/>
                  </a:lnTo>
                  <a:lnTo>
                    <a:pt x="2650033" y="2575126"/>
                  </a:lnTo>
                  <a:lnTo>
                    <a:pt x="2578410" y="2562979"/>
                  </a:lnTo>
                  <a:lnTo>
                    <a:pt x="2506788" y="2550669"/>
                  </a:lnTo>
                  <a:lnTo>
                    <a:pt x="2435165" y="2538195"/>
                  </a:lnTo>
                  <a:lnTo>
                    <a:pt x="2363543" y="2525554"/>
                  </a:lnTo>
                  <a:lnTo>
                    <a:pt x="2291920" y="2512744"/>
                  </a:lnTo>
                  <a:lnTo>
                    <a:pt x="2220298" y="2499763"/>
                  </a:lnTo>
                  <a:lnTo>
                    <a:pt x="2148675" y="2486608"/>
                  </a:lnTo>
                  <a:lnTo>
                    <a:pt x="2077053" y="2473278"/>
                  </a:lnTo>
                  <a:lnTo>
                    <a:pt x="2005430" y="2459769"/>
                  </a:lnTo>
                  <a:lnTo>
                    <a:pt x="1933808" y="2446080"/>
                  </a:lnTo>
                  <a:lnTo>
                    <a:pt x="1862185" y="2432207"/>
                  </a:lnTo>
                  <a:lnTo>
                    <a:pt x="1790563" y="2418150"/>
                  </a:lnTo>
                  <a:lnTo>
                    <a:pt x="1718940" y="2403904"/>
                  </a:lnTo>
                  <a:lnTo>
                    <a:pt x="1647318" y="2389468"/>
                  </a:lnTo>
                  <a:lnTo>
                    <a:pt x="1575695" y="2374838"/>
                  </a:lnTo>
                  <a:lnTo>
                    <a:pt x="1504073" y="2360014"/>
                  </a:lnTo>
                  <a:lnTo>
                    <a:pt x="1432450" y="2344991"/>
                  </a:lnTo>
                  <a:lnTo>
                    <a:pt x="1360827" y="2329767"/>
                  </a:lnTo>
                  <a:lnTo>
                    <a:pt x="1289205" y="2314340"/>
                  </a:lnTo>
                  <a:lnTo>
                    <a:pt x="1217582" y="2298706"/>
                  </a:lnTo>
                  <a:lnTo>
                    <a:pt x="1145960" y="2282863"/>
                  </a:lnTo>
                  <a:lnTo>
                    <a:pt x="1074337" y="2266809"/>
                  </a:lnTo>
                  <a:lnTo>
                    <a:pt x="1002715" y="2250540"/>
                  </a:lnTo>
                  <a:lnTo>
                    <a:pt x="931092" y="2234054"/>
                  </a:lnTo>
                  <a:lnTo>
                    <a:pt x="859470" y="2217347"/>
                  </a:lnTo>
                  <a:lnTo>
                    <a:pt x="787847" y="2200416"/>
                  </a:lnTo>
                  <a:lnTo>
                    <a:pt x="716225" y="2183260"/>
                  </a:lnTo>
                  <a:lnTo>
                    <a:pt x="644602" y="2165874"/>
                  </a:lnTo>
                  <a:lnTo>
                    <a:pt x="572980" y="2148256"/>
                  </a:lnTo>
                  <a:lnTo>
                    <a:pt x="501357" y="2130402"/>
                  </a:lnTo>
                  <a:lnTo>
                    <a:pt x="429735" y="2112309"/>
                  </a:lnTo>
                  <a:lnTo>
                    <a:pt x="358112" y="2093975"/>
                  </a:lnTo>
                  <a:lnTo>
                    <a:pt x="286490" y="2075395"/>
                  </a:lnTo>
                  <a:lnTo>
                    <a:pt x="214867" y="2056567"/>
                  </a:lnTo>
                  <a:lnTo>
                    <a:pt x="143245" y="2037487"/>
                  </a:lnTo>
                  <a:lnTo>
                    <a:pt x="71622" y="2018153"/>
                  </a:lnTo>
                  <a:lnTo>
                    <a:pt x="0" y="19985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18437" y="2073503"/>
              <a:ext cx="6944242" cy="3084909"/>
            </a:xfrm>
            <a:custGeom>
              <a:avLst/>
              <a:pathLst>
                <a:path w="6944242" h="3084909">
                  <a:moveTo>
                    <a:pt x="0" y="0"/>
                  </a:moveTo>
                  <a:lnTo>
                    <a:pt x="68479" y="112528"/>
                  </a:lnTo>
                  <a:lnTo>
                    <a:pt x="140102" y="226251"/>
                  </a:lnTo>
                  <a:lnTo>
                    <a:pt x="211724" y="336137"/>
                  </a:lnTo>
                  <a:lnTo>
                    <a:pt x="283347" y="442317"/>
                  </a:lnTo>
                  <a:lnTo>
                    <a:pt x="354969" y="544914"/>
                  </a:lnTo>
                  <a:lnTo>
                    <a:pt x="426592" y="644051"/>
                  </a:lnTo>
                  <a:lnTo>
                    <a:pt x="498214" y="739844"/>
                  </a:lnTo>
                  <a:lnTo>
                    <a:pt x="569837" y="832405"/>
                  </a:lnTo>
                  <a:lnTo>
                    <a:pt x="641460" y="921844"/>
                  </a:lnTo>
                  <a:lnTo>
                    <a:pt x="713082" y="1008265"/>
                  </a:lnTo>
                  <a:lnTo>
                    <a:pt x="784705" y="1091772"/>
                  </a:lnTo>
                  <a:lnTo>
                    <a:pt x="856327" y="1172461"/>
                  </a:lnTo>
                  <a:lnTo>
                    <a:pt x="927950" y="1250429"/>
                  </a:lnTo>
                  <a:lnTo>
                    <a:pt x="999572" y="1325766"/>
                  </a:lnTo>
                  <a:lnTo>
                    <a:pt x="1071195" y="1398562"/>
                  </a:lnTo>
                  <a:lnTo>
                    <a:pt x="1142817" y="1468903"/>
                  </a:lnTo>
                  <a:lnTo>
                    <a:pt x="1214440" y="1536870"/>
                  </a:lnTo>
                  <a:lnTo>
                    <a:pt x="1286062" y="1602545"/>
                  </a:lnTo>
                  <a:lnTo>
                    <a:pt x="1357685" y="1666004"/>
                  </a:lnTo>
                  <a:lnTo>
                    <a:pt x="1429307" y="1727323"/>
                  </a:lnTo>
                  <a:lnTo>
                    <a:pt x="1500930" y="1786573"/>
                  </a:lnTo>
                  <a:lnTo>
                    <a:pt x="1572552" y="1843824"/>
                  </a:lnTo>
                  <a:lnTo>
                    <a:pt x="1644175" y="1899144"/>
                  </a:lnTo>
                  <a:lnTo>
                    <a:pt x="1715797" y="1952598"/>
                  </a:lnTo>
                  <a:lnTo>
                    <a:pt x="1787420" y="2004249"/>
                  </a:lnTo>
                  <a:lnTo>
                    <a:pt x="1859042" y="2054158"/>
                  </a:lnTo>
                  <a:lnTo>
                    <a:pt x="1930665" y="2102383"/>
                  </a:lnTo>
                  <a:lnTo>
                    <a:pt x="2002288" y="2148981"/>
                  </a:lnTo>
                  <a:lnTo>
                    <a:pt x="2073910" y="2194007"/>
                  </a:lnTo>
                  <a:lnTo>
                    <a:pt x="2145533" y="2237514"/>
                  </a:lnTo>
                  <a:lnTo>
                    <a:pt x="2217155" y="2279554"/>
                  </a:lnTo>
                  <a:lnTo>
                    <a:pt x="2288778" y="2320175"/>
                  </a:lnTo>
                  <a:lnTo>
                    <a:pt x="2360400" y="2359427"/>
                  </a:lnTo>
                  <a:lnTo>
                    <a:pt x="2432023" y="2397354"/>
                  </a:lnTo>
                  <a:lnTo>
                    <a:pt x="2503645" y="2434001"/>
                  </a:lnTo>
                  <a:lnTo>
                    <a:pt x="2575268" y="2469413"/>
                  </a:lnTo>
                  <a:lnTo>
                    <a:pt x="2646890" y="2503630"/>
                  </a:lnTo>
                  <a:lnTo>
                    <a:pt x="2718513" y="2536692"/>
                  </a:lnTo>
                  <a:lnTo>
                    <a:pt x="2790135" y="2568640"/>
                  </a:lnTo>
                  <a:lnTo>
                    <a:pt x="2861758" y="2599509"/>
                  </a:lnTo>
                  <a:lnTo>
                    <a:pt x="2933380" y="2629338"/>
                  </a:lnTo>
                  <a:lnTo>
                    <a:pt x="3005003" y="2655785"/>
                  </a:lnTo>
                  <a:lnTo>
                    <a:pt x="3076625" y="2666708"/>
                  </a:lnTo>
                  <a:lnTo>
                    <a:pt x="3148248" y="2677487"/>
                  </a:lnTo>
                  <a:lnTo>
                    <a:pt x="3219870" y="2688124"/>
                  </a:lnTo>
                  <a:lnTo>
                    <a:pt x="3291493" y="2698620"/>
                  </a:lnTo>
                  <a:lnTo>
                    <a:pt x="3363116" y="2708977"/>
                  </a:lnTo>
                  <a:lnTo>
                    <a:pt x="3434738" y="2719199"/>
                  </a:lnTo>
                  <a:lnTo>
                    <a:pt x="3506361" y="2729285"/>
                  </a:lnTo>
                  <a:lnTo>
                    <a:pt x="3577983" y="2739238"/>
                  </a:lnTo>
                  <a:lnTo>
                    <a:pt x="3649606" y="2749060"/>
                  </a:lnTo>
                  <a:lnTo>
                    <a:pt x="3721228" y="2758752"/>
                  </a:lnTo>
                  <a:lnTo>
                    <a:pt x="3792851" y="2768317"/>
                  </a:lnTo>
                  <a:lnTo>
                    <a:pt x="3864473" y="2777755"/>
                  </a:lnTo>
                  <a:lnTo>
                    <a:pt x="3936096" y="2787069"/>
                  </a:lnTo>
                  <a:lnTo>
                    <a:pt x="4007718" y="2796259"/>
                  </a:lnTo>
                  <a:lnTo>
                    <a:pt x="4079341" y="2805329"/>
                  </a:lnTo>
                  <a:lnTo>
                    <a:pt x="4150963" y="2814279"/>
                  </a:lnTo>
                  <a:lnTo>
                    <a:pt x="4222586" y="2823111"/>
                  </a:lnTo>
                  <a:lnTo>
                    <a:pt x="4294208" y="2831826"/>
                  </a:lnTo>
                  <a:lnTo>
                    <a:pt x="4365831" y="2840427"/>
                  </a:lnTo>
                  <a:lnTo>
                    <a:pt x="4437453" y="2848914"/>
                  </a:lnTo>
                  <a:lnTo>
                    <a:pt x="4509076" y="2857289"/>
                  </a:lnTo>
                  <a:lnTo>
                    <a:pt x="4580698" y="2865553"/>
                  </a:lnTo>
                  <a:lnTo>
                    <a:pt x="4652321" y="2873709"/>
                  </a:lnTo>
                  <a:lnTo>
                    <a:pt x="4723944" y="2881757"/>
                  </a:lnTo>
                  <a:lnTo>
                    <a:pt x="4795566" y="2889698"/>
                  </a:lnTo>
                  <a:lnTo>
                    <a:pt x="4867189" y="2897535"/>
                  </a:lnTo>
                  <a:lnTo>
                    <a:pt x="4938811" y="2905269"/>
                  </a:lnTo>
                  <a:lnTo>
                    <a:pt x="5010434" y="2912900"/>
                  </a:lnTo>
                  <a:lnTo>
                    <a:pt x="5082056" y="2920431"/>
                  </a:lnTo>
                  <a:lnTo>
                    <a:pt x="5153679" y="2927863"/>
                  </a:lnTo>
                  <a:lnTo>
                    <a:pt x="5225301" y="2935196"/>
                  </a:lnTo>
                  <a:lnTo>
                    <a:pt x="5296924" y="2942433"/>
                  </a:lnTo>
                  <a:lnTo>
                    <a:pt x="5368546" y="2949574"/>
                  </a:lnTo>
                  <a:lnTo>
                    <a:pt x="5440169" y="2956621"/>
                  </a:lnTo>
                  <a:lnTo>
                    <a:pt x="5511791" y="2963575"/>
                  </a:lnTo>
                  <a:lnTo>
                    <a:pt x="5583414" y="2970438"/>
                  </a:lnTo>
                  <a:lnTo>
                    <a:pt x="5655036" y="2977209"/>
                  </a:lnTo>
                  <a:lnTo>
                    <a:pt x="5726659" y="2983892"/>
                  </a:lnTo>
                  <a:lnTo>
                    <a:pt x="5798281" y="2990486"/>
                  </a:lnTo>
                  <a:lnTo>
                    <a:pt x="5869904" y="2996993"/>
                  </a:lnTo>
                  <a:lnTo>
                    <a:pt x="5941526" y="3003415"/>
                  </a:lnTo>
                  <a:lnTo>
                    <a:pt x="6013149" y="3009752"/>
                  </a:lnTo>
                  <a:lnTo>
                    <a:pt x="6084772" y="3016005"/>
                  </a:lnTo>
                  <a:lnTo>
                    <a:pt x="6156394" y="3022175"/>
                  </a:lnTo>
                  <a:lnTo>
                    <a:pt x="6228017" y="3028265"/>
                  </a:lnTo>
                  <a:lnTo>
                    <a:pt x="6299639" y="3034274"/>
                  </a:lnTo>
                  <a:lnTo>
                    <a:pt x="6371262" y="3040203"/>
                  </a:lnTo>
                  <a:lnTo>
                    <a:pt x="6442884" y="3046055"/>
                  </a:lnTo>
                  <a:lnTo>
                    <a:pt x="6514507" y="3051829"/>
                  </a:lnTo>
                  <a:lnTo>
                    <a:pt x="6586129" y="3057527"/>
                  </a:lnTo>
                  <a:lnTo>
                    <a:pt x="6657752" y="3063150"/>
                  </a:lnTo>
                  <a:lnTo>
                    <a:pt x="6729374" y="3068698"/>
                  </a:lnTo>
                  <a:lnTo>
                    <a:pt x="6800997" y="3074174"/>
                  </a:lnTo>
                  <a:lnTo>
                    <a:pt x="6872619" y="3079577"/>
                  </a:lnTo>
                  <a:lnTo>
                    <a:pt x="6944242" y="3084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72062"/>
              <a:ext cx="7090630" cy="1360133"/>
            </a:xfrm>
            <a:custGeom>
              <a:avLst/>
              <a:pathLst>
                <a:path w="7090630" h="1360133">
                  <a:moveTo>
                    <a:pt x="7090630" y="1360133"/>
                  </a:moveTo>
                  <a:lnTo>
                    <a:pt x="7019007" y="1355767"/>
                  </a:lnTo>
                  <a:lnTo>
                    <a:pt x="6947385" y="1351249"/>
                  </a:lnTo>
                  <a:lnTo>
                    <a:pt x="6875762" y="1346573"/>
                  </a:lnTo>
                  <a:lnTo>
                    <a:pt x="6804139" y="1341734"/>
                  </a:lnTo>
                  <a:lnTo>
                    <a:pt x="6732517" y="1336726"/>
                  </a:lnTo>
                  <a:lnTo>
                    <a:pt x="6660894" y="1331543"/>
                  </a:lnTo>
                  <a:lnTo>
                    <a:pt x="6589272" y="1326179"/>
                  </a:lnTo>
                  <a:lnTo>
                    <a:pt x="6517649" y="1320628"/>
                  </a:lnTo>
                  <a:lnTo>
                    <a:pt x="6446027" y="1314883"/>
                  </a:lnTo>
                  <a:lnTo>
                    <a:pt x="6374404" y="1308938"/>
                  </a:lnTo>
                  <a:lnTo>
                    <a:pt x="6302782" y="1302785"/>
                  </a:lnTo>
                  <a:lnTo>
                    <a:pt x="6231159" y="1296417"/>
                  </a:lnTo>
                  <a:lnTo>
                    <a:pt x="6159537" y="1289827"/>
                  </a:lnTo>
                  <a:lnTo>
                    <a:pt x="6087914" y="1283007"/>
                  </a:lnTo>
                  <a:lnTo>
                    <a:pt x="6016292" y="1275948"/>
                  </a:lnTo>
                  <a:lnTo>
                    <a:pt x="5944669" y="1268643"/>
                  </a:lnTo>
                  <a:lnTo>
                    <a:pt x="5873047" y="1261084"/>
                  </a:lnTo>
                  <a:lnTo>
                    <a:pt x="5801424" y="1253260"/>
                  </a:lnTo>
                  <a:lnTo>
                    <a:pt x="5729802" y="1245163"/>
                  </a:lnTo>
                  <a:lnTo>
                    <a:pt x="5658179" y="1236784"/>
                  </a:lnTo>
                  <a:lnTo>
                    <a:pt x="5586557" y="1228112"/>
                  </a:lnTo>
                  <a:lnTo>
                    <a:pt x="5514934" y="1219137"/>
                  </a:lnTo>
                  <a:lnTo>
                    <a:pt x="5443311" y="1209849"/>
                  </a:lnTo>
                  <a:lnTo>
                    <a:pt x="5371689" y="1200237"/>
                  </a:lnTo>
                  <a:lnTo>
                    <a:pt x="5300066" y="1190289"/>
                  </a:lnTo>
                  <a:lnTo>
                    <a:pt x="5228444" y="1179994"/>
                  </a:lnTo>
                  <a:lnTo>
                    <a:pt x="5156821" y="1169339"/>
                  </a:lnTo>
                  <a:lnTo>
                    <a:pt x="5085199" y="1158312"/>
                  </a:lnTo>
                  <a:lnTo>
                    <a:pt x="5013576" y="1146901"/>
                  </a:lnTo>
                  <a:lnTo>
                    <a:pt x="4941954" y="1135091"/>
                  </a:lnTo>
                  <a:lnTo>
                    <a:pt x="4870331" y="1122869"/>
                  </a:lnTo>
                  <a:lnTo>
                    <a:pt x="4798709" y="1110220"/>
                  </a:lnTo>
                  <a:lnTo>
                    <a:pt x="4727086" y="1097129"/>
                  </a:lnTo>
                  <a:lnTo>
                    <a:pt x="4655464" y="1083582"/>
                  </a:lnTo>
                  <a:lnTo>
                    <a:pt x="4583841" y="1069561"/>
                  </a:lnTo>
                  <a:lnTo>
                    <a:pt x="4512219" y="1055051"/>
                  </a:lnTo>
                  <a:lnTo>
                    <a:pt x="4440596" y="1040035"/>
                  </a:lnTo>
                  <a:lnTo>
                    <a:pt x="4368974" y="1024494"/>
                  </a:lnTo>
                  <a:lnTo>
                    <a:pt x="4297351" y="1008411"/>
                  </a:lnTo>
                  <a:lnTo>
                    <a:pt x="4225729" y="991766"/>
                  </a:lnTo>
                  <a:lnTo>
                    <a:pt x="4154106" y="974540"/>
                  </a:lnTo>
                  <a:lnTo>
                    <a:pt x="4082483" y="956713"/>
                  </a:lnTo>
                  <a:lnTo>
                    <a:pt x="4010861" y="938264"/>
                  </a:lnTo>
                  <a:lnTo>
                    <a:pt x="3939238" y="919170"/>
                  </a:lnTo>
                  <a:lnTo>
                    <a:pt x="3867616" y="899410"/>
                  </a:lnTo>
                  <a:lnTo>
                    <a:pt x="3795993" y="878960"/>
                  </a:lnTo>
                  <a:lnTo>
                    <a:pt x="3724371" y="857796"/>
                  </a:lnTo>
                  <a:lnTo>
                    <a:pt x="3652748" y="835893"/>
                  </a:lnTo>
                  <a:lnTo>
                    <a:pt x="3581126" y="813225"/>
                  </a:lnTo>
                  <a:lnTo>
                    <a:pt x="3509503" y="789766"/>
                  </a:lnTo>
                  <a:lnTo>
                    <a:pt x="3437881" y="765488"/>
                  </a:lnTo>
                  <a:lnTo>
                    <a:pt x="3366258" y="740363"/>
                  </a:lnTo>
                  <a:lnTo>
                    <a:pt x="3294636" y="714360"/>
                  </a:lnTo>
                  <a:lnTo>
                    <a:pt x="3223013" y="687450"/>
                  </a:lnTo>
                  <a:lnTo>
                    <a:pt x="3151391" y="659600"/>
                  </a:lnTo>
                  <a:lnTo>
                    <a:pt x="3079768" y="646157"/>
                  </a:lnTo>
                  <a:lnTo>
                    <a:pt x="3008146" y="634940"/>
                  </a:lnTo>
                  <a:lnTo>
                    <a:pt x="2936523" y="623573"/>
                  </a:lnTo>
                  <a:lnTo>
                    <a:pt x="2864901" y="612054"/>
                  </a:lnTo>
                  <a:lnTo>
                    <a:pt x="2793278" y="600382"/>
                  </a:lnTo>
                  <a:lnTo>
                    <a:pt x="2721655" y="588553"/>
                  </a:lnTo>
                  <a:lnTo>
                    <a:pt x="2650033" y="576566"/>
                  </a:lnTo>
                  <a:lnTo>
                    <a:pt x="2578410" y="564419"/>
                  </a:lnTo>
                  <a:lnTo>
                    <a:pt x="2506788" y="552109"/>
                  </a:lnTo>
                  <a:lnTo>
                    <a:pt x="2435165" y="539635"/>
                  </a:lnTo>
                  <a:lnTo>
                    <a:pt x="2363543" y="526994"/>
                  </a:lnTo>
                  <a:lnTo>
                    <a:pt x="2291920" y="514184"/>
                  </a:lnTo>
                  <a:lnTo>
                    <a:pt x="2220298" y="501203"/>
                  </a:lnTo>
                  <a:lnTo>
                    <a:pt x="2148675" y="488049"/>
                  </a:lnTo>
                  <a:lnTo>
                    <a:pt x="2077053" y="474718"/>
                  </a:lnTo>
                  <a:lnTo>
                    <a:pt x="2005430" y="461209"/>
                  </a:lnTo>
                  <a:lnTo>
                    <a:pt x="1933808" y="447520"/>
                  </a:lnTo>
                  <a:lnTo>
                    <a:pt x="1862185" y="433648"/>
                  </a:lnTo>
                  <a:lnTo>
                    <a:pt x="1790563" y="419590"/>
                  </a:lnTo>
                  <a:lnTo>
                    <a:pt x="1718940" y="405344"/>
                  </a:lnTo>
                  <a:lnTo>
                    <a:pt x="1647318" y="390908"/>
                  </a:lnTo>
                  <a:lnTo>
                    <a:pt x="1575695" y="376279"/>
                  </a:lnTo>
                  <a:lnTo>
                    <a:pt x="1504073" y="361454"/>
                  </a:lnTo>
                  <a:lnTo>
                    <a:pt x="1432450" y="346431"/>
                  </a:lnTo>
                  <a:lnTo>
                    <a:pt x="1360827" y="331207"/>
                  </a:lnTo>
                  <a:lnTo>
                    <a:pt x="1289205" y="315780"/>
                  </a:lnTo>
                  <a:lnTo>
                    <a:pt x="1217582" y="300146"/>
                  </a:lnTo>
                  <a:lnTo>
                    <a:pt x="1145960" y="284304"/>
                  </a:lnTo>
                  <a:lnTo>
                    <a:pt x="1074337" y="268249"/>
                  </a:lnTo>
                  <a:lnTo>
                    <a:pt x="1002715" y="251980"/>
                  </a:lnTo>
                  <a:lnTo>
                    <a:pt x="931092" y="235494"/>
                  </a:lnTo>
                  <a:lnTo>
                    <a:pt x="859470" y="218787"/>
                  </a:lnTo>
                  <a:lnTo>
                    <a:pt x="787847" y="201857"/>
                  </a:lnTo>
                  <a:lnTo>
                    <a:pt x="716225" y="184700"/>
                  </a:lnTo>
                  <a:lnTo>
                    <a:pt x="644602" y="167314"/>
                  </a:lnTo>
                  <a:lnTo>
                    <a:pt x="572980" y="149696"/>
                  </a:lnTo>
                  <a:lnTo>
                    <a:pt x="501357" y="131842"/>
                  </a:lnTo>
                  <a:lnTo>
                    <a:pt x="429735" y="113749"/>
                  </a:lnTo>
                  <a:lnTo>
                    <a:pt x="358112" y="95415"/>
                  </a:lnTo>
                  <a:lnTo>
                    <a:pt x="286490" y="76835"/>
                  </a:lnTo>
                  <a:lnTo>
                    <a:pt x="214867" y="58007"/>
                  </a:lnTo>
                  <a:lnTo>
                    <a:pt x="143245" y="38927"/>
                  </a:lnTo>
                  <a:lnTo>
                    <a:pt x="71622" y="195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201449"/>
              <a:ext cx="7090630" cy="2132471"/>
            </a:xfrm>
            <a:custGeom>
              <a:avLst/>
              <a:pathLst>
                <a:path w="7090630" h="2132471">
                  <a:moveTo>
                    <a:pt x="0" y="0"/>
                  </a:moveTo>
                  <a:lnTo>
                    <a:pt x="71622" y="55401"/>
                  </a:lnTo>
                  <a:lnTo>
                    <a:pt x="143245" y="109499"/>
                  </a:lnTo>
                  <a:lnTo>
                    <a:pt x="214867" y="162325"/>
                  </a:lnTo>
                  <a:lnTo>
                    <a:pt x="286490" y="213909"/>
                  </a:lnTo>
                  <a:lnTo>
                    <a:pt x="358112" y="264280"/>
                  </a:lnTo>
                  <a:lnTo>
                    <a:pt x="429735" y="313466"/>
                  </a:lnTo>
                  <a:lnTo>
                    <a:pt x="501357" y="361495"/>
                  </a:lnTo>
                  <a:lnTo>
                    <a:pt x="572980" y="408395"/>
                  </a:lnTo>
                  <a:lnTo>
                    <a:pt x="644602" y="454192"/>
                  </a:lnTo>
                  <a:lnTo>
                    <a:pt x="716225" y="498912"/>
                  </a:lnTo>
                  <a:lnTo>
                    <a:pt x="787847" y="542580"/>
                  </a:lnTo>
                  <a:lnTo>
                    <a:pt x="859470" y="585222"/>
                  </a:lnTo>
                  <a:lnTo>
                    <a:pt x="931092" y="626860"/>
                  </a:lnTo>
                  <a:lnTo>
                    <a:pt x="1002715" y="667520"/>
                  </a:lnTo>
                  <a:lnTo>
                    <a:pt x="1074337" y="707223"/>
                  </a:lnTo>
                  <a:lnTo>
                    <a:pt x="1145960" y="745992"/>
                  </a:lnTo>
                  <a:lnTo>
                    <a:pt x="1217582" y="783850"/>
                  </a:lnTo>
                  <a:lnTo>
                    <a:pt x="1289205" y="820817"/>
                  </a:lnTo>
                  <a:lnTo>
                    <a:pt x="1360827" y="856916"/>
                  </a:lnTo>
                  <a:lnTo>
                    <a:pt x="1432450" y="892165"/>
                  </a:lnTo>
                  <a:lnTo>
                    <a:pt x="1504073" y="926585"/>
                  </a:lnTo>
                  <a:lnTo>
                    <a:pt x="1575695" y="960196"/>
                  </a:lnTo>
                  <a:lnTo>
                    <a:pt x="1647318" y="993016"/>
                  </a:lnTo>
                  <a:lnTo>
                    <a:pt x="1718940" y="1025065"/>
                  </a:lnTo>
                  <a:lnTo>
                    <a:pt x="1790563" y="1056359"/>
                  </a:lnTo>
                  <a:lnTo>
                    <a:pt x="1862185" y="1086918"/>
                  </a:lnTo>
                  <a:lnTo>
                    <a:pt x="1933808" y="1116758"/>
                  </a:lnTo>
                  <a:lnTo>
                    <a:pt x="2005430" y="1145897"/>
                  </a:lnTo>
                  <a:lnTo>
                    <a:pt x="2077053" y="1174350"/>
                  </a:lnTo>
                  <a:lnTo>
                    <a:pt x="2148675" y="1202134"/>
                  </a:lnTo>
                  <a:lnTo>
                    <a:pt x="2220298" y="1229265"/>
                  </a:lnTo>
                  <a:lnTo>
                    <a:pt x="2291920" y="1255757"/>
                  </a:lnTo>
                  <a:lnTo>
                    <a:pt x="2363543" y="1281627"/>
                  </a:lnTo>
                  <a:lnTo>
                    <a:pt x="2435165" y="1306888"/>
                  </a:lnTo>
                  <a:lnTo>
                    <a:pt x="2506788" y="1331556"/>
                  </a:lnTo>
                  <a:lnTo>
                    <a:pt x="2578410" y="1355643"/>
                  </a:lnTo>
                  <a:lnTo>
                    <a:pt x="2650033" y="1379163"/>
                  </a:lnTo>
                  <a:lnTo>
                    <a:pt x="2721655" y="1402131"/>
                  </a:lnTo>
                  <a:lnTo>
                    <a:pt x="2793278" y="1424558"/>
                  </a:lnTo>
                  <a:lnTo>
                    <a:pt x="2864901" y="1446458"/>
                  </a:lnTo>
                  <a:lnTo>
                    <a:pt x="2936523" y="1467843"/>
                  </a:lnTo>
                  <a:lnTo>
                    <a:pt x="3008146" y="1488725"/>
                  </a:lnTo>
                  <a:lnTo>
                    <a:pt x="3079768" y="1509116"/>
                  </a:lnTo>
                  <a:lnTo>
                    <a:pt x="3151391" y="1529027"/>
                  </a:lnTo>
                  <a:lnTo>
                    <a:pt x="3223013" y="1548471"/>
                  </a:lnTo>
                  <a:lnTo>
                    <a:pt x="3294636" y="1567456"/>
                  </a:lnTo>
                  <a:lnTo>
                    <a:pt x="3366258" y="1585996"/>
                  </a:lnTo>
                  <a:lnTo>
                    <a:pt x="3437881" y="1604099"/>
                  </a:lnTo>
                  <a:lnTo>
                    <a:pt x="3509503" y="1621777"/>
                  </a:lnTo>
                  <a:lnTo>
                    <a:pt x="3581126" y="1639039"/>
                  </a:lnTo>
                  <a:lnTo>
                    <a:pt x="3652748" y="1655895"/>
                  </a:lnTo>
                  <a:lnTo>
                    <a:pt x="3724371" y="1672355"/>
                  </a:lnTo>
                  <a:lnTo>
                    <a:pt x="3795993" y="1688427"/>
                  </a:lnTo>
                  <a:lnTo>
                    <a:pt x="3867616" y="1704122"/>
                  </a:lnTo>
                  <a:lnTo>
                    <a:pt x="3939238" y="1719447"/>
                  </a:lnTo>
                  <a:lnTo>
                    <a:pt x="4010861" y="1734412"/>
                  </a:lnTo>
                  <a:lnTo>
                    <a:pt x="4082483" y="1749025"/>
                  </a:lnTo>
                  <a:lnTo>
                    <a:pt x="4154106" y="1763295"/>
                  </a:lnTo>
                  <a:lnTo>
                    <a:pt x="4225729" y="1777229"/>
                  </a:lnTo>
                  <a:lnTo>
                    <a:pt x="4297351" y="1790835"/>
                  </a:lnTo>
                  <a:lnTo>
                    <a:pt x="4368974" y="1804121"/>
                  </a:lnTo>
                  <a:lnTo>
                    <a:pt x="4440596" y="1817095"/>
                  </a:lnTo>
                  <a:lnTo>
                    <a:pt x="4512219" y="1829764"/>
                  </a:lnTo>
                  <a:lnTo>
                    <a:pt x="4583841" y="1842135"/>
                  </a:lnTo>
                  <a:lnTo>
                    <a:pt x="4655464" y="1854214"/>
                  </a:lnTo>
                  <a:lnTo>
                    <a:pt x="4727086" y="1866010"/>
                  </a:lnTo>
                  <a:lnTo>
                    <a:pt x="4798709" y="1877528"/>
                  </a:lnTo>
                  <a:lnTo>
                    <a:pt x="4870331" y="1888776"/>
                  </a:lnTo>
                  <a:lnTo>
                    <a:pt x="4941954" y="1899759"/>
                  </a:lnTo>
                  <a:lnTo>
                    <a:pt x="5013576" y="1910484"/>
                  </a:lnTo>
                  <a:lnTo>
                    <a:pt x="5085199" y="1920956"/>
                  </a:lnTo>
                  <a:lnTo>
                    <a:pt x="5156821" y="1931182"/>
                  </a:lnTo>
                  <a:lnTo>
                    <a:pt x="5228444" y="1941168"/>
                  </a:lnTo>
                  <a:lnTo>
                    <a:pt x="5300066" y="1950919"/>
                  </a:lnTo>
                  <a:lnTo>
                    <a:pt x="5371689" y="1960440"/>
                  </a:lnTo>
                  <a:lnTo>
                    <a:pt x="5443311" y="1969738"/>
                  </a:lnTo>
                  <a:lnTo>
                    <a:pt x="5514934" y="1978817"/>
                  </a:lnTo>
                  <a:lnTo>
                    <a:pt x="5586557" y="1987683"/>
                  </a:lnTo>
                  <a:lnTo>
                    <a:pt x="5658179" y="1996340"/>
                  </a:lnTo>
                  <a:lnTo>
                    <a:pt x="5729802" y="2004793"/>
                  </a:lnTo>
                  <a:lnTo>
                    <a:pt x="5801424" y="2013048"/>
                  </a:lnTo>
                  <a:lnTo>
                    <a:pt x="5873047" y="2021108"/>
                  </a:lnTo>
                  <a:lnTo>
                    <a:pt x="5944669" y="2028979"/>
                  </a:lnTo>
                  <a:lnTo>
                    <a:pt x="6016292" y="2036665"/>
                  </a:lnTo>
                  <a:lnTo>
                    <a:pt x="6087914" y="2044170"/>
                  </a:lnTo>
                  <a:lnTo>
                    <a:pt x="6159537" y="2051499"/>
                  </a:lnTo>
                  <a:lnTo>
                    <a:pt x="6231159" y="2058655"/>
                  </a:lnTo>
                  <a:lnTo>
                    <a:pt x="6302782" y="2065643"/>
                  </a:lnTo>
                  <a:lnTo>
                    <a:pt x="6374404" y="2072466"/>
                  </a:lnTo>
                  <a:lnTo>
                    <a:pt x="6446027" y="2079130"/>
                  </a:lnTo>
                  <a:lnTo>
                    <a:pt x="6517649" y="2085636"/>
                  </a:lnTo>
                  <a:lnTo>
                    <a:pt x="6589272" y="2091989"/>
                  </a:lnTo>
                  <a:lnTo>
                    <a:pt x="6660894" y="2098193"/>
                  </a:lnTo>
                  <a:lnTo>
                    <a:pt x="6732517" y="2104252"/>
                  </a:lnTo>
                  <a:lnTo>
                    <a:pt x="6804139" y="2110167"/>
                  </a:lnTo>
                  <a:lnTo>
                    <a:pt x="6875762" y="2115944"/>
                  </a:lnTo>
                  <a:lnTo>
                    <a:pt x="6947385" y="2121584"/>
                  </a:lnTo>
                  <a:lnTo>
                    <a:pt x="7019007" y="2127092"/>
                  </a:lnTo>
                  <a:lnTo>
                    <a:pt x="7090630" y="21324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(1.19-1.57), p_Bonf = &lt;0.001 (n = 6)  |  per IQR decline (Δ = 25.8 %): 2.24 (1.57-3.19)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2026-10-08T10:07:48Z</dcterms:modified>
  <cp:category/>
</cp:coreProperties>
</file>