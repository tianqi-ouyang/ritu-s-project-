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12073"/>
            </a:xfrm>
            <a:custGeom>
              <a:avLst/>
              <a:pathLst>
                <a:path w="7090630" h="3412073">
                  <a:moveTo>
                    <a:pt x="827613" y="0"/>
                  </a:moveTo>
                  <a:lnTo>
                    <a:pt x="859470" y="68974"/>
                  </a:lnTo>
                  <a:lnTo>
                    <a:pt x="931092" y="217309"/>
                  </a:lnTo>
                  <a:lnTo>
                    <a:pt x="1002715" y="359200"/>
                  </a:lnTo>
                  <a:lnTo>
                    <a:pt x="1074337" y="494928"/>
                  </a:lnTo>
                  <a:lnTo>
                    <a:pt x="1145960" y="624760"/>
                  </a:lnTo>
                  <a:lnTo>
                    <a:pt x="1217582" y="748952"/>
                  </a:lnTo>
                  <a:lnTo>
                    <a:pt x="1289205" y="867750"/>
                  </a:lnTo>
                  <a:lnTo>
                    <a:pt x="1360827" y="981386"/>
                  </a:lnTo>
                  <a:lnTo>
                    <a:pt x="1432450" y="1090087"/>
                  </a:lnTo>
                  <a:lnTo>
                    <a:pt x="1504073" y="1194066"/>
                  </a:lnTo>
                  <a:lnTo>
                    <a:pt x="1575695" y="1293528"/>
                  </a:lnTo>
                  <a:lnTo>
                    <a:pt x="1647318" y="1388669"/>
                  </a:lnTo>
                  <a:lnTo>
                    <a:pt x="1718940" y="1479678"/>
                  </a:lnTo>
                  <a:lnTo>
                    <a:pt x="1790563" y="1566733"/>
                  </a:lnTo>
                  <a:lnTo>
                    <a:pt x="1862185" y="1650006"/>
                  </a:lnTo>
                  <a:lnTo>
                    <a:pt x="1933808" y="1729663"/>
                  </a:lnTo>
                  <a:lnTo>
                    <a:pt x="2005430" y="1805859"/>
                  </a:lnTo>
                  <a:lnTo>
                    <a:pt x="2077053" y="1878745"/>
                  </a:lnTo>
                  <a:lnTo>
                    <a:pt x="2148675" y="1948465"/>
                  </a:lnTo>
                  <a:lnTo>
                    <a:pt x="2220298" y="2015156"/>
                  </a:lnTo>
                  <a:lnTo>
                    <a:pt x="2291920" y="2078951"/>
                  </a:lnTo>
                  <a:lnTo>
                    <a:pt x="2363543" y="2139974"/>
                  </a:lnTo>
                  <a:lnTo>
                    <a:pt x="2435165" y="2198346"/>
                  </a:lnTo>
                  <a:lnTo>
                    <a:pt x="2506788" y="2254183"/>
                  </a:lnTo>
                  <a:lnTo>
                    <a:pt x="2578410" y="2307594"/>
                  </a:lnTo>
                  <a:lnTo>
                    <a:pt x="2650033" y="2358686"/>
                  </a:lnTo>
                  <a:lnTo>
                    <a:pt x="2721655" y="2407557"/>
                  </a:lnTo>
                  <a:lnTo>
                    <a:pt x="2793278" y="2454306"/>
                  </a:lnTo>
                  <a:lnTo>
                    <a:pt x="2864901" y="2499024"/>
                  </a:lnTo>
                  <a:lnTo>
                    <a:pt x="2936523" y="2541800"/>
                  </a:lnTo>
                  <a:lnTo>
                    <a:pt x="3008146" y="2582717"/>
                  </a:lnTo>
                  <a:lnTo>
                    <a:pt x="3079768" y="2621857"/>
                  </a:lnTo>
                  <a:lnTo>
                    <a:pt x="3151391" y="2653491"/>
                  </a:lnTo>
                  <a:lnTo>
                    <a:pt x="3223013" y="2647667"/>
                  </a:lnTo>
                  <a:lnTo>
                    <a:pt x="3294636" y="2641802"/>
                  </a:lnTo>
                  <a:lnTo>
                    <a:pt x="3366258" y="2635896"/>
                  </a:lnTo>
                  <a:lnTo>
                    <a:pt x="3437881" y="2629948"/>
                  </a:lnTo>
                  <a:lnTo>
                    <a:pt x="3509503" y="2623959"/>
                  </a:lnTo>
                  <a:lnTo>
                    <a:pt x="3581126" y="2617928"/>
                  </a:lnTo>
                  <a:lnTo>
                    <a:pt x="3652748" y="2611854"/>
                  </a:lnTo>
                  <a:lnTo>
                    <a:pt x="3724371" y="2605738"/>
                  </a:lnTo>
                  <a:lnTo>
                    <a:pt x="3795993" y="2599579"/>
                  </a:lnTo>
                  <a:lnTo>
                    <a:pt x="3867616" y="2593377"/>
                  </a:lnTo>
                  <a:lnTo>
                    <a:pt x="3939238" y="2587131"/>
                  </a:lnTo>
                  <a:lnTo>
                    <a:pt x="4010861" y="2580842"/>
                  </a:lnTo>
                  <a:lnTo>
                    <a:pt x="4082483" y="2574508"/>
                  </a:lnTo>
                  <a:lnTo>
                    <a:pt x="4154106" y="2568130"/>
                  </a:lnTo>
                  <a:lnTo>
                    <a:pt x="4225729" y="2561707"/>
                  </a:lnTo>
                  <a:lnTo>
                    <a:pt x="4297351" y="2555239"/>
                  </a:lnTo>
                  <a:lnTo>
                    <a:pt x="4368974" y="2548726"/>
                  </a:lnTo>
                  <a:lnTo>
                    <a:pt x="4440596" y="2542167"/>
                  </a:lnTo>
                  <a:lnTo>
                    <a:pt x="4512219" y="2535562"/>
                  </a:lnTo>
                  <a:lnTo>
                    <a:pt x="4583841" y="2528911"/>
                  </a:lnTo>
                  <a:lnTo>
                    <a:pt x="4655464" y="2522213"/>
                  </a:lnTo>
                  <a:lnTo>
                    <a:pt x="4727086" y="2515468"/>
                  </a:lnTo>
                  <a:lnTo>
                    <a:pt x="4798709" y="2508675"/>
                  </a:lnTo>
                  <a:lnTo>
                    <a:pt x="4870331" y="2501836"/>
                  </a:lnTo>
                  <a:lnTo>
                    <a:pt x="4941954" y="2494948"/>
                  </a:lnTo>
                  <a:lnTo>
                    <a:pt x="5013576" y="2488011"/>
                  </a:lnTo>
                  <a:lnTo>
                    <a:pt x="5085199" y="2481027"/>
                  </a:lnTo>
                  <a:lnTo>
                    <a:pt x="5156821" y="2473993"/>
                  </a:lnTo>
                  <a:lnTo>
                    <a:pt x="5228444" y="2466909"/>
                  </a:lnTo>
                  <a:lnTo>
                    <a:pt x="5300066" y="2459777"/>
                  </a:lnTo>
                  <a:lnTo>
                    <a:pt x="5371689" y="2452594"/>
                  </a:lnTo>
                  <a:lnTo>
                    <a:pt x="5443311" y="2445360"/>
                  </a:lnTo>
                  <a:lnTo>
                    <a:pt x="5514934" y="2438076"/>
                  </a:lnTo>
                  <a:lnTo>
                    <a:pt x="5586557" y="2430741"/>
                  </a:lnTo>
                  <a:lnTo>
                    <a:pt x="5658179" y="2423355"/>
                  </a:lnTo>
                  <a:lnTo>
                    <a:pt x="5729802" y="2415916"/>
                  </a:lnTo>
                  <a:lnTo>
                    <a:pt x="5801424" y="2408426"/>
                  </a:lnTo>
                  <a:lnTo>
                    <a:pt x="5873047" y="2400882"/>
                  </a:lnTo>
                  <a:lnTo>
                    <a:pt x="5944669" y="2393286"/>
                  </a:lnTo>
                  <a:lnTo>
                    <a:pt x="6016292" y="2385637"/>
                  </a:lnTo>
                  <a:lnTo>
                    <a:pt x="6087914" y="2377934"/>
                  </a:lnTo>
                  <a:lnTo>
                    <a:pt x="6159537" y="2370177"/>
                  </a:lnTo>
                  <a:lnTo>
                    <a:pt x="6231159" y="2362366"/>
                  </a:lnTo>
                  <a:lnTo>
                    <a:pt x="6302782" y="2354499"/>
                  </a:lnTo>
                  <a:lnTo>
                    <a:pt x="6374404" y="2346578"/>
                  </a:lnTo>
                  <a:lnTo>
                    <a:pt x="6446027" y="2338601"/>
                  </a:lnTo>
                  <a:lnTo>
                    <a:pt x="6517649" y="2330568"/>
                  </a:lnTo>
                  <a:lnTo>
                    <a:pt x="6589272" y="2322479"/>
                  </a:lnTo>
                  <a:lnTo>
                    <a:pt x="6660894" y="2314333"/>
                  </a:lnTo>
                  <a:lnTo>
                    <a:pt x="6732517" y="2306129"/>
                  </a:lnTo>
                  <a:lnTo>
                    <a:pt x="6804139" y="2297869"/>
                  </a:lnTo>
                  <a:lnTo>
                    <a:pt x="6875762" y="2289550"/>
                  </a:lnTo>
                  <a:lnTo>
                    <a:pt x="6947385" y="2281173"/>
                  </a:lnTo>
                  <a:lnTo>
                    <a:pt x="7019007" y="2272737"/>
                  </a:lnTo>
                  <a:lnTo>
                    <a:pt x="7090630" y="2264242"/>
                  </a:lnTo>
                  <a:lnTo>
                    <a:pt x="7090630" y="3412073"/>
                  </a:lnTo>
                  <a:lnTo>
                    <a:pt x="7019007" y="3408819"/>
                  </a:lnTo>
                  <a:lnTo>
                    <a:pt x="6947385" y="3405416"/>
                  </a:lnTo>
                  <a:lnTo>
                    <a:pt x="6875762" y="3401859"/>
                  </a:lnTo>
                  <a:lnTo>
                    <a:pt x="6804139" y="3398140"/>
                  </a:lnTo>
                  <a:lnTo>
                    <a:pt x="6732517" y="3394253"/>
                  </a:lnTo>
                  <a:lnTo>
                    <a:pt x="6660894" y="3390189"/>
                  </a:lnTo>
                  <a:lnTo>
                    <a:pt x="6589272" y="3385940"/>
                  </a:lnTo>
                  <a:lnTo>
                    <a:pt x="6517649" y="3381498"/>
                  </a:lnTo>
                  <a:lnTo>
                    <a:pt x="6446027" y="3376855"/>
                  </a:lnTo>
                  <a:lnTo>
                    <a:pt x="6374404" y="3372001"/>
                  </a:lnTo>
                  <a:lnTo>
                    <a:pt x="6302782" y="3366926"/>
                  </a:lnTo>
                  <a:lnTo>
                    <a:pt x="6231159" y="3361621"/>
                  </a:lnTo>
                  <a:lnTo>
                    <a:pt x="6159537" y="3356076"/>
                  </a:lnTo>
                  <a:lnTo>
                    <a:pt x="6087914" y="3350278"/>
                  </a:lnTo>
                  <a:lnTo>
                    <a:pt x="6016292" y="3344217"/>
                  </a:lnTo>
                  <a:lnTo>
                    <a:pt x="5944669" y="3337880"/>
                  </a:lnTo>
                  <a:lnTo>
                    <a:pt x="5873047" y="3331256"/>
                  </a:lnTo>
                  <a:lnTo>
                    <a:pt x="5801424" y="3324331"/>
                  </a:lnTo>
                  <a:lnTo>
                    <a:pt x="5729802" y="3317092"/>
                  </a:lnTo>
                  <a:lnTo>
                    <a:pt x="5658179" y="3309524"/>
                  </a:lnTo>
                  <a:lnTo>
                    <a:pt x="5586557" y="3301612"/>
                  </a:lnTo>
                  <a:lnTo>
                    <a:pt x="5514934" y="3293341"/>
                  </a:lnTo>
                  <a:lnTo>
                    <a:pt x="5443311" y="3284695"/>
                  </a:lnTo>
                  <a:lnTo>
                    <a:pt x="5371689" y="3275655"/>
                  </a:lnTo>
                  <a:lnTo>
                    <a:pt x="5300066" y="3266205"/>
                  </a:lnTo>
                  <a:lnTo>
                    <a:pt x="5228444" y="3256326"/>
                  </a:lnTo>
                  <a:lnTo>
                    <a:pt x="5156821" y="3245999"/>
                  </a:lnTo>
                  <a:lnTo>
                    <a:pt x="5085199" y="3235202"/>
                  </a:lnTo>
                  <a:lnTo>
                    <a:pt x="5013576" y="3223916"/>
                  </a:lnTo>
                  <a:lnTo>
                    <a:pt x="4941954" y="3212116"/>
                  </a:lnTo>
                  <a:lnTo>
                    <a:pt x="4870331" y="3199781"/>
                  </a:lnTo>
                  <a:lnTo>
                    <a:pt x="4798709" y="3186885"/>
                  </a:lnTo>
                  <a:lnTo>
                    <a:pt x="4727086" y="3173404"/>
                  </a:lnTo>
                  <a:lnTo>
                    <a:pt x="4655464" y="3159311"/>
                  </a:lnTo>
                  <a:lnTo>
                    <a:pt x="4583841" y="3144578"/>
                  </a:lnTo>
                  <a:lnTo>
                    <a:pt x="4512219" y="3129176"/>
                  </a:lnTo>
                  <a:lnTo>
                    <a:pt x="4440596" y="3113074"/>
                  </a:lnTo>
                  <a:lnTo>
                    <a:pt x="4368974" y="3096241"/>
                  </a:lnTo>
                  <a:lnTo>
                    <a:pt x="4297351" y="3078644"/>
                  </a:lnTo>
                  <a:lnTo>
                    <a:pt x="4225729" y="3060247"/>
                  </a:lnTo>
                  <a:lnTo>
                    <a:pt x="4154106" y="3041015"/>
                  </a:lnTo>
                  <a:lnTo>
                    <a:pt x="4082483" y="3020910"/>
                  </a:lnTo>
                  <a:lnTo>
                    <a:pt x="4010861" y="2999892"/>
                  </a:lnTo>
                  <a:lnTo>
                    <a:pt x="3939238" y="2977919"/>
                  </a:lnTo>
                  <a:lnTo>
                    <a:pt x="3867616" y="2954949"/>
                  </a:lnTo>
                  <a:lnTo>
                    <a:pt x="3795993" y="2930935"/>
                  </a:lnTo>
                  <a:lnTo>
                    <a:pt x="3724371" y="2905831"/>
                  </a:lnTo>
                  <a:lnTo>
                    <a:pt x="3652748" y="2879586"/>
                  </a:lnTo>
                  <a:lnTo>
                    <a:pt x="3581126" y="2852150"/>
                  </a:lnTo>
                  <a:lnTo>
                    <a:pt x="3509503" y="2823468"/>
                  </a:lnTo>
                  <a:lnTo>
                    <a:pt x="3437881" y="2793484"/>
                  </a:lnTo>
                  <a:lnTo>
                    <a:pt x="3366258" y="2762138"/>
                  </a:lnTo>
                  <a:lnTo>
                    <a:pt x="3294636" y="2729368"/>
                  </a:lnTo>
                  <a:lnTo>
                    <a:pt x="3223013" y="2695110"/>
                  </a:lnTo>
                  <a:lnTo>
                    <a:pt x="3151391" y="2659297"/>
                  </a:lnTo>
                  <a:lnTo>
                    <a:pt x="3079768" y="2659274"/>
                  </a:lnTo>
                  <a:lnTo>
                    <a:pt x="3008146" y="2665018"/>
                  </a:lnTo>
                  <a:lnTo>
                    <a:pt x="2936523" y="2670721"/>
                  </a:lnTo>
                  <a:lnTo>
                    <a:pt x="2864901" y="2676384"/>
                  </a:lnTo>
                  <a:lnTo>
                    <a:pt x="2793278" y="2682008"/>
                  </a:lnTo>
                  <a:lnTo>
                    <a:pt x="2721655" y="2687593"/>
                  </a:lnTo>
                  <a:lnTo>
                    <a:pt x="2650033" y="2693139"/>
                  </a:lnTo>
                  <a:lnTo>
                    <a:pt x="2578410" y="2698646"/>
                  </a:lnTo>
                  <a:lnTo>
                    <a:pt x="2506788" y="2704115"/>
                  </a:lnTo>
                  <a:lnTo>
                    <a:pt x="2435165" y="2709546"/>
                  </a:lnTo>
                  <a:lnTo>
                    <a:pt x="2363543" y="2714939"/>
                  </a:lnTo>
                  <a:lnTo>
                    <a:pt x="2291920" y="2720295"/>
                  </a:lnTo>
                  <a:lnTo>
                    <a:pt x="2220298" y="2725613"/>
                  </a:lnTo>
                  <a:lnTo>
                    <a:pt x="2148675" y="2730894"/>
                  </a:lnTo>
                  <a:lnTo>
                    <a:pt x="2077053" y="2736138"/>
                  </a:lnTo>
                  <a:lnTo>
                    <a:pt x="2005430" y="2741346"/>
                  </a:lnTo>
                  <a:lnTo>
                    <a:pt x="1933808" y="2746517"/>
                  </a:lnTo>
                  <a:lnTo>
                    <a:pt x="1862185" y="2751653"/>
                  </a:lnTo>
                  <a:lnTo>
                    <a:pt x="1790563" y="2756753"/>
                  </a:lnTo>
                  <a:lnTo>
                    <a:pt x="1718940" y="2761817"/>
                  </a:lnTo>
                  <a:lnTo>
                    <a:pt x="1647318" y="2766846"/>
                  </a:lnTo>
                  <a:lnTo>
                    <a:pt x="1575695" y="2771840"/>
                  </a:lnTo>
                  <a:lnTo>
                    <a:pt x="1504073" y="2776799"/>
                  </a:lnTo>
                  <a:lnTo>
                    <a:pt x="1432450" y="2781723"/>
                  </a:lnTo>
                  <a:lnTo>
                    <a:pt x="1360827" y="2786613"/>
                  </a:lnTo>
                  <a:lnTo>
                    <a:pt x="1289205" y="2791470"/>
                  </a:lnTo>
                  <a:lnTo>
                    <a:pt x="1217582" y="2796292"/>
                  </a:lnTo>
                  <a:lnTo>
                    <a:pt x="1145960" y="2801081"/>
                  </a:lnTo>
                  <a:lnTo>
                    <a:pt x="1074337" y="2805836"/>
                  </a:lnTo>
                  <a:lnTo>
                    <a:pt x="1002715" y="2810558"/>
                  </a:lnTo>
                  <a:lnTo>
                    <a:pt x="931092" y="2815248"/>
                  </a:lnTo>
                  <a:lnTo>
                    <a:pt x="859470" y="2819904"/>
                  </a:lnTo>
                  <a:lnTo>
                    <a:pt x="787847" y="2824529"/>
                  </a:lnTo>
                  <a:lnTo>
                    <a:pt x="716225" y="2829121"/>
                  </a:lnTo>
                  <a:lnTo>
                    <a:pt x="644602" y="2833681"/>
                  </a:lnTo>
                  <a:lnTo>
                    <a:pt x="572980" y="2838209"/>
                  </a:lnTo>
                  <a:lnTo>
                    <a:pt x="501357" y="2842706"/>
                  </a:lnTo>
                  <a:lnTo>
                    <a:pt x="429735" y="2847171"/>
                  </a:lnTo>
                  <a:lnTo>
                    <a:pt x="358112" y="2851606"/>
                  </a:lnTo>
                  <a:lnTo>
                    <a:pt x="286490" y="2856009"/>
                  </a:lnTo>
                  <a:lnTo>
                    <a:pt x="214867" y="2860382"/>
                  </a:lnTo>
                  <a:lnTo>
                    <a:pt x="143245" y="2864724"/>
                  </a:lnTo>
                  <a:lnTo>
                    <a:pt x="71622" y="2869036"/>
                  </a:lnTo>
                  <a:lnTo>
                    <a:pt x="0" y="287331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999662" y="2073503"/>
              <a:ext cx="6263016" cy="2653491"/>
            </a:xfrm>
            <a:custGeom>
              <a:avLst/>
              <a:pathLst>
                <a:path w="6263016" h="2653491">
                  <a:moveTo>
                    <a:pt x="0" y="0"/>
                  </a:moveTo>
                  <a:lnTo>
                    <a:pt x="31857" y="68974"/>
                  </a:lnTo>
                  <a:lnTo>
                    <a:pt x="103479" y="217309"/>
                  </a:lnTo>
                  <a:lnTo>
                    <a:pt x="175102" y="359200"/>
                  </a:lnTo>
                  <a:lnTo>
                    <a:pt x="246724" y="494928"/>
                  </a:lnTo>
                  <a:lnTo>
                    <a:pt x="318347" y="624760"/>
                  </a:lnTo>
                  <a:lnTo>
                    <a:pt x="389969" y="748952"/>
                  </a:lnTo>
                  <a:lnTo>
                    <a:pt x="461592" y="867750"/>
                  </a:lnTo>
                  <a:lnTo>
                    <a:pt x="533214" y="981386"/>
                  </a:lnTo>
                  <a:lnTo>
                    <a:pt x="604837" y="1090087"/>
                  </a:lnTo>
                  <a:lnTo>
                    <a:pt x="676459" y="1194066"/>
                  </a:lnTo>
                  <a:lnTo>
                    <a:pt x="748082" y="1293528"/>
                  </a:lnTo>
                  <a:lnTo>
                    <a:pt x="819704" y="1388669"/>
                  </a:lnTo>
                  <a:lnTo>
                    <a:pt x="891327" y="1479678"/>
                  </a:lnTo>
                  <a:lnTo>
                    <a:pt x="962949" y="1566733"/>
                  </a:lnTo>
                  <a:lnTo>
                    <a:pt x="1034572" y="1650006"/>
                  </a:lnTo>
                  <a:lnTo>
                    <a:pt x="1106194" y="1729663"/>
                  </a:lnTo>
                  <a:lnTo>
                    <a:pt x="1177817" y="1805859"/>
                  </a:lnTo>
                  <a:lnTo>
                    <a:pt x="1249439" y="1878745"/>
                  </a:lnTo>
                  <a:lnTo>
                    <a:pt x="1321062" y="1948465"/>
                  </a:lnTo>
                  <a:lnTo>
                    <a:pt x="1392685" y="2015156"/>
                  </a:lnTo>
                  <a:lnTo>
                    <a:pt x="1464307" y="2078951"/>
                  </a:lnTo>
                  <a:lnTo>
                    <a:pt x="1535930" y="2139974"/>
                  </a:lnTo>
                  <a:lnTo>
                    <a:pt x="1607552" y="2198346"/>
                  </a:lnTo>
                  <a:lnTo>
                    <a:pt x="1679175" y="2254183"/>
                  </a:lnTo>
                  <a:lnTo>
                    <a:pt x="1750797" y="2307594"/>
                  </a:lnTo>
                  <a:lnTo>
                    <a:pt x="1822420" y="2358686"/>
                  </a:lnTo>
                  <a:lnTo>
                    <a:pt x="1894042" y="2407557"/>
                  </a:lnTo>
                  <a:lnTo>
                    <a:pt x="1965665" y="2454306"/>
                  </a:lnTo>
                  <a:lnTo>
                    <a:pt x="2037287" y="2499024"/>
                  </a:lnTo>
                  <a:lnTo>
                    <a:pt x="2108910" y="2541800"/>
                  </a:lnTo>
                  <a:lnTo>
                    <a:pt x="2180532" y="2582717"/>
                  </a:lnTo>
                  <a:lnTo>
                    <a:pt x="2252155" y="2621857"/>
                  </a:lnTo>
                  <a:lnTo>
                    <a:pt x="2323777" y="2653491"/>
                  </a:lnTo>
                  <a:lnTo>
                    <a:pt x="2395400" y="2647667"/>
                  </a:lnTo>
                  <a:lnTo>
                    <a:pt x="2467022" y="2641802"/>
                  </a:lnTo>
                  <a:lnTo>
                    <a:pt x="2538645" y="2635896"/>
                  </a:lnTo>
                  <a:lnTo>
                    <a:pt x="2610267" y="2629948"/>
                  </a:lnTo>
                  <a:lnTo>
                    <a:pt x="2681890" y="2623959"/>
                  </a:lnTo>
                  <a:lnTo>
                    <a:pt x="2753513" y="2617928"/>
                  </a:lnTo>
                  <a:lnTo>
                    <a:pt x="2825135" y="2611854"/>
                  </a:lnTo>
                  <a:lnTo>
                    <a:pt x="2896758" y="2605738"/>
                  </a:lnTo>
                  <a:lnTo>
                    <a:pt x="2968380" y="2599579"/>
                  </a:lnTo>
                  <a:lnTo>
                    <a:pt x="3040003" y="2593377"/>
                  </a:lnTo>
                  <a:lnTo>
                    <a:pt x="3111625" y="2587131"/>
                  </a:lnTo>
                  <a:lnTo>
                    <a:pt x="3183248" y="2580842"/>
                  </a:lnTo>
                  <a:lnTo>
                    <a:pt x="3254870" y="2574508"/>
                  </a:lnTo>
                  <a:lnTo>
                    <a:pt x="3326493" y="2568130"/>
                  </a:lnTo>
                  <a:lnTo>
                    <a:pt x="3398115" y="2561707"/>
                  </a:lnTo>
                  <a:lnTo>
                    <a:pt x="3469738" y="2555239"/>
                  </a:lnTo>
                  <a:lnTo>
                    <a:pt x="3541360" y="2548726"/>
                  </a:lnTo>
                  <a:lnTo>
                    <a:pt x="3612983" y="2542167"/>
                  </a:lnTo>
                  <a:lnTo>
                    <a:pt x="3684605" y="2535562"/>
                  </a:lnTo>
                  <a:lnTo>
                    <a:pt x="3756228" y="2528911"/>
                  </a:lnTo>
                  <a:lnTo>
                    <a:pt x="3827850" y="2522213"/>
                  </a:lnTo>
                  <a:lnTo>
                    <a:pt x="3899473" y="2515468"/>
                  </a:lnTo>
                  <a:lnTo>
                    <a:pt x="3971095" y="2508675"/>
                  </a:lnTo>
                  <a:lnTo>
                    <a:pt x="4042718" y="2501836"/>
                  </a:lnTo>
                  <a:lnTo>
                    <a:pt x="4114341" y="2494948"/>
                  </a:lnTo>
                  <a:lnTo>
                    <a:pt x="4185963" y="2488011"/>
                  </a:lnTo>
                  <a:lnTo>
                    <a:pt x="4257586" y="2481027"/>
                  </a:lnTo>
                  <a:lnTo>
                    <a:pt x="4329208" y="2473993"/>
                  </a:lnTo>
                  <a:lnTo>
                    <a:pt x="4400831" y="2466909"/>
                  </a:lnTo>
                  <a:lnTo>
                    <a:pt x="4472453" y="2459777"/>
                  </a:lnTo>
                  <a:lnTo>
                    <a:pt x="4544076" y="2452594"/>
                  </a:lnTo>
                  <a:lnTo>
                    <a:pt x="4615698" y="2445360"/>
                  </a:lnTo>
                  <a:lnTo>
                    <a:pt x="4687321" y="2438076"/>
                  </a:lnTo>
                  <a:lnTo>
                    <a:pt x="4758943" y="2430741"/>
                  </a:lnTo>
                  <a:lnTo>
                    <a:pt x="4830566" y="2423355"/>
                  </a:lnTo>
                  <a:lnTo>
                    <a:pt x="4902188" y="2415916"/>
                  </a:lnTo>
                  <a:lnTo>
                    <a:pt x="4973811" y="2408426"/>
                  </a:lnTo>
                  <a:lnTo>
                    <a:pt x="5045433" y="2400882"/>
                  </a:lnTo>
                  <a:lnTo>
                    <a:pt x="5117056" y="2393286"/>
                  </a:lnTo>
                  <a:lnTo>
                    <a:pt x="5188678" y="2385637"/>
                  </a:lnTo>
                  <a:lnTo>
                    <a:pt x="5260301" y="2377934"/>
                  </a:lnTo>
                  <a:lnTo>
                    <a:pt x="5331923" y="2370177"/>
                  </a:lnTo>
                  <a:lnTo>
                    <a:pt x="5403546" y="2362366"/>
                  </a:lnTo>
                  <a:lnTo>
                    <a:pt x="5475169" y="2354499"/>
                  </a:lnTo>
                  <a:lnTo>
                    <a:pt x="5546791" y="2346578"/>
                  </a:lnTo>
                  <a:lnTo>
                    <a:pt x="5618414" y="2338601"/>
                  </a:lnTo>
                  <a:lnTo>
                    <a:pt x="5690036" y="2330568"/>
                  </a:lnTo>
                  <a:lnTo>
                    <a:pt x="5761659" y="2322479"/>
                  </a:lnTo>
                  <a:lnTo>
                    <a:pt x="5833281" y="2314333"/>
                  </a:lnTo>
                  <a:lnTo>
                    <a:pt x="5904904" y="2306129"/>
                  </a:lnTo>
                  <a:lnTo>
                    <a:pt x="5976526" y="2297869"/>
                  </a:lnTo>
                  <a:lnTo>
                    <a:pt x="6048149" y="2289550"/>
                  </a:lnTo>
                  <a:lnTo>
                    <a:pt x="6119771" y="2281173"/>
                  </a:lnTo>
                  <a:lnTo>
                    <a:pt x="6191394" y="2272737"/>
                  </a:lnTo>
                  <a:lnTo>
                    <a:pt x="6263016" y="22642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2777"/>
              <a:ext cx="7090630" cy="752799"/>
            </a:xfrm>
            <a:custGeom>
              <a:avLst/>
              <a:pathLst>
                <a:path w="7090630" h="752799">
                  <a:moveTo>
                    <a:pt x="7090630" y="752799"/>
                  </a:moveTo>
                  <a:lnTo>
                    <a:pt x="7019007" y="749544"/>
                  </a:lnTo>
                  <a:lnTo>
                    <a:pt x="6947385" y="746141"/>
                  </a:lnTo>
                  <a:lnTo>
                    <a:pt x="6875762" y="742584"/>
                  </a:lnTo>
                  <a:lnTo>
                    <a:pt x="6804139" y="738865"/>
                  </a:lnTo>
                  <a:lnTo>
                    <a:pt x="6732517" y="734978"/>
                  </a:lnTo>
                  <a:lnTo>
                    <a:pt x="6660894" y="730914"/>
                  </a:lnTo>
                  <a:lnTo>
                    <a:pt x="6589272" y="726665"/>
                  </a:lnTo>
                  <a:lnTo>
                    <a:pt x="6517649" y="722224"/>
                  </a:lnTo>
                  <a:lnTo>
                    <a:pt x="6446027" y="717580"/>
                  </a:lnTo>
                  <a:lnTo>
                    <a:pt x="6374404" y="712726"/>
                  </a:lnTo>
                  <a:lnTo>
                    <a:pt x="6302782" y="707652"/>
                  </a:lnTo>
                  <a:lnTo>
                    <a:pt x="6231159" y="702347"/>
                  </a:lnTo>
                  <a:lnTo>
                    <a:pt x="6159537" y="696801"/>
                  </a:lnTo>
                  <a:lnTo>
                    <a:pt x="6087914" y="691003"/>
                  </a:lnTo>
                  <a:lnTo>
                    <a:pt x="6016292" y="684942"/>
                  </a:lnTo>
                  <a:lnTo>
                    <a:pt x="5944669" y="678606"/>
                  </a:lnTo>
                  <a:lnTo>
                    <a:pt x="5873047" y="671981"/>
                  </a:lnTo>
                  <a:lnTo>
                    <a:pt x="5801424" y="665057"/>
                  </a:lnTo>
                  <a:lnTo>
                    <a:pt x="5729802" y="657817"/>
                  </a:lnTo>
                  <a:lnTo>
                    <a:pt x="5658179" y="650249"/>
                  </a:lnTo>
                  <a:lnTo>
                    <a:pt x="5586557" y="642337"/>
                  </a:lnTo>
                  <a:lnTo>
                    <a:pt x="5514934" y="634066"/>
                  </a:lnTo>
                  <a:lnTo>
                    <a:pt x="5443311" y="625420"/>
                  </a:lnTo>
                  <a:lnTo>
                    <a:pt x="5371689" y="616380"/>
                  </a:lnTo>
                  <a:lnTo>
                    <a:pt x="5300066" y="606931"/>
                  </a:lnTo>
                  <a:lnTo>
                    <a:pt x="5228444" y="597052"/>
                  </a:lnTo>
                  <a:lnTo>
                    <a:pt x="5156821" y="586724"/>
                  </a:lnTo>
                  <a:lnTo>
                    <a:pt x="5085199" y="575928"/>
                  </a:lnTo>
                  <a:lnTo>
                    <a:pt x="5013576" y="564641"/>
                  </a:lnTo>
                  <a:lnTo>
                    <a:pt x="4941954" y="552841"/>
                  </a:lnTo>
                  <a:lnTo>
                    <a:pt x="4870331" y="540506"/>
                  </a:lnTo>
                  <a:lnTo>
                    <a:pt x="4798709" y="527611"/>
                  </a:lnTo>
                  <a:lnTo>
                    <a:pt x="4727086" y="514130"/>
                  </a:lnTo>
                  <a:lnTo>
                    <a:pt x="4655464" y="500036"/>
                  </a:lnTo>
                  <a:lnTo>
                    <a:pt x="4583841" y="485303"/>
                  </a:lnTo>
                  <a:lnTo>
                    <a:pt x="4512219" y="469901"/>
                  </a:lnTo>
                  <a:lnTo>
                    <a:pt x="4440596" y="453799"/>
                  </a:lnTo>
                  <a:lnTo>
                    <a:pt x="4368974" y="436966"/>
                  </a:lnTo>
                  <a:lnTo>
                    <a:pt x="4297351" y="419369"/>
                  </a:lnTo>
                  <a:lnTo>
                    <a:pt x="4225729" y="400972"/>
                  </a:lnTo>
                  <a:lnTo>
                    <a:pt x="4154106" y="381741"/>
                  </a:lnTo>
                  <a:lnTo>
                    <a:pt x="4082483" y="361635"/>
                  </a:lnTo>
                  <a:lnTo>
                    <a:pt x="4010861" y="340617"/>
                  </a:lnTo>
                  <a:lnTo>
                    <a:pt x="3939238" y="318644"/>
                  </a:lnTo>
                  <a:lnTo>
                    <a:pt x="3867616" y="295674"/>
                  </a:lnTo>
                  <a:lnTo>
                    <a:pt x="3795993" y="271660"/>
                  </a:lnTo>
                  <a:lnTo>
                    <a:pt x="3724371" y="246556"/>
                  </a:lnTo>
                  <a:lnTo>
                    <a:pt x="3652748" y="220312"/>
                  </a:lnTo>
                  <a:lnTo>
                    <a:pt x="3581126" y="192876"/>
                  </a:lnTo>
                  <a:lnTo>
                    <a:pt x="3509503" y="164194"/>
                  </a:lnTo>
                  <a:lnTo>
                    <a:pt x="3437881" y="134209"/>
                  </a:lnTo>
                  <a:lnTo>
                    <a:pt x="3366258" y="102863"/>
                  </a:lnTo>
                  <a:lnTo>
                    <a:pt x="3294636" y="70093"/>
                  </a:lnTo>
                  <a:lnTo>
                    <a:pt x="3223013" y="35836"/>
                  </a:lnTo>
                  <a:lnTo>
                    <a:pt x="3151391" y="22"/>
                  </a:lnTo>
                  <a:lnTo>
                    <a:pt x="3079768" y="0"/>
                  </a:lnTo>
                  <a:lnTo>
                    <a:pt x="3008146" y="5743"/>
                  </a:lnTo>
                  <a:lnTo>
                    <a:pt x="2936523" y="11446"/>
                  </a:lnTo>
                  <a:lnTo>
                    <a:pt x="2864901" y="17109"/>
                  </a:lnTo>
                  <a:lnTo>
                    <a:pt x="2793278" y="22733"/>
                  </a:lnTo>
                  <a:lnTo>
                    <a:pt x="2721655" y="28318"/>
                  </a:lnTo>
                  <a:lnTo>
                    <a:pt x="2650033" y="33864"/>
                  </a:lnTo>
                  <a:lnTo>
                    <a:pt x="2578410" y="39371"/>
                  </a:lnTo>
                  <a:lnTo>
                    <a:pt x="2506788" y="44840"/>
                  </a:lnTo>
                  <a:lnTo>
                    <a:pt x="2435165" y="50271"/>
                  </a:lnTo>
                  <a:lnTo>
                    <a:pt x="2363543" y="55664"/>
                  </a:lnTo>
                  <a:lnTo>
                    <a:pt x="2291920" y="61020"/>
                  </a:lnTo>
                  <a:lnTo>
                    <a:pt x="2220298" y="66338"/>
                  </a:lnTo>
                  <a:lnTo>
                    <a:pt x="2148675" y="71619"/>
                  </a:lnTo>
                  <a:lnTo>
                    <a:pt x="2077053" y="76863"/>
                  </a:lnTo>
                  <a:lnTo>
                    <a:pt x="2005430" y="82071"/>
                  </a:lnTo>
                  <a:lnTo>
                    <a:pt x="1933808" y="87243"/>
                  </a:lnTo>
                  <a:lnTo>
                    <a:pt x="1862185" y="92378"/>
                  </a:lnTo>
                  <a:lnTo>
                    <a:pt x="1790563" y="97478"/>
                  </a:lnTo>
                  <a:lnTo>
                    <a:pt x="1718940" y="102542"/>
                  </a:lnTo>
                  <a:lnTo>
                    <a:pt x="1647318" y="107571"/>
                  </a:lnTo>
                  <a:lnTo>
                    <a:pt x="1575695" y="112565"/>
                  </a:lnTo>
                  <a:lnTo>
                    <a:pt x="1504073" y="117524"/>
                  </a:lnTo>
                  <a:lnTo>
                    <a:pt x="1432450" y="122448"/>
                  </a:lnTo>
                  <a:lnTo>
                    <a:pt x="1360827" y="127339"/>
                  </a:lnTo>
                  <a:lnTo>
                    <a:pt x="1289205" y="132195"/>
                  </a:lnTo>
                  <a:lnTo>
                    <a:pt x="1217582" y="137017"/>
                  </a:lnTo>
                  <a:lnTo>
                    <a:pt x="1145960" y="141806"/>
                  </a:lnTo>
                  <a:lnTo>
                    <a:pt x="1074337" y="146561"/>
                  </a:lnTo>
                  <a:lnTo>
                    <a:pt x="1002715" y="151283"/>
                  </a:lnTo>
                  <a:lnTo>
                    <a:pt x="931092" y="155973"/>
                  </a:lnTo>
                  <a:lnTo>
                    <a:pt x="859470" y="160630"/>
                  </a:lnTo>
                  <a:lnTo>
                    <a:pt x="787847" y="165254"/>
                  </a:lnTo>
                  <a:lnTo>
                    <a:pt x="716225" y="169846"/>
                  </a:lnTo>
                  <a:lnTo>
                    <a:pt x="644602" y="174406"/>
                  </a:lnTo>
                  <a:lnTo>
                    <a:pt x="572980" y="178934"/>
                  </a:lnTo>
                  <a:lnTo>
                    <a:pt x="501357" y="183431"/>
                  </a:lnTo>
                  <a:lnTo>
                    <a:pt x="429735" y="187896"/>
                  </a:lnTo>
                  <a:lnTo>
                    <a:pt x="358112" y="192331"/>
                  </a:lnTo>
                  <a:lnTo>
                    <a:pt x="286490" y="196734"/>
                  </a:lnTo>
                  <a:lnTo>
                    <a:pt x="214867" y="201107"/>
                  </a:lnTo>
                  <a:lnTo>
                    <a:pt x="143245" y="205449"/>
                  </a:lnTo>
                  <a:lnTo>
                    <a:pt x="71622" y="209761"/>
                  </a:lnTo>
                  <a:lnTo>
                    <a:pt x="0" y="2140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672634"/>
              <a:ext cx="7090630" cy="1588971"/>
            </a:xfrm>
            <a:custGeom>
              <a:avLst/>
              <a:pathLst>
                <a:path w="7090630" h="1588971">
                  <a:moveTo>
                    <a:pt x="0" y="0"/>
                  </a:moveTo>
                  <a:lnTo>
                    <a:pt x="71622" y="34933"/>
                  </a:lnTo>
                  <a:lnTo>
                    <a:pt x="143245" y="69220"/>
                  </a:lnTo>
                  <a:lnTo>
                    <a:pt x="214867" y="102871"/>
                  </a:lnTo>
                  <a:lnTo>
                    <a:pt x="286490" y="135898"/>
                  </a:lnTo>
                  <a:lnTo>
                    <a:pt x="358112" y="168313"/>
                  </a:lnTo>
                  <a:lnTo>
                    <a:pt x="429735" y="200127"/>
                  </a:lnTo>
                  <a:lnTo>
                    <a:pt x="501357" y="231351"/>
                  </a:lnTo>
                  <a:lnTo>
                    <a:pt x="572980" y="261997"/>
                  </a:lnTo>
                  <a:lnTo>
                    <a:pt x="644602" y="292074"/>
                  </a:lnTo>
                  <a:lnTo>
                    <a:pt x="716225" y="321594"/>
                  </a:lnTo>
                  <a:lnTo>
                    <a:pt x="787847" y="350567"/>
                  </a:lnTo>
                  <a:lnTo>
                    <a:pt x="859470" y="379002"/>
                  </a:lnTo>
                  <a:lnTo>
                    <a:pt x="931092" y="406911"/>
                  </a:lnTo>
                  <a:lnTo>
                    <a:pt x="1002715" y="434302"/>
                  </a:lnTo>
                  <a:lnTo>
                    <a:pt x="1074337" y="461186"/>
                  </a:lnTo>
                  <a:lnTo>
                    <a:pt x="1145960" y="487571"/>
                  </a:lnTo>
                  <a:lnTo>
                    <a:pt x="1217582" y="513467"/>
                  </a:lnTo>
                  <a:lnTo>
                    <a:pt x="1289205" y="538883"/>
                  </a:lnTo>
                  <a:lnTo>
                    <a:pt x="1360827" y="563828"/>
                  </a:lnTo>
                  <a:lnTo>
                    <a:pt x="1432450" y="588311"/>
                  </a:lnTo>
                  <a:lnTo>
                    <a:pt x="1504073" y="612340"/>
                  </a:lnTo>
                  <a:lnTo>
                    <a:pt x="1575695" y="635923"/>
                  </a:lnTo>
                  <a:lnTo>
                    <a:pt x="1647318" y="659069"/>
                  </a:lnTo>
                  <a:lnTo>
                    <a:pt x="1718940" y="681786"/>
                  </a:lnTo>
                  <a:lnTo>
                    <a:pt x="1790563" y="704083"/>
                  </a:lnTo>
                  <a:lnTo>
                    <a:pt x="1862185" y="725965"/>
                  </a:lnTo>
                  <a:lnTo>
                    <a:pt x="1933808" y="747443"/>
                  </a:lnTo>
                  <a:lnTo>
                    <a:pt x="2005430" y="768522"/>
                  </a:lnTo>
                  <a:lnTo>
                    <a:pt x="2077053" y="789210"/>
                  </a:lnTo>
                  <a:lnTo>
                    <a:pt x="2148675" y="809515"/>
                  </a:lnTo>
                  <a:lnTo>
                    <a:pt x="2220298" y="829443"/>
                  </a:lnTo>
                  <a:lnTo>
                    <a:pt x="2291920" y="849002"/>
                  </a:lnTo>
                  <a:lnTo>
                    <a:pt x="2363543" y="868199"/>
                  </a:lnTo>
                  <a:lnTo>
                    <a:pt x="2435165" y="887039"/>
                  </a:lnTo>
                  <a:lnTo>
                    <a:pt x="2506788" y="905531"/>
                  </a:lnTo>
                  <a:lnTo>
                    <a:pt x="2578410" y="923680"/>
                  </a:lnTo>
                  <a:lnTo>
                    <a:pt x="2650033" y="941492"/>
                  </a:lnTo>
                  <a:lnTo>
                    <a:pt x="2721655" y="958974"/>
                  </a:lnTo>
                  <a:lnTo>
                    <a:pt x="2793278" y="976132"/>
                  </a:lnTo>
                  <a:lnTo>
                    <a:pt x="2864901" y="992972"/>
                  </a:lnTo>
                  <a:lnTo>
                    <a:pt x="2936523" y="1009500"/>
                  </a:lnTo>
                  <a:lnTo>
                    <a:pt x="3008146" y="1025721"/>
                  </a:lnTo>
                  <a:lnTo>
                    <a:pt x="3079768" y="1041642"/>
                  </a:lnTo>
                  <a:lnTo>
                    <a:pt x="3151391" y="1057268"/>
                  </a:lnTo>
                  <a:lnTo>
                    <a:pt x="3223013" y="1072604"/>
                  </a:lnTo>
                  <a:lnTo>
                    <a:pt x="3294636" y="1087656"/>
                  </a:lnTo>
                  <a:lnTo>
                    <a:pt x="3366258" y="1102428"/>
                  </a:lnTo>
                  <a:lnTo>
                    <a:pt x="3437881" y="1116927"/>
                  </a:lnTo>
                  <a:lnTo>
                    <a:pt x="3509503" y="1131157"/>
                  </a:lnTo>
                  <a:lnTo>
                    <a:pt x="3581126" y="1145124"/>
                  </a:lnTo>
                  <a:lnTo>
                    <a:pt x="3652748" y="1158831"/>
                  </a:lnTo>
                  <a:lnTo>
                    <a:pt x="3724371" y="1172285"/>
                  </a:lnTo>
                  <a:lnTo>
                    <a:pt x="3795993" y="1185489"/>
                  </a:lnTo>
                  <a:lnTo>
                    <a:pt x="3867616" y="1198448"/>
                  </a:lnTo>
                  <a:lnTo>
                    <a:pt x="3939238" y="1211167"/>
                  </a:lnTo>
                  <a:lnTo>
                    <a:pt x="4010861" y="1223650"/>
                  </a:lnTo>
                  <a:lnTo>
                    <a:pt x="4082483" y="1235902"/>
                  </a:lnTo>
                  <a:lnTo>
                    <a:pt x="4154106" y="1247927"/>
                  </a:lnTo>
                  <a:lnTo>
                    <a:pt x="4225729" y="1259729"/>
                  </a:lnTo>
                  <a:lnTo>
                    <a:pt x="4297351" y="1271312"/>
                  </a:lnTo>
                  <a:lnTo>
                    <a:pt x="4368974" y="1282680"/>
                  </a:lnTo>
                  <a:lnTo>
                    <a:pt x="4440596" y="1293838"/>
                  </a:lnTo>
                  <a:lnTo>
                    <a:pt x="4512219" y="1304789"/>
                  </a:lnTo>
                  <a:lnTo>
                    <a:pt x="4583841" y="1315537"/>
                  </a:lnTo>
                  <a:lnTo>
                    <a:pt x="4655464" y="1326085"/>
                  </a:lnTo>
                  <a:lnTo>
                    <a:pt x="4727086" y="1336439"/>
                  </a:lnTo>
                  <a:lnTo>
                    <a:pt x="4798709" y="1346600"/>
                  </a:lnTo>
                  <a:lnTo>
                    <a:pt x="4870331" y="1356573"/>
                  </a:lnTo>
                  <a:lnTo>
                    <a:pt x="4941954" y="1366361"/>
                  </a:lnTo>
                  <a:lnTo>
                    <a:pt x="5013576" y="1375967"/>
                  </a:lnTo>
                  <a:lnTo>
                    <a:pt x="5085199" y="1385396"/>
                  </a:lnTo>
                  <a:lnTo>
                    <a:pt x="5156821" y="1394649"/>
                  </a:lnTo>
                  <a:lnTo>
                    <a:pt x="5228444" y="1403732"/>
                  </a:lnTo>
                  <a:lnTo>
                    <a:pt x="5300066" y="1412645"/>
                  </a:lnTo>
                  <a:lnTo>
                    <a:pt x="5371689" y="1421394"/>
                  </a:lnTo>
                  <a:lnTo>
                    <a:pt x="5443311" y="1429980"/>
                  </a:lnTo>
                  <a:lnTo>
                    <a:pt x="5514934" y="1438408"/>
                  </a:lnTo>
                  <a:lnTo>
                    <a:pt x="5586557" y="1446679"/>
                  </a:lnTo>
                  <a:lnTo>
                    <a:pt x="5658179" y="1454797"/>
                  </a:lnTo>
                  <a:lnTo>
                    <a:pt x="5729802" y="1462764"/>
                  </a:lnTo>
                  <a:lnTo>
                    <a:pt x="5801424" y="1470583"/>
                  </a:lnTo>
                  <a:lnTo>
                    <a:pt x="5873047" y="1478258"/>
                  </a:lnTo>
                  <a:lnTo>
                    <a:pt x="5944669" y="1485790"/>
                  </a:lnTo>
                  <a:lnTo>
                    <a:pt x="6016292" y="1493183"/>
                  </a:lnTo>
                  <a:lnTo>
                    <a:pt x="6087914" y="1500439"/>
                  </a:lnTo>
                  <a:lnTo>
                    <a:pt x="6159537" y="1507560"/>
                  </a:lnTo>
                  <a:lnTo>
                    <a:pt x="6231159" y="1514549"/>
                  </a:lnTo>
                  <a:lnTo>
                    <a:pt x="6302782" y="1521409"/>
                  </a:lnTo>
                  <a:lnTo>
                    <a:pt x="6374404" y="1528142"/>
                  </a:lnTo>
                  <a:lnTo>
                    <a:pt x="6446027" y="1534749"/>
                  </a:lnTo>
                  <a:lnTo>
                    <a:pt x="6517649" y="1541235"/>
                  </a:lnTo>
                  <a:lnTo>
                    <a:pt x="6589272" y="1547600"/>
                  </a:lnTo>
                  <a:lnTo>
                    <a:pt x="6660894" y="1553847"/>
                  </a:lnTo>
                  <a:lnTo>
                    <a:pt x="6732517" y="1559978"/>
                  </a:lnTo>
                  <a:lnTo>
                    <a:pt x="6804139" y="1565996"/>
                  </a:lnTo>
                  <a:lnTo>
                    <a:pt x="6875762" y="1571902"/>
                  </a:lnTo>
                  <a:lnTo>
                    <a:pt x="6947385" y="1577698"/>
                  </a:lnTo>
                  <a:lnTo>
                    <a:pt x="7019007" y="1583387"/>
                  </a:lnTo>
                  <a:lnTo>
                    <a:pt x="7090630" y="158897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1.28 (0.91-1.79), p = 0.154  |  per IQR decline (Δ = 25.8 %): 1.88 (0.79-4.49)  |  IQR: [-10.7, 15.1]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1826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2026-10-08T10:07:54Z</dcterms:modified>
  <cp:category/>
</cp:coreProperties>
</file>