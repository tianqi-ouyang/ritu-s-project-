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30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4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7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7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66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138302"/>
            </a:xfrm>
            <a:custGeom>
              <a:avLst/>
              <a:pathLst>
                <a:path w="7090630" h="3138302">
                  <a:moveTo>
                    <a:pt x="575180" y="0"/>
                  </a:moveTo>
                  <a:lnTo>
                    <a:pt x="644602" y="84767"/>
                  </a:lnTo>
                  <a:lnTo>
                    <a:pt x="716225" y="170029"/>
                  </a:lnTo>
                  <a:lnTo>
                    <a:pt x="787847" y="253152"/>
                  </a:lnTo>
                  <a:lnTo>
                    <a:pt x="859470" y="334189"/>
                  </a:lnTo>
                  <a:lnTo>
                    <a:pt x="931092" y="413194"/>
                  </a:lnTo>
                  <a:lnTo>
                    <a:pt x="1002715" y="490217"/>
                  </a:lnTo>
                  <a:lnTo>
                    <a:pt x="1074337" y="565308"/>
                  </a:lnTo>
                  <a:lnTo>
                    <a:pt x="1145960" y="638516"/>
                  </a:lnTo>
                  <a:lnTo>
                    <a:pt x="1217582" y="709887"/>
                  </a:lnTo>
                  <a:lnTo>
                    <a:pt x="1289205" y="779467"/>
                  </a:lnTo>
                  <a:lnTo>
                    <a:pt x="1360827" y="847303"/>
                  </a:lnTo>
                  <a:lnTo>
                    <a:pt x="1432450" y="913436"/>
                  </a:lnTo>
                  <a:lnTo>
                    <a:pt x="1504073" y="977911"/>
                  </a:lnTo>
                  <a:lnTo>
                    <a:pt x="1575695" y="1040769"/>
                  </a:lnTo>
                  <a:lnTo>
                    <a:pt x="1647318" y="1102049"/>
                  </a:lnTo>
                  <a:lnTo>
                    <a:pt x="1718940" y="1161793"/>
                  </a:lnTo>
                  <a:lnTo>
                    <a:pt x="1790563" y="1220038"/>
                  </a:lnTo>
                  <a:lnTo>
                    <a:pt x="1862185" y="1276822"/>
                  </a:lnTo>
                  <a:lnTo>
                    <a:pt x="1933808" y="1332181"/>
                  </a:lnTo>
                  <a:lnTo>
                    <a:pt x="2005430" y="1386152"/>
                  </a:lnTo>
                  <a:lnTo>
                    <a:pt x="2077053" y="1438769"/>
                  </a:lnTo>
                  <a:lnTo>
                    <a:pt x="2148675" y="1490066"/>
                  </a:lnTo>
                  <a:lnTo>
                    <a:pt x="2220298" y="1540076"/>
                  </a:lnTo>
                  <a:lnTo>
                    <a:pt x="2291920" y="1588832"/>
                  </a:lnTo>
                  <a:lnTo>
                    <a:pt x="2363543" y="1636365"/>
                  </a:lnTo>
                  <a:lnTo>
                    <a:pt x="2435165" y="1682706"/>
                  </a:lnTo>
                  <a:lnTo>
                    <a:pt x="2506788" y="1727884"/>
                  </a:lnTo>
                  <a:lnTo>
                    <a:pt x="2578410" y="1771928"/>
                  </a:lnTo>
                  <a:lnTo>
                    <a:pt x="2650033" y="1814868"/>
                  </a:lnTo>
                  <a:lnTo>
                    <a:pt x="2721655" y="1856731"/>
                  </a:lnTo>
                  <a:lnTo>
                    <a:pt x="2793278" y="1897544"/>
                  </a:lnTo>
                  <a:lnTo>
                    <a:pt x="2864901" y="1937333"/>
                  </a:lnTo>
                  <a:lnTo>
                    <a:pt x="2936523" y="1976124"/>
                  </a:lnTo>
                  <a:lnTo>
                    <a:pt x="3008146" y="2013942"/>
                  </a:lnTo>
                  <a:lnTo>
                    <a:pt x="3079768" y="2050811"/>
                  </a:lnTo>
                  <a:lnTo>
                    <a:pt x="3151391" y="2086755"/>
                  </a:lnTo>
                  <a:lnTo>
                    <a:pt x="3223013" y="2121798"/>
                  </a:lnTo>
                  <a:lnTo>
                    <a:pt x="3294636" y="2155962"/>
                  </a:lnTo>
                  <a:lnTo>
                    <a:pt x="3366258" y="2189269"/>
                  </a:lnTo>
                  <a:lnTo>
                    <a:pt x="3437881" y="2221740"/>
                  </a:lnTo>
                  <a:lnTo>
                    <a:pt x="3509503" y="2253397"/>
                  </a:lnTo>
                  <a:lnTo>
                    <a:pt x="3581126" y="2284259"/>
                  </a:lnTo>
                  <a:lnTo>
                    <a:pt x="3652748" y="2314348"/>
                  </a:lnTo>
                  <a:lnTo>
                    <a:pt x="3724371" y="2343681"/>
                  </a:lnTo>
                  <a:lnTo>
                    <a:pt x="3795993" y="2372279"/>
                  </a:lnTo>
                  <a:lnTo>
                    <a:pt x="3867616" y="2400160"/>
                  </a:lnTo>
                  <a:lnTo>
                    <a:pt x="3939238" y="2427341"/>
                  </a:lnTo>
                  <a:lnTo>
                    <a:pt x="4010861" y="2453840"/>
                  </a:lnTo>
                  <a:lnTo>
                    <a:pt x="4082483" y="2479675"/>
                  </a:lnTo>
                  <a:lnTo>
                    <a:pt x="4154106" y="2504861"/>
                  </a:lnTo>
                  <a:lnTo>
                    <a:pt x="4225729" y="2529416"/>
                  </a:lnTo>
                  <a:lnTo>
                    <a:pt x="4297351" y="2553355"/>
                  </a:lnTo>
                  <a:lnTo>
                    <a:pt x="4368974" y="2576693"/>
                  </a:lnTo>
                  <a:lnTo>
                    <a:pt x="4440596" y="2599446"/>
                  </a:lnTo>
                  <a:lnTo>
                    <a:pt x="4512219" y="2621629"/>
                  </a:lnTo>
                  <a:lnTo>
                    <a:pt x="4583841" y="2643254"/>
                  </a:lnTo>
                  <a:lnTo>
                    <a:pt x="4655464" y="2657414"/>
                  </a:lnTo>
                  <a:lnTo>
                    <a:pt x="4727086" y="2663897"/>
                  </a:lnTo>
                  <a:lnTo>
                    <a:pt x="4798709" y="2670330"/>
                  </a:lnTo>
                  <a:lnTo>
                    <a:pt x="4870331" y="2676713"/>
                  </a:lnTo>
                  <a:lnTo>
                    <a:pt x="4941954" y="2683045"/>
                  </a:lnTo>
                  <a:lnTo>
                    <a:pt x="5013576" y="2689328"/>
                  </a:lnTo>
                  <a:lnTo>
                    <a:pt x="5085199" y="2695561"/>
                  </a:lnTo>
                  <a:lnTo>
                    <a:pt x="5156821" y="2701745"/>
                  </a:lnTo>
                  <a:lnTo>
                    <a:pt x="5228444" y="2707881"/>
                  </a:lnTo>
                  <a:lnTo>
                    <a:pt x="5300066" y="2713969"/>
                  </a:lnTo>
                  <a:lnTo>
                    <a:pt x="5371689" y="2720009"/>
                  </a:lnTo>
                  <a:lnTo>
                    <a:pt x="5443311" y="2726002"/>
                  </a:lnTo>
                  <a:lnTo>
                    <a:pt x="5514934" y="2731947"/>
                  </a:lnTo>
                  <a:lnTo>
                    <a:pt x="5586557" y="2737846"/>
                  </a:lnTo>
                  <a:lnTo>
                    <a:pt x="5658179" y="2743699"/>
                  </a:lnTo>
                  <a:lnTo>
                    <a:pt x="5729802" y="2749505"/>
                  </a:lnTo>
                  <a:lnTo>
                    <a:pt x="5801424" y="2755267"/>
                  </a:lnTo>
                  <a:lnTo>
                    <a:pt x="5873047" y="2760983"/>
                  </a:lnTo>
                  <a:lnTo>
                    <a:pt x="5944669" y="2766654"/>
                  </a:lnTo>
                  <a:lnTo>
                    <a:pt x="6016292" y="2772280"/>
                  </a:lnTo>
                  <a:lnTo>
                    <a:pt x="6087914" y="2777863"/>
                  </a:lnTo>
                  <a:lnTo>
                    <a:pt x="6159537" y="2783401"/>
                  </a:lnTo>
                  <a:lnTo>
                    <a:pt x="6231159" y="2788897"/>
                  </a:lnTo>
                  <a:lnTo>
                    <a:pt x="6302782" y="2794349"/>
                  </a:lnTo>
                  <a:lnTo>
                    <a:pt x="6374404" y="2799758"/>
                  </a:lnTo>
                  <a:lnTo>
                    <a:pt x="6446027" y="2805125"/>
                  </a:lnTo>
                  <a:lnTo>
                    <a:pt x="6517649" y="2810450"/>
                  </a:lnTo>
                  <a:lnTo>
                    <a:pt x="6589272" y="2815732"/>
                  </a:lnTo>
                  <a:lnTo>
                    <a:pt x="6660894" y="2820974"/>
                  </a:lnTo>
                  <a:lnTo>
                    <a:pt x="6732517" y="2826174"/>
                  </a:lnTo>
                  <a:lnTo>
                    <a:pt x="6804139" y="2831334"/>
                  </a:lnTo>
                  <a:lnTo>
                    <a:pt x="6875762" y="2836453"/>
                  </a:lnTo>
                  <a:lnTo>
                    <a:pt x="6947385" y="2841532"/>
                  </a:lnTo>
                  <a:lnTo>
                    <a:pt x="7019007" y="2846571"/>
                  </a:lnTo>
                  <a:lnTo>
                    <a:pt x="7090630" y="2851571"/>
                  </a:lnTo>
                  <a:lnTo>
                    <a:pt x="7090630" y="3138302"/>
                  </a:lnTo>
                  <a:lnTo>
                    <a:pt x="7019007" y="3129413"/>
                  </a:lnTo>
                  <a:lnTo>
                    <a:pt x="6947385" y="3120296"/>
                  </a:lnTo>
                  <a:lnTo>
                    <a:pt x="6875762" y="3110945"/>
                  </a:lnTo>
                  <a:lnTo>
                    <a:pt x="6804139" y="3101353"/>
                  </a:lnTo>
                  <a:lnTo>
                    <a:pt x="6732517" y="3091514"/>
                  </a:lnTo>
                  <a:lnTo>
                    <a:pt x="6660894" y="3081422"/>
                  </a:lnTo>
                  <a:lnTo>
                    <a:pt x="6589272" y="3071070"/>
                  </a:lnTo>
                  <a:lnTo>
                    <a:pt x="6517649" y="3060452"/>
                  </a:lnTo>
                  <a:lnTo>
                    <a:pt x="6446027" y="3049560"/>
                  </a:lnTo>
                  <a:lnTo>
                    <a:pt x="6374404" y="3038389"/>
                  </a:lnTo>
                  <a:lnTo>
                    <a:pt x="6302782" y="3026930"/>
                  </a:lnTo>
                  <a:lnTo>
                    <a:pt x="6231159" y="3015176"/>
                  </a:lnTo>
                  <a:lnTo>
                    <a:pt x="6159537" y="3003120"/>
                  </a:lnTo>
                  <a:lnTo>
                    <a:pt x="6087914" y="2990753"/>
                  </a:lnTo>
                  <a:lnTo>
                    <a:pt x="6016292" y="2978069"/>
                  </a:lnTo>
                  <a:lnTo>
                    <a:pt x="5944669" y="2965058"/>
                  </a:lnTo>
                  <a:lnTo>
                    <a:pt x="5873047" y="2951712"/>
                  </a:lnTo>
                  <a:lnTo>
                    <a:pt x="5801424" y="2938023"/>
                  </a:lnTo>
                  <a:lnTo>
                    <a:pt x="5729802" y="2923981"/>
                  </a:lnTo>
                  <a:lnTo>
                    <a:pt x="5658179" y="2909579"/>
                  </a:lnTo>
                  <a:lnTo>
                    <a:pt x="5586557" y="2894806"/>
                  </a:lnTo>
                  <a:lnTo>
                    <a:pt x="5514934" y="2879652"/>
                  </a:lnTo>
                  <a:lnTo>
                    <a:pt x="5443311" y="2864109"/>
                  </a:lnTo>
                  <a:lnTo>
                    <a:pt x="5371689" y="2848166"/>
                  </a:lnTo>
                  <a:lnTo>
                    <a:pt x="5300066" y="2831812"/>
                  </a:lnTo>
                  <a:lnTo>
                    <a:pt x="5228444" y="2815038"/>
                  </a:lnTo>
                  <a:lnTo>
                    <a:pt x="5156821" y="2797832"/>
                  </a:lnTo>
                  <a:lnTo>
                    <a:pt x="5085199" y="2780184"/>
                  </a:lnTo>
                  <a:lnTo>
                    <a:pt x="5013576" y="2762081"/>
                  </a:lnTo>
                  <a:lnTo>
                    <a:pt x="4941954" y="2743513"/>
                  </a:lnTo>
                  <a:lnTo>
                    <a:pt x="4870331" y="2724467"/>
                  </a:lnTo>
                  <a:lnTo>
                    <a:pt x="4798709" y="2704931"/>
                  </a:lnTo>
                  <a:lnTo>
                    <a:pt x="4727086" y="2684892"/>
                  </a:lnTo>
                  <a:lnTo>
                    <a:pt x="4655464" y="2664338"/>
                  </a:lnTo>
                  <a:lnTo>
                    <a:pt x="4583841" y="2650879"/>
                  </a:lnTo>
                  <a:lnTo>
                    <a:pt x="4512219" y="2644292"/>
                  </a:lnTo>
                  <a:lnTo>
                    <a:pt x="4440596" y="2637653"/>
                  </a:lnTo>
                  <a:lnTo>
                    <a:pt x="4368974" y="2630962"/>
                  </a:lnTo>
                  <a:lnTo>
                    <a:pt x="4297351" y="2624218"/>
                  </a:lnTo>
                  <a:lnTo>
                    <a:pt x="4225729" y="2617420"/>
                  </a:lnTo>
                  <a:lnTo>
                    <a:pt x="4154106" y="2610569"/>
                  </a:lnTo>
                  <a:lnTo>
                    <a:pt x="4082483" y="2603663"/>
                  </a:lnTo>
                  <a:lnTo>
                    <a:pt x="4010861" y="2596703"/>
                  </a:lnTo>
                  <a:lnTo>
                    <a:pt x="3939238" y="2589688"/>
                  </a:lnTo>
                  <a:lnTo>
                    <a:pt x="3867616" y="2582618"/>
                  </a:lnTo>
                  <a:lnTo>
                    <a:pt x="3795993" y="2575491"/>
                  </a:lnTo>
                  <a:lnTo>
                    <a:pt x="3724371" y="2568308"/>
                  </a:lnTo>
                  <a:lnTo>
                    <a:pt x="3652748" y="2561068"/>
                  </a:lnTo>
                  <a:lnTo>
                    <a:pt x="3581126" y="2553771"/>
                  </a:lnTo>
                  <a:lnTo>
                    <a:pt x="3509503" y="2546417"/>
                  </a:lnTo>
                  <a:lnTo>
                    <a:pt x="3437881" y="2539004"/>
                  </a:lnTo>
                  <a:lnTo>
                    <a:pt x="3366258" y="2531532"/>
                  </a:lnTo>
                  <a:lnTo>
                    <a:pt x="3294636" y="2524002"/>
                  </a:lnTo>
                  <a:lnTo>
                    <a:pt x="3223013" y="2516412"/>
                  </a:lnTo>
                  <a:lnTo>
                    <a:pt x="3151391" y="2508762"/>
                  </a:lnTo>
                  <a:lnTo>
                    <a:pt x="3079768" y="2501051"/>
                  </a:lnTo>
                  <a:lnTo>
                    <a:pt x="3008146" y="2493279"/>
                  </a:lnTo>
                  <a:lnTo>
                    <a:pt x="2936523" y="2485446"/>
                  </a:lnTo>
                  <a:lnTo>
                    <a:pt x="2864901" y="2477551"/>
                  </a:lnTo>
                  <a:lnTo>
                    <a:pt x="2793278" y="2469594"/>
                  </a:lnTo>
                  <a:lnTo>
                    <a:pt x="2721655" y="2461574"/>
                  </a:lnTo>
                  <a:lnTo>
                    <a:pt x="2650033" y="2453490"/>
                  </a:lnTo>
                  <a:lnTo>
                    <a:pt x="2578410" y="2445342"/>
                  </a:lnTo>
                  <a:lnTo>
                    <a:pt x="2506788" y="2437130"/>
                  </a:lnTo>
                  <a:lnTo>
                    <a:pt x="2435165" y="2428853"/>
                  </a:lnTo>
                  <a:lnTo>
                    <a:pt x="2363543" y="2420510"/>
                  </a:lnTo>
                  <a:lnTo>
                    <a:pt x="2291920" y="2412102"/>
                  </a:lnTo>
                  <a:lnTo>
                    <a:pt x="2220298" y="2403626"/>
                  </a:lnTo>
                  <a:lnTo>
                    <a:pt x="2148675" y="2395084"/>
                  </a:lnTo>
                  <a:lnTo>
                    <a:pt x="2077053" y="2386475"/>
                  </a:lnTo>
                  <a:lnTo>
                    <a:pt x="2005430" y="2377797"/>
                  </a:lnTo>
                  <a:lnTo>
                    <a:pt x="1933808" y="2369051"/>
                  </a:lnTo>
                  <a:lnTo>
                    <a:pt x="1862185" y="2360235"/>
                  </a:lnTo>
                  <a:lnTo>
                    <a:pt x="1790563" y="2351350"/>
                  </a:lnTo>
                  <a:lnTo>
                    <a:pt x="1718940" y="2342394"/>
                  </a:lnTo>
                  <a:lnTo>
                    <a:pt x="1647318" y="2333368"/>
                  </a:lnTo>
                  <a:lnTo>
                    <a:pt x="1575695" y="2324270"/>
                  </a:lnTo>
                  <a:lnTo>
                    <a:pt x="1504073" y="2315101"/>
                  </a:lnTo>
                  <a:lnTo>
                    <a:pt x="1432450" y="2305858"/>
                  </a:lnTo>
                  <a:lnTo>
                    <a:pt x="1360827" y="2296543"/>
                  </a:lnTo>
                  <a:lnTo>
                    <a:pt x="1289205" y="2287154"/>
                  </a:lnTo>
                  <a:lnTo>
                    <a:pt x="1217582" y="2277691"/>
                  </a:lnTo>
                  <a:lnTo>
                    <a:pt x="1145960" y="2268153"/>
                  </a:lnTo>
                  <a:lnTo>
                    <a:pt x="1074337" y="2258540"/>
                  </a:lnTo>
                  <a:lnTo>
                    <a:pt x="1002715" y="2248850"/>
                  </a:lnTo>
                  <a:lnTo>
                    <a:pt x="931092" y="2239084"/>
                  </a:lnTo>
                  <a:lnTo>
                    <a:pt x="859470" y="2229241"/>
                  </a:lnTo>
                  <a:lnTo>
                    <a:pt x="787847" y="2219319"/>
                  </a:lnTo>
                  <a:lnTo>
                    <a:pt x="716225" y="2209320"/>
                  </a:lnTo>
                  <a:lnTo>
                    <a:pt x="644602" y="2199241"/>
                  </a:lnTo>
                  <a:lnTo>
                    <a:pt x="572980" y="2189082"/>
                  </a:lnTo>
                  <a:lnTo>
                    <a:pt x="501357" y="2178844"/>
                  </a:lnTo>
                  <a:lnTo>
                    <a:pt x="429735" y="2168524"/>
                  </a:lnTo>
                  <a:lnTo>
                    <a:pt x="358112" y="2158123"/>
                  </a:lnTo>
                  <a:lnTo>
                    <a:pt x="286490" y="2147639"/>
                  </a:lnTo>
                  <a:lnTo>
                    <a:pt x="214867" y="2137072"/>
                  </a:lnTo>
                  <a:lnTo>
                    <a:pt x="143245" y="2126422"/>
                  </a:lnTo>
                  <a:lnTo>
                    <a:pt x="71622" y="2115688"/>
                  </a:lnTo>
                  <a:lnTo>
                    <a:pt x="0" y="21048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747230" y="2073503"/>
              <a:ext cx="6515449" cy="2851571"/>
            </a:xfrm>
            <a:custGeom>
              <a:avLst/>
              <a:pathLst>
                <a:path w="6515449" h="2851571">
                  <a:moveTo>
                    <a:pt x="0" y="0"/>
                  </a:moveTo>
                  <a:lnTo>
                    <a:pt x="69421" y="84767"/>
                  </a:lnTo>
                  <a:lnTo>
                    <a:pt x="141044" y="170029"/>
                  </a:lnTo>
                  <a:lnTo>
                    <a:pt x="212666" y="253152"/>
                  </a:lnTo>
                  <a:lnTo>
                    <a:pt x="284289" y="334189"/>
                  </a:lnTo>
                  <a:lnTo>
                    <a:pt x="355911" y="413194"/>
                  </a:lnTo>
                  <a:lnTo>
                    <a:pt x="427534" y="490217"/>
                  </a:lnTo>
                  <a:lnTo>
                    <a:pt x="499156" y="565308"/>
                  </a:lnTo>
                  <a:lnTo>
                    <a:pt x="570779" y="638516"/>
                  </a:lnTo>
                  <a:lnTo>
                    <a:pt x="642401" y="709887"/>
                  </a:lnTo>
                  <a:lnTo>
                    <a:pt x="714024" y="779467"/>
                  </a:lnTo>
                  <a:lnTo>
                    <a:pt x="785647" y="847303"/>
                  </a:lnTo>
                  <a:lnTo>
                    <a:pt x="857269" y="913436"/>
                  </a:lnTo>
                  <a:lnTo>
                    <a:pt x="928892" y="977911"/>
                  </a:lnTo>
                  <a:lnTo>
                    <a:pt x="1000514" y="1040769"/>
                  </a:lnTo>
                  <a:lnTo>
                    <a:pt x="1072137" y="1102049"/>
                  </a:lnTo>
                  <a:lnTo>
                    <a:pt x="1143759" y="1161793"/>
                  </a:lnTo>
                  <a:lnTo>
                    <a:pt x="1215382" y="1220038"/>
                  </a:lnTo>
                  <a:lnTo>
                    <a:pt x="1287004" y="1276822"/>
                  </a:lnTo>
                  <a:lnTo>
                    <a:pt x="1358627" y="1332181"/>
                  </a:lnTo>
                  <a:lnTo>
                    <a:pt x="1430249" y="1386152"/>
                  </a:lnTo>
                  <a:lnTo>
                    <a:pt x="1501872" y="1438769"/>
                  </a:lnTo>
                  <a:lnTo>
                    <a:pt x="1573494" y="1490066"/>
                  </a:lnTo>
                  <a:lnTo>
                    <a:pt x="1645117" y="1540076"/>
                  </a:lnTo>
                  <a:lnTo>
                    <a:pt x="1716739" y="1588832"/>
                  </a:lnTo>
                  <a:lnTo>
                    <a:pt x="1788362" y="1636365"/>
                  </a:lnTo>
                  <a:lnTo>
                    <a:pt x="1859984" y="1682706"/>
                  </a:lnTo>
                  <a:lnTo>
                    <a:pt x="1931607" y="1727884"/>
                  </a:lnTo>
                  <a:lnTo>
                    <a:pt x="2003229" y="1771928"/>
                  </a:lnTo>
                  <a:lnTo>
                    <a:pt x="2074852" y="1814868"/>
                  </a:lnTo>
                  <a:lnTo>
                    <a:pt x="2146475" y="1856731"/>
                  </a:lnTo>
                  <a:lnTo>
                    <a:pt x="2218097" y="1897544"/>
                  </a:lnTo>
                  <a:lnTo>
                    <a:pt x="2289720" y="1937333"/>
                  </a:lnTo>
                  <a:lnTo>
                    <a:pt x="2361342" y="1976124"/>
                  </a:lnTo>
                  <a:lnTo>
                    <a:pt x="2432965" y="2013942"/>
                  </a:lnTo>
                  <a:lnTo>
                    <a:pt x="2504587" y="2050811"/>
                  </a:lnTo>
                  <a:lnTo>
                    <a:pt x="2576210" y="2086755"/>
                  </a:lnTo>
                  <a:lnTo>
                    <a:pt x="2647832" y="2121798"/>
                  </a:lnTo>
                  <a:lnTo>
                    <a:pt x="2719455" y="2155962"/>
                  </a:lnTo>
                  <a:lnTo>
                    <a:pt x="2791077" y="2189269"/>
                  </a:lnTo>
                  <a:lnTo>
                    <a:pt x="2862700" y="2221740"/>
                  </a:lnTo>
                  <a:lnTo>
                    <a:pt x="2934322" y="2253397"/>
                  </a:lnTo>
                  <a:lnTo>
                    <a:pt x="3005945" y="2284259"/>
                  </a:lnTo>
                  <a:lnTo>
                    <a:pt x="3077567" y="2314348"/>
                  </a:lnTo>
                  <a:lnTo>
                    <a:pt x="3149190" y="2343681"/>
                  </a:lnTo>
                  <a:lnTo>
                    <a:pt x="3220812" y="2372279"/>
                  </a:lnTo>
                  <a:lnTo>
                    <a:pt x="3292435" y="2400160"/>
                  </a:lnTo>
                  <a:lnTo>
                    <a:pt x="3364057" y="2427341"/>
                  </a:lnTo>
                  <a:lnTo>
                    <a:pt x="3435680" y="2453840"/>
                  </a:lnTo>
                  <a:lnTo>
                    <a:pt x="3507303" y="2479675"/>
                  </a:lnTo>
                  <a:lnTo>
                    <a:pt x="3578925" y="2504861"/>
                  </a:lnTo>
                  <a:lnTo>
                    <a:pt x="3650548" y="2529416"/>
                  </a:lnTo>
                  <a:lnTo>
                    <a:pt x="3722170" y="2553355"/>
                  </a:lnTo>
                  <a:lnTo>
                    <a:pt x="3793793" y="2576693"/>
                  </a:lnTo>
                  <a:lnTo>
                    <a:pt x="3865415" y="2599446"/>
                  </a:lnTo>
                  <a:lnTo>
                    <a:pt x="3937038" y="2621629"/>
                  </a:lnTo>
                  <a:lnTo>
                    <a:pt x="4008660" y="2643254"/>
                  </a:lnTo>
                  <a:lnTo>
                    <a:pt x="4080283" y="2657414"/>
                  </a:lnTo>
                  <a:lnTo>
                    <a:pt x="4151905" y="2663897"/>
                  </a:lnTo>
                  <a:lnTo>
                    <a:pt x="4223528" y="2670330"/>
                  </a:lnTo>
                  <a:lnTo>
                    <a:pt x="4295150" y="2676713"/>
                  </a:lnTo>
                  <a:lnTo>
                    <a:pt x="4366773" y="2683045"/>
                  </a:lnTo>
                  <a:lnTo>
                    <a:pt x="4438395" y="2689328"/>
                  </a:lnTo>
                  <a:lnTo>
                    <a:pt x="4510018" y="2695561"/>
                  </a:lnTo>
                  <a:lnTo>
                    <a:pt x="4581640" y="2701745"/>
                  </a:lnTo>
                  <a:lnTo>
                    <a:pt x="4653263" y="2707881"/>
                  </a:lnTo>
                  <a:lnTo>
                    <a:pt x="4724885" y="2713969"/>
                  </a:lnTo>
                  <a:lnTo>
                    <a:pt x="4796508" y="2720009"/>
                  </a:lnTo>
                  <a:lnTo>
                    <a:pt x="4868131" y="2726002"/>
                  </a:lnTo>
                  <a:lnTo>
                    <a:pt x="4939753" y="2731947"/>
                  </a:lnTo>
                  <a:lnTo>
                    <a:pt x="5011376" y="2737846"/>
                  </a:lnTo>
                  <a:lnTo>
                    <a:pt x="5082998" y="2743699"/>
                  </a:lnTo>
                  <a:lnTo>
                    <a:pt x="5154621" y="2749505"/>
                  </a:lnTo>
                  <a:lnTo>
                    <a:pt x="5226243" y="2755267"/>
                  </a:lnTo>
                  <a:lnTo>
                    <a:pt x="5297866" y="2760983"/>
                  </a:lnTo>
                  <a:lnTo>
                    <a:pt x="5369488" y="2766654"/>
                  </a:lnTo>
                  <a:lnTo>
                    <a:pt x="5441111" y="2772280"/>
                  </a:lnTo>
                  <a:lnTo>
                    <a:pt x="5512733" y="2777863"/>
                  </a:lnTo>
                  <a:lnTo>
                    <a:pt x="5584356" y="2783401"/>
                  </a:lnTo>
                  <a:lnTo>
                    <a:pt x="5655978" y="2788897"/>
                  </a:lnTo>
                  <a:lnTo>
                    <a:pt x="5727601" y="2794349"/>
                  </a:lnTo>
                  <a:lnTo>
                    <a:pt x="5799223" y="2799758"/>
                  </a:lnTo>
                  <a:lnTo>
                    <a:pt x="5870846" y="2805125"/>
                  </a:lnTo>
                  <a:lnTo>
                    <a:pt x="5942468" y="2810450"/>
                  </a:lnTo>
                  <a:lnTo>
                    <a:pt x="6014091" y="2815732"/>
                  </a:lnTo>
                  <a:lnTo>
                    <a:pt x="6085713" y="2820974"/>
                  </a:lnTo>
                  <a:lnTo>
                    <a:pt x="6157336" y="2826174"/>
                  </a:lnTo>
                  <a:lnTo>
                    <a:pt x="6228959" y="2831334"/>
                  </a:lnTo>
                  <a:lnTo>
                    <a:pt x="6300581" y="2836453"/>
                  </a:lnTo>
                  <a:lnTo>
                    <a:pt x="6372204" y="2841532"/>
                  </a:lnTo>
                  <a:lnTo>
                    <a:pt x="6443826" y="2846571"/>
                  </a:lnTo>
                  <a:lnTo>
                    <a:pt x="6515449" y="28515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178372"/>
              <a:ext cx="7090630" cy="1033432"/>
            </a:xfrm>
            <a:custGeom>
              <a:avLst/>
              <a:pathLst>
                <a:path w="7090630" h="1033432">
                  <a:moveTo>
                    <a:pt x="7090630" y="1033432"/>
                  </a:moveTo>
                  <a:lnTo>
                    <a:pt x="7019007" y="1024544"/>
                  </a:lnTo>
                  <a:lnTo>
                    <a:pt x="6947385" y="1015427"/>
                  </a:lnTo>
                  <a:lnTo>
                    <a:pt x="6875762" y="1006076"/>
                  </a:lnTo>
                  <a:lnTo>
                    <a:pt x="6804139" y="996483"/>
                  </a:lnTo>
                  <a:lnTo>
                    <a:pt x="6732517" y="986645"/>
                  </a:lnTo>
                  <a:lnTo>
                    <a:pt x="6660894" y="976552"/>
                  </a:lnTo>
                  <a:lnTo>
                    <a:pt x="6589272" y="966201"/>
                  </a:lnTo>
                  <a:lnTo>
                    <a:pt x="6517649" y="955583"/>
                  </a:lnTo>
                  <a:lnTo>
                    <a:pt x="6446027" y="944691"/>
                  </a:lnTo>
                  <a:lnTo>
                    <a:pt x="6374404" y="933520"/>
                  </a:lnTo>
                  <a:lnTo>
                    <a:pt x="6302782" y="922061"/>
                  </a:lnTo>
                  <a:lnTo>
                    <a:pt x="6231159" y="910307"/>
                  </a:lnTo>
                  <a:lnTo>
                    <a:pt x="6159537" y="898251"/>
                  </a:lnTo>
                  <a:lnTo>
                    <a:pt x="6087914" y="885884"/>
                  </a:lnTo>
                  <a:lnTo>
                    <a:pt x="6016292" y="873200"/>
                  </a:lnTo>
                  <a:lnTo>
                    <a:pt x="5944669" y="860189"/>
                  </a:lnTo>
                  <a:lnTo>
                    <a:pt x="5873047" y="846843"/>
                  </a:lnTo>
                  <a:lnTo>
                    <a:pt x="5801424" y="833154"/>
                  </a:lnTo>
                  <a:lnTo>
                    <a:pt x="5729802" y="819112"/>
                  </a:lnTo>
                  <a:lnTo>
                    <a:pt x="5658179" y="804710"/>
                  </a:lnTo>
                  <a:lnTo>
                    <a:pt x="5586557" y="789936"/>
                  </a:lnTo>
                  <a:lnTo>
                    <a:pt x="5514934" y="774783"/>
                  </a:lnTo>
                  <a:lnTo>
                    <a:pt x="5443311" y="759240"/>
                  </a:lnTo>
                  <a:lnTo>
                    <a:pt x="5371689" y="743297"/>
                  </a:lnTo>
                  <a:lnTo>
                    <a:pt x="5300066" y="726943"/>
                  </a:lnTo>
                  <a:lnTo>
                    <a:pt x="5228444" y="710169"/>
                  </a:lnTo>
                  <a:lnTo>
                    <a:pt x="5156821" y="692963"/>
                  </a:lnTo>
                  <a:lnTo>
                    <a:pt x="5085199" y="675315"/>
                  </a:lnTo>
                  <a:lnTo>
                    <a:pt x="5013576" y="657212"/>
                  </a:lnTo>
                  <a:lnTo>
                    <a:pt x="4941954" y="638644"/>
                  </a:lnTo>
                  <a:lnTo>
                    <a:pt x="4870331" y="619598"/>
                  </a:lnTo>
                  <a:lnTo>
                    <a:pt x="4798709" y="600062"/>
                  </a:lnTo>
                  <a:lnTo>
                    <a:pt x="4727086" y="580023"/>
                  </a:lnTo>
                  <a:lnTo>
                    <a:pt x="4655464" y="559468"/>
                  </a:lnTo>
                  <a:lnTo>
                    <a:pt x="4583841" y="546010"/>
                  </a:lnTo>
                  <a:lnTo>
                    <a:pt x="4512219" y="539423"/>
                  </a:lnTo>
                  <a:lnTo>
                    <a:pt x="4440596" y="532784"/>
                  </a:lnTo>
                  <a:lnTo>
                    <a:pt x="4368974" y="526093"/>
                  </a:lnTo>
                  <a:lnTo>
                    <a:pt x="4297351" y="519349"/>
                  </a:lnTo>
                  <a:lnTo>
                    <a:pt x="4225729" y="512551"/>
                  </a:lnTo>
                  <a:lnTo>
                    <a:pt x="4154106" y="505700"/>
                  </a:lnTo>
                  <a:lnTo>
                    <a:pt x="4082483" y="498794"/>
                  </a:lnTo>
                  <a:lnTo>
                    <a:pt x="4010861" y="491834"/>
                  </a:lnTo>
                  <a:lnTo>
                    <a:pt x="3939238" y="484819"/>
                  </a:lnTo>
                  <a:lnTo>
                    <a:pt x="3867616" y="477748"/>
                  </a:lnTo>
                  <a:lnTo>
                    <a:pt x="3795993" y="470622"/>
                  </a:lnTo>
                  <a:lnTo>
                    <a:pt x="3724371" y="463439"/>
                  </a:lnTo>
                  <a:lnTo>
                    <a:pt x="3652748" y="456199"/>
                  </a:lnTo>
                  <a:lnTo>
                    <a:pt x="3581126" y="448902"/>
                  </a:lnTo>
                  <a:lnTo>
                    <a:pt x="3509503" y="441548"/>
                  </a:lnTo>
                  <a:lnTo>
                    <a:pt x="3437881" y="434135"/>
                  </a:lnTo>
                  <a:lnTo>
                    <a:pt x="3366258" y="426663"/>
                  </a:lnTo>
                  <a:lnTo>
                    <a:pt x="3294636" y="419133"/>
                  </a:lnTo>
                  <a:lnTo>
                    <a:pt x="3223013" y="411543"/>
                  </a:lnTo>
                  <a:lnTo>
                    <a:pt x="3151391" y="403892"/>
                  </a:lnTo>
                  <a:lnTo>
                    <a:pt x="3079768" y="396182"/>
                  </a:lnTo>
                  <a:lnTo>
                    <a:pt x="3008146" y="388410"/>
                  </a:lnTo>
                  <a:lnTo>
                    <a:pt x="2936523" y="380577"/>
                  </a:lnTo>
                  <a:lnTo>
                    <a:pt x="2864901" y="372682"/>
                  </a:lnTo>
                  <a:lnTo>
                    <a:pt x="2793278" y="364725"/>
                  </a:lnTo>
                  <a:lnTo>
                    <a:pt x="2721655" y="356704"/>
                  </a:lnTo>
                  <a:lnTo>
                    <a:pt x="2650033" y="348621"/>
                  </a:lnTo>
                  <a:lnTo>
                    <a:pt x="2578410" y="340473"/>
                  </a:lnTo>
                  <a:lnTo>
                    <a:pt x="2506788" y="332261"/>
                  </a:lnTo>
                  <a:lnTo>
                    <a:pt x="2435165" y="323984"/>
                  </a:lnTo>
                  <a:lnTo>
                    <a:pt x="2363543" y="315641"/>
                  </a:lnTo>
                  <a:lnTo>
                    <a:pt x="2291920" y="307232"/>
                  </a:lnTo>
                  <a:lnTo>
                    <a:pt x="2220298" y="298757"/>
                  </a:lnTo>
                  <a:lnTo>
                    <a:pt x="2148675" y="290215"/>
                  </a:lnTo>
                  <a:lnTo>
                    <a:pt x="2077053" y="281606"/>
                  </a:lnTo>
                  <a:lnTo>
                    <a:pt x="2005430" y="272928"/>
                  </a:lnTo>
                  <a:lnTo>
                    <a:pt x="1933808" y="264181"/>
                  </a:lnTo>
                  <a:lnTo>
                    <a:pt x="1862185" y="255366"/>
                  </a:lnTo>
                  <a:lnTo>
                    <a:pt x="1790563" y="246481"/>
                  </a:lnTo>
                  <a:lnTo>
                    <a:pt x="1718940" y="237525"/>
                  </a:lnTo>
                  <a:lnTo>
                    <a:pt x="1647318" y="228499"/>
                  </a:lnTo>
                  <a:lnTo>
                    <a:pt x="1575695" y="219401"/>
                  </a:lnTo>
                  <a:lnTo>
                    <a:pt x="1504073" y="210232"/>
                  </a:lnTo>
                  <a:lnTo>
                    <a:pt x="1432450" y="200989"/>
                  </a:lnTo>
                  <a:lnTo>
                    <a:pt x="1360827" y="191674"/>
                  </a:lnTo>
                  <a:lnTo>
                    <a:pt x="1289205" y="182285"/>
                  </a:lnTo>
                  <a:lnTo>
                    <a:pt x="1217582" y="172822"/>
                  </a:lnTo>
                  <a:lnTo>
                    <a:pt x="1145960" y="163284"/>
                  </a:lnTo>
                  <a:lnTo>
                    <a:pt x="1074337" y="153670"/>
                  </a:lnTo>
                  <a:lnTo>
                    <a:pt x="1002715" y="143981"/>
                  </a:lnTo>
                  <a:lnTo>
                    <a:pt x="931092" y="134215"/>
                  </a:lnTo>
                  <a:lnTo>
                    <a:pt x="859470" y="124371"/>
                  </a:lnTo>
                  <a:lnTo>
                    <a:pt x="787847" y="114450"/>
                  </a:lnTo>
                  <a:lnTo>
                    <a:pt x="716225" y="104451"/>
                  </a:lnTo>
                  <a:lnTo>
                    <a:pt x="644602" y="94372"/>
                  </a:lnTo>
                  <a:lnTo>
                    <a:pt x="572980" y="84213"/>
                  </a:lnTo>
                  <a:lnTo>
                    <a:pt x="501357" y="73975"/>
                  </a:lnTo>
                  <a:lnTo>
                    <a:pt x="429735" y="63655"/>
                  </a:lnTo>
                  <a:lnTo>
                    <a:pt x="358112" y="53253"/>
                  </a:lnTo>
                  <a:lnTo>
                    <a:pt x="286490" y="42770"/>
                  </a:lnTo>
                  <a:lnTo>
                    <a:pt x="214867" y="32203"/>
                  </a:lnTo>
                  <a:lnTo>
                    <a:pt x="143245" y="21553"/>
                  </a:lnTo>
                  <a:lnTo>
                    <a:pt x="71622" y="108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130161"/>
              <a:ext cx="7090630" cy="1959774"/>
            </a:xfrm>
            <a:custGeom>
              <a:avLst/>
              <a:pathLst>
                <a:path w="7090630" h="1959774">
                  <a:moveTo>
                    <a:pt x="0" y="0"/>
                  </a:moveTo>
                  <a:lnTo>
                    <a:pt x="71622" y="40054"/>
                  </a:lnTo>
                  <a:lnTo>
                    <a:pt x="143245" y="79448"/>
                  </a:lnTo>
                  <a:lnTo>
                    <a:pt x="214867" y="118191"/>
                  </a:lnTo>
                  <a:lnTo>
                    <a:pt x="286490" y="156296"/>
                  </a:lnTo>
                  <a:lnTo>
                    <a:pt x="358112" y="193771"/>
                  </a:lnTo>
                  <a:lnTo>
                    <a:pt x="429735" y="230628"/>
                  </a:lnTo>
                  <a:lnTo>
                    <a:pt x="501357" y="266876"/>
                  </a:lnTo>
                  <a:lnTo>
                    <a:pt x="572980" y="302527"/>
                  </a:lnTo>
                  <a:lnTo>
                    <a:pt x="644602" y="337589"/>
                  </a:lnTo>
                  <a:lnTo>
                    <a:pt x="716225" y="372072"/>
                  </a:lnTo>
                  <a:lnTo>
                    <a:pt x="787847" y="405986"/>
                  </a:lnTo>
                  <a:lnTo>
                    <a:pt x="859470" y="439341"/>
                  </a:lnTo>
                  <a:lnTo>
                    <a:pt x="931092" y="472145"/>
                  </a:lnTo>
                  <a:lnTo>
                    <a:pt x="1002715" y="504408"/>
                  </a:lnTo>
                  <a:lnTo>
                    <a:pt x="1074337" y="536138"/>
                  </a:lnTo>
                  <a:lnTo>
                    <a:pt x="1145960" y="567345"/>
                  </a:lnTo>
                  <a:lnTo>
                    <a:pt x="1217582" y="598037"/>
                  </a:lnTo>
                  <a:lnTo>
                    <a:pt x="1289205" y="628222"/>
                  </a:lnTo>
                  <a:lnTo>
                    <a:pt x="1360827" y="657909"/>
                  </a:lnTo>
                  <a:lnTo>
                    <a:pt x="1432450" y="687106"/>
                  </a:lnTo>
                  <a:lnTo>
                    <a:pt x="1504073" y="715821"/>
                  </a:lnTo>
                  <a:lnTo>
                    <a:pt x="1575695" y="744063"/>
                  </a:lnTo>
                  <a:lnTo>
                    <a:pt x="1647318" y="771838"/>
                  </a:lnTo>
                  <a:lnTo>
                    <a:pt x="1718940" y="799155"/>
                  </a:lnTo>
                  <a:lnTo>
                    <a:pt x="1790563" y="826021"/>
                  </a:lnTo>
                  <a:lnTo>
                    <a:pt x="1862185" y="852444"/>
                  </a:lnTo>
                  <a:lnTo>
                    <a:pt x="1933808" y="878430"/>
                  </a:lnTo>
                  <a:lnTo>
                    <a:pt x="2005430" y="903988"/>
                  </a:lnTo>
                  <a:lnTo>
                    <a:pt x="2077053" y="929124"/>
                  </a:lnTo>
                  <a:lnTo>
                    <a:pt x="2148675" y="953845"/>
                  </a:lnTo>
                  <a:lnTo>
                    <a:pt x="2220298" y="978158"/>
                  </a:lnTo>
                  <a:lnTo>
                    <a:pt x="2291920" y="1002070"/>
                  </a:lnTo>
                  <a:lnTo>
                    <a:pt x="2363543" y="1025588"/>
                  </a:lnTo>
                  <a:lnTo>
                    <a:pt x="2435165" y="1048717"/>
                  </a:lnTo>
                  <a:lnTo>
                    <a:pt x="2506788" y="1071464"/>
                  </a:lnTo>
                  <a:lnTo>
                    <a:pt x="2578410" y="1093837"/>
                  </a:lnTo>
                  <a:lnTo>
                    <a:pt x="2650033" y="1115839"/>
                  </a:lnTo>
                  <a:lnTo>
                    <a:pt x="2721655" y="1137479"/>
                  </a:lnTo>
                  <a:lnTo>
                    <a:pt x="2793278" y="1158762"/>
                  </a:lnTo>
                  <a:lnTo>
                    <a:pt x="2864901" y="1179693"/>
                  </a:lnTo>
                  <a:lnTo>
                    <a:pt x="2936523" y="1200279"/>
                  </a:lnTo>
                  <a:lnTo>
                    <a:pt x="3008146" y="1220526"/>
                  </a:lnTo>
                  <a:lnTo>
                    <a:pt x="3079768" y="1240438"/>
                  </a:lnTo>
                  <a:lnTo>
                    <a:pt x="3151391" y="1260021"/>
                  </a:lnTo>
                  <a:lnTo>
                    <a:pt x="3223013" y="1279281"/>
                  </a:lnTo>
                  <a:lnTo>
                    <a:pt x="3294636" y="1298224"/>
                  </a:lnTo>
                  <a:lnTo>
                    <a:pt x="3366258" y="1316854"/>
                  </a:lnTo>
                  <a:lnTo>
                    <a:pt x="3437881" y="1335176"/>
                  </a:lnTo>
                  <a:lnTo>
                    <a:pt x="3509503" y="1353196"/>
                  </a:lnTo>
                  <a:lnTo>
                    <a:pt x="3581126" y="1370919"/>
                  </a:lnTo>
                  <a:lnTo>
                    <a:pt x="3652748" y="1388349"/>
                  </a:lnTo>
                  <a:lnTo>
                    <a:pt x="3724371" y="1405492"/>
                  </a:lnTo>
                  <a:lnTo>
                    <a:pt x="3795993" y="1422351"/>
                  </a:lnTo>
                  <a:lnTo>
                    <a:pt x="3867616" y="1438932"/>
                  </a:lnTo>
                  <a:lnTo>
                    <a:pt x="3939238" y="1455240"/>
                  </a:lnTo>
                  <a:lnTo>
                    <a:pt x="4010861" y="1471279"/>
                  </a:lnTo>
                  <a:lnTo>
                    <a:pt x="4082483" y="1487053"/>
                  </a:lnTo>
                  <a:lnTo>
                    <a:pt x="4154106" y="1502566"/>
                  </a:lnTo>
                  <a:lnTo>
                    <a:pt x="4225729" y="1517824"/>
                  </a:lnTo>
                  <a:lnTo>
                    <a:pt x="4297351" y="1532830"/>
                  </a:lnTo>
                  <a:lnTo>
                    <a:pt x="4368974" y="1547588"/>
                  </a:lnTo>
                  <a:lnTo>
                    <a:pt x="4440596" y="1562102"/>
                  </a:lnTo>
                  <a:lnTo>
                    <a:pt x="4512219" y="1576377"/>
                  </a:lnTo>
                  <a:lnTo>
                    <a:pt x="4583841" y="1590417"/>
                  </a:lnTo>
                  <a:lnTo>
                    <a:pt x="4655464" y="1604224"/>
                  </a:lnTo>
                  <a:lnTo>
                    <a:pt x="4727086" y="1617804"/>
                  </a:lnTo>
                  <a:lnTo>
                    <a:pt x="4798709" y="1631160"/>
                  </a:lnTo>
                  <a:lnTo>
                    <a:pt x="4870331" y="1644295"/>
                  </a:lnTo>
                  <a:lnTo>
                    <a:pt x="4941954" y="1657214"/>
                  </a:lnTo>
                  <a:lnTo>
                    <a:pt x="5013576" y="1669919"/>
                  </a:lnTo>
                  <a:lnTo>
                    <a:pt x="5085199" y="1682415"/>
                  </a:lnTo>
                  <a:lnTo>
                    <a:pt x="5156821" y="1694705"/>
                  </a:lnTo>
                  <a:lnTo>
                    <a:pt x="5228444" y="1706791"/>
                  </a:lnTo>
                  <a:lnTo>
                    <a:pt x="5300066" y="1718678"/>
                  </a:lnTo>
                  <a:lnTo>
                    <a:pt x="5371689" y="1730369"/>
                  </a:lnTo>
                  <a:lnTo>
                    <a:pt x="5443311" y="1741867"/>
                  </a:lnTo>
                  <a:lnTo>
                    <a:pt x="5514934" y="1753176"/>
                  </a:lnTo>
                  <a:lnTo>
                    <a:pt x="5586557" y="1764297"/>
                  </a:lnTo>
                  <a:lnTo>
                    <a:pt x="5658179" y="1775236"/>
                  </a:lnTo>
                  <a:lnTo>
                    <a:pt x="5729802" y="1785993"/>
                  </a:lnTo>
                  <a:lnTo>
                    <a:pt x="5801424" y="1796573"/>
                  </a:lnTo>
                  <a:lnTo>
                    <a:pt x="5873047" y="1806979"/>
                  </a:lnTo>
                  <a:lnTo>
                    <a:pt x="5944669" y="1817213"/>
                  </a:lnTo>
                  <a:lnTo>
                    <a:pt x="6016292" y="1827278"/>
                  </a:lnTo>
                  <a:lnTo>
                    <a:pt x="6087914" y="1837176"/>
                  </a:lnTo>
                  <a:lnTo>
                    <a:pt x="6159537" y="1846912"/>
                  </a:lnTo>
                  <a:lnTo>
                    <a:pt x="6231159" y="1856487"/>
                  </a:lnTo>
                  <a:lnTo>
                    <a:pt x="6302782" y="1865903"/>
                  </a:lnTo>
                  <a:lnTo>
                    <a:pt x="6374404" y="1875165"/>
                  </a:lnTo>
                  <a:lnTo>
                    <a:pt x="6446027" y="1884273"/>
                  </a:lnTo>
                  <a:lnTo>
                    <a:pt x="6517649" y="1893231"/>
                  </a:lnTo>
                  <a:lnTo>
                    <a:pt x="6589272" y="1902042"/>
                  </a:lnTo>
                  <a:lnTo>
                    <a:pt x="6660894" y="1910707"/>
                  </a:lnTo>
                  <a:lnTo>
                    <a:pt x="6732517" y="1919228"/>
                  </a:lnTo>
                  <a:lnTo>
                    <a:pt x="6804139" y="1927610"/>
                  </a:lnTo>
                  <a:lnTo>
                    <a:pt x="6875762" y="1935853"/>
                  </a:lnTo>
                  <a:lnTo>
                    <a:pt x="6947385" y="1943960"/>
                  </a:lnTo>
                  <a:lnTo>
                    <a:pt x="7019007" y="1951933"/>
                  </a:lnTo>
                  <a:lnTo>
                    <a:pt x="7090630" y="195977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93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675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8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99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10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44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1.26 (1.12-1.43), p_Bonf = 0.001 (n = 6)  |  per IQR decline (Δ = 21.9): 1.67 (1.27-2.18)  |  IQR: [-10.4,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2026-10-09T13:14:10Z</dcterms:modified>
  <cp:category/>
</cp:coreProperties>
</file>