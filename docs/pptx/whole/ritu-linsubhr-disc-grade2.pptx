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32166"/>
            </a:xfrm>
            <a:custGeom>
              <a:avLst/>
              <a:pathLst>
                <a:path w="7090630" h="3132166">
                  <a:moveTo>
                    <a:pt x="467429" y="0"/>
                  </a:moveTo>
                  <a:lnTo>
                    <a:pt x="501357" y="40951"/>
                  </a:lnTo>
                  <a:lnTo>
                    <a:pt x="572980" y="125282"/>
                  </a:lnTo>
                  <a:lnTo>
                    <a:pt x="644602" y="207548"/>
                  </a:lnTo>
                  <a:lnTo>
                    <a:pt x="716225" y="287798"/>
                  </a:lnTo>
                  <a:lnTo>
                    <a:pt x="787847" y="366083"/>
                  </a:lnTo>
                  <a:lnTo>
                    <a:pt x="859470" y="442450"/>
                  </a:lnTo>
                  <a:lnTo>
                    <a:pt x="931092" y="516947"/>
                  </a:lnTo>
                  <a:lnTo>
                    <a:pt x="1002715" y="589618"/>
                  </a:lnTo>
                  <a:lnTo>
                    <a:pt x="1074337" y="660510"/>
                  </a:lnTo>
                  <a:lnTo>
                    <a:pt x="1145960" y="729665"/>
                  </a:lnTo>
                  <a:lnTo>
                    <a:pt x="1217582" y="797127"/>
                  </a:lnTo>
                  <a:lnTo>
                    <a:pt x="1289205" y="862935"/>
                  </a:lnTo>
                  <a:lnTo>
                    <a:pt x="1360827" y="927132"/>
                  </a:lnTo>
                  <a:lnTo>
                    <a:pt x="1432450" y="989756"/>
                  </a:lnTo>
                  <a:lnTo>
                    <a:pt x="1504073" y="1050847"/>
                  </a:lnTo>
                  <a:lnTo>
                    <a:pt x="1575695" y="1110441"/>
                  </a:lnTo>
                  <a:lnTo>
                    <a:pt x="1647318" y="1168575"/>
                  </a:lnTo>
                  <a:lnTo>
                    <a:pt x="1718940" y="1225285"/>
                  </a:lnTo>
                  <a:lnTo>
                    <a:pt x="1790563" y="1280606"/>
                  </a:lnTo>
                  <a:lnTo>
                    <a:pt x="1862185" y="1334572"/>
                  </a:lnTo>
                  <a:lnTo>
                    <a:pt x="1933808" y="1387216"/>
                  </a:lnTo>
                  <a:lnTo>
                    <a:pt x="2005430" y="1438570"/>
                  </a:lnTo>
                  <a:lnTo>
                    <a:pt x="2077053" y="1488667"/>
                  </a:lnTo>
                  <a:lnTo>
                    <a:pt x="2148675" y="1537536"/>
                  </a:lnTo>
                  <a:lnTo>
                    <a:pt x="2220298" y="1585209"/>
                  </a:lnTo>
                  <a:lnTo>
                    <a:pt x="2291920" y="1631714"/>
                  </a:lnTo>
                  <a:lnTo>
                    <a:pt x="2363543" y="1677079"/>
                  </a:lnTo>
                  <a:lnTo>
                    <a:pt x="2435165" y="1721333"/>
                  </a:lnTo>
                  <a:lnTo>
                    <a:pt x="2506788" y="1764504"/>
                  </a:lnTo>
                  <a:lnTo>
                    <a:pt x="2578410" y="1806617"/>
                  </a:lnTo>
                  <a:lnTo>
                    <a:pt x="2650033" y="1847698"/>
                  </a:lnTo>
                  <a:lnTo>
                    <a:pt x="2721655" y="1887773"/>
                  </a:lnTo>
                  <a:lnTo>
                    <a:pt x="2793278" y="1926866"/>
                  </a:lnTo>
                  <a:lnTo>
                    <a:pt x="2864901" y="1965002"/>
                  </a:lnTo>
                  <a:lnTo>
                    <a:pt x="2936523" y="2002204"/>
                  </a:lnTo>
                  <a:lnTo>
                    <a:pt x="3008146" y="2038494"/>
                  </a:lnTo>
                  <a:lnTo>
                    <a:pt x="3079768" y="2073896"/>
                  </a:lnTo>
                  <a:lnTo>
                    <a:pt x="3151391" y="2108430"/>
                  </a:lnTo>
                  <a:lnTo>
                    <a:pt x="3223013" y="2142118"/>
                  </a:lnTo>
                  <a:lnTo>
                    <a:pt x="3294636" y="2174981"/>
                  </a:lnTo>
                  <a:lnTo>
                    <a:pt x="3366258" y="2207040"/>
                  </a:lnTo>
                  <a:lnTo>
                    <a:pt x="3437881" y="2238313"/>
                  </a:lnTo>
                  <a:lnTo>
                    <a:pt x="3509503" y="2268820"/>
                  </a:lnTo>
                  <a:lnTo>
                    <a:pt x="3581126" y="2298579"/>
                  </a:lnTo>
                  <a:lnTo>
                    <a:pt x="3652748" y="2327610"/>
                  </a:lnTo>
                  <a:lnTo>
                    <a:pt x="3724371" y="2355929"/>
                  </a:lnTo>
                  <a:lnTo>
                    <a:pt x="3795993" y="2383555"/>
                  </a:lnTo>
                  <a:lnTo>
                    <a:pt x="3867616" y="2410504"/>
                  </a:lnTo>
                  <a:lnTo>
                    <a:pt x="3939238" y="2436794"/>
                  </a:lnTo>
                  <a:lnTo>
                    <a:pt x="4010861" y="2462439"/>
                  </a:lnTo>
                  <a:lnTo>
                    <a:pt x="4082483" y="2487456"/>
                  </a:lnTo>
                  <a:lnTo>
                    <a:pt x="4154106" y="2511860"/>
                  </a:lnTo>
                  <a:lnTo>
                    <a:pt x="4225729" y="2535666"/>
                  </a:lnTo>
                  <a:lnTo>
                    <a:pt x="4297351" y="2558889"/>
                  </a:lnTo>
                  <a:lnTo>
                    <a:pt x="4368974" y="2581544"/>
                  </a:lnTo>
                  <a:lnTo>
                    <a:pt x="4440596" y="2603643"/>
                  </a:lnTo>
                  <a:lnTo>
                    <a:pt x="4512219" y="2625201"/>
                  </a:lnTo>
                  <a:lnTo>
                    <a:pt x="4583841" y="2646231"/>
                  </a:lnTo>
                  <a:lnTo>
                    <a:pt x="4655464" y="2657990"/>
                  </a:lnTo>
                  <a:lnTo>
                    <a:pt x="4727086" y="2664028"/>
                  </a:lnTo>
                  <a:lnTo>
                    <a:pt x="4798709" y="2670021"/>
                  </a:lnTo>
                  <a:lnTo>
                    <a:pt x="4870331" y="2675970"/>
                  </a:lnTo>
                  <a:lnTo>
                    <a:pt x="4941954" y="2681876"/>
                  </a:lnTo>
                  <a:lnTo>
                    <a:pt x="5013576" y="2687739"/>
                  </a:lnTo>
                  <a:lnTo>
                    <a:pt x="5085199" y="2693558"/>
                  </a:lnTo>
                  <a:lnTo>
                    <a:pt x="5156821" y="2699336"/>
                  </a:lnTo>
                  <a:lnTo>
                    <a:pt x="5228444" y="2705071"/>
                  </a:lnTo>
                  <a:lnTo>
                    <a:pt x="5300066" y="2710764"/>
                  </a:lnTo>
                  <a:lnTo>
                    <a:pt x="5371689" y="2716415"/>
                  </a:lnTo>
                  <a:lnTo>
                    <a:pt x="5443311" y="2722025"/>
                  </a:lnTo>
                  <a:lnTo>
                    <a:pt x="5514934" y="2727594"/>
                  </a:lnTo>
                  <a:lnTo>
                    <a:pt x="5586557" y="2733123"/>
                  </a:lnTo>
                  <a:lnTo>
                    <a:pt x="5658179" y="2738611"/>
                  </a:lnTo>
                  <a:lnTo>
                    <a:pt x="5729802" y="2744059"/>
                  </a:lnTo>
                  <a:lnTo>
                    <a:pt x="5801424" y="2749467"/>
                  </a:lnTo>
                  <a:lnTo>
                    <a:pt x="5873047" y="2754835"/>
                  </a:lnTo>
                  <a:lnTo>
                    <a:pt x="5944669" y="2760164"/>
                  </a:lnTo>
                  <a:lnTo>
                    <a:pt x="6016292" y="2765455"/>
                  </a:lnTo>
                  <a:lnTo>
                    <a:pt x="6087914" y="2770706"/>
                  </a:lnTo>
                  <a:lnTo>
                    <a:pt x="6159537" y="2775919"/>
                  </a:lnTo>
                  <a:lnTo>
                    <a:pt x="6231159" y="2781095"/>
                  </a:lnTo>
                  <a:lnTo>
                    <a:pt x="6302782" y="2786232"/>
                  </a:lnTo>
                  <a:lnTo>
                    <a:pt x="6374404" y="2791331"/>
                  </a:lnTo>
                  <a:lnTo>
                    <a:pt x="6446027" y="2796394"/>
                  </a:lnTo>
                  <a:lnTo>
                    <a:pt x="6517649" y="2801419"/>
                  </a:lnTo>
                  <a:lnTo>
                    <a:pt x="6589272" y="2806408"/>
                  </a:lnTo>
                  <a:lnTo>
                    <a:pt x="6660894" y="2811360"/>
                  </a:lnTo>
                  <a:lnTo>
                    <a:pt x="6732517" y="2816276"/>
                  </a:lnTo>
                  <a:lnTo>
                    <a:pt x="6804139" y="2821156"/>
                  </a:lnTo>
                  <a:lnTo>
                    <a:pt x="6875762" y="2826000"/>
                  </a:lnTo>
                  <a:lnTo>
                    <a:pt x="6947385" y="2830809"/>
                  </a:lnTo>
                  <a:lnTo>
                    <a:pt x="7019007" y="2835583"/>
                  </a:lnTo>
                  <a:lnTo>
                    <a:pt x="7090630" y="2840322"/>
                  </a:lnTo>
                  <a:lnTo>
                    <a:pt x="7090630" y="3132166"/>
                  </a:lnTo>
                  <a:lnTo>
                    <a:pt x="7019007" y="3123337"/>
                  </a:lnTo>
                  <a:lnTo>
                    <a:pt x="6947385" y="3114288"/>
                  </a:lnTo>
                  <a:lnTo>
                    <a:pt x="6875762" y="3105010"/>
                  </a:lnTo>
                  <a:lnTo>
                    <a:pt x="6804139" y="3095500"/>
                  </a:lnTo>
                  <a:lnTo>
                    <a:pt x="6732517" y="3085751"/>
                  </a:lnTo>
                  <a:lnTo>
                    <a:pt x="6660894" y="3075758"/>
                  </a:lnTo>
                  <a:lnTo>
                    <a:pt x="6589272" y="3065513"/>
                  </a:lnTo>
                  <a:lnTo>
                    <a:pt x="6517649" y="3055011"/>
                  </a:lnTo>
                  <a:lnTo>
                    <a:pt x="6446027" y="3044246"/>
                  </a:lnTo>
                  <a:lnTo>
                    <a:pt x="6374404" y="3033210"/>
                  </a:lnTo>
                  <a:lnTo>
                    <a:pt x="6302782" y="3021897"/>
                  </a:lnTo>
                  <a:lnTo>
                    <a:pt x="6231159" y="3010300"/>
                  </a:lnTo>
                  <a:lnTo>
                    <a:pt x="6159537" y="2998411"/>
                  </a:lnTo>
                  <a:lnTo>
                    <a:pt x="6087914" y="2986225"/>
                  </a:lnTo>
                  <a:lnTo>
                    <a:pt x="6016292" y="2973732"/>
                  </a:lnTo>
                  <a:lnTo>
                    <a:pt x="5944669" y="2960925"/>
                  </a:lnTo>
                  <a:lnTo>
                    <a:pt x="5873047" y="2947797"/>
                  </a:lnTo>
                  <a:lnTo>
                    <a:pt x="5801424" y="2934340"/>
                  </a:lnTo>
                  <a:lnTo>
                    <a:pt x="5729802" y="2920544"/>
                  </a:lnTo>
                  <a:lnTo>
                    <a:pt x="5658179" y="2906402"/>
                  </a:lnTo>
                  <a:lnTo>
                    <a:pt x="5586557" y="2891905"/>
                  </a:lnTo>
                  <a:lnTo>
                    <a:pt x="5514934" y="2877043"/>
                  </a:lnTo>
                  <a:lnTo>
                    <a:pt x="5443311" y="2861809"/>
                  </a:lnTo>
                  <a:lnTo>
                    <a:pt x="5371689" y="2846192"/>
                  </a:lnTo>
                  <a:lnTo>
                    <a:pt x="5300066" y="2830183"/>
                  </a:lnTo>
                  <a:lnTo>
                    <a:pt x="5228444" y="2813772"/>
                  </a:lnTo>
                  <a:lnTo>
                    <a:pt x="5156821" y="2796949"/>
                  </a:lnTo>
                  <a:lnTo>
                    <a:pt x="5085199" y="2779704"/>
                  </a:lnTo>
                  <a:lnTo>
                    <a:pt x="5013576" y="2762025"/>
                  </a:lnTo>
                  <a:lnTo>
                    <a:pt x="4941954" y="2743902"/>
                  </a:lnTo>
                  <a:lnTo>
                    <a:pt x="4870331" y="2725325"/>
                  </a:lnTo>
                  <a:lnTo>
                    <a:pt x="4798709" y="2706281"/>
                  </a:lnTo>
                  <a:lnTo>
                    <a:pt x="4727086" y="2686759"/>
                  </a:lnTo>
                  <a:lnTo>
                    <a:pt x="4655464" y="2666746"/>
                  </a:lnTo>
                  <a:lnTo>
                    <a:pt x="4583841" y="2651909"/>
                  </a:lnTo>
                  <a:lnTo>
                    <a:pt x="4512219" y="2645782"/>
                  </a:lnTo>
                  <a:lnTo>
                    <a:pt x="4440596" y="2639610"/>
                  </a:lnTo>
                  <a:lnTo>
                    <a:pt x="4368974" y="2633393"/>
                  </a:lnTo>
                  <a:lnTo>
                    <a:pt x="4297351" y="2627130"/>
                  </a:lnTo>
                  <a:lnTo>
                    <a:pt x="4225729" y="2620821"/>
                  </a:lnTo>
                  <a:lnTo>
                    <a:pt x="4154106" y="2614466"/>
                  </a:lnTo>
                  <a:lnTo>
                    <a:pt x="4082483" y="2608063"/>
                  </a:lnTo>
                  <a:lnTo>
                    <a:pt x="4010861" y="2601614"/>
                  </a:lnTo>
                  <a:lnTo>
                    <a:pt x="3939238" y="2595117"/>
                  </a:lnTo>
                  <a:lnTo>
                    <a:pt x="3867616" y="2588572"/>
                  </a:lnTo>
                  <a:lnTo>
                    <a:pt x="3795993" y="2581979"/>
                  </a:lnTo>
                  <a:lnTo>
                    <a:pt x="3724371" y="2575338"/>
                  </a:lnTo>
                  <a:lnTo>
                    <a:pt x="3652748" y="2568647"/>
                  </a:lnTo>
                  <a:lnTo>
                    <a:pt x="3581126" y="2561907"/>
                  </a:lnTo>
                  <a:lnTo>
                    <a:pt x="3509503" y="2555118"/>
                  </a:lnTo>
                  <a:lnTo>
                    <a:pt x="3437881" y="2548278"/>
                  </a:lnTo>
                  <a:lnTo>
                    <a:pt x="3366258" y="2541389"/>
                  </a:lnTo>
                  <a:lnTo>
                    <a:pt x="3294636" y="2534448"/>
                  </a:lnTo>
                  <a:lnTo>
                    <a:pt x="3223013" y="2527457"/>
                  </a:lnTo>
                  <a:lnTo>
                    <a:pt x="3151391" y="2520413"/>
                  </a:lnTo>
                  <a:lnTo>
                    <a:pt x="3079768" y="2513318"/>
                  </a:lnTo>
                  <a:lnTo>
                    <a:pt x="3008146" y="2506171"/>
                  </a:lnTo>
                  <a:lnTo>
                    <a:pt x="2936523" y="2498971"/>
                  </a:lnTo>
                  <a:lnTo>
                    <a:pt x="2864901" y="2491718"/>
                  </a:lnTo>
                  <a:lnTo>
                    <a:pt x="2793278" y="2484412"/>
                  </a:lnTo>
                  <a:lnTo>
                    <a:pt x="2721655" y="2477052"/>
                  </a:lnTo>
                  <a:lnTo>
                    <a:pt x="2650033" y="2469637"/>
                  </a:lnTo>
                  <a:lnTo>
                    <a:pt x="2578410" y="2462168"/>
                  </a:lnTo>
                  <a:lnTo>
                    <a:pt x="2506788" y="2454644"/>
                  </a:lnTo>
                  <a:lnTo>
                    <a:pt x="2435165" y="2447065"/>
                  </a:lnTo>
                  <a:lnTo>
                    <a:pt x="2363543" y="2439430"/>
                  </a:lnTo>
                  <a:lnTo>
                    <a:pt x="2291920" y="2431738"/>
                  </a:lnTo>
                  <a:lnTo>
                    <a:pt x="2220298" y="2423990"/>
                  </a:lnTo>
                  <a:lnTo>
                    <a:pt x="2148675" y="2416185"/>
                  </a:lnTo>
                  <a:lnTo>
                    <a:pt x="2077053" y="2408322"/>
                  </a:lnTo>
                  <a:lnTo>
                    <a:pt x="2005430" y="2400402"/>
                  </a:lnTo>
                  <a:lnTo>
                    <a:pt x="1933808" y="2392423"/>
                  </a:lnTo>
                  <a:lnTo>
                    <a:pt x="1862185" y="2384385"/>
                  </a:lnTo>
                  <a:lnTo>
                    <a:pt x="1790563" y="2376288"/>
                  </a:lnTo>
                  <a:lnTo>
                    <a:pt x="1718940" y="2368132"/>
                  </a:lnTo>
                  <a:lnTo>
                    <a:pt x="1647318" y="2359915"/>
                  </a:lnTo>
                  <a:lnTo>
                    <a:pt x="1575695" y="2351638"/>
                  </a:lnTo>
                  <a:lnTo>
                    <a:pt x="1504073" y="2343300"/>
                  </a:lnTo>
                  <a:lnTo>
                    <a:pt x="1432450" y="2334900"/>
                  </a:lnTo>
                  <a:lnTo>
                    <a:pt x="1360827" y="2326439"/>
                  </a:lnTo>
                  <a:lnTo>
                    <a:pt x="1289205" y="2317915"/>
                  </a:lnTo>
                  <a:lnTo>
                    <a:pt x="1217582" y="2309329"/>
                  </a:lnTo>
                  <a:lnTo>
                    <a:pt x="1145960" y="2300679"/>
                  </a:lnTo>
                  <a:lnTo>
                    <a:pt x="1074337" y="2291966"/>
                  </a:lnTo>
                  <a:lnTo>
                    <a:pt x="1002715" y="2283188"/>
                  </a:lnTo>
                  <a:lnTo>
                    <a:pt x="931092" y="2274346"/>
                  </a:lnTo>
                  <a:lnTo>
                    <a:pt x="859470" y="2265439"/>
                  </a:lnTo>
                  <a:lnTo>
                    <a:pt x="787847" y="2256466"/>
                  </a:lnTo>
                  <a:lnTo>
                    <a:pt x="716225" y="2247427"/>
                  </a:lnTo>
                  <a:lnTo>
                    <a:pt x="644602" y="2238321"/>
                  </a:lnTo>
                  <a:lnTo>
                    <a:pt x="572980" y="2229149"/>
                  </a:lnTo>
                  <a:lnTo>
                    <a:pt x="501357" y="2219908"/>
                  </a:lnTo>
                  <a:lnTo>
                    <a:pt x="429735" y="2210600"/>
                  </a:lnTo>
                  <a:lnTo>
                    <a:pt x="358112" y="2201223"/>
                  </a:lnTo>
                  <a:lnTo>
                    <a:pt x="286490" y="2191778"/>
                  </a:lnTo>
                  <a:lnTo>
                    <a:pt x="214867" y="2182262"/>
                  </a:lnTo>
                  <a:lnTo>
                    <a:pt x="143245" y="2172677"/>
                  </a:lnTo>
                  <a:lnTo>
                    <a:pt x="71622" y="2163020"/>
                  </a:lnTo>
                  <a:lnTo>
                    <a:pt x="0" y="2153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639479" y="2073503"/>
              <a:ext cx="6623200" cy="2840322"/>
            </a:xfrm>
            <a:custGeom>
              <a:avLst/>
              <a:pathLst>
                <a:path w="6623200" h="2840322">
                  <a:moveTo>
                    <a:pt x="0" y="0"/>
                  </a:moveTo>
                  <a:lnTo>
                    <a:pt x="33927" y="40951"/>
                  </a:lnTo>
                  <a:lnTo>
                    <a:pt x="105550" y="125282"/>
                  </a:lnTo>
                  <a:lnTo>
                    <a:pt x="177173" y="207548"/>
                  </a:lnTo>
                  <a:lnTo>
                    <a:pt x="248795" y="287798"/>
                  </a:lnTo>
                  <a:lnTo>
                    <a:pt x="320418" y="366083"/>
                  </a:lnTo>
                  <a:lnTo>
                    <a:pt x="392040" y="442450"/>
                  </a:lnTo>
                  <a:lnTo>
                    <a:pt x="463663" y="516947"/>
                  </a:lnTo>
                  <a:lnTo>
                    <a:pt x="535285" y="589618"/>
                  </a:lnTo>
                  <a:lnTo>
                    <a:pt x="606908" y="660510"/>
                  </a:lnTo>
                  <a:lnTo>
                    <a:pt x="678530" y="729665"/>
                  </a:lnTo>
                  <a:lnTo>
                    <a:pt x="750153" y="797127"/>
                  </a:lnTo>
                  <a:lnTo>
                    <a:pt x="821775" y="862935"/>
                  </a:lnTo>
                  <a:lnTo>
                    <a:pt x="893398" y="927132"/>
                  </a:lnTo>
                  <a:lnTo>
                    <a:pt x="965020" y="989756"/>
                  </a:lnTo>
                  <a:lnTo>
                    <a:pt x="1036643" y="1050847"/>
                  </a:lnTo>
                  <a:lnTo>
                    <a:pt x="1108265" y="1110441"/>
                  </a:lnTo>
                  <a:lnTo>
                    <a:pt x="1179888" y="1168575"/>
                  </a:lnTo>
                  <a:lnTo>
                    <a:pt x="1251510" y="1225285"/>
                  </a:lnTo>
                  <a:lnTo>
                    <a:pt x="1323133" y="1280606"/>
                  </a:lnTo>
                  <a:lnTo>
                    <a:pt x="1394755" y="1334572"/>
                  </a:lnTo>
                  <a:lnTo>
                    <a:pt x="1466378" y="1387216"/>
                  </a:lnTo>
                  <a:lnTo>
                    <a:pt x="1538001" y="1438570"/>
                  </a:lnTo>
                  <a:lnTo>
                    <a:pt x="1609623" y="1488667"/>
                  </a:lnTo>
                  <a:lnTo>
                    <a:pt x="1681246" y="1537536"/>
                  </a:lnTo>
                  <a:lnTo>
                    <a:pt x="1752868" y="1585209"/>
                  </a:lnTo>
                  <a:lnTo>
                    <a:pt x="1824491" y="1631714"/>
                  </a:lnTo>
                  <a:lnTo>
                    <a:pt x="1896113" y="1677079"/>
                  </a:lnTo>
                  <a:lnTo>
                    <a:pt x="1967736" y="1721333"/>
                  </a:lnTo>
                  <a:lnTo>
                    <a:pt x="2039358" y="1764504"/>
                  </a:lnTo>
                  <a:lnTo>
                    <a:pt x="2110981" y="1806617"/>
                  </a:lnTo>
                  <a:lnTo>
                    <a:pt x="2182603" y="1847698"/>
                  </a:lnTo>
                  <a:lnTo>
                    <a:pt x="2254226" y="1887773"/>
                  </a:lnTo>
                  <a:lnTo>
                    <a:pt x="2325848" y="1926866"/>
                  </a:lnTo>
                  <a:lnTo>
                    <a:pt x="2397471" y="1965002"/>
                  </a:lnTo>
                  <a:lnTo>
                    <a:pt x="2469093" y="2002204"/>
                  </a:lnTo>
                  <a:lnTo>
                    <a:pt x="2540716" y="2038494"/>
                  </a:lnTo>
                  <a:lnTo>
                    <a:pt x="2612338" y="2073896"/>
                  </a:lnTo>
                  <a:lnTo>
                    <a:pt x="2683961" y="2108430"/>
                  </a:lnTo>
                  <a:lnTo>
                    <a:pt x="2755583" y="2142118"/>
                  </a:lnTo>
                  <a:lnTo>
                    <a:pt x="2827206" y="2174981"/>
                  </a:lnTo>
                  <a:lnTo>
                    <a:pt x="2898829" y="2207040"/>
                  </a:lnTo>
                  <a:lnTo>
                    <a:pt x="2970451" y="2238313"/>
                  </a:lnTo>
                  <a:lnTo>
                    <a:pt x="3042074" y="2268820"/>
                  </a:lnTo>
                  <a:lnTo>
                    <a:pt x="3113696" y="2298579"/>
                  </a:lnTo>
                  <a:lnTo>
                    <a:pt x="3185319" y="2327610"/>
                  </a:lnTo>
                  <a:lnTo>
                    <a:pt x="3256941" y="2355929"/>
                  </a:lnTo>
                  <a:lnTo>
                    <a:pt x="3328564" y="2383555"/>
                  </a:lnTo>
                  <a:lnTo>
                    <a:pt x="3400186" y="2410504"/>
                  </a:lnTo>
                  <a:lnTo>
                    <a:pt x="3471809" y="2436794"/>
                  </a:lnTo>
                  <a:lnTo>
                    <a:pt x="3543431" y="2462439"/>
                  </a:lnTo>
                  <a:lnTo>
                    <a:pt x="3615054" y="2487456"/>
                  </a:lnTo>
                  <a:lnTo>
                    <a:pt x="3686676" y="2511860"/>
                  </a:lnTo>
                  <a:lnTo>
                    <a:pt x="3758299" y="2535666"/>
                  </a:lnTo>
                  <a:lnTo>
                    <a:pt x="3829921" y="2558889"/>
                  </a:lnTo>
                  <a:lnTo>
                    <a:pt x="3901544" y="2581544"/>
                  </a:lnTo>
                  <a:lnTo>
                    <a:pt x="3973166" y="2603643"/>
                  </a:lnTo>
                  <a:lnTo>
                    <a:pt x="4044789" y="2625201"/>
                  </a:lnTo>
                  <a:lnTo>
                    <a:pt x="4116411" y="2646231"/>
                  </a:lnTo>
                  <a:lnTo>
                    <a:pt x="4188034" y="2657990"/>
                  </a:lnTo>
                  <a:lnTo>
                    <a:pt x="4259657" y="2664028"/>
                  </a:lnTo>
                  <a:lnTo>
                    <a:pt x="4331279" y="2670021"/>
                  </a:lnTo>
                  <a:lnTo>
                    <a:pt x="4402902" y="2675970"/>
                  </a:lnTo>
                  <a:lnTo>
                    <a:pt x="4474524" y="2681876"/>
                  </a:lnTo>
                  <a:lnTo>
                    <a:pt x="4546147" y="2687739"/>
                  </a:lnTo>
                  <a:lnTo>
                    <a:pt x="4617769" y="2693558"/>
                  </a:lnTo>
                  <a:lnTo>
                    <a:pt x="4689392" y="2699336"/>
                  </a:lnTo>
                  <a:lnTo>
                    <a:pt x="4761014" y="2705071"/>
                  </a:lnTo>
                  <a:lnTo>
                    <a:pt x="4832637" y="2710764"/>
                  </a:lnTo>
                  <a:lnTo>
                    <a:pt x="4904259" y="2716415"/>
                  </a:lnTo>
                  <a:lnTo>
                    <a:pt x="4975882" y="2722025"/>
                  </a:lnTo>
                  <a:lnTo>
                    <a:pt x="5047504" y="2727594"/>
                  </a:lnTo>
                  <a:lnTo>
                    <a:pt x="5119127" y="2733123"/>
                  </a:lnTo>
                  <a:lnTo>
                    <a:pt x="5190749" y="2738611"/>
                  </a:lnTo>
                  <a:lnTo>
                    <a:pt x="5262372" y="2744059"/>
                  </a:lnTo>
                  <a:lnTo>
                    <a:pt x="5333994" y="2749467"/>
                  </a:lnTo>
                  <a:lnTo>
                    <a:pt x="5405617" y="2754835"/>
                  </a:lnTo>
                  <a:lnTo>
                    <a:pt x="5477239" y="2760164"/>
                  </a:lnTo>
                  <a:lnTo>
                    <a:pt x="5548862" y="2765455"/>
                  </a:lnTo>
                  <a:lnTo>
                    <a:pt x="5620485" y="2770706"/>
                  </a:lnTo>
                  <a:lnTo>
                    <a:pt x="5692107" y="2775919"/>
                  </a:lnTo>
                  <a:lnTo>
                    <a:pt x="5763730" y="2781095"/>
                  </a:lnTo>
                  <a:lnTo>
                    <a:pt x="5835352" y="2786232"/>
                  </a:lnTo>
                  <a:lnTo>
                    <a:pt x="5906975" y="2791331"/>
                  </a:lnTo>
                  <a:lnTo>
                    <a:pt x="5978597" y="2796394"/>
                  </a:lnTo>
                  <a:lnTo>
                    <a:pt x="6050220" y="2801419"/>
                  </a:lnTo>
                  <a:lnTo>
                    <a:pt x="6121842" y="2806408"/>
                  </a:lnTo>
                  <a:lnTo>
                    <a:pt x="6193465" y="2811360"/>
                  </a:lnTo>
                  <a:lnTo>
                    <a:pt x="6265087" y="2816276"/>
                  </a:lnTo>
                  <a:lnTo>
                    <a:pt x="6336710" y="2821156"/>
                  </a:lnTo>
                  <a:lnTo>
                    <a:pt x="6408332" y="2826000"/>
                  </a:lnTo>
                  <a:lnTo>
                    <a:pt x="6479955" y="2830809"/>
                  </a:lnTo>
                  <a:lnTo>
                    <a:pt x="6551577" y="2835583"/>
                  </a:lnTo>
                  <a:lnTo>
                    <a:pt x="6623200" y="2840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226796"/>
              <a:ext cx="7090630" cy="978872"/>
            </a:xfrm>
            <a:custGeom>
              <a:avLst/>
              <a:pathLst>
                <a:path w="7090630" h="978872">
                  <a:moveTo>
                    <a:pt x="7090630" y="978872"/>
                  </a:moveTo>
                  <a:lnTo>
                    <a:pt x="7019007" y="970044"/>
                  </a:lnTo>
                  <a:lnTo>
                    <a:pt x="6947385" y="960994"/>
                  </a:lnTo>
                  <a:lnTo>
                    <a:pt x="6875762" y="951717"/>
                  </a:lnTo>
                  <a:lnTo>
                    <a:pt x="6804139" y="942207"/>
                  </a:lnTo>
                  <a:lnTo>
                    <a:pt x="6732517" y="932458"/>
                  </a:lnTo>
                  <a:lnTo>
                    <a:pt x="6660894" y="922464"/>
                  </a:lnTo>
                  <a:lnTo>
                    <a:pt x="6589272" y="912219"/>
                  </a:lnTo>
                  <a:lnTo>
                    <a:pt x="6517649" y="901718"/>
                  </a:lnTo>
                  <a:lnTo>
                    <a:pt x="6446027" y="890952"/>
                  </a:lnTo>
                  <a:lnTo>
                    <a:pt x="6374404" y="879916"/>
                  </a:lnTo>
                  <a:lnTo>
                    <a:pt x="6302782" y="868603"/>
                  </a:lnTo>
                  <a:lnTo>
                    <a:pt x="6231159" y="857006"/>
                  </a:lnTo>
                  <a:lnTo>
                    <a:pt x="6159537" y="845118"/>
                  </a:lnTo>
                  <a:lnTo>
                    <a:pt x="6087914" y="832931"/>
                  </a:lnTo>
                  <a:lnTo>
                    <a:pt x="6016292" y="820438"/>
                  </a:lnTo>
                  <a:lnTo>
                    <a:pt x="5944669" y="807632"/>
                  </a:lnTo>
                  <a:lnTo>
                    <a:pt x="5873047" y="794504"/>
                  </a:lnTo>
                  <a:lnTo>
                    <a:pt x="5801424" y="781046"/>
                  </a:lnTo>
                  <a:lnTo>
                    <a:pt x="5729802" y="767250"/>
                  </a:lnTo>
                  <a:lnTo>
                    <a:pt x="5658179" y="753108"/>
                  </a:lnTo>
                  <a:lnTo>
                    <a:pt x="5586557" y="738611"/>
                  </a:lnTo>
                  <a:lnTo>
                    <a:pt x="5514934" y="723750"/>
                  </a:lnTo>
                  <a:lnTo>
                    <a:pt x="5443311" y="708515"/>
                  </a:lnTo>
                  <a:lnTo>
                    <a:pt x="5371689" y="692899"/>
                  </a:lnTo>
                  <a:lnTo>
                    <a:pt x="5300066" y="676890"/>
                  </a:lnTo>
                  <a:lnTo>
                    <a:pt x="5228444" y="660478"/>
                  </a:lnTo>
                  <a:lnTo>
                    <a:pt x="5156821" y="643655"/>
                  </a:lnTo>
                  <a:lnTo>
                    <a:pt x="5085199" y="626410"/>
                  </a:lnTo>
                  <a:lnTo>
                    <a:pt x="5013576" y="608731"/>
                  </a:lnTo>
                  <a:lnTo>
                    <a:pt x="4941954" y="590609"/>
                  </a:lnTo>
                  <a:lnTo>
                    <a:pt x="4870331" y="572031"/>
                  </a:lnTo>
                  <a:lnTo>
                    <a:pt x="4798709" y="552987"/>
                  </a:lnTo>
                  <a:lnTo>
                    <a:pt x="4727086" y="533465"/>
                  </a:lnTo>
                  <a:lnTo>
                    <a:pt x="4655464" y="513453"/>
                  </a:lnTo>
                  <a:lnTo>
                    <a:pt x="4583841" y="498615"/>
                  </a:lnTo>
                  <a:lnTo>
                    <a:pt x="4512219" y="492488"/>
                  </a:lnTo>
                  <a:lnTo>
                    <a:pt x="4440596" y="486317"/>
                  </a:lnTo>
                  <a:lnTo>
                    <a:pt x="4368974" y="480100"/>
                  </a:lnTo>
                  <a:lnTo>
                    <a:pt x="4297351" y="473837"/>
                  </a:lnTo>
                  <a:lnTo>
                    <a:pt x="4225729" y="467528"/>
                  </a:lnTo>
                  <a:lnTo>
                    <a:pt x="4154106" y="461172"/>
                  </a:lnTo>
                  <a:lnTo>
                    <a:pt x="4082483" y="454770"/>
                  </a:lnTo>
                  <a:lnTo>
                    <a:pt x="4010861" y="448320"/>
                  </a:lnTo>
                  <a:lnTo>
                    <a:pt x="3939238" y="441823"/>
                  </a:lnTo>
                  <a:lnTo>
                    <a:pt x="3867616" y="435279"/>
                  </a:lnTo>
                  <a:lnTo>
                    <a:pt x="3795993" y="428685"/>
                  </a:lnTo>
                  <a:lnTo>
                    <a:pt x="3724371" y="422044"/>
                  </a:lnTo>
                  <a:lnTo>
                    <a:pt x="3652748" y="415353"/>
                  </a:lnTo>
                  <a:lnTo>
                    <a:pt x="3581126" y="408614"/>
                  </a:lnTo>
                  <a:lnTo>
                    <a:pt x="3509503" y="401824"/>
                  </a:lnTo>
                  <a:lnTo>
                    <a:pt x="3437881" y="394985"/>
                  </a:lnTo>
                  <a:lnTo>
                    <a:pt x="3366258" y="388095"/>
                  </a:lnTo>
                  <a:lnTo>
                    <a:pt x="3294636" y="381154"/>
                  </a:lnTo>
                  <a:lnTo>
                    <a:pt x="3223013" y="374163"/>
                  </a:lnTo>
                  <a:lnTo>
                    <a:pt x="3151391" y="367120"/>
                  </a:lnTo>
                  <a:lnTo>
                    <a:pt x="3079768" y="360025"/>
                  </a:lnTo>
                  <a:lnTo>
                    <a:pt x="3008146" y="352877"/>
                  </a:lnTo>
                  <a:lnTo>
                    <a:pt x="2936523" y="345677"/>
                  </a:lnTo>
                  <a:lnTo>
                    <a:pt x="2864901" y="338425"/>
                  </a:lnTo>
                  <a:lnTo>
                    <a:pt x="2793278" y="331118"/>
                  </a:lnTo>
                  <a:lnTo>
                    <a:pt x="2721655" y="323758"/>
                  </a:lnTo>
                  <a:lnTo>
                    <a:pt x="2650033" y="316344"/>
                  </a:lnTo>
                  <a:lnTo>
                    <a:pt x="2578410" y="308875"/>
                  </a:lnTo>
                  <a:lnTo>
                    <a:pt x="2506788" y="301351"/>
                  </a:lnTo>
                  <a:lnTo>
                    <a:pt x="2435165" y="293771"/>
                  </a:lnTo>
                  <a:lnTo>
                    <a:pt x="2363543" y="286136"/>
                  </a:lnTo>
                  <a:lnTo>
                    <a:pt x="2291920" y="278445"/>
                  </a:lnTo>
                  <a:lnTo>
                    <a:pt x="2220298" y="270696"/>
                  </a:lnTo>
                  <a:lnTo>
                    <a:pt x="2148675" y="262891"/>
                  </a:lnTo>
                  <a:lnTo>
                    <a:pt x="2077053" y="255029"/>
                  </a:lnTo>
                  <a:lnTo>
                    <a:pt x="2005430" y="247108"/>
                  </a:lnTo>
                  <a:lnTo>
                    <a:pt x="1933808" y="239129"/>
                  </a:lnTo>
                  <a:lnTo>
                    <a:pt x="1862185" y="231091"/>
                  </a:lnTo>
                  <a:lnTo>
                    <a:pt x="1790563" y="222994"/>
                  </a:lnTo>
                  <a:lnTo>
                    <a:pt x="1718940" y="214838"/>
                  </a:lnTo>
                  <a:lnTo>
                    <a:pt x="1647318" y="206621"/>
                  </a:lnTo>
                  <a:lnTo>
                    <a:pt x="1575695" y="198344"/>
                  </a:lnTo>
                  <a:lnTo>
                    <a:pt x="1504073" y="190006"/>
                  </a:lnTo>
                  <a:lnTo>
                    <a:pt x="1432450" y="181607"/>
                  </a:lnTo>
                  <a:lnTo>
                    <a:pt x="1360827" y="173145"/>
                  </a:lnTo>
                  <a:lnTo>
                    <a:pt x="1289205" y="164622"/>
                  </a:lnTo>
                  <a:lnTo>
                    <a:pt x="1217582" y="156035"/>
                  </a:lnTo>
                  <a:lnTo>
                    <a:pt x="1145960" y="147386"/>
                  </a:lnTo>
                  <a:lnTo>
                    <a:pt x="1074337" y="138672"/>
                  </a:lnTo>
                  <a:lnTo>
                    <a:pt x="1002715" y="129895"/>
                  </a:lnTo>
                  <a:lnTo>
                    <a:pt x="931092" y="121053"/>
                  </a:lnTo>
                  <a:lnTo>
                    <a:pt x="859470" y="112145"/>
                  </a:lnTo>
                  <a:lnTo>
                    <a:pt x="787847" y="103172"/>
                  </a:lnTo>
                  <a:lnTo>
                    <a:pt x="716225" y="94133"/>
                  </a:lnTo>
                  <a:lnTo>
                    <a:pt x="644602" y="85028"/>
                  </a:lnTo>
                  <a:lnTo>
                    <a:pt x="572980" y="75855"/>
                  </a:lnTo>
                  <a:lnTo>
                    <a:pt x="501357" y="66615"/>
                  </a:lnTo>
                  <a:lnTo>
                    <a:pt x="429735" y="57307"/>
                  </a:lnTo>
                  <a:lnTo>
                    <a:pt x="358112" y="47930"/>
                  </a:lnTo>
                  <a:lnTo>
                    <a:pt x="286490" y="38484"/>
                  </a:lnTo>
                  <a:lnTo>
                    <a:pt x="214867" y="28968"/>
                  </a:lnTo>
                  <a:lnTo>
                    <a:pt x="143245" y="19383"/>
                  </a:lnTo>
                  <a:lnTo>
                    <a:pt x="71622" y="97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222974"/>
              <a:ext cx="7090630" cy="1858654"/>
            </a:xfrm>
            <a:custGeom>
              <a:avLst/>
              <a:pathLst>
                <a:path w="7090630" h="1858654">
                  <a:moveTo>
                    <a:pt x="0" y="0"/>
                  </a:moveTo>
                  <a:lnTo>
                    <a:pt x="71622" y="37209"/>
                  </a:lnTo>
                  <a:lnTo>
                    <a:pt x="143245" y="73826"/>
                  </a:lnTo>
                  <a:lnTo>
                    <a:pt x="214867" y="109859"/>
                  </a:lnTo>
                  <a:lnTo>
                    <a:pt x="286490" y="145318"/>
                  </a:lnTo>
                  <a:lnTo>
                    <a:pt x="358112" y="180211"/>
                  </a:lnTo>
                  <a:lnTo>
                    <a:pt x="429735" y="214548"/>
                  </a:lnTo>
                  <a:lnTo>
                    <a:pt x="501357" y="248338"/>
                  </a:lnTo>
                  <a:lnTo>
                    <a:pt x="572980" y="281589"/>
                  </a:lnTo>
                  <a:lnTo>
                    <a:pt x="644602" y="314310"/>
                  </a:lnTo>
                  <a:lnTo>
                    <a:pt x="716225" y="346510"/>
                  </a:lnTo>
                  <a:lnTo>
                    <a:pt x="787847" y="378196"/>
                  </a:lnTo>
                  <a:lnTo>
                    <a:pt x="859470" y="409377"/>
                  </a:lnTo>
                  <a:lnTo>
                    <a:pt x="931092" y="440061"/>
                  </a:lnTo>
                  <a:lnTo>
                    <a:pt x="1002715" y="470256"/>
                  </a:lnTo>
                  <a:lnTo>
                    <a:pt x="1074337" y="499970"/>
                  </a:lnTo>
                  <a:lnTo>
                    <a:pt x="1145960" y="529210"/>
                  </a:lnTo>
                  <a:lnTo>
                    <a:pt x="1217582" y="557983"/>
                  </a:lnTo>
                  <a:lnTo>
                    <a:pt x="1289205" y="586299"/>
                  </a:lnTo>
                  <a:lnTo>
                    <a:pt x="1360827" y="614162"/>
                  </a:lnTo>
                  <a:lnTo>
                    <a:pt x="1432450" y="641582"/>
                  </a:lnTo>
                  <a:lnTo>
                    <a:pt x="1504073" y="668565"/>
                  </a:lnTo>
                  <a:lnTo>
                    <a:pt x="1575695" y="695117"/>
                  </a:lnTo>
                  <a:lnTo>
                    <a:pt x="1647318" y="721246"/>
                  </a:lnTo>
                  <a:lnTo>
                    <a:pt x="1718940" y="746959"/>
                  </a:lnTo>
                  <a:lnTo>
                    <a:pt x="1790563" y="772262"/>
                  </a:lnTo>
                  <a:lnTo>
                    <a:pt x="1862185" y="797161"/>
                  </a:lnTo>
                  <a:lnTo>
                    <a:pt x="1933808" y="821664"/>
                  </a:lnTo>
                  <a:lnTo>
                    <a:pt x="2005430" y="845776"/>
                  </a:lnTo>
                  <a:lnTo>
                    <a:pt x="2077053" y="869503"/>
                  </a:lnTo>
                  <a:lnTo>
                    <a:pt x="2148675" y="892853"/>
                  </a:lnTo>
                  <a:lnTo>
                    <a:pt x="2220298" y="915830"/>
                  </a:lnTo>
                  <a:lnTo>
                    <a:pt x="2291920" y="938441"/>
                  </a:lnTo>
                  <a:lnTo>
                    <a:pt x="2363543" y="960691"/>
                  </a:lnTo>
                  <a:lnTo>
                    <a:pt x="2435165" y="982587"/>
                  </a:lnTo>
                  <a:lnTo>
                    <a:pt x="2506788" y="1004134"/>
                  </a:lnTo>
                  <a:lnTo>
                    <a:pt x="2578410" y="1025337"/>
                  </a:lnTo>
                  <a:lnTo>
                    <a:pt x="2650033" y="1046203"/>
                  </a:lnTo>
                  <a:lnTo>
                    <a:pt x="2721655" y="1066735"/>
                  </a:lnTo>
                  <a:lnTo>
                    <a:pt x="2793278" y="1086941"/>
                  </a:lnTo>
                  <a:lnTo>
                    <a:pt x="2864901" y="1106824"/>
                  </a:lnTo>
                  <a:lnTo>
                    <a:pt x="2936523" y="1126390"/>
                  </a:lnTo>
                  <a:lnTo>
                    <a:pt x="3008146" y="1145645"/>
                  </a:lnTo>
                  <a:lnTo>
                    <a:pt x="3079768" y="1164592"/>
                  </a:lnTo>
                  <a:lnTo>
                    <a:pt x="3151391" y="1183238"/>
                  </a:lnTo>
                  <a:lnTo>
                    <a:pt x="3223013" y="1201586"/>
                  </a:lnTo>
                  <a:lnTo>
                    <a:pt x="3294636" y="1219642"/>
                  </a:lnTo>
                  <a:lnTo>
                    <a:pt x="3366258" y="1237410"/>
                  </a:lnTo>
                  <a:lnTo>
                    <a:pt x="3437881" y="1254894"/>
                  </a:lnTo>
                  <a:lnTo>
                    <a:pt x="3509503" y="1272100"/>
                  </a:lnTo>
                  <a:lnTo>
                    <a:pt x="3581126" y="1289032"/>
                  </a:lnTo>
                  <a:lnTo>
                    <a:pt x="3652748" y="1305694"/>
                  </a:lnTo>
                  <a:lnTo>
                    <a:pt x="3724371" y="1322090"/>
                  </a:lnTo>
                  <a:lnTo>
                    <a:pt x="3795993" y="1338225"/>
                  </a:lnTo>
                  <a:lnTo>
                    <a:pt x="3867616" y="1354103"/>
                  </a:lnTo>
                  <a:lnTo>
                    <a:pt x="3939238" y="1369727"/>
                  </a:lnTo>
                  <a:lnTo>
                    <a:pt x="4010861" y="1385103"/>
                  </a:lnTo>
                  <a:lnTo>
                    <a:pt x="4082483" y="1400233"/>
                  </a:lnTo>
                  <a:lnTo>
                    <a:pt x="4154106" y="1415122"/>
                  </a:lnTo>
                  <a:lnTo>
                    <a:pt x="4225729" y="1429774"/>
                  </a:lnTo>
                  <a:lnTo>
                    <a:pt x="4297351" y="1444193"/>
                  </a:lnTo>
                  <a:lnTo>
                    <a:pt x="4368974" y="1458381"/>
                  </a:lnTo>
                  <a:lnTo>
                    <a:pt x="4440596" y="1472343"/>
                  </a:lnTo>
                  <a:lnTo>
                    <a:pt x="4512219" y="1486083"/>
                  </a:lnTo>
                  <a:lnTo>
                    <a:pt x="4583841" y="1499604"/>
                  </a:lnTo>
                  <a:lnTo>
                    <a:pt x="4655464" y="1512909"/>
                  </a:lnTo>
                  <a:lnTo>
                    <a:pt x="4727086" y="1526002"/>
                  </a:lnTo>
                  <a:lnTo>
                    <a:pt x="4798709" y="1538886"/>
                  </a:lnTo>
                  <a:lnTo>
                    <a:pt x="4870331" y="1551565"/>
                  </a:lnTo>
                  <a:lnTo>
                    <a:pt x="4941954" y="1564042"/>
                  </a:lnTo>
                  <a:lnTo>
                    <a:pt x="5013576" y="1576320"/>
                  </a:lnTo>
                  <a:lnTo>
                    <a:pt x="5085199" y="1588403"/>
                  </a:lnTo>
                  <a:lnTo>
                    <a:pt x="5156821" y="1600292"/>
                  </a:lnTo>
                  <a:lnTo>
                    <a:pt x="5228444" y="1611992"/>
                  </a:lnTo>
                  <a:lnTo>
                    <a:pt x="5300066" y="1623506"/>
                  </a:lnTo>
                  <a:lnTo>
                    <a:pt x="5371689" y="1634836"/>
                  </a:lnTo>
                  <a:lnTo>
                    <a:pt x="5443311" y="1645986"/>
                  </a:lnTo>
                  <a:lnTo>
                    <a:pt x="5514934" y="1656957"/>
                  </a:lnTo>
                  <a:lnTo>
                    <a:pt x="5586557" y="1667754"/>
                  </a:lnTo>
                  <a:lnTo>
                    <a:pt x="5658179" y="1678379"/>
                  </a:lnTo>
                  <a:lnTo>
                    <a:pt x="5729802" y="1688834"/>
                  </a:lnTo>
                  <a:lnTo>
                    <a:pt x="5801424" y="1699123"/>
                  </a:lnTo>
                  <a:lnTo>
                    <a:pt x="5873047" y="1709248"/>
                  </a:lnTo>
                  <a:lnTo>
                    <a:pt x="5944669" y="1719211"/>
                  </a:lnTo>
                  <a:lnTo>
                    <a:pt x="6016292" y="1729016"/>
                  </a:lnTo>
                  <a:lnTo>
                    <a:pt x="6087914" y="1738664"/>
                  </a:lnTo>
                  <a:lnTo>
                    <a:pt x="6159537" y="1748158"/>
                  </a:lnTo>
                  <a:lnTo>
                    <a:pt x="6231159" y="1757501"/>
                  </a:lnTo>
                  <a:lnTo>
                    <a:pt x="6302782" y="1766696"/>
                  </a:lnTo>
                  <a:lnTo>
                    <a:pt x="6374404" y="1775743"/>
                  </a:lnTo>
                  <a:lnTo>
                    <a:pt x="6446027" y="1784647"/>
                  </a:lnTo>
                  <a:lnTo>
                    <a:pt x="6517649" y="1793408"/>
                  </a:lnTo>
                  <a:lnTo>
                    <a:pt x="6589272" y="1802030"/>
                  </a:lnTo>
                  <a:lnTo>
                    <a:pt x="6660894" y="1810514"/>
                  </a:lnTo>
                  <a:lnTo>
                    <a:pt x="6732517" y="1818863"/>
                  </a:lnTo>
                  <a:lnTo>
                    <a:pt x="6804139" y="1827079"/>
                  </a:lnTo>
                  <a:lnTo>
                    <a:pt x="6875762" y="1835164"/>
                  </a:lnTo>
                  <a:lnTo>
                    <a:pt x="6947385" y="1843120"/>
                  </a:lnTo>
                  <a:lnTo>
                    <a:pt x="7019007" y="1850950"/>
                  </a:lnTo>
                  <a:lnTo>
                    <a:pt x="7090630" y="18586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(1.11-1.42), p_Bonf = 0.002 (n = 6)  |  per IQR decline (Δ = 21.9): 1.64 (1.25-2.15)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2026-07-29T17:26:05Z</dcterms:modified>
  <cp:category/>
</cp:coreProperties>
</file>