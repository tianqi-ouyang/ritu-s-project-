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482285"/>
              <a:ext cx="7090630" cy="2663155"/>
            </a:xfrm>
            <a:custGeom>
              <a:avLst/>
              <a:pathLst>
                <a:path w="7090630" h="2663155">
                  <a:moveTo>
                    <a:pt x="0" y="0"/>
                  </a:moveTo>
                  <a:lnTo>
                    <a:pt x="71622" y="61816"/>
                  </a:lnTo>
                  <a:lnTo>
                    <a:pt x="143245" y="122390"/>
                  </a:lnTo>
                  <a:lnTo>
                    <a:pt x="214867" y="181746"/>
                  </a:lnTo>
                  <a:lnTo>
                    <a:pt x="286490" y="239909"/>
                  </a:lnTo>
                  <a:lnTo>
                    <a:pt x="358112" y="296902"/>
                  </a:lnTo>
                  <a:lnTo>
                    <a:pt x="429735" y="352750"/>
                  </a:lnTo>
                  <a:lnTo>
                    <a:pt x="501357" y="407475"/>
                  </a:lnTo>
                  <a:lnTo>
                    <a:pt x="572980" y="461100"/>
                  </a:lnTo>
                  <a:lnTo>
                    <a:pt x="644602" y="513647"/>
                  </a:lnTo>
                  <a:lnTo>
                    <a:pt x="716225" y="565138"/>
                  </a:lnTo>
                  <a:lnTo>
                    <a:pt x="787847" y="615593"/>
                  </a:lnTo>
                  <a:lnTo>
                    <a:pt x="859470" y="665034"/>
                  </a:lnTo>
                  <a:lnTo>
                    <a:pt x="931092" y="713481"/>
                  </a:lnTo>
                  <a:lnTo>
                    <a:pt x="1002715" y="760955"/>
                  </a:lnTo>
                  <a:lnTo>
                    <a:pt x="1074337" y="807474"/>
                  </a:lnTo>
                  <a:lnTo>
                    <a:pt x="1145960" y="853057"/>
                  </a:lnTo>
                  <a:lnTo>
                    <a:pt x="1217582" y="897725"/>
                  </a:lnTo>
                  <a:lnTo>
                    <a:pt x="1289205" y="941494"/>
                  </a:lnTo>
                  <a:lnTo>
                    <a:pt x="1360827" y="984384"/>
                  </a:lnTo>
                  <a:lnTo>
                    <a:pt x="1432450" y="1026411"/>
                  </a:lnTo>
                  <a:lnTo>
                    <a:pt x="1504073" y="1067593"/>
                  </a:lnTo>
                  <a:lnTo>
                    <a:pt x="1575695" y="1107948"/>
                  </a:lnTo>
                  <a:lnTo>
                    <a:pt x="1647318" y="1147491"/>
                  </a:lnTo>
                  <a:lnTo>
                    <a:pt x="1718940" y="1186239"/>
                  </a:lnTo>
                  <a:lnTo>
                    <a:pt x="1790563" y="1224209"/>
                  </a:lnTo>
                  <a:lnTo>
                    <a:pt x="1862185" y="1261415"/>
                  </a:lnTo>
                  <a:lnTo>
                    <a:pt x="1933808" y="1297873"/>
                  </a:lnTo>
                  <a:lnTo>
                    <a:pt x="2005430" y="1333598"/>
                  </a:lnTo>
                  <a:lnTo>
                    <a:pt x="2077053" y="1368605"/>
                  </a:lnTo>
                  <a:lnTo>
                    <a:pt x="2148675" y="1402908"/>
                  </a:lnTo>
                  <a:lnTo>
                    <a:pt x="2220298" y="1436522"/>
                  </a:lnTo>
                  <a:lnTo>
                    <a:pt x="2291920" y="1469460"/>
                  </a:lnTo>
                  <a:lnTo>
                    <a:pt x="2363543" y="1501735"/>
                  </a:lnTo>
                  <a:lnTo>
                    <a:pt x="2435165" y="1533362"/>
                  </a:lnTo>
                  <a:lnTo>
                    <a:pt x="2506788" y="1564353"/>
                  </a:lnTo>
                  <a:lnTo>
                    <a:pt x="2578410" y="1594721"/>
                  </a:lnTo>
                  <a:lnTo>
                    <a:pt x="2650033" y="1624479"/>
                  </a:lnTo>
                  <a:lnTo>
                    <a:pt x="2721655" y="1653638"/>
                  </a:lnTo>
                  <a:lnTo>
                    <a:pt x="2793278" y="1682211"/>
                  </a:lnTo>
                  <a:lnTo>
                    <a:pt x="2864901" y="1710210"/>
                  </a:lnTo>
                  <a:lnTo>
                    <a:pt x="2936523" y="1737646"/>
                  </a:lnTo>
                  <a:lnTo>
                    <a:pt x="3008146" y="1764530"/>
                  </a:lnTo>
                  <a:lnTo>
                    <a:pt x="3079768" y="1790874"/>
                  </a:lnTo>
                  <a:lnTo>
                    <a:pt x="3151391" y="1816688"/>
                  </a:lnTo>
                  <a:lnTo>
                    <a:pt x="3223013" y="1841984"/>
                  </a:lnTo>
                  <a:lnTo>
                    <a:pt x="3294636" y="1866770"/>
                  </a:lnTo>
                  <a:lnTo>
                    <a:pt x="3366258" y="1891059"/>
                  </a:lnTo>
                  <a:lnTo>
                    <a:pt x="3437881" y="1914859"/>
                  </a:lnTo>
                  <a:lnTo>
                    <a:pt x="3509503" y="1938181"/>
                  </a:lnTo>
                  <a:lnTo>
                    <a:pt x="3581126" y="1961034"/>
                  </a:lnTo>
                  <a:lnTo>
                    <a:pt x="3652748" y="1983427"/>
                  </a:lnTo>
                  <a:lnTo>
                    <a:pt x="3724371" y="2005371"/>
                  </a:lnTo>
                  <a:lnTo>
                    <a:pt x="3795993" y="2026873"/>
                  </a:lnTo>
                  <a:lnTo>
                    <a:pt x="3867616" y="2047943"/>
                  </a:lnTo>
                  <a:lnTo>
                    <a:pt x="3939238" y="2068589"/>
                  </a:lnTo>
                  <a:lnTo>
                    <a:pt x="4010861" y="2088821"/>
                  </a:lnTo>
                  <a:lnTo>
                    <a:pt x="4082483" y="2108645"/>
                  </a:lnTo>
                  <a:lnTo>
                    <a:pt x="4154106" y="2128071"/>
                  </a:lnTo>
                  <a:lnTo>
                    <a:pt x="4225729" y="2147107"/>
                  </a:lnTo>
                  <a:lnTo>
                    <a:pt x="4297351" y="2165760"/>
                  </a:lnTo>
                  <a:lnTo>
                    <a:pt x="4368974" y="2184037"/>
                  </a:lnTo>
                  <a:lnTo>
                    <a:pt x="4440596" y="2201948"/>
                  </a:lnTo>
                  <a:lnTo>
                    <a:pt x="4512219" y="2219498"/>
                  </a:lnTo>
                  <a:lnTo>
                    <a:pt x="4583841" y="2236696"/>
                  </a:lnTo>
                  <a:lnTo>
                    <a:pt x="4655464" y="2244744"/>
                  </a:lnTo>
                  <a:lnTo>
                    <a:pt x="4727086" y="2243167"/>
                  </a:lnTo>
                  <a:lnTo>
                    <a:pt x="4798709" y="2241586"/>
                  </a:lnTo>
                  <a:lnTo>
                    <a:pt x="4870331" y="2240003"/>
                  </a:lnTo>
                  <a:lnTo>
                    <a:pt x="4941954" y="2238417"/>
                  </a:lnTo>
                  <a:lnTo>
                    <a:pt x="5013576" y="2236827"/>
                  </a:lnTo>
                  <a:lnTo>
                    <a:pt x="5085199" y="2235235"/>
                  </a:lnTo>
                  <a:lnTo>
                    <a:pt x="5156821" y="2233640"/>
                  </a:lnTo>
                  <a:lnTo>
                    <a:pt x="5228444" y="2232041"/>
                  </a:lnTo>
                  <a:lnTo>
                    <a:pt x="5300066" y="2230440"/>
                  </a:lnTo>
                  <a:lnTo>
                    <a:pt x="5371689" y="2228835"/>
                  </a:lnTo>
                  <a:lnTo>
                    <a:pt x="5443311" y="2227228"/>
                  </a:lnTo>
                  <a:lnTo>
                    <a:pt x="5514934" y="2225617"/>
                  </a:lnTo>
                  <a:lnTo>
                    <a:pt x="5586557" y="2224003"/>
                  </a:lnTo>
                  <a:lnTo>
                    <a:pt x="5658179" y="2222386"/>
                  </a:lnTo>
                  <a:lnTo>
                    <a:pt x="5729802" y="2220767"/>
                  </a:lnTo>
                  <a:lnTo>
                    <a:pt x="5801424" y="2219144"/>
                  </a:lnTo>
                  <a:lnTo>
                    <a:pt x="5873047" y="2217518"/>
                  </a:lnTo>
                  <a:lnTo>
                    <a:pt x="5944669" y="2215889"/>
                  </a:lnTo>
                  <a:lnTo>
                    <a:pt x="6016292" y="2214257"/>
                  </a:lnTo>
                  <a:lnTo>
                    <a:pt x="6087914" y="2212621"/>
                  </a:lnTo>
                  <a:lnTo>
                    <a:pt x="6159537" y="2210983"/>
                  </a:lnTo>
                  <a:lnTo>
                    <a:pt x="6231159" y="2209341"/>
                  </a:lnTo>
                  <a:lnTo>
                    <a:pt x="6302782" y="2207697"/>
                  </a:lnTo>
                  <a:lnTo>
                    <a:pt x="6374404" y="2206049"/>
                  </a:lnTo>
                  <a:lnTo>
                    <a:pt x="6446027" y="2204398"/>
                  </a:lnTo>
                  <a:lnTo>
                    <a:pt x="6517649" y="2202744"/>
                  </a:lnTo>
                  <a:lnTo>
                    <a:pt x="6589272" y="2201087"/>
                  </a:lnTo>
                  <a:lnTo>
                    <a:pt x="6660894" y="2199427"/>
                  </a:lnTo>
                  <a:lnTo>
                    <a:pt x="6732517" y="2197763"/>
                  </a:lnTo>
                  <a:lnTo>
                    <a:pt x="6804139" y="2196097"/>
                  </a:lnTo>
                  <a:lnTo>
                    <a:pt x="6875762" y="2194427"/>
                  </a:lnTo>
                  <a:lnTo>
                    <a:pt x="6947385" y="2192754"/>
                  </a:lnTo>
                  <a:lnTo>
                    <a:pt x="7019007" y="2191078"/>
                  </a:lnTo>
                  <a:lnTo>
                    <a:pt x="7090630" y="2189399"/>
                  </a:lnTo>
                  <a:lnTo>
                    <a:pt x="7090630" y="2663155"/>
                  </a:lnTo>
                  <a:lnTo>
                    <a:pt x="7019007" y="2654707"/>
                  </a:lnTo>
                  <a:lnTo>
                    <a:pt x="6947385" y="2646085"/>
                  </a:lnTo>
                  <a:lnTo>
                    <a:pt x="6875762" y="2637286"/>
                  </a:lnTo>
                  <a:lnTo>
                    <a:pt x="6804139" y="2628307"/>
                  </a:lnTo>
                  <a:lnTo>
                    <a:pt x="6732517" y="2619144"/>
                  </a:lnTo>
                  <a:lnTo>
                    <a:pt x="6660894" y="2609792"/>
                  </a:lnTo>
                  <a:lnTo>
                    <a:pt x="6589272" y="2600249"/>
                  </a:lnTo>
                  <a:lnTo>
                    <a:pt x="6517649" y="2590510"/>
                  </a:lnTo>
                  <a:lnTo>
                    <a:pt x="6446027" y="2580571"/>
                  </a:lnTo>
                  <a:lnTo>
                    <a:pt x="6374404" y="2570428"/>
                  </a:lnTo>
                  <a:lnTo>
                    <a:pt x="6302782" y="2560077"/>
                  </a:lnTo>
                  <a:lnTo>
                    <a:pt x="6231159" y="2549514"/>
                  </a:lnTo>
                  <a:lnTo>
                    <a:pt x="6159537" y="2538734"/>
                  </a:lnTo>
                  <a:lnTo>
                    <a:pt x="6087914" y="2527733"/>
                  </a:lnTo>
                  <a:lnTo>
                    <a:pt x="6016292" y="2516507"/>
                  </a:lnTo>
                  <a:lnTo>
                    <a:pt x="5944669" y="2505049"/>
                  </a:lnTo>
                  <a:lnTo>
                    <a:pt x="5873047" y="2493357"/>
                  </a:lnTo>
                  <a:lnTo>
                    <a:pt x="5801424" y="2481425"/>
                  </a:lnTo>
                  <a:lnTo>
                    <a:pt x="5729802" y="2469249"/>
                  </a:lnTo>
                  <a:lnTo>
                    <a:pt x="5658179" y="2456822"/>
                  </a:lnTo>
                  <a:lnTo>
                    <a:pt x="5586557" y="2444140"/>
                  </a:lnTo>
                  <a:lnTo>
                    <a:pt x="5514934" y="2431199"/>
                  </a:lnTo>
                  <a:lnTo>
                    <a:pt x="5443311" y="2417991"/>
                  </a:lnTo>
                  <a:lnTo>
                    <a:pt x="5371689" y="2404513"/>
                  </a:lnTo>
                  <a:lnTo>
                    <a:pt x="5300066" y="2390759"/>
                  </a:lnTo>
                  <a:lnTo>
                    <a:pt x="5228444" y="2376722"/>
                  </a:lnTo>
                  <a:lnTo>
                    <a:pt x="5156821" y="2362397"/>
                  </a:lnTo>
                  <a:lnTo>
                    <a:pt x="5085199" y="2347778"/>
                  </a:lnTo>
                  <a:lnTo>
                    <a:pt x="5013576" y="2332859"/>
                  </a:lnTo>
                  <a:lnTo>
                    <a:pt x="4941954" y="2317635"/>
                  </a:lnTo>
                  <a:lnTo>
                    <a:pt x="4870331" y="2302098"/>
                  </a:lnTo>
                  <a:lnTo>
                    <a:pt x="4798709" y="2286242"/>
                  </a:lnTo>
                  <a:lnTo>
                    <a:pt x="4727086" y="2270061"/>
                  </a:lnTo>
                  <a:lnTo>
                    <a:pt x="4655464" y="2253548"/>
                  </a:lnTo>
                  <a:lnTo>
                    <a:pt x="4583841" y="2246318"/>
                  </a:lnTo>
                  <a:lnTo>
                    <a:pt x="4512219" y="2247890"/>
                  </a:lnTo>
                  <a:lnTo>
                    <a:pt x="4440596" y="2249458"/>
                  </a:lnTo>
                  <a:lnTo>
                    <a:pt x="4368974" y="2251024"/>
                  </a:lnTo>
                  <a:lnTo>
                    <a:pt x="4297351" y="2252586"/>
                  </a:lnTo>
                  <a:lnTo>
                    <a:pt x="4225729" y="2254146"/>
                  </a:lnTo>
                  <a:lnTo>
                    <a:pt x="4154106" y="2255702"/>
                  </a:lnTo>
                  <a:lnTo>
                    <a:pt x="4082483" y="2257256"/>
                  </a:lnTo>
                  <a:lnTo>
                    <a:pt x="4010861" y="2258806"/>
                  </a:lnTo>
                  <a:lnTo>
                    <a:pt x="3939238" y="2260354"/>
                  </a:lnTo>
                  <a:lnTo>
                    <a:pt x="3867616" y="2261899"/>
                  </a:lnTo>
                  <a:lnTo>
                    <a:pt x="3795993" y="2263441"/>
                  </a:lnTo>
                  <a:lnTo>
                    <a:pt x="3724371" y="2264980"/>
                  </a:lnTo>
                  <a:lnTo>
                    <a:pt x="3652748" y="2266515"/>
                  </a:lnTo>
                  <a:lnTo>
                    <a:pt x="3581126" y="2268049"/>
                  </a:lnTo>
                  <a:lnTo>
                    <a:pt x="3509503" y="2269579"/>
                  </a:lnTo>
                  <a:lnTo>
                    <a:pt x="3437881" y="2271106"/>
                  </a:lnTo>
                  <a:lnTo>
                    <a:pt x="3366258" y="2272630"/>
                  </a:lnTo>
                  <a:lnTo>
                    <a:pt x="3294636" y="2274152"/>
                  </a:lnTo>
                  <a:lnTo>
                    <a:pt x="3223013" y="2275670"/>
                  </a:lnTo>
                  <a:lnTo>
                    <a:pt x="3151391" y="2277186"/>
                  </a:lnTo>
                  <a:lnTo>
                    <a:pt x="3079768" y="2278699"/>
                  </a:lnTo>
                  <a:lnTo>
                    <a:pt x="3008146" y="2280209"/>
                  </a:lnTo>
                  <a:lnTo>
                    <a:pt x="2936523" y="2281716"/>
                  </a:lnTo>
                  <a:lnTo>
                    <a:pt x="2864901" y="2283220"/>
                  </a:lnTo>
                  <a:lnTo>
                    <a:pt x="2793278" y="2284722"/>
                  </a:lnTo>
                  <a:lnTo>
                    <a:pt x="2721655" y="2286220"/>
                  </a:lnTo>
                  <a:lnTo>
                    <a:pt x="2650033" y="2287716"/>
                  </a:lnTo>
                  <a:lnTo>
                    <a:pt x="2578410" y="2289209"/>
                  </a:lnTo>
                  <a:lnTo>
                    <a:pt x="2506788" y="2290699"/>
                  </a:lnTo>
                  <a:lnTo>
                    <a:pt x="2435165" y="2292186"/>
                  </a:lnTo>
                  <a:lnTo>
                    <a:pt x="2363543" y="2293670"/>
                  </a:lnTo>
                  <a:lnTo>
                    <a:pt x="2291920" y="2295152"/>
                  </a:lnTo>
                  <a:lnTo>
                    <a:pt x="2220298" y="2296631"/>
                  </a:lnTo>
                  <a:lnTo>
                    <a:pt x="2148675" y="2298107"/>
                  </a:lnTo>
                  <a:lnTo>
                    <a:pt x="2077053" y="2299580"/>
                  </a:lnTo>
                  <a:lnTo>
                    <a:pt x="2005430" y="2301050"/>
                  </a:lnTo>
                  <a:lnTo>
                    <a:pt x="1933808" y="2302518"/>
                  </a:lnTo>
                  <a:lnTo>
                    <a:pt x="1862185" y="2303983"/>
                  </a:lnTo>
                  <a:lnTo>
                    <a:pt x="1790563" y="2305445"/>
                  </a:lnTo>
                  <a:lnTo>
                    <a:pt x="1718940" y="2306904"/>
                  </a:lnTo>
                  <a:lnTo>
                    <a:pt x="1647318" y="2308360"/>
                  </a:lnTo>
                  <a:lnTo>
                    <a:pt x="1575695" y="2309814"/>
                  </a:lnTo>
                  <a:lnTo>
                    <a:pt x="1504073" y="2311265"/>
                  </a:lnTo>
                  <a:lnTo>
                    <a:pt x="1432450" y="2312713"/>
                  </a:lnTo>
                  <a:lnTo>
                    <a:pt x="1360827" y="2314159"/>
                  </a:lnTo>
                  <a:lnTo>
                    <a:pt x="1289205" y="2315601"/>
                  </a:lnTo>
                  <a:lnTo>
                    <a:pt x="1217582" y="2317041"/>
                  </a:lnTo>
                  <a:lnTo>
                    <a:pt x="1145960" y="2318479"/>
                  </a:lnTo>
                  <a:lnTo>
                    <a:pt x="1074337" y="2319913"/>
                  </a:lnTo>
                  <a:lnTo>
                    <a:pt x="1002715" y="2321345"/>
                  </a:lnTo>
                  <a:lnTo>
                    <a:pt x="931092" y="2322774"/>
                  </a:lnTo>
                  <a:lnTo>
                    <a:pt x="859470" y="2324201"/>
                  </a:lnTo>
                  <a:lnTo>
                    <a:pt x="787847" y="2325624"/>
                  </a:lnTo>
                  <a:lnTo>
                    <a:pt x="716225" y="2327045"/>
                  </a:lnTo>
                  <a:lnTo>
                    <a:pt x="644602" y="2328463"/>
                  </a:lnTo>
                  <a:lnTo>
                    <a:pt x="572980" y="2329879"/>
                  </a:lnTo>
                  <a:lnTo>
                    <a:pt x="501357" y="2331292"/>
                  </a:lnTo>
                  <a:lnTo>
                    <a:pt x="429735" y="2332702"/>
                  </a:lnTo>
                  <a:lnTo>
                    <a:pt x="358112" y="2334110"/>
                  </a:lnTo>
                  <a:lnTo>
                    <a:pt x="286490" y="2335515"/>
                  </a:lnTo>
                  <a:lnTo>
                    <a:pt x="214867" y="2336917"/>
                  </a:lnTo>
                  <a:lnTo>
                    <a:pt x="143245" y="2338316"/>
                  </a:lnTo>
                  <a:lnTo>
                    <a:pt x="71622" y="2339713"/>
                  </a:lnTo>
                  <a:lnTo>
                    <a:pt x="0" y="2341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482285"/>
              <a:ext cx="7090630" cy="2244744"/>
            </a:xfrm>
            <a:custGeom>
              <a:avLst/>
              <a:pathLst>
                <a:path w="7090630" h="2244744">
                  <a:moveTo>
                    <a:pt x="0" y="0"/>
                  </a:moveTo>
                  <a:lnTo>
                    <a:pt x="71622" y="61816"/>
                  </a:lnTo>
                  <a:lnTo>
                    <a:pt x="143245" y="122390"/>
                  </a:lnTo>
                  <a:lnTo>
                    <a:pt x="214867" y="181746"/>
                  </a:lnTo>
                  <a:lnTo>
                    <a:pt x="286490" y="239909"/>
                  </a:lnTo>
                  <a:lnTo>
                    <a:pt x="358112" y="296902"/>
                  </a:lnTo>
                  <a:lnTo>
                    <a:pt x="429735" y="352750"/>
                  </a:lnTo>
                  <a:lnTo>
                    <a:pt x="501357" y="407475"/>
                  </a:lnTo>
                  <a:lnTo>
                    <a:pt x="572980" y="461100"/>
                  </a:lnTo>
                  <a:lnTo>
                    <a:pt x="644602" y="513647"/>
                  </a:lnTo>
                  <a:lnTo>
                    <a:pt x="716225" y="565138"/>
                  </a:lnTo>
                  <a:lnTo>
                    <a:pt x="787847" y="615593"/>
                  </a:lnTo>
                  <a:lnTo>
                    <a:pt x="859470" y="665034"/>
                  </a:lnTo>
                  <a:lnTo>
                    <a:pt x="931092" y="713481"/>
                  </a:lnTo>
                  <a:lnTo>
                    <a:pt x="1002715" y="760955"/>
                  </a:lnTo>
                  <a:lnTo>
                    <a:pt x="1074337" y="807474"/>
                  </a:lnTo>
                  <a:lnTo>
                    <a:pt x="1145960" y="853057"/>
                  </a:lnTo>
                  <a:lnTo>
                    <a:pt x="1217582" y="897725"/>
                  </a:lnTo>
                  <a:lnTo>
                    <a:pt x="1289205" y="941494"/>
                  </a:lnTo>
                  <a:lnTo>
                    <a:pt x="1360827" y="984384"/>
                  </a:lnTo>
                  <a:lnTo>
                    <a:pt x="1432450" y="1026411"/>
                  </a:lnTo>
                  <a:lnTo>
                    <a:pt x="1504073" y="1067593"/>
                  </a:lnTo>
                  <a:lnTo>
                    <a:pt x="1575695" y="1107948"/>
                  </a:lnTo>
                  <a:lnTo>
                    <a:pt x="1647318" y="1147491"/>
                  </a:lnTo>
                  <a:lnTo>
                    <a:pt x="1718940" y="1186239"/>
                  </a:lnTo>
                  <a:lnTo>
                    <a:pt x="1790563" y="1224209"/>
                  </a:lnTo>
                  <a:lnTo>
                    <a:pt x="1862185" y="1261415"/>
                  </a:lnTo>
                  <a:lnTo>
                    <a:pt x="1933808" y="1297873"/>
                  </a:lnTo>
                  <a:lnTo>
                    <a:pt x="2005430" y="1333598"/>
                  </a:lnTo>
                  <a:lnTo>
                    <a:pt x="2077053" y="1368605"/>
                  </a:lnTo>
                  <a:lnTo>
                    <a:pt x="2148675" y="1402908"/>
                  </a:lnTo>
                  <a:lnTo>
                    <a:pt x="2220298" y="1436522"/>
                  </a:lnTo>
                  <a:lnTo>
                    <a:pt x="2291920" y="1469460"/>
                  </a:lnTo>
                  <a:lnTo>
                    <a:pt x="2363543" y="1501735"/>
                  </a:lnTo>
                  <a:lnTo>
                    <a:pt x="2435165" y="1533362"/>
                  </a:lnTo>
                  <a:lnTo>
                    <a:pt x="2506788" y="1564353"/>
                  </a:lnTo>
                  <a:lnTo>
                    <a:pt x="2578410" y="1594721"/>
                  </a:lnTo>
                  <a:lnTo>
                    <a:pt x="2650033" y="1624479"/>
                  </a:lnTo>
                  <a:lnTo>
                    <a:pt x="2721655" y="1653638"/>
                  </a:lnTo>
                  <a:lnTo>
                    <a:pt x="2793278" y="1682211"/>
                  </a:lnTo>
                  <a:lnTo>
                    <a:pt x="2864901" y="1710210"/>
                  </a:lnTo>
                  <a:lnTo>
                    <a:pt x="2936523" y="1737646"/>
                  </a:lnTo>
                  <a:lnTo>
                    <a:pt x="3008146" y="1764530"/>
                  </a:lnTo>
                  <a:lnTo>
                    <a:pt x="3079768" y="1790874"/>
                  </a:lnTo>
                  <a:lnTo>
                    <a:pt x="3151391" y="1816688"/>
                  </a:lnTo>
                  <a:lnTo>
                    <a:pt x="3223013" y="1841984"/>
                  </a:lnTo>
                  <a:lnTo>
                    <a:pt x="3294636" y="1866770"/>
                  </a:lnTo>
                  <a:lnTo>
                    <a:pt x="3366258" y="1891059"/>
                  </a:lnTo>
                  <a:lnTo>
                    <a:pt x="3437881" y="1914859"/>
                  </a:lnTo>
                  <a:lnTo>
                    <a:pt x="3509503" y="1938181"/>
                  </a:lnTo>
                  <a:lnTo>
                    <a:pt x="3581126" y="1961034"/>
                  </a:lnTo>
                  <a:lnTo>
                    <a:pt x="3652748" y="1983427"/>
                  </a:lnTo>
                  <a:lnTo>
                    <a:pt x="3724371" y="2005371"/>
                  </a:lnTo>
                  <a:lnTo>
                    <a:pt x="3795993" y="2026873"/>
                  </a:lnTo>
                  <a:lnTo>
                    <a:pt x="3867616" y="2047943"/>
                  </a:lnTo>
                  <a:lnTo>
                    <a:pt x="3939238" y="2068589"/>
                  </a:lnTo>
                  <a:lnTo>
                    <a:pt x="4010861" y="2088821"/>
                  </a:lnTo>
                  <a:lnTo>
                    <a:pt x="4082483" y="2108645"/>
                  </a:lnTo>
                  <a:lnTo>
                    <a:pt x="4154106" y="2128071"/>
                  </a:lnTo>
                  <a:lnTo>
                    <a:pt x="4225729" y="2147107"/>
                  </a:lnTo>
                  <a:lnTo>
                    <a:pt x="4297351" y="2165760"/>
                  </a:lnTo>
                  <a:lnTo>
                    <a:pt x="4368974" y="2184037"/>
                  </a:lnTo>
                  <a:lnTo>
                    <a:pt x="4440596" y="2201948"/>
                  </a:lnTo>
                  <a:lnTo>
                    <a:pt x="4512219" y="2219498"/>
                  </a:lnTo>
                  <a:lnTo>
                    <a:pt x="4583841" y="2236696"/>
                  </a:lnTo>
                  <a:lnTo>
                    <a:pt x="4655464" y="2244744"/>
                  </a:lnTo>
                  <a:lnTo>
                    <a:pt x="4727086" y="2243167"/>
                  </a:lnTo>
                  <a:lnTo>
                    <a:pt x="4798709" y="2241586"/>
                  </a:lnTo>
                  <a:lnTo>
                    <a:pt x="4870331" y="2240003"/>
                  </a:lnTo>
                  <a:lnTo>
                    <a:pt x="4941954" y="2238417"/>
                  </a:lnTo>
                  <a:lnTo>
                    <a:pt x="5013576" y="2236827"/>
                  </a:lnTo>
                  <a:lnTo>
                    <a:pt x="5085199" y="2235235"/>
                  </a:lnTo>
                  <a:lnTo>
                    <a:pt x="5156821" y="2233640"/>
                  </a:lnTo>
                  <a:lnTo>
                    <a:pt x="5228444" y="2232041"/>
                  </a:lnTo>
                  <a:lnTo>
                    <a:pt x="5300066" y="2230440"/>
                  </a:lnTo>
                  <a:lnTo>
                    <a:pt x="5371689" y="2228835"/>
                  </a:lnTo>
                  <a:lnTo>
                    <a:pt x="5443311" y="2227228"/>
                  </a:lnTo>
                  <a:lnTo>
                    <a:pt x="5514934" y="2225617"/>
                  </a:lnTo>
                  <a:lnTo>
                    <a:pt x="5586557" y="2224003"/>
                  </a:lnTo>
                  <a:lnTo>
                    <a:pt x="5658179" y="2222386"/>
                  </a:lnTo>
                  <a:lnTo>
                    <a:pt x="5729802" y="2220767"/>
                  </a:lnTo>
                  <a:lnTo>
                    <a:pt x="5801424" y="2219144"/>
                  </a:lnTo>
                  <a:lnTo>
                    <a:pt x="5873047" y="2217518"/>
                  </a:lnTo>
                  <a:lnTo>
                    <a:pt x="5944669" y="2215889"/>
                  </a:lnTo>
                  <a:lnTo>
                    <a:pt x="6016292" y="2214257"/>
                  </a:lnTo>
                  <a:lnTo>
                    <a:pt x="6087914" y="2212621"/>
                  </a:lnTo>
                  <a:lnTo>
                    <a:pt x="6159537" y="2210983"/>
                  </a:lnTo>
                  <a:lnTo>
                    <a:pt x="6231159" y="2209341"/>
                  </a:lnTo>
                  <a:lnTo>
                    <a:pt x="6302782" y="2207697"/>
                  </a:lnTo>
                  <a:lnTo>
                    <a:pt x="6374404" y="2206049"/>
                  </a:lnTo>
                  <a:lnTo>
                    <a:pt x="6446027" y="2204398"/>
                  </a:lnTo>
                  <a:lnTo>
                    <a:pt x="6517649" y="2202744"/>
                  </a:lnTo>
                  <a:lnTo>
                    <a:pt x="6589272" y="2201087"/>
                  </a:lnTo>
                  <a:lnTo>
                    <a:pt x="6660894" y="2199427"/>
                  </a:lnTo>
                  <a:lnTo>
                    <a:pt x="6732517" y="2197763"/>
                  </a:lnTo>
                  <a:lnTo>
                    <a:pt x="6804139" y="2196097"/>
                  </a:lnTo>
                  <a:lnTo>
                    <a:pt x="6875762" y="2194427"/>
                  </a:lnTo>
                  <a:lnTo>
                    <a:pt x="6947385" y="2192754"/>
                  </a:lnTo>
                  <a:lnTo>
                    <a:pt x="7019007" y="2191078"/>
                  </a:lnTo>
                  <a:lnTo>
                    <a:pt x="7090630" y="21893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604"/>
              <a:ext cx="7090630" cy="416836"/>
            </a:xfrm>
            <a:custGeom>
              <a:avLst/>
              <a:pathLst>
                <a:path w="7090630" h="416836">
                  <a:moveTo>
                    <a:pt x="7090630" y="416836"/>
                  </a:moveTo>
                  <a:lnTo>
                    <a:pt x="7019007" y="408388"/>
                  </a:lnTo>
                  <a:lnTo>
                    <a:pt x="6947385" y="399766"/>
                  </a:lnTo>
                  <a:lnTo>
                    <a:pt x="6875762" y="390967"/>
                  </a:lnTo>
                  <a:lnTo>
                    <a:pt x="6804139" y="381988"/>
                  </a:lnTo>
                  <a:lnTo>
                    <a:pt x="6732517" y="372825"/>
                  </a:lnTo>
                  <a:lnTo>
                    <a:pt x="6660894" y="363473"/>
                  </a:lnTo>
                  <a:lnTo>
                    <a:pt x="6589272" y="353930"/>
                  </a:lnTo>
                  <a:lnTo>
                    <a:pt x="6517649" y="344191"/>
                  </a:lnTo>
                  <a:lnTo>
                    <a:pt x="6446027" y="334252"/>
                  </a:lnTo>
                  <a:lnTo>
                    <a:pt x="6374404" y="324109"/>
                  </a:lnTo>
                  <a:lnTo>
                    <a:pt x="6302782" y="313758"/>
                  </a:lnTo>
                  <a:lnTo>
                    <a:pt x="6231159" y="303195"/>
                  </a:lnTo>
                  <a:lnTo>
                    <a:pt x="6159537" y="292415"/>
                  </a:lnTo>
                  <a:lnTo>
                    <a:pt x="6087914" y="281414"/>
                  </a:lnTo>
                  <a:lnTo>
                    <a:pt x="6016292" y="270188"/>
                  </a:lnTo>
                  <a:lnTo>
                    <a:pt x="5944669" y="258730"/>
                  </a:lnTo>
                  <a:lnTo>
                    <a:pt x="5873047" y="247038"/>
                  </a:lnTo>
                  <a:lnTo>
                    <a:pt x="5801424" y="235106"/>
                  </a:lnTo>
                  <a:lnTo>
                    <a:pt x="5729802" y="222930"/>
                  </a:lnTo>
                  <a:lnTo>
                    <a:pt x="5658179" y="210503"/>
                  </a:lnTo>
                  <a:lnTo>
                    <a:pt x="5586557" y="197821"/>
                  </a:lnTo>
                  <a:lnTo>
                    <a:pt x="5514934" y="184880"/>
                  </a:lnTo>
                  <a:lnTo>
                    <a:pt x="5443311" y="171672"/>
                  </a:lnTo>
                  <a:lnTo>
                    <a:pt x="5371689" y="158194"/>
                  </a:lnTo>
                  <a:lnTo>
                    <a:pt x="5300066" y="144440"/>
                  </a:lnTo>
                  <a:lnTo>
                    <a:pt x="5228444" y="130403"/>
                  </a:lnTo>
                  <a:lnTo>
                    <a:pt x="5156821" y="116078"/>
                  </a:lnTo>
                  <a:lnTo>
                    <a:pt x="5085199" y="101459"/>
                  </a:lnTo>
                  <a:lnTo>
                    <a:pt x="5013576" y="86540"/>
                  </a:lnTo>
                  <a:lnTo>
                    <a:pt x="4941954" y="71316"/>
                  </a:lnTo>
                  <a:lnTo>
                    <a:pt x="4870331" y="55779"/>
                  </a:lnTo>
                  <a:lnTo>
                    <a:pt x="4798709" y="39923"/>
                  </a:lnTo>
                  <a:lnTo>
                    <a:pt x="4727086" y="23742"/>
                  </a:lnTo>
                  <a:lnTo>
                    <a:pt x="4655464" y="7229"/>
                  </a:lnTo>
                  <a:lnTo>
                    <a:pt x="4583841" y="0"/>
                  </a:lnTo>
                  <a:lnTo>
                    <a:pt x="4512219" y="1571"/>
                  </a:lnTo>
                  <a:lnTo>
                    <a:pt x="4440596" y="3139"/>
                  </a:lnTo>
                  <a:lnTo>
                    <a:pt x="4368974" y="4705"/>
                  </a:lnTo>
                  <a:lnTo>
                    <a:pt x="4297351" y="6267"/>
                  </a:lnTo>
                  <a:lnTo>
                    <a:pt x="4225729" y="7827"/>
                  </a:lnTo>
                  <a:lnTo>
                    <a:pt x="4154106" y="9383"/>
                  </a:lnTo>
                  <a:lnTo>
                    <a:pt x="4082483" y="10937"/>
                  </a:lnTo>
                  <a:lnTo>
                    <a:pt x="4010861" y="12487"/>
                  </a:lnTo>
                  <a:lnTo>
                    <a:pt x="3939238" y="14035"/>
                  </a:lnTo>
                  <a:lnTo>
                    <a:pt x="3867616" y="15580"/>
                  </a:lnTo>
                  <a:lnTo>
                    <a:pt x="3795993" y="17122"/>
                  </a:lnTo>
                  <a:lnTo>
                    <a:pt x="3724371" y="18661"/>
                  </a:lnTo>
                  <a:lnTo>
                    <a:pt x="3652748" y="20196"/>
                  </a:lnTo>
                  <a:lnTo>
                    <a:pt x="3581126" y="21730"/>
                  </a:lnTo>
                  <a:lnTo>
                    <a:pt x="3509503" y="23260"/>
                  </a:lnTo>
                  <a:lnTo>
                    <a:pt x="3437881" y="24787"/>
                  </a:lnTo>
                  <a:lnTo>
                    <a:pt x="3366258" y="26311"/>
                  </a:lnTo>
                  <a:lnTo>
                    <a:pt x="3294636" y="27833"/>
                  </a:lnTo>
                  <a:lnTo>
                    <a:pt x="3223013" y="29351"/>
                  </a:lnTo>
                  <a:lnTo>
                    <a:pt x="3151391" y="30867"/>
                  </a:lnTo>
                  <a:lnTo>
                    <a:pt x="3079768" y="32380"/>
                  </a:lnTo>
                  <a:lnTo>
                    <a:pt x="3008146" y="33890"/>
                  </a:lnTo>
                  <a:lnTo>
                    <a:pt x="2936523" y="35397"/>
                  </a:lnTo>
                  <a:lnTo>
                    <a:pt x="2864901" y="36901"/>
                  </a:lnTo>
                  <a:lnTo>
                    <a:pt x="2793278" y="38403"/>
                  </a:lnTo>
                  <a:lnTo>
                    <a:pt x="2721655" y="39901"/>
                  </a:lnTo>
                  <a:lnTo>
                    <a:pt x="2650033" y="41397"/>
                  </a:lnTo>
                  <a:lnTo>
                    <a:pt x="2578410" y="42890"/>
                  </a:lnTo>
                  <a:lnTo>
                    <a:pt x="2506788" y="44380"/>
                  </a:lnTo>
                  <a:lnTo>
                    <a:pt x="2435165" y="45867"/>
                  </a:lnTo>
                  <a:lnTo>
                    <a:pt x="2363543" y="47351"/>
                  </a:lnTo>
                  <a:lnTo>
                    <a:pt x="2291920" y="48833"/>
                  </a:lnTo>
                  <a:lnTo>
                    <a:pt x="2220298" y="50312"/>
                  </a:lnTo>
                  <a:lnTo>
                    <a:pt x="2148675" y="51788"/>
                  </a:lnTo>
                  <a:lnTo>
                    <a:pt x="2077053" y="53261"/>
                  </a:lnTo>
                  <a:lnTo>
                    <a:pt x="2005430" y="54731"/>
                  </a:lnTo>
                  <a:lnTo>
                    <a:pt x="1933808" y="56199"/>
                  </a:lnTo>
                  <a:lnTo>
                    <a:pt x="1862185" y="57664"/>
                  </a:lnTo>
                  <a:lnTo>
                    <a:pt x="1790563" y="59126"/>
                  </a:lnTo>
                  <a:lnTo>
                    <a:pt x="1718940" y="60585"/>
                  </a:lnTo>
                  <a:lnTo>
                    <a:pt x="1647318" y="62041"/>
                  </a:lnTo>
                  <a:lnTo>
                    <a:pt x="1575695" y="63495"/>
                  </a:lnTo>
                  <a:lnTo>
                    <a:pt x="1504073" y="64946"/>
                  </a:lnTo>
                  <a:lnTo>
                    <a:pt x="1432450" y="66394"/>
                  </a:lnTo>
                  <a:lnTo>
                    <a:pt x="1360827" y="67840"/>
                  </a:lnTo>
                  <a:lnTo>
                    <a:pt x="1289205" y="69282"/>
                  </a:lnTo>
                  <a:lnTo>
                    <a:pt x="1217582" y="70722"/>
                  </a:lnTo>
                  <a:lnTo>
                    <a:pt x="1145960" y="72160"/>
                  </a:lnTo>
                  <a:lnTo>
                    <a:pt x="1074337" y="73594"/>
                  </a:lnTo>
                  <a:lnTo>
                    <a:pt x="1002715" y="75026"/>
                  </a:lnTo>
                  <a:lnTo>
                    <a:pt x="931092" y="76455"/>
                  </a:lnTo>
                  <a:lnTo>
                    <a:pt x="859470" y="77882"/>
                  </a:lnTo>
                  <a:lnTo>
                    <a:pt x="787847" y="79305"/>
                  </a:lnTo>
                  <a:lnTo>
                    <a:pt x="716225" y="80726"/>
                  </a:lnTo>
                  <a:lnTo>
                    <a:pt x="644602" y="82144"/>
                  </a:lnTo>
                  <a:lnTo>
                    <a:pt x="572980" y="83560"/>
                  </a:lnTo>
                  <a:lnTo>
                    <a:pt x="501357" y="84973"/>
                  </a:lnTo>
                  <a:lnTo>
                    <a:pt x="429735" y="86383"/>
                  </a:lnTo>
                  <a:lnTo>
                    <a:pt x="358112" y="87791"/>
                  </a:lnTo>
                  <a:lnTo>
                    <a:pt x="286490" y="89196"/>
                  </a:lnTo>
                  <a:lnTo>
                    <a:pt x="214867" y="90598"/>
                  </a:lnTo>
                  <a:lnTo>
                    <a:pt x="143245" y="91997"/>
                  </a:lnTo>
                  <a:lnTo>
                    <a:pt x="71622" y="93394"/>
                  </a:lnTo>
                  <a:lnTo>
                    <a:pt x="0" y="94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55057"/>
              <a:ext cx="7090630" cy="898302"/>
            </a:xfrm>
            <a:custGeom>
              <a:avLst/>
              <a:pathLst>
                <a:path w="7090630" h="898302">
                  <a:moveTo>
                    <a:pt x="0" y="0"/>
                  </a:moveTo>
                  <a:lnTo>
                    <a:pt x="71622" y="13764"/>
                  </a:lnTo>
                  <a:lnTo>
                    <a:pt x="143245" y="27402"/>
                  </a:lnTo>
                  <a:lnTo>
                    <a:pt x="214867" y="40915"/>
                  </a:lnTo>
                  <a:lnTo>
                    <a:pt x="286490" y="54304"/>
                  </a:lnTo>
                  <a:lnTo>
                    <a:pt x="358112" y="67571"/>
                  </a:lnTo>
                  <a:lnTo>
                    <a:pt x="429735" y="80716"/>
                  </a:lnTo>
                  <a:lnTo>
                    <a:pt x="501357" y="93740"/>
                  </a:lnTo>
                  <a:lnTo>
                    <a:pt x="572980" y="106645"/>
                  </a:lnTo>
                  <a:lnTo>
                    <a:pt x="644602" y="119432"/>
                  </a:lnTo>
                  <a:lnTo>
                    <a:pt x="716225" y="132102"/>
                  </a:lnTo>
                  <a:lnTo>
                    <a:pt x="787847" y="144656"/>
                  </a:lnTo>
                  <a:lnTo>
                    <a:pt x="859470" y="157094"/>
                  </a:lnTo>
                  <a:lnTo>
                    <a:pt x="931092" y="169419"/>
                  </a:lnTo>
                  <a:lnTo>
                    <a:pt x="1002715" y="181631"/>
                  </a:lnTo>
                  <a:lnTo>
                    <a:pt x="1074337" y="193731"/>
                  </a:lnTo>
                  <a:lnTo>
                    <a:pt x="1145960" y="205720"/>
                  </a:lnTo>
                  <a:lnTo>
                    <a:pt x="1217582" y="217599"/>
                  </a:lnTo>
                  <a:lnTo>
                    <a:pt x="1289205" y="229369"/>
                  </a:lnTo>
                  <a:lnTo>
                    <a:pt x="1360827" y="241032"/>
                  </a:lnTo>
                  <a:lnTo>
                    <a:pt x="1432450" y="252588"/>
                  </a:lnTo>
                  <a:lnTo>
                    <a:pt x="1504073" y="264037"/>
                  </a:lnTo>
                  <a:lnTo>
                    <a:pt x="1575695" y="275382"/>
                  </a:lnTo>
                  <a:lnTo>
                    <a:pt x="1647318" y="286623"/>
                  </a:lnTo>
                  <a:lnTo>
                    <a:pt x="1718940" y="297761"/>
                  </a:lnTo>
                  <a:lnTo>
                    <a:pt x="1790563" y="308797"/>
                  </a:lnTo>
                  <a:lnTo>
                    <a:pt x="1862185" y="319731"/>
                  </a:lnTo>
                  <a:lnTo>
                    <a:pt x="1933808" y="330566"/>
                  </a:lnTo>
                  <a:lnTo>
                    <a:pt x="2005430" y="341301"/>
                  </a:lnTo>
                  <a:lnTo>
                    <a:pt x="2077053" y="351938"/>
                  </a:lnTo>
                  <a:lnTo>
                    <a:pt x="2148675" y="362478"/>
                  </a:lnTo>
                  <a:lnTo>
                    <a:pt x="2220298" y="372920"/>
                  </a:lnTo>
                  <a:lnTo>
                    <a:pt x="2291920" y="383268"/>
                  </a:lnTo>
                  <a:lnTo>
                    <a:pt x="2363543" y="393520"/>
                  </a:lnTo>
                  <a:lnTo>
                    <a:pt x="2435165" y="403678"/>
                  </a:lnTo>
                  <a:lnTo>
                    <a:pt x="2506788" y="413744"/>
                  </a:lnTo>
                  <a:lnTo>
                    <a:pt x="2578410" y="423717"/>
                  </a:lnTo>
                  <a:lnTo>
                    <a:pt x="2650033" y="433599"/>
                  </a:lnTo>
                  <a:lnTo>
                    <a:pt x="2721655" y="443390"/>
                  </a:lnTo>
                  <a:lnTo>
                    <a:pt x="2793278" y="453091"/>
                  </a:lnTo>
                  <a:lnTo>
                    <a:pt x="2864901" y="462704"/>
                  </a:lnTo>
                  <a:lnTo>
                    <a:pt x="2936523" y="472228"/>
                  </a:lnTo>
                  <a:lnTo>
                    <a:pt x="3008146" y="481666"/>
                  </a:lnTo>
                  <a:lnTo>
                    <a:pt x="3079768" y="491016"/>
                  </a:lnTo>
                  <a:lnTo>
                    <a:pt x="3151391" y="500282"/>
                  </a:lnTo>
                  <a:lnTo>
                    <a:pt x="3223013" y="509462"/>
                  </a:lnTo>
                  <a:lnTo>
                    <a:pt x="3294636" y="518558"/>
                  </a:lnTo>
                  <a:lnTo>
                    <a:pt x="3366258" y="527571"/>
                  </a:lnTo>
                  <a:lnTo>
                    <a:pt x="3437881" y="536501"/>
                  </a:lnTo>
                  <a:lnTo>
                    <a:pt x="3509503" y="545349"/>
                  </a:lnTo>
                  <a:lnTo>
                    <a:pt x="3581126" y="554116"/>
                  </a:lnTo>
                  <a:lnTo>
                    <a:pt x="3652748" y="562803"/>
                  </a:lnTo>
                  <a:lnTo>
                    <a:pt x="3724371" y="571411"/>
                  </a:lnTo>
                  <a:lnTo>
                    <a:pt x="3795993" y="579939"/>
                  </a:lnTo>
                  <a:lnTo>
                    <a:pt x="3867616" y="588389"/>
                  </a:lnTo>
                  <a:lnTo>
                    <a:pt x="3939238" y="596762"/>
                  </a:lnTo>
                  <a:lnTo>
                    <a:pt x="4010861" y="605058"/>
                  </a:lnTo>
                  <a:lnTo>
                    <a:pt x="4082483" y="613279"/>
                  </a:lnTo>
                  <a:lnTo>
                    <a:pt x="4154106" y="621423"/>
                  </a:lnTo>
                  <a:lnTo>
                    <a:pt x="4225729" y="629494"/>
                  </a:lnTo>
                  <a:lnTo>
                    <a:pt x="4297351" y="637490"/>
                  </a:lnTo>
                  <a:lnTo>
                    <a:pt x="4368974" y="645413"/>
                  </a:lnTo>
                  <a:lnTo>
                    <a:pt x="4440596" y="653263"/>
                  </a:lnTo>
                  <a:lnTo>
                    <a:pt x="4512219" y="661042"/>
                  </a:lnTo>
                  <a:lnTo>
                    <a:pt x="4583841" y="668749"/>
                  </a:lnTo>
                  <a:lnTo>
                    <a:pt x="4655464" y="676386"/>
                  </a:lnTo>
                  <a:lnTo>
                    <a:pt x="4727086" y="683952"/>
                  </a:lnTo>
                  <a:lnTo>
                    <a:pt x="4798709" y="691449"/>
                  </a:lnTo>
                  <a:lnTo>
                    <a:pt x="4870331" y="698878"/>
                  </a:lnTo>
                  <a:lnTo>
                    <a:pt x="4941954" y="706239"/>
                  </a:lnTo>
                  <a:lnTo>
                    <a:pt x="5013576" y="713532"/>
                  </a:lnTo>
                  <a:lnTo>
                    <a:pt x="5085199" y="720758"/>
                  </a:lnTo>
                  <a:lnTo>
                    <a:pt x="5156821" y="727918"/>
                  </a:lnTo>
                  <a:lnTo>
                    <a:pt x="5228444" y="735012"/>
                  </a:lnTo>
                  <a:lnTo>
                    <a:pt x="5300066" y="742042"/>
                  </a:lnTo>
                  <a:lnTo>
                    <a:pt x="5371689" y="749007"/>
                  </a:lnTo>
                  <a:lnTo>
                    <a:pt x="5443311" y="755908"/>
                  </a:lnTo>
                  <a:lnTo>
                    <a:pt x="5514934" y="762746"/>
                  </a:lnTo>
                  <a:lnTo>
                    <a:pt x="5586557" y="769521"/>
                  </a:lnTo>
                  <a:lnTo>
                    <a:pt x="5658179" y="776235"/>
                  </a:lnTo>
                  <a:lnTo>
                    <a:pt x="5729802" y="782886"/>
                  </a:lnTo>
                  <a:lnTo>
                    <a:pt x="5801424" y="789477"/>
                  </a:lnTo>
                  <a:lnTo>
                    <a:pt x="5873047" y="796007"/>
                  </a:lnTo>
                  <a:lnTo>
                    <a:pt x="5944669" y="802478"/>
                  </a:lnTo>
                  <a:lnTo>
                    <a:pt x="6016292" y="808889"/>
                  </a:lnTo>
                  <a:lnTo>
                    <a:pt x="6087914" y="815242"/>
                  </a:lnTo>
                  <a:lnTo>
                    <a:pt x="6159537" y="821536"/>
                  </a:lnTo>
                  <a:lnTo>
                    <a:pt x="6231159" y="827773"/>
                  </a:lnTo>
                  <a:lnTo>
                    <a:pt x="6302782" y="833952"/>
                  </a:lnTo>
                  <a:lnTo>
                    <a:pt x="6374404" y="840075"/>
                  </a:lnTo>
                  <a:lnTo>
                    <a:pt x="6446027" y="846142"/>
                  </a:lnTo>
                  <a:lnTo>
                    <a:pt x="6517649" y="852153"/>
                  </a:lnTo>
                  <a:lnTo>
                    <a:pt x="6589272" y="858109"/>
                  </a:lnTo>
                  <a:lnTo>
                    <a:pt x="6660894" y="864011"/>
                  </a:lnTo>
                  <a:lnTo>
                    <a:pt x="6732517" y="869858"/>
                  </a:lnTo>
                  <a:lnTo>
                    <a:pt x="6804139" y="875652"/>
                  </a:lnTo>
                  <a:lnTo>
                    <a:pt x="6875762" y="881393"/>
                  </a:lnTo>
                  <a:lnTo>
                    <a:pt x="6947385" y="887081"/>
                  </a:lnTo>
                  <a:lnTo>
                    <a:pt x="7019007" y="892717"/>
                  </a:lnTo>
                  <a:lnTo>
                    <a:pt x="7090630" y="8983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(0.97-1.33), p_Bonf = 0.625 (n = 6)  |  per IQR decline (Δ = 21.9): 1.33 (0.94-1.87)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2026-10-09T15:07:18Z</dcterms:modified>
  <cp:category/>
</cp:coreProperties>
</file>