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573495"/>
              <a:ext cx="7090630" cy="2566926"/>
            </a:xfrm>
            <a:custGeom>
              <a:avLst/>
              <a:pathLst>
                <a:path w="7090630" h="2566926">
                  <a:moveTo>
                    <a:pt x="0" y="0"/>
                  </a:moveTo>
                  <a:lnTo>
                    <a:pt x="71622" y="58735"/>
                  </a:lnTo>
                  <a:lnTo>
                    <a:pt x="143245" y="116315"/>
                  </a:lnTo>
                  <a:lnTo>
                    <a:pt x="214867" y="172760"/>
                  </a:lnTo>
                  <a:lnTo>
                    <a:pt x="286490" y="228095"/>
                  </a:lnTo>
                  <a:lnTo>
                    <a:pt x="358112" y="282341"/>
                  </a:lnTo>
                  <a:lnTo>
                    <a:pt x="429735" y="335518"/>
                  </a:lnTo>
                  <a:lnTo>
                    <a:pt x="501357" y="387649"/>
                  </a:lnTo>
                  <a:lnTo>
                    <a:pt x="572980" y="438754"/>
                  </a:lnTo>
                  <a:lnTo>
                    <a:pt x="644602" y="488853"/>
                  </a:lnTo>
                  <a:lnTo>
                    <a:pt x="716225" y="537965"/>
                  </a:lnTo>
                  <a:lnTo>
                    <a:pt x="787847" y="586111"/>
                  </a:lnTo>
                  <a:lnTo>
                    <a:pt x="859470" y="633309"/>
                  </a:lnTo>
                  <a:lnTo>
                    <a:pt x="931092" y="679578"/>
                  </a:lnTo>
                  <a:lnTo>
                    <a:pt x="1002715" y="724936"/>
                  </a:lnTo>
                  <a:lnTo>
                    <a:pt x="1074337" y="769401"/>
                  </a:lnTo>
                  <a:lnTo>
                    <a:pt x="1145960" y="812991"/>
                  </a:lnTo>
                  <a:lnTo>
                    <a:pt x="1217582" y="855722"/>
                  </a:lnTo>
                  <a:lnTo>
                    <a:pt x="1289205" y="897613"/>
                  </a:lnTo>
                  <a:lnTo>
                    <a:pt x="1360827" y="938679"/>
                  </a:lnTo>
                  <a:lnTo>
                    <a:pt x="1432450" y="978937"/>
                  </a:lnTo>
                  <a:lnTo>
                    <a:pt x="1504073" y="1018402"/>
                  </a:lnTo>
                  <a:lnTo>
                    <a:pt x="1575695" y="1057090"/>
                  </a:lnTo>
                  <a:lnTo>
                    <a:pt x="1647318" y="1095017"/>
                  </a:lnTo>
                  <a:lnTo>
                    <a:pt x="1718940" y="1132197"/>
                  </a:lnTo>
                  <a:lnTo>
                    <a:pt x="1790563" y="1168645"/>
                  </a:lnTo>
                  <a:lnTo>
                    <a:pt x="1862185" y="1204375"/>
                  </a:lnTo>
                  <a:lnTo>
                    <a:pt x="1933808" y="1239403"/>
                  </a:lnTo>
                  <a:lnTo>
                    <a:pt x="2005430" y="1273741"/>
                  </a:lnTo>
                  <a:lnTo>
                    <a:pt x="2077053" y="1307402"/>
                  </a:lnTo>
                  <a:lnTo>
                    <a:pt x="2148675" y="1340402"/>
                  </a:lnTo>
                  <a:lnTo>
                    <a:pt x="2220298" y="1372751"/>
                  </a:lnTo>
                  <a:lnTo>
                    <a:pt x="2291920" y="1404464"/>
                  </a:lnTo>
                  <a:lnTo>
                    <a:pt x="2363543" y="1435553"/>
                  </a:lnTo>
                  <a:lnTo>
                    <a:pt x="2435165" y="1466029"/>
                  </a:lnTo>
                  <a:lnTo>
                    <a:pt x="2506788" y="1495906"/>
                  </a:lnTo>
                  <a:lnTo>
                    <a:pt x="2578410" y="1525194"/>
                  </a:lnTo>
                  <a:lnTo>
                    <a:pt x="2650033" y="1553906"/>
                  </a:lnTo>
                  <a:lnTo>
                    <a:pt x="2721655" y="1582053"/>
                  </a:lnTo>
                  <a:lnTo>
                    <a:pt x="2793278" y="1609646"/>
                  </a:lnTo>
                  <a:lnTo>
                    <a:pt x="2864901" y="1636695"/>
                  </a:lnTo>
                  <a:lnTo>
                    <a:pt x="2936523" y="1663212"/>
                  </a:lnTo>
                  <a:lnTo>
                    <a:pt x="3008146" y="1689207"/>
                  </a:lnTo>
                  <a:lnTo>
                    <a:pt x="3079768" y="1714690"/>
                  </a:lnTo>
                  <a:lnTo>
                    <a:pt x="3151391" y="1739672"/>
                  </a:lnTo>
                  <a:lnTo>
                    <a:pt x="3223013" y="1764162"/>
                  </a:lnTo>
                  <a:lnTo>
                    <a:pt x="3294636" y="1788170"/>
                  </a:lnTo>
                  <a:lnTo>
                    <a:pt x="3366258" y="1811705"/>
                  </a:lnTo>
                  <a:lnTo>
                    <a:pt x="3437881" y="1834777"/>
                  </a:lnTo>
                  <a:lnTo>
                    <a:pt x="3509503" y="1857395"/>
                  </a:lnTo>
                  <a:lnTo>
                    <a:pt x="3581126" y="1879567"/>
                  </a:lnTo>
                  <a:lnTo>
                    <a:pt x="3652748" y="1901303"/>
                  </a:lnTo>
                  <a:lnTo>
                    <a:pt x="3724371" y="1922612"/>
                  </a:lnTo>
                  <a:lnTo>
                    <a:pt x="3795993" y="1943500"/>
                  </a:lnTo>
                  <a:lnTo>
                    <a:pt x="3867616" y="1963978"/>
                  </a:lnTo>
                  <a:lnTo>
                    <a:pt x="3939238" y="1984052"/>
                  </a:lnTo>
                  <a:lnTo>
                    <a:pt x="4010861" y="2003732"/>
                  </a:lnTo>
                  <a:lnTo>
                    <a:pt x="4082483" y="2023023"/>
                  </a:lnTo>
                  <a:lnTo>
                    <a:pt x="4154106" y="2041936"/>
                  </a:lnTo>
                  <a:lnTo>
                    <a:pt x="4225729" y="2060475"/>
                  </a:lnTo>
                  <a:lnTo>
                    <a:pt x="4297351" y="2078650"/>
                  </a:lnTo>
                  <a:lnTo>
                    <a:pt x="4368974" y="2096467"/>
                  </a:lnTo>
                  <a:lnTo>
                    <a:pt x="4440596" y="2113934"/>
                  </a:lnTo>
                  <a:lnTo>
                    <a:pt x="4512219" y="2131056"/>
                  </a:lnTo>
                  <a:lnTo>
                    <a:pt x="4583841" y="2147842"/>
                  </a:lnTo>
                  <a:lnTo>
                    <a:pt x="4655464" y="2153118"/>
                  </a:lnTo>
                  <a:lnTo>
                    <a:pt x="4727086" y="2151195"/>
                  </a:lnTo>
                  <a:lnTo>
                    <a:pt x="4798709" y="2149267"/>
                  </a:lnTo>
                  <a:lnTo>
                    <a:pt x="4870331" y="2147334"/>
                  </a:lnTo>
                  <a:lnTo>
                    <a:pt x="4941954" y="2145397"/>
                  </a:lnTo>
                  <a:lnTo>
                    <a:pt x="5013576" y="2143456"/>
                  </a:lnTo>
                  <a:lnTo>
                    <a:pt x="5085199" y="2141510"/>
                  </a:lnTo>
                  <a:lnTo>
                    <a:pt x="5156821" y="2139560"/>
                  </a:lnTo>
                  <a:lnTo>
                    <a:pt x="5228444" y="2137605"/>
                  </a:lnTo>
                  <a:lnTo>
                    <a:pt x="5300066" y="2135646"/>
                  </a:lnTo>
                  <a:lnTo>
                    <a:pt x="5371689" y="2133682"/>
                  </a:lnTo>
                  <a:lnTo>
                    <a:pt x="5443311" y="2131713"/>
                  </a:lnTo>
                  <a:lnTo>
                    <a:pt x="5514934" y="2129740"/>
                  </a:lnTo>
                  <a:lnTo>
                    <a:pt x="5586557" y="2127763"/>
                  </a:lnTo>
                  <a:lnTo>
                    <a:pt x="5658179" y="2125780"/>
                  </a:lnTo>
                  <a:lnTo>
                    <a:pt x="5729802" y="2123794"/>
                  </a:lnTo>
                  <a:lnTo>
                    <a:pt x="5801424" y="2121802"/>
                  </a:lnTo>
                  <a:lnTo>
                    <a:pt x="5873047" y="2119806"/>
                  </a:lnTo>
                  <a:lnTo>
                    <a:pt x="5944669" y="2117806"/>
                  </a:lnTo>
                  <a:lnTo>
                    <a:pt x="6016292" y="2115801"/>
                  </a:lnTo>
                  <a:lnTo>
                    <a:pt x="6087914" y="2113791"/>
                  </a:lnTo>
                  <a:lnTo>
                    <a:pt x="6159537" y="2111776"/>
                  </a:lnTo>
                  <a:lnTo>
                    <a:pt x="6231159" y="2109757"/>
                  </a:lnTo>
                  <a:lnTo>
                    <a:pt x="6302782" y="2107733"/>
                  </a:lnTo>
                  <a:lnTo>
                    <a:pt x="6374404" y="2105705"/>
                  </a:lnTo>
                  <a:lnTo>
                    <a:pt x="6446027" y="2103671"/>
                  </a:lnTo>
                  <a:lnTo>
                    <a:pt x="6517649" y="2101633"/>
                  </a:lnTo>
                  <a:lnTo>
                    <a:pt x="6589272" y="2099591"/>
                  </a:lnTo>
                  <a:lnTo>
                    <a:pt x="6660894" y="2097543"/>
                  </a:lnTo>
                  <a:lnTo>
                    <a:pt x="6732517" y="2095491"/>
                  </a:lnTo>
                  <a:lnTo>
                    <a:pt x="6804139" y="2093434"/>
                  </a:lnTo>
                  <a:lnTo>
                    <a:pt x="6875762" y="2091372"/>
                  </a:lnTo>
                  <a:lnTo>
                    <a:pt x="6947385" y="2089306"/>
                  </a:lnTo>
                  <a:lnTo>
                    <a:pt x="7019007" y="2087235"/>
                  </a:lnTo>
                  <a:lnTo>
                    <a:pt x="7090630" y="2085159"/>
                  </a:lnTo>
                  <a:lnTo>
                    <a:pt x="7090630" y="2566926"/>
                  </a:lnTo>
                  <a:lnTo>
                    <a:pt x="7019007" y="2558556"/>
                  </a:lnTo>
                  <a:lnTo>
                    <a:pt x="6947385" y="2550018"/>
                  </a:lnTo>
                  <a:lnTo>
                    <a:pt x="6875762" y="2541309"/>
                  </a:lnTo>
                  <a:lnTo>
                    <a:pt x="6804139" y="2532424"/>
                  </a:lnTo>
                  <a:lnTo>
                    <a:pt x="6732517" y="2523361"/>
                  </a:lnTo>
                  <a:lnTo>
                    <a:pt x="6660894" y="2514116"/>
                  </a:lnTo>
                  <a:lnTo>
                    <a:pt x="6589272" y="2504686"/>
                  </a:lnTo>
                  <a:lnTo>
                    <a:pt x="6517649" y="2495066"/>
                  </a:lnTo>
                  <a:lnTo>
                    <a:pt x="6446027" y="2485253"/>
                  </a:lnTo>
                  <a:lnTo>
                    <a:pt x="6374404" y="2475243"/>
                  </a:lnTo>
                  <a:lnTo>
                    <a:pt x="6302782" y="2465032"/>
                  </a:lnTo>
                  <a:lnTo>
                    <a:pt x="6231159" y="2454616"/>
                  </a:lnTo>
                  <a:lnTo>
                    <a:pt x="6159537" y="2443990"/>
                  </a:lnTo>
                  <a:lnTo>
                    <a:pt x="6087914" y="2433152"/>
                  </a:lnTo>
                  <a:lnTo>
                    <a:pt x="6016292" y="2422095"/>
                  </a:lnTo>
                  <a:lnTo>
                    <a:pt x="5944669" y="2410817"/>
                  </a:lnTo>
                  <a:lnTo>
                    <a:pt x="5873047" y="2399312"/>
                  </a:lnTo>
                  <a:lnTo>
                    <a:pt x="5801424" y="2387576"/>
                  </a:lnTo>
                  <a:lnTo>
                    <a:pt x="5729802" y="2375605"/>
                  </a:lnTo>
                  <a:lnTo>
                    <a:pt x="5658179" y="2363393"/>
                  </a:lnTo>
                  <a:lnTo>
                    <a:pt x="5586557" y="2350936"/>
                  </a:lnTo>
                  <a:lnTo>
                    <a:pt x="5514934" y="2338229"/>
                  </a:lnTo>
                  <a:lnTo>
                    <a:pt x="5443311" y="2325266"/>
                  </a:lnTo>
                  <a:lnTo>
                    <a:pt x="5371689" y="2312043"/>
                  </a:lnTo>
                  <a:lnTo>
                    <a:pt x="5300066" y="2298555"/>
                  </a:lnTo>
                  <a:lnTo>
                    <a:pt x="5228444" y="2284796"/>
                  </a:lnTo>
                  <a:lnTo>
                    <a:pt x="5156821" y="2270761"/>
                  </a:lnTo>
                  <a:lnTo>
                    <a:pt x="5085199" y="2256444"/>
                  </a:lnTo>
                  <a:lnTo>
                    <a:pt x="5013576" y="2241839"/>
                  </a:lnTo>
                  <a:lnTo>
                    <a:pt x="4941954" y="2226941"/>
                  </a:lnTo>
                  <a:lnTo>
                    <a:pt x="4870331" y="2211744"/>
                  </a:lnTo>
                  <a:lnTo>
                    <a:pt x="4798709" y="2196241"/>
                  </a:lnTo>
                  <a:lnTo>
                    <a:pt x="4727086" y="2180428"/>
                  </a:lnTo>
                  <a:lnTo>
                    <a:pt x="4655464" y="2164297"/>
                  </a:lnTo>
                  <a:lnTo>
                    <a:pt x="4583841" y="2155037"/>
                  </a:lnTo>
                  <a:lnTo>
                    <a:pt x="4512219" y="2156952"/>
                  </a:lnTo>
                  <a:lnTo>
                    <a:pt x="4440596" y="2158862"/>
                  </a:lnTo>
                  <a:lnTo>
                    <a:pt x="4368974" y="2160768"/>
                  </a:lnTo>
                  <a:lnTo>
                    <a:pt x="4297351" y="2162669"/>
                  </a:lnTo>
                  <a:lnTo>
                    <a:pt x="4225729" y="2164566"/>
                  </a:lnTo>
                  <a:lnTo>
                    <a:pt x="4154106" y="2166458"/>
                  </a:lnTo>
                  <a:lnTo>
                    <a:pt x="4082483" y="2168347"/>
                  </a:lnTo>
                  <a:lnTo>
                    <a:pt x="4010861" y="2170231"/>
                  </a:lnTo>
                  <a:lnTo>
                    <a:pt x="3939238" y="2172110"/>
                  </a:lnTo>
                  <a:lnTo>
                    <a:pt x="3867616" y="2173985"/>
                  </a:lnTo>
                  <a:lnTo>
                    <a:pt x="3795993" y="2175856"/>
                  </a:lnTo>
                  <a:lnTo>
                    <a:pt x="3724371" y="2177722"/>
                  </a:lnTo>
                  <a:lnTo>
                    <a:pt x="3652748" y="2179585"/>
                  </a:lnTo>
                  <a:lnTo>
                    <a:pt x="3581126" y="2181442"/>
                  </a:lnTo>
                  <a:lnTo>
                    <a:pt x="3509503" y="2183296"/>
                  </a:lnTo>
                  <a:lnTo>
                    <a:pt x="3437881" y="2185145"/>
                  </a:lnTo>
                  <a:lnTo>
                    <a:pt x="3366258" y="2186990"/>
                  </a:lnTo>
                  <a:lnTo>
                    <a:pt x="3294636" y="2188831"/>
                  </a:lnTo>
                  <a:lnTo>
                    <a:pt x="3223013" y="2190668"/>
                  </a:lnTo>
                  <a:lnTo>
                    <a:pt x="3151391" y="2192500"/>
                  </a:lnTo>
                  <a:lnTo>
                    <a:pt x="3079768" y="2194328"/>
                  </a:lnTo>
                  <a:lnTo>
                    <a:pt x="3008146" y="2196152"/>
                  </a:lnTo>
                  <a:lnTo>
                    <a:pt x="2936523" y="2197971"/>
                  </a:lnTo>
                  <a:lnTo>
                    <a:pt x="2864901" y="2199787"/>
                  </a:lnTo>
                  <a:lnTo>
                    <a:pt x="2793278" y="2201598"/>
                  </a:lnTo>
                  <a:lnTo>
                    <a:pt x="2721655" y="2203405"/>
                  </a:lnTo>
                  <a:lnTo>
                    <a:pt x="2650033" y="2205208"/>
                  </a:lnTo>
                  <a:lnTo>
                    <a:pt x="2578410" y="2207007"/>
                  </a:lnTo>
                  <a:lnTo>
                    <a:pt x="2506788" y="2208801"/>
                  </a:lnTo>
                  <a:lnTo>
                    <a:pt x="2435165" y="2210591"/>
                  </a:lnTo>
                  <a:lnTo>
                    <a:pt x="2363543" y="2212378"/>
                  </a:lnTo>
                  <a:lnTo>
                    <a:pt x="2291920" y="2214160"/>
                  </a:lnTo>
                  <a:lnTo>
                    <a:pt x="2220298" y="2215938"/>
                  </a:lnTo>
                  <a:lnTo>
                    <a:pt x="2148675" y="2217712"/>
                  </a:lnTo>
                  <a:lnTo>
                    <a:pt x="2077053" y="2219481"/>
                  </a:lnTo>
                  <a:lnTo>
                    <a:pt x="2005430" y="2221247"/>
                  </a:lnTo>
                  <a:lnTo>
                    <a:pt x="1933808" y="2223009"/>
                  </a:lnTo>
                  <a:lnTo>
                    <a:pt x="1862185" y="2224766"/>
                  </a:lnTo>
                  <a:lnTo>
                    <a:pt x="1790563" y="2226520"/>
                  </a:lnTo>
                  <a:lnTo>
                    <a:pt x="1718940" y="2228269"/>
                  </a:lnTo>
                  <a:lnTo>
                    <a:pt x="1647318" y="2230015"/>
                  </a:lnTo>
                  <a:lnTo>
                    <a:pt x="1575695" y="2231756"/>
                  </a:lnTo>
                  <a:lnTo>
                    <a:pt x="1504073" y="2233493"/>
                  </a:lnTo>
                  <a:lnTo>
                    <a:pt x="1432450" y="2235227"/>
                  </a:lnTo>
                  <a:lnTo>
                    <a:pt x="1360827" y="2236956"/>
                  </a:lnTo>
                  <a:lnTo>
                    <a:pt x="1289205" y="2238681"/>
                  </a:lnTo>
                  <a:lnTo>
                    <a:pt x="1217582" y="2240403"/>
                  </a:lnTo>
                  <a:lnTo>
                    <a:pt x="1145960" y="2242120"/>
                  </a:lnTo>
                  <a:lnTo>
                    <a:pt x="1074337" y="2243833"/>
                  </a:lnTo>
                  <a:lnTo>
                    <a:pt x="1002715" y="2245543"/>
                  </a:lnTo>
                  <a:lnTo>
                    <a:pt x="931092" y="2247248"/>
                  </a:lnTo>
                  <a:lnTo>
                    <a:pt x="859470" y="2248950"/>
                  </a:lnTo>
                  <a:lnTo>
                    <a:pt x="787847" y="2250648"/>
                  </a:lnTo>
                  <a:lnTo>
                    <a:pt x="716225" y="2252341"/>
                  </a:lnTo>
                  <a:lnTo>
                    <a:pt x="644602" y="2254031"/>
                  </a:lnTo>
                  <a:lnTo>
                    <a:pt x="572980" y="2255717"/>
                  </a:lnTo>
                  <a:lnTo>
                    <a:pt x="501357" y="2257399"/>
                  </a:lnTo>
                  <a:lnTo>
                    <a:pt x="429735" y="2259077"/>
                  </a:lnTo>
                  <a:lnTo>
                    <a:pt x="358112" y="2260751"/>
                  </a:lnTo>
                  <a:lnTo>
                    <a:pt x="286490" y="2262422"/>
                  </a:lnTo>
                  <a:lnTo>
                    <a:pt x="214867" y="2264088"/>
                  </a:lnTo>
                  <a:lnTo>
                    <a:pt x="143245" y="2265751"/>
                  </a:lnTo>
                  <a:lnTo>
                    <a:pt x="71622" y="2267410"/>
                  </a:lnTo>
                  <a:lnTo>
                    <a:pt x="0" y="22690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573495"/>
              <a:ext cx="7090630" cy="2153118"/>
            </a:xfrm>
            <a:custGeom>
              <a:avLst/>
              <a:pathLst>
                <a:path w="7090630" h="2153118">
                  <a:moveTo>
                    <a:pt x="0" y="0"/>
                  </a:moveTo>
                  <a:lnTo>
                    <a:pt x="71622" y="58735"/>
                  </a:lnTo>
                  <a:lnTo>
                    <a:pt x="143245" y="116315"/>
                  </a:lnTo>
                  <a:lnTo>
                    <a:pt x="214867" y="172760"/>
                  </a:lnTo>
                  <a:lnTo>
                    <a:pt x="286490" y="228095"/>
                  </a:lnTo>
                  <a:lnTo>
                    <a:pt x="358112" y="282341"/>
                  </a:lnTo>
                  <a:lnTo>
                    <a:pt x="429735" y="335518"/>
                  </a:lnTo>
                  <a:lnTo>
                    <a:pt x="501357" y="387649"/>
                  </a:lnTo>
                  <a:lnTo>
                    <a:pt x="572980" y="438754"/>
                  </a:lnTo>
                  <a:lnTo>
                    <a:pt x="644602" y="488853"/>
                  </a:lnTo>
                  <a:lnTo>
                    <a:pt x="716225" y="537965"/>
                  </a:lnTo>
                  <a:lnTo>
                    <a:pt x="787847" y="586111"/>
                  </a:lnTo>
                  <a:lnTo>
                    <a:pt x="859470" y="633309"/>
                  </a:lnTo>
                  <a:lnTo>
                    <a:pt x="931092" y="679578"/>
                  </a:lnTo>
                  <a:lnTo>
                    <a:pt x="1002715" y="724936"/>
                  </a:lnTo>
                  <a:lnTo>
                    <a:pt x="1074337" y="769401"/>
                  </a:lnTo>
                  <a:lnTo>
                    <a:pt x="1145960" y="812991"/>
                  </a:lnTo>
                  <a:lnTo>
                    <a:pt x="1217582" y="855722"/>
                  </a:lnTo>
                  <a:lnTo>
                    <a:pt x="1289205" y="897613"/>
                  </a:lnTo>
                  <a:lnTo>
                    <a:pt x="1360827" y="938679"/>
                  </a:lnTo>
                  <a:lnTo>
                    <a:pt x="1432450" y="978937"/>
                  </a:lnTo>
                  <a:lnTo>
                    <a:pt x="1504073" y="1018402"/>
                  </a:lnTo>
                  <a:lnTo>
                    <a:pt x="1575695" y="1057090"/>
                  </a:lnTo>
                  <a:lnTo>
                    <a:pt x="1647318" y="1095017"/>
                  </a:lnTo>
                  <a:lnTo>
                    <a:pt x="1718940" y="1132197"/>
                  </a:lnTo>
                  <a:lnTo>
                    <a:pt x="1790563" y="1168645"/>
                  </a:lnTo>
                  <a:lnTo>
                    <a:pt x="1862185" y="1204375"/>
                  </a:lnTo>
                  <a:lnTo>
                    <a:pt x="1933808" y="1239403"/>
                  </a:lnTo>
                  <a:lnTo>
                    <a:pt x="2005430" y="1273741"/>
                  </a:lnTo>
                  <a:lnTo>
                    <a:pt x="2077053" y="1307402"/>
                  </a:lnTo>
                  <a:lnTo>
                    <a:pt x="2148675" y="1340402"/>
                  </a:lnTo>
                  <a:lnTo>
                    <a:pt x="2220298" y="1372751"/>
                  </a:lnTo>
                  <a:lnTo>
                    <a:pt x="2291920" y="1404464"/>
                  </a:lnTo>
                  <a:lnTo>
                    <a:pt x="2363543" y="1435553"/>
                  </a:lnTo>
                  <a:lnTo>
                    <a:pt x="2435165" y="1466029"/>
                  </a:lnTo>
                  <a:lnTo>
                    <a:pt x="2506788" y="1495906"/>
                  </a:lnTo>
                  <a:lnTo>
                    <a:pt x="2578410" y="1525194"/>
                  </a:lnTo>
                  <a:lnTo>
                    <a:pt x="2650033" y="1553906"/>
                  </a:lnTo>
                  <a:lnTo>
                    <a:pt x="2721655" y="1582053"/>
                  </a:lnTo>
                  <a:lnTo>
                    <a:pt x="2793278" y="1609646"/>
                  </a:lnTo>
                  <a:lnTo>
                    <a:pt x="2864901" y="1636695"/>
                  </a:lnTo>
                  <a:lnTo>
                    <a:pt x="2936523" y="1663212"/>
                  </a:lnTo>
                  <a:lnTo>
                    <a:pt x="3008146" y="1689207"/>
                  </a:lnTo>
                  <a:lnTo>
                    <a:pt x="3079768" y="1714690"/>
                  </a:lnTo>
                  <a:lnTo>
                    <a:pt x="3151391" y="1739672"/>
                  </a:lnTo>
                  <a:lnTo>
                    <a:pt x="3223013" y="1764162"/>
                  </a:lnTo>
                  <a:lnTo>
                    <a:pt x="3294636" y="1788170"/>
                  </a:lnTo>
                  <a:lnTo>
                    <a:pt x="3366258" y="1811705"/>
                  </a:lnTo>
                  <a:lnTo>
                    <a:pt x="3437881" y="1834777"/>
                  </a:lnTo>
                  <a:lnTo>
                    <a:pt x="3509503" y="1857395"/>
                  </a:lnTo>
                  <a:lnTo>
                    <a:pt x="3581126" y="1879567"/>
                  </a:lnTo>
                  <a:lnTo>
                    <a:pt x="3652748" y="1901303"/>
                  </a:lnTo>
                  <a:lnTo>
                    <a:pt x="3724371" y="1922612"/>
                  </a:lnTo>
                  <a:lnTo>
                    <a:pt x="3795993" y="1943500"/>
                  </a:lnTo>
                  <a:lnTo>
                    <a:pt x="3867616" y="1963978"/>
                  </a:lnTo>
                  <a:lnTo>
                    <a:pt x="3939238" y="1984052"/>
                  </a:lnTo>
                  <a:lnTo>
                    <a:pt x="4010861" y="2003732"/>
                  </a:lnTo>
                  <a:lnTo>
                    <a:pt x="4082483" y="2023023"/>
                  </a:lnTo>
                  <a:lnTo>
                    <a:pt x="4154106" y="2041936"/>
                  </a:lnTo>
                  <a:lnTo>
                    <a:pt x="4225729" y="2060475"/>
                  </a:lnTo>
                  <a:lnTo>
                    <a:pt x="4297351" y="2078650"/>
                  </a:lnTo>
                  <a:lnTo>
                    <a:pt x="4368974" y="2096467"/>
                  </a:lnTo>
                  <a:lnTo>
                    <a:pt x="4440596" y="2113934"/>
                  </a:lnTo>
                  <a:lnTo>
                    <a:pt x="4512219" y="2131056"/>
                  </a:lnTo>
                  <a:lnTo>
                    <a:pt x="4583841" y="2147842"/>
                  </a:lnTo>
                  <a:lnTo>
                    <a:pt x="4655464" y="2153118"/>
                  </a:lnTo>
                  <a:lnTo>
                    <a:pt x="4727086" y="2151195"/>
                  </a:lnTo>
                  <a:lnTo>
                    <a:pt x="4798709" y="2149267"/>
                  </a:lnTo>
                  <a:lnTo>
                    <a:pt x="4870331" y="2147334"/>
                  </a:lnTo>
                  <a:lnTo>
                    <a:pt x="4941954" y="2145397"/>
                  </a:lnTo>
                  <a:lnTo>
                    <a:pt x="5013576" y="2143456"/>
                  </a:lnTo>
                  <a:lnTo>
                    <a:pt x="5085199" y="2141510"/>
                  </a:lnTo>
                  <a:lnTo>
                    <a:pt x="5156821" y="2139560"/>
                  </a:lnTo>
                  <a:lnTo>
                    <a:pt x="5228444" y="2137605"/>
                  </a:lnTo>
                  <a:lnTo>
                    <a:pt x="5300066" y="2135646"/>
                  </a:lnTo>
                  <a:lnTo>
                    <a:pt x="5371689" y="2133682"/>
                  </a:lnTo>
                  <a:lnTo>
                    <a:pt x="5443311" y="2131713"/>
                  </a:lnTo>
                  <a:lnTo>
                    <a:pt x="5514934" y="2129740"/>
                  </a:lnTo>
                  <a:lnTo>
                    <a:pt x="5586557" y="2127763"/>
                  </a:lnTo>
                  <a:lnTo>
                    <a:pt x="5658179" y="2125780"/>
                  </a:lnTo>
                  <a:lnTo>
                    <a:pt x="5729802" y="2123794"/>
                  </a:lnTo>
                  <a:lnTo>
                    <a:pt x="5801424" y="2121802"/>
                  </a:lnTo>
                  <a:lnTo>
                    <a:pt x="5873047" y="2119806"/>
                  </a:lnTo>
                  <a:lnTo>
                    <a:pt x="5944669" y="2117806"/>
                  </a:lnTo>
                  <a:lnTo>
                    <a:pt x="6016292" y="2115801"/>
                  </a:lnTo>
                  <a:lnTo>
                    <a:pt x="6087914" y="2113791"/>
                  </a:lnTo>
                  <a:lnTo>
                    <a:pt x="6159537" y="2111776"/>
                  </a:lnTo>
                  <a:lnTo>
                    <a:pt x="6231159" y="2109757"/>
                  </a:lnTo>
                  <a:lnTo>
                    <a:pt x="6302782" y="2107733"/>
                  </a:lnTo>
                  <a:lnTo>
                    <a:pt x="6374404" y="2105705"/>
                  </a:lnTo>
                  <a:lnTo>
                    <a:pt x="6446027" y="2103671"/>
                  </a:lnTo>
                  <a:lnTo>
                    <a:pt x="6517649" y="2101633"/>
                  </a:lnTo>
                  <a:lnTo>
                    <a:pt x="6589272" y="2099591"/>
                  </a:lnTo>
                  <a:lnTo>
                    <a:pt x="6660894" y="2097543"/>
                  </a:lnTo>
                  <a:lnTo>
                    <a:pt x="6732517" y="2095491"/>
                  </a:lnTo>
                  <a:lnTo>
                    <a:pt x="6804139" y="2093434"/>
                  </a:lnTo>
                  <a:lnTo>
                    <a:pt x="6875762" y="2091372"/>
                  </a:lnTo>
                  <a:lnTo>
                    <a:pt x="6947385" y="2089306"/>
                  </a:lnTo>
                  <a:lnTo>
                    <a:pt x="7019007" y="2087235"/>
                  </a:lnTo>
                  <a:lnTo>
                    <a:pt x="7090630" y="2085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533"/>
              <a:ext cx="7090630" cy="411889"/>
            </a:xfrm>
            <a:custGeom>
              <a:avLst/>
              <a:pathLst>
                <a:path w="7090630" h="411889">
                  <a:moveTo>
                    <a:pt x="7090630" y="411889"/>
                  </a:moveTo>
                  <a:lnTo>
                    <a:pt x="7019007" y="403519"/>
                  </a:lnTo>
                  <a:lnTo>
                    <a:pt x="6947385" y="394981"/>
                  </a:lnTo>
                  <a:lnTo>
                    <a:pt x="6875762" y="386271"/>
                  </a:lnTo>
                  <a:lnTo>
                    <a:pt x="6804139" y="377387"/>
                  </a:lnTo>
                  <a:lnTo>
                    <a:pt x="6732517" y="368324"/>
                  </a:lnTo>
                  <a:lnTo>
                    <a:pt x="6660894" y="359079"/>
                  </a:lnTo>
                  <a:lnTo>
                    <a:pt x="6589272" y="349648"/>
                  </a:lnTo>
                  <a:lnTo>
                    <a:pt x="6517649" y="340028"/>
                  </a:lnTo>
                  <a:lnTo>
                    <a:pt x="6446027" y="330215"/>
                  </a:lnTo>
                  <a:lnTo>
                    <a:pt x="6374404" y="320205"/>
                  </a:lnTo>
                  <a:lnTo>
                    <a:pt x="6302782" y="309994"/>
                  </a:lnTo>
                  <a:lnTo>
                    <a:pt x="6231159" y="299578"/>
                  </a:lnTo>
                  <a:lnTo>
                    <a:pt x="6159537" y="288953"/>
                  </a:lnTo>
                  <a:lnTo>
                    <a:pt x="6087914" y="278114"/>
                  </a:lnTo>
                  <a:lnTo>
                    <a:pt x="6016292" y="267058"/>
                  </a:lnTo>
                  <a:lnTo>
                    <a:pt x="5944669" y="255779"/>
                  </a:lnTo>
                  <a:lnTo>
                    <a:pt x="5873047" y="244274"/>
                  </a:lnTo>
                  <a:lnTo>
                    <a:pt x="5801424" y="232539"/>
                  </a:lnTo>
                  <a:lnTo>
                    <a:pt x="5729802" y="220567"/>
                  </a:lnTo>
                  <a:lnTo>
                    <a:pt x="5658179" y="208355"/>
                  </a:lnTo>
                  <a:lnTo>
                    <a:pt x="5586557" y="195898"/>
                  </a:lnTo>
                  <a:lnTo>
                    <a:pt x="5514934" y="183191"/>
                  </a:lnTo>
                  <a:lnTo>
                    <a:pt x="5443311" y="170228"/>
                  </a:lnTo>
                  <a:lnTo>
                    <a:pt x="5371689" y="157006"/>
                  </a:lnTo>
                  <a:lnTo>
                    <a:pt x="5300066" y="143518"/>
                  </a:lnTo>
                  <a:lnTo>
                    <a:pt x="5228444" y="129758"/>
                  </a:lnTo>
                  <a:lnTo>
                    <a:pt x="5156821" y="115723"/>
                  </a:lnTo>
                  <a:lnTo>
                    <a:pt x="5085199" y="101406"/>
                  </a:lnTo>
                  <a:lnTo>
                    <a:pt x="5013576" y="86801"/>
                  </a:lnTo>
                  <a:lnTo>
                    <a:pt x="4941954" y="71903"/>
                  </a:lnTo>
                  <a:lnTo>
                    <a:pt x="4870331" y="56706"/>
                  </a:lnTo>
                  <a:lnTo>
                    <a:pt x="4798709" y="41204"/>
                  </a:lnTo>
                  <a:lnTo>
                    <a:pt x="4727086" y="25390"/>
                  </a:lnTo>
                  <a:lnTo>
                    <a:pt x="4655464" y="9259"/>
                  </a:lnTo>
                  <a:lnTo>
                    <a:pt x="4583841" y="0"/>
                  </a:lnTo>
                  <a:lnTo>
                    <a:pt x="4512219" y="1914"/>
                  </a:lnTo>
                  <a:lnTo>
                    <a:pt x="4440596" y="3824"/>
                  </a:lnTo>
                  <a:lnTo>
                    <a:pt x="4368974" y="5730"/>
                  </a:lnTo>
                  <a:lnTo>
                    <a:pt x="4297351" y="7631"/>
                  </a:lnTo>
                  <a:lnTo>
                    <a:pt x="4225729" y="9528"/>
                  </a:lnTo>
                  <a:lnTo>
                    <a:pt x="4154106" y="11421"/>
                  </a:lnTo>
                  <a:lnTo>
                    <a:pt x="4082483" y="13309"/>
                  </a:lnTo>
                  <a:lnTo>
                    <a:pt x="4010861" y="15193"/>
                  </a:lnTo>
                  <a:lnTo>
                    <a:pt x="3939238" y="17072"/>
                  </a:lnTo>
                  <a:lnTo>
                    <a:pt x="3867616" y="18948"/>
                  </a:lnTo>
                  <a:lnTo>
                    <a:pt x="3795993" y="20818"/>
                  </a:lnTo>
                  <a:lnTo>
                    <a:pt x="3724371" y="22685"/>
                  </a:lnTo>
                  <a:lnTo>
                    <a:pt x="3652748" y="24547"/>
                  </a:lnTo>
                  <a:lnTo>
                    <a:pt x="3581126" y="26405"/>
                  </a:lnTo>
                  <a:lnTo>
                    <a:pt x="3509503" y="28258"/>
                  </a:lnTo>
                  <a:lnTo>
                    <a:pt x="3437881" y="30108"/>
                  </a:lnTo>
                  <a:lnTo>
                    <a:pt x="3366258" y="31953"/>
                  </a:lnTo>
                  <a:lnTo>
                    <a:pt x="3294636" y="33794"/>
                  </a:lnTo>
                  <a:lnTo>
                    <a:pt x="3223013" y="35630"/>
                  </a:lnTo>
                  <a:lnTo>
                    <a:pt x="3151391" y="37462"/>
                  </a:lnTo>
                  <a:lnTo>
                    <a:pt x="3079768" y="39290"/>
                  </a:lnTo>
                  <a:lnTo>
                    <a:pt x="3008146" y="41114"/>
                  </a:lnTo>
                  <a:lnTo>
                    <a:pt x="2936523" y="42934"/>
                  </a:lnTo>
                  <a:lnTo>
                    <a:pt x="2864901" y="44749"/>
                  </a:lnTo>
                  <a:lnTo>
                    <a:pt x="2793278" y="46560"/>
                  </a:lnTo>
                  <a:lnTo>
                    <a:pt x="2721655" y="48367"/>
                  </a:lnTo>
                  <a:lnTo>
                    <a:pt x="2650033" y="50170"/>
                  </a:lnTo>
                  <a:lnTo>
                    <a:pt x="2578410" y="51969"/>
                  </a:lnTo>
                  <a:lnTo>
                    <a:pt x="2506788" y="53763"/>
                  </a:lnTo>
                  <a:lnTo>
                    <a:pt x="2435165" y="55554"/>
                  </a:lnTo>
                  <a:lnTo>
                    <a:pt x="2363543" y="57340"/>
                  </a:lnTo>
                  <a:lnTo>
                    <a:pt x="2291920" y="59122"/>
                  </a:lnTo>
                  <a:lnTo>
                    <a:pt x="2220298" y="60900"/>
                  </a:lnTo>
                  <a:lnTo>
                    <a:pt x="2148675" y="62674"/>
                  </a:lnTo>
                  <a:lnTo>
                    <a:pt x="2077053" y="64444"/>
                  </a:lnTo>
                  <a:lnTo>
                    <a:pt x="2005430" y="66210"/>
                  </a:lnTo>
                  <a:lnTo>
                    <a:pt x="1933808" y="67971"/>
                  </a:lnTo>
                  <a:lnTo>
                    <a:pt x="1862185" y="69729"/>
                  </a:lnTo>
                  <a:lnTo>
                    <a:pt x="1790563" y="71482"/>
                  </a:lnTo>
                  <a:lnTo>
                    <a:pt x="1718940" y="73232"/>
                  </a:lnTo>
                  <a:lnTo>
                    <a:pt x="1647318" y="74977"/>
                  </a:lnTo>
                  <a:lnTo>
                    <a:pt x="1575695" y="76718"/>
                  </a:lnTo>
                  <a:lnTo>
                    <a:pt x="1504073" y="78456"/>
                  </a:lnTo>
                  <a:lnTo>
                    <a:pt x="1432450" y="80189"/>
                  </a:lnTo>
                  <a:lnTo>
                    <a:pt x="1360827" y="81918"/>
                  </a:lnTo>
                  <a:lnTo>
                    <a:pt x="1289205" y="83644"/>
                  </a:lnTo>
                  <a:lnTo>
                    <a:pt x="1217582" y="85365"/>
                  </a:lnTo>
                  <a:lnTo>
                    <a:pt x="1145960" y="87082"/>
                  </a:lnTo>
                  <a:lnTo>
                    <a:pt x="1074337" y="88796"/>
                  </a:lnTo>
                  <a:lnTo>
                    <a:pt x="1002715" y="90505"/>
                  </a:lnTo>
                  <a:lnTo>
                    <a:pt x="931092" y="92211"/>
                  </a:lnTo>
                  <a:lnTo>
                    <a:pt x="859470" y="93912"/>
                  </a:lnTo>
                  <a:lnTo>
                    <a:pt x="787847" y="95610"/>
                  </a:lnTo>
                  <a:lnTo>
                    <a:pt x="716225" y="97304"/>
                  </a:lnTo>
                  <a:lnTo>
                    <a:pt x="644602" y="98993"/>
                  </a:lnTo>
                  <a:lnTo>
                    <a:pt x="572980" y="100679"/>
                  </a:lnTo>
                  <a:lnTo>
                    <a:pt x="501357" y="102361"/>
                  </a:lnTo>
                  <a:lnTo>
                    <a:pt x="429735" y="104039"/>
                  </a:lnTo>
                  <a:lnTo>
                    <a:pt x="358112" y="105714"/>
                  </a:lnTo>
                  <a:lnTo>
                    <a:pt x="286490" y="107384"/>
                  </a:lnTo>
                  <a:lnTo>
                    <a:pt x="214867" y="109050"/>
                  </a:lnTo>
                  <a:lnTo>
                    <a:pt x="143245" y="110713"/>
                  </a:lnTo>
                  <a:lnTo>
                    <a:pt x="71622" y="112372"/>
                  </a:lnTo>
                  <a:lnTo>
                    <a:pt x="0" y="1140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96956"/>
              <a:ext cx="7090630" cy="848281"/>
            </a:xfrm>
            <a:custGeom>
              <a:avLst/>
              <a:pathLst>
                <a:path w="7090630" h="848281">
                  <a:moveTo>
                    <a:pt x="0" y="0"/>
                  </a:moveTo>
                  <a:lnTo>
                    <a:pt x="71622" y="12771"/>
                  </a:lnTo>
                  <a:lnTo>
                    <a:pt x="143245" y="25431"/>
                  </a:lnTo>
                  <a:lnTo>
                    <a:pt x="214867" y="37980"/>
                  </a:lnTo>
                  <a:lnTo>
                    <a:pt x="286490" y="50419"/>
                  </a:lnTo>
                  <a:lnTo>
                    <a:pt x="358112" y="62749"/>
                  </a:lnTo>
                  <a:lnTo>
                    <a:pt x="429735" y="74972"/>
                  </a:lnTo>
                  <a:lnTo>
                    <a:pt x="501357" y="87088"/>
                  </a:lnTo>
                  <a:lnTo>
                    <a:pt x="572980" y="99097"/>
                  </a:lnTo>
                  <a:lnTo>
                    <a:pt x="644602" y="111002"/>
                  </a:lnTo>
                  <a:lnTo>
                    <a:pt x="716225" y="122803"/>
                  </a:lnTo>
                  <a:lnTo>
                    <a:pt x="787847" y="134500"/>
                  </a:lnTo>
                  <a:lnTo>
                    <a:pt x="859470" y="146095"/>
                  </a:lnTo>
                  <a:lnTo>
                    <a:pt x="931092" y="157589"/>
                  </a:lnTo>
                  <a:lnTo>
                    <a:pt x="1002715" y="168982"/>
                  </a:lnTo>
                  <a:lnTo>
                    <a:pt x="1074337" y="180276"/>
                  </a:lnTo>
                  <a:lnTo>
                    <a:pt x="1145960" y="191470"/>
                  </a:lnTo>
                  <a:lnTo>
                    <a:pt x="1217582" y="202567"/>
                  </a:lnTo>
                  <a:lnTo>
                    <a:pt x="1289205" y="213567"/>
                  </a:lnTo>
                  <a:lnTo>
                    <a:pt x="1360827" y="224471"/>
                  </a:lnTo>
                  <a:lnTo>
                    <a:pt x="1432450" y="235279"/>
                  </a:lnTo>
                  <a:lnTo>
                    <a:pt x="1504073" y="245992"/>
                  </a:lnTo>
                  <a:lnTo>
                    <a:pt x="1575695" y="256612"/>
                  </a:lnTo>
                  <a:lnTo>
                    <a:pt x="1647318" y="267140"/>
                  </a:lnTo>
                  <a:lnTo>
                    <a:pt x="1718940" y="277575"/>
                  </a:lnTo>
                  <a:lnTo>
                    <a:pt x="1790563" y="287918"/>
                  </a:lnTo>
                  <a:lnTo>
                    <a:pt x="1862185" y="298172"/>
                  </a:lnTo>
                  <a:lnTo>
                    <a:pt x="1933808" y="308335"/>
                  </a:lnTo>
                  <a:lnTo>
                    <a:pt x="2005430" y="318410"/>
                  </a:lnTo>
                  <a:lnTo>
                    <a:pt x="2077053" y="328397"/>
                  </a:lnTo>
                  <a:lnTo>
                    <a:pt x="2148675" y="338296"/>
                  </a:lnTo>
                  <a:lnTo>
                    <a:pt x="2220298" y="348109"/>
                  </a:lnTo>
                  <a:lnTo>
                    <a:pt x="2291920" y="357836"/>
                  </a:lnTo>
                  <a:lnTo>
                    <a:pt x="2363543" y="367478"/>
                  </a:lnTo>
                  <a:lnTo>
                    <a:pt x="2435165" y="377035"/>
                  </a:lnTo>
                  <a:lnTo>
                    <a:pt x="2506788" y="386509"/>
                  </a:lnTo>
                  <a:lnTo>
                    <a:pt x="2578410" y="395900"/>
                  </a:lnTo>
                  <a:lnTo>
                    <a:pt x="2650033" y="405209"/>
                  </a:lnTo>
                  <a:lnTo>
                    <a:pt x="2721655" y="414437"/>
                  </a:lnTo>
                  <a:lnTo>
                    <a:pt x="2793278" y="423583"/>
                  </a:lnTo>
                  <a:lnTo>
                    <a:pt x="2864901" y="432650"/>
                  </a:lnTo>
                  <a:lnTo>
                    <a:pt x="2936523" y="441638"/>
                  </a:lnTo>
                  <a:lnTo>
                    <a:pt x="3008146" y="450547"/>
                  </a:lnTo>
                  <a:lnTo>
                    <a:pt x="3079768" y="459378"/>
                  </a:lnTo>
                  <a:lnTo>
                    <a:pt x="3151391" y="468132"/>
                  </a:lnTo>
                  <a:lnTo>
                    <a:pt x="3223013" y="476809"/>
                  </a:lnTo>
                  <a:lnTo>
                    <a:pt x="3294636" y="485410"/>
                  </a:lnTo>
                  <a:lnTo>
                    <a:pt x="3366258" y="493936"/>
                  </a:lnTo>
                  <a:lnTo>
                    <a:pt x="3437881" y="502388"/>
                  </a:lnTo>
                  <a:lnTo>
                    <a:pt x="3509503" y="510765"/>
                  </a:lnTo>
                  <a:lnTo>
                    <a:pt x="3581126" y="519070"/>
                  </a:lnTo>
                  <a:lnTo>
                    <a:pt x="3652748" y="527301"/>
                  </a:lnTo>
                  <a:lnTo>
                    <a:pt x="3724371" y="535461"/>
                  </a:lnTo>
                  <a:lnTo>
                    <a:pt x="3795993" y="543550"/>
                  </a:lnTo>
                  <a:lnTo>
                    <a:pt x="3867616" y="551567"/>
                  </a:lnTo>
                  <a:lnTo>
                    <a:pt x="3939238" y="559515"/>
                  </a:lnTo>
                  <a:lnTo>
                    <a:pt x="4010861" y="567393"/>
                  </a:lnTo>
                  <a:lnTo>
                    <a:pt x="4082483" y="575202"/>
                  </a:lnTo>
                  <a:lnTo>
                    <a:pt x="4154106" y="582943"/>
                  </a:lnTo>
                  <a:lnTo>
                    <a:pt x="4225729" y="590616"/>
                  </a:lnTo>
                  <a:lnTo>
                    <a:pt x="4297351" y="598222"/>
                  </a:lnTo>
                  <a:lnTo>
                    <a:pt x="4368974" y="605761"/>
                  </a:lnTo>
                  <a:lnTo>
                    <a:pt x="4440596" y="613235"/>
                  </a:lnTo>
                  <a:lnTo>
                    <a:pt x="4512219" y="620643"/>
                  </a:lnTo>
                  <a:lnTo>
                    <a:pt x="4583841" y="627986"/>
                  </a:lnTo>
                  <a:lnTo>
                    <a:pt x="4655464" y="635266"/>
                  </a:lnTo>
                  <a:lnTo>
                    <a:pt x="4727086" y="642481"/>
                  </a:lnTo>
                  <a:lnTo>
                    <a:pt x="4798709" y="649633"/>
                  </a:lnTo>
                  <a:lnTo>
                    <a:pt x="4870331" y="656723"/>
                  </a:lnTo>
                  <a:lnTo>
                    <a:pt x="4941954" y="663751"/>
                  </a:lnTo>
                  <a:lnTo>
                    <a:pt x="5013576" y="670718"/>
                  </a:lnTo>
                  <a:lnTo>
                    <a:pt x="5085199" y="677623"/>
                  </a:lnTo>
                  <a:lnTo>
                    <a:pt x="5156821" y="684468"/>
                  </a:lnTo>
                  <a:lnTo>
                    <a:pt x="5228444" y="691253"/>
                  </a:lnTo>
                  <a:lnTo>
                    <a:pt x="5300066" y="697979"/>
                  </a:lnTo>
                  <a:lnTo>
                    <a:pt x="5371689" y="704646"/>
                  </a:lnTo>
                  <a:lnTo>
                    <a:pt x="5443311" y="711255"/>
                  </a:lnTo>
                  <a:lnTo>
                    <a:pt x="5514934" y="717806"/>
                  </a:lnTo>
                  <a:lnTo>
                    <a:pt x="5586557" y="724299"/>
                  </a:lnTo>
                  <a:lnTo>
                    <a:pt x="5658179" y="730736"/>
                  </a:lnTo>
                  <a:lnTo>
                    <a:pt x="5729802" y="737117"/>
                  </a:lnTo>
                  <a:lnTo>
                    <a:pt x="5801424" y="743442"/>
                  </a:lnTo>
                  <a:lnTo>
                    <a:pt x="5873047" y="749711"/>
                  </a:lnTo>
                  <a:lnTo>
                    <a:pt x="5944669" y="755926"/>
                  </a:lnTo>
                  <a:lnTo>
                    <a:pt x="6016292" y="762086"/>
                  </a:lnTo>
                  <a:lnTo>
                    <a:pt x="6087914" y="768192"/>
                  </a:lnTo>
                  <a:lnTo>
                    <a:pt x="6159537" y="774245"/>
                  </a:lnTo>
                  <a:lnTo>
                    <a:pt x="6231159" y="780245"/>
                  </a:lnTo>
                  <a:lnTo>
                    <a:pt x="6302782" y="786193"/>
                  </a:lnTo>
                  <a:lnTo>
                    <a:pt x="6374404" y="792088"/>
                  </a:lnTo>
                  <a:lnTo>
                    <a:pt x="6446027" y="797932"/>
                  </a:lnTo>
                  <a:lnTo>
                    <a:pt x="6517649" y="803725"/>
                  </a:lnTo>
                  <a:lnTo>
                    <a:pt x="6589272" y="809467"/>
                  </a:lnTo>
                  <a:lnTo>
                    <a:pt x="6660894" y="815159"/>
                  </a:lnTo>
                  <a:lnTo>
                    <a:pt x="6732517" y="820801"/>
                  </a:lnTo>
                  <a:lnTo>
                    <a:pt x="6804139" y="826394"/>
                  </a:lnTo>
                  <a:lnTo>
                    <a:pt x="6875762" y="831938"/>
                  </a:lnTo>
                  <a:lnTo>
                    <a:pt x="6947385" y="837434"/>
                  </a:lnTo>
                  <a:lnTo>
                    <a:pt x="7019007" y="842881"/>
                  </a:lnTo>
                  <a:lnTo>
                    <a:pt x="7090630" y="8482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(0.97-1.32), p_Bonf = 0.725 (n = 6)  |  per IQR decline (Δ = 21.9): 1.31 (0.93-1.84)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2026-07-29T17:26:04Z</dcterms:modified>
  <cp:category/>
</cp:coreProperties>
</file>