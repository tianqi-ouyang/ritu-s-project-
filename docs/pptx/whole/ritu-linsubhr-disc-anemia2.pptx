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9425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4606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97887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016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197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2379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2600126"/>
              <a:ext cx="7090630" cy="2538282"/>
            </a:xfrm>
            <a:custGeom>
              <a:avLst/>
              <a:pathLst>
                <a:path w="7090630" h="2538282">
                  <a:moveTo>
                    <a:pt x="0" y="0"/>
                  </a:moveTo>
                  <a:lnTo>
                    <a:pt x="71622" y="57807"/>
                  </a:lnTo>
                  <a:lnTo>
                    <a:pt x="143245" y="114485"/>
                  </a:lnTo>
                  <a:lnTo>
                    <a:pt x="214867" y="170055"/>
                  </a:lnTo>
                  <a:lnTo>
                    <a:pt x="286490" y="224538"/>
                  </a:lnTo>
                  <a:lnTo>
                    <a:pt x="358112" y="277956"/>
                  </a:lnTo>
                  <a:lnTo>
                    <a:pt x="429735" y="330330"/>
                  </a:lnTo>
                  <a:lnTo>
                    <a:pt x="501357" y="381681"/>
                  </a:lnTo>
                  <a:lnTo>
                    <a:pt x="572980" y="432027"/>
                  </a:lnTo>
                  <a:lnTo>
                    <a:pt x="644602" y="481389"/>
                  </a:lnTo>
                  <a:lnTo>
                    <a:pt x="716225" y="529786"/>
                  </a:lnTo>
                  <a:lnTo>
                    <a:pt x="787847" y="577237"/>
                  </a:lnTo>
                  <a:lnTo>
                    <a:pt x="859470" y="623761"/>
                  </a:lnTo>
                  <a:lnTo>
                    <a:pt x="931092" y="669375"/>
                  </a:lnTo>
                  <a:lnTo>
                    <a:pt x="1002715" y="714097"/>
                  </a:lnTo>
                  <a:lnTo>
                    <a:pt x="1074337" y="757945"/>
                  </a:lnTo>
                  <a:lnTo>
                    <a:pt x="1145960" y="800936"/>
                  </a:lnTo>
                  <a:lnTo>
                    <a:pt x="1217582" y="843087"/>
                  </a:lnTo>
                  <a:lnTo>
                    <a:pt x="1289205" y="884413"/>
                  </a:lnTo>
                  <a:lnTo>
                    <a:pt x="1360827" y="924932"/>
                  </a:lnTo>
                  <a:lnTo>
                    <a:pt x="1432450" y="964659"/>
                  </a:lnTo>
                  <a:lnTo>
                    <a:pt x="1504073" y="1003609"/>
                  </a:lnTo>
                  <a:lnTo>
                    <a:pt x="1575695" y="1041797"/>
                  </a:lnTo>
                  <a:lnTo>
                    <a:pt x="1647318" y="1079239"/>
                  </a:lnTo>
                  <a:lnTo>
                    <a:pt x="1718940" y="1115949"/>
                  </a:lnTo>
                  <a:lnTo>
                    <a:pt x="1790563" y="1151942"/>
                  </a:lnTo>
                  <a:lnTo>
                    <a:pt x="1862185" y="1187230"/>
                  </a:lnTo>
                  <a:lnTo>
                    <a:pt x="1933808" y="1221829"/>
                  </a:lnTo>
                  <a:lnTo>
                    <a:pt x="2005430" y="1255752"/>
                  </a:lnTo>
                  <a:lnTo>
                    <a:pt x="2077053" y="1289011"/>
                  </a:lnTo>
                  <a:lnTo>
                    <a:pt x="2148675" y="1321621"/>
                  </a:lnTo>
                  <a:lnTo>
                    <a:pt x="2220298" y="1353593"/>
                  </a:lnTo>
                  <a:lnTo>
                    <a:pt x="2291920" y="1384939"/>
                  </a:lnTo>
                  <a:lnTo>
                    <a:pt x="2363543" y="1415673"/>
                  </a:lnTo>
                  <a:lnTo>
                    <a:pt x="2435165" y="1445807"/>
                  </a:lnTo>
                  <a:lnTo>
                    <a:pt x="2506788" y="1475351"/>
                  </a:lnTo>
                  <a:lnTo>
                    <a:pt x="2578410" y="1504317"/>
                  </a:lnTo>
                  <a:lnTo>
                    <a:pt x="2650033" y="1532718"/>
                  </a:lnTo>
                  <a:lnTo>
                    <a:pt x="2721655" y="1560563"/>
                  </a:lnTo>
                  <a:lnTo>
                    <a:pt x="2793278" y="1587864"/>
                  </a:lnTo>
                  <a:lnTo>
                    <a:pt x="2864901" y="1614631"/>
                  </a:lnTo>
                  <a:lnTo>
                    <a:pt x="2936523" y="1640875"/>
                  </a:lnTo>
                  <a:lnTo>
                    <a:pt x="3008146" y="1666606"/>
                  </a:lnTo>
                  <a:lnTo>
                    <a:pt x="3079768" y="1691834"/>
                  </a:lnTo>
                  <a:lnTo>
                    <a:pt x="3151391" y="1716568"/>
                  </a:lnTo>
                  <a:lnTo>
                    <a:pt x="3223013" y="1740819"/>
                  </a:lnTo>
                  <a:lnTo>
                    <a:pt x="3294636" y="1764596"/>
                  </a:lnTo>
                  <a:lnTo>
                    <a:pt x="3366258" y="1787909"/>
                  </a:lnTo>
                  <a:lnTo>
                    <a:pt x="3437881" y="1810765"/>
                  </a:lnTo>
                  <a:lnTo>
                    <a:pt x="3509503" y="1833175"/>
                  </a:lnTo>
                  <a:lnTo>
                    <a:pt x="3581126" y="1855147"/>
                  </a:lnTo>
                  <a:lnTo>
                    <a:pt x="3652748" y="1876689"/>
                  </a:lnTo>
                  <a:lnTo>
                    <a:pt x="3724371" y="1897810"/>
                  </a:lnTo>
                  <a:lnTo>
                    <a:pt x="3795993" y="1918518"/>
                  </a:lnTo>
                  <a:lnTo>
                    <a:pt x="3867616" y="1938821"/>
                  </a:lnTo>
                  <a:lnTo>
                    <a:pt x="3939238" y="1958728"/>
                  </a:lnTo>
                  <a:lnTo>
                    <a:pt x="4010861" y="1978245"/>
                  </a:lnTo>
                  <a:lnTo>
                    <a:pt x="4082483" y="1997381"/>
                  </a:lnTo>
                  <a:lnTo>
                    <a:pt x="4154106" y="2016142"/>
                  </a:lnTo>
                  <a:lnTo>
                    <a:pt x="4225729" y="2034537"/>
                  </a:lnTo>
                  <a:lnTo>
                    <a:pt x="4297351" y="2052572"/>
                  </a:lnTo>
                  <a:lnTo>
                    <a:pt x="4368974" y="2070255"/>
                  </a:lnTo>
                  <a:lnTo>
                    <a:pt x="4440596" y="2087592"/>
                  </a:lnTo>
                  <a:lnTo>
                    <a:pt x="4512219" y="2104590"/>
                  </a:lnTo>
                  <a:lnTo>
                    <a:pt x="4583841" y="2121256"/>
                  </a:lnTo>
                  <a:lnTo>
                    <a:pt x="4655464" y="2126420"/>
                  </a:lnTo>
                  <a:lnTo>
                    <a:pt x="4727086" y="2124386"/>
                  </a:lnTo>
                  <a:lnTo>
                    <a:pt x="4798709" y="2122347"/>
                  </a:lnTo>
                  <a:lnTo>
                    <a:pt x="4870331" y="2120302"/>
                  </a:lnTo>
                  <a:lnTo>
                    <a:pt x="4941954" y="2118253"/>
                  </a:lnTo>
                  <a:lnTo>
                    <a:pt x="5013576" y="2116199"/>
                  </a:lnTo>
                  <a:lnTo>
                    <a:pt x="5085199" y="2114140"/>
                  </a:lnTo>
                  <a:lnTo>
                    <a:pt x="5156821" y="2112075"/>
                  </a:lnTo>
                  <a:lnTo>
                    <a:pt x="5228444" y="2110006"/>
                  </a:lnTo>
                  <a:lnTo>
                    <a:pt x="5300066" y="2107932"/>
                  </a:lnTo>
                  <a:lnTo>
                    <a:pt x="5371689" y="2105852"/>
                  </a:lnTo>
                  <a:lnTo>
                    <a:pt x="5443311" y="2103767"/>
                  </a:lnTo>
                  <a:lnTo>
                    <a:pt x="5514934" y="2101678"/>
                  </a:lnTo>
                  <a:lnTo>
                    <a:pt x="5586557" y="2099583"/>
                  </a:lnTo>
                  <a:lnTo>
                    <a:pt x="5658179" y="2097483"/>
                  </a:lnTo>
                  <a:lnTo>
                    <a:pt x="5729802" y="2095378"/>
                  </a:lnTo>
                  <a:lnTo>
                    <a:pt x="5801424" y="2093268"/>
                  </a:lnTo>
                  <a:lnTo>
                    <a:pt x="5873047" y="2091152"/>
                  </a:lnTo>
                  <a:lnTo>
                    <a:pt x="5944669" y="2089032"/>
                  </a:lnTo>
                  <a:lnTo>
                    <a:pt x="6016292" y="2086906"/>
                  </a:lnTo>
                  <a:lnTo>
                    <a:pt x="6087914" y="2084775"/>
                  </a:lnTo>
                  <a:lnTo>
                    <a:pt x="6159537" y="2082639"/>
                  </a:lnTo>
                  <a:lnTo>
                    <a:pt x="6231159" y="2080497"/>
                  </a:lnTo>
                  <a:lnTo>
                    <a:pt x="6302782" y="2078351"/>
                  </a:lnTo>
                  <a:lnTo>
                    <a:pt x="6374404" y="2076199"/>
                  </a:lnTo>
                  <a:lnTo>
                    <a:pt x="6446027" y="2074041"/>
                  </a:lnTo>
                  <a:lnTo>
                    <a:pt x="6517649" y="2071879"/>
                  </a:lnTo>
                  <a:lnTo>
                    <a:pt x="6589272" y="2069711"/>
                  </a:lnTo>
                  <a:lnTo>
                    <a:pt x="6660894" y="2067538"/>
                  </a:lnTo>
                  <a:lnTo>
                    <a:pt x="6732517" y="2065360"/>
                  </a:lnTo>
                  <a:lnTo>
                    <a:pt x="6804139" y="2063176"/>
                  </a:lnTo>
                  <a:lnTo>
                    <a:pt x="6875762" y="2060987"/>
                  </a:lnTo>
                  <a:lnTo>
                    <a:pt x="6947385" y="2058792"/>
                  </a:lnTo>
                  <a:lnTo>
                    <a:pt x="7019007" y="2056592"/>
                  </a:lnTo>
                  <a:lnTo>
                    <a:pt x="7090630" y="2054387"/>
                  </a:lnTo>
                  <a:lnTo>
                    <a:pt x="7090630" y="2538282"/>
                  </a:lnTo>
                  <a:lnTo>
                    <a:pt x="7019007" y="2529931"/>
                  </a:lnTo>
                  <a:lnTo>
                    <a:pt x="6947385" y="2521414"/>
                  </a:lnTo>
                  <a:lnTo>
                    <a:pt x="6875762" y="2512726"/>
                  </a:lnTo>
                  <a:lnTo>
                    <a:pt x="6804139" y="2503866"/>
                  </a:lnTo>
                  <a:lnTo>
                    <a:pt x="6732517" y="2494828"/>
                  </a:lnTo>
                  <a:lnTo>
                    <a:pt x="6660894" y="2485611"/>
                  </a:lnTo>
                  <a:lnTo>
                    <a:pt x="6589272" y="2476210"/>
                  </a:lnTo>
                  <a:lnTo>
                    <a:pt x="6517649" y="2466621"/>
                  </a:lnTo>
                  <a:lnTo>
                    <a:pt x="6446027" y="2456841"/>
                  </a:lnTo>
                  <a:lnTo>
                    <a:pt x="6374404" y="2446867"/>
                  </a:lnTo>
                  <a:lnTo>
                    <a:pt x="6302782" y="2436693"/>
                  </a:lnTo>
                  <a:lnTo>
                    <a:pt x="6231159" y="2426316"/>
                  </a:lnTo>
                  <a:lnTo>
                    <a:pt x="6159537" y="2415733"/>
                  </a:lnTo>
                  <a:lnTo>
                    <a:pt x="6087914" y="2404938"/>
                  </a:lnTo>
                  <a:lnTo>
                    <a:pt x="6016292" y="2393929"/>
                  </a:lnTo>
                  <a:lnTo>
                    <a:pt x="5944669" y="2382700"/>
                  </a:lnTo>
                  <a:lnTo>
                    <a:pt x="5873047" y="2371247"/>
                  </a:lnTo>
                  <a:lnTo>
                    <a:pt x="5801424" y="2359565"/>
                  </a:lnTo>
                  <a:lnTo>
                    <a:pt x="5729802" y="2347651"/>
                  </a:lnTo>
                  <a:lnTo>
                    <a:pt x="5658179" y="2335499"/>
                  </a:lnTo>
                  <a:lnTo>
                    <a:pt x="5586557" y="2323105"/>
                  </a:lnTo>
                  <a:lnTo>
                    <a:pt x="5514934" y="2310463"/>
                  </a:lnTo>
                  <a:lnTo>
                    <a:pt x="5443311" y="2297570"/>
                  </a:lnTo>
                  <a:lnTo>
                    <a:pt x="5371689" y="2284420"/>
                  </a:lnTo>
                  <a:lnTo>
                    <a:pt x="5300066" y="2271007"/>
                  </a:lnTo>
                  <a:lnTo>
                    <a:pt x="5228444" y="2257327"/>
                  </a:lnTo>
                  <a:lnTo>
                    <a:pt x="5156821" y="2243374"/>
                  </a:lnTo>
                  <a:lnTo>
                    <a:pt x="5085199" y="2229143"/>
                  </a:lnTo>
                  <a:lnTo>
                    <a:pt x="5013576" y="2214628"/>
                  </a:lnTo>
                  <a:lnTo>
                    <a:pt x="4941954" y="2199824"/>
                  </a:lnTo>
                  <a:lnTo>
                    <a:pt x="4870331" y="2184725"/>
                  </a:lnTo>
                  <a:lnTo>
                    <a:pt x="4798709" y="2169324"/>
                  </a:lnTo>
                  <a:lnTo>
                    <a:pt x="4727086" y="2153617"/>
                  </a:lnTo>
                  <a:lnTo>
                    <a:pt x="4655464" y="2137596"/>
                  </a:lnTo>
                  <a:lnTo>
                    <a:pt x="4583841" y="2128449"/>
                  </a:lnTo>
                  <a:lnTo>
                    <a:pt x="4512219" y="2130474"/>
                  </a:lnTo>
                  <a:lnTo>
                    <a:pt x="4440596" y="2132493"/>
                  </a:lnTo>
                  <a:lnTo>
                    <a:pt x="4368974" y="2134507"/>
                  </a:lnTo>
                  <a:lnTo>
                    <a:pt x="4297351" y="2136517"/>
                  </a:lnTo>
                  <a:lnTo>
                    <a:pt x="4225729" y="2138521"/>
                  </a:lnTo>
                  <a:lnTo>
                    <a:pt x="4154106" y="2140521"/>
                  </a:lnTo>
                  <a:lnTo>
                    <a:pt x="4082483" y="2142516"/>
                  </a:lnTo>
                  <a:lnTo>
                    <a:pt x="4010861" y="2144506"/>
                  </a:lnTo>
                  <a:lnTo>
                    <a:pt x="3939238" y="2146491"/>
                  </a:lnTo>
                  <a:lnTo>
                    <a:pt x="3867616" y="2148471"/>
                  </a:lnTo>
                  <a:lnTo>
                    <a:pt x="3795993" y="2150447"/>
                  </a:lnTo>
                  <a:lnTo>
                    <a:pt x="3724371" y="2152417"/>
                  </a:lnTo>
                  <a:lnTo>
                    <a:pt x="3652748" y="2154383"/>
                  </a:lnTo>
                  <a:lnTo>
                    <a:pt x="3581126" y="2156344"/>
                  </a:lnTo>
                  <a:lnTo>
                    <a:pt x="3509503" y="2158300"/>
                  </a:lnTo>
                  <a:lnTo>
                    <a:pt x="3437881" y="2160251"/>
                  </a:lnTo>
                  <a:lnTo>
                    <a:pt x="3366258" y="2162198"/>
                  </a:lnTo>
                  <a:lnTo>
                    <a:pt x="3294636" y="2164140"/>
                  </a:lnTo>
                  <a:lnTo>
                    <a:pt x="3223013" y="2166077"/>
                  </a:lnTo>
                  <a:lnTo>
                    <a:pt x="3151391" y="2168009"/>
                  </a:lnTo>
                  <a:lnTo>
                    <a:pt x="3079768" y="2169937"/>
                  </a:lnTo>
                  <a:lnTo>
                    <a:pt x="3008146" y="2171860"/>
                  </a:lnTo>
                  <a:lnTo>
                    <a:pt x="2936523" y="2173778"/>
                  </a:lnTo>
                  <a:lnTo>
                    <a:pt x="2864901" y="2175692"/>
                  </a:lnTo>
                  <a:lnTo>
                    <a:pt x="2793278" y="2177601"/>
                  </a:lnTo>
                  <a:lnTo>
                    <a:pt x="2721655" y="2179505"/>
                  </a:lnTo>
                  <a:lnTo>
                    <a:pt x="2650033" y="2181405"/>
                  </a:lnTo>
                  <a:lnTo>
                    <a:pt x="2578410" y="2183299"/>
                  </a:lnTo>
                  <a:lnTo>
                    <a:pt x="2506788" y="2185190"/>
                  </a:lnTo>
                  <a:lnTo>
                    <a:pt x="2435165" y="2187075"/>
                  </a:lnTo>
                  <a:lnTo>
                    <a:pt x="2363543" y="2188957"/>
                  </a:lnTo>
                  <a:lnTo>
                    <a:pt x="2291920" y="2190833"/>
                  </a:lnTo>
                  <a:lnTo>
                    <a:pt x="2220298" y="2192705"/>
                  </a:lnTo>
                  <a:lnTo>
                    <a:pt x="2148675" y="2194572"/>
                  </a:lnTo>
                  <a:lnTo>
                    <a:pt x="2077053" y="2196435"/>
                  </a:lnTo>
                  <a:lnTo>
                    <a:pt x="2005430" y="2198293"/>
                  </a:lnTo>
                  <a:lnTo>
                    <a:pt x="1933808" y="2200147"/>
                  </a:lnTo>
                  <a:lnTo>
                    <a:pt x="1862185" y="2201996"/>
                  </a:lnTo>
                  <a:lnTo>
                    <a:pt x="1790563" y="2203841"/>
                  </a:lnTo>
                  <a:lnTo>
                    <a:pt x="1718940" y="2205681"/>
                  </a:lnTo>
                  <a:lnTo>
                    <a:pt x="1647318" y="2207517"/>
                  </a:lnTo>
                  <a:lnTo>
                    <a:pt x="1575695" y="2209348"/>
                  </a:lnTo>
                  <a:lnTo>
                    <a:pt x="1504073" y="2211174"/>
                  </a:lnTo>
                  <a:lnTo>
                    <a:pt x="1432450" y="2212997"/>
                  </a:lnTo>
                  <a:lnTo>
                    <a:pt x="1360827" y="2214814"/>
                  </a:lnTo>
                  <a:lnTo>
                    <a:pt x="1289205" y="2216628"/>
                  </a:lnTo>
                  <a:lnTo>
                    <a:pt x="1217582" y="2218437"/>
                  </a:lnTo>
                  <a:lnTo>
                    <a:pt x="1145960" y="2220241"/>
                  </a:lnTo>
                  <a:lnTo>
                    <a:pt x="1074337" y="2222041"/>
                  </a:lnTo>
                  <a:lnTo>
                    <a:pt x="1002715" y="2223837"/>
                  </a:lnTo>
                  <a:lnTo>
                    <a:pt x="931092" y="2225628"/>
                  </a:lnTo>
                  <a:lnTo>
                    <a:pt x="859470" y="2227415"/>
                  </a:lnTo>
                  <a:lnTo>
                    <a:pt x="787847" y="2229198"/>
                  </a:lnTo>
                  <a:lnTo>
                    <a:pt x="716225" y="2230976"/>
                  </a:lnTo>
                  <a:lnTo>
                    <a:pt x="644602" y="2232750"/>
                  </a:lnTo>
                  <a:lnTo>
                    <a:pt x="572980" y="2234519"/>
                  </a:lnTo>
                  <a:lnTo>
                    <a:pt x="501357" y="2236284"/>
                  </a:lnTo>
                  <a:lnTo>
                    <a:pt x="429735" y="2238045"/>
                  </a:lnTo>
                  <a:lnTo>
                    <a:pt x="358112" y="2239802"/>
                  </a:lnTo>
                  <a:lnTo>
                    <a:pt x="286490" y="2241554"/>
                  </a:lnTo>
                  <a:lnTo>
                    <a:pt x="214867" y="2243302"/>
                  </a:lnTo>
                  <a:lnTo>
                    <a:pt x="143245" y="2245046"/>
                  </a:lnTo>
                  <a:lnTo>
                    <a:pt x="71622" y="2246785"/>
                  </a:lnTo>
                  <a:lnTo>
                    <a:pt x="0" y="224852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172049" y="2600126"/>
              <a:ext cx="7090630" cy="2126420"/>
            </a:xfrm>
            <a:custGeom>
              <a:avLst/>
              <a:pathLst>
                <a:path w="7090630" h="2126420">
                  <a:moveTo>
                    <a:pt x="0" y="0"/>
                  </a:moveTo>
                  <a:lnTo>
                    <a:pt x="71622" y="57807"/>
                  </a:lnTo>
                  <a:lnTo>
                    <a:pt x="143245" y="114485"/>
                  </a:lnTo>
                  <a:lnTo>
                    <a:pt x="214867" y="170055"/>
                  </a:lnTo>
                  <a:lnTo>
                    <a:pt x="286490" y="224538"/>
                  </a:lnTo>
                  <a:lnTo>
                    <a:pt x="358112" y="277956"/>
                  </a:lnTo>
                  <a:lnTo>
                    <a:pt x="429735" y="330330"/>
                  </a:lnTo>
                  <a:lnTo>
                    <a:pt x="501357" y="381681"/>
                  </a:lnTo>
                  <a:lnTo>
                    <a:pt x="572980" y="432027"/>
                  </a:lnTo>
                  <a:lnTo>
                    <a:pt x="644602" y="481389"/>
                  </a:lnTo>
                  <a:lnTo>
                    <a:pt x="716225" y="529786"/>
                  </a:lnTo>
                  <a:lnTo>
                    <a:pt x="787847" y="577237"/>
                  </a:lnTo>
                  <a:lnTo>
                    <a:pt x="859470" y="623761"/>
                  </a:lnTo>
                  <a:lnTo>
                    <a:pt x="931092" y="669375"/>
                  </a:lnTo>
                  <a:lnTo>
                    <a:pt x="1002715" y="714097"/>
                  </a:lnTo>
                  <a:lnTo>
                    <a:pt x="1074337" y="757945"/>
                  </a:lnTo>
                  <a:lnTo>
                    <a:pt x="1145960" y="800936"/>
                  </a:lnTo>
                  <a:lnTo>
                    <a:pt x="1217582" y="843087"/>
                  </a:lnTo>
                  <a:lnTo>
                    <a:pt x="1289205" y="884413"/>
                  </a:lnTo>
                  <a:lnTo>
                    <a:pt x="1360827" y="924932"/>
                  </a:lnTo>
                  <a:lnTo>
                    <a:pt x="1432450" y="964659"/>
                  </a:lnTo>
                  <a:lnTo>
                    <a:pt x="1504073" y="1003609"/>
                  </a:lnTo>
                  <a:lnTo>
                    <a:pt x="1575695" y="1041797"/>
                  </a:lnTo>
                  <a:lnTo>
                    <a:pt x="1647318" y="1079239"/>
                  </a:lnTo>
                  <a:lnTo>
                    <a:pt x="1718940" y="1115949"/>
                  </a:lnTo>
                  <a:lnTo>
                    <a:pt x="1790563" y="1151942"/>
                  </a:lnTo>
                  <a:lnTo>
                    <a:pt x="1862185" y="1187230"/>
                  </a:lnTo>
                  <a:lnTo>
                    <a:pt x="1933808" y="1221829"/>
                  </a:lnTo>
                  <a:lnTo>
                    <a:pt x="2005430" y="1255752"/>
                  </a:lnTo>
                  <a:lnTo>
                    <a:pt x="2077053" y="1289011"/>
                  </a:lnTo>
                  <a:lnTo>
                    <a:pt x="2148675" y="1321621"/>
                  </a:lnTo>
                  <a:lnTo>
                    <a:pt x="2220298" y="1353593"/>
                  </a:lnTo>
                  <a:lnTo>
                    <a:pt x="2291920" y="1384939"/>
                  </a:lnTo>
                  <a:lnTo>
                    <a:pt x="2363543" y="1415673"/>
                  </a:lnTo>
                  <a:lnTo>
                    <a:pt x="2435165" y="1445807"/>
                  </a:lnTo>
                  <a:lnTo>
                    <a:pt x="2506788" y="1475351"/>
                  </a:lnTo>
                  <a:lnTo>
                    <a:pt x="2578410" y="1504317"/>
                  </a:lnTo>
                  <a:lnTo>
                    <a:pt x="2650033" y="1532718"/>
                  </a:lnTo>
                  <a:lnTo>
                    <a:pt x="2721655" y="1560563"/>
                  </a:lnTo>
                  <a:lnTo>
                    <a:pt x="2793278" y="1587864"/>
                  </a:lnTo>
                  <a:lnTo>
                    <a:pt x="2864901" y="1614631"/>
                  </a:lnTo>
                  <a:lnTo>
                    <a:pt x="2936523" y="1640875"/>
                  </a:lnTo>
                  <a:lnTo>
                    <a:pt x="3008146" y="1666606"/>
                  </a:lnTo>
                  <a:lnTo>
                    <a:pt x="3079768" y="1691834"/>
                  </a:lnTo>
                  <a:lnTo>
                    <a:pt x="3151391" y="1716568"/>
                  </a:lnTo>
                  <a:lnTo>
                    <a:pt x="3223013" y="1740819"/>
                  </a:lnTo>
                  <a:lnTo>
                    <a:pt x="3294636" y="1764596"/>
                  </a:lnTo>
                  <a:lnTo>
                    <a:pt x="3366258" y="1787909"/>
                  </a:lnTo>
                  <a:lnTo>
                    <a:pt x="3437881" y="1810765"/>
                  </a:lnTo>
                  <a:lnTo>
                    <a:pt x="3509503" y="1833175"/>
                  </a:lnTo>
                  <a:lnTo>
                    <a:pt x="3581126" y="1855147"/>
                  </a:lnTo>
                  <a:lnTo>
                    <a:pt x="3652748" y="1876689"/>
                  </a:lnTo>
                  <a:lnTo>
                    <a:pt x="3724371" y="1897810"/>
                  </a:lnTo>
                  <a:lnTo>
                    <a:pt x="3795993" y="1918518"/>
                  </a:lnTo>
                  <a:lnTo>
                    <a:pt x="3867616" y="1938821"/>
                  </a:lnTo>
                  <a:lnTo>
                    <a:pt x="3939238" y="1958728"/>
                  </a:lnTo>
                  <a:lnTo>
                    <a:pt x="4010861" y="1978245"/>
                  </a:lnTo>
                  <a:lnTo>
                    <a:pt x="4082483" y="1997381"/>
                  </a:lnTo>
                  <a:lnTo>
                    <a:pt x="4154106" y="2016142"/>
                  </a:lnTo>
                  <a:lnTo>
                    <a:pt x="4225729" y="2034537"/>
                  </a:lnTo>
                  <a:lnTo>
                    <a:pt x="4297351" y="2052572"/>
                  </a:lnTo>
                  <a:lnTo>
                    <a:pt x="4368974" y="2070255"/>
                  </a:lnTo>
                  <a:lnTo>
                    <a:pt x="4440596" y="2087592"/>
                  </a:lnTo>
                  <a:lnTo>
                    <a:pt x="4512219" y="2104590"/>
                  </a:lnTo>
                  <a:lnTo>
                    <a:pt x="4583841" y="2121256"/>
                  </a:lnTo>
                  <a:lnTo>
                    <a:pt x="4655464" y="2126420"/>
                  </a:lnTo>
                  <a:lnTo>
                    <a:pt x="4727086" y="2124386"/>
                  </a:lnTo>
                  <a:lnTo>
                    <a:pt x="4798709" y="2122347"/>
                  </a:lnTo>
                  <a:lnTo>
                    <a:pt x="4870331" y="2120302"/>
                  </a:lnTo>
                  <a:lnTo>
                    <a:pt x="4941954" y="2118253"/>
                  </a:lnTo>
                  <a:lnTo>
                    <a:pt x="5013576" y="2116199"/>
                  </a:lnTo>
                  <a:lnTo>
                    <a:pt x="5085199" y="2114140"/>
                  </a:lnTo>
                  <a:lnTo>
                    <a:pt x="5156821" y="2112075"/>
                  </a:lnTo>
                  <a:lnTo>
                    <a:pt x="5228444" y="2110006"/>
                  </a:lnTo>
                  <a:lnTo>
                    <a:pt x="5300066" y="2107932"/>
                  </a:lnTo>
                  <a:lnTo>
                    <a:pt x="5371689" y="2105852"/>
                  </a:lnTo>
                  <a:lnTo>
                    <a:pt x="5443311" y="2103767"/>
                  </a:lnTo>
                  <a:lnTo>
                    <a:pt x="5514934" y="2101678"/>
                  </a:lnTo>
                  <a:lnTo>
                    <a:pt x="5586557" y="2099583"/>
                  </a:lnTo>
                  <a:lnTo>
                    <a:pt x="5658179" y="2097483"/>
                  </a:lnTo>
                  <a:lnTo>
                    <a:pt x="5729802" y="2095378"/>
                  </a:lnTo>
                  <a:lnTo>
                    <a:pt x="5801424" y="2093268"/>
                  </a:lnTo>
                  <a:lnTo>
                    <a:pt x="5873047" y="2091152"/>
                  </a:lnTo>
                  <a:lnTo>
                    <a:pt x="5944669" y="2089032"/>
                  </a:lnTo>
                  <a:lnTo>
                    <a:pt x="6016292" y="2086906"/>
                  </a:lnTo>
                  <a:lnTo>
                    <a:pt x="6087914" y="2084775"/>
                  </a:lnTo>
                  <a:lnTo>
                    <a:pt x="6159537" y="2082639"/>
                  </a:lnTo>
                  <a:lnTo>
                    <a:pt x="6231159" y="2080497"/>
                  </a:lnTo>
                  <a:lnTo>
                    <a:pt x="6302782" y="2078351"/>
                  </a:lnTo>
                  <a:lnTo>
                    <a:pt x="6374404" y="2076199"/>
                  </a:lnTo>
                  <a:lnTo>
                    <a:pt x="6446027" y="2074041"/>
                  </a:lnTo>
                  <a:lnTo>
                    <a:pt x="6517649" y="2071879"/>
                  </a:lnTo>
                  <a:lnTo>
                    <a:pt x="6589272" y="2069711"/>
                  </a:lnTo>
                  <a:lnTo>
                    <a:pt x="6660894" y="2067538"/>
                  </a:lnTo>
                  <a:lnTo>
                    <a:pt x="6732517" y="2065360"/>
                  </a:lnTo>
                  <a:lnTo>
                    <a:pt x="6804139" y="2063176"/>
                  </a:lnTo>
                  <a:lnTo>
                    <a:pt x="6875762" y="2060987"/>
                  </a:lnTo>
                  <a:lnTo>
                    <a:pt x="6947385" y="2058792"/>
                  </a:lnTo>
                  <a:lnTo>
                    <a:pt x="7019007" y="2056592"/>
                  </a:lnTo>
                  <a:lnTo>
                    <a:pt x="7090630" y="205438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4728576"/>
              <a:ext cx="7090630" cy="409832"/>
            </a:xfrm>
            <a:custGeom>
              <a:avLst/>
              <a:pathLst>
                <a:path w="7090630" h="409832">
                  <a:moveTo>
                    <a:pt x="7090630" y="409832"/>
                  </a:moveTo>
                  <a:lnTo>
                    <a:pt x="7019007" y="401481"/>
                  </a:lnTo>
                  <a:lnTo>
                    <a:pt x="6947385" y="392964"/>
                  </a:lnTo>
                  <a:lnTo>
                    <a:pt x="6875762" y="384277"/>
                  </a:lnTo>
                  <a:lnTo>
                    <a:pt x="6804139" y="375416"/>
                  </a:lnTo>
                  <a:lnTo>
                    <a:pt x="6732517" y="366379"/>
                  </a:lnTo>
                  <a:lnTo>
                    <a:pt x="6660894" y="357161"/>
                  </a:lnTo>
                  <a:lnTo>
                    <a:pt x="6589272" y="347760"/>
                  </a:lnTo>
                  <a:lnTo>
                    <a:pt x="6517649" y="338172"/>
                  </a:lnTo>
                  <a:lnTo>
                    <a:pt x="6446027" y="328392"/>
                  </a:lnTo>
                  <a:lnTo>
                    <a:pt x="6374404" y="318417"/>
                  </a:lnTo>
                  <a:lnTo>
                    <a:pt x="6302782" y="308243"/>
                  </a:lnTo>
                  <a:lnTo>
                    <a:pt x="6231159" y="297867"/>
                  </a:lnTo>
                  <a:lnTo>
                    <a:pt x="6159537" y="287283"/>
                  </a:lnTo>
                  <a:lnTo>
                    <a:pt x="6087914" y="276489"/>
                  </a:lnTo>
                  <a:lnTo>
                    <a:pt x="6016292" y="265479"/>
                  </a:lnTo>
                  <a:lnTo>
                    <a:pt x="5944669" y="254250"/>
                  </a:lnTo>
                  <a:lnTo>
                    <a:pt x="5873047" y="242797"/>
                  </a:lnTo>
                  <a:lnTo>
                    <a:pt x="5801424" y="231115"/>
                  </a:lnTo>
                  <a:lnTo>
                    <a:pt x="5729802" y="219201"/>
                  </a:lnTo>
                  <a:lnTo>
                    <a:pt x="5658179" y="207049"/>
                  </a:lnTo>
                  <a:lnTo>
                    <a:pt x="5586557" y="194655"/>
                  </a:lnTo>
                  <a:lnTo>
                    <a:pt x="5514934" y="182014"/>
                  </a:lnTo>
                  <a:lnTo>
                    <a:pt x="5443311" y="169120"/>
                  </a:lnTo>
                  <a:lnTo>
                    <a:pt x="5371689" y="155970"/>
                  </a:lnTo>
                  <a:lnTo>
                    <a:pt x="5300066" y="142557"/>
                  </a:lnTo>
                  <a:lnTo>
                    <a:pt x="5228444" y="128877"/>
                  </a:lnTo>
                  <a:lnTo>
                    <a:pt x="5156821" y="114924"/>
                  </a:lnTo>
                  <a:lnTo>
                    <a:pt x="5085199" y="100693"/>
                  </a:lnTo>
                  <a:lnTo>
                    <a:pt x="5013576" y="86179"/>
                  </a:lnTo>
                  <a:lnTo>
                    <a:pt x="4941954" y="71374"/>
                  </a:lnTo>
                  <a:lnTo>
                    <a:pt x="4870331" y="56275"/>
                  </a:lnTo>
                  <a:lnTo>
                    <a:pt x="4798709" y="40875"/>
                  </a:lnTo>
                  <a:lnTo>
                    <a:pt x="4727086" y="25167"/>
                  </a:lnTo>
                  <a:lnTo>
                    <a:pt x="4655464" y="9147"/>
                  </a:lnTo>
                  <a:lnTo>
                    <a:pt x="4583841" y="0"/>
                  </a:lnTo>
                  <a:lnTo>
                    <a:pt x="4512219" y="2024"/>
                  </a:lnTo>
                  <a:lnTo>
                    <a:pt x="4440596" y="4043"/>
                  </a:lnTo>
                  <a:lnTo>
                    <a:pt x="4368974" y="6058"/>
                  </a:lnTo>
                  <a:lnTo>
                    <a:pt x="4297351" y="8067"/>
                  </a:lnTo>
                  <a:lnTo>
                    <a:pt x="4225729" y="10072"/>
                  </a:lnTo>
                  <a:lnTo>
                    <a:pt x="4154106" y="12071"/>
                  </a:lnTo>
                  <a:lnTo>
                    <a:pt x="4082483" y="14066"/>
                  </a:lnTo>
                  <a:lnTo>
                    <a:pt x="4010861" y="16056"/>
                  </a:lnTo>
                  <a:lnTo>
                    <a:pt x="3939238" y="18041"/>
                  </a:lnTo>
                  <a:lnTo>
                    <a:pt x="3867616" y="20021"/>
                  </a:lnTo>
                  <a:lnTo>
                    <a:pt x="3795993" y="21997"/>
                  </a:lnTo>
                  <a:lnTo>
                    <a:pt x="3724371" y="23967"/>
                  </a:lnTo>
                  <a:lnTo>
                    <a:pt x="3652748" y="25933"/>
                  </a:lnTo>
                  <a:lnTo>
                    <a:pt x="3581126" y="27894"/>
                  </a:lnTo>
                  <a:lnTo>
                    <a:pt x="3509503" y="29850"/>
                  </a:lnTo>
                  <a:lnTo>
                    <a:pt x="3437881" y="31802"/>
                  </a:lnTo>
                  <a:lnTo>
                    <a:pt x="3366258" y="33748"/>
                  </a:lnTo>
                  <a:lnTo>
                    <a:pt x="3294636" y="35690"/>
                  </a:lnTo>
                  <a:lnTo>
                    <a:pt x="3223013" y="37627"/>
                  </a:lnTo>
                  <a:lnTo>
                    <a:pt x="3151391" y="39560"/>
                  </a:lnTo>
                  <a:lnTo>
                    <a:pt x="3079768" y="41487"/>
                  </a:lnTo>
                  <a:lnTo>
                    <a:pt x="3008146" y="43410"/>
                  </a:lnTo>
                  <a:lnTo>
                    <a:pt x="2936523" y="45329"/>
                  </a:lnTo>
                  <a:lnTo>
                    <a:pt x="2864901" y="47242"/>
                  </a:lnTo>
                  <a:lnTo>
                    <a:pt x="2793278" y="49151"/>
                  </a:lnTo>
                  <a:lnTo>
                    <a:pt x="2721655" y="51055"/>
                  </a:lnTo>
                  <a:lnTo>
                    <a:pt x="2650033" y="52955"/>
                  </a:lnTo>
                  <a:lnTo>
                    <a:pt x="2578410" y="54850"/>
                  </a:lnTo>
                  <a:lnTo>
                    <a:pt x="2506788" y="56740"/>
                  </a:lnTo>
                  <a:lnTo>
                    <a:pt x="2435165" y="58626"/>
                  </a:lnTo>
                  <a:lnTo>
                    <a:pt x="2363543" y="60507"/>
                  </a:lnTo>
                  <a:lnTo>
                    <a:pt x="2291920" y="62383"/>
                  </a:lnTo>
                  <a:lnTo>
                    <a:pt x="2220298" y="64255"/>
                  </a:lnTo>
                  <a:lnTo>
                    <a:pt x="2148675" y="66123"/>
                  </a:lnTo>
                  <a:lnTo>
                    <a:pt x="2077053" y="67985"/>
                  </a:lnTo>
                  <a:lnTo>
                    <a:pt x="2005430" y="69844"/>
                  </a:lnTo>
                  <a:lnTo>
                    <a:pt x="1933808" y="71697"/>
                  </a:lnTo>
                  <a:lnTo>
                    <a:pt x="1862185" y="73546"/>
                  </a:lnTo>
                  <a:lnTo>
                    <a:pt x="1790563" y="75391"/>
                  </a:lnTo>
                  <a:lnTo>
                    <a:pt x="1718940" y="77231"/>
                  </a:lnTo>
                  <a:lnTo>
                    <a:pt x="1647318" y="79067"/>
                  </a:lnTo>
                  <a:lnTo>
                    <a:pt x="1575695" y="80898"/>
                  </a:lnTo>
                  <a:lnTo>
                    <a:pt x="1504073" y="82725"/>
                  </a:lnTo>
                  <a:lnTo>
                    <a:pt x="1432450" y="84547"/>
                  </a:lnTo>
                  <a:lnTo>
                    <a:pt x="1360827" y="86365"/>
                  </a:lnTo>
                  <a:lnTo>
                    <a:pt x="1289205" y="88178"/>
                  </a:lnTo>
                  <a:lnTo>
                    <a:pt x="1217582" y="89987"/>
                  </a:lnTo>
                  <a:lnTo>
                    <a:pt x="1145960" y="91791"/>
                  </a:lnTo>
                  <a:lnTo>
                    <a:pt x="1074337" y="93591"/>
                  </a:lnTo>
                  <a:lnTo>
                    <a:pt x="1002715" y="95387"/>
                  </a:lnTo>
                  <a:lnTo>
                    <a:pt x="931092" y="97178"/>
                  </a:lnTo>
                  <a:lnTo>
                    <a:pt x="859470" y="98965"/>
                  </a:lnTo>
                  <a:lnTo>
                    <a:pt x="787847" y="100748"/>
                  </a:lnTo>
                  <a:lnTo>
                    <a:pt x="716225" y="102526"/>
                  </a:lnTo>
                  <a:lnTo>
                    <a:pt x="644602" y="104300"/>
                  </a:lnTo>
                  <a:lnTo>
                    <a:pt x="572980" y="106069"/>
                  </a:lnTo>
                  <a:lnTo>
                    <a:pt x="501357" y="107835"/>
                  </a:lnTo>
                  <a:lnTo>
                    <a:pt x="429735" y="109596"/>
                  </a:lnTo>
                  <a:lnTo>
                    <a:pt x="358112" y="111352"/>
                  </a:lnTo>
                  <a:lnTo>
                    <a:pt x="286490" y="113104"/>
                  </a:lnTo>
                  <a:lnTo>
                    <a:pt x="214867" y="114852"/>
                  </a:lnTo>
                  <a:lnTo>
                    <a:pt x="143245" y="116596"/>
                  </a:lnTo>
                  <a:lnTo>
                    <a:pt x="71622" y="118336"/>
                  </a:lnTo>
                  <a:lnTo>
                    <a:pt x="0" y="12007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109691"/>
              <a:ext cx="7090630" cy="832657"/>
            </a:xfrm>
            <a:custGeom>
              <a:avLst/>
              <a:pathLst>
                <a:path w="7090630" h="832657">
                  <a:moveTo>
                    <a:pt x="0" y="0"/>
                  </a:moveTo>
                  <a:lnTo>
                    <a:pt x="71622" y="12464"/>
                  </a:lnTo>
                  <a:lnTo>
                    <a:pt x="143245" y="24822"/>
                  </a:lnTo>
                  <a:lnTo>
                    <a:pt x="214867" y="37073"/>
                  </a:lnTo>
                  <a:lnTo>
                    <a:pt x="286490" y="49218"/>
                  </a:lnTo>
                  <a:lnTo>
                    <a:pt x="358112" y="61259"/>
                  </a:lnTo>
                  <a:lnTo>
                    <a:pt x="429735" y="73197"/>
                  </a:lnTo>
                  <a:lnTo>
                    <a:pt x="501357" y="85031"/>
                  </a:lnTo>
                  <a:lnTo>
                    <a:pt x="572980" y="96764"/>
                  </a:lnTo>
                  <a:lnTo>
                    <a:pt x="644602" y="108395"/>
                  </a:lnTo>
                  <a:lnTo>
                    <a:pt x="716225" y="119927"/>
                  </a:lnTo>
                  <a:lnTo>
                    <a:pt x="787847" y="131359"/>
                  </a:lnTo>
                  <a:lnTo>
                    <a:pt x="859470" y="142693"/>
                  </a:lnTo>
                  <a:lnTo>
                    <a:pt x="931092" y="153929"/>
                  </a:lnTo>
                  <a:lnTo>
                    <a:pt x="1002715" y="165068"/>
                  </a:lnTo>
                  <a:lnTo>
                    <a:pt x="1074337" y="176112"/>
                  </a:lnTo>
                  <a:lnTo>
                    <a:pt x="1145960" y="187060"/>
                  </a:lnTo>
                  <a:lnTo>
                    <a:pt x="1217582" y="197914"/>
                  </a:lnTo>
                  <a:lnTo>
                    <a:pt x="1289205" y="208675"/>
                  </a:lnTo>
                  <a:lnTo>
                    <a:pt x="1360827" y="219342"/>
                  </a:lnTo>
                  <a:lnTo>
                    <a:pt x="1432450" y="229919"/>
                  </a:lnTo>
                  <a:lnTo>
                    <a:pt x="1504073" y="240404"/>
                  </a:lnTo>
                  <a:lnTo>
                    <a:pt x="1575695" y="250798"/>
                  </a:lnTo>
                  <a:lnTo>
                    <a:pt x="1647318" y="261103"/>
                  </a:lnTo>
                  <a:lnTo>
                    <a:pt x="1718940" y="271320"/>
                  </a:lnTo>
                  <a:lnTo>
                    <a:pt x="1790563" y="281448"/>
                  </a:lnTo>
                  <a:lnTo>
                    <a:pt x="1862185" y="291490"/>
                  </a:lnTo>
                  <a:lnTo>
                    <a:pt x="1933808" y="301444"/>
                  </a:lnTo>
                  <a:lnTo>
                    <a:pt x="2005430" y="311314"/>
                  </a:lnTo>
                  <a:lnTo>
                    <a:pt x="2077053" y="321098"/>
                  </a:lnTo>
                  <a:lnTo>
                    <a:pt x="2148675" y="330798"/>
                  </a:lnTo>
                  <a:lnTo>
                    <a:pt x="2220298" y="340414"/>
                  </a:lnTo>
                  <a:lnTo>
                    <a:pt x="2291920" y="349947"/>
                  </a:lnTo>
                  <a:lnTo>
                    <a:pt x="2363543" y="359399"/>
                  </a:lnTo>
                  <a:lnTo>
                    <a:pt x="2435165" y="368769"/>
                  </a:lnTo>
                  <a:lnTo>
                    <a:pt x="2506788" y="378058"/>
                  </a:lnTo>
                  <a:lnTo>
                    <a:pt x="2578410" y="387268"/>
                  </a:lnTo>
                  <a:lnTo>
                    <a:pt x="2650033" y="396398"/>
                  </a:lnTo>
                  <a:lnTo>
                    <a:pt x="2721655" y="405449"/>
                  </a:lnTo>
                  <a:lnTo>
                    <a:pt x="2793278" y="414423"/>
                  </a:lnTo>
                  <a:lnTo>
                    <a:pt x="2864901" y="423319"/>
                  </a:lnTo>
                  <a:lnTo>
                    <a:pt x="2936523" y="432139"/>
                  </a:lnTo>
                  <a:lnTo>
                    <a:pt x="3008146" y="440882"/>
                  </a:lnTo>
                  <a:lnTo>
                    <a:pt x="3079768" y="449551"/>
                  </a:lnTo>
                  <a:lnTo>
                    <a:pt x="3151391" y="458144"/>
                  </a:lnTo>
                  <a:lnTo>
                    <a:pt x="3223013" y="466664"/>
                  </a:lnTo>
                  <a:lnTo>
                    <a:pt x="3294636" y="475111"/>
                  </a:lnTo>
                  <a:lnTo>
                    <a:pt x="3366258" y="483484"/>
                  </a:lnTo>
                  <a:lnTo>
                    <a:pt x="3437881" y="491786"/>
                  </a:lnTo>
                  <a:lnTo>
                    <a:pt x="3509503" y="500016"/>
                  </a:lnTo>
                  <a:lnTo>
                    <a:pt x="3581126" y="508175"/>
                  </a:lnTo>
                  <a:lnTo>
                    <a:pt x="3652748" y="516264"/>
                  </a:lnTo>
                  <a:lnTo>
                    <a:pt x="3724371" y="524283"/>
                  </a:lnTo>
                  <a:lnTo>
                    <a:pt x="3795993" y="532234"/>
                  </a:lnTo>
                  <a:lnTo>
                    <a:pt x="3867616" y="540115"/>
                  </a:lnTo>
                  <a:lnTo>
                    <a:pt x="3939238" y="547929"/>
                  </a:lnTo>
                  <a:lnTo>
                    <a:pt x="4010861" y="555676"/>
                  </a:lnTo>
                  <a:lnTo>
                    <a:pt x="4082483" y="563356"/>
                  </a:lnTo>
                  <a:lnTo>
                    <a:pt x="4154106" y="570970"/>
                  </a:lnTo>
                  <a:lnTo>
                    <a:pt x="4225729" y="578518"/>
                  </a:lnTo>
                  <a:lnTo>
                    <a:pt x="4297351" y="586001"/>
                  </a:lnTo>
                  <a:lnTo>
                    <a:pt x="4368974" y="593420"/>
                  </a:lnTo>
                  <a:lnTo>
                    <a:pt x="4440596" y="600775"/>
                  </a:lnTo>
                  <a:lnTo>
                    <a:pt x="4512219" y="608066"/>
                  </a:lnTo>
                  <a:lnTo>
                    <a:pt x="4583841" y="615295"/>
                  </a:lnTo>
                  <a:lnTo>
                    <a:pt x="4655464" y="622462"/>
                  </a:lnTo>
                  <a:lnTo>
                    <a:pt x="4727086" y="629567"/>
                  </a:lnTo>
                  <a:lnTo>
                    <a:pt x="4798709" y="636610"/>
                  </a:lnTo>
                  <a:lnTo>
                    <a:pt x="4870331" y="643593"/>
                  </a:lnTo>
                  <a:lnTo>
                    <a:pt x="4941954" y="650516"/>
                  </a:lnTo>
                  <a:lnTo>
                    <a:pt x="5013576" y="657379"/>
                  </a:lnTo>
                  <a:lnTo>
                    <a:pt x="5085199" y="664184"/>
                  </a:lnTo>
                  <a:lnTo>
                    <a:pt x="5156821" y="670929"/>
                  </a:lnTo>
                  <a:lnTo>
                    <a:pt x="5228444" y="677617"/>
                  </a:lnTo>
                  <a:lnTo>
                    <a:pt x="5300066" y="684247"/>
                  </a:lnTo>
                  <a:lnTo>
                    <a:pt x="5371689" y="690819"/>
                  </a:lnTo>
                  <a:lnTo>
                    <a:pt x="5443311" y="697336"/>
                  </a:lnTo>
                  <a:lnTo>
                    <a:pt x="5514934" y="703796"/>
                  </a:lnTo>
                  <a:lnTo>
                    <a:pt x="5586557" y="710200"/>
                  </a:lnTo>
                  <a:lnTo>
                    <a:pt x="5658179" y="716550"/>
                  </a:lnTo>
                  <a:lnTo>
                    <a:pt x="5729802" y="722844"/>
                  </a:lnTo>
                  <a:lnTo>
                    <a:pt x="5801424" y="729085"/>
                  </a:lnTo>
                  <a:lnTo>
                    <a:pt x="5873047" y="735271"/>
                  </a:lnTo>
                  <a:lnTo>
                    <a:pt x="5944669" y="741405"/>
                  </a:lnTo>
                  <a:lnTo>
                    <a:pt x="6016292" y="747485"/>
                  </a:lnTo>
                  <a:lnTo>
                    <a:pt x="6087914" y="753514"/>
                  </a:lnTo>
                  <a:lnTo>
                    <a:pt x="6159537" y="759490"/>
                  </a:lnTo>
                  <a:lnTo>
                    <a:pt x="6231159" y="765415"/>
                  </a:lnTo>
                  <a:lnTo>
                    <a:pt x="6302782" y="771289"/>
                  </a:lnTo>
                  <a:lnTo>
                    <a:pt x="6374404" y="777112"/>
                  </a:lnTo>
                  <a:lnTo>
                    <a:pt x="6446027" y="782885"/>
                  </a:lnTo>
                  <a:lnTo>
                    <a:pt x="6517649" y="788609"/>
                  </a:lnTo>
                  <a:lnTo>
                    <a:pt x="6589272" y="794283"/>
                  </a:lnTo>
                  <a:lnTo>
                    <a:pt x="6660894" y="799908"/>
                  </a:lnTo>
                  <a:lnTo>
                    <a:pt x="6732517" y="805485"/>
                  </a:lnTo>
                  <a:lnTo>
                    <a:pt x="6804139" y="811014"/>
                  </a:lnTo>
                  <a:lnTo>
                    <a:pt x="6875762" y="816495"/>
                  </a:lnTo>
                  <a:lnTo>
                    <a:pt x="6947385" y="821929"/>
                  </a:lnTo>
                  <a:lnTo>
                    <a:pt x="7019007" y="827316"/>
                  </a:lnTo>
                  <a:lnTo>
                    <a:pt x="7090630" y="83265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837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585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86419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12082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68869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17578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1.13 (0.97-1.32), p_Bonf = 0.759 (n = 6)  |  per IQR decline (Δ = 21.9): 1.31 (0.93-1.84)  |  IQR: [-10.5, 11.4]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2026-10-08T10:07:50Z</dcterms:modified>
  <cp:category/>
</cp:coreProperties>
</file>