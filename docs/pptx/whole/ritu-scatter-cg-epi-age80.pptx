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24151"/>
              <a:ext cx="6565893" cy="2179317"/>
            </a:xfrm>
            <a:custGeom>
              <a:avLst/>
              <a:pathLst>
                <a:path w="6565893" h="21793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  <a:lnTo>
                    <a:pt x="6565893" y="200373"/>
                  </a:lnTo>
                  <a:lnTo>
                    <a:pt x="6482780" y="223886"/>
                  </a:lnTo>
                  <a:lnTo>
                    <a:pt x="6399668" y="247402"/>
                  </a:lnTo>
                  <a:lnTo>
                    <a:pt x="6316555" y="270922"/>
                  </a:lnTo>
                  <a:lnTo>
                    <a:pt x="6233442" y="294445"/>
                  </a:lnTo>
                  <a:lnTo>
                    <a:pt x="6150330" y="317971"/>
                  </a:lnTo>
                  <a:lnTo>
                    <a:pt x="6067217" y="341502"/>
                  </a:lnTo>
                  <a:lnTo>
                    <a:pt x="5984105" y="365036"/>
                  </a:lnTo>
                  <a:lnTo>
                    <a:pt x="5900992" y="388576"/>
                  </a:lnTo>
                  <a:lnTo>
                    <a:pt x="5817880" y="412120"/>
                  </a:lnTo>
                  <a:lnTo>
                    <a:pt x="5734767" y="435669"/>
                  </a:lnTo>
                  <a:lnTo>
                    <a:pt x="5651654" y="459224"/>
                  </a:lnTo>
                  <a:lnTo>
                    <a:pt x="5568542" y="482785"/>
                  </a:lnTo>
                  <a:lnTo>
                    <a:pt x="5485429" y="506352"/>
                  </a:lnTo>
                  <a:lnTo>
                    <a:pt x="5402317" y="529926"/>
                  </a:lnTo>
                  <a:lnTo>
                    <a:pt x="5319204" y="553508"/>
                  </a:lnTo>
                  <a:lnTo>
                    <a:pt x="5236092" y="577098"/>
                  </a:lnTo>
                  <a:lnTo>
                    <a:pt x="5152979" y="600696"/>
                  </a:lnTo>
                  <a:lnTo>
                    <a:pt x="5069866" y="624304"/>
                  </a:lnTo>
                  <a:lnTo>
                    <a:pt x="4986754" y="647922"/>
                  </a:lnTo>
                  <a:lnTo>
                    <a:pt x="4903641" y="671551"/>
                  </a:lnTo>
                  <a:lnTo>
                    <a:pt x="4820529" y="695193"/>
                  </a:lnTo>
                  <a:lnTo>
                    <a:pt x="4737416" y="718848"/>
                  </a:lnTo>
                  <a:lnTo>
                    <a:pt x="4654304" y="742517"/>
                  </a:lnTo>
                  <a:lnTo>
                    <a:pt x="4571191" y="766203"/>
                  </a:lnTo>
                  <a:lnTo>
                    <a:pt x="4488078" y="789905"/>
                  </a:lnTo>
                  <a:lnTo>
                    <a:pt x="4404966" y="813628"/>
                  </a:lnTo>
                  <a:lnTo>
                    <a:pt x="4321853" y="837372"/>
                  </a:lnTo>
                  <a:lnTo>
                    <a:pt x="4238741" y="861139"/>
                  </a:lnTo>
                  <a:lnTo>
                    <a:pt x="4155628" y="884933"/>
                  </a:lnTo>
                  <a:lnTo>
                    <a:pt x="4072516" y="908755"/>
                  </a:lnTo>
                  <a:lnTo>
                    <a:pt x="3989403" y="932610"/>
                  </a:lnTo>
                  <a:lnTo>
                    <a:pt x="3906290" y="956502"/>
                  </a:lnTo>
                  <a:lnTo>
                    <a:pt x="3823178" y="980434"/>
                  </a:lnTo>
                  <a:lnTo>
                    <a:pt x="3740065" y="1004410"/>
                  </a:lnTo>
                  <a:lnTo>
                    <a:pt x="3656953" y="1028438"/>
                  </a:lnTo>
                  <a:lnTo>
                    <a:pt x="3573840" y="1052521"/>
                  </a:lnTo>
                  <a:lnTo>
                    <a:pt x="3490728" y="1076668"/>
                  </a:lnTo>
                  <a:lnTo>
                    <a:pt x="3407615" y="1100885"/>
                  </a:lnTo>
                  <a:lnTo>
                    <a:pt x="3324502" y="1125181"/>
                  </a:lnTo>
                  <a:lnTo>
                    <a:pt x="3241390" y="1149564"/>
                  </a:lnTo>
                  <a:lnTo>
                    <a:pt x="3158277" y="1174044"/>
                  </a:lnTo>
                  <a:lnTo>
                    <a:pt x="3075165" y="1198631"/>
                  </a:lnTo>
                  <a:lnTo>
                    <a:pt x="2992052" y="1223333"/>
                  </a:lnTo>
                  <a:lnTo>
                    <a:pt x="2908940" y="1248160"/>
                  </a:lnTo>
                  <a:lnTo>
                    <a:pt x="2825827" y="1273121"/>
                  </a:lnTo>
                  <a:lnTo>
                    <a:pt x="2742714" y="1298223"/>
                  </a:lnTo>
                  <a:lnTo>
                    <a:pt x="2659602" y="1323471"/>
                  </a:lnTo>
                  <a:lnTo>
                    <a:pt x="2576489" y="1348870"/>
                  </a:lnTo>
                  <a:lnTo>
                    <a:pt x="2493377" y="1374419"/>
                  </a:lnTo>
                  <a:lnTo>
                    <a:pt x="2410264" y="1400118"/>
                  </a:lnTo>
                  <a:lnTo>
                    <a:pt x="2327152" y="1425961"/>
                  </a:lnTo>
                  <a:lnTo>
                    <a:pt x="2244039" y="1451945"/>
                  </a:lnTo>
                  <a:lnTo>
                    <a:pt x="2160926" y="1478059"/>
                  </a:lnTo>
                  <a:lnTo>
                    <a:pt x="2077814" y="1504296"/>
                  </a:lnTo>
                  <a:lnTo>
                    <a:pt x="1994701" y="1530647"/>
                  </a:lnTo>
                  <a:lnTo>
                    <a:pt x="1911589" y="1557101"/>
                  </a:lnTo>
                  <a:lnTo>
                    <a:pt x="1828476" y="1583650"/>
                  </a:lnTo>
                  <a:lnTo>
                    <a:pt x="1745364" y="1610283"/>
                  </a:lnTo>
                  <a:lnTo>
                    <a:pt x="1662251" y="1636992"/>
                  </a:lnTo>
                  <a:lnTo>
                    <a:pt x="1579138" y="1663770"/>
                  </a:lnTo>
                  <a:lnTo>
                    <a:pt x="1496026" y="1690610"/>
                  </a:lnTo>
                  <a:lnTo>
                    <a:pt x="1412913" y="1717504"/>
                  </a:lnTo>
                  <a:lnTo>
                    <a:pt x="1329801" y="1744447"/>
                  </a:lnTo>
                  <a:lnTo>
                    <a:pt x="1246688" y="1771434"/>
                  </a:lnTo>
                  <a:lnTo>
                    <a:pt x="1163576" y="1798460"/>
                  </a:lnTo>
                  <a:lnTo>
                    <a:pt x="1080463" y="1825521"/>
                  </a:lnTo>
                  <a:lnTo>
                    <a:pt x="997350" y="1852613"/>
                  </a:lnTo>
                  <a:lnTo>
                    <a:pt x="914238" y="1879734"/>
                  </a:lnTo>
                  <a:lnTo>
                    <a:pt x="831125" y="1906880"/>
                  </a:lnTo>
                  <a:lnTo>
                    <a:pt x="748013" y="1934050"/>
                  </a:lnTo>
                  <a:lnTo>
                    <a:pt x="664900" y="1961240"/>
                  </a:lnTo>
                  <a:lnTo>
                    <a:pt x="581788" y="1988449"/>
                  </a:lnTo>
                  <a:lnTo>
                    <a:pt x="498675" y="2015675"/>
                  </a:lnTo>
                  <a:lnTo>
                    <a:pt x="415562" y="2042917"/>
                  </a:lnTo>
                  <a:lnTo>
                    <a:pt x="332450" y="2070173"/>
                  </a:lnTo>
                  <a:lnTo>
                    <a:pt x="249337" y="2097442"/>
                  </a:lnTo>
                  <a:lnTo>
                    <a:pt x="166225" y="2124723"/>
                  </a:lnTo>
                  <a:lnTo>
                    <a:pt x="83112" y="2152015"/>
                  </a:lnTo>
                  <a:lnTo>
                    <a:pt x="0" y="217931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24151"/>
              <a:ext cx="6565893" cy="2042717"/>
            </a:xfrm>
            <a:custGeom>
              <a:avLst/>
              <a:pathLst>
                <a:path w="6565893" h="20427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4524"/>
              <a:ext cx="6565893" cy="1978943"/>
            </a:xfrm>
            <a:custGeom>
              <a:avLst/>
              <a:pathLst>
                <a:path w="6565893" h="1978943">
                  <a:moveTo>
                    <a:pt x="6565893" y="0"/>
                  </a:moveTo>
                  <a:lnTo>
                    <a:pt x="6482780" y="23512"/>
                  </a:lnTo>
                  <a:lnTo>
                    <a:pt x="6399668" y="47029"/>
                  </a:lnTo>
                  <a:lnTo>
                    <a:pt x="6316555" y="70548"/>
                  </a:lnTo>
                  <a:lnTo>
                    <a:pt x="6233442" y="94071"/>
                  </a:lnTo>
                  <a:lnTo>
                    <a:pt x="6150330" y="117597"/>
                  </a:lnTo>
                  <a:lnTo>
                    <a:pt x="6067217" y="141128"/>
                  </a:lnTo>
                  <a:lnTo>
                    <a:pt x="5984105" y="164663"/>
                  </a:lnTo>
                  <a:lnTo>
                    <a:pt x="5900992" y="188202"/>
                  </a:lnTo>
                  <a:lnTo>
                    <a:pt x="5817880" y="211746"/>
                  </a:lnTo>
                  <a:lnTo>
                    <a:pt x="5734767" y="235295"/>
                  </a:lnTo>
                  <a:lnTo>
                    <a:pt x="5651654" y="258850"/>
                  </a:lnTo>
                  <a:lnTo>
                    <a:pt x="5568542" y="282411"/>
                  </a:lnTo>
                  <a:lnTo>
                    <a:pt x="5485429" y="305978"/>
                  </a:lnTo>
                  <a:lnTo>
                    <a:pt x="5402317" y="329553"/>
                  </a:lnTo>
                  <a:lnTo>
                    <a:pt x="5319204" y="353134"/>
                  </a:lnTo>
                  <a:lnTo>
                    <a:pt x="5236092" y="376724"/>
                  </a:lnTo>
                  <a:lnTo>
                    <a:pt x="5152979" y="400322"/>
                  </a:lnTo>
                  <a:lnTo>
                    <a:pt x="5069866" y="423930"/>
                  </a:lnTo>
                  <a:lnTo>
                    <a:pt x="4986754" y="447548"/>
                  </a:lnTo>
                  <a:lnTo>
                    <a:pt x="4903641" y="471178"/>
                  </a:lnTo>
                  <a:lnTo>
                    <a:pt x="4820529" y="494819"/>
                  </a:lnTo>
                  <a:lnTo>
                    <a:pt x="4737416" y="518474"/>
                  </a:lnTo>
                  <a:lnTo>
                    <a:pt x="4654304" y="542143"/>
                  </a:lnTo>
                  <a:lnTo>
                    <a:pt x="4571191" y="565829"/>
                  </a:lnTo>
                  <a:lnTo>
                    <a:pt x="4488078" y="589532"/>
                  </a:lnTo>
                  <a:lnTo>
                    <a:pt x="4404966" y="613254"/>
                  </a:lnTo>
                  <a:lnTo>
                    <a:pt x="4321853" y="636998"/>
                  </a:lnTo>
                  <a:lnTo>
                    <a:pt x="4238741" y="660765"/>
                  </a:lnTo>
                  <a:lnTo>
                    <a:pt x="4155628" y="684559"/>
                  </a:lnTo>
                  <a:lnTo>
                    <a:pt x="4072516" y="708381"/>
                  </a:lnTo>
                  <a:lnTo>
                    <a:pt x="3989403" y="732237"/>
                  </a:lnTo>
                  <a:lnTo>
                    <a:pt x="3906290" y="756128"/>
                  </a:lnTo>
                  <a:lnTo>
                    <a:pt x="3823178" y="780060"/>
                  </a:lnTo>
                  <a:lnTo>
                    <a:pt x="3740065" y="804036"/>
                  </a:lnTo>
                  <a:lnTo>
                    <a:pt x="3656953" y="828064"/>
                  </a:lnTo>
                  <a:lnTo>
                    <a:pt x="3573840" y="852147"/>
                  </a:lnTo>
                  <a:lnTo>
                    <a:pt x="3490728" y="876294"/>
                  </a:lnTo>
                  <a:lnTo>
                    <a:pt x="3407615" y="900511"/>
                  </a:lnTo>
                  <a:lnTo>
                    <a:pt x="3324502" y="924807"/>
                  </a:lnTo>
                  <a:lnTo>
                    <a:pt x="3241390" y="949191"/>
                  </a:lnTo>
                  <a:lnTo>
                    <a:pt x="3158277" y="973671"/>
                  </a:lnTo>
                  <a:lnTo>
                    <a:pt x="3075165" y="998257"/>
                  </a:lnTo>
                  <a:lnTo>
                    <a:pt x="2992052" y="1022959"/>
                  </a:lnTo>
                  <a:lnTo>
                    <a:pt x="2908940" y="1047786"/>
                  </a:lnTo>
                  <a:lnTo>
                    <a:pt x="2825827" y="1072747"/>
                  </a:lnTo>
                  <a:lnTo>
                    <a:pt x="2742714" y="1097849"/>
                  </a:lnTo>
                  <a:lnTo>
                    <a:pt x="2659602" y="1123098"/>
                  </a:lnTo>
                  <a:lnTo>
                    <a:pt x="2576489" y="1148496"/>
                  </a:lnTo>
                  <a:lnTo>
                    <a:pt x="2493377" y="1174045"/>
                  </a:lnTo>
                  <a:lnTo>
                    <a:pt x="2410264" y="1199744"/>
                  </a:lnTo>
                  <a:lnTo>
                    <a:pt x="2327152" y="1225588"/>
                  </a:lnTo>
                  <a:lnTo>
                    <a:pt x="2244039" y="1251571"/>
                  </a:lnTo>
                  <a:lnTo>
                    <a:pt x="2160926" y="1277685"/>
                  </a:lnTo>
                  <a:lnTo>
                    <a:pt x="2077814" y="1303923"/>
                  </a:lnTo>
                  <a:lnTo>
                    <a:pt x="1994701" y="1330273"/>
                  </a:lnTo>
                  <a:lnTo>
                    <a:pt x="1911589" y="1356727"/>
                  </a:lnTo>
                  <a:lnTo>
                    <a:pt x="1828476" y="1383276"/>
                  </a:lnTo>
                  <a:lnTo>
                    <a:pt x="1745364" y="1409909"/>
                  </a:lnTo>
                  <a:lnTo>
                    <a:pt x="1662251" y="1436619"/>
                  </a:lnTo>
                  <a:lnTo>
                    <a:pt x="1579138" y="1463397"/>
                  </a:lnTo>
                  <a:lnTo>
                    <a:pt x="1496026" y="1490236"/>
                  </a:lnTo>
                  <a:lnTo>
                    <a:pt x="1412913" y="1517130"/>
                  </a:lnTo>
                  <a:lnTo>
                    <a:pt x="1329801" y="1544073"/>
                  </a:lnTo>
                  <a:lnTo>
                    <a:pt x="1246688" y="1571060"/>
                  </a:lnTo>
                  <a:lnTo>
                    <a:pt x="1163576" y="1598086"/>
                  </a:lnTo>
                  <a:lnTo>
                    <a:pt x="1080463" y="1625147"/>
                  </a:lnTo>
                  <a:lnTo>
                    <a:pt x="997350" y="1652239"/>
                  </a:lnTo>
                  <a:lnTo>
                    <a:pt x="914238" y="1679360"/>
                  </a:lnTo>
                  <a:lnTo>
                    <a:pt x="831125" y="1706506"/>
                  </a:lnTo>
                  <a:lnTo>
                    <a:pt x="748013" y="1733676"/>
                  </a:lnTo>
                  <a:lnTo>
                    <a:pt x="664900" y="1760866"/>
                  </a:lnTo>
                  <a:lnTo>
                    <a:pt x="581788" y="1788075"/>
                  </a:lnTo>
                  <a:lnTo>
                    <a:pt x="498675" y="1815301"/>
                  </a:lnTo>
                  <a:lnTo>
                    <a:pt x="415562" y="1842543"/>
                  </a:lnTo>
                  <a:lnTo>
                    <a:pt x="332450" y="1869799"/>
                  </a:lnTo>
                  <a:lnTo>
                    <a:pt x="249337" y="1897068"/>
                  </a:lnTo>
                  <a:lnTo>
                    <a:pt x="166225" y="1924349"/>
                  </a:lnTo>
                  <a:lnTo>
                    <a:pt x="83112" y="1951641"/>
                  </a:lnTo>
                  <a:lnTo>
                    <a:pt x="0" y="1978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24337"/>
              <a:ext cx="6565893" cy="2010830"/>
            </a:xfrm>
            <a:custGeom>
              <a:avLst/>
              <a:pathLst>
                <a:path w="6565893" h="2010830">
                  <a:moveTo>
                    <a:pt x="0" y="2010830"/>
                  </a:moveTo>
                  <a:lnTo>
                    <a:pt x="83112" y="1985377"/>
                  </a:lnTo>
                  <a:lnTo>
                    <a:pt x="166225" y="1959923"/>
                  </a:lnTo>
                  <a:lnTo>
                    <a:pt x="249337" y="1934469"/>
                  </a:lnTo>
                  <a:lnTo>
                    <a:pt x="332450" y="1909016"/>
                  </a:lnTo>
                  <a:lnTo>
                    <a:pt x="415562" y="1883562"/>
                  </a:lnTo>
                  <a:lnTo>
                    <a:pt x="498675" y="1858109"/>
                  </a:lnTo>
                  <a:lnTo>
                    <a:pt x="581788" y="1832655"/>
                  </a:lnTo>
                  <a:lnTo>
                    <a:pt x="664900" y="1807202"/>
                  </a:lnTo>
                  <a:lnTo>
                    <a:pt x="748013" y="1781748"/>
                  </a:lnTo>
                  <a:lnTo>
                    <a:pt x="831125" y="1756295"/>
                  </a:lnTo>
                  <a:lnTo>
                    <a:pt x="914238" y="1730841"/>
                  </a:lnTo>
                  <a:lnTo>
                    <a:pt x="997350" y="1705387"/>
                  </a:lnTo>
                  <a:lnTo>
                    <a:pt x="1080463" y="1679934"/>
                  </a:lnTo>
                  <a:lnTo>
                    <a:pt x="1163576" y="1654480"/>
                  </a:lnTo>
                  <a:lnTo>
                    <a:pt x="1246688" y="1629027"/>
                  </a:lnTo>
                  <a:lnTo>
                    <a:pt x="1329801" y="1603573"/>
                  </a:lnTo>
                  <a:lnTo>
                    <a:pt x="1412913" y="1578120"/>
                  </a:lnTo>
                  <a:lnTo>
                    <a:pt x="1496026" y="1552666"/>
                  </a:lnTo>
                  <a:lnTo>
                    <a:pt x="1579138" y="1527213"/>
                  </a:lnTo>
                  <a:lnTo>
                    <a:pt x="1662251" y="1501759"/>
                  </a:lnTo>
                  <a:lnTo>
                    <a:pt x="1745364" y="1476305"/>
                  </a:lnTo>
                  <a:lnTo>
                    <a:pt x="1828476" y="1450852"/>
                  </a:lnTo>
                  <a:lnTo>
                    <a:pt x="1911589" y="1425398"/>
                  </a:lnTo>
                  <a:lnTo>
                    <a:pt x="1994701" y="1399945"/>
                  </a:lnTo>
                  <a:lnTo>
                    <a:pt x="2077814" y="1374491"/>
                  </a:lnTo>
                  <a:lnTo>
                    <a:pt x="2160926" y="1349038"/>
                  </a:lnTo>
                  <a:lnTo>
                    <a:pt x="2244039" y="1323584"/>
                  </a:lnTo>
                  <a:lnTo>
                    <a:pt x="2327152" y="1298131"/>
                  </a:lnTo>
                  <a:lnTo>
                    <a:pt x="2410264" y="1272677"/>
                  </a:lnTo>
                  <a:lnTo>
                    <a:pt x="2493377" y="1247224"/>
                  </a:lnTo>
                  <a:lnTo>
                    <a:pt x="2576489" y="1221770"/>
                  </a:lnTo>
                  <a:lnTo>
                    <a:pt x="2659602" y="1196316"/>
                  </a:lnTo>
                  <a:lnTo>
                    <a:pt x="2742714" y="1170863"/>
                  </a:lnTo>
                  <a:lnTo>
                    <a:pt x="2825827" y="1145409"/>
                  </a:lnTo>
                  <a:lnTo>
                    <a:pt x="2908940" y="1119956"/>
                  </a:lnTo>
                  <a:lnTo>
                    <a:pt x="2992052" y="1094502"/>
                  </a:lnTo>
                  <a:lnTo>
                    <a:pt x="3075165" y="1069049"/>
                  </a:lnTo>
                  <a:lnTo>
                    <a:pt x="3158277" y="1043595"/>
                  </a:lnTo>
                  <a:lnTo>
                    <a:pt x="3241390" y="1018142"/>
                  </a:lnTo>
                  <a:lnTo>
                    <a:pt x="3324502" y="992688"/>
                  </a:lnTo>
                  <a:lnTo>
                    <a:pt x="3407615" y="967234"/>
                  </a:lnTo>
                  <a:lnTo>
                    <a:pt x="3490728" y="941781"/>
                  </a:lnTo>
                  <a:lnTo>
                    <a:pt x="3573840" y="916327"/>
                  </a:lnTo>
                  <a:lnTo>
                    <a:pt x="3656953" y="890874"/>
                  </a:lnTo>
                  <a:lnTo>
                    <a:pt x="3740065" y="865420"/>
                  </a:lnTo>
                  <a:lnTo>
                    <a:pt x="3823178" y="839967"/>
                  </a:lnTo>
                  <a:lnTo>
                    <a:pt x="3906290" y="814513"/>
                  </a:lnTo>
                  <a:lnTo>
                    <a:pt x="3989403" y="789060"/>
                  </a:lnTo>
                  <a:lnTo>
                    <a:pt x="4072516" y="763606"/>
                  </a:lnTo>
                  <a:lnTo>
                    <a:pt x="4155628" y="738152"/>
                  </a:lnTo>
                  <a:lnTo>
                    <a:pt x="4238741" y="712699"/>
                  </a:lnTo>
                  <a:lnTo>
                    <a:pt x="4321853" y="687245"/>
                  </a:lnTo>
                  <a:lnTo>
                    <a:pt x="4404966" y="661792"/>
                  </a:lnTo>
                  <a:lnTo>
                    <a:pt x="4488078" y="636338"/>
                  </a:lnTo>
                  <a:lnTo>
                    <a:pt x="4571191" y="610885"/>
                  </a:lnTo>
                  <a:lnTo>
                    <a:pt x="4654304" y="585431"/>
                  </a:lnTo>
                  <a:lnTo>
                    <a:pt x="4737416" y="559978"/>
                  </a:lnTo>
                  <a:lnTo>
                    <a:pt x="4820529" y="534524"/>
                  </a:lnTo>
                  <a:lnTo>
                    <a:pt x="4903641" y="509071"/>
                  </a:lnTo>
                  <a:lnTo>
                    <a:pt x="4986754" y="483617"/>
                  </a:lnTo>
                  <a:lnTo>
                    <a:pt x="5069866" y="458163"/>
                  </a:lnTo>
                  <a:lnTo>
                    <a:pt x="5152979" y="432710"/>
                  </a:lnTo>
                  <a:lnTo>
                    <a:pt x="5236092" y="407256"/>
                  </a:lnTo>
                  <a:lnTo>
                    <a:pt x="5319204" y="381803"/>
                  </a:lnTo>
                  <a:lnTo>
                    <a:pt x="5402317" y="356349"/>
                  </a:lnTo>
                  <a:lnTo>
                    <a:pt x="5485429" y="330896"/>
                  </a:lnTo>
                  <a:lnTo>
                    <a:pt x="5568542" y="305442"/>
                  </a:lnTo>
                  <a:lnTo>
                    <a:pt x="5651654" y="279989"/>
                  </a:lnTo>
                  <a:lnTo>
                    <a:pt x="5734767" y="254535"/>
                  </a:lnTo>
                  <a:lnTo>
                    <a:pt x="5817880" y="229081"/>
                  </a:lnTo>
                  <a:lnTo>
                    <a:pt x="5900992" y="203628"/>
                  </a:lnTo>
                  <a:lnTo>
                    <a:pt x="5984105" y="178174"/>
                  </a:lnTo>
                  <a:lnTo>
                    <a:pt x="6067217" y="152721"/>
                  </a:lnTo>
                  <a:lnTo>
                    <a:pt x="6150330" y="127267"/>
                  </a:lnTo>
                  <a:lnTo>
                    <a:pt x="6233442" y="101814"/>
                  </a:lnTo>
                  <a:lnTo>
                    <a:pt x="6316555" y="76360"/>
                  </a:lnTo>
                  <a:lnTo>
                    <a:pt x="6399668" y="50907"/>
                  </a:lnTo>
                  <a:lnTo>
                    <a:pt x="6482780" y="25453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+34.6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322,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2026-10-09T13:14:15Z</dcterms:modified>
  <cp:category/>
</cp:coreProperties>
</file>