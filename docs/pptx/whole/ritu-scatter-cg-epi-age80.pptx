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1985667" y="2621305"/>
              <a:ext cx="6565893" cy="2186239"/>
            </a:xfrm>
            <a:custGeom>
              <a:avLst/>
              <a:pathLst>
                <a:path w="6565893" h="2186239">
                  <a:moveTo>
                    <a:pt x="0" y="2049411"/>
                  </a:moveTo>
                  <a:lnTo>
                    <a:pt x="83112" y="2025729"/>
                  </a:lnTo>
                  <a:lnTo>
                    <a:pt x="166225" y="2002037"/>
                  </a:lnTo>
                  <a:lnTo>
                    <a:pt x="249337" y="1978333"/>
                  </a:lnTo>
                  <a:lnTo>
                    <a:pt x="332450" y="1954618"/>
                  </a:lnTo>
                  <a:lnTo>
                    <a:pt x="415562" y="1930889"/>
                  </a:lnTo>
                  <a:lnTo>
                    <a:pt x="498675" y="1907147"/>
                  </a:lnTo>
                  <a:lnTo>
                    <a:pt x="581788" y="1883388"/>
                  </a:lnTo>
                  <a:lnTo>
                    <a:pt x="664900" y="1859613"/>
                  </a:lnTo>
                  <a:lnTo>
                    <a:pt x="748013" y="1835818"/>
                  </a:lnTo>
                  <a:lnTo>
                    <a:pt x="831125" y="1812002"/>
                  </a:lnTo>
                  <a:lnTo>
                    <a:pt x="914238" y="1788164"/>
                  </a:lnTo>
                  <a:lnTo>
                    <a:pt x="997350" y="1764299"/>
                  </a:lnTo>
                  <a:lnTo>
                    <a:pt x="1080463" y="1740407"/>
                  </a:lnTo>
                  <a:lnTo>
                    <a:pt x="1163576" y="1716482"/>
                  </a:lnTo>
                  <a:lnTo>
                    <a:pt x="1246688" y="1692522"/>
                  </a:lnTo>
                  <a:lnTo>
                    <a:pt x="1329801" y="1668523"/>
                  </a:lnTo>
                  <a:lnTo>
                    <a:pt x="1412913" y="1644480"/>
                  </a:lnTo>
                  <a:lnTo>
                    <a:pt x="1496026" y="1620388"/>
                  </a:lnTo>
                  <a:lnTo>
                    <a:pt x="1579138" y="1596240"/>
                  </a:lnTo>
                  <a:lnTo>
                    <a:pt x="1662251" y="1572031"/>
                  </a:lnTo>
                  <a:lnTo>
                    <a:pt x="1745364" y="1547753"/>
                  </a:lnTo>
                  <a:lnTo>
                    <a:pt x="1828476" y="1523398"/>
                  </a:lnTo>
                  <a:lnTo>
                    <a:pt x="1911589" y="1498958"/>
                  </a:lnTo>
                  <a:lnTo>
                    <a:pt x="1994701" y="1474423"/>
                  </a:lnTo>
                  <a:lnTo>
                    <a:pt x="2077814" y="1449783"/>
                  </a:lnTo>
                  <a:lnTo>
                    <a:pt x="2160926" y="1425030"/>
                  </a:lnTo>
                  <a:lnTo>
                    <a:pt x="2244039" y="1400153"/>
                  </a:lnTo>
                  <a:lnTo>
                    <a:pt x="2327152" y="1375144"/>
                  </a:lnTo>
                  <a:lnTo>
                    <a:pt x="2410264" y="1349996"/>
                  </a:lnTo>
                  <a:lnTo>
                    <a:pt x="2493377" y="1324701"/>
                  </a:lnTo>
                  <a:lnTo>
                    <a:pt x="2576489" y="1299256"/>
                  </a:lnTo>
                  <a:lnTo>
                    <a:pt x="2659602" y="1273660"/>
                  </a:lnTo>
                  <a:lnTo>
                    <a:pt x="2742714" y="1247914"/>
                  </a:lnTo>
                  <a:lnTo>
                    <a:pt x="2825827" y="1222021"/>
                  </a:lnTo>
                  <a:lnTo>
                    <a:pt x="2908940" y="1195987"/>
                  </a:lnTo>
                  <a:lnTo>
                    <a:pt x="2992052" y="1169818"/>
                  </a:lnTo>
                  <a:lnTo>
                    <a:pt x="3075165" y="1143525"/>
                  </a:lnTo>
                  <a:lnTo>
                    <a:pt x="3158277" y="1117115"/>
                  </a:lnTo>
                  <a:lnTo>
                    <a:pt x="3241390" y="1090599"/>
                  </a:lnTo>
                  <a:lnTo>
                    <a:pt x="3324502" y="1063987"/>
                  </a:lnTo>
                  <a:lnTo>
                    <a:pt x="3407615" y="1037287"/>
                  </a:lnTo>
                  <a:lnTo>
                    <a:pt x="3490728" y="1010509"/>
                  </a:lnTo>
                  <a:lnTo>
                    <a:pt x="3573840" y="983661"/>
                  </a:lnTo>
                  <a:lnTo>
                    <a:pt x="3656953" y="956749"/>
                  </a:lnTo>
                  <a:lnTo>
                    <a:pt x="3740065" y="929781"/>
                  </a:lnTo>
                  <a:lnTo>
                    <a:pt x="3823178" y="902763"/>
                  </a:lnTo>
                  <a:lnTo>
                    <a:pt x="3906290" y="875699"/>
                  </a:lnTo>
                  <a:lnTo>
                    <a:pt x="3989403" y="848596"/>
                  </a:lnTo>
                  <a:lnTo>
                    <a:pt x="4072516" y="821456"/>
                  </a:lnTo>
                  <a:lnTo>
                    <a:pt x="4155628" y="794284"/>
                  </a:lnTo>
                  <a:lnTo>
                    <a:pt x="4238741" y="767083"/>
                  </a:lnTo>
                  <a:lnTo>
                    <a:pt x="4321853" y="739855"/>
                  </a:lnTo>
                  <a:lnTo>
                    <a:pt x="4404966" y="712604"/>
                  </a:lnTo>
                  <a:lnTo>
                    <a:pt x="4488078" y="685332"/>
                  </a:lnTo>
                  <a:lnTo>
                    <a:pt x="4571191" y="658040"/>
                  </a:lnTo>
                  <a:lnTo>
                    <a:pt x="4654304" y="630731"/>
                  </a:lnTo>
                  <a:lnTo>
                    <a:pt x="4737416" y="603405"/>
                  </a:lnTo>
                  <a:lnTo>
                    <a:pt x="4820529" y="576065"/>
                  </a:lnTo>
                  <a:lnTo>
                    <a:pt x="4903641" y="548712"/>
                  </a:lnTo>
                  <a:lnTo>
                    <a:pt x="4986754" y="521347"/>
                  </a:lnTo>
                  <a:lnTo>
                    <a:pt x="5069866" y="493971"/>
                  </a:lnTo>
                  <a:lnTo>
                    <a:pt x="5152979" y="466584"/>
                  </a:lnTo>
                  <a:lnTo>
                    <a:pt x="5236092" y="439188"/>
                  </a:lnTo>
                  <a:lnTo>
                    <a:pt x="5319204" y="411783"/>
                  </a:lnTo>
                  <a:lnTo>
                    <a:pt x="5402317" y="384370"/>
                  </a:lnTo>
                  <a:lnTo>
                    <a:pt x="5485429" y="356949"/>
                  </a:lnTo>
                  <a:lnTo>
                    <a:pt x="5568542" y="329522"/>
                  </a:lnTo>
                  <a:lnTo>
                    <a:pt x="5651654" y="302088"/>
                  </a:lnTo>
                  <a:lnTo>
                    <a:pt x="5734767" y="274649"/>
                  </a:lnTo>
                  <a:lnTo>
                    <a:pt x="5817880" y="247204"/>
                  </a:lnTo>
                  <a:lnTo>
                    <a:pt x="5900992" y="219753"/>
                  </a:lnTo>
                  <a:lnTo>
                    <a:pt x="5984105" y="192298"/>
                  </a:lnTo>
                  <a:lnTo>
                    <a:pt x="6067217" y="164838"/>
                  </a:lnTo>
                  <a:lnTo>
                    <a:pt x="6150330" y="137374"/>
                  </a:lnTo>
                  <a:lnTo>
                    <a:pt x="6233442" y="109906"/>
                  </a:lnTo>
                  <a:lnTo>
                    <a:pt x="6316555" y="82435"/>
                  </a:lnTo>
                  <a:lnTo>
                    <a:pt x="6399668" y="54960"/>
                  </a:lnTo>
                  <a:lnTo>
                    <a:pt x="6482780" y="27481"/>
                  </a:lnTo>
                  <a:lnTo>
                    <a:pt x="6565893" y="0"/>
                  </a:lnTo>
                  <a:lnTo>
                    <a:pt x="6565893" y="201037"/>
                  </a:lnTo>
                  <a:lnTo>
                    <a:pt x="6482780" y="224626"/>
                  </a:lnTo>
                  <a:lnTo>
                    <a:pt x="6399668" y="248219"/>
                  </a:lnTo>
                  <a:lnTo>
                    <a:pt x="6316555" y="271815"/>
                  </a:lnTo>
                  <a:lnTo>
                    <a:pt x="6233442" y="295414"/>
                  </a:lnTo>
                  <a:lnTo>
                    <a:pt x="6150330" y="319017"/>
                  </a:lnTo>
                  <a:lnTo>
                    <a:pt x="6067217" y="342624"/>
                  </a:lnTo>
                  <a:lnTo>
                    <a:pt x="5984105" y="366236"/>
                  </a:lnTo>
                  <a:lnTo>
                    <a:pt x="5900992" y="389852"/>
                  </a:lnTo>
                  <a:lnTo>
                    <a:pt x="5817880" y="413472"/>
                  </a:lnTo>
                  <a:lnTo>
                    <a:pt x="5734767" y="437098"/>
                  </a:lnTo>
                  <a:lnTo>
                    <a:pt x="5651654" y="460729"/>
                  </a:lnTo>
                  <a:lnTo>
                    <a:pt x="5568542" y="484367"/>
                  </a:lnTo>
                  <a:lnTo>
                    <a:pt x="5485429" y="508011"/>
                  </a:lnTo>
                  <a:lnTo>
                    <a:pt x="5402317" y="531661"/>
                  </a:lnTo>
                  <a:lnTo>
                    <a:pt x="5319204" y="555319"/>
                  </a:lnTo>
                  <a:lnTo>
                    <a:pt x="5236092" y="578986"/>
                  </a:lnTo>
                  <a:lnTo>
                    <a:pt x="5152979" y="602660"/>
                  </a:lnTo>
                  <a:lnTo>
                    <a:pt x="5069866" y="626345"/>
                  </a:lnTo>
                  <a:lnTo>
                    <a:pt x="4986754" y="650039"/>
                  </a:lnTo>
                  <a:lnTo>
                    <a:pt x="4903641" y="673745"/>
                  </a:lnTo>
                  <a:lnTo>
                    <a:pt x="4820529" y="697463"/>
                  </a:lnTo>
                  <a:lnTo>
                    <a:pt x="4737416" y="721194"/>
                  </a:lnTo>
                  <a:lnTo>
                    <a:pt x="4654304" y="744940"/>
                  </a:lnTo>
                  <a:lnTo>
                    <a:pt x="4571191" y="768702"/>
                  </a:lnTo>
                  <a:lnTo>
                    <a:pt x="4488078" y="792481"/>
                  </a:lnTo>
                  <a:lnTo>
                    <a:pt x="4404966" y="816280"/>
                  </a:lnTo>
                  <a:lnTo>
                    <a:pt x="4321853" y="840100"/>
                  </a:lnTo>
                  <a:lnTo>
                    <a:pt x="4238741" y="863943"/>
                  </a:lnTo>
                  <a:lnTo>
                    <a:pt x="4155628" y="887813"/>
                  </a:lnTo>
                  <a:lnTo>
                    <a:pt x="4072516" y="911712"/>
                  </a:lnTo>
                  <a:lnTo>
                    <a:pt x="3989403" y="935643"/>
                  </a:lnTo>
                  <a:lnTo>
                    <a:pt x="3906290" y="959611"/>
                  </a:lnTo>
                  <a:lnTo>
                    <a:pt x="3823178" y="983619"/>
                  </a:lnTo>
                  <a:lnTo>
                    <a:pt x="3740065" y="1007671"/>
                  </a:lnTo>
                  <a:lnTo>
                    <a:pt x="3656953" y="1031774"/>
                  </a:lnTo>
                  <a:lnTo>
                    <a:pt x="3573840" y="1055934"/>
                  </a:lnTo>
                  <a:lnTo>
                    <a:pt x="3490728" y="1080156"/>
                  </a:lnTo>
                  <a:lnTo>
                    <a:pt x="3407615" y="1104449"/>
                  </a:lnTo>
                  <a:lnTo>
                    <a:pt x="3324502" y="1128821"/>
                  </a:lnTo>
                  <a:lnTo>
                    <a:pt x="3241390" y="1153279"/>
                  </a:lnTo>
                  <a:lnTo>
                    <a:pt x="3158277" y="1177835"/>
                  </a:lnTo>
                  <a:lnTo>
                    <a:pt x="3075165" y="1202496"/>
                  </a:lnTo>
                  <a:lnTo>
                    <a:pt x="2992052" y="1227274"/>
                  </a:lnTo>
                  <a:lnTo>
                    <a:pt x="2908940" y="1252176"/>
                  </a:lnTo>
                  <a:lnTo>
                    <a:pt x="2825827" y="1277213"/>
                  </a:lnTo>
                  <a:lnTo>
                    <a:pt x="2742714" y="1302391"/>
                  </a:lnTo>
                  <a:lnTo>
                    <a:pt x="2659602" y="1327716"/>
                  </a:lnTo>
                  <a:lnTo>
                    <a:pt x="2576489" y="1353191"/>
                  </a:lnTo>
                  <a:lnTo>
                    <a:pt x="2493377" y="1378817"/>
                  </a:lnTo>
                  <a:lnTo>
                    <a:pt x="2410264" y="1404594"/>
                  </a:lnTo>
                  <a:lnTo>
                    <a:pt x="2327152" y="1430516"/>
                  </a:lnTo>
                  <a:lnTo>
                    <a:pt x="2244039" y="1456578"/>
                  </a:lnTo>
                  <a:lnTo>
                    <a:pt x="2160926" y="1482772"/>
                  </a:lnTo>
                  <a:lnTo>
                    <a:pt x="2077814" y="1509090"/>
                  </a:lnTo>
                  <a:lnTo>
                    <a:pt x="1994701" y="1535522"/>
                  </a:lnTo>
                  <a:lnTo>
                    <a:pt x="1911589" y="1562058"/>
                  </a:lnTo>
                  <a:lnTo>
                    <a:pt x="1828476" y="1588689"/>
                  </a:lnTo>
                  <a:lnTo>
                    <a:pt x="1745364" y="1615405"/>
                  </a:lnTo>
                  <a:lnTo>
                    <a:pt x="1662251" y="1642198"/>
                  </a:lnTo>
                  <a:lnTo>
                    <a:pt x="1579138" y="1669060"/>
                  </a:lnTo>
                  <a:lnTo>
                    <a:pt x="1496026" y="1695983"/>
                  </a:lnTo>
                  <a:lnTo>
                    <a:pt x="1412913" y="1722962"/>
                  </a:lnTo>
                  <a:lnTo>
                    <a:pt x="1329801" y="1749990"/>
                  </a:lnTo>
                  <a:lnTo>
                    <a:pt x="1246688" y="1777062"/>
                  </a:lnTo>
                  <a:lnTo>
                    <a:pt x="1163576" y="1804173"/>
                  </a:lnTo>
                  <a:lnTo>
                    <a:pt x="1080463" y="1831320"/>
                  </a:lnTo>
                  <a:lnTo>
                    <a:pt x="997350" y="1858498"/>
                  </a:lnTo>
                  <a:lnTo>
                    <a:pt x="914238" y="1885705"/>
                  </a:lnTo>
                  <a:lnTo>
                    <a:pt x="831125" y="1912937"/>
                  </a:lnTo>
                  <a:lnTo>
                    <a:pt x="748013" y="1940193"/>
                  </a:lnTo>
                  <a:lnTo>
                    <a:pt x="664900" y="1967469"/>
                  </a:lnTo>
                  <a:lnTo>
                    <a:pt x="581788" y="1994764"/>
                  </a:lnTo>
                  <a:lnTo>
                    <a:pt x="498675" y="2022077"/>
                  </a:lnTo>
                  <a:lnTo>
                    <a:pt x="415562" y="2049405"/>
                  </a:lnTo>
                  <a:lnTo>
                    <a:pt x="332450" y="2076748"/>
                  </a:lnTo>
                  <a:lnTo>
                    <a:pt x="249337" y="2104104"/>
                  </a:lnTo>
                  <a:lnTo>
                    <a:pt x="166225" y="2131471"/>
                  </a:lnTo>
                  <a:lnTo>
                    <a:pt x="83112" y="2158850"/>
                  </a:lnTo>
                  <a:lnTo>
                    <a:pt x="0" y="218623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621305"/>
              <a:ext cx="6565893" cy="2049411"/>
            </a:xfrm>
            <a:custGeom>
              <a:avLst/>
              <a:pathLst>
                <a:path w="6565893" h="2049411">
                  <a:moveTo>
                    <a:pt x="0" y="2049411"/>
                  </a:moveTo>
                  <a:lnTo>
                    <a:pt x="83112" y="2025729"/>
                  </a:lnTo>
                  <a:lnTo>
                    <a:pt x="166225" y="2002037"/>
                  </a:lnTo>
                  <a:lnTo>
                    <a:pt x="249337" y="1978333"/>
                  </a:lnTo>
                  <a:lnTo>
                    <a:pt x="332450" y="1954618"/>
                  </a:lnTo>
                  <a:lnTo>
                    <a:pt x="415562" y="1930889"/>
                  </a:lnTo>
                  <a:lnTo>
                    <a:pt x="498675" y="1907147"/>
                  </a:lnTo>
                  <a:lnTo>
                    <a:pt x="581788" y="1883388"/>
                  </a:lnTo>
                  <a:lnTo>
                    <a:pt x="664900" y="1859613"/>
                  </a:lnTo>
                  <a:lnTo>
                    <a:pt x="748013" y="1835818"/>
                  </a:lnTo>
                  <a:lnTo>
                    <a:pt x="831125" y="1812002"/>
                  </a:lnTo>
                  <a:lnTo>
                    <a:pt x="914238" y="1788164"/>
                  </a:lnTo>
                  <a:lnTo>
                    <a:pt x="997350" y="1764299"/>
                  </a:lnTo>
                  <a:lnTo>
                    <a:pt x="1080463" y="1740407"/>
                  </a:lnTo>
                  <a:lnTo>
                    <a:pt x="1163576" y="1716482"/>
                  </a:lnTo>
                  <a:lnTo>
                    <a:pt x="1246688" y="1692522"/>
                  </a:lnTo>
                  <a:lnTo>
                    <a:pt x="1329801" y="1668523"/>
                  </a:lnTo>
                  <a:lnTo>
                    <a:pt x="1412913" y="1644480"/>
                  </a:lnTo>
                  <a:lnTo>
                    <a:pt x="1496026" y="1620388"/>
                  </a:lnTo>
                  <a:lnTo>
                    <a:pt x="1579138" y="1596240"/>
                  </a:lnTo>
                  <a:lnTo>
                    <a:pt x="1662251" y="1572031"/>
                  </a:lnTo>
                  <a:lnTo>
                    <a:pt x="1745364" y="1547753"/>
                  </a:lnTo>
                  <a:lnTo>
                    <a:pt x="1828476" y="1523398"/>
                  </a:lnTo>
                  <a:lnTo>
                    <a:pt x="1911589" y="1498958"/>
                  </a:lnTo>
                  <a:lnTo>
                    <a:pt x="1994701" y="1474423"/>
                  </a:lnTo>
                  <a:lnTo>
                    <a:pt x="2077814" y="1449783"/>
                  </a:lnTo>
                  <a:lnTo>
                    <a:pt x="2160926" y="1425030"/>
                  </a:lnTo>
                  <a:lnTo>
                    <a:pt x="2244039" y="1400153"/>
                  </a:lnTo>
                  <a:lnTo>
                    <a:pt x="2327152" y="1375144"/>
                  </a:lnTo>
                  <a:lnTo>
                    <a:pt x="2410264" y="1349996"/>
                  </a:lnTo>
                  <a:lnTo>
                    <a:pt x="2493377" y="1324701"/>
                  </a:lnTo>
                  <a:lnTo>
                    <a:pt x="2576489" y="1299256"/>
                  </a:lnTo>
                  <a:lnTo>
                    <a:pt x="2659602" y="1273660"/>
                  </a:lnTo>
                  <a:lnTo>
                    <a:pt x="2742714" y="1247914"/>
                  </a:lnTo>
                  <a:lnTo>
                    <a:pt x="2825827" y="1222021"/>
                  </a:lnTo>
                  <a:lnTo>
                    <a:pt x="2908940" y="1195987"/>
                  </a:lnTo>
                  <a:lnTo>
                    <a:pt x="2992052" y="1169818"/>
                  </a:lnTo>
                  <a:lnTo>
                    <a:pt x="3075165" y="1143525"/>
                  </a:lnTo>
                  <a:lnTo>
                    <a:pt x="3158277" y="1117115"/>
                  </a:lnTo>
                  <a:lnTo>
                    <a:pt x="3241390" y="1090599"/>
                  </a:lnTo>
                  <a:lnTo>
                    <a:pt x="3324502" y="1063987"/>
                  </a:lnTo>
                  <a:lnTo>
                    <a:pt x="3407615" y="1037287"/>
                  </a:lnTo>
                  <a:lnTo>
                    <a:pt x="3490728" y="1010509"/>
                  </a:lnTo>
                  <a:lnTo>
                    <a:pt x="3573840" y="983661"/>
                  </a:lnTo>
                  <a:lnTo>
                    <a:pt x="3656953" y="956749"/>
                  </a:lnTo>
                  <a:lnTo>
                    <a:pt x="3740065" y="929781"/>
                  </a:lnTo>
                  <a:lnTo>
                    <a:pt x="3823178" y="902763"/>
                  </a:lnTo>
                  <a:lnTo>
                    <a:pt x="3906290" y="875699"/>
                  </a:lnTo>
                  <a:lnTo>
                    <a:pt x="3989403" y="848596"/>
                  </a:lnTo>
                  <a:lnTo>
                    <a:pt x="4072516" y="821456"/>
                  </a:lnTo>
                  <a:lnTo>
                    <a:pt x="4155628" y="794284"/>
                  </a:lnTo>
                  <a:lnTo>
                    <a:pt x="4238741" y="767083"/>
                  </a:lnTo>
                  <a:lnTo>
                    <a:pt x="4321853" y="739855"/>
                  </a:lnTo>
                  <a:lnTo>
                    <a:pt x="4404966" y="712604"/>
                  </a:lnTo>
                  <a:lnTo>
                    <a:pt x="4488078" y="685332"/>
                  </a:lnTo>
                  <a:lnTo>
                    <a:pt x="4571191" y="658040"/>
                  </a:lnTo>
                  <a:lnTo>
                    <a:pt x="4654304" y="630731"/>
                  </a:lnTo>
                  <a:lnTo>
                    <a:pt x="4737416" y="603405"/>
                  </a:lnTo>
                  <a:lnTo>
                    <a:pt x="4820529" y="576065"/>
                  </a:lnTo>
                  <a:lnTo>
                    <a:pt x="4903641" y="548712"/>
                  </a:lnTo>
                  <a:lnTo>
                    <a:pt x="4986754" y="521347"/>
                  </a:lnTo>
                  <a:lnTo>
                    <a:pt x="5069866" y="493971"/>
                  </a:lnTo>
                  <a:lnTo>
                    <a:pt x="5152979" y="466584"/>
                  </a:lnTo>
                  <a:lnTo>
                    <a:pt x="5236092" y="439188"/>
                  </a:lnTo>
                  <a:lnTo>
                    <a:pt x="5319204" y="411783"/>
                  </a:lnTo>
                  <a:lnTo>
                    <a:pt x="5402317" y="384370"/>
                  </a:lnTo>
                  <a:lnTo>
                    <a:pt x="5485429" y="356949"/>
                  </a:lnTo>
                  <a:lnTo>
                    <a:pt x="5568542" y="329522"/>
                  </a:lnTo>
                  <a:lnTo>
                    <a:pt x="5651654" y="302088"/>
                  </a:lnTo>
                  <a:lnTo>
                    <a:pt x="5734767" y="274649"/>
                  </a:lnTo>
                  <a:lnTo>
                    <a:pt x="5817880" y="247204"/>
                  </a:lnTo>
                  <a:lnTo>
                    <a:pt x="5900992" y="219753"/>
                  </a:lnTo>
                  <a:lnTo>
                    <a:pt x="5984105" y="192298"/>
                  </a:lnTo>
                  <a:lnTo>
                    <a:pt x="6067217" y="164838"/>
                  </a:lnTo>
                  <a:lnTo>
                    <a:pt x="6150330" y="137374"/>
                  </a:lnTo>
                  <a:lnTo>
                    <a:pt x="6233442" y="109906"/>
                  </a:lnTo>
                  <a:lnTo>
                    <a:pt x="6316555" y="82435"/>
                  </a:lnTo>
                  <a:lnTo>
                    <a:pt x="6399668" y="54960"/>
                  </a:lnTo>
                  <a:lnTo>
                    <a:pt x="6482780" y="27481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822342"/>
              <a:ext cx="6565893" cy="1985202"/>
            </a:xfrm>
            <a:custGeom>
              <a:avLst/>
              <a:pathLst>
                <a:path w="6565893" h="1985202">
                  <a:moveTo>
                    <a:pt x="6565893" y="0"/>
                  </a:moveTo>
                  <a:lnTo>
                    <a:pt x="6482780" y="23589"/>
                  </a:lnTo>
                  <a:lnTo>
                    <a:pt x="6399668" y="47182"/>
                  </a:lnTo>
                  <a:lnTo>
                    <a:pt x="6316555" y="70778"/>
                  </a:lnTo>
                  <a:lnTo>
                    <a:pt x="6233442" y="94377"/>
                  </a:lnTo>
                  <a:lnTo>
                    <a:pt x="6150330" y="117980"/>
                  </a:lnTo>
                  <a:lnTo>
                    <a:pt x="6067217" y="141587"/>
                  </a:lnTo>
                  <a:lnTo>
                    <a:pt x="5984105" y="165198"/>
                  </a:lnTo>
                  <a:lnTo>
                    <a:pt x="5900992" y="188814"/>
                  </a:lnTo>
                  <a:lnTo>
                    <a:pt x="5817880" y="212435"/>
                  </a:lnTo>
                  <a:lnTo>
                    <a:pt x="5734767" y="236061"/>
                  </a:lnTo>
                  <a:lnTo>
                    <a:pt x="5651654" y="259692"/>
                  </a:lnTo>
                  <a:lnTo>
                    <a:pt x="5568542" y="283330"/>
                  </a:lnTo>
                  <a:lnTo>
                    <a:pt x="5485429" y="306973"/>
                  </a:lnTo>
                  <a:lnTo>
                    <a:pt x="5402317" y="330624"/>
                  </a:lnTo>
                  <a:lnTo>
                    <a:pt x="5319204" y="354282"/>
                  </a:lnTo>
                  <a:lnTo>
                    <a:pt x="5236092" y="377948"/>
                  </a:lnTo>
                  <a:lnTo>
                    <a:pt x="5152979" y="401623"/>
                  </a:lnTo>
                  <a:lnTo>
                    <a:pt x="5069866" y="425308"/>
                  </a:lnTo>
                  <a:lnTo>
                    <a:pt x="4986754" y="449002"/>
                  </a:lnTo>
                  <a:lnTo>
                    <a:pt x="4903641" y="472708"/>
                  </a:lnTo>
                  <a:lnTo>
                    <a:pt x="4820529" y="496426"/>
                  </a:lnTo>
                  <a:lnTo>
                    <a:pt x="4737416" y="520157"/>
                  </a:lnTo>
                  <a:lnTo>
                    <a:pt x="4654304" y="543903"/>
                  </a:lnTo>
                  <a:lnTo>
                    <a:pt x="4571191" y="567665"/>
                  </a:lnTo>
                  <a:lnTo>
                    <a:pt x="4488078" y="591444"/>
                  </a:lnTo>
                  <a:lnTo>
                    <a:pt x="4404966" y="615243"/>
                  </a:lnTo>
                  <a:lnTo>
                    <a:pt x="4321853" y="639063"/>
                  </a:lnTo>
                  <a:lnTo>
                    <a:pt x="4238741" y="662906"/>
                  </a:lnTo>
                  <a:lnTo>
                    <a:pt x="4155628" y="686776"/>
                  </a:lnTo>
                  <a:lnTo>
                    <a:pt x="4072516" y="710675"/>
                  </a:lnTo>
                  <a:lnTo>
                    <a:pt x="3989403" y="734606"/>
                  </a:lnTo>
                  <a:lnTo>
                    <a:pt x="3906290" y="758574"/>
                  </a:lnTo>
                  <a:lnTo>
                    <a:pt x="3823178" y="782581"/>
                  </a:lnTo>
                  <a:lnTo>
                    <a:pt x="3740065" y="806634"/>
                  </a:lnTo>
                  <a:lnTo>
                    <a:pt x="3656953" y="830737"/>
                  </a:lnTo>
                  <a:lnTo>
                    <a:pt x="3573840" y="854897"/>
                  </a:lnTo>
                  <a:lnTo>
                    <a:pt x="3490728" y="879119"/>
                  </a:lnTo>
                  <a:lnTo>
                    <a:pt x="3407615" y="903412"/>
                  </a:lnTo>
                  <a:lnTo>
                    <a:pt x="3324502" y="927783"/>
                  </a:lnTo>
                  <a:lnTo>
                    <a:pt x="3241390" y="952242"/>
                  </a:lnTo>
                  <a:lnTo>
                    <a:pt x="3158277" y="976797"/>
                  </a:lnTo>
                  <a:lnTo>
                    <a:pt x="3075165" y="1001459"/>
                  </a:lnTo>
                  <a:lnTo>
                    <a:pt x="2992052" y="1026236"/>
                  </a:lnTo>
                  <a:lnTo>
                    <a:pt x="2908940" y="1051139"/>
                  </a:lnTo>
                  <a:lnTo>
                    <a:pt x="2825827" y="1076176"/>
                  </a:lnTo>
                  <a:lnTo>
                    <a:pt x="2742714" y="1101354"/>
                  </a:lnTo>
                  <a:lnTo>
                    <a:pt x="2659602" y="1126679"/>
                  </a:lnTo>
                  <a:lnTo>
                    <a:pt x="2576489" y="1152154"/>
                  </a:lnTo>
                  <a:lnTo>
                    <a:pt x="2493377" y="1177780"/>
                  </a:lnTo>
                  <a:lnTo>
                    <a:pt x="2410264" y="1203556"/>
                  </a:lnTo>
                  <a:lnTo>
                    <a:pt x="2327152" y="1229479"/>
                  </a:lnTo>
                  <a:lnTo>
                    <a:pt x="2244039" y="1255541"/>
                  </a:lnTo>
                  <a:lnTo>
                    <a:pt x="2160926" y="1281735"/>
                  </a:lnTo>
                  <a:lnTo>
                    <a:pt x="2077814" y="1308053"/>
                  </a:lnTo>
                  <a:lnTo>
                    <a:pt x="1994701" y="1334485"/>
                  </a:lnTo>
                  <a:lnTo>
                    <a:pt x="1911589" y="1361021"/>
                  </a:lnTo>
                  <a:lnTo>
                    <a:pt x="1828476" y="1387651"/>
                  </a:lnTo>
                  <a:lnTo>
                    <a:pt x="1745364" y="1414368"/>
                  </a:lnTo>
                  <a:lnTo>
                    <a:pt x="1662251" y="1441161"/>
                  </a:lnTo>
                  <a:lnTo>
                    <a:pt x="1579138" y="1468023"/>
                  </a:lnTo>
                  <a:lnTo>
                    <a:pt x="1496026" y="1494946"/>
                  </a:lnTo>
                  <a:lnTo>
                    <a:pt x="1412913" y="1521925"/>
                  </a:lnTo>
                  <a:lnTo>
                    <a:pt x="1329801" y="1548953"/>
                  </a:lnTo>
                  <a:lnTo>
                    <a:pt x="1246688" y="1576025"/>
                  </a:lnTo>
                  <a:lnTo>
                    <a:pt x="1163576" y="1603136"/>
                  </a:lnTo>
                  <a:lnTo>
                    <a:pt x="1080463" y="1630282"/>
                  </a:lnTo>
                  <a:lnTo>
                    <a:pt x="997350" y="1657461"/>
                  </a:lnTo>
                  <a:lnTo>
                    <a:pt x="914238" y="1684667"/>
                  </a:lnTo>
                  <a:lnTo>
                    <a:pt x="831125" y="1711900"/>
                  </a:lnTo>
                  <a:lnTo>
                    <a:pt x="748013" y="1739155"/>
                  </a:lnTo>
                  <a:lnTo>
                    <a:pt x="664900" y="1766432"/>
                  </a:lnTo>
                  <a:lnTo>
                    <a:pt x="581788" y="1793727"/>
                  </a:lnTo>
                  <a:lnTo>
                    <a:pt x="498675" y="1821040"/>
                  </a:lnTo>
                  <a:lnTo>
                    <a:pt x="415562" y="1848368"/>
                  </a:lnTo>
                  <a:lnTo>
                    <a:pt x="332450" y="1875711"/>
                  </a:lnTo>
                  <a:lnTo>
                    <a:pt x="249337" y="1903067"/>
                  </a:lnTo>
                  <a:lnTo>
                    <a:pt x="166225" y="1930434"/>
                  </a:lnTo>
                  <a:lnTo>
                    <a:pt x="83112" y="1957813"/>
                  </a:lnTo>
                  <a:lnTo>
                    <a:pt x="0" y="19852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1985667" y="2721823"/>
              <a:ext cx="6565893" cy="2017306"/>
            </a:xfrm>
            <a:custGeom>
              <a:avLst/>
              <a:pathLst>
                <a:path w="6565893" h="2017306">
                  <a:moveTo>
                    <a:pt x="0" y="2017306"/>
                  </a:moveTo>
                  <a:lnTo>
                    <a:pt x="83112" y="1991771"/>
                  </a:lnTo>
                  <a:lnTo>
                    <a:pt x="166225" y="1966235"/>
                  </a:lnTo>
                  <a:lnTo>
                    <a:pt x="249337" y="1940700"/>
                  </a:lnTo>
                  <a:lnTo>
                    <a:pt x="332450" y="1915164"/>
                  </a:lnTo>
                  <a:lnTo>
                    <a:pt x="415562" y="1889629"/>
                  </a:lnTo>
                  <a:lnTo>
                    <a:pt x="498675" y="1864093"/>
                  </a:lnTo>
                  <a:lnTo>
                    <a:pt x="581788" y="1838558"/>
                  </a:lnTo>
                  <a:lnTo>
                    <a:pt x="664900" y="1813022"/>
                  </a:lnTo>
                  <a:lnTo>
                    <a:pt x="748013" y="1787487"/>
                  </a:lnTo>
                  <a:lnTo>
                    <a:pt x="831125" y="1761951"/>
                  </a:lnTo>
                  <a:lnTo>
                    <a:pt x="914238" y="1736416"/>
                  </a:lnTo>
                  <a:lnTo>
                    <a:pt x="997350" y="1710880"/>
                  </a:lnTo>
                  <a:lnTo>
                    <a:pt x="1080463" y="1685345"/>
                  </a:lnTo>
                  <a:lnTo>
                    <a:pt x="1163576" y="1659809"/>
                  </a:lnTo>
                  <a:lnTo>
                    <a:pt x="1246688" y="1634273"/>
                  </a:lnTo>
                  <a:lnTo>
                    <a:pt x="1329801" y="1608738"/>
                  </a:lnTo>
                  <a:lnTo>
                    <a:pt x="1412913" y="1583202"/>
                  </a:lnTo>
                  <a:lnTo>
                    <a:pt x="1496026" y="1557667"/>
                  </a:lnTo>
                  <a:lnTo>
                    <a:pt x="1579138" y="1532131"/>
                  </a:lnTo>
                  <a:lnTo>
                    <a:pt x="1662251" y="1506596"/>
                  </a:lnTo>
                  <a:lnTo>
                    <a:pt x="1745364" y="1481060"/>
                  </a:lnTo>
                  <a:lnTo>
                    <a:pt x="1828476" y="1455525"/>
                  </a:lnTo>
                  <a:lnTo>
                    <a:pt x="1911589" y="1429989"/>
                  </a:lnTo>
                  <a:lnTo>
                    <a:pt x="1994701" y="1404454"/>
                  </a:lnTo>
                  <a:lnTo>
                    <a:pt x="2077814" y="1378918"/>
                  </a:lnTo>
                  <a:lnTo>
                    <a:pt x="2160926" y="1353383"/>
                  </a:lnTo>
                  <a:lnTo>
                    <a:pt x="2244039" y="1327847"/>
                  </a:lnTo>
                  <a:lnTo>
                    <a:pt x="2327152" y="1302312"/>
                  </a:lnTo>
                  <a:lnTo>
                    <a:pt x="2410264" y="1276776"/>
                  </a:lnTo>
                  <a:lnTo>
                    <a:pt x="2493377" y="1251241"/>
                  </a:lnTo>
                  <a:lnTo>
                    <a:pt x="2576489" y="1225705"/>
                  </a:lnTo>
                  <a:lnTo>
                    <a:pt x="2659602" y="1200169"/>
                  </a:lnTo>
                  <a:lnTo>
                    <a:pt x="2742714" y="1174634"/>
                  </a:lnTo>
                  <a:lnTo>
                    <a:pt x="2825827" y="1149098"/>
                  </a:lnTo>
                  <a:lnTo>
                    <a:pt x="2908940" y="1123563"/>
                  </a:lnTo>
                  <a:lnTo>
                    <a:pt x="2992052" y="1098027"/>
                  </a:lnTo>
                  <a:lnTo>
                    <a:pt x="3075165" y="1072492"/>
                  </a:lnTo>
                  <a:lnTo>
                    <a:pt x="3158277" y="1046956"/>
                  </a:lnTo>
                  <a:lnTo>
                    <a:pt x="3241390" y="1021421"/>
                  </a:lnTo>
                  <a:lnTo>
                    <a:pt x="3324502" y="995885"/>
                  </a:lnTo>
                  <a:lnTo>
                    <a:pt x="3407615" y="970350"/>
                  </a:lnTo>
                  <a:lnTo>
                    <a:pt x="3490728" y="944814"/>
                  </a:lnTo>
                  <a:lnTo>
                    <a:pt x="3573840" y="919279"/>
                  </a:lnTo>
                  <a:lnTo>
                    <a:pt x="3656953" y="893743"/>
                  </a:lnTo>
                  <a:lnTo>
                    <a:pt x="3740065" y="868208"/>
                  </a:lnTo>
                  <a:lnTo>
                    <a:pt x="3823178" y="842672"/>
                  </a:lnTo>
                  <a:lnTo>
                    <a:pt x="3906290" y="817136"/>
                  </a:lnTo>
                  <a:lnTo>
                    <a:pt x="3989403" y="791601"/>
                  </a:lnTo>
                  <a:lnTo>
                    <a:pt x="4072516" y="766065"/>
                  </a:lnTo>
                  <a:lnTo>
                    <a:pt x="4155628" y="740530"/>
                  </a:lnTo>
                  <a:lnTo>
                    <a:pt x="4238741" y="714994"/>
                  </a:lnTo>
                  <a:lnTo>
                    <a:pt x="4321853" y="689459"/>
                  </a:lnTo>
                  <a:lnTo>
                    <a:pt x="4404966" y="663923"/>
                  </a:lnTo>
                  <a:lnTo>
                    <a:pt x="4488078" y="638388"/>
                  </a:lnTo>
                  <a:lnTo>
                    <a:pt x="4571191" y="612852"/>
                  </a:lnTo>
                  <a:lnTo>
                    <a:pt x="4654304" y="587317"/>
                  </a:lnTo>
                  <a:lnTo>
                    <a:pt x="4737416" y="561781"/>
                  </a:lnTo>
                  <a:lnTo>
                    <a:pt x="4820529" y="536246"/>
                  </a:lnTo>
                  <a:lnTo>
                    <a:pt x="4903641" y="510710"/>
                  </a:lnTo>
                  <a:lnTo>
                    <a:pt x="4986754" y="485175"/>
                  </a:lnTo>
                  <a:lnTo>
                    <a:pt x="5069866" y="459639"/>
                  </a:lnTo>
                  <a:lnTo>
                    <a:pt x="5152979" y="434104"/>
                  </a:lnTo>
                  <a:lnTo>
                    <a:pt x="5236092" y="408568"/>
                  </a:lnTo>
                  <a:lnTo>
                    <a:pt x="5319204" y="383032"/>
                  </a:lnTo>
                  <a:lnTo>
                    <a:pt x="5402317" y="357497"/>
                  </a:lnTo>
                  <a:lnTo>
                    <a:pt x="5485429" y="331961"/>
                  </a:lnTo>
                  <a:lnTo>
                    <a:pt x="5568542" y="306426"/>
                  </a:lnTo>
                  <a:lnTo>
                    <a:pt x="5651654" y="280890"/>
                  </a:lnTo>
                  <a:lnTo>
                    <a:pt x="5734767" y="255355"/>
                  </a:lnTo>
                  <a:lnTo>
                    <a:pt x="5817880" y="229819"/>
                  </a:lnTo>
                  <a:lnTo>
                    <a:pt x="5900992" y="204284"/>
                  </a:lnTo>
                  <a:lnTo>
                    <a:pt x="5984105" y="178748"/>
                  </a:lnTo>
                  <a:lnTo>
                    <a:pt x="6067217" y="153213"/>
                  </a:lnTo>
                  <a:lnTo>
                    <a:pt x="6150330" y="127677"/>
                  </a:lnTo>
                  <a:lnTo>
                    <a:pt x="6233442" y="102142"/>
                  </a:lnTo>
                  <a:lnTo>
                    <a:pt x="6316555" y="76606"/>
                  </a:lnTo>
                  <a:lnTo>
                    <a:pt x="6399668" y="51071"/>
                  </a:lnTo>
                  <a:lnTo>
                    <a:pt x="6482780" y="25535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456926" y="3897967"/>
              <a:ext cx="1506897" cy="1184160"/>
            </a:xfrm>
            <a:custGeom>
              <a:avLst/>
              <a:pathLst>
                <a:path w="1506897" h="118416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  <a:lnTo>
                    <a:pt x="1506897" y="397546"/>
                  </a:lnTo>
                  <a:lnTo>
                    <a:pt x="1487822" y="402639"/>
                  </a:lnTo>
                  <a:lnTo>
                    <a:pt x="1468748" y="407775"/>
                  </a:lnTo>
                  <a:lnTo>
                    <a:pt x="1449673" y="412958"/>
                  </a:lnTo>
                  <a:lnTo>
                    <a:pt x="1430598" y="418189"/>
                  </a:lnTo>
                  <a:lnTo>
                    <a:pt x="1411524" y="423473"/>
                  </a:lnTo>
                  <a:lnTo>
                    <a:pt x="1392449" y="428814"/>
                  </a:lnTo>
                  <a:lnTo>
                    <a:pt x="1373374" y="434213"/>
                  </a:lnTo>
                  <a:lnTo>
                    <a:pt x="1354300" y="439677"/>
                  </a:lnTo>
                  <a:lnTo>
                    <a:pt x="1335225" y="445209"/>
                  </a:lnTo>
                  <a:lnTo>
                    <a:pt x="1316150" y="450814"/>
                  </a:lnTo>
                  <a:lnTo>
                    <a:pt x="1297076" y="456497"/>
                  </a:lnTo>
                  <a:lnTo>
                    <a:pt x="1278001" y="462263"/>
                  </a:lnTo>
                  <a:lnTo>
                    <a:pt x="1258926" y="468119"/>
                  </a:lnTo>
                  <a:lnTo>
                    <a:pt x="1239852" y="474069"/>
                  </a:lnTo>
                  <a:lnTo>
                    <a:pt x="1220777" y="480121"/>
                  </a:lnTo>
                  <a:lnTo>
                    <a:pt x="1201703" y="486282"/>
                  </a:lnTo>
                  <a:lnTo>
                    <a:pt x="1182628" y="492559"/>
                  </a:lnTo>
                  <a:lnTo>
                    <a:pt x="1163553" y="498958"/>
                  </a:lnTo>
                  <a:lnTo>
                    <a:pt x="1144479" y="505489"/>
                  </a:lnTo>
                  <a:lnTo>
                    <a:pt x="1125404" y="512160"/>
                  </a:lnTo>
                  <a:lnTo>
                    <a:pt x="1106329" y="518978"/>
                  </a:lnTo>
                  <a:lnTo>
                    <a:pt x="1087255" y="525952"/>
                  </a:lnTo>
                  <a:lnTo>
                    <a:pt x="1068180" y="533090"/>
                  </a:lnTo>
                  <a:lnTo>
                    <a:pt x="1049105" y="540402"/>
                  </a:lnTo>
                  <a:lnTo>
                    <a:pt x="1030031" y="547895"/>
                  </a:lnTo>
                  <a:lnTo>
                    <a:pt x="1010956" y="555578"/>
                  </a:lnTo>
                  <a:lnTo>
                    <a:pt x="991881" y="563457"/>
                  </a:lnTo>
                  <a:lnTo>
                    <a:pt x="972807" y="571540"/>
                  </a:lnTo>
                  <a:lnTo>
                    <a:pt x="953732" y="579832"/>
                  </a:lnTo>
                  <a:lnTo>
                    <a:pt x="934657" y="588338"/>
                  </a:lnTo>
                  <a:lnTo>
                    <a:pt x="915583" y="597064"/>
                  </a:lnTo>
                  <a:lnTo>
                    <a:pt x="896508" y="606010"/>
                  </a:lnTo>
                  <a:lnTo>
                    <a:pt x="877433" y="615180"/>
                  </a:lnTo>
                  <a:lnTo>
                    <a:pt x="858359" y="624572"/>
                  </a:lnTo>
                  <a:lnTo>
                    <a:pt x="839284" y="634186"/>
                  </a:lnTo>
                  <a:lnTo>
                    <a:pt x="820209" y="644020"/>
                  </a:lnTo>
                  <a:lnTo>
                    <a:pt x="801135" y="654070"/>
                  </a:lnTo>
                  <a:lnTo>
                    <a:pt x="782060" y="664331"/>
                  </a:lnTo>
                  <a:lnTo>
                    <a:pt x="762986" y="674797"/>
                  </a:lnTo>
                  <a:lnTo>
                    <a:pt x="743911" y="685462"/>
                  </a:lnTo>
                  <a:lnTo>
                    <a:pt x="724836" y="696319"/>
                  </a:lnTo>
                  <a:lnTo>
                    <a:pt x="705762" y="707359"/>
                  </a:lnTo>
                  <a:lnTo>
                    <a:pt x="686687" y="718576"/>
                  </a:lnTo>
                  <a:lnTo>
                    <a:pt x="667612" y="729959"/>
                  </a:lnTo>
                  <a:lnTo>
                    <a:pt x="648538" y="741502"/>
                  </a:lnTo>
                  <a:lnTo>
                    <a:pt x="629463" y="753194"/>
                  </a:lnTo>
                  <a:lnTo>
                    <a:pt x="610388" y="765029"/>
                  </a:lnTo>
                  <a:lnTo>
                    <a:pt x="591314" y="776997"/>
                  </a:lnTo>
                  <a:lnTo>
                    <a:pt x="572239" y="789091"/>
                  </a:lnTo>
                  <a:lnTo>
                    <a:pt x="553164" y="801303"/>
                  </a:lnTo>
                  <a:lnTo>
                    <a:pt x="534090" y="813625"/>
                  </a:lnTo>
                  <a:lnTo>
                    <a:pt x="515015" y="826052"/>
                  </a:lnTo>
                  <a:lnTo>
                    <a:pt x="495940" y="838575"/>
                  </a:lnTo>
                  <a:lnTo>
                    <a:pt x="476866" y="851190"/>
                  </a:lnTo>
                  <a:lnTo>
                    <a:pt x="457791" y="863890"/>
                  </a:lnTo>
                  <a:lnTo>
                    <a:pt x="438716" y="876669"/>
                  </a:lnTo>
                  <a:lnTo>
                    <a:pt x="419642" y="889522"/>
                  </a:lnTo>
                  <a:lnTo>
                    <a:pt x="400567" y="902446"/>
                  </a:lnTo>
                  <a:lnTo>
                    <a:pt x="381493" y="915434"/>
                  </a:lnTo>
                  <a:lnTo>
                    <a:pt x="362418" y="928484"/>
                  </a:lnTo>
                  <a:lnTo>
                    <a:pt x="343343" y="941590"/>
                  </a:lnTo>
                  <a:lnTo>
                    <a:pt x="324269" y="954750"/>
                  </a:lnTo>
                  <a:lnTo>
                    <a:pt x="305194" y="967960"/>
                  </a:lnTo>
                  <a:lnTo>
                    <a:pt x="286119" y="981218"/>
                  </a:lnTo>
                  <a:lnTo>
                    <a:pt x="267045" y="994519"/>
                  </a:lnTo>
                  <a:lnTo>
                    <a:pt x="247970" y="1007862"/>
                  </a:lnTo>
                  <a:lnTo>
                    <a:pt x="228895" y="1021244"/>
                  </a:lnTo>
                  <a:lnTo>
                    <a:pt x="209821" y="1034663"/>
                  </a:lnTo>
                  <a:lnTo>
                    <a:pt x="190746" y="1048115"/>
                  </a:lnTo>
                  <a:lnTo>
                    <a:pt x="171671" y="1061601"/>
                  </a:lnTo>
                  <a:lnTo>
                    <a:pt x="152597" y="1075117"/>
                  </a:lnTo>
                  <a:lnTo>
                    <a:pt x="133522" y="1088662"/>
                  </a:lnTo>
                  <a:lnTo>
                    <a:pt x="114447" y="1102234"/>
                  </a:lnTo>
                  <a:lnTo>
                    <a:pt x="95373" y="1115832"/>
                  </a:lnTo>
                  <a:lnTo>
                    <a:pt x="76298" y="1129454"/>
                  </a:lnTo>
                  <a:lnTo>
                    <a:pt x="57223" y="1143099"/>
                  </a:lnTo>
                  <a:lnTo>
                    <a:pt x="38149" y="1156766"/>
                  </a:lnTo>
                  <a:lnTo>
                    <a:pt x="19074" y="1170453"/>
                  </a:lnTo>
                  <a:lnTo>
                    <a:pt x="0" y="118416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3897967"/>
              <a:ext cx="1506897" cy="667590"/>
            </a:xfrm>
            <a:custGeom>
              <a:avLst/>
              <a:pathLst>
                <a:path w="1506897" h="66759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4295513"/>
              <a:ext cx="1506897" cy="786614"/>
            </a:xfrm>
            <a:custGeom>
              <a:avLst/>
              <a:pathLst>
                <a:path w="1506897" h="786614">
                  <a:moveTo>
                    <a:pt x="1506897" y="0"/>
                  </a:moveTo>
                  <a:lnTo>
                    <a:pt x="1487822" y="5093"/>
                  </a:lnTo>
                  <a:lnTo>
                    <a:pt x="1468748" y="10229"/>
                  </a:lnTo>
                  <a:lnTo>
                    <a:pt x="1449673" y="15412"/>
                  </a:lnTo>
                  <a:lnTo>
                    <a:pt x="1430598" y="20643"/>
                  </a:lnTo>
                  <a:lnTo>
                    <a:pt x="1411524" y="25927"/>
                  </a:lnTo>
                  <a:lnTo>
                    <a:pt x="1392449" y="31268"/>
                  </a:lnTo>
                  <a:lnTo>
                    <a:pt x="1373374" y="36667"/>
                  </a:lnTo>
                  <a:lnTo>
                    <a:pt x="1354300" y="42131"/>
                  </a:lnTo>
                  <a:lnTo>
                    <a:pt x="1335225" y="47663"/>
                  </a:lnTo>
                  <a:lnTo>
                    <a:pt x="1316150" y="53268"/>
                  </a:lnTo>
                  <a:lnTo>
                    <a:pt x="1297076" y="58951"/>
                  </a:lnTo>
                  <a:lnTo>
                    <a:pt x="1278001" y="64717"/>
                  </a:lnTo>
                  <a:lnTo>
                    <a:pt x="1258926" y="70573"/>
                  </a:lnTo>
                  <a:lnTo>
                    <a:pt x="1239852" y="76523"/>
                  </a:lnTo>
                  <a:lnTo>
                    <a:pt x="1220777" y="82575"/>
                  </a:lnTo>
                  <a:lnTo>
                    <a:pt x="1201703" y="88736"/>
                  </a:lnTo>
                  <a:lnTo>
                    <a:pt x="1182628" y="95013"/>
                  </a:lnTo>
                  <a:lnTo>
                    <a:pt x="1163553" y="101412"/>
                  </a:lnTo>
                  <a:lnTo>
                    <a:pt x="1144479" y="107943"/>
                  </a:lnTo>
                  <a:lnTo>
                    <a:pt x="1125404" y="114614"/>
                  </a:lnTo>
                  <a:lnTo>
                    <a:pt x="1106329" y="121432"/>
                  </a:lnTo>
                  <a:lnTo>
                    <a:pt x="1087255" y="128406"/>
                  </a:lnTo>
                  <a:lnTo>
                    <a:pt x="1068180" y="135544"/>
                  </a:lnTo>
                  <a:lnTo>
                    <a:pt x="1049105" y="142856"/>
                  </a:lnTo>
                  <a:lnTo>
                    <a:pt x="1030031" y="150349"/>
                  </a:lnTo>
                  <a:lnTo>
                    <a:pt x="1010956" y="158032"/>
                  </a:lnTo>
                  <a:lnTo>
                    <a:pt x="991881" y="165911"/>
                  </a:lnTo>
                  <a:lnTo>
                    <a:pt x="972807" y="173994"/>
                  </a:lnTo>
                  <a:lnTo>
                    <a:pt x="953732" y="182286"/>
                  </a:lnTo>
                  <a:lnTo>
                    <a:pt x="934657" y="190792"/>
                  </a:lnTo>
                  <a:lnTo>
                    <a:pt x="915583" y="199518"/>
                  </a:lnTo>
                  <a:lnTo>
                    <a:pt x="896508" y="208464"/>
                  </a:lnTo>
                  <a:lnTo>
                    <a:pt x="877433" y="217634"/>
                  </a:lnTo>
                  <a:lnTo>
                    <a:pt x="858359" y="227026"/>
                  </a:lnTo>
                  <a:lnTo>
                    <a:pt x="839284" y="236640"/>
                  </a:lnTo>
                  <a:lnTo>
                    <a:pt x="820209" y="246474"/>
                  </a:lnTo>
                  <a:lnTo>
                    <a:pt x="801135" y="256524"/>
                  </a:lnTo>
                  <a:lnTo>
                    <a:pt x="782060" y="266784"/>
                  </a:lnTo>
                  <a:lnTo>
                    <a:pt x="762986" y="277251"/>
                  </a:lnTo>
                  <a:lnTo>
                    <a:pt x="743911" y="287916"/>
                  </a:lnTo>
                  <a:lnTo>
                    <a:pt x="724836" y="298773"/>
                  </a:lnTo>
                  <a:lnTo>
                    <a:pt x="705762" y="309813"/>
                  </a:lnTo>
                  <a:lnTo>
                    <a:pt x="686687" y="321030"/>
                  </a:lnTo>
                  <a:lnTo>
                    <a:pt x="667612" y="332413"/>
                  </a:lnTo>
                  <a:lnTo>
                    <a:pt x="648538" y="343956"/>
                  </a:lnTo>
                  <a:lnTo>
                    <a:pt x="629463" y="355648"/>
                  </a:lnTo>
                  <a:lnTo>
                    <a:pt x="610388" y="367483"/>
                  </a:lnTo>
                  <a:lnTo>
                    <a:pt x="591314" y="379451"/>
                  </a:lnTo>
                  <a:lnTo>
                    <a:pt x="572239" y="391545"/>
                  </a:lnTo>
                  <a:lnTo>
                    <a:pt x="553164" y="403757"/>
                  </a:lnTo>
                  <a:lnTo>
                    <a:pt x="534090" y="416079"/>
                  </a:lnTo>
                  <a:lnTo>
                    <a:pt x="515015" y="428506"/>
                  </a:lnTo>
                  <a:lnTo>
                    <a:pt x="495940" y="441029"/>
                  </a:lnTo>
                  <a:lnTo>
                    <a:pt x="476866" y="453644"/>
                  </a:lnTo>
                  <a:lnTo>
                    <a:pt x="457791" y="466344"/>
                  </a:lnTo>
                  <a:lnTo>
                    <a:pt x="438716" y="479123"/>
                  </a:lnTo>
                  <a:lnTo>
                    <a:pt x="419642" y="491976"/>
                  </a:lnTo>
                  <a:lnTo>
                    <a:pt x="400567" y="504900"/>
                  </a:lnTo>
                  <a:lnTo>
                    <a:pt x="381493" y="517888"/>
                  </a:lnTo>
                  <a:lnTo>
                    <a:pt x="362418" y="530938"/>
                  </a:lnTo>
                  <a:lnTo>
                    <a:pt x="343343" y="544044"/>
                  </a:lnTo>
                  <a:lnTo>
                    <a:pt x="324269" y="557204"/>
                  </a:lnTo>
                  <a:lnTo>
                    <a:pt x="305194" y="570414"/>
                  </a:lnTo>
                  <a:lnTo>
                    <a:pt x="286119" y="583672"/>
                  </a:lnTo>
                  <a:lnTo>
                    <a:pt x="267045" y="596973"/>
                  </a:lnTo>
                  <a:lnTo>
                    <a:pt x="247970" y="610316"/>
                  </a:lnTo>
                  <a:lnTo>
                    <a:pt x="228895" y="623698"/>
                  </a:lnTo>
                  <a:lnTo>
                    <a:pt x="209821" y="637117"/>
                  </a:lnTo>
                  <a:lnTo>
                    <a:pt x="190746" y="650569"/>
                  </a:lnTo>
                  <a:lnTo>
                    <a:pt x="171671" y="664055"/>
                  </a:lnTo>
                  <a:lnTo>
                    <a:pt x="152597" y="677571"/>
                  </a:lnTo>
                  <a:lnTo>
                    <a:pt x="133522" y="691116"/>
                  </a:lnTo>
                  <a:lnTo>
                    <a:pt x="114447" y="704688"/>
                  </a:lnTo>
                  <a:lnTo>
                    <a:pt x="95373" y="718286"/>
                  </a:lnTo>
                  <a:lnTo>
                    <a:pt x="76298" y="731908"/>
                  </a:lnTo>
                  <a:lnTo>
                    <a:pt x="57223" y="745553"/>
                  </a:lnTo>
                  <a:lnTo>
                    <a:pt x="38149" y="759220"/>
                  </a:lnTo>
                  <a:lnTo>
                    <a:pt x="19074" y="772907"/>
                  </a:lnTo>
                  <a:lnTo>
                    <a:pt x="0" y="7866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2456926" y="4096740"/>
              <a:ext cx="1506897" cy="727102"/>
            </a:xfrm>
            <a:custGeom>
              <a:avLst/>
              <a:pathLst>
                <a:path w="1506897" h="727102">
                  <a:moveTo>
                    <a:pt x="0" y="727102"/>
                  </a:moveTo>
                  <a:lnTo>
                    <a:pt x="19074" y="717898"/>
                  </a:lnTo>
                  <a:lnTo>
                    <a:pt x="38149" y="708694"/>
                  </a:lnTo>
                  <a:lnTo>
                    <a:pt x="57223" y="699490"/>
                  </a:lnTo>
                  <a:lnTo>
                    <a:pt x="76298" y="690287"/>
                  </a:lnTo>
                  <a:lnTo>
                    <a:pt x="95373" y="681083"/>
                  </a:lnTo>
                  <a:lnTo>
                    <a:pt x="114447" y="671879"/>
                  </a:lnTo>
                  <a:lnTo>
                    <a:pt x="133522" y="662675"/>
                  </a:lnTo>
                  <a:lnTo>
                    <a:pt x="152597" y="653471"/>
                  </a:lnTo>
                  <a:lnTo>
                    <a:pt x="171671" y="644267"/>
                  </a:lnTo>
                  <a:lnTo>
                    <a:pt x="190746" y="635064"/>
                  </a:lnTo>
                  <a:lnTo>
                    <a:pt x="209821" y="625860"/>
                  </a:lnTo>
                  <a:lnTo>
                    <a:pt x="228895" y="616656"/>
                  </a:lnTo>
                  <a:lnTo>
                    <a:pt x="247970" y="607452"/>
                  </a:lnTo>
                  <a:lnTo>
                    <a:pt x="267045" y="598248"/>
                  </a:lnTo>
                  <a:lnTo>
                    <a:pt x="286119" y="589044"/>
                  </a:lnTo>
                  <a:lnTo>
                    <a:pt x="305194" y="579841"/>
                  </a:lnTo>
                  <a:lnTo>
                    <a:pt x="324269" y="570637"/>
                  </a:lnTo>
                  <a:lnTo>
                    <a:pt x="343343" y="561433"/>
                  </a:lnTo>
                  <a:lnTo>
                    <a:pt x="362418" y="552229"/>
                  </a:lnTo>
                  <a:lnTo>
                    <a:pt x="381493" y="543025"/>
                  </a:lnTo>
                  <a:lnTo>
                    <a:pt x="400567" y="533821"/>
                  </a:lnTo>
                  <a:lnTo>
                    <a:pt x="419642" y="524618"/>
                  </a:lnTo>
                  <a:lnTo>
                    <a:pt x="438716" y="515414"/>
                  </a:lnTo>
                  <a:lnTo>
                    <a:pt x="457791" y="506210"/>
                  </a:lnTo>
                  <a:lnTo>
                    <a:pt x="476866" y="497006"/>
                  </a:lnTo>
                  <a:lnTo>
                    <a:pt x="495940" y="487802"/>
                  </a:lnTo>
                  <a:lnTo>
                    <a:pt x="515015" y="478599"/>
                  </a:lnTo>
                  <a:lnTo>
                    <a:pt x="534090" y="469395"/>
                  </a:lnTo>
                  <a:lnTo>
                    <a:pt x="553164" y="460191"/>
                  </a:lnTo>
                  <a:lnTo>
                    <a:pt x="572239" y="450987"/>
                  </a:lnTo>
                  <a:lnTo>
                    <a:pt x="591314" y="441783"/>
                  </a:lnTo>
                  <a:lnTo>
                    <a:pt x="610388" y="432579"/>
                  </a:lnTo>
                  <a:lnTo>
                    <a:pt x="629463" y="423376"/>
                  </a:lnTo>
                  <a:lnTo>
                    <a:pt x="648538" y="414172"/>
                  </a:lnTo>
                  <a:lnTo>
                    <a:pt x="667612" y="404968"/>
                  </a:lnTo>
                  <a:lnTo>
                    <a:pt x="686687" y="395764"/>
                  </a:lnTo>
                  <a:lnTo>
                    <a:pt x="705762" y="386560"/>
                  </a:lnTo>
                  <a:lnTo>
                    <a:pt x="724836" y="377356"/>
                  </a:lnTo>
                  <a:lnTo>
                    <a:pt x="743911" y="368153"/>
                  </a:lnTo>
                  <a:lnTo>
                    <a:pt x="762986" y="358949"/>
                  </a:lnTo>
                  <a:lnTo>
                    <a:pt x="782060" y="349745"/>
                  </a:lnTo>
                  <a:lnTo>
                    <a:pt x="801135" y="340541"/>
                  </a:lnTo>
                  <a:lnTo>
                    <a:pt x="820209" y="331337"/>
                  </a:lnTo>
                  <a:lnTo>
                    <a:pt x="839284" y="322133"/>
                  </a:lnTo>
                  <a:lnTo>
                    <a:pt x="858359" y="312930"/>
                  </a:lnTo>
                  <a:lnTo>
                    <a:pt x="877433" y="303726"/>
                  </a:lnTo>
                  <a:lnTo>
                    <a:pt x="896508" y="294522"/>
                  </a:lnTo>
                  <a:lnTo>
                    <a:pt x="915583" y="285318"/>
                  </a:lnTo>
                  <a:lnTo>
                    <a:pt x="934657" y="276114"/>
                  </a:lnTo>
                  <a:lnTo>
                    <a:pt x="953732" y="266910"/>
                  </a:lnTo>
                  <a:lnTo>
                    <a:pt x="972807" y="257707"/>
                  </a:lnTo>
                  <a:lnTo>
                    <a:pt x="991881" y="248503"/>
                  </a:lnTo>
                  <a:lnTo>
                    <a:pt x="1010956" y="239299"/>
                  </a:lnTo>
                  <a:lnTo>
                    <a:pt x="1030031" y="230095"/>
                  </a:lnTo>
                  <a:lnTo>
                    <a:pt x="1049105" y="220891"/>
                  </a:lnTo>
                  <a:lnTo>
                    <a:pt x="1068180" y="211688"/>
                  </a:lnTo>
                  <a:lnTo>
                    <a:pt x="1087255" y="202484"/>
                  </a:lnTo>
                  <a:lnTo>
                    <a:pt x="1106329" y="193280"/>
                  </a:lnTo>
                  <a:lnTo>
                    <a:pt x="1125404" y="184076"/>
                  </a:lnTo>
                  <a:lnTo>
                    <a:pt x="1144479" y="174872"/>
                  </a:lnTo>
                  <a:lnTo>
                    <a:pt x="1163553" y="165668"/>
                  </a:lnTo>
                  <a:lnTo>
                    <a:pt x="1182628" y="156465"/>
                  </a:lnTo>
                  <a:lnTo>
                    <a:pt x="1201703" y="147261"/>
                  </a:lnTo>
                  <a:lnTo>
                    <a:pt x="1220777" y="138057"/>
                  </a:lnTo>
                  <a:lnTo>
                    <a:pt x="1239852" y="128853"/>
                  </a:lnTo>
                  <a:lnTo>
                    <a:pt x="1258926" y="119649"/>
                  </a:lnTo>
                  <a:lnTo>
                    <a:pt x="1278001" y="110445"/>
                  </a:lnTo>
                  <a:lnTo>
                    <a:pt x="1297076" y="101242"/>
                  </a:lnTo>
                  <a:lnTo>
                    <a:pt x="1316150" y="92038"/>
                  </a:lnTo>
                  <a:lnTo>
                    <a:pt x="1335225" y="82834"/>
                  </a:lnTo>
                  <a:lnTo>
                    <a:pt x="1354300" y="73630"/>
                  </a:lnTo>
                  <a:lnTo>
                    <a:pt x="1373374" y="64426"/>
                  </a:lnTo>
                  <a:lnTo>
                    <a:pt x="1392449" y="55222"/>
                  </a:lnTo>
                  <a:lnTo>
                    <a:pt x="1411524" y="46019"/>
                  </a:lnTo>
                  <a:lnTo>
                    <a:pt x="1430598" y="36815"/>
                  </a:lnTo>
                  <a:lnTo>
                    <a:pt x="1449673" y="27611"/>
                  </a:lnTo>
                  <a:lnTo>
                    <a:pt x="1468748" y="18407"/>
                  </a:lnTo>
                  <a:lnTo>
                    <a:pt x="1487822" y="9203"/>
                  </a:lnTo>
                  <a:lnTo>
                    <a:pt x="15068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tx353"/>
            <p:cNvSpPr/>
            <p:nvPr/>
          </p:nvSpPr>
          <p:spPr>
            <a:xfrm>
              <a:off x="1465194" y="2113392"/>
              <a:ext cx="225591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0.97 x +9.4   (R² = 0.49)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0.62 x +34.3   (R² = 0.67)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323, n_red = 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2026-08-06T10:29:41Z</dcterms:modified>
  <cp:category/>
</cp:coreProperties>
</file>