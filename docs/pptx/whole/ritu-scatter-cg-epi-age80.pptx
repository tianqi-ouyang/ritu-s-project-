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985667" y="2624151"/>
              <a:ext cx="6565893" cy="2179317"/>
            </a:xfrm>
            <a:custGeom>
              <a:avLst/>
              <a:pathLst>
                <a:path w="6565893" h="2179317">
                  <a:moveTo>
                    <a:pt x="0" y="2042717"/>
                  </a:moveTo>
                  <a:lnTo>
                    <a:pt x="83112" y="2019112"/>
                  </a:lnTo>
                  <a:lnTo>
                    <a:pt x="166225" y="1995497"/>
                  </a:lnTo>
                  <a:lnTo>
                    <a:pt x="249337" y="1971871"/>
                  </a:lnTo>
                  <a:lnTo>
                    <a:pt x="332450" y="1948233"/>
                  </a:lnTo>
                  <a:lnTo>
                    <a:pt x="415562" y="1924582"/>
                  </a:lnTo>
                  <a:lnTo>
                    <a:pt x="498675" y="1900916"/>
                  </a:lnTo>
                  <a:lnTo>
                    <a:pt x="581788" y="1877235"/>
                  </a:lnTo>
                  <a:lnTo>
                    <a:pt x="664900" y="1853537"/>
                  </a:lnTo>
                  <a:lnTo>
                    <a:pt x="748013" y="1829820"/>
                  </a:lnTo>
                  <a:lnTo>
                    <a:pt x="831125" y="1806083"/>
                  </a:lnTo>
                  <a:lnTo>
                    <a:pt x="914238" y="1782322"/>
                  </a:lnTo>
                  <a:lnTo>
                    <a:pt x="997350" y="1758536"/>
                  </a:lnTo>
                  <a:lnTo>
                    <a:pt x="1080463" y="1734721"/>
                  </a:lnTo>
                  <a:lnTo>
                    <a:pt x="1163576" y="1710875"/>
                  </a:lnTo>
                  <a:lnTo>
                    <a:pt x="1246688" y="1686994"/>
                  </a:lnTo>
                  <a:lnTo>
                    <a:pt x="1329801" y="1663073"/>
                  </a:lnTo>
                  <a:lnTo>
                    <a:pt x="1412913" y="1639109"/>
                  </a:lnTo>
                  <a:lnTo>
                    <a:pt x="1496026" y="1615096"/>
                  </a:lnTo>
                  <a:lnTo>
                    <a:pt x="1579138" y="1591029"/>
                  </a:lnTo>
                  <a:lnTo>
                    <a:pt x="1662251" y="1566900"/>
                  </a:lnTo>
                  <a:lnTo>
                    <a:pt x="1745364" y="1542702"/>
                  </a:lnTo>
                  <a:lnTo>
                    <a:pt x="1828476" y="1518428"/>
                  </a:lnTo>
                  <a:lnTo>
                    <a:pt x="1911589" y="1494069"/>
                  </a:lnTo>
                  <a:lnTo>
                    <a:pt x="1994701" y="1469616"/>
                  </a:lnTo>
                  <a:lnTo>
                    <a:pt x="2077814" y="1445060"/>
                  </a:lnTo>
                  <a:lnTo>
                    <a:pt x="2160926" y="1420390"/>
                  </a:lnTo>
                  <a:lnTo>
                    <a:pt x="2244039" y="1395598"/>
                  </a:lnTo>
                  <a:lnTo>
                    <a:pt x="2327152" y="1370674"/>
                  </a:lnTo>
                  <a:lnTo>
                    <a:pt x="2410264" y="1345610"/>
                  </a:lnTo>
                  <a:lnTo>
                    <a:pt x="2493377" y="1320402"/>
                  </a:lnTo>
                  <a:lnTo>
                    <a:pt x="2576489" y="1295044"/>
                  </a:lnTo>
                  <a:lnTo>
                    <a:pt x="2659602" y="1269535"/>
                  </a:lnTo>
                  <a:lnTo>
                    <a:pt x="2742714" y="1243877"/>
                  </a:lnTo>
                  <a:lnTo>
                    <a:pt x="2825827" y="1218072"/>
                  </a:lnTo>
                  <a:lnTo>
                    <a:pt x="2908940" y="1192126"/>
                  </a:lnTo>
                  <a:lnTo>
                    <a:pt x="2992052" y="1166046"/>
                  </a:lnTo>
                  <a:lnTo>
                    <a:pt x="3075165" y="1139841"/>
                  </a:lnTo>
                  <a:lnTo>
                    <a:pt x="3158277" y="1113520"/>
                  </a:lnTo>
                  <a:lnTo>
                    <a:pt x="3241390" y="1087092"/>
                  </a:lnTo>
                  <a:lnTo>
                    <a:pt x="3324502" y="1060569"/>
                  </a:lnTo>
                  <a:lnTo>
                    <a:pt x="3407615" y="1033957"/>
                  </a:lnTo>
                  <a:lnTo>
                    <a:pt x="3490728" y="1007268"/>
                  </a:lnTo>
                  <a:lnTo>
                    <a:pt x="3573840" y="980507"/>
                  </a:lnTo>
                  <a:lnTo>
                    <a:pt x="3656953" y="953684"/>
                  </a:lnTo>
                  <a:lnTo>
                    <a:pt x="3740065" y="926804"/>
                  </a:lnTo>
                  <a:lnTo>
                    <a:pt x="3823178" y="899874"/>
                  </a:lnTo>
                  <a:lnTo>
                    <a:pt x="3906290" y="872898"/>
                  </a:lnTo>
                  <a:lnTo>
                    <a:pt x="3989403" y="845883"/>
                  </a:lnTo>
                  <a:lnTo>
                    <a:pt x="4072516" y="818831"/>
                  </a:lnTo>
                  <a:lnTo>
                    <a:pt x="4155628" y="791746"/>
                  </a:lnTo>
                  <a:lnTo>
                    <a:pt x="4238741" y="764633"/>
                  </a:lnTo>
                  <a:lnTo>
                    <a:pt x="4321853" y="737493"/>
                  </a:lnTo>
                  <a:lnTo>
                    <a:pt x="4404966" y="710330"/>
                  </a:lnTo>
                  <a:lnTo>
                    <a:pt x="4488078" y="683145"/>
                  </a:lnTo>
                  <a:lnTo>
                    <a:pt x="4571191" y="655941"/>
                  </a:lnTo>
                  <a:lnTo>
                    <a:pt x="4654304" y="628719"/>
                  </a:lnTo>
                  <a:lnTo>
                    <a:pt x="4737416" y="601481"/>
                  </a:lnTo>
                  <a:lnTo>
                    <a:pt x="4820529" y="574229"/>
                  </a:lnTo>
                  <a:lnTo>
                    <a:pt x="4903641" y="546963"/>
                  </a:lnTo>
                  <a:lnTo>
                    <a:pt x="4986754" y="519686"/>
                  </a:lnTo>
                  <a:lnTo>
                    <a:pt x="5069866" y="492397"/>
                  </a:lnTo>
                  <a:lnTo>
                    <a:pt x="5152979" y="465097"/>
                  </a:lnTo>
                  <a:lnTo>
                    <a:pt x="5236092" y="437789"/>
                  </a:lnTo>
                  <a:lnTo>
                    <a:pt x="5319204" y="410471"/>
                  </a:lnTo>
                  <a:lnTo>
                    <a:pt x="5402317" y="383146"/>
                  </a:lnTo>
                  <a:lnTo>
                    <a:pt x="5485429" y="355813"/>
                  </a:lnTo>
                  <a:lnTo>
                    <a:pt x="5568542" y="328473"/>
                  </a:lnTo>
                  <a:lnTo>
                    <a:pt x="5651654" y="301127"/>
                  </a:lnTo>
                  <a:lnTo>
                    <a:pt x="5734767" y="273775"/>
                  </a:lnTo>
                  <a:lnTo>
                    <a:pt x="5817880" y="246417"/>
                  </a:lnTo>
                  <a:lnTo>
                    <a:pt x="5900992" y="219054"/>
                  </a:lnTo>
                  <a:lnTo>
                    <a:pt x="5984105" y="191686"/>
                  </a:lnTo>
                  <a:lnTo>
                    <a:pt x="6067217" y="164314"/>
                  </a:lnTo>
                  <a:lnTo>
                    <a:pt x="6150330" y="136937"/>
                  </a:lnTo>
                  <a:lnTo>
                    <a:pt x="6233442" y="109557"/>
                  </a:lnTo>
                  <a:lnTo>
                    <a:pt x="6316555" y="82172"/>
                  </a:lnTo>
                  <a:lnTo>
                    <a:pt x="6399668" y="54785"/>
                  </a:lnTo>
                  <a:lnTo>
                    <a:pt x="6482780" y="27394"/>
                  </a:lnTo>
                  <a:lnTo>
                    <a:pt x="6565893" y="0"/>
                  </a:lnTo>
                  <a:lnTo>
                    <a:pt x="6565893" y="200373"/>
                  </a:lnTo>
                  <a:lnTo>
                    <a:pt x="6482780" y="223886"/>
                  </a:lnTo>
                  <a:lnTo>
                    <a:pt x="6399668" y="247402"/>
                  </a:lnTo>
                  <a:lnTo>
                    <a:pt x="6316555" y="270922"/>
                  </a:lnTo>
                  <a:lnTo>
                    <a:pt x="6233442" y="294445"/>
                  </a:lnTo>
                  <a:lnTo>
                    <a:pt x="6150330" y="317971"/>
                  </a:lnTo>
                  <a:lnTo>
                    <a:pt x="6067217" y="341502"/>
                  </a:lnTo>
                  <a:lnTo>
                    <a:pt x="5984105" y="365036"/>
                  </a:lnTo>
                  <a:lnTo>
                    <a:pt x="5900992" y="388576"/>
                  </a:lnTo>
                  <a:lnTo>
                    <a:pt x="5817880" y="412120"/>
                  </a:lnTo>
                  <a:lnTo>
                    <a:pt x="5734767" y="435669"/>
                  </a:lnTo>
                  <a:lnTo>
                    <a:pt x="5651654" y="459224"/>
                  </a:lnTo>
                  <a:lnTo>
                    <a:pt x="5568542" y="482785"/>
                  </a:lnTo>
                  <a:lnTo>
                    <a:pt x="5485429" y="506352"/>
                  </a:lnTo>
                  <a:lnTo>
                    <a:pt x="5402317" y="529926"/>
                  </a:lnTo>
                  <a:lnTo>
                    <a:pt x="5319204" y="553508"/>
                  </a:lnTo>
                  <a:lnTo>
                    <a:pt x="5236092" y="577098"/>
                  </a:lnTo>
                  <a:lnTo>
                    <a:pt x="5152979" y="600696"/>
                  </a:lnTo>
                  <a:lnTo>
                    <a:pt x="5069866" y="624304"/>
                  </a:lnTo>
                  <a:lnTo>
                    <a:pt x="4986754" y="647922"/>
                  </a:lnTo>
                  <a:lnTo>
                    <a:pt x="4903641" y="671551"/>
                  </a:lnTo>
                  <a:lnTo>
                    <a:pt x="4820529" y="695193"/>
                  </a:lnTo>
                  <a:lnTo>
                    <a:pt x="4737416" y="718848"/>
                  </a:lnTo>
                  <a:lnTo>
                    <a:pt x="4654304" y="742517"/>
                  </a:lnTo>
                  <a:lnTo>
                    <a:pt x="4571191" y="766203"/>
                  </a:lnTo>
                  <a:lnTo>
                    <a:pt x="4488078" y="789905"/>
                  </a:lnTo>
                  <a:lnTo>
                    <a:pt x="4404966" y="813628"/>
                  </a:lnTo>
                  <a:lnTo>
                    <a:pt x="4321853" y="837372"/>
                  </a:lnTo>
                  <a:lnTo>
                    <a:pt x="4238741" y="861139"/>
                  </a:lnTo>
                  <a:lnTo>
                    <a:pt x="4155628" y="884933"/>
                  </a:lnTo>
                  <a:lnTo>
                    <a:pt x="4072516" y="908755"/>
                  </a:lnTo>
                  <a:lnTo>
                    <a:pt x="3989403" y="932610"/>
                  </a:lnTo>
                  <a:lnTo>
                    <a:pt x="3906290" y="956502"/>
                  </a:lnTo>
                  <a:lnTo>
                    <a:pt x="3823178" y="980434"/>
                  </a:lnTo>
                  <a:lnTo>
                    <a:pt x="3740065" y="1004410"/>
                  </a:lnTo>
                  <a:lnTo>
                    <a:pt x="3656953" y="1028438"/>
                  </a:lnTo>
                  <a:lnTo>
                    <a:pt x="3573840" y="1052521"/>
                  </a:lnTo>
                  <a:lnTo>
                    <a:pt x="3490728" y="1076668"/>
                  </a:lnTo>
                  <a:lnTo>
                    <a:pt x="3407615" y="1100885"/>
                  </a:lnTo>
                  <a:lnTo>
                    <a:pt x="3324502" y="1125181"/>
                  </a:lnTo>
                  <a:lnTo>
                    <a:pt x="3241390" y="1149564"/>
                  </a:lnTo>
                  <a:lnTo>
                    <a:pt x="3158277" y="1174044"/>
                  </a:lnTo>
                  <a:lnTo>
                    <a:pt x="3075165" y="1198631"/>
                  </a:lnTo>
                  <a:lnTo>
                    <a:pt x="2992052" y="1223333"/>
                  </a:lnTo>
                  <a:lnTo>
                    <a:pt x="2908940" y="1248160"/>
                  </a:lnTo>
                  <a:lnTo>
                    <a:pt x="2825827" y="1273121"/>
                  </a:lnTo>
                  <a:lnTo>
                    <a:pt x="2742714" y="1298223"/>
                  </a:lnTo>
                  <a:lnTo>
                    <a:pt x="2659602" y="1323471"/>
                  </a:lnTo>
                  <a:lnTo>
                    <a:pt x="2576489" y="1348870"/>
                  </a:lnTo>
                  <a:lnTo>
                    <a:pt x="2493377" y="1374419"/>
                  </a:lnTo>
                  <a:lnTo>
                    <a:pt x="2410264" y="1400118"/>
                  </a:lnTo>
                  <a:lnTo>
                    <a:pt x="2327152" y="1425961"/>
                  </a:lnTo>
                  <a:lnTo>
                    <a:pt x="2244039" y="1451945"/>
                  </a:lnTo>
                  <a:lnTo>
                    <a:pt x="2160926" y="1478059"/>
                  </a:lnTo>
                  <a:lnTo>
                    <a:pt x="2077814" y="1504296"/>
                  </a:lnTo>
                  <a:lnTo>
                    <a:pt x="1994701" y="1530647"/>
                  </a:lnTo>
                  <a:lnTo>
                    <a:pt x="1911589" y="1557101"/>
                  </a:lnTo>
                  <a:lnTo>
                    <a:pt x="1828476" y="1583650"/>
                  </a:lnTo>
                  <a:lnTo>
                    <a:pt x="1745364" y="1610283"/>
                  </a:lnTo>
                  <a:lnTo>
                    <a:pt x="1662251" y="1636992"/>
                  </a:lnTo>
                  <a:lnTo>
                    <a:pt x="1579138" y="1663770"/>
                  </a:lnTo>
                  <a:lnTo>
                    <a:pt x="1496026" y="1690610"/>
                  </a:lnTo>
                  <a:lnTo>
                    <a:pt x="1412913" y="1717504"/>
                  </a:lnTo>
                  <a:lnTo>
                    <a:pt x="1329801" y="1744447"/>
                  </a:lnTo>
                  <a:lnTo>
                    <a:pt x="1246688" y="1771434"/>
                  </a:lnTo>
                  <a:lnTo>
                    <a:pt x="1163576" y="1798460"/>
                  </a:lnTo>
                  <a:lnTo>
                    <a:pt x="1080463" y="1825521"/>
                  </a:lnTo>
                  <a:lnTo>
                    <a:pt x="997350" y="1852613"/>
                  </a:lnTo>
                  <a:lnTo>
                    <a:pt x="914238" y="1879734"/>
                  </a:lnTo>
                  <a:lnTo>
                    <a:pt x="831125" y="1906880"/>
                  </a:lnTo>
                  <a:lnTo>
                    <a:pt x="748013" y="1934050"/>
                  </a:lnTo>
                  <a:lnTo>
                    <a:pt x="664900" y="1961240"/>
                  </a:lnTo>
                  <a:lnTo>
                    <a:pt x="581788" y="1988449"/>
                  </a:lnTo>
                  <a:lnTo>
                    <a:pt x="498675" y="2015675"/>
                  </a:lnTo>
                  <a:lnTo>
                    <a:pt x="415562" y="2042917"/>
                  </a:lnTo>
                  <a:lnTo>
                    <a:pt x="332450" y="2070173"/>
                  </a:lnTo>
                  <a:lnTo>
                    <a:pt x="249337" y="2097442"/>
                  </a:lnTo>
                  <a:lnTo>
                    <a:pt x="166225" y="2124723"/>
                  </a:lnTo>
                  <a:lnTo>
                    <a:pt x="83112" y="2152015"/>
                  </a:lnTo>
                  <a:lnTo>
                    <a:pt x="0" y="2179317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985667" y="2624151"/>
              <a:ext cx="6565893" cy="2042717"/>
            </a:xfrm>
            <a:custGeom>
              <a:avLst/>
              <a:pathLst>
                <a:path w="6565893" h="2042717">
                  <a:moveTo>
                    <a:pt x="0" y="2042717"/>
                  </a:moveTo>
                  <a:lnTo>
                    <a:pt x="83112" y="2019112"/>
                  </a:lnTo>
                  <a:lnTo>
                    <a:pt x="166225" y="1995497"/>
                  </a:lnTo>
                  <a:lnTo>
                    <a:pt x="249337" y="1971871"/>
                  </a:lnTo>
                  <a:lnTo>
                    <a:pt x="332450" y="1948233"/>
                  </a:lnTo>
                  <a:lnTo>
                    <a:pt x="415562" y="1924582"/>
                  </a:lnTo>
                  <a:lnTo>
                    <a:pt x="498675" y="1900916"/>
                  </a:lnTo>
                  <a:lnTo>
                    <a:pt x="581788" y="1877235"/>
                  </a:lnTo>
                  <a:lnTo>
                    <a:pt x="664900" y="1853537"/>
                  </a:lnTo>
                  <a:lnTo>
                    <a:pt x="748013" y="1829820"/>
                  </a:lnTo>
                  <a:lnTo>
                    <a:pt x="831125" y="1806083"/>
                  </a:lnTo>
                  <a:lnTo>
                    <a:pt x="914238" y="1782322"/>
                  </a:lnTo>
                  <a:lnTo>
                    <a:pt x="997350" y="1758536"/>
                  </a:lnTo>
                  <a:lnTo>
                    <a:pt x="1080463" y="1734721"/>
                  </a:lnTo>
                  <a:lnTo>
                    <a:pt x="1163576" y="1710875"/>
                  </a:lnTo>
                  <a:lnTo>
                    <a:pt x="1246688" y="1686994"/>
                  </a:lnTo>
                  <a:lnTo>
                    <a:pt x="1329801" y="1663073"/>
                  </a:lnTo>
                  <a:lnTo>
                    <a:pt x="1412913" y="1639109"/>
                  </a:lnTo>
                  <a:lnTo>
                    <a:pt x="1496026" y="1615096"/>
                  </a:lnTo>
                  <a:lnTo>
                    <a:pt x="1579138" y="1591029"/>
                  </a:lnTo>
                  <a:lnTo>
                    <a:pt x="1662251" y="1566900"/>
                  </a:lnTo>
                  <a:lnTo>
                    <a:pt x="1745364" y="1542702"/>
                  </a:lnTo>
                  <a:lnTo>
                    <a:pt x="1828476" y="1518428"/>
                  </a:lnTo>
                  <a:lnTo>
                    <a:pt x="1911589" y="1494069"/>
                  </a:lnTo>
                  <a:lnTo>
                    <a:pt x="1994701" y="1469616"/>
                  </a:lnTo>
                  <a:lnTo>
                    <a:pt x="2077814" y="1445060"/>
                  </a:lnTo>
                  <a:lnTo>
                    <a:pt x="2160926" y="1420390"/>
                  </a:lnTo>
                  <a:lnTo>
                    <a:pt x="2244039" y="1395598"/>
                  </a:lnTo>
                  <a:lnTo>
                    <a:pt x="2327152" y="1370674"/>
                  </a:lnTo>
                  <a:lnTo>
                    <a:pt x="2410264" y="1345610"/>
                  </a:lnTo>
                  <a:lnTo>
                    <a:pt x="2493377" y="1320402"/>
                  </a:lnTo>
                  <a:lnTo>
                    <a:pt x="2576489" y="1295044"/>
                  </a:lnTo>
                  <a:lnTo>
                    <a:pt x="2659602" y="1269535"/>
                  </a:lnTo>
                  <a:lnTo>
                    <a:pt x="2742714" y="1243877"/>
                  </a:lnTo>
                  <a:lnTo>
                    <a:pt x="2825827" y="1218072"/>
                  </a:lnTo>
                  <a:lnTo>
                    <a:pt x="2908940" y="1192126"/>
                  </a:lnTo>
                  <a:lnTo>
                    <a:pt x="2992052" y="1166046"/>
                  </a:lnTo>
                  <a:lnTo>
                    <a:pt x="3075165" y="1139841"/>
                  </a:lnTo>
                  <a:lnTo>
                    <a:pt x="3158277" y="1113520"/>
                  </a:lnTo>
                  <a:lnTo>
                    <a:pt x="3241390" y="1087092"/>
                  </a:lnTo>
                  <a:lnTo>
                    <a:pt x="3324502" y="1060569"/>
                  </a:lnTo>
                  <a:lnTo>
                    <a:pt x="3407615" y="1033957"/>
                  </a:lnTo>
                  <a:lnTo>
                    <a:pt x="3490728" y="1007268"/>
                  </a:lnTo>
                  <a:lnTo>
                    <a:pt x="3573840" y="980507"/>
                  </a:lnTo>
                  <a:lnTo>
                    <a:pt x="3656953" y="953684"/>
                  </a:lnTo>
                  <a:lnTo>
                    <a:pt x="3740065" y="926804"/>
                  </a:lnTo>
                  <a:lnTo>
                    <a:pt x="3823178" y="899874"/>
                  </a:lnTo>
                  <a:lnTo>
                    <a:pt x="3906290" y="872898"/>
                  </a:lnTo>
                  <a:lnTo>
                    <a:pt x="3989403" y="845883"/>
                  </a:lnTo>
                  <a:lnTo>
                    <a:pt x="4072516" y="818831"/>
                  </a:lnTo>
                  <a:lnTo>
                    <a:pt x="4155628" y="791746"/>
                  </a:lnTo>
                  <a:lnTo>
                    <a:pt x="4238741" y="764633"/>
                  </a:lnTo>
                  <a:lnTo>
                    <a:pt x="4321853" y="737493"/>
                  </a:lnTo>
                  <a:lnTo>
                    <a:pt x="4404966" y="710330"/>
                  </a:lnTo>
                  <a:lnTo>
                    <a:pt x="4488078" y="683145"/>
                  </a:lnTo>
                  <a:lnTo>
                    <a:pt x="4571191" y="655941"/>
                  </a:lnTo>
                  <a:lnTo>
                    <a:pt x="4654304" y="628719"/>
                  </a:lnTo>
                  <a:lnTo>
                    <a:pt x="4737416" y="601481"/>
                  </a:lnTo>
                  <a:lnTo>
                    <a:pt x="4820529" y="574229"/>
                  </a:lnTo>
                  <a:lnTo>
                    <a:pt x="4903641" y="546963"/>
                  </a:lnTo>
                  <a:lnTo>
                    <a:pt x="4986754" y="519686"/>
                  </a:lnTo>
                  <a:lnTo>
                    <a:pt x="5069866" y="492397"/>
                  </a:lnTo>
                  <a:lnTo>
                    <a:pt x="5152979" y="465097"/>
                  </a:lnTo>
                  <a:lnTo>
                    <a:pt x="5236092" y="437789"/>
                  </a:lnTo>
                  <a:lnTo>
                    <a:pt x="5319204" y="410471"/>
                  </a:lnTo>
                  <a:lnTo>
                    <a:pt x="5402317" y="383146"/>
                  </a:lnTo>
                  <a:lnTo>
                    <a:pt x="5485429" y="355813"/>
                  </a:lnTo>
                  <a:lnTo>
                    <a:pt x="5568542" y="328473"/>
                  </a:lnTo>
                  <a:lnTo>
                    <a:pt x="5651654" y="301127"/>
                  </a:lnTo>
                  <a:lnTo>
                    <a:pt x="5734767" y="273775"/>
                  </a:lnTo>
                  <a:lnTo>
                    <a:pt x="5817880" y="246417"/>
                  </a:lnTo>
                  <a:lnTo>
                    <a:pt x="5900992" y="219054"/>
                  </a:lnTo>
                  <a:lnTo>
                    <a:pt x="5984105" y="191686"/>
                  </a:lnTo>
                  <a:lnTo>
                    <a:pt x="6067217" y="164314"/>
                  </a:lnTo>
                  <a:lnTo>
                    <a:pt x="6150330" y="136937"/>
                  </a:lnTo>
                  <a:lnTo>
                    <a:pt x="6233442" y="109557"/>
                  </a:lnTo>
                  <a:lnTo>
                    <a:pt x="6316555" y="82172"/>
                  </a:lnTo>
                  <a:lnTo>
                    <a:pt x="6399668" y="54785"/>
                  </a:lnTo>
                  <a:lnTo>
                    <a:pt x="6482780" y="27394"/>
                  </a:lnTo>
                  <a:lnTo>
                    <a:pt x="65658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985667" y="2824524"/>
              <a:ext cx="6565893" cy="1978943"/>
            </a:xfrm>
            <a:custGeom>
              <a:avLst/>
              <a:pathLst>
                <a:path w="6565893" h="1978943">
                  <a:moveTo>
                    <a:pt x="6565893" y="0"/>
                  </a:moveTo>
                  <a:lnTo>
                    <a:pt x="6482780" y="23512"/>
                  </a:lnTo>
                  <a:lnTo>
                    <a:pt x="6399668" y="47029"/>
                  </a:lnTo>
                  <a:lnTo>
                    <a:pt x="6316555" y="70548"/>
                  </a:lnTo>
                  <a:lnTo>
                    <a:pt x="6233442" y="94071"/>
                  </a:lnTo>
                  <a:lnTo>
                    <a:pt x="6150330" y="117597"/>
                  </a:lnTo>
                  <a:lnTo>
                    <a:pt x="6067217" y="141128"/>
                  </a:lnTo>
                  <a:lnTo>
                    <a:pt x="5984105" y="164663"/>
                  </a:lnTo>
                  <a:lnTo>
                    <a:pt x="5900992" y="188202"/>
                  </a:lnTo>
                  <a:lnTo>
                    <a:pt x="5817880" y="211746"/>
                  </a:lnTo>
                  <a:lnTo>
                    <a:pt x="5734767" y="235295"/>
                  </a:lnTo>
                  <a:lnTo>
                    <a:pt x="5651654" y="258850"/>
                  </a:lnTo>
                  <a:lnTo>
                    <a:pt x="5568542" y="282411"/>
                  </a:lnTo>
                  <a:lnTo>
                    <a:pt x="5485429" y="305978"/>
                  </a:lnTo>
                  <a:lnTo>
                    <a:pt x="5402317" y="329553"/>
                  </a:lnTo>
                  <a:lnTo>
                    <a:pt x="5319204" y="353134"/>
                  </a:lnTo>
                  <a:lnTo>
                    <a:pt x="5236092" y="376724"/>
                  </a:lnTo>
                  <a:lnTo>
                    <a:pt x="5152979" y="400322"/>
                  </a:lnTo>
                  <a:lnTo>
                    <a:pt x="5069866" y="423930"/>
                  </a:lnTo>
                  <a:lnTo>
                    <a:pt x="4986754" y="447548"/>
                  </a:lnTo>
                  <a:lnTo>
                    <a:pt x="4903641" y="471178"/>
                  </a:lnTo>
                  <a:lnTo>
                    <a:pt x="4820529" y="494819"/>
                  </a:lnTo>
                  <a:lnTo>
                    <a:pt x="4737416" y="518474"/>
                  </a:lnTo>
                  <a:lnTo>
                    <a:pt x="4654304" y="542143"/>
                  </a:lnTo>
                  <a:lnTo>
                    <a:pt x="4571191" y="565829"/>
                  </a:lnTo>
                  <a:lnTo>
                    <a:pt x="4488078" y="589532"/>
                  </a:lnTo>
                  <a:lnTo>
                    <a:pt x="4404966" y="613254"/>
                  </a:lnTo>
                  <a:lnTo>
                    <a:pt x="4321853" y="636998"/>
                  </a:lnTo>
                  <a:lnTo>
                    <a:pt x="4238741" y="660765"/>
                  </a:lnTo>
                  <a:lnTo>
                    <a:pt x="4155628" y="684559"/>
                  </a:lnTo>
                  <a:lnTo>
                    <a:pt x="4072516" y="708381"/>
                  </a:lnTo>
                  <a:lnTo>
                    <a:pt x="3989403" y="732237"/>
                  </a:lnTo>
                  <a:lnTo>
                    <a:pt x="3906290" y="756128"/>
                  </a:lnTo>
                  <a:lnTo>
                    <a:pt x="3823178" y="780060"/>
                  </a:lnTo>
                  <a:lnTo>
                    <a:pt x="3740065" y="804036"/>
                  </a:lnTo>
                  <a:lnTo>
                    <a:pt x="3656953" y="828064"/>
                  </a:lnTo>
                  <a:lnTo>
                    <a:pt x="3573840" y="852147"/>
                  </a:lnTo>
                  <a:lnTo>
                    <a:pt x="3490728" y="876294"/>
                  </a:lnTo>
                  <a:lnTo>
                    <a:pt x="3407615" y="900511"/>
                  </a:lnTo>
                  <a:lnTo>
                    <a:pt x="3324502" y="924807"/>
                  </a:lnTo>
                  <a:lnTo>
                    <a:pt x="3241390" y="949191"/>
                  </a:lnTo>
                  <a:lnTo>
                    <a:pt x="3158277" y="973671"/>
                  </a:lnTo>
                  <a:lnTo>
                    <a:pt x="3075165" y="998257"/>
                  </a:lnTo>
                  <a:lnTo>
                    <a:pt x="2992052" y="1022959"/>
                  </a:lnTo>
                  <a:lnTo>
                    <a:pt x="2908940" y="1047786"/>
                  </a:lnTo>
                  <a:lnTo>
                    <a:pt x="2825827" y="1072747"/>
                  </a:lnTo>
                  <a:lnTo>
                    <a:pt x="2742714" y="1097849"/>
                  </a:lnTo>
                  <a:lnTo>
                    <a:pt x="2659602" y="1123098"/>
                  </a:lnTo>
                  <a:lnTo>
                    <a:pt x="2576489" y="1148496"/>
                  </a:lnTo>
                  <a:lnTo>
                    <a:pt x="2493377" y="1174045"/>
                  </a:lnTo>
                  <a:lnTo>
                    <a:pt x="2410264" y="1199744"/>
                  </a:lnTo>
                  <a:lnTo>
                    <a:pt x="2327152" y="1225588"/>
                  </a:lnTo>
                  <a:lnTo>
                    <a:pt x="2244039" y="1251571"/>
                  </a:lnTo>
                  <a:lnTo>
                    <a:pt x="2160926" y="1277685"/>
                  </a:lnTo>
                  <a:lnTo>
                    <a:pt x="2077814" y="1303923"/>
                  </a:lnTo>
                  <a:lnTo>
                    <a:pt x="1994701" y="1330273"/>
                  </a:lnTo>
                  <a:lnTo>
                    <a:pt x="1911589" y="1356727"/>
                  </a:lnTo>
                  <a:lnTo>
                    <a:pt x="1828476" y="1383276"/>
                  </a:lnTo>
                  <a:lnTo>
                    <a:pt x="1745364" y="1409909"/>
                  </a:lnTo>
                  <a:lnTo>
                    <a:pt x="1662251" y="1436619"/>
                  </a:lnTo>
                  <a:lnTo>
                    <a:pt x="1579138" y="1463397"/>
                  </a:lnTo>
                  <a:lnTo>
                    <a:pt x="1496026" y="1490236"/>
                  </a:lnTo>
                  <a:lnTo>
                    <a:pt x="1412913" y="1517130"/>
                  </a:lnTo>
                  <a:lnTo>
                    <a:pt x="1329801" y="1544073"/>
                  </a:lnTo>
                  <a:lnTo>
                    <a:pt x="1246688" y="1571060"/>
                  </a:lnTo>
                  <a:lnTo>
                    <a:pt x="1163576" y="1598086"/>
                  </a:lnTo>
                  <a:lnTo>
                    <a:pt x="1080463" y="1625147"/>
                  </a:lnTo>
                  <a:lnTo>
                    <a:pt x="997350" y="1652239"/>
                  </a:lnTo>
                  <a:lnTo>
                    <a:pt x="914238" y="1679360"/>
                  </a:lnTo>
                  <a:lnTo>
                    <a:pt x="831125" y="1706506"/>
                  </a:lnTo>
                  <a:lnTo>
                    <a:pt x="748013" y="1733676"/>
                  </a:lnTo>
                  <a:lnTo>
                    <a:pt x="664900" y="1760866"/>
                  </a:lnTo>
                  <a:lnTo>
                    <a:pt x="581788" y="1788075"/>
                  </a:lnTo>
                  <a:lnTo>
                    <a:pt x="498675" y="1815301"/>
                  </a:lnTo>
                  <a:lnTo>
                    <a:pt x="415562" y="1842543"/>
                  </a:lnTo>
                  <a:lnTo>
                    <a:pt x="332450" y="1869799"/>
                  </a:lnTo>
                  <a:lnTo>
                    <a:pt x="249337" y="1897068"/>
                  </a:lnTo>
                  <a:lnTo>
                    <a:pt x="166225" y="1924349"/>
                  </a:lnTo>
                  <a:lnTo>
                    <a:pt x="83112" y="1951641"/>
                  </a:lnTo>
                  <a:lnTo>
                    <a:pt x="0" y="19789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1985667" y="2724337"/>
              <a:ext cx="6565893" cy="2010830"/>
            </a:xfrm>
            <a:custGeom>
              <a:avLst/>
              <a:pathLst>
                <a:path w="6565893" h="2010830">
                  <a:moveTo>
                    <a:pt x="0" y="2010830"/>
                  </a:moveTo>
                  <a:lnTo>
                    <a:pt x="83112" y="1985377"/>
                  </a:lnTo>
                  <a:lnTo>
                    <a:pt x="166225" y="1959923"/>
                  </a:lnTo>
                  <a:lnTo>
                    <a:pt x="249337" y="1934469"/>
                  </a:lnTo>
                  <a:lnTo>
                    <a:pt x="332450" y="1909016"/>
                  </a:lnTo>
                  <a:lnTo>
                    <a:pt x="415562" y="1883562"/>
                  </a:lnTo>
                  <a:lnTo>
                    <a:pt x="498675" y="1858109"/>
                  </a:lnTo>
                  <a:lnTo>
                    <a:pt x="581788" y="1832655"/>
                  </a:lnTo>
                  <a:lnTo>
                    <a:pt x="664900" y="1807202"/>
                  </a:lnTo>
                  <a:lnTo>
                    <a:pt x="748013" y="1781748"/>
                  </a:lnTo>
                  <a:lnTo>
                    <a:pt x="831125" y="1756295"/>
                  </a:lnTo>
                  <a:lnTo>
                    <a:pt x="914238" y="1730841"/>
                  </a:lnTo>
                  <a:lnTo>
                    <a:pt x="997350" y="1705387"/>
                  </a:lnTo>
                  <a:lnTo>
                    <a:pt x="1080463" y="1679934"/>
                  </a:lnTo>
                  <a:lnTo>
                    <a:pt x="1163576" y="1654480"/>
                  </a:lnTo>
                  <a:lnTo>
                    <a:pt x="1246688" y="1629027"/>
                  </a:lnTo>
                  <a:lnTo>
                    <a:pt x="1329801" y="1603573"/>
                  </a:lnTo>
                  <a:lnTo>
                    <a:pt x="1412913" y="1578120"/>
                  </a:lnTo>
                  <a:lnTo>
                    <a:pt x="1496026" y="1552666"/>
                  </a:lnTo>
                  <a:lnTo>
                    <a:pt x="1579138" y="1527213"/>
                  </a:lnTo>
                  <a:lnTo>
                    <a:pt x="1662251" y="1501759"/>
                  </a:lnTo>
                  <a:lnTo>
                    <a:pt x="1745364" y="1476305"/>
                  </a:lnTo>
                  <a:lnTo>
                    <a:pt x="1828476" y="1450852"/>
                  </a:lnTo>
                  <a:lnTo>
                    <a:pt x="1911589" y="1425398"/>
                  </a:lnTo>
                  <a:lnTo>
                    <a:pt x="1994701" y="1399945"/>
                  </a:lnTo>
                  <a:lnTo>
                    <a:pt x="2077814" y="1374491"/>
                  </a:lnTo>
                  <a:lnTo>
                    <a:pt x="2160926" y="1349038"/>
                  </a:lnTo>
                  <a:lnTo>
                    <a:pt x="2244039" y="1323584"/>
                  </a:lnTo>
                  <a:lnTo>
                    <a:pt x="2327152" y="1298131"/>
                  </a:lnTo>
                  <a:lnTo>
                    <a:pt x="2410264" y="1272677"/>
                  </a:lnTo>
                  <a:lnTo>
                    <a:pt x="2493377" y="1247224"/>
                  </a:lnTo>
                  <a:lnTo>
                    <a:pt x="2576489" y="1221770"/>
                  </a:lnTo>
                  <a:lnTo>
                    <a:pt x="2659602" y="1196316"/>
                  </a:lnTo>
                  <a:lnTo>
                    <a:pt x="2742714" y="1170863"/>
                  </a:lnTo>
                  <a:lnTo>
                    <a:pt x="2825827" y="1145409"/>
                  </a:lnTo>
                  <a:lnTo>
                    <a:pt x="2908940" y="1119956"/>
                  </a:lnTo>
                  <a:lnTo>
                    <a:pt x="2992052" y="1094502"/>
                  </a:lnTo>
                  <a:lnTo>
                    <a:pt x="3075165" y="1069049"/>
                  </a:lnTo>
                  <a:lnTo>
                    <a:pt x="3158277" y="1043595"/>
                  </a:lnTo>
                  <a:lnTo>
                    <a:pt x="3241390" y="1018142"/>
                  </a:lnTo>
                  <a:lnTo>
                    <a:pt x="3324502" y="992688"/>
                  </a:lnTo>
                  <a:lnTo>
                    <a:pt x="3407615" y="967234"/>
                  </a:lnTo>
                  <a:lnTo>
                    <a:pt x="3490728" y="941781"/>
                  </a:lnTo>
                  <a:lnTo>
                    <a:pt x="3573840" y="916327"/>
                  </a:lnTo>
                  <a:lnTo>
                    <a:pt x="3656953" y="890874"/>
                  </a:lnTo>
                  <a:lnTo>
                    <a:pt x="3740065" y="865420"/>
                  </a:lnTo>
                  <a:lnTo>
                    <a:pt x="3823178" y="839967"/>
                  </a:lnTo>
                  <a:lnTo>
                    <a:pt x="3906290" y="814513"/>
                  </a:lnTo>
                  <a:lnTo>
                    <a:pt x="3989403" y="789060"/>
                  </a:lnTo>
                  <a:lnTo>
                    <a:pt x="4072516" y="763606"/>
                  </a:lnTo>
                  <a:lnTo>
                    <a:pt x="4155628" y="738152"/>
                  </a:lnTo>
                  <a:lnTo>
                    <a:pt x="4238741" y="712699"/>
                  </a:lnTo>
                  <a:lnTo>
                    <a:pt x="4321853" y="687245"/>
                  </a:lnTo>
                  <a:lnTo>
                    <a:pt x="4404966" y="661792"/>
                  </a:lnTo>
                  <a:lnTo>
                    <a:pt x="4488078" y="636338"/>
                  </a:lnTo>
                  <a:lnTo>
                    <a:pt x="4571191" y="610885"/>
                  </a:lnTo>
                  <a:lnTo>
                    <a:pt x="4654304" y="585431"/>
                  </a:lnTo>
                  <a:lnTo>
                    <a:pt x="4737416" y="559978"/>
                  </a:lnTo>
                  <a:lnTo>
                    <a:pt x="4820529" y="534524"/>
                  </a:lnTo>
                  <a:lnTo>
                    <a:pt x="4903641" y="509071"/>
                  </a:lnTo>
                  <a:lnTo>
                    <a:pt x="4986754" y="483617"/>
                  </a:lnTo>
                  <a:lnTo>
                    <a:pt x="5069866" y="458163"/>
                  </a:lnTo>
                  <a:lnTo>
                    <a:pt x="5152979" y="432710"/>
                  </a:lnTo>
                  <a:lnTo>
                    <a:pt x="5236092" y="407256"/>
                  </a:lnTo>
                  <a:lnTo>
                    <a:pt x="5319204" y="381803"/>
                  </a:lnTo>
                  <a:lnTo>
                    <a:pt x="5402317" y="356349"/>
                  </a:lnTo>
                  <a:lnTo>
                    <a:pt x="5485429" y="330896"/>
                  </a:lnTo>
                  <a:lnTo>
                    <a:pt x="5568542" y="305442"/>
                  </a:lnTo>
                  <a:lnTo>
                    <a:pt x="5651654" y="279989"/>
                  </a:lnTo>
                  <a:lnTo>
                    <a:pt x="5734767" y="254535"/>
                  </a:lnTo>
                  <a:lnTo>
                    <a:pt x="5817880" y="229081"/>
                  </a:lnTo>
                  <a:lnTo>
                    <a:pt x="5900992" y="203628"/>
                  </a:lnTo>
                  <a:lnTo>
                    <a:pt x="5984105" y="178174"/>
                  </a:lnTo>
                  <a:lnTo>
                    <a:pt x="6067217" y="152721"/>
                  </a:lnTo>
                  <a:lnTo>
                    <a:pt x="6150330" y="127267"/>
                  </a:lnTo>
                  <a:lnTo>
                    <a:pt x="6233442" y="101814"/>
                  </a:lnTo>
                  <a:lnTo>
                    <a:pt x="6316555" y="76360"/>
                  </a:lnTo>
                  <a:lnTo>
                    <a:pt x="6399668" y="50907"/>
                  </a:lnTo>
                  <a:lnTo>
                    <a:pt x="6482780" y="25453"/>
                  </a:lnTo>
                  <a:lnTo>
                    <a:pt x="656589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456926" y="3897967"/>
              <a:ext cx="1506897" cy="1184160"/>
            </a:xfrm>
            <a:custGeom>
              <a:avLst/>
              <a:pathLst>
                <a:path w="1506897" h="1184160">
                  <a:moveTo>
                    <a:pt x="0" y="667590"/>
                  </a:moveTo>
                  <a:lnTo>
                    <a:pt x="19074" y="662889"/>
                  </a:lnTo>
                  <a:lnTo>
                    <a:pt x="38149" y="658169"/>
                  </a:lnTo>
                  <a:lnTo>
                    <a:pt x="57223" y="653428"/>
                  </a:lnTo>
                  <a:lnTo>
                    <a:pt x="76298" y="648665"/>
                  </a:lnTo>
                  <a:lnTo>
                    <a:pt x="95373" y="643880"/>
                  </a:lnTo>
                  <a:lnTo>
                    <a:pt x="114447" y="639070"/>
                  </a:lnTo>
                  <a:lnTo>
                    <a:pt x="133522" y="634234"/>
                  </a:lnTo>
                  <a:lnTo>
                    <a:pt x="152597" y="629372"/>
                  </a:lnTo>
                  <a:lnTo>
                    <a:pt x="171671" y="624480"/>
                  </a:lnTo>
                  <a:lnTo>
                    <a:pt x="190746" y="619558"/>
                  </a:lnTo>
                  <a:lnTo>
                    <a:pt x="209821" y="614603"/>
                  </a:lnTo>
                  <a:lnTo>
                    <a:pt x="228895" y="609614"/>
                  </a:lnTo>
                  <a:lnTo>
                    <a:pt x="247970" y="604588"/>
                  </a:lnTo>
                  <a:lnTo>
                    <a:pt x="267045" y="599523"/>
                  </a:lnTo>
                  <a:lnTo>
                    <a:pt x="286119" y="594417"/>
                  </a:lnTo>
                  <a:lnTo>
                    <a:pt x="305194" y="589267"/>
                  </a:lnTo>
                  <a:lnTo>
                    <a:pt x="324269" y="584069"/>
                  </a:lnTo>
                  <a:lnTo>
                    <a:pt x="343343" y="578822"/>
                  </a:lnTo>
                  <a:lnTo>
                    <a:pt x="362418" y="573521"/>
                  </a:lnTo>
                  <a:lnTo>
                    <a:pt x="381493" y="568163"/>
                  </a:lnTo>
                  <a:lnTo>
                    <a:pt x="400567" y="562743"/>
                  </a:lnTo>
                  <a:lnTo>
                    <a:pt x="419642" y="557259"/>
                  </a:lnTo>
                  <a:lnTo>
                    <a:pt x="438716" y="551705"/>
                  </a:lnTo>
                  <a:lnTo>
                    <a:pt x="457791" y="546077"/>
                  </a:lnTo>
                  <a:lnTo>
                    <a:pt x="476866" y="540368"/>
                  </a:lnTo>
                  <a:lnTo>
                    <a:pt x="495940" y="534575"/>
                  </a:lnTo>
                  <a:lnTo>
                    <a:pt x="515015" y="528691"/>
                  </a:lnTo>
                  <a:lnTo>
                    <a:pt x="534090" y="522710"/>
                  </a:lnTo>
                  <a:lnTo>
                    <a:pt x="553164" y="516625"/>
                  </a:lnTo>
                  <a:lnTo>
                    <a:pt x="572239" y="510429"/>
                  </a:lnTo>
                  <a:lnTo>
                    <a:pt x="591314" y="504115"/>
                  </a:lnTo>
                  <a:lnTo>
                    <a:pt x="610388" y="497676"/>
                  </a:lnTo>
                  <a:lnTo>
                    <a:pt x="629463" y="491103"/>
                  </a:lnTo>
                  <a:lnTo>
                    <a:pt x="648538" y="484388"/>
                  </a:lnTo>
                  <a:lnTo>
                    <a:pt x="667612" y="477522"/>
                  </a:lnTo>
                  <a:lnTo>
                    <a:pt x="686687" y="470498"/>
                  </a:lnTo>
                  <a:lnTo>
                    <a:pt x="705762" y="463307"/>
                  </a:lnTo>
                  <a:lnTo>
                    <a:pt x="724836" y="455940"/>
                  </a:lnTo>
                  <a:lnTo>
                    <a:pt x="743911" y="448389"/>
                  </a:lnTo>
                  <a:lnTo>
                    <a:pt x="762986" y="440647"/>
                  </a:lnTo>
                  <a:lnTo>
                    <a:pt x="782060" y="432705"/>
                  </a:lnTo>
                  <a:lnTo>
                    <a:pt x="801135" y="424559"/>
                  </a:lnTo>
                  <a:lnTo>
                    <a:pt x="820209" y="416201"/>
                  </a:lnTo>
                  <a:lnTo>
                    <a:pt x="839284" y="407627"/>
                  </a:lnTo>
                  <a:lnTo>
                    <a:pt x="858359" y="398833"/>
                  </a:lnTo>
                  <a:lnTo>
                    <a:pt x="877433" y="389818"/>
                  </a:lnTo>
                  <a:lnTo>
                    <a:pt x="896508" y="380580"/>
                  </a:lnTo>
                  <a:lnTo>
                    <a:pt x="915583" y="371119"/>
                  </a:lnTo>
                  <a:lnTo>
                    <a:pt x="934657" y="361436"/>
                  </a:lnTo>
                  <a:lnTo>
                    <a:pt x="953732" y="351535"/>
                  </a:lnTo>
                  <a:lnTo>
                    <a:pt x="972807" y="341420"/>
                  </a:lnTo>
                  <a:lnTo>
                    <a:pt x="991881" y="331095"/>
                  </a:lnTo>
                  <a:lnTo>
                    <a:pt x="1010956" y="320566"/>
                  </a:lnTo>
                  <a:lnTo>
                    <a:pt x="1030031" y="309841"/>
                  </a:lnTo>
                  <a:lnTo>
                    <a:pt x="1049105" y="298927"/>
                  </a:lnTo>
                  <a:lnTo>
                    <a:pt x="1068180" y="287831"/>
                  </a:lnTo>
                  <a:lnTo>
                    <a:pt x="1087255" y="276562"/>
                  </a:lnTo>
                  <a:lnTo>
                    <a:pt x="1106329" y="265128"/>
                  </a:lnTo>
                  <a:lnTo>
                    <a:pt x="1125404" y="253538"/>
                  </a:lnTo>
                  <a:lnTo>
                    <a:pt x="1144479" y="241801"/>
                  </a:lnTo>
                  <a:lnTo>
                    <a:pt x="1163553" y="229924"/>
                  </a:lnTo>
                  <a:lnTo>
                    <a:pt x="1182628" y="217917"/>
                  </a:lnTo>
                  <a:lnTo>
                    <a:pt x="1201703" y="205785"/>
                  </a:lnTo>
                  <a:lnTo>
                    <a:pt x="1220777" y="193538"/>
                  </a:lnTo>
                  <a:lnTo>
                    <a:pt x="1239852" y="181183"/>
                  </a:lnTo>
                  <a:lnTo>
                    <a:pt x="1258926" y="168726"/>
                  </a:lnTo>
                  <a:lnTo>
                    <a:pt x="1278001" y="156174"/>
                  </a:lnTo>
                  <a:lnTo>
                    <a:pt x="1297076" y="143532"/>
                  </a:lnTo>
                  <a:lnTo>
                    <a:pt x="1316150" y="130807"/>
                  </a:lnTo>
                  <a:lnTo>
                    <a:pt x="1335225" y="118005"/>
                  </a:lnTo>
                  <a:lnTo>
                    <a:pt x="1354300" y="105129"/>
                  </a:lnTo>
                  <a:lnTo>
                    <a:pt x="1373374" y="92185"/>
                  </a:lnTo>
                  <a:lnTo>
                    <a:pt x="1392449" y="79177"/>
                  </a:lnTo>
                  <a:lnTo>
                    <a:pt x="1411524" y="66110"/>
                  </a:lnTo>
                  <a:lnTo>
                    <a:pt x="1430598" y="52986"/>
                  </a:lnTo>
                  <a:lnTo>
                    <a:pt x="1449673" y="39810"/>
                  </a:lnTo>
                  <a:lnTo>
                    <a:pt x="1468748" y="26585"/>
                  </a:lnTo>
                  <a:lnTo>
                    <a:pt x="1487822" y="13314"/>
                  </a:lnTo>
                  <a:lnTo>
                    <a:pt x="1506897" y="0"/>
                  </a:lnTo>
                  <a:lnTo>
                    <a:pt x="1506897" y="397546"/>
                  </a:lnTo>
                  <a:lnTo>
                    <a:pt x="1487822" y="402639"/>
                  </a:lnTo>
                  <a:lnTo>
                    <a:pt x="1468748" y="407775"/>
                  </a:lnTo>
                  <a:lnTo>
                    <a:pt x="1449673" y="412958"/>
                  </a:lnTo>
                  <a:lnTo>
                    <a:pt x="1430598" y="418189"/>
                  </a:lnTo>
                  <a:lnTo>
                    <a:pt x="1411524" y="423473"/>
                  </a:lnTo>
                  <a:lnTo>
                    <a:pt x="1392449" y="428814"/>
                  </a:lnTo>
                  <a:lnTo>
                    <a:pt x="1373374" y="434213"/>
                  </a:lnTo>
                  <a:lnTo>
                    <a:pt x="1354300" y="439677"/>
                  </a:lnTo>
                  <a:lnTo>
                    <a:pt x="1335225" y="445209"/>
                  </a:lnTo>
                  <a:lnTo>
                    <a:pt x="1316150" y="450814"/>
                  </a:lnTo>
                  <a:lnTo>
                    <a:pt x="1297076" y="456497"/>
                  </a:lnTo>
                  <a:lnTo>
                    <a:pt x="1278001" y="462263"/>
                  </a:lnTo>
                  <a:lnTo>
                    <a:pt x="1258926" y="468119"/>
                  </a:lnTo>
                  <a:lnTo>
                    <a:pt x="1239852" y="474069"/>
                  </a:lnTo>
                  <a:lnTo>
                    <a:pt x="1220777" y="480121"/>
                  </a:lnTo>
                  <a:lnTo>
                    <a:pt x="1201703" y="486282"/>
                  </a:lnTo>
                  <a:lnTo>
                    <a:pt x="1182628" y="492559"/>
                  </a:lnTo>
                  <a:lnTo>
                    <a:pt x="1163553" y="498958"/>
                  </a:lnTo>
                  <a:lnTo>
                    <a:pt x="1144479" y="505489"/>
                  </a:lnTo>
                  <a:lnTo>
                    <a:pt x="1125404" y="512160"/>
                  </a:lnTo>
                  <a:lnTo>
                    <a:pt x="1106329" y="518978"/>
                  </a:lnTo>
                  <a:lnTo>
                    <a:pt x="1087255" y="525952"/>
                  </a:lnTo>
                  <a:lnTo>
                    <a:pt x="1068180" y="533090"/>
                  </a:lnTo>
                  <a:lnTo>
                    <a:pt x="1049105" y="540402"/>
                  </a:lnTo>
                  <a:lnTo>
                    <a:pt x="1030031" y="547895"/>
                  </a:lnTo>
                  <a:lnTo>
                    <a:pt x="1010956" y="555578"/>
                  </a:lnTo>
                  <a:lnTo>
                    <a:pt x="991881" y="563457"/>
                  </a:lnTo>
                  <a:lnTo>
                    <a:pt x="972807" y="571540"/>
                  </a:lnTo>
                  <a:lnTo>
                    <a:pt x="953732" y="579832"/>
                  </a:lnTo>
                  <a:lnTo>
                    <a:pt x="934657" y="588338"/>
                  </a:lnTo>
                  <a:lnTo>
                    <a:pt x="915583" y="597064"/>
                  </a:lnTo>
                  <a:lnTo>
                    <a:pt x="896508" y="606010"/>
                  </a:lnTo>
                  <a:lnTo>
                    <a:pt x="877433" y="615180"/>
                  </a:lnTo>
                  <a:lnTo>
                    <a:pt x="858359" y="624572"/>
                  </a:lnTo>
                  <a:lnTo>
                    <a:pt x="839284" y="634186"/>
                  </a:lnTo>
                  <a:lnTo>
                    <a:pt x="820209" y="644020"/>
                  </a:lnTo>
                  <a:lnTo>
                    <a:pt x="801135" y="654070"/>
                  </a:lnTo>
                  <a:lnTo>
                    <a:pt x="782060" y="664331"/>
                  </a:lnTo>
                  <a:lnTo>
                    <a:pt x="762986" y="674797"/>
                  </a:lnTo>
                  <a:lnTo>
                    <a:pt x="743911" y="685462"/>
                  </a:lnTo>
                  <a:lnTo>
                    <a:pt x="724836" y="696319"/>
                  </a:lnTo>
                  <a:lnTo>
                    <a:pt x="705762" y="707359"/>
                  </a:lnTo>
                  <a:lnTo>
                    <a:pt x="686687" y="718576"/>
                  </a:lnTo>
                  <a:lnTo>
                    <a:pt x="667612" y="729959"/>
                  </a:lnTo>
                  <a:lnTo>
                    <a:pt x="648538" y="741502"/>
                  </a:lnTo>
                  <a:lnTo>
                    <a:pt x="629463" y="753194"/>
                  </a:lnTo>
                  <a:lnTo>
                    <a:pt x="610388" y="765029"/>
                  </a:lnTo>
                  <a:lnTo>
                    <a:pt x="591314" y="776997"/>
                  </a:lnTo>
                  <a:lnTo>
                    <a:pt x="572239" y="789091"/>
                  </a:lnTo>
                  <a:lnTo>
                    <a:pt x="553164" y="801303"/>
                  </a:lnTo>
                  <a:lnTo>
                    <a:pt x="534090" y="813625"/>
                  </a:lnTo>
                  <a:lnTo>
                    <a:pt x="515015" y="826052"/>
                  </a:lnTo>
                  <a:lnTo>
                    <a:pt x="495940" y="838575"/>
                  </a:lnTo>
                  <a:lnTo>
                    <a:pt x="476866" y="851190"/>
                  </a:lnTo>
                  <a:lnTo>
                    <a:pt x="457791" y="863890"/>
                  </a:lnTo>
                  <a:lnTo>
                    <a:pt x="438716" y="876669"/>
                  </a:lnTo>
                  <a:lnTo>
                    <a:pt x="419642" y="889522"/>
                  </a:lnTo>
                  <a:lnTo>
                    <a:pt x="400567" y="902446"/>
                  </a:lnTo>
                  <a:lnTo>
                    <a:pt x="381493" y="915434"/>
                  </a:lnTo>
                  <a:lnTo>
                    <a:pt x="362418" y="928484"/>
                  </a:lnTo>
                  <a:lnTo>
                    <a:pt x="343343" y="941590"/>
                  </a:lnTo>
                  <a:lnTo>
                    <a:pt x="324269" y="954750"/>
                  </a:lnTo>
                  <a:lnTo>
                    <a:pt x="305194" y="967960"/>
                  </a:lnTo>
                  <a:lnTo>
                    <a:pt x="286119" y="981218"/>
                  </a:lnTo>
                  <a:lnTo>
                    <a:pt x="267045" y="994519"/>
                  </a:lnTo>
                  <a:lnTo>
                    <a:pt x="247970" y="1007862"/>
                  </a:lnTo>
                  <a:lnTo>
                    <a:pt x="228895" y="1021244"/>
                  </a:lnTo>
                  <a:lnTo>
                    <a:pt x="209821" y="1034663"/>
                  </a:lnTo>
                  <a:lnTo>
                    <a:pt x="190746" y="1048115"/>
                  </a:lnTo>
                  <a:lnTo>
                    <a:pt x="171671" y="1061601"/>
                  </a:lnTo>
                  <a:lnTo>
                    <a:pt x="152597" y="1075117"/>
                  </a:lnTo>
                  <a:lnTo>
                    <a:pt x="133522" y="1088662"/>
                  </a:lnTo>
                  <a:lnTo>
                    <a:pt x="114447" y="1102234"/>
                  </a:lnTo>
                  <a:lnTo>
                    <a:pt x="95373" y="1115832"/>
                  </a:lnTo>
                  <a:lnTo>
                    <a:pt x="76298" y="1129454"/>
                  </a:lnTo>
                  <a:lnTo>
                    <a:pt x="57223" y="1143099"/>
                  </a:lnTo>
                  <a:lnTo>
                    <a:pt x="38149" y="1156766"/>
                  </a:lnTo>
                  <a:lnTo>
                    <a:pt x="19074" y="1170453"/>
                  </a:lnTo>
                  <a:lnTo>
                    <a:pt x="0" y="1184160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456926" y="3897967"/>
              <a:ext cx="1506897" cy="667590"/>
            </a:xfrm>
            <a:custGeom>
              <a:avLst/>
              <a:pathLst>
                <a:path w="1506897" h="667590">
                  <a:moveTo>
                    <a:pt x="0" y="667590"/>
                  </a:moveTo>
                  <a:lnTo>
                    <a:pt x="19074" y="662889"/>
                  </a:lnTo>
                  <a:lnTo>
                    <a:pt x="38149" y="658169"/>
                  </a:lnTo>
                  <a:lnTo>
                    <a:pt x="57223" y="653428"/>
                  </a:lnTo>
                  <a:lnTo>
                    <a:pt x="76298" y="648665"/>
                  </a:lnTo>
                  <a:lnTo>
                    <a:pt x="95373" y="643880"/>
                  </a:lnTo>
                  <a:lnTo>
                    <a:pt x="114447" y="639070"/>
                  </a:lnTo>
                  <a:lnTo>
                    <a:pt x="133522" y="634234"/>
                  </a:lnTo>
                  <a:lnTo>
                    <a:pt x="152597" y="629372"/>
                  </a:lnTo>
                  <a:lnTo>
                    <a:pt x="171671" y="624480"/>
                  </a:lnTo>
                  <a:lnTo>
                    <a:pt x="190746" y="619558"/>
                  </a:lnTo>
                  <a:lnTo>
                    <a:pt x="209821" y="614603"/>
                  </a:lnTo>
                  <a:lnTo>
                    <a:pt x="228895" y="609614"/>
                  </a:lnTo>
                  <a:lnTo>
                    <a:pt x="247970" y="604588"/>
                  </a:lnTo>
                  <a:lnTo>
                    <a:pt x="267045" y="599523"/>
                  </a:lnTo>
                  <a:lnTo>
                    <a:pt x="286119" y="594417"/>
                  </a:lnTo>
                  <a:lnTo>
                    <a:pt x="305194" y="589267"/>
                  </a:lnTo>
                  <a:lnTo>
                    <a:pt x="324269" y="584069"/>
                  </a:lnTo>
                  <a:lnTo>
                    <a:pt x="343343" y="578822"/>
                  </a:lnTo>
                  <a:lnTo>
                    <a:pt x="362418" y="573521"/>
                  </a:lnTo>
                  <a:lnTo>
                    <a:pt x="381493" y="568163"/>
                  </a:lnTo>
                  <a:lnTo>
                    <a:pt x="400567" y="562743"/>
                  </a:lnTo>
                  <a:lnTo>
                    <a:pt x="419642" y="557259"/>
                  </a:lnTo>
                  <a:lnTo>
                    <a:pt x="438716" y="551705"/>
                  </a:lnTo>
                  <a:lnTo>
                    <a:pt x="457791" y="546077"/>
                  </a:lnTo>
                  <a:lnTo>
                    <a:pt x="476866" y="540368"/>
                  </a:lnTo>
                  <a:lnTo>
                    <a:pt x="495940" y="534575"/>
                  </a:lnTo>
                  <a:lnTo>
                    <a:pt x="515015" y="528691"/>
                  </a:lnTo>
                  <a:lnTo>
                    <a:pt x="534090" y="522710"/>
                  </a:lnTo>
                  <a:lnTo>
                    <a:pt x="553164" y="516625"/>
                  </a:lnTo>
                  <a:lnTo>
                    <a:pt x="572239" y="510429"/>
                  </a:lnTo>
                  <a:lnTo>
                    <a:pt x="591314" y="504115"/>
                  </a:lnTo>
                  <a:lnTo>
                    <a:pt x="610388" y="497676"/>
                  </a:lnTo>
                  <a:lnTo>
                    <a:pt x="629463" y="491103"/>
                  </a:lnTo>
                  <a:lnTo>
                    <a:pt x="648538" y="484388"/>
                  </a:lnTo>
                  <a:lnTo>
                    <a:pt x="667612" y="477522"/>
                  </a:lnTo>
                  <a:lnTo>
                    <a:pt x="686687" y="470498"/>
                  </a:lnTo>
                  <a:lnTo>
                    <a:pt x="705762" y="463307"/>
                  </a:lnTo>
                  <a:lnTo>
                    <a:pt x="724836" y="455940"/>
                  </a:lnTo>
                  <a:lnTo>
                    <a:pt x="743911" y="448389"/>
                  </a:lnTo>
                  <a:lnTo>
                    <a:pt x="762986" y="440647"/>
                  </a:lnTo>
                  <a:lnTo>
                    <a:pt x="782060" y="432705"/>
                  </a:lnTo>
                  <a:lnTo>
                    <a:pt x="801135" y="424559"/>
                  </a:lnTo>
                  <a:lnTo>
                    <a:pt x="820209" y="416201"/>
                  </a:lnTo>
                  <a:lnTo>
                    <a:pt x="839284" y="407627"/>
                  </a:lnTo>
                  <a:lnTo>
                    <a:pt x="858359" y="398833"/>
                  </a:lnTo>
                  <a:lnTo>
                    <a:pt x="877433" y="389818"/>
                  </a:lnTo>
                  <a:lnTo>
                    <a:pt x="896508" y="380580"/>
                  </a:lnTo>
                  <a:lnTo>
                    <a:pt x="915583" y="371119"/>
                  </a:lnTo>
                  <a:lnTo>
                    <a:pt x="934657" y="361436"/>
                  </a:lnTo>
                  <a:lnTo>
                    <a:pt x="953732" y="351535"/>
                  </a:lnTo>
                  <a:lnTo>
                    <a:pt x="972807" y="341420"/>
                  </a:lnTo>
                  <a:lnTo>
                    <a:pt x="991881" y="331095"/>
                  </a:lnTo>
                  <a:lnTo>
                    <a:pt x="1010956" y="320566"/>
                  </a:lnTo>
                  <a:lnTo>
                    <a:pt x="1030031" y="309841"/>
                  </a:lnTo>
                  <a:lnTo>
                    <a:pt x="1049105" y="298927"/>
                  </a:lnTo>
                  <a:lnTo>
                    <a:pt x="1068180" y="287831"/>
                  </a:lnTo>
                  <a:lnTo>
                    <a:pt x="1087255" y="276562"/>
                  </a:lnTo>
                  <a:lnTo>
                    <a:pt x="1106329" y="265128"/>
                  </a:lnTo>
                  <a:lnTo>
                    <a:pt x="1125404" y="253538"/>
                  </a:lnTo>
                  <a:lnTo>
                    <a:pt x="1144479" y="241801"/>
                  </a:lnTo>
                  <a:lnTo>
                    <a:pt x="1163553" y="229924"/>
                  </a:lnTo>
                  <a:lnTo>
                    <a:pt x="1182628" y="217917"/>
                  </a:lnTo>
                  <a:lnTo>
                    <a:pt x="1201703" y="205785"/>
                  </a:lnTo>
                  <a:lnTo>
                    <a:pt x="1220777" y="193538"/>
                  </a:lnTo>
                  <a:lnTo>
                    <a:pt x="1239852" y="181183"/>
                  </a:lnTo>
                  <a:lnTo>
                    <a:pt x="1258926" y="168726"/>
                  </a:lnTo>
                  <a:lnTo>
                    <a:pt x="1278001" y="156174"/>
                  </a:lnTo>
                  <a:lnTo>
                    <a:pt x="1297076" y="143532"/>
                  </a:lnTo>
                  <a:lnTo>
                    <a:pt x="1316150" y="130807"/>
                  </a:lnTo>
                  <a:lnTo>
                    <a:pt x="1335225" y="118005"/>
                  </a:lnTo>
                  <a:lnTo>
                    <a:pt x="1354300" y="105129"/>
                  </a:lnTo>
                  <a:lnTo>
                    <a:pt x="1373374" y="92185"/>
                  </a:lnTo>
                  <a:lnTo>
                    <a:pt x="1392449" y="79177"/>
                  </a:lnTo>
                  <a:lnTo>
                    <a:pt x="1411524" y="66110"/>
                  </a:lnTo>
                  <a:lnTo>
                    <a:pt x="1430598" y="52986"/>
                  </a:lnTo>
                  <a:lnTo>
                    <a:pt x="1449673" y="39810"/>
                  </a:lnTo>
                  <a:lnTo>
                    <a:pt x="1468748" y="26585"/>
                  </a:lnTo>
                  <a:lnTo>
                    <a:pt x="1487822" y="13314"/>
                  </a:lnTo>
                  <a:lnTo>
                    <a:pt x="15068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456926" y="4295513"/>
              <a:ext cx="1506897" cy="786614"/>
            </a:xfrm>
            <a:custGeom>
              <a:avLst/>
              <a:pathLst>
                <a:path w="1506897" h="786614">
                  <a:moveTo>
                    <a:pt x="1506897" y="0"/>
                  </a:moveTo>
                  <a:lnTo>
                    <a:pt x="1487822" y="5093"/>
                  </a:lnTo>
                  <a:lnTo>
                    <a:pt x="1468748" y="10229"/>
                  </a:lnTo>
                  <a:lnTo>
                    <a:pt x="1449673" y="15412"/>
                  </a:lnTo>
                  <a:lnTo>
                    <a:pt x="1430598" y="20643"/>
                  </a:lnTo>
                  <a:lnTo>
                    <a:pt x="1411524" y="25927"/>
                  </a:lnTo>
                  <a:lnTo>
                    <a:pt x="1392449" y="31268"/>
                  </a:lnTo>
                  <a:lnTo>
                    <a:pt x="1373374" y="36667"/>
                  </a:lnTo>
                  <a:lnTo>
                    <a:pt x="1354300" y="42131"/>
                  </a:lnTo>
                  <a:lnTo>
                    <a:pt x="1335225" y="47663"/>
                  </a:lnTo>
                  <a:lnTo>
                    <a:pt x="1316150" y="53268"/>
                  </a:lnTo>
                  <a:lnTo>
                    <a:pt x="1297076" y="58951"/>
                  </a:lnTo>
                  <a:lnTo>
                    <a:pt x="1278001" y="64717"/>
                  </a:lnTo>
                  <a:lnTo>
                    <a:pt x="1258926" y="70573"/>
                  </a:lnTo>
                  <a:lnTo>
                    <a:pt x="1239852" y="76523"/>
                  </a:lnTo>
                  <a:lnTo>
                    <a:pt x="1220777" y="82575"/>
                  </a:lnTo>
                  <a:lnTo>
                    <a:pt x="1201703" y="88736"/>
                  </a:lnTo>
                  <a:lnTo>
                    <a:pt x="1182628" y="95013"/>
                  </a:lnTo>
                  <a:lnTo>
                    <a:pt x="1163553" y="101412"/>
                  </a:lnTo>
                  <a:lnTo>
                    <a:pt x="1144479" y="107943"/>
                  </a:lnTo>
                  <a:lnTo>
                    <a:pt x="1125404" y="114614"/>
                  </a:lnTo>
                  <a:lnTo>
                    <a:pt x="1106329" y="121432"/>
                  </a:lnTo>
                  <a:lnTo>
                    <a:pt x="1087255" y="128406"/>
                  </a:lnTo>
                  <a:lnTo>
                    <a:pt x="1068180" y="135544"/>
                  </a:lnTo>
                  <a:lnTo>
                    <a:pt x="1049105" y="142856"/>
                  </a:lnTo>
                  <a:lnTo>
                    <a:pt x="1030031" y="150349"/>
                  </a:lnTo>
                  <a:lnTo>
                    <a:pt x="1010956" y="158032"/>
                  </a:lnTo>
                  <a:lnTo>
                    <a:pt x="991881" y="165911"/>
                  </a:lnTo>
                  <a:lnTo>
                    <a:pt x="972807" y="173994"/>
                  </a:lnTo>
                  <a:lnTo>
                    <a:pt x="953732" y="182286"/>
                  </a:lnTo>
                  <a:lnTo>
                    <a:pt x="934657" y="190792"/>
                  </a:lnTo>
                  <a:lnTo>
                    <a:pt x="915583" y="199518"/>
                  </a:lnTo>
                  <a:lnTo>
                    <a:pt x="896508" y="208464"/>
                  </a:lnTo>
                  <a:lnTo>
                    <a:pt x="877433" y="217634"/>
                  </a:lnTo>
                  <a:lnTo>
                    <a:pt x="858359" y="227026"/>
                  </a:lnTo>
                  <a:lnTo>
                    <a:pt x="839284" y="236640"/>
                  </a:lnTo>
                  <a:lnTo>
                    <a:pt x="820209" y="246474"/>
                  </a:lnTo>
                  <a:lnTo>
                    <a:pt x="801135" y="256524"/>
                  </a:lnTo>
                  <a:lnTo>
                    <a:pt x="782060" y="266784"/>
                  </a:lnTo>
                  <a:lnTo>
                    <a:pt x="762986" y="277251"/>
                  </a:lnTo>
                  <a:lnTo>
                    <a:pt x="743911" y="287916"/>
                  </a:lnTo>
                  <a:lnTo>
                    <a:pt x="724836" y="298773"/>
                  </a:lnTo>
                  <a:lnTo>
                    <a:pt x="705762" y="309813"/>
                  </a:lnTo>
                  <a:lnTo>
                    <a:pt x="686687" y="321030"/>
                  </a:lnTo>
                  <a:lnTo>
                    <a:pt x="667612" y="332413"/>
                  </a:lnTo>
                  <a:lnTo>
                    <a:pt x="648538" y="343956"/>
                  </a:lnTo>
                  <a:lnTo>
                    <a:pt x="629463" y="355648"/>
                  </a:lnTo>
                  <a:lnTo>
                    <a:pt x="610388" y="367483"/>
                  </a:lnTo>
                  <a:lnTo>
                    <a:pt x="591314" y="379451"/>
                  </a:lnTo>
                  <a:lnTo>
                    <a:pt x="572239" y="391545"/>
                  </a:lnTo>
                  <a:lnTo>
                    <a:pt x="553164" y="403757"/>
                  </a:lnTo>
                  <a:lnTo>
                    <a:pt x="534090" y="416079"/>
                  </a:lnTo>
                  <a:lnTo>
                    <a:pt x="515015" y="428506"/>
                  </a:lnTo>
                  <a:lnTo>
                    <a:pt x="495940" y="441029"/>
                  </a:lnTo>
                  <a:lnTo>
                    <a:pt x="476866" y="453644"/>
                  </a:lnTo>
                  <a:lnTo>
                    <a:pt x="457791" y="466344"/>
                  </a:lnTo>
                  <a:lnTo>
                    <a:pt x="438716" y="479123"/>
                  </a:lnTo>
                  <a:lnTo>
                    <a:pt x="419642" y="491976"/>
                  </a:lnTo>
                  <a:lnTo>
                    <a:pt x="400567" y="504900"/>
                  </a:lnTo>
                  <a:lnTo>
                    <a:pt x="381493" y="517888"/>
                  </a:lnTo>
                  <a:lnTo>
                    <a:pt x="362418" y="530938"/>
                  </a:lnTo>
                  <a:lnTo>
                    <a:pt x="343343" y="544044"/>
                  </a:lnTo>
                  <a:lnTo>
                    <a:pt x="324269" y="557204"/>
                  </a:lnTo>
                  <a:lnTo>
                    <a:pt x="305194" y="570414"/>
                  </a:lnTo>
                  <a:lnTo>
                    <a:pt x="286119" y="583672"/>
                  </a:lnTo>
                  <a:lnTo>
                    <a:pt x="267045" y="596973"/>
                  </a:lnTo>
                  <a:lnTo>
                    <a:pt x="247970" y="610316"/>
                  </a:lnTo>
                  <a:lnTo>
                    <a:pt x="228895" y="623698"/>
                  </a:lnTo>
                  <a:lnTo>
                    <a:pt x="209821" y="637117"/>
                  </a:lnTo>
                  <a:lnTo>
                    <a:pt x="190746" y="650569"/>
                  </a:lnTo>
                  <a:lnTo>
                    <a:pt x="171671" y="664055"/>
                  </a:lnTo>
                  <a:lnTo>
                    <a:pt x="152597" y="677571"/>
                  </a:lnTo>
                  <a:lnTo>
                    <a:pt x="133522" y="691116"/>
                  </a:lnTo>
                  <a:lnTo>
                    <a:pt x="114447" y="704688"/>
                  </a:lnTo>
                  <a:lnTo>
                    <a:pt x="95373" y="718286"/>
                  </a:lnTo>
                  <a:lnTo>
                    <a:pt x="76298" y="731908"/>
                  </a:lnTo>
                  <a:lnTo>
                    <a:pt x="57223" y="745553"/>
                  </a:lnTo>
                  <a:lnTo>
                    <a:pt x="38149" y="759220"/>
                  </a:lnTo>
                  <a:lnTo>
                    <a:pt x="19074" y="772907"/>
                  </a:lnTo>
                  <a:lnTo>
                    <a:pt x="0" y="7866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2456926" y="4096740"/>
              <a:ext cx="1506897" cy="727102"/>
            </a:xfrm>
            <a:custGeom>
              <a:avLst/>
              <a:pathLst>
                <a:path w="1506897" h="727102">
                  <a:moveTo>
                    <a:pt x="0" y="727102"/>
                  </a:moveTo>
                  <a:lnTo>
                    <a:pt x="19074" y="717898"/>
                  </a:lnTo>
                  <a:lnTo>
                    <a:pt x="38149" y="708694"/>
                  </a:lnTo>
                  <a:lnTo>
                    <a:pt x="57223" y="699490"/>
                  </a:lnTo>
                  <a:lnTo>
                    <a:pt x="76298" y="690287"/>
                  </a:lnTo>
                  <a:lnTo>
                    <a:pt x="95373" y="681083"/>
                  </a:lnTo>
                  <a:lnTo>
                    <a:pt x="114447" y="671879"/>
                  </a:lnTo>
                  <a:lnTo>
                    <a:pt x="133522" y="662675"/>
                  </a:lnTo>
                  <a:lnTo>
                    <a:pt x="152597" y="653471"/>
                  </a:lnTo>
                  <a:lnTo>
                    <a:pt x="171671" y="644267"/>
                  </a:lnTo>
                  <a:lnTo>
                    <a:pt x="190746" y="635064"/>
                  </a:lnTo>
                  <a:lnTo>
                    <a:pt x="209821" y="625860"/>
                  </a:lnTo>
                  <a:lnTo>
                    <a:pt x="228895" y="616656"/>
                  </a:lnTo>
                  <a:lnTo>
                    <a:pt x="247970" y="607452"/>
                  </a:lnTo>
                  <a:lnTo>
                    <a:pt x="267045" y="598248"/>
                  </a:lnTo>
                  <a:lnTo>
                    <a:pt x="286119" y="589044"/>
                  </a:lnTo>
                  <a:lnTo>
                    <a:pt x="305194" y="579841"/>
                  </a:lnTo>
                  <a:lnTo>
                    <a:pt x="324269" y="570637"/>
                  </a:lnTo>
                  <a:lnTo>
                    <a:pt x="343343" y="561433"/>
                  </a:lnTo>
                  <a:lnTo>
                    <a:pt x="362418" y="552229"/>
                  </a:lnTo>
                  <a:lnTo>
                    <a:pt x="381493" y="543025"/>
                  </a:lnTo>
                  <a:lnTo>
                    <a:pt x="400567" y="533821"/>
                  </a:lnTo>
                  <a:lnTo>
                    <a:pt x="419642" y="524618"/>
                  </a:lnTo>
                  <a:lnTo>
                    <a:pt x="438716" y="515414"/>
                  </a:lnTo>
                  <a:lnTo>
                    <a:pt x="457791" y="506210"/>
                  </a:lnTo>
                  <a:lnTo>
                    <a:pt x="476866" y="497006"/>
                  </a:lnTo>
                  <a:lnTo>
                    <a:pt x="495940" y="487802"/>
                  </a:lnTo>
                  <a:lnTo>
                    <a:pt x="515015" y="478599"/>
                  </a:lnTo>
                  <a:lnTo>
                    <a:pt x="534090" y="469395"/>
                  </a:lnTo>
                  <a:lnTo>
                    <a:pt x="553164" y="460191"/>
                  </a:lnTo>
                  <a:lnTo>
                    <a:pt x="572239" y="450987"/>
                  </a:lnTo>
                  <a:lnTo>
                    <a:pt x="591314" y="441783"/>
                  </a:lnTo>
                  <a:lnTo>
                    <a:pt x="610388" y="432579"/>
                  </a:lnTo>
                  <a:lnTo>
                    <a:pt x="629463" y="423376"/>
                  </a:lnTo>
                  <a:lnTo>
                    <a:pt x="648538" y="414172"/>
                  </a:lnTo>
                  <a:lnTo>
                    <a:pt x="667612" y="404968"/>
                  </a:lnTo>
                  <a:lnTo>
                    <a:pt x="686687" y="395764"/>
                  </a:lnTo>
                  <a:lnTo>
                    <a:pt x="705762" y="386560"/>
                  </a:lnTo>
                  <a:lnTo>
                    <a:pt x="724836" y="377356"/>
                  </a:lnTo>
                  <a:lnTo>
                    <a:pt x="743911" y="368153"/>
                  </a:lnTo>
                  <a:lnTo>
                    <a:pt x="762986" y="358949"/>
                  </a:lnTo>
                  <a:lnTo>
                    <a:pt x="782060" y="349745"/>
                  </a:lnTo>
                  <a:lnTo>
                    <a:pt x="801135" y="340541"/>
                  </a:lnTo>
                  <a:lnTo>
                    <a:pt x="820209" y="331337"/>
                  </a:lnTo>
                  <a:lnTo>
                    <a:pt x="839284" y="322133"/>
                  </a:lnTo>
                  <a:lnTo>
                    <a:pt x="858359" y="312930"/>
                  </a:lnTo>
                  <a:lnTo>
                    <a:pt x="877433" y="303726"/>
                  </a:lnTo>
                  <a:lnTo>
                    <a:pt x="896508" y="294522"/>
                  </a:lnTo>
                  <a:lnTo>
                    <a:pt x="915583" y="285318"/>
                  </a:lnTo>
                  <a:lnTo>
                    <a:pt x="934657" y="276114"/>
                  </a:lnTo>
                  <a:lnTo>
                    <a:pt x="953732" y="266910"/>
                  </a:lnTo>
                  <a:lnTo>
                    <a:pt x="972807" y="257707"/>
                  </a:lnTo>
                  <a:lnTo>
                    <a:pt x="991881" y="248503"/>
                  </a:lnTo>
                  <a:lnTo>
                    <a:pt x="1010956" y="239299"/>
                  </a:lnTo>
                  <a:lnTo>
                    <a:pt x="1030031" y="230095"/>
                  </a:lnTo>
                  <a:lnTo>
                    <a:pt x="1049105" y="220891"/>
                  </a:lnTo>
                  <a:lnTo>
                    <a:pt x="1068180" y="211688"/>
                  </a:lnTo>
                  <a:lnTo>
                    <a:pt x="1087255" y="202484"/>
                  </a:lnTo>
                  <a:lnTo>
                    <a:pt x="1106329" y="193280"/>
                  </a:lnTo>
                  <a:lnTo>
                    <a:pt x="1125404" y="184076"/>
                  </a:lnTo>
                  <a:lnTo>
                    <a:pt x="1144479" y="174872"/>
                  </a:lnTo>
                  <a:lnTo>
                    <a:pt x="1163553" y="165668"/>
                  </a:lnTo>
                  <a:lnTo>
                    <a:pt x="1182628" y="156465"/>
                  </a:lnTo>
                  <a:lnTo>
                    <a:pt x="1201703" y="147261"/>
                  </a:lnTo>
                  <a:lnTo>
                    <a:pt x="1220777" y="138057"/>
                  </a:lnTo>
                  <a:lnTo>
                    <a:pt x="1239852" y="128853"/>
                  </a:lnTo>
                  <a:lnTo>
                    <a:pt x="1258926" y="119649"/>
                  </a:lnTo>
                  <a:lnTo>
                    <a:pt x="1278001" y="110445"/>
                  </a:lnTo>
                  <a:lnTo>
                    <a:pt x="1297076" y="101242"/>
                  </a:lnTo>
                  <a:lnTo>
                    <a:pt x="1316150" y="92038"/>
                  </a:lnTo>
                  <a:lnTo>
                    <a:pt x="1335225" y="82834"/>
                  </a:lnTo>
                  <a:lnTo>
                    <a:pt x="1354300" y="73630"/>
                  </a:lnTo>
                  <a:lnTo>
                    <a:pt x="1373374" y="64426"/>
                  </a:lnTo>
                  <a:lnTo>
                    <a:pt x="1392449" y="55222"/>
                  </a:lnTo>
                  <a:lnTo>
                    <a:pt x="1411524" y="46019"/>
                  </a:lnTo>
                  <a:lnTo>
                    <a:pt x="1430598" y="36815"/>
                  </a:lnTo>
                  <a:lnTo>
                    <a:pt x="1449673" y="27611"/>
                  </a:lnTo>
                  <a:lnTo>
                    <a:pt x="1468748" y="18407"/>
                  </a:lnTo>
                  <a:lnTo>
                    <a:pt x="1487822" y="9203"/>
                  </a:lnTo>
                  <a:lnTo>
                    <a:pt x="1506897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113392"/>
              <a:ext cx="2255916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0.97 x +9.4   (R² = 0.49)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0.61 x +34.6   (R² = 0.67)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941876" y="1669789"/>
              <a:ext cx="258628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   |   N = 322, n_red = 18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2026-10-13T09:29:16Z</dcterms:modified>
  <cp:category/>
</cp:coreProperties>
</file>