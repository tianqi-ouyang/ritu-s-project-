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6859"/>
            </a:xfrm>
            <a:custGeom>
              <a:avLst/>
              <a:pathLst>
                <a:path w="7090630" h="3246859">
                  <a:moveTo>
                    <a:pt x="1793137" y="0"/>
                  </a:moveTo>
                  <a:lnTo>
                    <a:pt x="1862185" y="120029"/>
                  </a:lnTo>
                  <a:lnTo>
                    <a:pt x="1933808" y="240090"/>
                  </a:lnTo>
                  <a:lnTo>
                    <a:pt x="2005430" y="355865"/>
                  </a:lnTo>
                  <a:lnTo>
                    <a:pt x="2077053" y="467508"/>
                  </a:lnTo>
                  <a:lnTo>
                    <a:pt x="2148675" y="575166"/>
                  </a:lnTo>
                  <a:lnTo>
                    <a:pt x="2220298" y="678982"/>
                  </a:lnTo>
                  <a:lnTo>
                    <a:pt x="2291920" y="779092"/>
                  </a:lnTo>
                  <a:lnTo>
                    <a:pt x="2363543" y="875629"/>
                  </a:lnTo>
                  <a:lnTo>
                    <a:pt x="2435165" y="968720"/>
                  </a:lnTo>
                  <a:lnTo>
                    <a:pt x="2506788" y="1058488"/>
                  </a:lnTo>
                  <a:lnTo>
                    <a:pt x="2578410" y="1145053"/>
                  </a:lnTo>
                  <a:lnTo>
                    <a:pt x="2650033" y="1228527"/>
                  </a:lnTo>
                  <a:lnTo>
                    <a:pt x="2721655" y="1309022"/>
                  </a:lnTo>
                  <a:lnTo>
                    <a:pt x="2793278" y="1386645"/>
                  </a:lnTo>
                  <a:lnTo>
                    <a:pt x="2864901" y="1461496"/>
                  </a:lnTo>
                  <a:lnTo>
                    <a:pt x="2936523" y="1533676"/>
                  </a:lnTo>
                  <a:lnTo>
                    <a:pt x="3008146" y="1603280"/>
                  </a:lnTo>
                  <a:lnTo>
                    <a:pt x="3079768" y="1670399"/>
                  </a:lnTo>
                  <a:lnTo>
                    <a:pt x="3151391" y="1735122"/>
                  </a:lnTo>
                  <a:lnTo>
                    <a:pt x="3223013" y="1797536"/>
                  </a:lnTo>
                  <a:lnTo>
                    <a:pt x="3294636" y="1857721"/>
                  </a:lnTo>
                  <a:lnTo>
                    <a:pt x="3366258" y="1915759"/>
                  </a:lnTo>
                  <a:lnTo>
                    <a:pt x="3437881" y="1971725"/>
                  </a:lnTo>
                  <a:lnTo>
                    <a:pt x="3509503" y="2025693"/>
                  </a:lnTo>
                  <a:lnTo>
                    <a:pt x="3581126" y="2077735"/>
                  </a:lnTo>
                  <a:lnTo>
                    <a:pt x="3652748" y="2127920"/>
                  </a:lnTo>
                  <a:lnTo>
                    <a:pt x="3724371" y="2176313"/>
                  </a:lnTo>
                  <a:lnTo>
                    <a:pt x="3795993" y="2222979"/>
                  </a:lnTo>
                  <a:lnTo>
                    <a:pt x="3867616" y="2267980"/>
                  </a:lnTo>
                  <a:lnTo>
                    <a:pt x="3939238" y="2311374"/>
                  </a:lnTo>
                  <a:lnTo>
                    <a:pt x="4010861" y="2353219"/>
                  </a:lnTo>
                  <a:lnTo>
                    <a:pt x="4082483" y="2393571"/>
                  </a:lnTo>
                  <a:lnTo>
                    <a:pt x="4154106" y="2432482"/>
                  </a:lnTo>
                  <a:lnTo>
                    <a:pt x="4225729" y="2470005"/>
                  </a:lnTo>
                  <a:lnTo>
                    <a:pt x="4297351" y="2506188"/>
                  </a:lnTo>
                  <a:lnTo>
                    <a:pt x="4368974" y="2541080"/>
                  </a:lnTo>
                  <a:lnTo>
                    <a:pt x="4440596" y="2574726"/>
                  </a:lnTo>
                  <a:lnTo>
                    <a:pt x="4512219" y="2607172"/>
                  </a:lnTo>
                  <a:lnTo>
                    <a:pt x="4583841" y="2638459"/>
                  </a:lnTo>
                  <a:lnTo>
                    <a:pt x="4655464" y="2654253"/>
                  </a:lnTo>
                  <a:lnTo>
                    <a:pt x="4727086" y="2654191"/>
                  </a:lnTo>
                  <a:lnTo>
                    <a:pt x="4798709" y="2654129"/>
                  </a:lnTo>
                  <a:lnTo>
                    <a:pt x="4870331" y="2654067"/>
                  </a:lnTo>
                  <a:lnTo>
                    <a:pt x="4941954" y="2654005"/>
                  </a:lnTo>
                  <a:lnTo>
                    <a:pt x="5013576" y="2653943"/>
                  </a:lnTo>
                  <a:lnTo>
                    <a:pt x="5085199" y="2653881"/>
                  </a:lnTo>
                  <a:lnTo>
                    <a:pt x="5156821" y="2653820"/>
                  </a:lnTo>
                  <a:lnTo>
                    <a:pt x="5228444" y="2653758"/>
                  </a:lnTo>
                  <a:lnTo>
                    <a:pt x="5300066" y="2653696"/>
                  </a:lnTo>
                  <a:lnTo>
                    <a:pt x="5371689" y="2653634"/>
                  </a:lnTo>
                  <a:lnTo>
                    <a:pt x="5443311" y="2653572"/>
                  </a:lnTo>
                  <a:lnTo>
                    <a:pt x="5514934" y="2653510"/>
                  </a:lnTo>
                  <a:lnTo>
                    <a:pt x="5586557" y="2653448"/>
                  </a:lnTo>
                  <a:lnTo>
                    <a:pt x="5658179" y="2653386"/>
                  </a:lnTo>
                  <a:lnTo>
                    <a:pt x="5729802" y="2653324"/>
                  </a:lnTo>
                  <a:lnTo>
                    <a:pt x="5801424" y="2653262"/>
                  </a:lnTo>
                  <a:lnTo>
                    <a:pt x="5873047" y="2653200"/>
                  </a:lnTo>
                  <a:lnTo>
                    <a:pt x="5944669" y="2653138"/>
                  </a:lnTo>
                  <a:lnTo>
                    <a:pt x="6016292" y="2653076"/>
                  </a:lnTo>
                  <a:lnTo>
                    <a:pt x="6087914" y="2653014"/>
                  </a:lnTo>
                  <a:lnTo>
                    <a:pt x="6159537" y="2652952"/>
                  </a:lnTo>
                  <a:lnTo>
                    <a:pt x="6231159" y="2652890"/>
                  </a:lnTo>
                  <a:lnTo>
                    <a:pt x="6302782" y="2652828"/>
                  </a:lnTo>
                  <a:lnTo>
                    <a:pt x="6374404" y="2652766"/>
                  </a:lnTo>
                  <a:lnTo>
                    <a:pt x="6446027" y="2652703"/>
                  </a:lnTo>
                  <a:lnTo>
                    <a:pt x="6517649" y="2652641"/>
                  </a:lnTo>
                  <a:lnTo>
                    <a:pt x="6589272" y="2652579"/>
                  </a:lnTo>
                  <a:lnTo>
                    <a:pt x="6660894" y="2652517"/>
                  </a:lnTo>
                  <a:lnTo>
                    <a:pt x="6732517" y="2652455"/>
                  </a:lnTo>
                  <a:lnTo>
                    <a:pt x="6804139" y="2652393"/>
                  </a:lnTo>
                  <a:lnTo>
                    <a:pt x="6875762" y="2652331"/>
                  </a:lnTo>
                  <a:lnTo>
                    <a:pt x="6947385" y="2652269"/>
                  </a:lnTo>
                  <a:lnTo>
                    <a:pt x="7019007" y="2652207"/>
                  </a:lnTo>
                  <a:lnTo>
                    <a:pt x="7090630" y="2652145"/>
                  </a:lnTo>
                  <a:lnTo>
                    <a:pt x="7090630" y="3246859"/>
                  </a:lnTo>
                  <a:lnTo>
                    <a:pt x="7019007" y="3238090"/>
                  </a:lnTo>
                  <a:lnTo>
                    <a:pt x="6947385" y="3228998"/>
                  </a:lnTo>
                  <a:lnTo>
                    <a:pt x="6875762" y="3219568"/>
                  </a:lnTo>
                  <a:lnTo>
                    <a:pt x="6804139" y="3209790"/>
                  </a:lnTo>
                  <a:lnTo>
                    <a:pt x="6732517" y="3199650"/>
                  </a:lnTo>
                  <a:lnTo>
                    <a:pt x="6660894" y="3189134"/>
                  </a:lnTo>
                  <a:lnTo>
                    <a:pt x="6589272" y="3178230"/>
                  </a:lnTo>
                  <a:lnTo>
                    <a:pt x="6517649" y="3166921"/>
                  </a:lnTo>
                  <a:lnTo>
                    <a:pt x="6446027" y="3155194"/>
                  </a:lnTo>
                  <a:lnTo>
                    <a:pt x="6374404" y="3143033"/>
                  </a:lnTo>
                  <a:lnTo>
                    <a:pt x="6302782" y="3130422"/>
                  </a:lnTo>
                  <a:lnTo>
                    <a:pt x="6231159" y="3117344"/>
                  </a:lnTo>
                  <a:lnTo>
                    <a:pt x="6159537" y="3103782"/>
                  </a:lnTo>
                  <a:lnTo>
                    <a:pt x="6087914" y="3089718"/>
                  </a:lnTo>
                  <a:lnTo>
                    <a:pt x="6016292" y="3075134"/>
                  </a:lnTo>
                  <a:lnTo>
                    <a:pt x="5944669" y="3060009"/>
                  </a:lnTo>
                  <a:lnTo>
                    <a:pt x="5873047" y="3044325"/>
                  </a:lnTo>
                  <a:lnTo>
                    <a:pt x="5801424" y="3028060"/>
                  </a:lnTo>
                  <a:lnTo>
                    <a:pt x="5729802" y="3011194"/>
                  </a:lnTo>
                  <a:lnTo>
                    <a:pt x="5658179" y="2993703"/>
                  </a:lnTo>
                  <a:lnTo>
                    <a:pt x="5586557" y="2975564"/>
                  </a:lnTo>
                  <a:lnTo>
                    <a:pt x="5514934" y="2956754"/>
                  </a:lnTo>
                  <a:lnTo>
                    <a:pt x="5443311" y="2937248"/>
                  </a:lnTo>
                  <a:lnTo>
                    <a:pt x="5371689" y="2917020"/>
                  </a:lnTo>
                  <a:lnTo>
                    <a:pt x="5300066" y="2896043"/>
                  </a:lnTo>
                  <a:lnTo>
                    <a:pt x="5228444" y="2874290"/>
                  </a:lnTo>
                  <a:lnTo>
                    <a:pt x="5156821" y="2851732"/>
                  </a:lnTo>
                  <a:lnTo>
                    <a:pt x="5085199" y="2828338"/>
                  </a:lnTo>
                  <a:lnTo>
                    <a:pt x="5013576" y="2804079"/>
                  </a:lnTo>
                  <a:lnTo>
                    <a:pt x="4941954" y="2778922"/>
                  </a:lnTo>
                  <a:lnTo>
                    <a:pt x="4870331" y="2752833"/>
                  </a:lnTo>
                  <a:lnTo>
                    <a:pt x="4798709" y="2725779"/>
                  </a:lnTo>
                  <a:lnTo>
                    <a:pt x="4727086" y="2697724"/>
                  </a:lnTo>
                  <a:lnTo>
                    <a:pt x="4655464" y="2668630"/>
                  </a:lnTo>
                  <a:lnTo>
                    <a:pt x="4583841" y="2654315"/>
                  </a:lnTo>
                  <a:lnTo>
                    <a:pt x="4512219" y="2654377"/>
                  </a:lnTo>
                  <a:lnTo>
                    <a:pt x="4440596" y="2654439"/>
                  </a:lnTo>
                  <a:lnTo>
                    <a:pt x="4368974" y="2654501"/>
                  </a:lnTo>
                  <a:lnTo>
                    <a:pt x="4297351" y="2654563"/>
                  </a:lnTo>
                  <a:lnTo>
                    <a:pt x="4225729" y="2654625"/>
                  </a:lnTo>
                  <a:lnTo>
                    <a:pt x="4154106" y="2654687"/>
                  </a:lnTo>
                  <a:lnTo>
                    <a:pt x="4082483" y="2654748"/>
                  </a:lnTo>
                  <a:lnTo>
                    <a:pt x="4010861" y="2654810"/>
                  </a:lnTo>
                  <a:lnTo>
                    <a:pt x="3939238" y="2654872"/>
                  </a:lnTo>
                  <a:lnTo>
                    <a:pt x="3867616" y="2654934"/>
                  </a:lnTo>
                  <a:lnTo>
                    <a:pt x="3795993" y="2654996"/>
                  </a:lnTo>
                  <a:lnTo>
                    <a:pt x="3724371" y="2655058"/>
                  </a:lnTo>
                  <a:lnTo>
                    <a:pt x="3652748" y="2655120"/>
                  </a:lnTo>
                  <a:lnTo>
                    <a:pt x="3581126" y="2655182"/>
                  </a:lnTo>
                  <a:lnTo>
                    <a:pt x="3509503" y="2655243"/>
                  </a:lnTo>
                  <a:lnTo>
                    <a:pt x="3437881" y="2655305"/>
                  </a:lnTo>
                  <a:lnTo>
                    <a:pt x="3366258" y="2655367"/>
                  </a:lnTo>
                  <a:lnTo>
                    <a:pt x="3294636" y="2655429"/>
                  </a:lnTo>
                  <a:lnTo>
                    <a:pt x="3223013" y="2655491"/>
                  </a:lnTo>
                  <a:lnTo>
                    <a:pt x="3151391" y="2655553"/>
                  </a:lnTo>
                  <a:lnTo>
                    <a:pt x="3079768" y="2655614"/>
                  </a:lnTo>
                  <a:lnTo>
                    <a:pt x="3008146" y="2655676"/>
                  </a:lnTo>
                  <a:lnTo>
                    <a:pt x="2936523" y="2655738"/>
                  </a:lnTo>
                  <a:lnTo>
                    <a:pt x="2864901" y="2655800"/>
                  </a:lnTo>
                  <a:lnTo>
                    <a:pt x="2793278" y="2655862"/>
                  </a:lnTo>
                  <a:lnTo>
                    <a:pt x="2721655" y="2655923"/>
                  </a:lnTo>
                  <a:lnTo>
                    <a:pt x="2650033" y="2655985"/>
                  </a:lnTo>
                  <a:lnTo>
                    <a:pt x="2578410" y="2656047"/>
                  </a:lnTo>
                  <a:lnTo>
                    <a:pt x="2506788" y="2656109"/>
                  </a:lnTo>
                  <a:lnTo>
                    <a:pt x="2435165" y="2656171"/>
                  </a:lnTo>
                  <a:lnTo>
                    <a:pt x="2363543" y="2656232"/>
                  </a:lnTo>
                  <a:lnTo>
                    <a:pt x="2291920" y="2656294"/>
                  </a:lnTo>
                  <a:lnTo>
                    <a:pt x="2220298" y="2656356"/>
                  </a:lnTo>
                  <a:lnTo>
                    <a:pt x="2148675" y="2656418"/>
                  </a:lnTo>
                  <a:lnTo>
                    <a:pt x="2077053" y="2656480"/>
                  </a:lnTo>
                  <a:lnTo>
                    <a:pt x="2005430" y="2656541"/>
                  </a:lnTo>
                  <a:lnTo>
                    <a:pt x="1933808" y="2656603"/>
                  </a:lnTo>
                  <a:lnTo>
                    <a:pt x="1862185" y="2656665"/>
                  </a:lnTo>
                  <a:lnTo>
                    <a:pt x="1790563" y="2656727"/>
                  </a:lnTo>
                  <a:lnTo>
                    <a:pt x="1718940" y="2656788"/>
                  </a:lnTo>
                  <a:lnTo>
                    <a:pt x="1647318" y="2656850"/>
                  </a:lnTo>
                  <a:lnTo>
                    <a:pt x="1575695" y="2656912"/>
                  </a:lnTo>
                  <a:lnTo>
                    <a:pt x="1504073" y="2656973"/>
                  </a:lnTo>
                  <a:lnTo>
                    <a:pt x="1432450" y="2657035"/>
                  </a:lnTo>
                  <a:lnTo>
                    <a:pt x="1360827" y="2657097"/>
                  </a:lnTo>
                  <a:lnTo>
                    <a:pt x="1289205" y="2657159"/>
                  </a:lnTo>
                  <a:lnTo>
                    <a:pt x="1217582" y="2657220"/>
                  </a:lnTo>
                  <a:lnTo>
                    <a:pt x="1145960" y="2657282"/>
                  </a:lnTo>
                  <a:lnTo>
                    <a:pt x="1074337" y="2657344"/>
                  </a:lnTo>
                  <a:lnTo>
                    <a:pt x="1002715" y="2657405"/>
                  </a:lnTo>
                  <a:lnTo>
                    <a:pt x="931092" y="2657467"/>
                  </a:lnTo>
                  <a:lnTo>
                    <a:pt x="859470" y="2657529"/>
                  </a:lnTo>
                  <a:lnTo>
                    <a:pt x="787847" y="2657590"/>
                  </a:lnTo>
                  <a:lnTo>
                    <a:pt x="716225" y="2657652"/>
                  </a:lnTo>
                  <a:lnTo>
                    <a:pt x="644602" y="2657714"/>
                  </a:lnTo>
                  <a:lnTo>
                    <a:pt x="572980" y="2657775"/>
                  </a:lnTo>
                  <a:lnTo>
                    <a:pt x="501357" y="2657837"/>
                  </a:lnTo>
                  <a:lnTo>
                    <a:pt x="429735" y="2657899"/>
                  </a:lnTo>
                  <a:lnTo>
                    <a:pt x="358112" y="2657960"/>
                  </a:lnTo>
                  <a:lnTo>
                    <a:pt x="286490" y="2658022"/>
                  </a:lnTo>
                  <a:lnTo>
                    <a:pt x="214867" y="2658084"/>
                  </a:lnTo>
                  <a:lnTo>
                    <a:pt x="143245" y="2658145"/>
                  </a:lnTo>
                  <a:lnTo>
                    <a:pt x="71622" y="2658207"/>
                  </a:lnTo>
                  <a:lnTo>
                    <a:pt x="0" y="26582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65186" y="2073503"/>
              <a:ext cx="5297492" cy="2654253"/>
            </a:xfrm>
            <a:custGeom>
              <a:avLst/>
              <a:pathLst>
                <a:path w="5297492" h="2654253">
                  <a:moveTo>
                    <a:pt x="0" y="0"/>
                  </a:moveTo>
                  <a:lnTo>
                    <a:pt x="69048" y="120029"/>
                  </a:lnTo>
                  <a:lnTo>
                    <a:pt x="140670" y="240090"/>
                  </a:lnTo>
                  <a:lnTo>
                    <a:pt x="212293" y="355865"/>
                  </a:lnTo>
                  <a:lnTo>
                    <a:pt x="283915" y="467508"/>
                  </a:lnTo>
                  <a:lnTo>
                    <a:pt x="355538" y="575166"/>
                  </a:lnTo>
                  <a:lnTo>
                    <a:pt x="427160" y="678982"/>
                  </a:lnTo>
                  <a:lnTo>
                    <a:pt x="498783" y="779092"/>
                  </a:lnTo>
                  <a:lnTo>
                    <a:pt x="570405" y="875629"/>
                  </a:lnTo>
                  <a:lnTo>
                    <a:pt x="642028" y="968720"/>
                  </a:lnTo>
                  <a:lnTo>
                    <a:pt x="713650" y="1058488"/>
                  </a:lnTo>
                  <a:lnTo>
                    <a:pt x="785273" y="1145053"/>
                  </a:lnTo>
                  <a:lnTo>
                    <a:pt x="856895" y="1228527"/>
                  </a:lnTo>
                  <a:lnTo>
                    <a:pt x="928518" y="1309022"/>
                  </a:lnTo>
                  <a:lnTo>
                    <a:pt x="1000141" y="1386645"/>
                  </a:lnTo>
                  <a:lnTo>
                    <a:pt x="1071763" y="1461496"/>
                  </a:lnTo>
                  <a:lnTo>
                    <a:pt x="1143386" y="1533676"/>
                  </a:lnTo>
                  <a:lnTo>
                    <a:pt x="1215008" y="1603280"/>
                  </a:lnTo>
                  <a:lnTo>
                    <a:pt x="1286631" y="1670399"/>
                  </a:lnTo>
                  <a:lnTo>
                    <a:pt x="1358253" y="1735122"/>
                  </a:lnTo>
                  <a:lnTo>
                    <a:pt x="1429876" y="1797536"/>
                  </a:lnTo>
                  <a:lnTo>
                    <a:pt x="1501498" y="1857721"/>
                  </a:lnTo>
                  <a:lnTo>
                    <a:pt x="1573121" y="1915759"/>
                  </a:lnTo>
                  <a:lnTo>
                    <a:pt x="1644743" y="1971725"/>
                  </a:lnTo>
                  <a:lnTo>
                    <a:pt x="1716366" y="2025693"/>
                  </a:lnTo>
                  <a:lnTo>
                    <a:pt x="1787988" y="2077735"/>
                  </a:lnTo>
                  <a:lnTo>
                    <a:pt x="1859611" y="2127920"/>
                  </a:lnTo>
                  <a:lnTo>
                    <a:pt x="1931233" y="2176313"/>
                  </a:lnTo>
                  <a:lnTo>
                    <a:pt x="2002856" y="2222979"/>
                  </a:lnTo>
                  <a:lnTo>
                    <a:pt x="2074478" y="2267980"/>
                  </a:lnTo>
                  <a:lnTo>
                    <a:pt x="2146101" y="2311374"/>
                  </a:lnTo>
                  <a:lnTo>
                    <a:pt x="2217723" y="2353219"/>
                  </a:lnTo>
                  <a:lnTo>
                    <a:pt x="2289346" y="2393571"/>
                  </a:lnTo>
                  <a:lnTo>
                    <a:pt x="2360969" y="2432482"/>
                  </a:lnTo>
                  <a:lnTo>
                    <a:pt x="2432591" y="2470005"/>
                  </a:lnTo>
                  <a:lnTo>
                    <a:pt x="2504214" y="2506188"/>
                  </a:lnTo>
                  <a:lnTo>
                    <a:pt x="2575836" y="2541080"/>
                  </a:lnTo>
                  <a:lnTo>
                    <a:pt x="2647459" y="2574726"/>
                  </a:lnTo>
                  <a:lnTo>
                    <a:pt x="2719081" y="2607172"/>
                  </a:lnTo>
                  <a:lnTo>
                    <a:pt x="2790704" y="2638459"/>
                  </a:lnTo>
                  <a:lnTo>
                    <a:pt x="2862326" y="2654253"/>
                  </a:lnTo>
                  <a:lnTo>
                    <a:pt x="2933949" y="2654191"/>
                  </a:lnTo>
                  <a:lnTo>
                    <a:pt x="3005571" y="2654129"/>
                  </a:lnTo>
                  <a:lnTo>
                    <a:pt x="3077194" y="2654067"/>
                  </a:lnTo>
                  <a:lnTo>
                    <a:pt x="3148816" y="2654005"/>
                  </a:lnTo>
                  <a:lnTo>
                    <a:pt x="3220439" y="2653943"/>
                  </a:lnTo>
                  <a:lnTo>
                    <a:pt x="3292061" y="2653881"/>
                  </a:lnTo>
                  <a:lnTo>
                    <a:pt x="3363684" y="2653820"/>
                  </a:lnTo>
                  <a:lnTo>
                    <a:pt x="3435306" y="2653758"/>
                  </a:lnTo>
                  <a:lnTo>
                    <a:pt x="3506929" y="2653696"/>
                  </a:lnTo>
                  <a:lnTo>
                    <a:pt x="3578551" y="2653634"/>
                  </a:lnTo>
                  <a:lnTo>
                    <a:pt x="3650174" y="2653572"/>
                  </a:lnTo>
                  <a:lnTo>
                    <a:pt x="3721797" y="2653510"/>
                  </a:lnTo>
                  <a:lnTo>
                    <a:pt x="3793419" y="2653448"/>
                  </a:lnTo>
                  <a:lnTo>
                    <a:pt x="3865042" y="2653386"/>
                  </a:lnTo>
                  <a:lnTo>
                    <a:pt x="3936664" y="2653324"/>
                  </a:lnTo>
                  <a:lnTo>
                    <a:pt x="4008287" y="2653262"/>
                  </a:lnTo>
                  <a:lnTo>
                    <a:pt x="4079909" y="2653200"/>
                  </a:lnTo>
                  <a:lnTo>
                    <a:pt x="4151532" y="2653138"/>
                  </a:lnTo>
                  <a:lnTo>
                    <a:pt x="4223154" y="2653076"/>
                  </a:lnTo>
                  <a:lnTo>
                    <a:pt x="4294777" y="2653014"/>
                  </a:lnTo>
                  <a:lnTo>
                    <a:pt x="4366399" y="2652952"/>
                  </a:lnTo>
                  <a:lnTo>
                    <a:pt x="4438022" y="2652890"/>
                  </a:lnTo>
                  <a:lnTo>
                    <a:pt x="4509644" y="2652828"/>
                  </a:lnTo>
                  <a:lnTo>
                    <a:pt x="4581267" y="2652766"/>
                  </a:lnTo>
                  <a:lnTo>
                    <a:pt x="4652889" y="2652703"/>
                  </a:lnTo>
                  <a:lnTo>
                    <a:pt x="4724512" y="2652641"/>
                  </a:lnTo>
                  <a:lnTo>
                    <a:pt x="4796134" y="2652579"/>
                  </a:lnTo>
                  <a:lnTo>
                    <a:pt x="4867757" y="2652517"/>
                  </a:lnTo>
                  <a:lnTo>
                    <a:pt x="4939379" y="2652455"/>
                  </a:lnTo>
                  <a:lnTo>
                    <a:pt x="5011002" y="2652393"/>
                  </a:lnTo>
                  <a:lnTo>
                    <a:pt x="5082625" y="2652331"/>
                  </a:lnTo>
                  <a:lnTo>
                    <a:pt x="5154247" y="2652269"/>
                  </a:lnTo>
                  <a:lnTo>
                    <a:pt x="5225870" y="2652207"/>
                  </a:lnTo>
                  <a:lnTo>
                    <a:pt x="5297492" y="2652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18"/>
              <a:ext cx="7090630" cy="592543"/>
            </a:xfrm>
            <a:custGeom>
              <a:avLst/>
              <a:pathLst>
                <a:path w="7090630" h="592543">
                  <a:moveTo>
                    <a:pt x="7090630" y="592543"/>
                  </a:moveTo>
                  <a:lnTo>
                    <a:pt x="7019007" y="583775"/>
                  </a:lnTo>
                  <a:lnTo>
                    <a:pt x="6947385" y="574682"/>
                  </a:lnTo>
                  <a:lnTo>
                    <a:pt x="6875762" y="565253"/>
                  </a:lnTo>
                  <a:lnTo>
                    <a:pt x="6804139" y="555475"/>
                  </a:lnTo>
                  <a:lnTo>
                    <a:pt x="6732517" y="545334"/>
                  </a:lnTo>
                  <a:lnTo>
                    <a:pt x="6660894" y="534819"/>
                  </a:lnTo>
                  <a:lnTo>
                    <a:pt x="6589272" y="523914"/>
                  </a:lnTo>
                  <a:lnTo>
                    <a:pt x="6517649" y="512606"/>
                  </a:lnTo>
                  <a:lnTo>
                    <a:pt x="6446027" y="500879"/>
                  </a:lnTo>
                  <a:lnTo>
                    <a:pt x="6374404" y="488718"/>
                  </a:lnTo>
                  <a:lnTo>
                    <a:pt x="6302782" y="476107"/>
                  </a:lnTo>
                  <a:lnTo>
                    <a:pt x="6231159" y="463029"/>
                  </a:lnTo>
                  <a:lnTo>
                    <a:pt x="6159537" y="449467"/>
                  </a:lnTo>
                  <a:lnTo>
                    <a:pt x="6087914" y="435403"/>
                  </a:lnTo>
                  <a:lnTo>
                    <a:pt x="6016292" y="420818"/>
                  </a:lnTo>
                  <a:lnTo>
                    <a:pt x="5944669" y="405694"/>
                  </a:lnTo>
                  <a:lnTo>
                    <a:pt x="5873047" y="390010"/>
                  </a:lnTo>
                  <a:lnTo>
                    <a:pt x="5801424" y="373745"/>
                  </a:lnTo>
                  <a:lnTo>
                    <a:pt x="5729802" y="356878"/>
                  </a:lnTo>
                  <a:lnTo>
                    <a:pt x="5658179" y="339387"/>
                  </a:lnTo>
                  <a:lnTo>
                    <a:pt x="5586557" y="321249"/>
                  </a:lnTo>
                  <a:lnTo>
                    <a:pt x="5514934" y="302439"/>
                  </a:lnTo>
                  <a:lnTo>
                    <a:pt x="5443311" y="282933"/>
                  </a:lnTo>
                  <a:lnTo>
                    <a:pt x="5371689" y="262704"/>
                  </a:lnTo>
                  <a:lnTo>
                    <a:pt x="5300066" y="241728"/>
                  </a:lnTo>
                  <a:lnTo>
                    <a:pt x="5228444" y="219974"/>
                  </a:lnTo>
                  <a:lnTo>
                    <a:pt x="5156821" y="197416"/>
                  </a:lnTo>
                  <a:lnTo>
                    <a:pt x="5085199" y="174023"/>
                  </a:lnTo>
                  <a:lnTo>
                    <a:pt x="5013576" y="149763"/>
                  </a:lnTo>
                  <a:lnTo>
                    <a:pt x="4941954" y="124606"/>
                  </a:lnTo>
                  <a:lnTo>
                    <a:pt x="4870331" y="98518"/>
                  </a:lnTo>
                  <a:lnTo>
                    <a:pt x="4798709" y="71464"/>
                  </a:lnTo>
                  <a:lnTo>
                    <a:pt x="4727086" y="43408"/>
                  </a:lnTo>
                  <a:lnTo>
                    <a:pt x="4655464" y="14315"/>
                  </a:lnTo>
                  <a:lnTo>
                    <a:pt x="4583841" y="0"/>
                  </a:lnTo>
                  <a:lnTo>
                    <a:pt x="4512219" y="61"/>
                  </a:lnTo>
                  <a:lnTo>
                    <a:pt x="4440596" y="123"/>
                  </a:lnTo>
                  <a:lnTo>
                    <a:pt x="4368974" y="185"/>
                  </a:lnTo>
                  <a:lnTo>
                    <a:pt x="4297351" y="247"/>
                  </a:lnTo>
                  <a:lnTo>
                    <a:pt x="4225729" y="309"/>
                  </a:lnTo>
                  <a:lnTo>
                    <a:pt x="4154106" y="371"/>
                  </a:lnTo>
                  <a:lnTo>
                    <a:pt x="4082483" y="433"/>
                  </a:lnTo>
                  <a:lnTo>
                    <a:pt x="4010861" y="495"/>
                  </a:lnTo>
                  <a:lnTo>
                    <a:pt x="3939238" y="557"/>
                  </a:lnTo>
                  <a:lnTo>
                    <a:pt x="3867616" y="618"/>
                  </a:lnTo>
                  <a:lnTo>
                    <a:pt x="3795993" y="680"/>
                  </a:lnTo>
                  <a:lnTo>
                    <a:pt x="3724371" y="742"/>
                  </a:lnTo>
                  <a:lnTo>
                    <a:pt x="3652748" y="804"/>
                  </a:lnTo>
                  <a:lnTo>
                    <a:pt x="3581126" y="866"/>
                  </a:lnTo>
                  <a:lnTo>
                    <a:pt x="3509503" y="928"/>
                  </a:lnTo>
                  <a:lnTo>
                    <a:pt x="3437881" y="990"/>
                  </a:lnTo>
                  <a:lnTo>
                    <a:pt x="3366258" y="1052"/>
                  </a:lnTo>
                  <a:lnTo>
                    <a:pt x="3294636" y="1113"/>
                  </a:lnTo>
                  <a:lnTo>
                    <a:pt x="3223013" y="1175"/>
                  </a:lnTo>
                  <a:lnTo>
                    <a:pt x="3151391" y="1237"/>
                  </a:lnTo>
                  <a:lnTo>
                    <a:pt x="3079768" y="1299"/>
                  </a:lnTo>
                  <a:lnTo>
                    <a:pt x="3008146" y="1361"/>
                  </a:lnTo>
                  <a:lnTo>
                    <a:pt x="2936523" y="1423"/>
                  </a:lnTo>
                  <a:lnTo>
                    <a:pt x="2864901" y="1484"/>
                  </a:lnTo>
                  <a:lnTo>
                    <a:pt x="2793278" y="1546"/>
                  </a:lnTo>
                  <a:lnTo>
                    <a:pt x="2721655" y="1608"/>
                  </a:lnTo>
                  <a:lnTo>
                    <a:pt x="2650033" y="1670"/>
                  </a:lnTo>
                  <a:lnTo>
                    <a:pt x="2578410" y="1732"/>
                  </a:lnTo>
                  <a:lnTo>
                    <a:pt x="2506788" y="1793"/>
                  </a:lnTo>
                  <a:lnTo>
                    <a:pt x="2435165" y="1855"/>
                  </a:lnTo>
                  <a:lnTo>
                    <a:pt x="2363543" y="1917"/>
                  </a:lnTo>
                  <a:lnTo>
                    <a:pt x="2291920" y="1979"/>
                  </a:lnTo>
                  <a:lnTo>
                    <a:pt x="2220298" y="2040"/>
                  </a:lnTo>
                  <a:lnTo>
                    <a:pt x="2148675" y="2102"/>
                  </a:lnTo>
                  <a:lnTo>
                    <a:pt x="2077053" y="2164"/>
                  </a:lnTo>
                  <a:lnTo>
                    <a:pt x="2005430" y="2226"/>
                  </a:lnTo>
                  <a:lnTo>
                    <a:pt x="1933808" y="2287"/>
                  </a:lnTo>
                  <a:lnTo>
                    <a:pt x="1862185" y="2349"/>
                  </a:lnTo>
                  <a:lnTo>
                    <a:pt x="1790563" y="2411"/>
                  </a:lnTo>
                  <a:lnTo>
                    <a:pt x="1718940" y="2473"/>
                  </a:lnTo>
                  <a:lnTo>
                    <a:pt x="1647318" y="2534"/>
                  </a:lnTo>
                  <a:lnTo>
                    <a:pt x="1575695" y="2596"/>
                  </a:lnTo>
                  <a:lnTo>
                    <a:pt x="1504073" y="2658"/>
                  </a:lnTo>
                  <a:lnTo>
                    <a:pt x="1432450" y="2720"/>
                  </a:lnTo>
                  <a:lnTo>
                    <a:pt x="1360827" y="2781"/>
                  </a:lnTo>
                  <a:lnTo>
                    <a:pt x="1289205" y="2843"/>
                  </a:lnTo>
                  <a:lnTo>
                    <a:pt x="1217582" y="2905"/>
                  </a:lnTo>
                  <a:lnTo>
                    <a:pt x="1145960" y="2966"/>
                  </a:lnTo>
                  <a:lnTo>
                    <a:pt x="1074337" y="3028"/>
                  </a:lnTo>
                  <a:lnTo>
                    <a:pt x="1002715" y="3090"/>
                  </a:lnTo>
                  <a:lnTo>
                    <a:pt x="931092" y="3152"/>
                  </a:lnTo>
                  <a:lnTo>
                    <a:pt x="859470" y="3213"/>
                  </a:lnTo>
                  <a:lnTo>
                    <a:pt x="787847" y="3275"/>
                  </a:lnTo>
                  <a:lnTo>
                    <a:pt x="716225" y="3337"/>
                  </a:lnTo>
                  <a:lnTo>
                    <a:pt x="644602" y="3398"/>
                  </a:lnTo>
                  <a:lnTo>
                    <a:pt x="572980" y="3460"/>
                  </a:lnTo>
                  <a:lnTo>
                    <a:pt x="501357" y="3522"/>
                  </a:lnTo>
                  <a:lnTo>
                    <a:pt x="429735" y="3583"/>
                  </a:lnTo>
                  <a:lnTo>
                    <a:pt x="358112" y="3645"/>
                  </a:lnTo>
                  <a:lnTo>
                    <a:pt x="286490" y="3707"/>
                  </a:lnTo>
                  <a:lnTo>
                    <a:pt x="214867" y="3768"/>
                  </a:lnTo>
                  <a:lnTo>
                    <a:pt x="143245" y="3830"/>
                  </a:lnTo>
                  <a:lnTo>
                    <a:pt x="71622" y="3891"/>
                  </a:lnTo>
                  <a:lnTo>
                    <a:pt x="0" y="39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84474"/>
              <a:ext cx="7090630" cy="2228932"/>
            </a:xfrm>
            <a:custGeom>
              <a:avLst/>
              <a:pathLst>
                <a:path w="7090630" h="2228932">
                  <a:moveTo>
                    <a:pt x="0" y="0"/>
                  </a:moveTo>
                  <a:lnTo>
                    <a:pt x="71622" y="48034"/>
                  </a:lnTo>
                  <a:lnTo>
                    <a:pt x="143245" y="95206"/>
                  </a:lnTo>
                  <a:lnTo>
                    <a:pt x="214867" y="141530"/>
                  </a:lnTo>
                  <a:lnTo>
                    <a:pt x="286490" y="187021"/>
                  </a:lnTo>
                  <a:lnTo>
                    <a:pt x="358112" y="231695"/>
                  </a:lnTo>
                  <a:lnTo>
                    <a:pt x="429735" y="275566"/>
                  </a:lnTo>
                  <a:lnTo>
                    <a:pt x="501357" y="318648"/>
                  </a:lnTo>
                  <a:lnTo>
                    <a:pt x="572980" y="360957"/>
                  </a:lnTo>
                  <a:lnTo>
                    <a:pt x="644602" y="402504"/>
                  </a:lnTo>
                  <a:lnTo>
                    <a:pt x="716225" y="443305"/>
                  </a:lnTo>
                  <a:lnTo>
                    <a:pt x="787847" y="483373"/>
                  </a:lnTo>
                  <a:lnTo>
                    <a:pt x="859470" y="522721"/>
                  </a:lnTo>
                  <a:lnTo>
                    <a:pt x="931092" y="561362"/>
                  </a:lnTo>
                  <a:lnTo>
                    <a:pt x="1002715" y="599308"/>
                  </a:lnTo>
                  <a:lnTo>
                    <a:pt x="1074337" y="636572"/>
                  </a:lnTo>
                  <a:lnTo>
                    <a:pt x="1145960" y="673166"/>
                  </a:lnTo>
                  <a:lnTo>
                    <a:pt x="1217582" y="709103"/>
                  </a:lnTo>
                  <a:lnTo>
                    <a:pt x="1289205" y="744394"/>
                  </a:lnTo>
                  <a:lnTo>
                    <a:pt x="1360827" y="779051"/>
                  </a:lnTo>
                  <a:lnTo>
                    <a:pt x="1432450" y="813085"/>
                  </a:lnTo>
                  <a:lnTo>
                    <a:pt x="1504073" y="846507"/>
                  </a:lnTo>
                  <a:lnTo>
                    <a:pt x="1575695" y="879329"/>
                  </a:lnTo>
                  <a:lnTo>
                    <a:pt x="1647318" y="911560"/>
                  </a:lnTo>
                  <a:lnTo>
                    <a:pt x="1718940" y="943213"/>
                  </a:lnTo>
                  <a:lnTo>
                    <a:pt x="1790563" y="974296"/>
                  </a:lnTo>
                  <a:lnTo>
                    <a:pt x="1862185" y="1004821"/>
                  </a:lnTo>
                  <a:lnTo>
                    <a:pt x="1933808" y="1034797"/>
                  </a:lnTo>
                  <a:lnTo>
                    <a:pt x="2005430" y="1064235"/>
                  </a:lnTo>
                  <a:lnTo>
                    <a:pt x="2077053" y="1093144"/>
                  </a:lnTo>
                  <a:lnTo>
                    <a:pt x="2148675" y="1121533"/>
                  </a:lnTo>
                  <a:lnTo>
                    <a:pt x="2220298" y="1149411"/>
                  </a:lnTo>
                  <a:lnTo>
                    <a:pt x="2291920" y="1176789"/>
                  </a:lnTo>
                  <a:lnTo>
                    <a:pt x="2363543" y="1203675"/>
                  </a:lnTo>
                  <a:lnTo>
                    <a:pt x="2435165" y="1230077"/>
                  </a:lnTo>
                  <a:lnTo>
                    <a:pt x="2506788" y="1256006"/>
                  </a:lnTo>
                  <a:lnTo>
                    <a:pt x="2578410" y="1281468"/>
                  </a:lnTo>
                  <a:lnTo>
                    <a:pt x="2650033" y="1306472"/>
                  </a:lnTo>
                  <a:lnTo>
                    <a:pt x="2721655" y="1331027"/>
                  </a:lnTo>
                  <a:lnTo>
                    <a:pt x="2793278" y="1355141"/>
                  </a:lnTo>
                  <a:lnTo>
                    <a:pt x="2864901" y="1378821"/>
                  </a:lnTo>
                  <a:lnTo>
                    <a:pt x="2936523" y="1402076"/>
                  </a:lnTo>
                  <a:lnTo>
                    <a:pt x="3008146" y="1424913"/>
                  </a:lnTo>
                  <a:lnTo>
                    <a:pt x="3079768" y="1447340"/>
                  </a:lnTo>
                  <a:lnTo>
                    <a:pt x="3151391" y="1469363"/>
                  </a:lnTo>
                  <a:lnTo>
                    <a:pt x="3223013" y="1490991"/>
                  </a:lnTo>
                  <a:lnTo>
                    <a:pt x="3294636" y="1512230"/>
                  </a:lnTo>
                  <a:lnTo>
                    <a:pt x="3366258" y="1533087"/>
                  </a:lnTo>
                  <a:lnTo>
                    <a:pt x="3437881" y="1553569"/>
                  </a:lnTo>
                  <a:lnTo>
                    <a:pt x="3509503" y="1573683"/>
                  </a:lnTo>
                  <a:lnTo>
                    <a:pt x="3581126" y="1593436"/>
                  </a:lnTo>
                  <a:lnTo>
                    <a:pt x="3652748" y="1612834"/>
                  </a:lnTo>
                  <a:lnTo>
                    <a:pt x="3724371" y="1631883"/>
                  </a:lnTo>
                  <a:lnTo>
                    <a:pt x="3795993" y="1650590"/>
                  </a:lnTo>
                  <a:lnTo>
                    <a:pt x="3867616" y="1668961"/>
                  </a:lnTo>
                  <a:lnTo>
                    <a:pt x="3939238" y="1687001"/>
                  </a:lnTo>
                  <a:lnTo>
                    <a:pt x="4010861" y="1704717"/>
                  </a:lnTo>
                  <a:lnTo>
                    <a:pt x="4082483" y="1722115"/>
                  </a:lnTo>
                  <a:lnTo>
                    <a:pt x="4154106" y="1739200"/>
                  </a:lnTo>
                  <a:lnTo>
                    <a:pt x="4225729" y="1755978"/>
                  </a:lnTo>
                  <a:lnTo>
                    <a:pt x="4297351" y="1772455"/>
                  </a:lnTo>
                  <a:lnTo>
                    <a:pt x="4368974" y="1788636"/>
                  </a:lnTo>
                  <a:lnTo>
                    <a:pt x="4440596" y="1804525"/>
                  </a:lnTo>
                  <a:lnTo>
                    <a:pt x="4512219" y="1820129"/>
                  </a:lnTo>
                  <a:lnTo>
                    <a:pt x="4583841" y="1835453"/>
                  </a:lnTo>
                  <a:lnTo>
                    <a:pt x="4655464" y="1850501"/>
                  </a:lnTo>
                  <a:lnTo>
                    <a:pt x="4727086" y="1865279"/>
                  </a:lnTo>
                  <a:lnTo>
                    <a:pt x="4798709" y="1879791"/>
                  </a:lnTo>
                  <a:lnTo>
                    <a:pt x="4870331" y="1894043"/>
                  </a:lnTo>
                  <a:lnTo>
                    <a:pt x="4941954" y="1908038"/>
                  </a:lnTo>
                  <a:lnTo>
                    <a:pt x="5013576" y="1921782"/>
                  </a:lnTo>
                  <a:lnTo>
                    <a:pt x="5085199" y="1935279"/>
                  </a:lnTo>
                  <a:lnTo>
                    <a:pt x="5156821" y="1948533"/>
                  </a:lnTo>
                  <a:lnTo>
                    <a:pt x="5228444" y="1961549"/>
                  </a:lnTo>
                  <a:lnTo>
                    <a:pt x="5300066" y="1974331"/>
                  </a:lnTo>
                  <a:lnTo>
                    <a:pt x="5371689" y="1986883"/>
                  </a:lnTo>
                  <a:lnTo>
                    <a:pt x="5443311" y="1999210"/>
                  </a:lnTo>
                  <a:lnTo>
                    <a:pt x="5514934" y="2011315"/>
                  </a:lnTo>
                  <a:lnTo>
                    <a:pt x="5586557" y="2023203"/>
                  </a:lnTo>
                  <a:lnTo>
                    <a:pt x="5658179" y="2034877"/>
                  </a:lnTo>
                  <a:lnTo>
                    <a:pt x="5729802" y="2046341"/>
                  </a:lnTo>
                  <a:lnTo>
                    <a:pt x="5801424" y="2057600"/>
                  </a:lnTo>
                  <a:lnTo>
                    <a:pt x="5873047" y="2068655"/>
                  </a:lnTo>
                  <a:lnTo>
                    <a:pt x="5944669" y="2079513"/>
                  </a:lnTo>
                  <a:lnTo>
                    <a:pt x="6016292" y="2090175"/>
                  </a:lnTo>
                  <a:lnTo>
                    <a:pt x="6087914" y="2100645"/>
                  </a:lnTo>
                  <a:lnTo>
                    <a:pt x="6159537" y="2110927"/>
                  </a:lnTo>
                  <a:lnTo>
                    <a:pt x="6231159" y="2121025"/>
                  </a:lnTo>
                  <a:lnTo>
                    <a:pt x="6302782" y="2130941"/>
                  </a:lnTo>
                  <a:lnTo>
                    <a:pt x="6374404" y="2140679"/>
                  </a:lnTo>
                  <a:lnTo>
                    <a:pt x="6446027" y="2150241"/>
                  </a:lnTo>
                  <a:lnTo>
                    <a:pt x="6517649" y="2159632"/>
                  </a:lnTo>
                  <a:lnTo>
                    <a:pt x="6589272" y="2168855"/>
                  </a:lnTo>
                  <a:lnTo>
                    <a:pt x="6660894" y="2177911"/>
                  </a:lnTo>
                  <a:lnTo>
                    <a:pt x="6732517" y="2186805"/>
                  </a:lnTo>
                  <a:lnTo>
                    <a:pt x="6804139" y="2195538"/>
                  </a:lnTo>
                  <a:lnTo>
                    <a:pt x="6875762" y="2204115"/>
                  </a:lnTo>
                  <a:lnTo>
                    <a:pt x="6947385" y="2212538"/>
                  </a:lnTo>
                  <a:lnTo>
                    <a:pt x="7019007" y="2220809"/>
                  </a:lnTo>
                  <a:lnTo>
                    <a:pt x="7090630" y="2228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1.29 (1.00-1.67), p_Bonf = 0.306 (n = 6)  |  per IQR decline (Δ = 21.9): 1.75 (1.00-3.05)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2026-10-09T11:52:43Z</dcterms:modified>
  <cp:category/>
</cp:coreProperties>
</file>