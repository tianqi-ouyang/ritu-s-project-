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25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6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88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6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7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79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249114"/>
            </a:xfrm>
            <a:custGeom>
              <a:avLst/>
              <a:pathLst>
                <a:path w="7090630" h="3249114">
                  <a:moveTo>
                    <a:pt x="1794627" y="0"/>
                  </a:moveTo>
                  <a:lnTo>
                    <a:pt x="1862185" y="117969"/>
                  </a:lnTo>
                  <a:lnTo>
                    <a:pt x="1933808" y="238556"/>
                  </a:lnTo>
                  <a:lnTo>
                    <a:pt x="2005430" y="354822"/>
                  </a:lnTo>
                  <a:lnTo>
                    <a:pt x="2077053" y="466923"/>
                  </a:lnTo>
                  <a:lnTo>
                    <a:pt x="2148675" y="575007"/>
                  </a:lnTo>
                  <a:lnTo>
                    <a:pt x="2220298" y="679220"/>
                  </a:lnTo>
                  <a:lnTo>
                    <a:pt x="2291920" y="779698"/>
                  </a:lnTo>
                  <a:lnTo>
                    <a:pt x="2363543" y="876577"/>
                  </a:lnTo>
                  <a:lnTo>
                    <a:pt x="2435165" y="969985"/>
                  </a:lnTo>
                  <a:lnTo>
                    <a:pt x="2506788" y="1060046"/>
                  </a:lnTo>
                  <a:lnTo>
                    <a:pt x="2578410" y="1146881"/>
                  </a:lnTo>
                  <a:lnTo>
                    <a:pt x="2650033" y="1230604"/>
                  </a:lnTo>
                  <a:lnTo>
                    <a:pt x="2721655" y="1311328"/>
                  </a:lnTo>
                  <a:lnTo>
                    <a:pt x="2793278" y="1389160"/>
                  </a:lnTo>
                  <a:lnTo>
                    <a:pt x="2864901" y="1464203"/>
                  </a:lnTo>
                  <a:lnTo>
                    <a:pt x="2936523" y="1536558"/>
                  </a:lnTo>
                  <a:lnTo>
                    <a:pt x="3008146" y="1606320"/>
                  </a:lnTo>
                  <a:lnTo>
                    <a:pt x="3079768" y="1673583"/>
                  </a:lnTo>
                  <a:lnTo>
                    <a:pt x="3151391" y="1738437"/>
                  </a:lnTo>
                  <a:lnTo>
                    <a:pt x="3223013" y="1800966"/>
                  </a:lnTo>
                  <a:lnTo>
                    <a:pt x="3294636" y="1861256"/>
                  </a:lnTo>
                  <a:lnTo>
                    <a:pt x="3366258" y="1919385"/>
                  </a:lnTo>
                  <a:lnTo>
                    <a:pt x="3437881" y="1975432"/>
                  </a:lnTo>
                  <a:lnTo>
                    <a:pt x="3509503" y="2029471"/>
                  </a:lnTo>
                  <a:lnTo>
                    <a:pt x="3581126" y="2081574"/>
                  </a:lnTo>
                  <a:lnTo>
                    <a:pt x="3652748" y="2131810"/>
                  </a:lnTo>
                  <a:lnTo>
                    <a:pt x="3724371" y="2180246"/>
                  </a:lnTo>
                  <a:lnTo>
                    <a:pt x="3795993" y="2226947"/>
                  </a:lnTo>
                  <a:lnTo>
                    <a:pt x="3867616" y="2271974"/>
                  </a:lnTo>
                  <a:lnTo>
                    <a:pt x="3939238" y="2315389"/>
                  </a:lnTo>
                  <a:lnTo>
                    <a:pt x="4010861" y="2357248"/>
                  </a:lnTo>
                  <a:lnTo>
                    <a:pt x="4082483" y="2397607"/>
                  </a:lnTo>
                  <a:lnTo>
                    <a:pt x="4154106" y="2436521"/>
                  </a:lnTo>
                  <a:lnTo>
                    <a:pt x="4225729" y="2474040"/>
                  </a:lnTo>
                  <a:lnTo>
                    <a:pt x="4297351" y="2510215"/>
                  </a:lnTo>
                  <a:lnTo>
                    <a:pt x="4368974" y="2545094"/>
                  </a:lnTo>
                  <a:lnTo>
                    <a:pt x="4440596" y="2578723"/>
                  </a:lnTo>
                  <a:lnTo>
                    <a:pt x="4512219" y="2611148"/>
                  </a:lnTo>
                  <a:lnTo>
                    <a:pt x="4583841" y="2642411"/>
                  </a:lnTo>
                  <a:lnTo>
                    <a:pt x="4655464" y="2654535"/>
                  </a:lnTo>
                  <a:lnTo>
                    <a:pt x="4727086" y="2654948"/>
                  </a:lnTo>
                  <a:lnTo>
                    <a:pt x="4798709" y="2655361"/>
                  </a:lnTo>
                  <a:lnTo>
                    <a:pt x="4870331" y="2655774"/>
                  </a:lnTo>
                  <a:lnTo>
                    <a:pt x="4941954" y="2656186"/>
                  </a:lnTo>
                  <a:lnTo>
                    <a:pt x="5013576" y="2656598"/>
                  </a:lnTo>
                  <a:lnTo>
                    <a:pt x="5085199" y="2657010"/>
                  </a:lnTo>
                  <a:lnTo>
                    <a:pt x="5156821" y="2657422"/>
                  </a:lnTo>
                  <a:lnTo>
                    <a:pt x="5228444" y="2657833"/>
                  </a:lnTo>
                  <a:lnTo>
                    <a:pt x="5300066" y="2658245"/>
                  </a:lnTo>
                  <a:lnTo>
                    <a:pt x="5371689" y="2658656"/>
                  </a:lnTo>
                  <a:lnTo>
                    <a:pt x="5443311" y="2659067"/>
                  </a:lnTo>
                  <a:lnTo>
                    <a:pt x="5514934" y="2659478"/>
                  </a:lnTo>
                  <a:lnTo>
                    <a:pt x="5586557" y="2659888"/>
                  </a:lnTo>
                  <a:lnTo>
                    <a:pt x="5658179" y="2660299"/>
                  </a:lnTo>
                  <a:lnTo>
                    <a:pt x="5729802" y="2660709"/>
                  </a:lnTo>
                  <a:lnTo>
                    <a:pt x="5801424" y="2661119"/>
                  </a:lnTo>
                  <a:lnTo>
                    <a:pt x="5873047" y="2661528"/>
                  </a:lnTo>
                  <a:lnTo>
                    <a:pt x="5944669" y="2661938"/>
                  </a:lnTo>
                  <a:lnTo>
                    <a:pt x="6016292" y="2662347"/>
                  </a:lnTo>
                  <a:lnTo>
                    <a:pt x="6087914" y="2662756"/>
                  </a:lnTo>
                  <a:lnTo>
                    <a:pt x="6159537" y="2663165"/>
                  </a:lnTo>
                  <a:lnTo>
                    <a:pt x="6231159" y="2663574"/>
                  </a:lnTo>
                  <a:lnTo>
                    <a:pt x="6302782" y="2663982"/>
                  </a:lnTo>
                  <a:lnTo>
                    <a:pt x="6374404" y="2664391"/>
                  </a:lnTo>
                  <a:lnTo>
                    <a:pt x="6446027" y="2664799"/>
                  </a:lnTo>
                  <a:lnTo>
                    <a:pt x="6517649" y="2665207"/>
                  </a:lnTo>
                  <a:lnTo>
                    <a:pt x="6589272" y="2665614"/>
                  </a:lnTo>
                  <a:lnTo>
                    <a:pt x="6660894" y="2666022"/>
                  </a:lnTo>
                  <a:lnTo>
                    <a:pt x="6732517" y="2666429"/>
                  </a:lnTo>
                  <a:lnTo>
                    <a:pt x="6804139" y="2666836"/>
                  </a:lnTo>
                  <a:lnTo>
                    <a:pt x="6875762" y="2667243"/>
                  </a:lnTo>
                  <a:lnTo>
                    <a:pt x="6947385" y="2667650"/>
                  </a:lnTo>
                  <a:lnTo>
                    <a:pt x="7019007" y="2668056"/>
                  </a:lnTo>
                  <a:lnTo>
                    <a:pt x="7090630" y="2668463"/>
                  </a:lnTo>
                  <a:lnTo>
                    <a:pt x="7090630" y="3249114"/>
                  </a:lnTo>
                  <a:lnTo>
                    <a:pt x="7019007" y="3240395"/>
                  </a:lnTo>
                  <a:lnTo>
                    <a:pt x="6947385" y="3231352"/>
                  </a:lnTo>
                  <a:lnTo>
                    <a:pt x="6875762" y="3221974"/>
                  </a:lnTo>
                  <a:lnTo>
                    <a:pt x="6804139" y="3212247"/>
                  </a:lnTo>
                  <a:lnTo>
                    <a:pt x="6732517" y="3202158"/>
                  </a:lnTo>
                  <a:lnTo>
                    <a:pt x="6660894" y="3191695"/>
                  </a:lnTo>
                  <a:lnTo>
                    <a:pt x="6589272" y="3180843"/>
                  </a:lnTo>
                  <a:lnTo>
                    <a:pt x="6517649" y="3169587"/>
                  </a:lnTo>
                  <a:lnTo>
                    <a:pt x="6446027" y="3157913"/>
                  </a:lnTo>
                  <a:lnTo>
                    <a:pt x="6374404" y="3145806"/>
                  </a:lnTo>
                  <a:lnTo>
                    <a:pt x="6302782" y="3133249"/>
                  </a:lnTo>
                  <a:lnTo>
                    <a:pt x="6231159" y="3120224"/>
                  </a:lnTo>
                  <a:lnTo>
                    <a:pt x="6159537" y="3106717"/>
                  </a:lnTo>
                  <a:lnTo>
                    <a:pt x="6087914" y="3092707"/>
                  </a:lnTo>
                  <a:lnTo>
                    <a:pt x="6016292" y="3078176"/>
                  </a:lnTo>
                  <a:lnTo>
                    <a:pt x="5944669" y="3063106"/>
                  </a:lnTo>
                  <a:lnTo>
                    <a:pt x="5873047" y="3047475"/>
                  </a:lnTo>
                  <a:lnTo>
                    <a:pt x="5801424" y="3031264"/>
                  </a:lnTo>
                  <a:lnTo>
                    <a:pt x="5729802" y="3014451"/>
                  </a:lnTo>
                  <a:lnTo>
                    <a:pt x="5658179" y="2997012"/>
                  </a:lnTo>
                  <a:lnTo>
                    <a:pt x="5586557" y="2978926"/>
                  </a:lnTo>
                  <a:lnTo>
                    <a:pt x="5514934" y="2960167"/>
                  </a:lnTo>
                  <a:lnTo>
                    <a:pt x="5443311" y="2940712"/>
                  </a:lnTo>
                  <a:lnTo>
                    <a:pt x="5371689" y="2920534"/>
                  </a:lnTo>
                  <a:lnTo>
                    <a:pt x="5300066" y="2899605"/>
                  </a:lnTo>
                  <a:lnTo>
                    <a:pt x="5228444" y="2877900"/>
                  </a:lnTo>
                  <a:lnTo>
                    <a:pt x="5156821" y="2855387"/>
                  </a:lnTo>
                  <a:lnTo>
                    <a:pt x="5085199" y="2832038"/>
                  </a:lnTo>
                  <a:lnTo>
                    <a:pt x="5013576" y="2807822"/>
                  </a:lnTo>
                  <a:lnTo>
                    <a:pt x="4941954" y="2782705"/>
                  </a:lnTo>
                  <a:lnTo>
                    <a:pt x="4870331" y="2756656"/>
                  </a:lnTo>
                  <a:lnTo>
                    <a:pt x="4798709" y="2729638"/>
                  </a:lnTo>
                  <a:lnTo>
                    <a:pt x="4727086" y="2701616"/>
                  </a:lnTo>
                  <a:lnTo>
                    <a:pt x="4655464" y="2672554"/>
                  </a:lnTo>
                  <a:lnTo>
                    <a:pt x="4583841" y="2654122"/>
                  </a:lnTo>
                  <a:lnTo>
                    <a:pt x="4512219" y="2653708"/>
                  </a:lnTo>
                  <a:lnTo>
                    <a:pt x="4440596" y="2653295"/>
                  </a:lnTo>
                  <a:lnTo>
                    <a:pt x="4368974" y="2652881"/>
                  </a:lnTo>
                  <a:lnTo>
                    <a:pt x="4297351" y="2652467"/>
                  </a:lnTo>
                  <a:lnTo>
                    <a:pt x="4225729" y="2652053"/>
                  </a:lnTo>
                  <a:lnTo>
                    <a:pt x="4154106" y="2651638"/>
                  </a:lnTo>
                  <a:lnTo>
                    <a:pt x="4082483" y="2651224"/>
                  </a:lnTo>
                  <a:lnTo>
                    <a:pt x="4010861" y="2650809"/>
                  </a:lnTo>
                  <a:lnTo>
                    <a:pt x="3939238" y="2650394"/>
                  </a:lnTo>
                  <a:lnTo>
                    <a:pt x="3867616" y="2649978"/>
                  </a:lnTo>
                  <a:lnTo>
                    <a:pt x="3795993" y="2649563"/>
                  </a:lnTo>
                  <a:lnTo>
                    <a:pt x="3724371" y="2649147"/>
                  </a:lnTo>
                  <a:lnTo>
                    <a:pt x="3652748" y="2648731"/>
                  </a:lnTo>
                  <a:lnTo>
                    <a:pt x="3581126" y="2648315"/>
                  </a:lnTo>
                  <a:lnTo>
                    <a:pt x="3509503" y="2647899"/>
                  </a:lnTo>
                  <a:lnTo>
                    <a:pt x="3437881" y="2647482"/>
                  </a:lnTo>
                  <a:lnTo>
                    <a:pt x="3366258" y="2647066"/>
                  </a:lnTo>
                  <a:lnTo>
                    <a:pt x="3294636" y="2646649"/>
                  </a:lnTo>
                  <a:lnTo>
                    <a:pt x="3223013" y="2646232"/>
                  </a:lnTo>
                  <a:lnTo>
                    <a:pt x="3151391" y="2645814"/>
                  </a:lnTo>
                  <a:lnTo>
                    <a:pt x="3079768" y="2645397"/>
                  </a:lnTo>
                  <a:lnTo>
                    <a:pt x="3008146" y="2644979"/>
                  </a:lnTo>
                  <a:lnTo>
                    <a:pt x="2936523" y="2644561"/>
                  </a:lnTo>
                  <a:lnTo>
                    <a:pt x="2864901" y="2644143"/>
                  </a:lnTo>
                  <a:lnTo>
                    <a:pt x="2793278" y="2643724"/>
                  </a:lnTo>
                  <a:lnTo>
                    <a:pt x="2721655" y="2643306"/>
                  </a:lnTo>
                  <a:lnTo>
                    <a:pt x="2650033" y="2642887"/>
                  </a:lnTo>
                  <a:lnTo>
                    <a:pt x="2578410" y="2642468"/>
                  </a:lnTo>
                  <a:lnTo>
                    <a:pt x="2506788" y="2642049"/>
                  </a:lnTo>
                  <a:lnTo>
                    <a:pt x="2435165" y="2641629"/>
                  </a:lnTo>
                  <a:lnTo>
                    <a:pt x="2363543" y="2641210"/>
                  </a:lnTo>
                  <a:lnTo>
                    <a:pt x="2291920" y="2640790"/>
                  </a:lnTo>
                  <a:lnTo>
                    <a:pt x="2220298" y="2640370"/>
                  </a:lnTo>
                  <a:lnTo>
                    <a:pt x="2148675" y="2639949"/>
                  </a:lnTo>
                  <a:lnTo>
                    <a:pt x="2077053" y="2639529"/>
                  </a:lnTo>
                  <a:lnTo>
                    <a:pt x="2005430" y="2639108"/>
                  </a:lnTo>
                  <a:lnTo>
                    <a:pt x="1933808" y="2638687"/>
                  </a:lnTo>
                  <a:lnTo>
                    <a:pt x="1862185" y="2638266"/>
                  </a:lnTo>
                  <a:lnTo>
                    <a:pt x="1790563" y="2637845"/>
                  </a:lnTo>
                  <a:lnTo>
                    <a:pt x="1718940" y="2637423"/>
                  </a:lnTo>
                  <a:lnTo>
                    <a:pt x="1647318" y="2637002"/>
                  </a:lnTo>
                  <a:lnTo>
                    <a:pt x="1575695" y="2636580"/>
                  </a:lnTo>
                  <a:lnTo>
                    <a:pt x="1504073" y="2636157"/>
                  </a:lnTo>
                  <a:lnTo>
                    <a:pt x="1432450" y="2635735"/>
                  </a:lnTo>
                  <a:lnTo>
                    <a:pt x="1360827" y="2635313"/>
                  </a:lnTo>
                  <a:lnTo>
                    <a:pt x="1289205" y="2634890"/>
                  </a:lnTo>
                  <a:lnTo>
                    <a:pt x="1217582" y="2634467"/>
                  </a:lnTo>
                  <a:lnTo>
                    <a:pt x="1145960" y="2634044"/>
                  </a:lnTo>
                  <a:lnTo>
                    <a:pt x="1074337" y="2633620"/>
                  </a:lnTo>
                  <a:lnTo>
                    <a:pt x="1002715" y="2633196"/>
                  </a:lnTo>
                  <a:lnTo>
                    <a:pt x="931092" y="2632773"/>
                  </a:lnTo>
                  <a:lnTo>
                    <a:pt x="859470" y="2632349"/>
                  </a:lnTo>
                  <a:lnTo>
                    <a:pt x="787847" y="2631924"/>
                  </a:lnTo>
                  <a:lnTo>
                    <a:pt x="716225" y="2631500"/>
                  </a:lnTo>
                  <a:lnTo>
                    <a:pt x="644602" y="2631075"/>
                  </a:lnTo>
                  <a:lnTo>
                    <a:pt x="572980" y="2630650"/>
                  </a:lnTo>
                  <a:lnTo>
                    <a:pt x="501357" y="2630225"/>
                  </a:lnTo>
                  <a:lnTo>
                    <a:pt x="429735" y="2629800"/>
                  </a:lnTo>
                  <a:lnTo>
                    <a:pt x="358112" y="2629374"/>
                  </a:lnTo>
                  <a:lnTo>
                    <a:pt x="286490" y="2628948"/>
                  </a:lnTo>
                  <a:lnTo>
                    <a:pt x="214867" y="2628522"/>
                  </a:lnTo>
                  <a:lnTo>
                    <a:pt x="143245" y="2628096"/>
                  </a:lnTo>
                  <a:lnTo>
                    <a:pt x="71622" y="2627670"/>
                  </a:lnTo>
                  <a:lnTo>
                    <a:pt x="0" y="26272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966677" y="2073503"/>
              <a:ext cx="5296002" cy="2668463"/>
            </a:xfrm>
            <a:custGeom>
              <a:avLst/>
              <a:pathLst>
                <a:path w="5296002" h="2668463">
                  <a:moveTo>
                    <a:pt x="0" y="0"/>
                  </a:moveTo>
                  <a:lnTo>
                    <a:pt x="67557" y="117969"/>
                  </a:lnTo>
                  <a:lnTo>
                    <a:pt x="139180" y="238556"/>
                  </a:lnTo>
                  <a:lnTo>
                    <a:pt x="210802" y="354822"/>
                  </a:lnTo>
                  <a:lnTo>
                    <a:pt x="282425" y="466923"/>
                  </a:lnTo>
                  <a:lnTo>
                    <a:pt x="354047" y="575007"/>
                  </a:lnTo>
                  <a:lnTo>
                    <a:pt x="425670" y="679220"/>
                  </a:lnTo>
                  <a:lnTo>
                    <a:pt x="497292" y="779698"/>
                  </a:lnTo>
                  <a:lnTo>
                    <a:pt x="568915" y="876577"/>
                  </a:lnTo>
                  <a:lnTo>
                    <a:pt x="640537" y="969985"/>
                  </a:lnTo>
                  <a:lnTo>
                    <a:pt x="712160" y="1060046"/>
                  </a:lnTo>
                  <a:lnTo>
                    <a:pt x="783782" y="1146881"/>
                  </a:lnTo>
                  <a:lnTo>
                    <a:pt x="855405" y="1230604"/>
                  </a:lnTo>
                  <a:lnTo>
                    <a:pt x="927028" y="1311328"/>
                  </a:lnTo>
                  <a:lnTo>
                    <a:pt x="998650" y="1389160"/>
                  </a:lnTo>
                  <a:lnTo>
                    <a:pt x="1070273" y="1464203"/>
                  </a:lnTo>
                  <a:lnTo>
                    <a:pt x="1141895" y="1536558"/>
                  </a:lnTo>
                  <a:lnTo>
                    <a:pt x="1213518" y="1606320"/>
                  </a:lnTo>
                  <a:lnTo>
                    <a:pt x="1285140" y="1673583"/>
                  </a:lnTo>
                  <a:lnTo>
                    <a:pt x="1356763" y="1738437"/>
                  </a:lnTo>
                  <a:lnTo>
                    <a:pt x="1428385" y="1800966"/>
                  </a:lnTo>
                  <a:lnTo>
                    <a:pt x="1500008" y="1861256"/>
                  </a:lnTo>
                  <a:lnTo>
                    <a:pt x="1571630" y="1919385"/>
                  </a:lnTo>
                  <a:lnTo>
                    <a:pt x="1643253" y="1975432"/>
                  </a:lnTo>
                  <a:lnTo>
                    <a:pt x="1714875" y="2029471"/>
                  </a:lnTo>
                  <a:lnTo>
                    <a:pt x="1786498" y="2081574"/>
                  </a:lnTo>
                  <a:lnTo>
                    <a:pt x="1858120" y="2131810"/>
                  </a:lnTo>
                  <a:lnTo>
                    <a:pt x="1929743" y="2180246"/>
                  </a:lnTo>
                  <a:lnTo>
                    <a:pt x="2001365" y="2226947"/>
                  </a:lnTo>
                  <a:lnTo>
                    <a:pt x="2072988" y="2271974"/>
                  </a:lnTo>
                  <a:lnTo>
                    <a:pt x="2144610" y="2315389"/>
                  </a:lnTo>
                  <a:lnTo>
                    <a:pt x="2216233" y="2357248"/>
                  </a:lnTo>
                  <a:lnTo>
                    <a:pt x="2287856" y="2397607"/>
                  </a:lnTo>
                  <a:lnTo>
                    <a:pt x="2359478" y="2436521"/>
                  </a:lnTo>
                  <a:lnTo>
                    <a:pt x="2431101" y="2474040"/>
                  </a:lnTo>
                  <a:lnTo>
                    <a:pt x="2502723" y="2510215"/>
                  </a:lnTo>
                  <a:lnTo>
                    <a:pt x="2574346" y="2545094"/>
                  </a:lnTo>
                  <a:lnTo>
                    <a:pt x="2645968" y="2578723"/>
                  </a:lnTo>
                  <a:lnTo>
                    <a:pt x="2717591" y="2611148"/>
                  </a:lnTo>
                  <a:lnTo>
                    <a:pt x="2789213" y="2642411"/>
                  </a:lnTo>
                  <a:lnTo>
                    <a:pt x="2860836" y="2654535"/>
                  </a:lnTo>
                  <a:lnTo>
                    <a:pt x="2932458" y="2654948"/>
                  </a:lnTo>
                  <a:lnTo>
                    <a:pt x="3004081" y="2655361"/>
                  </a:lnTo>
                  <a:lnTo>
                    <a:pt x="3075703" y="2655774"/>
                  </a:lnTo>
                  <a:lnTo>
                    <a:pt x="3147326" y="2656186"/>
                  </a:lnTo>
                  <a:lnTo>
                    <a:pt x="3218948" y="2656598"/>
                  </a:lnTo>
                  <a:lnTo>
                    <a:pt x="3290571" y="2657010"/>
                  </a:lnTo>
                  <a:lnTo>
                    <a:pt x="3362193" y="2657422"/>
                  </a:lnTo>
                  <a:lnTo>
                    <a:pt x="3433816" y="2657833"/>
                  </a:lnTo>
                  <a:lnTo>
                    <a:pt x="3505438" y="2658245"/>
                  </a:lnTo>
                  <a:lnTo>
                    <a:pt x="3577061" y="2658656"/>
                  </a:lnTo>
                  <a:lnTo>
                    <a:pt x="3648684" y="2659067"/>
                  </a:lnTo>
                  <a:lnTo>
                    <a:pt x="3720306" y="2659478"/>
                  </a:lnTo>
                  <a:lnTo>
                    <a:pt x="3791929" y="2659888"/>
                  </a:lnTo>
                  <a:lnTo>
                    <a:pt x="3863551" y="2660299"/>
                  </a:lnTo>
                  <a:lnTo>
                    <a:pt x="3935174" y="2660709"/>
                  </a:lnTo>
                  <a:lnTo>
                    <a:pt x="4006796" y="2661119"/>
                  </a:lnTo>
                  <a:lnTo>
                    <a:pt x="4078419" y="2661528"/>
                  </a:lnTo>
                  <a:lnTo>
                    <a:pt x="4150041" y="2661938"/>
                  </a:lnTo>
                  <a:lnTo>
                    <a:pt x="4221664" y="2662347"/>
                  </a:lnTo>
                  <a:lnTo>
                    <a:pt x="4293286" y="2662756"/>
                  </a:lnTo>
                  <a:lnTo>
                    <a:pt x="4364909" y="2663165"/>
                  </a:lnTo>
                  <a:lnTo>
                    <a:pt x="4436531" y="2663574"/>
                  </a:lnTo>
                  <a:lnTo>
                    <a:pt x="4508154" y="2663982"/>
                  </a:lnTo>
                  <a:lnTo>
                    <a:pt x="4579776" y="2664391"/>
                  </a:lnTo>
                  <a:lnTo>
                    <a:pt x="4651399" y="2664799"/>
                  </a:lnTo>
                  <a:lnTo>
                    <a:pt x="4723021" y="2665207"/>
                  </a:lnTo>
                  <a:lnTo>
                    <a:pt x="4794644" y="2665614"/>
                  </a:lnTo>
                  <a:lnTo>
                    <a:pt x="4866266" y="2666022"/>
                  </a:lnTo>
                  <a:lnTo>
                    <a:pt x="4937889" y="2666429"/>
                  </a:lnTo>
                  <a:lnTo>
                    <a:pt x="5009512" y="2666836"/>
                  </a:lnTo>
                  <a:lnTo>
                    <a:pt x="5081134" y="2667243"/>
                  </a:lnTo>
                  <a:lnTo>
                    <a:pt x="5152757" y="2667650"/>
                  </a:lnTo>
                  <a:lnTo>
                    <a:pt x="5224379" y="2668056"/>
                  </a:lnTo>
                  <a:lnTo>
                    <a:pt x="5296002" y="26684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00746"/>
              <a:ext cx="7090630" cy="621870"/>
            </a:xfrm>
            <a:custGeom>
              <a:avLst/>
              <a:pathLst>
                <a:path w="7090630" h="621870">
                  <a:moveTo>
                    <a:pt x="7090630" y="621870"/>
                  </a:moveTo>
                  <a:lnTo>
                    <a:pt x="7019007" y="613151"/>
                  </a:lnTo>
                  <a:lnTo>
                    <a:pt x="6947385" y="604109"/>
                  </a:lnTo>
                  <a:lnTo>
                    <a:pt x="6875762" y="594730"/>
                  </a:lnTo>
                  <a:lnTo>
                    <a:pt x="6804139" y="585003"/>
                  </a:lnTo>
                  <a:lnTo>
                    <a:pt x="6732517" y="574914"/>
                  </a:lnTo>
                  <a:lnTo>
                    <a:pt x="6660894" y="564451"/>
                  </a:lnTo>
                  <a:lnTo>
                    <a:pt x="6589272" y="553599"/>
                  </a:lnTo>
                  <a:lnTo>
                    <a:pt x="6517649" y="542343"/>
                  </a:lnTo>
                  <a:lnTo>
                    <a:pt x="6446027" y="530670"/>
                  </a:lnTo>
                  <a:lnTo>
                    <a:pt x="6374404" y="518562"/>
                  </a:lnTo>
                  <a:lnTo>
                    <a:pt x="6302782" y="506005"/>
                  </a:lnTo>
                  <a:lnTo>
                    <a:pt x="6231159" y="492981"/>
                  </a:lnTo>
                  <a:lnTo>
                    <a:pt x="6159537" y="479473"/>
                  </a:lnTo>
                  <a:lnTo>
                    <a:pt x="6087914" y="465463"/>
                  </a:lnTo>
                  <a:lnTo>
                    <a:pt x="6016292" y="450932"/>
                  </a:lnTo>
                  <a:lnTo>
                    <a:pt x="5944669" y="435862"/>
                  </a:lnTo>
                  <a:lnTo>
                    <a:pt x="5873047" y="420232"/>
                  </a:lnTo>
                  <a:lnTo>
                    <a:pt x="5801424" y="404020"/>
                  </a:lnTo>
                  <a:lnTo>
                    <a:pt x="5729802" y="387207"/>
                  </a:lnTo>
                  <a:lnTo>
                    <a:pt x="5658179" y="369768"/>
                  </a:lnTo>
                  <a:lnTo>
                    <a:pt x="5586557" y="351682"/>
                  </a:lnTo>
                  <a:lnTo>
                    <a:pt x="5514934" y="332924"/>
                  </a:lnTo>
                  <a:lnTo>
                    <a:pt x="5443311" y="313468"/>
                  </a:lnTo>
                  <a:lnTo>
                    <a:pt x="5371689" y="293290"/>
                  </a:lnTo>
                  <a:lnTo>
                    <a:pt x="5300066" y="272362"/>
                  </a:lnTo>
                  <a:lnTo>
                    <a:pt x="5228444" y="250656"/>
                  </a:lnTo>
                  <a:lnTo>
                    <a:pt x="5156821" y="228143"/>
                  </a:lnTo>
                  <a:lnTo>
                    <a:pt x="5085199" y="204794"/>
                  </a:lnTo>
                  <a:lnTo>
                    <a:pt x="5013576" y="180578"/>
                  </a:lnTo>
                  <a:lnTo>
                    <a:pt x="4941954" y="155461"/>
                  </a:lnTo>
                  <a:lnTo>
                    <a:pt x="4870331" y="129412"/>
                  </a:lnTo>
                  <a:lnTo>
                    <a:pt x="4798709" y="102394"/>
                  </a:lnTo>
                  <a:lnTo>
                    <a:pt x="4727086" y="74373"/>
                  </a:lnTo>
                  <a:lnTo>
                    <a:pt x="4655464" y="45310"/>
                  </a:lnTo>
                  <a:lnTo>
                    <a:pt x="4583841" y="26878"/>
                  </a:lnTo>
                  <a:lnTo>
                    <a:pt x="4512219" y="26465"/>
                  </a:lnTo>
                  <a:lnTo>
                    <a:pt x="4440596" y="26051"/>
                  </a:lnTo>
                  <a:lnTo>
                    <a:pt x="4368974" y="25637"/>
                  </a:lnTo>
                  <a:lnTo>
                    <a:pt x="4297351" y="25223"/>
                  </a:lnTo>
                  <a:lnTo>
                    <a:pt x="4225729" y="24809"/>
                  </a:lnTo>
                  <a:lnTo>
                    <a:pt x="4154106" y="24394"/>
                  </a:lnTo>
                  <a:lnTo>
                    <a:pt x="4082483" y="23980"/>
                  </a:lnTo>
                  <a:lnTo>
                    <a:pt x="4010861" y="23565"/>
                  </a:lnTo>
                  <a:lnTo>
                    <a:pt x="3939238" y="23150"/>
                  </a:lnTo>
                  <a:lnTo>
                    <a:pt x="3867616" y="22735"/>
                  </a:lnTo>
                  <a:lnTo>
                    <a:pt x="3795993" y="22319"/>
                  </a:lnTo>
                  <a:lnTo>
                    <a:pt x="3724371" y="21903"/>
                  </a:lnTo>
                  <a:lnTo>
                    <a:pt x="3652748" y="21488"/>
                  </a:lnTo>
                  <a:lnTo>
                    <a:pt x="3581126" y="21071"/>
                  </a:lnTo>
                  <a:lnTo>
                    <a:pt x="3509503" y="20655"/>
                  </a:lnTo>
                  <a:lnTo>
                    <a:pt x="3437881" y="20239"/>
                  </a:lnTo>
                  <a:lnTo>
                    <a:pt x="3366258" y="19822"/>
                  </a:lnTo>
                  <a:lnTo>
                    <a:pt x="3294636" y="19405"/>
                  </a:lnTo>
                  <a:lnTo>
                    <a:pt x="3223013" y="18988"/>
                  </a:lnTo>
                  <a:lnTo>
                    <a:pt x="3151391" y="18570"/>
                  </a:lnTo>
                  <a:lnTo>
                    <a:pt x="3079768" y="18153"/>
                  </a:lnTo>
                  <a:lnTo>
                    <a:pt x="3008146" y="17735"/>
                  </a:lnTo>
                  <a:lnTo>
                    <a:pt x="2936523" y="17317"/>
                  </a:lnTo>
                  <a:lnTo>
                    <a:pt x="2864901" y="16899"/>
                  </a:lnTo>
                  <a:lnTo>
                    <a:pt x="2793278" y="16481"/>
                  </a:lnTo>
                  <a:lnTo>
                    <a:pt x="2721655" y="16062"/>
                  </a:lnTo>
                  <a:lnTo>
                    <a:pt x="2650033" y="15643"/>
                  </a:lnTo>
                  <a:lnTo>
                    <a:pt x="2578410" y="15224"/>
                  </a:lnTo>
                  <a:lnTo>
                    <a:pt x="2506788" y="14805"/>
                  </a:lnTo>
                  <a:lnTo>
                    <a:pt x="2435165" y="14385"/>
                  </a:lnTo>
                  <a:lnTo>
                    <a:pt x="2363543" y="13966"/>
                  </a:lnTo>
                  <a:lnTo>
                    <a:pt x="2291920" y="13546"/>
                  </a:lnTo>
                  <a:lnTo>
                    <a:pt x="2220298" y="13126"/>
                  </a:lnTo>
                  <a:lnTo>
                    <a:pt x="2148675" y="12706"/>
                  </a:lnTo>
                  <a:lnTo>
                    <a:pt x="2077053" y="12285"/>
                  </a:lnTo>
                  <a:lnTo>
                    <a:pt x="2005430" y="11864"/>
                  </a:lnTo>
                  <a:lnTo>
                    <a:pt x="1933808" y="11443"/>
                  </a:lnTo>
                  <a:lnTo>
                    <a:pt x="1862185" y="11022"/>
                  </a:lnTo>
                  <a:lnTo>
                    <a:pt x="1790563" y="10601"/>
                  </a:lnTo>
                  <a:lnTo>
                    <a:pt x="1718940" y="10180"/>
                  </a:lnTo>
                  <a:lnTo>
                    <a:pt x="1647318" y="9758"/>
                  </a:lnTo>
                  <a:lnTo>
                    <a:pt x="1575695" y="9336"/>
                  </a:lnTo>
                  <a:lnTo>
                    <a:pt x="1504073" y="8914"/>
                  </a:lnTo>
                  <a:lnTo>
                    <a:pt x="1432450" y="8491"/>
                  </a:lnTo>
                  <a:lnTo>
                    <a:pt x="1360827" y="8069"/>
                  </a:lnTo>
                  <a:lnTo>
                    <a:pt x="1289205" y="7646"/>
                  </a:lnTo>
                  <a:lnTo>
                    <a:pt x="1217582" y="7223"/>
                  </a:lnTo>
                  <a:lnTo>
                    <a:pt x="1145960" y="6800"/>
                  </a:lnTo>
                  <a:lnTo>
                    <a:pt x="1074337" y="6376"/>
                  </a:lnTo>
                  <a:lnTo>
                    <a:pt x="1002715" y="5953"/>
                  </a:lnTo>
                  <a:lnTo>
                    <a:pt x="931092" y="5529"/>
                  </a:lnTo>
                  <a:lnTo>
                    <a:pt x="859470" y="5105"/>
                  </a:lnTo>
                  <a:lnTo>
                    <a:pt x="787847" y="4680"/>
                  </a:lnTo>
                  <a:lnTo>
                    <a:pt x="716225" y="4256"/>
                  </a:lnTo>
                  <a:lnTo>
                    <a:pt x="644602" y="3831"/>
                  </a:lnTo>
                  <a:lnTo>
                    <a:pt x="572980" y="3406"/>
                  </a:lnTo>
                  <a:lnTo>
                    <a:pt x="501357" y="2981"/>
                  </a:lnTo>
                  <a:lnTo>
                    <a:pt x="429735" y="2556"/>
                  </a:lnTo>
                  <a:lnTo>
                    <a:pt x="358112" y="2130"/>
                  </a:lnTo>
                  <a:lnTo>
                    <a:pt x="286490" y="1705"/>
                  </a:lnTo>
                  <a:lnTo>
                    <a:pt x="214867" y="1279"/>
                  </a:lnTo>
                  <a:lnTo>
                    <a:pt x="143245" y="852"/>
                  </a:lnTo>
                  <a:lnTo>
                    <a:pt x="71622" y="4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828936"/>
              <a:ext cx="7090630" cy="2290943"/>
            </a:xfrm>
            <a:custGeom>
              <a:avLst/>
              <a:pathLst>
                <a:path w="7090630" h="2290943">
                  <a:moveTo>
                    <a:pt x="0" y="0"/>
                  </a:moveTo>
                  <a:lnTo>
                    <a:pt x="71622" y="49987"/>
                  </a:lnTo>
                  <a:lnTo>
                    <a:pt x="143245" y="99058"/>
                  </a:lnTo>
                  <a:lnTo>
                    <a:pt x="214867" y="147230"/>
                  </a:lnTo>
                  <a:lnTo>
                    <a:pt x="286490" y="194519"/>
                  </a:lnTo>
                  <a:lnTo>
                    <a:pt x="358112" y="240943"/>
                  </a:lnTo>
                  <a:lnTo>
                    <a:pt x="429735" y="286515"/>
                  </a:lnTo>
                  <a:lnTo>
                    <a:pt x="501357" y="331253"/>
                  </a:lnTo>
                  <a:lnTo>
                    <a:pt x="572980" y="375171"/>
                  </a:lnTo>
                  <a:lnTo>
                    <a:pt x="644602" y="418284"/>
                  </a:lnTo>
                  <a:lnTo>
                    <a:pt x="716225" y="460608"/>
                  </a:lnTo>
                  <a:lnTo>
                    <a:pt x="787847" y="502156"/>
                  </a:lnTo>
                  <a:lnTo>
                    <a:pt x="859470" y="542942"/>
                  </a:lnTo>
                  <a:lnTo>
                    <a:pt x="931092" y="582982"/>
                  </a:lnTo>
                  <a:lnTo>
                    <a:pt x="1002715" y="622288"/>
                  </a:lnTo>
                  <a:lnTo>
                    <a:pt x="1074337" y="660873"/>
                  </a:lnTo>
                  <a:lnTo>
                    <a:pt x="1145960" y="698752"/>
                  </a:lnTo>
                  <a:lnTo>
                    <a:pt x="1217582" y="735937"/>
                  </a:lnTo>
                  <a:lnTo>
                    <a:pt x="1289205" y="772440"/>
                  </a:lnTo>
                  <a:lnTo>
                    <a:pt x="1360827" y="808275"/>
                  </a:lnTo>
                  <a:lnTo>
                    <a:pt x="1432450" y="843453"/>
                  </a:lnTo>
                  <a:lnTo>
                    <a:pt x="1504073" y="877987"/>
                  </a:lnTo>
                  <a:lnTo>
                    <a:pt x="1575695" y="911888"/>
                  </a:lnTo>
                  <a:lnTo>
                    <a:pt x="1647318" y="945168"/>
                  </a:lnTo>
                  <a:lnTo>
                    <a:pt x="1718940" y="977838"/>
                  </a:lnTo>
                  <a:lnTo>
                    <a:pt x="1790563" y="1009909"/>
                  </a:lnTo>
                  <a:lnTo>
                    <a:pt x="1862185" y="1041393"/>
                  </a:lnTo>
                  <a:lnTo>
                    <a:pt x="1933808" y="1072300"/>
                  </a:lnTo>
                  <a:lnTo>
                    <a:pt x="2005430" y="1102641"/>
                  </a:lnTo>
                  <a:lnTo>
                    <a:pt x="2077053" y="1132426"/>
                  </a:lnTo>
                  <a:lnTo>
                    <a:pt x="2148675" y="1161665"/>
                  </a:lnTo>
                  <a:lnTo>
                    <a:pt x="2220298" y="1190369"/>
                  </a:lnTo>
                  <a:lnTo>
                    <a:pt x="2291920" y="1218546"/>
                  </a:lnTo>
                  <a:lnTo>
                    <a:pt x="2363543" y="1246208"/>
                  </a:lnTo>
                  <a:lnTo>
                    <a:pt x="2435165" y="1273362"/>
                  </a:lnTo>
                  <a:lnTo>
                    <a:pt x="2506788" y="1300019"/>
                  </a:lnTo>
                  <a:lnTo>
                    <a:pt x="2578410" y="1326188"/>
                  </a:lnTo>
                  <a:lnTo>
                    <a:pt x="2650033" y="1351877"/>
                  </a:lnTo>
                  <a:lnTo>
                    <a:pt x="2721655" y="1377095"/>
                  </a:lnTo>
                  <a:lnTo>
                    <a:pt x="2793278" y="1401852"/>
                  </a:lnTo>
                  <a:lnTo>
                    <a:pt x="2864901" y="1426155"/>
                  </a:lnTo>
                  <a:lnTo>
                    <a:pt x="2936523" y="1450012"/>
                  </a:lnTo>
                  <a:lnTo>
                    <a:pt x="3008146" y="1473433"/>
                  </a:lnTo>
                  <a:lnTo>
                    <a:pt x="3079768" y="1496424"/>
                  </a:lnTo>
                  <a:lnTo>
                    <a:pt x="3151391" y="1518994"/>
                  </a:lnTo>
                  <a:lnTo>
                    <a:pt x="3223013" y="1541151"/>
                  </a:lnTo>
                  <a:lnTo>
                    <a:pt x="3294636" y="1562902"/>
                  </a:lnTo>
                  <a:lnTo>
                    <a:pt x="3366258" y="1584254"/>
                  </a:lnTo>
                  <a:lnTo>
                    <a:pt x="3437881" y="1605215"/>
                  </a:lnTo>
                  <a:lnTo>
                    <a:pt x="3509503" y="1625792"/>
                  </a:lnTo>
                  <a:lnTo>
                    <a:pt x="3581126" y="1645992"/>
                  </a:lnTo>
                  <a:lnTo>
                    <a:pt x="3652748" y="1665822"/>
                  </a:lnTo>
                  <a:lnTo>
                    <a:pt x="3724371" y="1685288"/>
                  </a:lnTo>
                  <a:lnTo>
                    <a:pt x="3795993" y="1704398"/>
                  </a:lnTo>
                  <a:lnTo>
                    <a:pt x="3867616" y="1723158"/>
                  </a:lnTo>
                  <a:lnTo>
                    <a:pt x="3939238" y="1741574"/>
                  </a:lnTo>
                  <a:lnTo>
                    <a:pt x="4010861" y="1759653"/>
                  </a:lnTo>
                  <a:lnTo>
                    <a:pt x="4082483" y="1777400"/>
                  </a:lnTo>
                  <a:lnTo>
                    <a:pt x="4154106" y="1794822"/>
                  </a:lnTo>
                  <a:lnTo>
                    <a:pt x="4225729" y="1811925"/>
                  </a:lnTo>
                  <a:lnTo>
                    <a:pt x="4297351" y="1828715"/>
                  </a:lnTo>
                  <a:lnTo>
                    <a:pt x="4368974" y="1845197"/>
                  </a:lnTo>
                  <a:lnTo>
                    <a:pt x="4440596" y="1861377"/>
                  </a:lnTo>
                  <a:lnTo>
                    <a:pt x="4512219" y="1877261"/>
                  </a:lnTo>
                  <a:lnTo>
                    <a:pt x="4583841" y="1892853"/>
                  </a:lnTo>
                  <a:lnTo>
                    <a:pt x="4655464" y="1908160"/>
                  </a:lnTo>
                  <a:lnTo>
                    <a:pt x="4727086" y="1923187"/>
                  </a:lnTo>
                  <a:lnTo>
                    <a:pt x="4798709" y="1937938"/>
                  </a:lnTo>
                  <a:lnTo>
                    <a:pt x="4870331" y="1952419"/>
                  </a:lnTo>
                  <a:lnTo>
                    <a:pt x="4941954" y="1966635"/>
                  </a:lnTo>
                  <a:lnTo>
                    <a:pt x="5013576" y="1980590"/>
                  </a:lnTo>
                  <a:lnTo>
                    <a:pt x="5085199" y="1994289"/>
                  </a:lnTo>
                  <a:lnTo>
                    <a:pt x="5156821" y="2007738"/>
                  </a:lnTo>
                  <a:lnTo>
                    <a:pt x="5228444" y="2020940"/>
                  </a:lnTo>
                  <a:lnTo>
                    <a:pt x="5300066" y="2033900"/>
                  </a:lnTo>
                  <a:lnTo>
                    <a:pt x="5371689" y="2046623"/>
                  </a:lnTo>
                  <a:lnTo>
                    <a:pt x="5443311" y="2059112"/>
                  </a:lnTo>
                  <a:lnTo>
                    <a:pt x="5514934" y="2071373"/>
                  </a:lnTo>
                  <a:lnTo>
                    <a:pt x="5586557" y="2083409"/>
                  </a:lnTo>
                  <a:lnTo>
                    <a:pt x="5658179" y="2095225"/>
                  </a:lnTo>
                  <a:lnTo>
                    <a:pt x="5729802" y="2106824"/>
                  </a:lnTo>
                  <a:lnTo>
                    <a:pt x="5801424" y="2118211"/>
                  </a:lnTo>
                  <a:lnTo>
                    <a:pt x="5873047" y="2129389"/>
                  </a:lnTo>
                  <a:lnTo>
                    <a:pt x="5944669" y="2140362"/>
                  </a:lnTo>
                  <a:lnTo>
                    <a:pt x="6016292" y="2151134"/>
                  </a:lnTo>
                  <a:lnTo>
                    <a:pt x="6087914" y="2161709"/>
                  </a:lnTo>
                  <a:lnTo>
                    <a:pt x="6159537" y="2172090"/>
                  </a:lnTo>
                  <a:lnTo>
                    <a:pt x="6231159" y="2182281"/>
                  </a:lnTo>
                  <a:lnTo>
                    <a:pt x="6302782" y="2192285"/>
                  </a:lnTo>
                  <a:lnTo>
                    <a:pt x="6374404" y="2202106"/>
                  </a:lnTo>
                  <a:lnTo>
                    <a:pt x="6446027" y="2211747"/>
                  </a:lnTo>
                  <a:lnTo>
                    <a:pt x="6517649" y="2221211"/>
                  </a:lnTo>
                  <a:lnTo>
                    <a:pt x="6589272" y="2230502"/>
                  </a:lnTo>
                  <a:lnTo>
                    <a:pt x="6660894" y="2239623"/>
                  </a:lnTo>
                  <a:lnTo>
                    <a:pt x="6732517" y="2248577"/>
                  </a:lnTo>
                  <a:lnTo>
                    <a:pt x="6804139" y="2257366"/>
                  </a:lnTo>
                  <a:lnTo>
                    <a:pt x="6875762" y="2265995"/>
                  </a:lnTo>
                  <a:lnTo>
                    <a:pt x="6947385" y="2274465"/>
                  </a:lnTo>
                  <a:lnTo>
                    <a:pt x="7019007" y="2282780"/>
                  </a:lnTo>
                  <a:lnTo>
                    <a:pt x="7090630" y="229094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83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585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4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82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69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1.30 (1.01-1.67), p_Bonf = 0.264 (n = 6)  |  per IQR decline (Δ = 21.9): 1.77 (1.02-3.08)  |  IQR: [-10.5,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2026-10-08T10:07:51Z</dcterms:modified>
  <cp:category/>
</cp:coreProperties>
</file>