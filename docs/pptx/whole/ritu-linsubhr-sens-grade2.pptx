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200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3250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30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351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17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4225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27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032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3304682"/>
              <a:ext cx="7090630" cy="2007032"/>
            </a:xfrm>
            <a:custGeom>
              <a:avLst/>
              <a:pathLst>
                <a:path w="7090630" h="2007032">
                  <a:moveTo>
                    <a:pt x="0" y="0"/>
                  </a:moveTo>
                  <a:lnTo>
                    <a:pt x="71622" y="49869"/>
                  </a:lnTo>
                  <a:lnTo>
                    <a:pt x="143245" y="98635"/>
                  </a:lnTo>
                  <a:lnTo>
                    <a:pt x="214867" y="146320"/>
                  </a:lnTo>
                  <a:lnTo>
                    <a:pt x="286490" y="192951"/>
                  </a:lnTo>
                  <a:lnTo>
                    <a:pt x="358112" y="238549"/>
                  </a:lnTo>
                  <a:lnTo>
                    <a:pt x="429735" y="283137"/>
                  </a:lnTo>
                  <a:lnTo>
                    <a:pt x="501357" y="326738"/>
                  </a:lnTo>
                  <a:lnTo>
                    <a:pt x="572980" y="369374"/>
                  </a:lnTo>
                  <a:lnTo>
                    <a:pt x="644602" y="411066"/>
                  </a:lnTo>
                  <a:lnTo>
                    <a:pt x="716225" y="451835"/>
                  </a:lnTo>
                  <a:lnTo>
                    <a:pt x="787847" y="491701"/>
                  </a:lnTo>
                  <a:lnTo>
                    <a:pt x="859470" y="530685"/>
                  </a:lnTo>
                  <a:lnTo>
                    <a:pt x="931092" y="568806"/>
                  </a:lnTo>
                  <a:lnTo>
                    <a:pt x="1002715" y="606083"/>
                  </a:lnTo>
                  <a:lnTo>
                    <a:pt x="1074337" y="642534"/>
                  </a:lnTo>
                  <a:lnTo>
                    <a:pt x="1145960" y="678179"/>
                  </a:lnTo>
                  <a:lnTo>
                    <a:pt x="1217582" y="713034"/>
                  </a:lnTo>
                  <a:lnTo>
                    <a:pt x="1289205" y="747118"/>
                  </a:lnTo>
                  <a:lnTo>
                    <a:pt x="1360827" y="780447"/>
                  </a:lnTo>
                  <a:lnTo>
                    <a:pt x="1432450" y="813038"/>
                  </a:lnTo>
                  <a:lnTo>
                    <a:pt x="1504073" y="844908"/>
                  </a:lnTo>
                  <a:lnTo>
                    <a:pt x="1575695" y="876072"/>
                  </a:lnTo>
                  <a:lnTo>
                    <a:pt x="1647318" y="906546"/>
                  </a:lnTo>
                  <a:lnTo>
                    <a:pt x="1718940" y="936346"/>
                  </a:lnTo>
                  <a:lnTo>
                    <a:pt x="1790563" y="965486"/>
                  </a:lnTo>
                  <a:lnTo>
                    <a:pt x="1862185" y="993980"/>
                  </a:lnTo>
                  <a:lnTo>
                    <a:pt x="1933808" y="1021844"/>
                  </a:lnTo>
                  <a:lnTo>
                    <a:pt x="2005430" y="1049091"/>
                  </a:lnTo>
                  <a:lnTo>
                    <a:pt x="2077053" y="1075735"/>
                  </a:lnTo>
                  <a:lnTo>
                    <a:pt x="2148675" y="1101789"/>
                  </a:lnTo>
                  <a:lnTo>
                    <a:pt x="2220298" y="1127266"/>
                  </a:lnTo>
                  <a:lnTo>
                    <a:pt x="2291920" y="1152179"/>
                  </a:lnTo>
                  <a:lnTo>
                    <a:pt x="2363543" y="1176540"/>
                  </a:lnTo>
                  <a:lnTo>
                    <a:pt x="2435165" y="1200363"/>
                  </a:lnTo>
                  <a:lnTo>
                    <a:pt x="2506788" y="1223657"/>
                  </a:lnTo>
                  <a:lnTo>
                    <a:pt x="2578410" y="1246436"/>
                  </a:lnTo>
                  <a:lnTo>
                    <a:pt x="2650033" y="1268711"/>
                  </a:lnTo>
                  <a:lnTo>
                    <a:pt x="2721655" y="1290493"/>
                  </a:lnTo>
                  <a:lnTo>
                    <a:pt x="2793278" y="1311792"/>
                  </a:lnTo>
                  <a:lnTo>
                    <a:pt x="2864901" y="1332620"/>
                  </a:lnTo>
                  <a:lnTo>
                    <a:pt x="2936523" y="1352987"/>
                  </a:lnTo>
                  <a:lnTo>
                    <a:pt x="3008146" y="1372902"/>
                  </a:lnTo>
                  <a:lnTo>
                    <a:pt x="3079768" y="1392377"/>
                  </a:lnTo>
                  <a:lnTo>
                    <a:pt x="3151391" y="1411421"/>
                  </a:lnTo>
                  <a:lnTo>
                    <a:pt x="3223013" y="1424587"/>
                  </a:lnTo>
                  <a:lnTo>
                    <a:pt x="3294636" y="1428527"/>
                  </a:lnTo>
                  <a:lnTo>
                    <a:pt x="3366258" y="1432449"/>
                  </a:lnTo>
                  <a:lnTo>
                    <a:pt x="3437881" y="1436351"/>
                  </a:lnTo>
                  <a:lnTo>
                    <a:pt x="3509503" y="1440235"/>
                  </a:lnTo>
                  <a:lnTo>
                    <a:pt x="3581126" y="1444101"/>
                  </a:lnTo>
                  <a:lnTo>
                    <a:pt x="3652748" y="1447948"/>
                  </a:lnTo>
                  <a:lnTo>
                    <a:pt x="3724371" y="1451777"/>
                  </a:lnTo>
                  <a:lnTo>
                    <a:pt x="3795993" y="1455588"/>
                  </a:lnTo>
                  <a:lnTo>
                    <a:pt x="3867616" y="1459381"/>
                  </a:lnTo>
                  <a:lnTo>
                    <a:pt x="3939238" y="1463155"/>
                  </a:lnTo>
                  <a:lnTo>
                    <a:pt x="4010861" y="1466912"/>
                  </a:lnTo>
                  <a:lnTo>
                    <a:pt x="4082483" y="1470650"/>
                  </a:lnTo>
                  <a:lnTo>
                    <a:pt x="4154106" y="1474371"/>
                  </a:lnTo>
                  <a:lnTo>
                    <a:pt x="4225729" y="1478074"/>
                  </a:lnTo>
                  <a:lnTo>
                    <a:pt x="4297351" y="1481760"/>
                  </a:lnTo>
                  <a:lnTo>
                    <a:pt x="4368974" y="1485428"/>
                  </a:lnTo>
                  <a:lnTo>
                    <a:pt x="4440596" y="1489079"/>
                  </a:lnTo>
                  <a:lnTo>
                    <a:pt x="4512219" y="1492712"/>
                  </a:lnTo>
                  <a:lnTo>
                    <a:pt x="4583841" y="1496328"/>
                  </a:lnTo>
                  <a:lnTo>
                    <a:pt x="4655464" y="1499926"/>
                  </a:lnTo>
                  <a:lnTo>
                    <a:pt x="4727086" y="1503508"/>
                  </a:lnTo>
                  <a:lnTo>
                    <a:pt x="4798709" y="1507073"/>
                  </a:lnTo>
                  <a:lnTo>
                    <a:pt x="4870331" y="1510620"/>
                  </a:lnTo>
                  <a:lnTo>
                    <a:pt x="4941954" y="1514151"/>
                  </a:lnTo>
                  <a:lnTo>
                    <a:pt x="5013576" y="1517665"/>
                  </a:lnTo>
                  <a:lnTo>
                    <a:pt x="5085199" y="1521162"/>
                  </a:lnTo>
                  <a:lnTo>
                    <a:pt x="5156821" y="1524642"/>
                  </a:lnTo>
                  <a:lnTo>
                    <a:pt x="5228444" y="1528106"/>
                  </a:lnTo>
                  <a:lnTo>
                    <a:pt x="5300066" y="1531554"/>
                  </a:lnTo>
                  <a:lnTo>
                    <a:pt x="5371689" y="1534985"/>
                  </a:lnTo>
                  <a:lnTo>
                    <a:pt x="5443311" y="1538400"/>
                  </a:lnTo>
                  <a:lnTo>
                    <a:pt x="5514934" y="1541798"/>
                  </a:lnTo>
                  <a:lnTo>
                    <a:pt x="5586557" y="1545181"/>
                  </a:lnTo>
                  <a:lnTo>
                    <a:pt x="5658179" y="1548547"/>
                  </a:lnTo>
                  <a:lnTo>
                    <a:pt x="5729802" y="1551897"/>
                  </a:lnTo>
                  <a:lnTo>
                    <a:pt x="5801424" y="1555231"/>
                  </a:lnTo>
                  <a:lnTo>
                    <a:pt x="5873047" y="1558550"/>
                  </a:lnTo>
                  <a:lnTo>
                    <a:pt x="5944669" y="1561852"/>
                  </a:lnTo>
                  <a:lnTo>
                    <a:pt x="6016292" y="1565139"/>
                  </a:lnTo>
                  <a:lnTo>
                    <a:pt x="6087914" y="1568410"/>
                  </a:lnTo>
                  <a:lnTo>
                    <a:pt x="6159537" y="1571666"/>
                  </a:lnTo>
                  <a:lnTo>
                    <a:pt x="6231159" y="1574906"/>
                  </a:lnTo>
                  <a:lnTo>
                    <a:pt x="6302782" y="1578131"/>
                  </a:lnTo>
                  <a:lnTo>
                    <a:pt x="6374404" y="1581341"/>
                  </a:lnTo>
                  <a:lnTo>
                    <a:pt x="6446027" y="1584535"/>
                  </a:lnTo>
                  <a:lnTo>
                    <a:pt x="6517649" y="1587714"/>
                  </a:lnTo>
                  <a:lnTo>
                    <a:pt x="6589272" y="1590878"/>
                  </a:lnTo>
                  <a:lnTo>
                    <a:pt x="6660894" y="1594026"/>
                  </a:lnTo>
                  <a:lnTo>
                    <a:pt x="6732517" y="1597160"/>
                  </a:lnTo>
                  <a:lnTo>
                    <a:pt x="6804139" y="1600279"/>
                  </a:lnTo>
                  <a:lnTo>
                    <a:pt x="6875762" y="1603383"/>
                  </a:lnTo>
                  <a:lnTo>
                    <a:pt x="6947385" y="1606472"/>
                  </a:lnTo>
                  <a:lnTo>
                    <a:pt x="7019007" y="1609547"/>
                  </a:lnTo>
                  <a:lnTo>
                    <a:pt x="7090630" y="1612607"/>
                  </a:lnTo>
                  <a:lnTo>
                    <a:pt x="7090630" y="2007032"/>
                  </a:lnTo>
                  <a:lnTo>
                    <a:pt x="7019007" y="2001473"/>
                  </a:lnTo>
                  <a:lnTo>
                    <a:pt x="6947385" y="1995788"/>
                  </a:lnTo>
                  <a:lnTo>
                    <a:pt x="6875762" y="1989975"/>
                  </a:lnTo>
                  <a:lnTo>
                    <a:pt x="6804139" y="1984030"/>
                  </a:lnTo>
                  <a:lnTo>
                    <a:pt x="6732517" y="1977950"/>
                  </a:lnTo>
                  <a:lnTo>
                    <a:pt x="6660894" y="1971733"/>
                  </a:lnTo>
                  <a:lnTo>
                    <a:pt x="6589272" y="1965374"/>
                  </a:lnTo>
                  <a:lnTo>
                    <a:pt x="6517649" y="1958872"/>
                  </a:lnTo>
                  <a:lnTo>
                    <a:pt x="6446027" y="1952223"/>
                  </a:lnTo>
                  <a:lnTo>
                    <a:pt x="6374404" y="1945423"/>
                  </a:lnTo>
                  <a:lnTo>
                    <a:pt x="6302782" y="1938469"/>
                  </a:lnTo>
                  <a:lnTo>
                    <a:pt x="6231159" y="1931358"/>
                  </a:lnTo>
                  <a:lnTo>
                    <a:pt x="6159537" y="1924086"/>
                  </a:lnTo>
                  <a:lnTo>
                    <a:pt x="6087914" y="1916649"/>
                  </a:lnTo>
                  <a:lnTo>
                    <a:pt x="6016292" y="1909044"/>
                  </a:lnTo>
                  <a:lnTo>
                    <a:pt x="5944669" y="1901266"/>
                  </a:lnTo>
                  <a:lnTo>
                    <a:pt x="5873047" y="1893313"/>
                  </a:lnTo>
                  <a:lnTo>
                    <a:pt x="5801424" y="1885179"/>
                  </a:lnTo>
                  <a:lnTo>
                    <a:pt x="5729802" y="1876861"/>
                  </a:lnTo>
                  <a:lnTo>
                    <a:pt x="5658179" y="1868355"/>
                  </a:lnTo>
                  <a:lnTo>
                    <a:pt x="5586557" y="1859657"/>
                  </a:lnTo>
                  <a:lnTo>
                    <a:pt x="5514934" y="1850761"/>
                  </a:lnTo>
                  <a:lnTo>
                    <a:pt x="5443311" y="1841664"/>
                  </a:lnTo>
                  <a:lnTo>
                    <a:pt x="5371689" y="1832361"/>
                  </a:lnTo>
                  <a:lnTo>
                    <a:pt x="5300066" y="1822847"/>
                  </a:lnTo>
                  <a:lnTo>
                    <a:pt x="5228444" y="1813118"/>
                  </a:lnTo>
                  <a:lnTo>
                    <a:pt x="5156821" y="1803169"/>
                  </a:lnTo>
                  <a:lnTo>
                    <a:pt x="5085199" y="1792995"/>
                  </a:lnTo>
                  <a:lnTo>
                    <a:pt x="5013576" y="1782590"/>
                  </a:lnTo>
                  <a:lnTo>
                    <a:pt x="4941954" y="1771950"/>
                  </a:lnTo>
                  <a:lnTo>
                    <a:pt x="4870331" y="1761068"/>
                  </a:lnTo>
                  <a:lnTo>
                    <a:pt x="4798709" y="1749941"/>
                  </a:lnTo>
                  <a:lnTo>
                    <a:pt x="4727086" y="1738561"/>
                  </a:lnTo>
                  <a:lnTo>
                    <a:pt x="4655464" y="1726924"/>
                  </a:lnTo>
                  <a:lnTo>
                    <a:pt x="4583841" y="1715023"/>
                  </a:lnTo>
                  <a:lnTo>
                    <a:pt x="4512219" y="1702853"/>
                  </a:lnTo>
                  <a:lnTo>
                    <a:pt x="4440596" y="1690407"/>
                  </a:lnTo>
                  <a:lnTo>
                    <a:pt x="4368974" y="1677680"/>
                  </a:lnTo>
                  <a:lnTo>
                    <a:pt x="4297351" y="1664664"/>
                  </a:lnTo>
                  <a:lnTo>
                    <a:pt x="4225729" y="1651354"/>
                  </a:lnTo>
                  <a:lnTo>
                    <a:pt x="4154106" y="1637743"/>
                  </a:lnTo>
                  <a:lnTo>
                    <a:pt x="4082483" y="1623823"/>
                  </a:lnTo>
                  <a:lnTo>
                    <a:pt x="4010861" y="1609588"/>
                  </a:lnTo>
                  <a:lnTo>
                    <a:pt x="3939238" y="1595031"/>
                  </a:lnTo>
                  <a:lnTo>
                    <a:pt x="3867616" y="1580144"/>
                  </a:lnTo>
                  <a:lnTo>
                    <a:pt x="3795993" y="1564920"/>
                  </a:lnTo>
                  <a:lnTo>
                    <a:pt x="3724371" y="1549352"/>
                  </a:lnTo>
                  <a:lnTo>
                    <a:pt x="3652748" y="1533431"/>
                  </a:lnTo>
                  <a:lnTo>
                    <a:pt x="3581126" y="1517149"/>
                  </a:lnTo>
                  <a:lnTo>
                    <a:pt x="3509503" y="1500499"/>
                  </a:lnTo>
                  <a:lnTo>
                    <a:pt x="3437881" y="1483472"/>
                  </a:lnTo>
                  <a:lnTo>
                    <a:pt x="3366258" y="1466060"/>
                  </a:lnTo>
                  <a:lnTo>
                    <a:pt x="3294636" y="1448253"/>
                  </a:lnTo>
                  <a:lnTo>
                    <a:pt x="3223013" y="1430043"/>
                  </a:lnTo>
                  <a:lnTo>
                    <a:pt x="3151391" y="1420628"/>
                  </a:lnTo>
                  <a:lnTo>
                    <a:pt x="3079768" y="1416650"/>
                  </a:lnTo>
                  <a:lnTo>
                    <a:pt x="3008146" y="1412653"/>
                  </a:lnTo>
                  <a:lnTo>
                    <a:pt x="2936523" y="1408637"/>
                  </a:lnTo>
                  <a:lnTo>
                    <a:pt x="2864901" y="1404602"/>
                  </a:lnTo>
                  <a:lnTo>
                    <a:pt x="2793278" y="1400548"/>
                  </a:lnTo>
                  <a:lnTo>
                    <a:pt x="2721655" y="1396474"/>
                  </a:lnTo>
                  <a:lnTo>
                    <a:pt x="2650033" y="1392380"/>
                  </a:lnTo>
                  <a:lnTo>
                    <a:pt x="2578410" y="1388268"/>
                  </a:lnTo>
                  <a:lnTo>
                    <a:pt x="2506788" y="1384135"/>
                  </a:lnTo>
                  <a:lnTo>
                    <a:pt x="2435165" y="1379983"/>
                  </a:lnTo>
                  <a:lnTo>
                    <a:pt x="2363543" y="1375810"/>
                  </a:lnTo>
                  <a:lnTo>
                    <a:pt x="2291920" y="1371618"/>
                  </a:lnTo>
                  <a:lnTo>
                    <a:pt x="2220298" y="1367406"/>
                  </a:lnTo>
                  <a:lnTo>
                    <a:pt x="2148675" y="1363174"/>
                  </a:lnTo>
                  <a:lnTo>
                    <a:pt x="2077053" y="1358921"/>
                  </a:lnTo>
                  <a:lnTo>
                    <a:pt x="2005430" y="1354648"/>
                  </a:lnTo>
                  <a:lnTo>
                    <a:pt x="1933808" y="1350355"/>
                  </a:lnTo>
                  <a:lnTo>
                    <a:pt x="1862185" y="1346041"/>
                  </a:lnTo>
                  <a:lnTo>
                    <a:pt x="1790563" y="1341706"/>
                  </a:lnTo>
                  <a:lnTo>
                    <a:pt x="1718940" y="1337351"/>
                  </a:lnTo>
                  <a:lnTo>
                    <a:pt x="1647318" y="1332975"/>
                  </a:lnTo>
                  <a:lnTo>
                    <a:pt x="1575695" y="1328578"/>
                  </a:lnTo>
                  <a:lnTo>
                    <a:pt x="1504073" y="1324160"/>
                  </a:lnTo>
                  <a:lnTo>
                    <a:pt x="1432450" y="1319721"/>
                  </a:lnTo>
                  <a:lnTo>
                    <a:pt x="1360827" y="1315261"/>
                  </a:lnTo>
                  <a:lnTo>
                    <a:pt x="1289205" y="1310779"/>
                  </a:lnTo>
                  <a:lnTo>
                    <a:pt x="1217582" y="1306276"/>
                  </a:lnTo>
                  <a:lnTo>
                    <a:pt x="1145960" y="1301751"/>
                  </a:lnTo>
                  <a:lnTo>
                    <a:pt x="1074337" y="1297205"/>
                  </a:lnTo>
                  <a:lnTo>
                    <a:pt x="1002715" y="1292637"/>
                  </a:lnTo>
                  <a:lnTo>
                    <a:pt x="931092" y="1288047"/>
                  </a:lnTo>
                  <a:lnTo>
                    <a:pt x="859470" y="1283435"/>
                  </a:lnTo>
                  <a:lnTo>
                    <a:pt x="787847" y="1278801"/>
                  </a:lnTo>
                  <a:lnTo>
                    <a:pt x="716225" y="1274145"/>
                  </a:lnTo>
                  <a:lnTo>
                    <a:pt x="644602" y="1269467"/>
                  </a:lnTo>
                  <a:lnTo>
                    <a:pt x="572980" y="1264766"/>
                  </a:lnTo>
                  <a:lnTo>
                    <a:pt x="501357" y="1260043"/>
                  </a:lnTo>
                  <a:lnTo>
                    <a:pt x="429735" y="1255298"/>
                  </a:lnTo>
                  <a:lnTo>
                    <a:pt x="358112" y="1250529"/>
                  </a:lnTo>
                  <a:lnTo>
                    <a:pt x="286490" y="1245738"/>
                  </a:lnTo>
                  <a:lnTo>
                    <a:pt x="214867" y="1240924"/>
                  </a:lnTo>
                  <a:lnTo>
                    <a:pt x="143245" y="1236087"/>
                  </a:lnTo>
                  <a:lnTo>
                    <a:pt x="71622" y="1231227"/>
                  </a:lnTo>
                  <a:lnTo>
                    <a:pt x="0" y="122634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304682"/>
              <a:ext cx="7090630" cy="1612607"/>
            </a:xfrm>
            <a:custGeom>
              <a:avLst/>
              <a:pathLst>
                <a:path w="7090630" h="1612607">
                  <a:moveTo>
                    <a:pt x="0" y="0"/>
                  </a:moveTo>
                  <a:lnTo>
                    <a:pt x="71622" y="49869"/>
                  </a:lnTo>
                  <a:lnTo>
                    <a:pt x="143245" y="98635"/>
                  </a:lnTo>
                  <a:lnTo>
                    <a:pt x="214867" y="146320"/>
                  </a:lnTo>
                  <a:lnTo>
                    <a:pt x="286490" y="192951"/>
                  </a:lnTo>
                  <a:lnTo>
                    <a:pt x="358112" y="238549"/>
                  </a:lnTo>
                  <a:lnTo>
                    <a:pt x="429735" y="283137"/>
                  </a:lnTo>
                  <a:lnTo>
                    <a:pt x="501357" y="326738"/>
                  </a:lnTo>
                  <a:lnTo>
                    <a:pt x="572980" y="369374"/>
                  </a:lnTo>
                  <a:lnTo>
                    <a:pt x="644602" y="411066"/>
                  </a:lnTo>
                  <a:lnTo>
                    <a:pt x="716225" y="451835"/>
                  </a:lnTo>
                  <a:lnTo>
                    <a:pt x="787847" y="491701"/>
                  </a:lnTo>
                  <a:lnTo>
                    <a:pt x="859470" y="530685"/>
                  </a:lnTo>
                  <a:lnTo>
                    <a:pt x="931092" y="568806"/>
                  </a:lnTo>
                  <a:lnTo>
                    <a:pt x="1002715" y="606083"/>
                  </a:lnTo>
                  <a:lnTo>
                    <a:pt x="1074337" y="642534"/>
                  </a:lnTo>
                  <a:lnTo>
                    <a:pt x="1145960" y="678179"/>
                  </a:lnTo>
                  <a:lnTo>
                    <a:pt x="1217582" y="713034"/>
                  </a:lnTo>
                  <a:lnTo>
                    <a:pt x="1289205" y="747118"/>
                  </a:lnTo>
                  <a:lnTo>
                    <a:pt x="1360827" y="780447"/>
                  </a:lnTo>
                  <a:lnTo>
                    <a:pt x="1432450" y="813038"/>
                  </a:lnTo>
                  <a:lnTo>
                    <a:pt x="1504073" y="844908"/>
                  </a:lnTo>
                  <a:lnTo>
                    <a:pt x="1575695" y="876072"/>
                  </a:lnTo>
                  <a:lnTo>
                    <a:pt x="1647318" y="906546"/>
                  </a:lnTo>
                  <a:lnTo>
                    <a:pt x="1718940" y="936346"/>
                  </a:lnTo>
                  <a:lnTo>
                    <a:pt x="1790563" y="965486"/>
                  </a:lnTo>
                  <a:lnTo>
                    <a:pt x="1862185" y="993980"/>
                  </a:lnTo>
                  <a:lnTo>
                    <a:pt x="1933808" y="1021844"/>
                  </a:lnTo>
                  <a:lnTo>
                    <a:pt x="2005430" y="1049091"/>
                  </a:lnTo>
                  <a:lnTo>
                    <a:pt x="2077053" y="1075735"/>
                  </a:lnTo>
                  <a:lnTo>
                    <a:pt x="2148675" y="1101789"/>
                  </a:lnTo>
                  <a:lnTo>
                    <a:pt x="2220298" y="1127266"/>
                  </a:lnTo>
                  <a:lnTo>
                    <a:pt x="2291920" y="1152179"/>
                  </a:lnTo>
                  <a:lnTo>
                    <a:pt x="2363543" y="1176540"/>
                  </a:lnTo>
                  <a:lnTo>
                    <a:pt x="2435165" y="1200363"/>
                  </a:lnTo>
                  <a:lnTo>
                    <a:pt x="2506788" y="1223657"/>
                  </a:lnTo>
                  <a:lnTo>
                    <a:pt x="2578410" y="1246436"/>
                  </a:lnTo>
                  <a:lnTo>
                    <a:pt x="2650033" y="1268711"/>
                  </a:lnTo>
                  <a:lnTo>
                    <a:pt x="2721655" y="1290493"/>
                  </a:lnTo>
                  <a:lnTo>
                    <a:pt x="2793278" y="1311792"/>
                  </a:lnTo>
                  <a:lnTo>
                    <a:pt x="2864901" y="1332620"/>
                  </a:lnTo>
                  <a:lnTo>
                    <a:pt x="2936523" y="1352987"/>
                  </a:lnTo>
                  <a:lnTo>
                    <a:pt x="3008146" y="1372902"/>
                  </a:lnTo>
                  <a:lnTo>
                    <a:pt x="3079768" y="1392377"/>
                  </a:lnTo>
                  <a:lnTo>
                    <a:pt x="3151391" y="1411421"/>
                  </a:lnTo>
                  <a:lnTo>
                    <a:pt x="3223013" y="1424587"/>
                  </a:lnTo>
                  <a:lnTo>
                    <a:pt x="3294636" y="1428527"/>
                  </a:lnTo>
                  <a:lnTo>
                    <a:pt x="3366258" y="1432449"/>
                  </a:lnTo>
                  <a:lnTo>
                    <a:pt x="3437881" y="1436351"/>
                  </a:lnTo>
                  <a:lnTo>
                    <a:pt x="3509503" y="1440235"/>
                  </a:lnTo>
                  <a:lnTo>
                    <a:pt x="3581126" y="1444101"/>
                  </a:lnTo>
                  <a:lnTo>
                    <a:pt x="3652748" y="1447948"/>
                  </a:lnTo>
                  <a:lnTo>
                    <a:pt x="3724371" y="1451777"/>
                  </a:lnTo>
                  <a:lnTo>
                    <a:pt x="3795993" y="1455588"/>
                  </a:lnTo>
                  <a:lnTo>
                    <a:pt x="3867616" y="1459381"/>
                  </a:lnTo>
                  <a:lnTo>
                    <a:pt x="3939238" y="1463155"/>
                  </a:lnTo>
                  <a:lnTo>
                    <a:pt x="4010861" y="1466912"/>
                  </a:lnTo>
                  <a:lnTo>
                    <a:pt x="4082483" y="1470650"/>
                  </a:lnTo>
                  <a:lnTo>
                    <a:pt x="4154106" y="1474371"/>
                  </a:lnTo>
                  <a:lnTo>
                    <a:pt x="4225729" y="1478074"/>
                  </a:lnTo>
                  <a:lnTo>
                    <a:pt x="4297351" y="1481760"/>
                  </a:lnTo>
                  <a:lnTo>
                    <a:pt x="4368974" y="1485428"/>
                  </a:lnTo>
                  <a:lnTo>
                    <a:pt x="4440596" y="1489079"/>
                  </a:lnTo>
                  <a:lnTo>
                    <a:pt x="4512219" y="1492712"/>
                  </a:lnTo>
                  <a:lnTo>
                    <a:pt x="4583841" y="1496328"/>
                  </a:lnTo>
                  <a:lnTo>
                    <a:pt x="4655464" y="1499926"/>
                  </a:lnTo>
                  <a:lnTo>
                    <a:pt x="4727086" y="1503508"/>
                  </a:lnTo>
                  <a:lnTo>
                    <a:pt x="4798709" y="1507073"/>
                  </a:lnTo>
                  <a:lnTo>
                    <a:pt x="4870331" y="1510620"/>
                  </a:lnTo>
                  <a:lnTo>
                    <a:pt x="4941954" y="1514151"/>
                  </a:lnTo>
                  <a:lnTo>
                    <a:pt x="5013576" y="1517665"/>
                  </a:lnTo>
                  <a:lnTo>
                    <a:pt x="5085199" y="1521162"/>
                  </a:lnTo>
                  <a:lnTo>
                    <a:pt x="5156821" y="1524642"/>
                  </a:lnTo>
                  <a:lnTo>
                    <a:pt x="5228444" y="1528106"/>
                  </a:lnTo>
                  <a:lnTo>
                    <a:pt x="5300066" y="1531554"/>
                  </a:lnTo>
                  <a:lnTo>
                    <a:pt x="5371689" y="1534985"/>
                  </a:lnTo>
                  <a:lnTo>
                    <a:pt x="5443311" y="1538400"/>
                  </a:lnTo>
                  <a:lnTo>
                    <a:pt x="5514934" y="1541798"/>
                  </a:lnTo>
                  <a:lnTo>
                    <a:pt x="5586557" y="1545181"/>
                  </a:lnTo>
                  <a:lnTo>
                    <a:pt x="5658179" y="1548547"/>
                  </a:lnTo>
                  <a:lnTo>
                    <a:pt x="5729802" y="1551897"/>
                  </a:lnTo>
                  <a:lnTo>
                    <a:pt x="5801424" y="1555231"/>
                  </a:lnTo>
                  <a:lnTo>
                    <a:pt x="5873047" y="1558550"/>
                  </a:lnTo>
                  <a:lnTo>
                    <a:pt x="5944669" y="1561852"/>
                  </a:lnTo>
                  <a:lnTo>
                    <a:pt x="6016292" y="1565139"/>
                  </a:lnTo>
                  <a:lnTo>
                    <a:pt x="6087914" y="1568410"/>
                  </a:lnTo>
                  <a:lnTo>
                    <a:pt x="6159537" y="1571666"/>
                  </a:lnTo>
                  <a:lnTo>
                    <a:pt x="6231159" y="1574906"/>
                  </a:lnTo>
                  <a:lnTo>
                    <a:pt x="6302782" y="1578131"/>
                  </a:lnTo>
                  <a:lnTo>
                    <a:pt x="6374404" y="1581341"/>
                  </a:lnTo>
                  <a:lnTo>
                    <a:pt x="6446027" y="1584535"/>
                  </a:lnTo>
                  <a:lnTo>
                    <a:pt x="6517649" y="1587714"/>
                  </a:lnTo>
                  <a:lnTo>
                    <a:pt x="6589272" y="1590878"/>
                  </a:lnTo>
                  <a:lnTo>
                    <a:pt x="6660894" y="1594026"/>
                  </a:lnTo>
                  <a:lnTo>
                    <a:pt x="6732517" y="1597160"/>
                  </a:lnTo>
                  <a:lnTo>
                    <a:pt x="6804139" y="1600279"/>
                  </a:lnTo>
                  <a:lnTo>
                    <a:pt x="6875762" y="1603383"/>
                  </a:lnTo>
                  <a:lnTo>
                    <a:pt x="6947385" y="1606472"/>
                  </a:lnTo>
                  <a:lnTo>
                    <a:pt x="7019007" y="1609547"/>
                  </a:lnTo>
                  <a:lnTo>
                    <a:pt x="7090630" y="161260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531025"/>
              <a:ext cx="7090630" cy="780688"/>
            </a:xfrm>
            <a:custGeom>
              <a:avLst/>
              <a:pathLst>
                <a:path w="7090630" h="780688">
                  <a:moveTo>
                    <a:pt x="7090630" y="780688"/>
                  </a:moveTo>
                  <a:lnTo>
                    <a:pt x="7019007" y="775130"/>
                  </a:lnTo>
                  <a:lnTo>
                    <a:pt x="6947385" y="769445"/>
                  </a:lnTo>
                  <a:lnTo>
                    <a:pt x="6875762" y="763631"/>
                  </a:lnTo>
                  <a:lnTo>
                    <a:pt x="6804139" y="757686"/>
                  </a:lnTo>
                  <a:lnTo>
                    <a:pt x="6732517" y="751606"/>
                  </a:lnTo>
                  <a:lnTo>
                    <a:pt x="6660894" y="745389"/>
                  </a:lnTo>
                  <a:lnTo>
                    <a:pt x="6589272" y="739031"/>
                  </a:lnTo>
                  <a:lnTo>
                    <a:pt x="6517649" y="732529"/>
                  </a:lnTo>
                  <a:lnTo>
                    <a:pt x="6446027" y="725879"/>
                  </a:lnTo>
                  <a:lnTo>
                    <a:pt x="6374404" y="719079"/>
                  </a:lnTo>
                  <a:lnTo>
                    <a:pt x="6302782" y="712126"/>
                  </a:lnTo>
                  <a:lnTo>
                    <a:pt x="6231159" y="705014"/>
                  </a:lnTo>
                  <a:lnTo>
                    <a:pt x="6159537" y="697742"/>
                  </a:lnTo>
                  <a:lnTo>
                    <a:pt x="6087914" y="690305"/>
                  </a:lnTo>
                  <a:lnTo>
                    <a:pt x="6016292" y="682700"/>
                  </a:lnTo>
                  <a:lnTo>
                    <a:pt x="5944669" y="674922"/>
                  </a:lnTo>
                  <a:lnTo>
                    <a:pt x="5873047" y="666969"/>
                  </a:lnTo>
                  <a:lnTo>
                    <a:pt x="5801424" y="658835"/>
                  </a:lnTo>
                  <a:lnTo>
                    <a:pt x="5729802" y="650518"/>
                  </a:lnTo>
                  <a:lnTo>
                    <a:pt x="5658179" y="642011"/>
                  </a:lnTo>
                  <a:lnTo>
                    <a:pt x="5586557" y="633313"/>
                  </a:lnTo>
                  <a:lnTo>
                    <a:pt x="5514934" y="624417"/>
                  </a:lnTo>
                  <a:lnTo>
                    <a:pt x="5443311" y="615320"/>
                  </a:lnTo>
                  <a:lnTo>
                    <a:pt x="5371689" y="606017"/>
                  </a:lnTo>
                  <a:lnTo>
                    <a:pt x="5300066" y="596504"/>
                  </a:lnTo>
                  <a:lnTo>
                    <a:pt x="5228444" y="586775"/>
                  </a:lnTo>
                  <a:lnTo>
                    <a:pt x="5156821" y="576826"/>
                  </a:lnTo>
                  <a:lnTo>
                    <a:pt x="5085199" y="566651"/>
                  </a:lnTo>
                  <a:lnTo>
                    <a:pt x="5013576" y="556246"/>
                  </a:lnTo>
                  <a:lnTo>
                    <a:pt x="4941954" y="545606"/>
                  </a:lnTo>
                  <a:lnTo>
                    <a:pt x="4870331" y="534725"/>
                  </a:lnTo>
                  <a:lnTo>
                    <a:pt x="4798709" y="523597"/>
                  </a:lnTo>
                  <a:lnTo>
                    <a:pt x="4727086" y="512217"/>
                  </a:lnTo>
                  <a:lnTo>
                    <a:pt x="4655464" y="500580"/>
                  </a:lnTo>
                  <a:lnTo>
                    <a:pt x="4583841" y="488679"/>
                  </a:lnTo>
                  <a:lnTo>
                    <a:pt x="4512219" y="476509"/>
                  </a:lnTo>
                  <a:lnTo>
                    <a:pt x="4440596" y="464064"/>
                  </a:lnTo>
                  <a:lnTo>
                    <a:pt x="4368974" y="451336"/>
                  </a:lnTo>
                  <a:lnTo>
                    <a:pt x="4297351" y="438321"/>
                  </a:lnTo>
                  <a:lnTo>
                    <a:pt x="4225729" y="425010"/>
                  </a:lnTo>
                  <a:lnTo>
                    <a:pt x="4154106" y="411399"/>
                  </a:lnTo>
                  <a:lnTo>
                    <a:pt x="4082483" y="397479"/>
                  </a:lnTo>
                  <a:lnTo>
                    <a:pt x="4010861" y="383244"/>
                  </a:lnTo>
                  <a:lnTo>
                    <a:pt x="3939238" y="368687"/>
                  </a:lnTo>
                  <a:lnTo>
                    <a:pt x="3867616" y="353800"/>
                  </a:lnTo>
                  <a:lnTo>
                    <a:pt x="3795993" y="338576"/>
                  </a:lnTo>
                  <a:lnTo>
                    <a:pt x="3724371" y="323008"/>
                  </a:lnTo>
                  <a:lnTo>
                    <a:pt x="3652748" y="307087"/>
                  </a:lnTo>
                  <a:lnTo>
                    <a:pt x="3581126" y="290806"/>
                  </a:lnTo>
                  <a:lnTo>
                    <a:pt x="3509503" y="274155"/>
                  </a:lnTo>
                  <a:lnTo>
                    <a:pt x="3437881" y="257128"/>
                  </a:lnTo>
                  <a:lnTo>
                    <a:pt x="3366258" y="239716"/>
                  </a:lnTo>
                  <a:lnTo>
                    <a:pt x="3294636" y="221909"/>
                  </a:lnTo>
                  <a:lnTo>
                    <a:pt x="3223013" y="203699"/>
                  </a:lnTo>
                  <a:lnTo>
                    <a:pt x="3151391" y="194285"/>
                  </a:lnTo>
                  <a:lnTo>
                    <a:pt x="3079768" y="190307"/>
                  </a:lnTo>
                  <a:lnTo>
                    <a:pt x="3008146" y="186310"/>
                  </a:lnTo>
                  <a:lnTo>
                    <a:pt x="2936523" y="182294"/>
                  </a:lnTo>
                  <a:lnTo>
                    <a:pt x="2864901" y="178259"/>
                  </a:lnTo>
                  <a:lnTo>
                    <a:pt x="2793278" y="174204"/>
                  </a:lnTo>
                  <a:lnTo>
                    <a:pt x="2721655" y="170130"/>
                  </a:lnTo>
                  <a:lnTo>
                    <a:pt x="2650033" y="166037"/>
                  </a:lnTo>
                  <a:lnTo>
                    <a:pt x="2578410" y="161924"/>
                  </a:lnTo>
                  <a:lnTo>
                    <a:pt x="2506788" y="157791"/>
                  </a:lnTo>
                  <a:lnTo>
                    <a:pt x="2435165" y="153639"/>
                  </a:lnTo>
                  <a:lnTo>
                    <a:pt x="2363543" y="149467"/>
                  </a:lnTo>
                  <a:lnTo>
                    <a:pt x="2291920" y="145275"/>
                  </a:lnTo>
                  <a:lnTo>
                    <a:pt x="2220298" y="141062"/>
                  </a:lnTo>
                  <a:lnTo>
                    <a:pt x="2148675" y="136830"/>
                  </a:lnTo>
                  <a:lnTo>
                    <a:pt x="2077053" y="132577"/>
                  </a:lnTo>
                  <a:lnTo>
                    <a:pt x="2005430" y="128304"/>
                  </a:lnTo>
                  <a:lnTo>
                    <a:pt x="1933808" y="124011"/>
                  </a:lnTo>
                  <a:lnTo>
                    <a:pt x="1862185" y="119697"/>
                  </a:lnTo>
                  <a:lnTo>
                    <a:pt x="1790563" y="115363"/>
                  </a:lnTo>
                  <a:lnTo>
                    <a:pt x="1718940" y="111008"/>
                  </a:lnTo>
                  <a:lnTo>
                    <a:pt x="1647318" y="106631"/>
                  </a:lnTo>
                  <a:lnTo>
                    <a:pt x="1575695" y="102234"/>
                  </a:lnTo>
                  <a:lnTo>
                    <a:pt x="1504073" y="97816"/>
                  </a:lnTo>
                  <a:lnTo>
                    <a:pt x="1432450" y="93377"/>
                  </a:lnTo>
                  <a:lnTo>
                    <a:pt x="1360827" y="88917"/>
                  </a:lnTo>
                  <a:lnTo>
                    <a:pt x="1289205" y="84435"/>
                  </a:lnTo>
                  <a:lnTo>
                    <a:pt x="1217582" y="79932"/>
                  </a:lnTo>
                  <a:lnTo>
                    <a:pt x="1145960" y="75408"/>
                  </a:lnTo>
                  <a:lnTo>
                    <a:pt x="1074337" y="70861"/>
                  </a:lnTo>
                  <a:lnTo>
                    <a:pt x="1002715" y="66293"/>
                  </a:lnTo>
                  <a:lnTo>
                    <a:pt x="931092" y="61703"/>
                  </a:lnTo>
                  <a:lnTo>
                    <a:pt x="859470" y="57092"/>
                  </a:lnTo>
                  <a:lnTo>
                    <a:pt x="787847" y="52458"/>
                  </a:lnTo>
                  <a:lnTo>
                    <a:pt x="716225" y="47802"/>
                  </a:lnTo>
                  <a:lnTo>
                    <a:pt x="644602" y="43123"/>
                  </a:lnTo>
                  <a:lnTo>
                    <a:pt x="572980" y="38423"/>
                  </a:lnTo>
                  <a:lnTo>
                    <a:pt x="501357" y="33700"/>
                  </a:lnTo>
                  <a:lnTo>
                    <a:pt x="429735" y="28954"/>
                  </a:lnTo>
                  <a:lnTo>
                    <a:pt x="358112" y="24186"/>
                  </a:lnTo>
                  <a:lnTo>
                    <a:pt x="286490" y="19394"/>
                  </a:lnTo>
                  <a:lnTo>
                    <a:pt x="214867" y="14580"/>
                  </a:lnTo>
                  <a:lnTo>
                    <a:pt x="143245" y="9743"/>
                  </a:lnTo>
                  <a:lnTo>
                    <a:pt x="71622" y="488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036842"/>
              <a:ext cx="7090630" cy="1124007"/>
            </a:xfrm>
            <a:custGeom>
              <a:avLst/>
              <a:pathLst>
                <a:path w="7090630" h="1124007">
                  <a:moveTo>
                    <a:pt x="0" y="0"/>
                  </a:moveTo>
                  <a:lnTo>
                    <a:pt x="71622" y="20505"/>
                  </a:lnTo>
                  <a:lnTo>
                    <a:pt x="143245" y="40735"/>
                  </a:lnTo>
                  <a:lnTo>
                    <a:pt x="214867" y="60691"/>
                  </a:lnTo>
                  <a:lnTo>
                    <a:pt x="286490" y="80379"/>
                  </a:lnTo>
                  <a:lnTo>
                    <a:pt x="358112" y="99800"/>
                  </a:lnTo>
                  <a:lnTo>
                    <a:pt x="429735" y="118960"/>
                  </a:lnTo>
                  <a:lnTo>
                    <a:pt x="501357" y="137862"/>
                  </a:lnTo>
                  <a:lnTo>
                    <a:pt x="572980" y="156508"/>
                  </a:lnTo>
                  <a:lnTo>
                    <a:pt x="644602" y="174903"/>
                  </a:lnTo>
                  <a:lnTo>
                    <a:pt x="716225" y="193050"/>
                  </a:lnTo>
                  <a:lnTo>
                    <a:pt x="787847" y="210953"/>
                  </a:lnTo>
                  <a:lnTo>
                    <a:pt x="859470" y="228613"/>
                  </a:lnTo>
                  <a:lnTo>
                    <a:pt x="931092" y="246036"/>
                  </a:lnTo>
                  <a:lnTo>
                    <a:pt x="1002715" y="263224"/>
                  </a:lnTo>
                  <a:lnTo>
                    <a:pt x="1074337" y="280179"/>
                  </a:lnTo>
                  <a:lnTo>
                    <a:pt x="1145960" y="296906"/>
                  </a:lnTo>
                  <a:lnTo>
                    <a:pt x="1217582" y="313408"/>
                  </a:lnTo>
                  <a:lnTo>
                    <a:pt x="1289205" y="329687"/>
                  </a:lnTo>
                  <a:lnTo>
                    <a:pt x="1360827" y="345746"/>
                  </a:lnTo>
                  <a:lnTo>
                    <a:pt x="1432450" y="361589"/>
                  </a:lnTo>
                  <a:lnTo>
                    <a:pt x="1504073" y="377218"/>
                  </a:lnTo>
                  <a:lnTo>
                    <a:pt x="1575695" y="392636"/>
                  </a:lnTo>
                  <a:lnTo>
                    <a:pt x="1647318" y="407847"/>
                  </a:lnTo>
                  <a:lnTo>
                    <a:pt x="1718940" y="422852"/>
                  </a:lnTo>
                  <a:lnTo>
                    <a:pt x="1790563" y="437655"/>
                  </a:lnTo>
                  <a:lnTo>
                    <a:pt x="1862185" y="452258"/>
                  </a:lnTo>
                  <a:lnTo>
                    <a:pt x="1933808" y="466664"/>
                  </a:lnTo>
                  <a:lnTo>
                    <a:pt x="2005430" y="480876"/>
                  </a:lnTo>
                  <a:lnTo>
                    <a:pt x="2077053" y="494897"/>
                  </a:lnTo>
                  <a:lnTo>
                    <a:pt x="2148675" y="508728"/>
                  </a:lnTo>
                  <a:lnTo>
                    <a:pt x="2220298" y="522372"/>
                  </a:lnTo>
                  <a:lnTo>
                    <a:pt x="2291920" y="535833"/>
                  </a:lnTo>
                  <a:lnTo>
                    <a:pt x="2363543" y="549112"/>
                  </a:lnTo>
                  <a:lnTo>
                    <a:pt x="2435165" y="562212"/>
                  </a:lnTo>
                  <a:lnTo>
                    <a:pt x="2506788" y="575135"/>
                  </a:lnTo>
                  <a:lnTo>
                    <a:pt x="2578410" y="587884"/>
                  </a:lnTo>
                  <a:lnTo>
                    <a:pt x="2650033" y="600461"/>
                  </a:lnTo>
                  <a:lnTo>
                    <a:pt x="2721655" y="612869"/>
                  </a:lnTo>
                  <a:lnTo>
                    <a:pt x="2793278" y="625109"/>
                  </a:lnTo>
                  <a:lnTo>
                    <a:pt x="2864901" y="637184"/>
                  </a:lnTo>
                  <a:lnTo>
                    <a:pt x="2936523" y="649096"/>
                  </a:lnTo>
                  <a:lnTo>
                    <a:pt x="3008146" y="660848"/>
                  </a:lnTo>
                  <a:lnTo>
                    <a:pt x="3079768" y="672440"/>
                  </a:lnTo>
                  <a:lnTo>
                    <a:pt x="3151391" y="683877"/>
                  </a:lnTo>
                  <a:lnTo>
                    <a:pt x="3223013" y="695159"/>
                  </a:lnTo>
                  <a:lnTo>
                    <a:pt x="3294636" y="706290"/>
                  </a:lnTo>
                  <a:lnTo>
                    <a:pt x="3366258" y="717270"/>
                  </a:lnTo>
                  <a:lnTo>
                    <a:pt x="3437881" y="728102"/>
                  </a:lnTo>
                  <a:lnTo>
                    <a:pt x="3509503" y="738788"/>
                  </a:lnTo>
                  <a:lnTo>
                    <a:pt x="3581126" y="749330"/>
                  </a:lnTo>
                  <a:lnTo>
                    <a:pt x="3652748" y="759729"/>
                  </a:lnTo>
                  <a:lnTo>
                    <a:pt x="3724371" y="769988"/>
                  </a:lnTo>
                  <a:lnTo>
                    <a:pt x="3795993" y="780109"/>
                  </a:lnTo>
                  <a:lnTo>
                    <a:pt x="3867616" y="790094"/>
                  </a:lnTo>
                  <a:lnTo>
                    <a:pt x="3939238" y="799944"/>
                  </a:lnTo>
                  <a:lnTo>
                    <a:pt x="4010861" y="809661"/>
                  </a:lnTo>
                  <a:lnTo>
                    <a:pt x="4082483" y="819247"/>
                  </a:lnTo>
                  <a:lnTo>
                    <a:pt x="4154106" y="828703"/>
                  </a:lnTo>
                  <a:lnTo>
                    <a:pt x="4225729" y="838032"/>
                  </a:lnTo>
                  <a:lnTo>
                    <a:pt x="4297351" y="847236"/>
                  </a:lnTo>
                  <a:lnTo>
                    <a:pt x="4368974" y="856315"/>
                  </a:lnTo>
                  <a:lnTo>
                    <a:pt x="4440596" y="865271"/>
                  </a:lnTo>
                  <a:lnTo>
                    <a:pt x="4512219" y="874107"/>
                  </a:lnTo>
                  <a:lnTo>
                    <a:pt x="4583841" y="882824"/>
                  </a:lnTo>
                  <a:lnTo>
                    <a:pt x="4655464" y="891423"/>
                  </a:lnTo>
                  <a:lnTo>
                    <a:pt x="4727086" y="899906"/>
                  </a:lnTo>
                  <a:lnTo>
                    <a:pt x="4798709" y="908275"/>
                  </a:lnTo>
                  <a:lnTo>
                    <a:pt x="4870331" y="916531"/>
                  </a:lnTo>
                  <a:lnTo>
                    <a:pt x="4941954" y="924676"/>
                  </a:lnTo>
                  <a:lnTo>
                    <a:pt x="5013576" y="932710"/>
                  </a:lnTo>
                  <a:lnTo>
                    <a:pt x="5085199" y="940637"/>
                  </a:lnTo>
                  <a:lnTo>
                    <a:pt x="5156821" y="948456"/>
                  </a:lnTo>
                  <a:lnTo>
                    <a:pt x="5228444" y="956170"/>
                  </a:lnTo>
                  <a:lnTo>
                    <a:pt x="5300066" y="963780"/>
                  </a:lnTo>
                  <a:lnTo>
                    <a:pt x="5371689" y="971287"/>
                  </a:lnTo>
                  <a:lnTo>
                    <a:pt x="5443311" y="978693"/>
                  </a:lnTo>
                  <a:lnTo>
                    <a:pt x="5514934" y="985999"/>
                  </a:lnTo>
                  <a:lnTo>
                    <a:pt x="5586557" y="993207"/>
                  </a:lnTo>
                  <a:lnTo>
                    <a:pt x="5658179" y="1000318"/>
                  </a:lnTo>
                  <a:lnTo>
                    <a:pt x="5729802" y="1007332"/>
                  </a:lnTo>
                  <a:lnTo>
                    <a:pt x="5801424" y="1014252"/>
                  </a:lnTo>
                  <a:lnTo>
                    <a:pt x="5873047" y="1021079"/>
                  </a:lnTo>
                  <a:lnTo>
                    <a:pt x="5944669" y="1027813"/>
                  </a:lnTo>
                  <a:lnTo>
                    <a:pt x="6016292" y="1034457"/>
                  </a:lnTo>
                  <a:lnTo>
                    <a:pt x="6087914" y="1041011"/>
                  </a:lnTo>
                  <a:lnTo>
                    <a:pt x="6159537" y="1047476"/>
                  </a:lnTo>
                  <a:lnTo>
                    <a:pt x="6231159" y="1053855"/>
                  </a:lnTo>
                  <a:lnTo>
                    <a:pt x="6302782" y="1060147"/>
                  </a:lnTo>
                  <a:lnTo>
                    <a:pt x="6374404" y="1066355"/>
                  </a:lnTo>
                  <a:lnTo>
                    <a:pt x="6446027" y="1072479"/>
                  </a:lnTo>
                  <a:lnTo>
                    <a:pt x="6517649" y="1078520"/>
                  </a:lnTo>
                  <a:lnTo>
                    <a:pt x="6589272" y="1084480"/>
                  </a:lnTo>
                  <a:lnTo>
                    <a:pt x="6660894" y="1090359"/>
                  </a:lnTo>
                  <a:lnTo>
                    <a:pt x="6732517" y="1096159"/>
                  </a:lnTo>
                  <a:lnTo>
                    <a:pt x="6804139" y="1101881"/>
                  </a:lnTo>
                  <a:lnTo>
                    <a:pt x="6875762" y="1107526"/>
                  </a:lnTo>
                  <a:lnTo>
                    <a:pt x="6947385" y="1113094"/>
                  </a:lnTo>
                  <a:lnTo>
                    <a:pt x="7019007" y="1118588"/>
                  </a:lnTo>
                  <a:lnTo>
                    <a:pt x="7090630" y="112400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681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1762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3869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53674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3417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19650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704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1.19 (1.06-1.33), p_Bonf = 0.015 (n = 6)  |  per IQR decline (Δ = 24.5 %): 1.52 (1.16-2.00)  |  IQR: [-22.7, 1.8] 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669789"/>
              <a:ext cx="271860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2026-10-09T13:14:20Z</dcterms:modified>
  <cp:category/>
</cp:coreProperties>
</file>