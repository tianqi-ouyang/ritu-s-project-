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106034"/>
              <a:ext cx="6839649" cy="2441591"/>
            </a:xfrm>
            <a:custGeom>
              <a:avLst/>
              <a:pathLst>
                <a:path w="6839649" h="2441591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  <a:lnTo>
                    <a:pt x="6839649" y="2441591"/>
                  </a:lnTo>
                  <a:lnTo>
                    <a:pt x="6826264" y="2441591"/>
                  </a:lnTo>
                  <a:lnTo>
                    <a:pt x="6812880" y="2441591"/>
                  </a:lnTo>
                  <a:lnTo>
                    <a:pt x="6799495" y="2441591"/>
                  </a:lnTo>
                  <a:lnTo>
                    <a:pt x="6786110" y="2441591"/>
                  </a:lnTo>
                  <a:lnTo>
                    <a:pt x="6772725" y="2441591"/>
                  </a:lnTo>
                  <a:lnTo>
                    <a:pt x="6759340" y="2441591"/>
                  </a:lnTo>
                  <a:lnTo>
                    <a:pt x="6745955" y="2441591"/>
                  </a:lnTo>
                  <a:lnTo>
                    <a:pt x="6732571" y="2441591"/>
                  </a:lnTo>
                  <a:lnTo>
                    <a:pt x="6719186" y="2441591"/>
                  </a:lnTo>
                  <a:lnTo>
                    <a:pt x="6705801" y="2441591"/>
                  </a:lnTo>
                  <a:lnTo>
                    <a:pt x="6692416" y="2441591"/>
                  </a:lnTo>
                  <a:lnTo>
                    <a:pt x="6679031" y="2441591"/>
                  </a:lnTo>
                  <a:lnTo>
                    <a:pt x="6665646" y="2441591"/>
                  </a:lnTo>
                  <a:lnTo>
                    <a:pt x="6652262" y="2441591"/>
                  </a:lnTo>
                  <a:lnTo>
                    <a:pt x="6638877" y="2441591"/>
                  </a:lnTo>
                  <a:lnTo>
                    <a:pt x="6625492" y="2441591"/>
                  </a:lnTo>
                  <a:lnTo>
                    <a:pt x="6612107" y="2441591"/>
                  </a:lnTo>
                  <a:lnTo>
                    <a:pt x="6598722" y="2441591"/>
                  </a:lnTo>
                  <a:lnTo>
                    <a:pt x="6585337" y="2441591"/>
                  </a:lnTo>
                  <a:lnTo>
                    <a:pt x="6571953" y="2441591"/>
                  </a:lnTo>
                  <a:lnTo>
                    <a:pt x="6558568" y="2441591"/>
                  </a:lnTo>
                  <a:lnTo>
                    <a:pt x="6545183" y="2441591"/>
                  </a:lnTo>
                  <a:lnTo>
                    <a:pt x="6531798" y="2441591"/>
                  </a:lnTo>
                  <a:lnTo>
                    <a:pt x="6518413" y="2441591"/>
                  </a:lnTo>
                  <a:lnTo>
                    <a:pt x="6505028" y="2441591"/>
                  </a:lnTo>
                  <a:lnTo>
                    <a:pt x="6491644" y="2441591"/>
                  </a:lnTo>
                  <a:lnTo>
                    <a:pt x="6478259" y="2441591"/>
                  </a:lnTo>
                  <a:lnTo>
                    <a:pt x="6464874" y="2441591"/>
                  </a:lnTo>
                  <a:lnTo>
                    <a:pt x="6451489" y="2441591"/>
                  </a:lnTo>
                  <a:lnTo>
                    <a:pt x="6438104" y="2441591"/>
                  </a:lnTo>
                  <a:lnTo>
                    <a:pt x="6424719" y="2441591"/>
                  </a:lnTo>
                  <a:lnTo>
                    <a:pt x="6411335" y="2441591"/>
                  </a:lnTo>
                  <a:lnTo>
                    <a:pt x="6397950" y="2441591"/>
                  </a:lnTo>
                  <a:lnTo>
                    <a:pt x="6384565" y="2441591"/>
                  </a:lnTo>
                  <a:lnTo>
                    <a:pt x="6371180" y="2441591"/>
                  </a:lnTo>
                  <a:lnTo>
                    <a:pt x="6357795" y="2441591"/>
                  </a:lnTo>
                  <a:lnTo>
                    <a:pt x="6344410" y="2441591"/>
                  </a:lnTo>
                  <a:lnTo>
                    <a:pt x="6331026" y="2441591"/>
                  </a:lnTo>
                  <a:lnTo>
                    <a:pt x="6317641" y="2441591"/>
                  </a:lnTo>
                  <a:lnTo>
                    <a:pt x="6304256" y="2441591"/>
                  </a:lnTo>
                  <a:lnTo>
                    <a:pt x="6290871" y="2441591"/>
                  </a:lnTo>
                  <a:lnTo>
                    <a:pt x="6277486" y="2441591"/>
                  </a:lnTo>
                  <a:lnTo>
                    <a:pt x="6264101" y="2441591"/>
                  </a:lnTo>
                  <a:lnTo>
                    <a:pt x="6250717" y="2441591"/>
                  </a:lnTo>
                  <a:lnTo>
                    <a:pt x="6237332" y="2441591"/>
                  </a:lnTo>
                  <a:lnTo>
                    <a:pt x="6223947" y="2441591"/>
                  </a:lnTo>
                  <a:lnTo>
                    <a:pt x="6210562" y="2441591"/>
                  </a:lnTo>
                  <a:lnTo>
                    <a:pt x="6197177" y="2441591"/>
                  </a:lnTo>
                  <a:lnTo>
                    <a:pt x="6183792" y="2441591"/>
                  </a:lnTo>
                  <a:lnTo>
                    <a:pt x="6170408" y="2441591"/>
                  </a:lnTo>
                  <a:lnTo>
                    <a:pt x="6157023" y="2441591"/>
                  </a:lnTo>
                  <a:lnTo>
                    <a:pt x="6143638" y="2441591"/>
                  </a:lnTo>
                  <a:lnTo>
                    <a:pt x="6130253" y="2441591"/>
                  </a:lnTo>
                  <a:lnTo>
                    <a:pt x="6116868" y="2441591"/>
                  </a:lnTo>
                  <a:lnTo>
                    <a:pt x="6103483" y="2441591"/>
                  </a:lnTo>
                  <a:lnTo>
                    <a:pt x="6090099" y="2441591"/>
                  </a:lnTo>
                  <a:lnTo>
                    <a:pt x="6076714" y="2441591"/>
                  </a:lnTo>
                  <a:lnTo>
                    <a:pt x="6063329" y="2441591"/>
                  </a:lnTo>
                  <a:lnTo>
                    <a:pt x="6049944" y="2441591"/>
                  </a:lnTo>
                  <a:lnTo>
                    <a:pt x="6036559" y="2441591"/>
                  </a:lnTo>
                  <a:lnTo>
                    <a:pt x="6023174" y="2441591"/>
                  </a:lnTo>
                  <a:lnTo>
                    <a:pt x="6009790" y="2441591"/>
                  </a:lnTo>
                  <a:lnTo>
                    <a:pt x="5996405" y="2441591"/>
                  </a:lnTo>
                  <a:lnTo>
                    <a:pt x="5983020" y="2441591"/>
                  </a:lnTo>
                  <a:lnTo>
                    <a:pt x="5969635" y="2441591"/>
                  </a:lnTo>
                  <a:lnTo>
                    <a:pt x="5956250" y="2441591"/>
                  </a:lnTo>
                  <a:lnTo>
                    <a:pt x="5942865" y="2441591"/>
                  </a:lnTo>
                  <a:lnTo>
                    <a:pt x="5929481" y="2441591"/>
                  </a:lnTo>
                  <a:lnTo>
                    <a:pt x="5916096" y="2441591"/>
                  </a:lnTo>
                  <a:lnTo>
                    <a:pt x="5902711" y="2441591"/>
                  </a:lnTo>
                  <a:lnTo>
                    <a:pt x="5889326" y="2441591"/>
                  </a:lnTo>
                  <a:lnTo>
                    <a:pt x="5875941" y="2441591"/>
                  </a:lnTo>
                  <a:lnTo>
                    <a:pt x="5862556" y="2441591"/>
                  </a:lnTo>
                  <a:lnTo>
                    <a:pt x="5849172" y="2441591"/>
                  </a:lnTo>
                  <a:lnTo>
                    <a:pt x="5835787" y="2441591"/>
                  </a:lnTo>
                  <a:lnTo>
                    <a:pt x="5822402" y="2441591"/>
                  </a:lnTo>
                  <a:lnTo>
                    <a:pt x="5809017" y="2441591"/>
                  </a:lnTo>
                  <a:lnTo>
                    <a:pt x="5795632" y="2441591"/>
                  </a:lnTo>
                  <a:lnTo>
                    <a:pt x="5782247" y="2441591"/>
                  </a:lnTo>
                  <a:lnTo>
                    <a:pt x="5768863" y="2441591"/>
                  </a:lnTo>
                  <a:lnTo>
                    <a:pt x="5755478" y="2441591"/>
                  </a:lnTo>
                  <a:lnTo>
                    <a:pt x="5742093" y="2441591"/>
                  </a:lnTo>
                  <a:lnTo>
                    <a:pt x="5728708" y="2441591"/>
                  </a:lnTo>
                  <a:lnTo>
                    <a:pt x="5715323" y="2441591"/>
                  </a:lnTo>
                  <a:lnTo>
                    <a:pt x="5701938" y="2441591"/>
                  </a:lnTo>
                  <a:lnTo>
                    <a:pt x="5688554" y="2441591"/>
                  </a:lnTo>
                  <a:lnTo>
                    <a:pt x="5675169" y="2441591"/>
                  </a:lnTo>
                  <a:lnTo>
                    <a:pt x="5661784" y="2441591"/>
                  </a:lnTo>
                  <a:lnTo>
                    <a:pt x="5648399" y="2441591"/>
                  </a:lnTo>
                  <a:lnTo>
                    <a:pt x="5635014" y="2441591"/>
                  </a:lnTo>
                  <a:lnTo>
                    <a:pt x="5621629" y="2441591"/>
                  </a:lnTo>
                  <a:lnTo>
                    <a:pt x="5608245" y="2441591"/>
                  </a:lnTo>
                  <a:lnTo>
                    <a:pt x="5594860" y="2441591"/>
                  </a:lnTo>
                  <a:lnTo>
                    <a:pt x="5581475" y="2441591"/>
                  </a:lnTo>
                  <a:lnTo>
                    <a:pt x="5568090" y="2441591"/>
                  </a:lnTo>
                  <a:lnTo>
                    <a:pt x="5554705" y="2441591"/>
                  </a:lnTo>
                  <a:lnTo>
                    <a:pt x="5541320" y="2441591"/>
                  </a:lnTo>
                  <a:lnTo>
                    <a:pt x="5527936" y="2441591"/>
                  </a:lnTo>
                  <a:lnTo>
                    <a:pt x="5514551" y="2441591"/>
                  </a:lnTo>
                  <a:lnTo>
                    <a:pt x="5501166" y="2441591"/>
                  </a:lnTo>
                  <a:lnTo>
                    <a:pt x="5487781" y="2441591"/>
                  </a:lnTo>
                  <a:lnTo>
                    <a:pt x="5474396" y="2441591"/>
                  </a:lnTo>
                  <a:lnTo>
                    <a:pt x="5461011" y="2441591"/>
                  </a:lnTo>
                  <a:lnTo>
                    <a:pt x="5447627" y="2441591"/>
                  </a:lnTo>
                  <a:lnTo>
                    <a:pt x="5434242" y="2441591"/>
                  </a:lnTo>
                  <a:lnTo>
                    <a:pt x="5420857" y="2441591"/>
                  </a:lnTo>
                  <a:lnTo>
                    <a:pt x="5407472" y="2441591"/>
                  </a:lnTo>
                  <a:lnTo>
                    <a:pt x="5394087" y="2441591"/>
                  </a:lnTo>
                  <a:lnTo>
                    <a:pt x="5380702" y="2441591"/>
                  </a:lnTo>
                  <a:lnTo>
                    <a:pt x="5367318" y="2441591"/>
                  </a:lnTo>
                  <a:lnTo>
                    <a:pt x="5353933" y="2441591"/>
                  </a:lnTo>
                  <a:lnTo>
                    <a:pt x="5340548" y="2441591"/>
                  </a:lnTo>
                  <a:lnTo>
                    <a:pt x="5327163" y="2441591"/>
                  </a:lnTo>
                  <a:lnTo>
                    <a:pt x="5313778" y="2441591"/>
                  </a:lnTo>
                  <a:lnTo>
                    <a:pt x="5300393" y="2441591"/>
                  </a:lnTo>
                  <a:lnTo>
                    <a:pt x="5287009" y="2441591"/>
                  </a:lnTo>
                  <a:lnTo>
                    <a:pt x="5273624" y="2441591"/>
                  </a:lnTo>
                  <a:lnTo>
                    <a:pt x="5260239" y="2441591"/>
                  </a:lnTo>
                  <a:lnTo>
                    <a:pt x="5246854" y="2441591"/>
                  </a:lnTo>
                  <a:lnTo>
                    <a:pt x="5233469" y="2441591"/>
                  </a:lnTo>
                  <a:lnTo>
                    <a:pt x="5220084" y="2441591"/>
                  </a:lnTo>
                  <a:lnTo>
                    <a:pt x="5206700" y="2441591"/>
                  </a:lnTo>
                  <a:lnTo>
                    <a:pt x="5193315" y="2441591"/>
                  </a:lnTo>
                  <a:lnTo>
                    <a:pt x="5179930" y="2441591"/>
                  </a:lnTo>
                  <a:lnTo>
                    <a:pt x="5166545" y="2441591"/>
                  </a:lnTo>
                  <a:lnTo>
                    <a:pt x="5153160" y="2441591"/>
                  </a:lnTo>
                  <a:lnTo>
                    <a:pt x="5139775" y="2441591"/>
                  </a:lnTo>
                  <a:lnTo>
                    <a:pt x="5126391" y="2441591"/>
                  </a:lnTo>
                  <a:lnTo>
                    <a:pt x="5113006" y="2441591"/>
                  </a:lnTo>
                  <a:lnTo>
                    <a:pt x="5099621" y="2441591"/>
                  </a:lnTo>
                  <a:lnTo>
                    <a:pt x="5086236" y="2441591"/>
                  </a:lnTo>
                  <a:lnTo>
                    <a:pt x="5072851" y="2441591"/>
                  </a:lnTo>
                  <a:lnTo>
                    <a:pt x="5059466" y="2441591"/>
                  </a:lnTo>
                  <a:lnTo>
                    <a:pt x="5046082" y="2441591"/>
                  </a:lnTo>
                  <a:lnTo>
                    <a:pt x="5032697" y="2441591"/>
                  </a:lnTo>
                  <a:lnTo>
                    <a:pt x="5019312" y="2441591"/>
                  </a:lnTo>
                  <a:lnTo>
                    <a:pt x="5005927" y="2441591"/>
                  </a:lnTo>
                  <a:lnTo>
                    <a:pt x="4992542" y="2441591"/>
                  </a:lnTo>
                  <a:lnTo>
                    <a:pt x="4979157" y="2441591"/>
                  </a:lnTo>
                  <a:lnTo>
                    <a:pt x="4965773" y="2441591"/>
                  </a:lnTo>
                  <a:lnTo>
                    <a:pt x="4952388" y="2441591"/>
                  </a:lnTo>
                  <a:lnTo>
                    <a:pt x="4939003" y="2441591"/>
                  </a:lnTo>
                  <a:lnTo>
                    <a:pt x="4925618" y="2441591"/>
                  </a:lnTo>
                  <a:lnTo>
                    <a:pt x="4912233" y="2441591"/>
                  </a:lnTo>
                  <a:lnTo>
                    <a:pt x="4898848" y="2441591"/>
                  </a:lnTo>
                  <a:lnTo>
                    <a:pt x="4885464" y="2441591"/>
                  </a:lnTo>
                  <a:lnTo>
                    <a:pt x="4872079" y="2441591"/>
                  </a:lnTo>
                  <a:lnTo>
                    <a:pt x="4858694" y="2441591"/>
                  </a:lnTo>
                  <a:lnTo>
                    <a:pt x="4845309" y="2441591"/>
                  </a:lnTo>
                  <a:lnTo>
                    <a:pt x="4831924" y="2441591"/>
                  </a:lnTo>
                  <a:lnTo>
                    <a:pt x="4818539" y="2441591"/>
                  </a:lnTo>
                  <a:lnTo>
                    <a:pt x="4805155" y="2441591"/>
                  </a:lnTo>
                  <a:lnTo>
                    <a:pt x="4791770" y="2441591"/>
                  </a:lnTo>
                  <a:lnTo>
                    <a:pt x="4778385" y="2441591"/>
                  </a:lnTo>
                  <a:lnTo>
                    <a:pt x="4765000" y="2441591"/>
                  </a:lnTo>
                  <a:lnTo>
                    <a:pt x="4751615" y="2441591"/>
                  </a:lnTo>
                  <a:lnTo>
                    <a:pt x="4738230" y="2441591"/>
                  </a:lnTo>
                  <a:lnTo>
                    <a:pt x="4724846" y="2441591"/>
                  </a:lnTo>
                  <a:lnTo>
                    <a:pt x="4711461" y="2441591"/>
                  </a:lnTo>
                  <a:lnTo>
                    <a:pt x="4698076" y="2441591"/>
                  </a:lnTo>
                  <a:lnTo>
                    <a:pt x="4684691" y="2441591"/>
                  </a:lnTo>
                  <a:lnTo>
                    <a:pt x="4671306" y="2441591"/>
                  </a:lnTo>
                  <a:lnTo>
                    <a:pt x="4657921" y="2441591"/>
                  </a:lnTo>
                  <a:lnTo>
                    <a:pt x="4644537" y="2441591"/>
                  </a:lnTo>
                  <a:lnTo>
                    <a:pt x="4631152" y="2441591"/>
                  </a:lnTo>
                  <a:lnTo>
                    <a:pt x="4617767" y="2441591"/>
                  </a:lnTo>
                  <a:lnTo>
                    <a:pt x="4604382" y="2441591"/>
                  </a:lnTo>
                  <a:lnTo>
                    <a:pt x="4590997" y="2441591"/>
                  </a:lnTo>
                  <a:lnTo>
                    <a:pt x="4577612" y="2441591"/>
                  </a:lnTo>
                  <a:lnTo>
                    <a:pt x="4564228" y="2441591"/>
                  </a:lnTo>
                  <a:lnTo>
                    <a:pt x="4550843" y="2441591"/>
                  </a:lnTo>
                  <a:lnTo>
                    <a:pt x="4537458" y="2441591"/>
                  </a:lnTo>
                  <a:lnTo>
                    <a:pt x="4524073" y="2441591"/>
                  </a:lnTo>
                  <a:lnTo>
                    <a:pt x="4510688" y="2441591"/>
                  </a:lnTo>
                  <a:lnTo>
                    <a:pt x="4497303" y="2441591"/>
                  </a:lnTo>
                  <a:lnTo>
                    <a:pt x="4483919" y="2441591"/>
                  </a:lnTo>
                  <a:lnTo>
                    <a:pt x="4470534" y="2441591"/>
                  </a:lnTo>
                  <a:lnTo>
                    <a:pt x="4457149" y="2441591"/>
                  </a:lnTo>
                  <a:lnTo>
                    <a:pt x="4443764" y="2441591"/>
                  </a:lnTo>
                  <a:lnTo>
                    <a:pt x="4430379" y="2441591"/>
                  </a:lnTo>
                  <a:lnTo>
                    <a:pt x="4416994" y="2441591"/>
                  </a:lnTo>
                  <a:lnTo>
                    <a:pt x="4403610" y="2441591"/>
                  </a:lnTo>
                  <a:lnTo>
                    <a:pt x="4390225" y="2441591"/>
                  </a:lnTo>
                  <a:lnTo>
                    <a:pt x="4376840" y="2441591"/>
                  </a:lnTo>
                  <a:lnTo>
                    <a:pt x="4363455" y="2441591"/>
                  </a:lnTo>
                  <a:lnTo>
                    <a:pt x="4350070" y="2441591"/>
                  </a:lnTo>
                  <a:lnTo>
                    <a:pt x="4336685" y="2441591"/>
                  </a:lnTo>
                  <a:lnTo>
                    <a:pt x="4323301" y="2441591"/>
                  </a:lnTo>
                  <a:lnTo>
                    <a:pt x="4309916" y="2441591"/>
                  </a:lnTo>
                  <a:lnTo>
                    <a:pt x="4296531" y="2441591"/>
                  </a:lnTo>
                  <a:lnTo>
                    <a:pt x="4283146" y="2441591"/>
                  </a:lnTo>
                  <a:lnTo>
                    <a:pt x="4269761" y="2441591"/>
                  </a:lnTo>
                  <a:lnTo>
                    <a:pt x="4256376" y="2441591"/>
                  </a:lnTo>
                  <a:lnTo>
                    <a:pt x="4242992" y="2441591"/>
                  </a:lnTo>
                  <a:lnTo>
                    <a:pt x="4229607" y="2441591"/>
                  </a:lnTo>
                  <a:lnTo>
                    <a:pt x="4216222" y="2441591"/>
                  </a:lnTo>
                  <a:lnTo>
                    <a:pt x="4202837" y="2441591"/>
                  </a:lnTo>
                  <a:lnTo>
                    <a:pt x="4189452" y="2441591"/>
                  </a:lnTo>
                  <a:lnTo>
                    <a:pt x="4176067" y="2441591"/>
                  </a:lnTo>
                  <a:lnTo>
                    <a:pt x="4162683" y="2441591"/>
                  </a:lnTo>
                  <a:lnTo>
                    <a:pt x="4149298" y="2441591"/>
                  </a:lnTo>
                  <a:lnTo>
                    <a:pt x="4135913" y="2441591"/>
                  </a:lnTo>
                  <a:lnTo>
                    <a:pt x="4122528" y="2441591"/>
                  </a:lnTo>
                  <a:lnTo>
                    <a:pt x="4109143" y="2441591"/>
                  </a:lnTo>
                  <a:lnTo>
                    <a:pt x="4095758" y="2441591"/>
                  </a:lnTo>
                  <a:lnTo>
                    <a:pt x="4082374" y="2441591"/>
                  </a:lnTo>
                  <a:lnTo>
                    <a:pt x="4068989" y="2441591"/>
                  </a:lnTo>
                  <a:lnTo>
                    <a:pt x="4055604" y="2441591"/>
                  </a:lnTo>
                  <a:lnTo>
                    <a:pt x="4042219" y="2441591"/>
                  </a:lnTo>
                  <a:lnTo>
                    <a:pt x="4028834" y="2441591"/>
                  </a:lnTo>
                  <a:lnTo>
                    <a:pt x="4015449" y="2441591"/>
                  </a:lnTo>
                  <a:lnTo>
                    <a:pt x="4002065" y="2441591"/>
                  </a:lnTo>
                  <a:lnTo>
                    <a:pt x="3988680" y="2441591"/>
                  </a:lnTo>
                  <a:lnTo>
                    <a:pt x="3975295" y="2441591"/>
                  </a:lnTo>
                  <a:lnTo>
                    <a:pt x="3961910" y="2441591"/>
                  </a:lnTo>
                  <a:lnTo>
                    <a:pt x="3948525" y="2441591"/>
                  </a:lnTo>
                  <a:lnTo>
                    <a:pt x="3935140" y="2441591"/>
                  </a:lnTo>
                  <a:lnTo>
                    <a:pt x="3921756" y="2441591"/>
                  </a:lnTo>
                  <a:lnTo>
                    <a:pt x="3908371" y="2441591"/>
                  </a:lnTo>
                  <a:lnTo>
                    <a:pt x="3894986" y="2441591"/>
                  </a:lnTo>
                  <a:lnTo>
                    <a:pt x="3881601" y="2441591"/>
                  </a:lnTo>
                  <a:lnTo>
                    <a:pt x="3868216" y="2441591"/>
                  </a:lnTo>
                  <a:lnTo>
                    <a:pt x="3854831" y="2441591"/>
                  </a:lnTo>
                  <a:lnTo>
                    <a:pt x="3841447" y="2441591"/>
                  </a:lnTo>
                  <a:lnTo>
                    <a:pt x="3828062" y="2441591"/>
                  </a:lnTo>
                  <a:lnTo>
                    <a:pt x="3814677" y="2441591"/>
                  </a:lnTo>
                  <a:lnTo>
                    <a:pt x="3801292" y="2441591"/>
                  </a:lnTo>
                  <a:lnTo>
                    <a:pt x="3787907" y="2441591"/>
                  </a:lnTo>
                  <a:lnTo>
                    <a:pt x="3774522" y="2441591"/>
                  </a:lnTo>
                  <a:lnTo>
                    <a:pt x="3761138" y="2441591"/>
                  </a:lnTo>
                  <a:lnTo>
                    <a:pt x="3747753" y="2441591"/>
                  </a:lnTo>
                  <a:lnTo>
                    <a:pt x="3734368" y="2441591"/>
                  </a:lnTo>
                  <a:lnTo>
                    <a:pt x="3720983" y="2441591"/>
                  </a:lnTo>
                  <a:lnTo>
                    <a:pt x="3707598" y="2441591"/>
                  </a:lnTo>
                  <a:lnTo>
                    <a:pt x="3694213" y="2441591"/>
                  </a:lnTo>
                  <a:lnTo>
                    <a:pt x="3680829" y="2441591"/>
                  </a:lnTo>
                  <a:lnTo>
                    <a:pt x="3667444" y="2441591"/>
                  </a:lnTo>
                  <a:lnTo>
                    <a:pt x="3654059" y="2441591"/>
                  </a:lnTo>
                  <a:lnTo>
                    <a:pt x="3640674" y="2441591"/>
                  </a:lnTo>
                  <a:lnTo>
                    <a:pt x="3627289" y="2441591"/>
                  </a:lnTo>
                  <a:lnTo>
                    <a:pt x="3613904" y="2441591"/>
                  </a:lnTo>
                  <a:lnTo>
                    <a:pt x="3600520" y="2441591"/>
                  </a:lnTo>
                  <a:lnTo>
                    <a:pt x="3587135" y="2441591"/>
                  </a:lnTo>
                  <a:lnTo>
                    <a:pt x="3573750" y="2441591"/>
                  </a:lnTo>
                  <a:lnTo>
                    <a:pt x="3560365" y="2441591"/>
                  </a:lnTo>
                  <a:lnTo>
                    <a:pt x="3546980" y="2441591"/>
                  </a:lnTo>
                  <a:lnTo>
                    <a:pt x="3533595" y="2441591"/>
                  </a:lnTo>
                  <a:lnTo>
                    <a:pt x="3520211" y="2441591"/>
                  </a:lnTo>
                  <a:lnTo>
                    <a:pt x="3506826" y="2441591"/>
                  </a:lnTo>
                  <a:lnTo>
                    <a:pt x="3493441" y="2441591"/>
                  </a:lnTo>
                  <a:lnTo>
                    <a:pt x="3480056" y="2441591"/>
                  </a:lnTo>
                  <a:lnTo>
                    <a:pt x="3466671" y="2441591"/>
                  </a:lnTo>
                  <a:lnTo>
                    <a:pt x="3453286" y="2441591"/>
                  </a:lnTo>
                  <a:lnTo>
                    <a:pt x="3439902" y="2441591"/>
                  </a:lnTo>
                  <a:lnTo>
                    <a:pt x="3426517" y="2441591"/>
                  </a:lnTo>
                  <a:lnTo>
                    <a:pt x="3413132" y="2441591"/>
                  </a:lnTo>
                  <a:lnTo>
                    <a:pt x="3399747" y="2441591"/>
                  </a:lnTo>
                  <a:lnTo>
                    <a:pt x="3386362" y="2441591"/>
                  </a:lnTo>
                  <a:lnTo>
                    <a:pt x="3372977" y="2441591"/>
                  </a:lnTo>
                  <a:lnTo>
                    <a:pt x="3359593" y="2441591"/>
                  </a:lnTo>
                  <a:lnTo>
                    <a:pt x="3346208" y="2441591"/>
                  </a:lnTo>
                  <a:lnTo>
                    <a:pt x="3332823" y="2441591"/>
                  </a:lnTo>
                  <a:lnTo>
                    <a:pt x="3319438" y="2441591"/>
                  </a:lnTo>
                  <a:lnTo>
                    <a:pt x="3306053" y="2441591"/>
                  </a:lnTo>
                  <a:lnTo>
                    <a:pt x="3292668" y="2441591"/>
                  </a:lnTo>
                  <a:lnTo>
                    <a:pt x="3279284" y="2441591"/>
                  </a:lnTo>
                  <a:lnTo>
                    <a:pt x="3265899" y="2441591"/>
                  </a:lnTo>
                  <a:lnTo>
                    <a:pt x="3252514" y="2441591"/>
                  </a:lnTo>
                  <a:lnTo>
                    <a:pt x="3239129" y="2441591"/>
                  </a:lnTo>
                  <a:lnTo>
                    <a:pt x="3225744" y="2441591"/>
                  </a:lnTo>
                  <a:lnTo>
                    <a:pt x="3212359" y="2441591"/>
                  </a:lnTo>
                  <a:lnTo>
                    <a:pt x="3198975" y="2441591"/>
                  </a:lnTo>
                  <a:lnTo>
                    <a:pt x="3185590" y="2441591"/>
                  </a:lnTo>
                  <a:lnTo>
                    <a:pt x="3172205" y="2441591"/>
                  </a:lnTo>
                  <a:lnTo>
                    <a:pt x="3158820" y="2441591"/>
                  </a:lnTo>
                  <a:lnTo>
                    <a:pt x="3145435" y="2441591"/>
                  </a:lnTo>
                  <a:lnTo>
                    <a:pt x="3132050" y="2441591"/>
                  </a:lnTo>
                  <a:lnTo>
                    <a:pt x="3118666" y="2441591"/>
                  </a:lnTo>
                  <a:lnTo>
                    <a:pt x="3105281" y="2441591"/>
                  </a:lnTo>
                  <a:lnTo>
                    <a:pt x="3091896" y="2441591"/>
                  </a:lnTo>
                  <a:lnTo>
                    <a:pt x="3078511" y="2441591"/>
                  </a:lnTo>
                  <a:lnTo>
                    <a:pt x="3065126" y="2441591"/>
                  </a:lnTo>
                  <a:lnTo>
                    <a:pt x="3051741" y="2441591"/>
                  </a:lnTo>
                  <a:lnTo>
                    <a:pt x="3038357" y="2441591"/>
                  </a:lnTo>
                  <a:lnTo>
                    <a:pt x="3024972" y="2441591"/>
                  </a:lnTo>
                  <a:lnTo>
                    <a:pt x="3011587" y="2441591"/>
                  </a:lnTo>
                  <a:lnTo>
                    <a:pt x="2998202" y="2441591"/>
                  </a:lnTo>
                  <a:lnTo>
                    <a:pt x="2984817" y="2441591"/>
                  </a:lnTo>
                  <a:lnTo>
                    <a:pt x="2971432" y="2441591"/>
                  </a:lnTo>
                  <a:lnTo>
                    <a:pt x="2958048" y="2441591"/>
                  </a:lnTo>
                  <a:lnTo>
                    <a:pt x="2944663" y="2441591"/>
                  </a:lnTo>
                  <a:lnTo>
                    <a:pt x="2931278" y="2441591"/>
                  </a:lnTo>
                  <a:lnTo>
                    <a:pt x="2917893" y="2441591"/>
                  </a:lnTo>
                  <a:lnTo>
                    <a:pt x="2904508" y="2441591"/>
                  </a:lnTo>
                  <a:lnTo>
                    <a:pt x="2891123" y="2441591"/>
                  </a:lnTo>
                  <a:lnTo>
                    <a:pt x="2877739" y="2441591"/>
                  </a:lnTo>
                  <a:lnTo>
                    <a:pt x="2864354" y="2441591"/>
                  </a:lnTo>
                  <a:lnTo>
                    <a:pt x="2850969" y="2441591"/>
                  </a:lnTo>
                  <a:lnTo>
                    <a:pt x="2837584" y="2441591"/>
                  </a:lnTo>
                  <a:lnTo>
                    <a:pt x="2824199" y="2441591"/>
                  </a:lnTo>
                  <a:lnTo>
                    <a:pt x="2810814" y="2441591"/>
                  </a:lnTo>
                  <a:lnTo>
                    <a:pt x="2797430" y="2441591"/>
                  </a:lnTo>
                  <a:lnTo>
                    <a:pt x="2784045" y="2441591"/>
                  </a:lnTo>
                  <a:lnTo>
                    <a:pt x="2770660" y="2441591"/>
                  </a:lnTo>
                  <a:lnTo>
                    <a:pt x="2757275" y="2441591"/>
                  </a:lnTo>
                  <a:lnTo>
                    <a:pt x="2743890" y="2441591"/>
                  </a:lnTo>
                  <a:lnTo>
                    <a:pt x="2730505" y="2441591"/>
                  </a:lnTo>
                  <a:lnTo>
                    <a:pt x="2717121" y="2441591"/>
                  </a:lnTo>
                  <a:lnTo>
                    <a:pt x="2703736" y="2441591"/>
                  </a:lnTo>
                  <a:lnTo>
                    <a:pt x="2690351" y="2441591"/>
                  </a:lnTo>
                  <a:lnTo>
                    <a:pt x="2676966" y="2441591"/>
                  </a:lnTo>
                  <a:lnTo>
                    <a:pt x="2663581" y="2441591"/>
                  </a:lnTo>
                  <a:lnTo>
                    <a:pt x="2650196" y="2441591"/>
                  </a:lnTo>
                  <a:lnTo>
                    <a:pt x="2636812" y="2441591"/>
                  </a:lnTo>
                  <a:lnTo>
                    <a:pt x="2623427" y="2441591"/>
                  </a:lnTo>
                  <a:lnTo>
                    <a:pt x="2610042" y="2441591"/>
                  </a:lnTo>
                  <a:lnTo>
                    <a:pt x="2596657" y="2441591"/>
                  </a:lnTo>
                  <a:lnTo>
                    <a:pt x="2583272" y="2441591"/>
                  </a:lnTo>
                  <a:lnTo>
                    <a:pt x="2569887" y="2441591"/>
                  </a:lnTo>
                  <a:lnTo>
                    <a:pt x="2556503" y="2441591"/>
                  </a:lnTo>
                  <a:lnTo>
                    <a:pt x="2543118" y="2441591"/>
                  </a:lnTo>
                  <a:lnTo>
                    <a:pt x="2529733" y="2441591"/>
                  </a:lnTo>
                  <a:lnTo>
                    <a:pt x="2516348" y="2441591"/>
                  </a:lnTo>
                  <a:lnTo>
                    <a:pt x="2502963" y="2441591"/>
                  </a:lnTo>
                  <a:lnTo>
                    <a:pt x="2489578" y="2441591"/>
                  </a:lnTo>
                  <a:lnTo>
                    <a:pt x="2476194" y="2441591"/>
                  </a:lnTo>
                  <a:lnTo>
                    <a:pt x="2462809" y="2441591"/>
                  </a:lnTo>
                  <a:lnTo>
                    <a:pt x="2449424" y="2441591"/>
                  </a:lnTo>
                  <a:lnTo>
                    <a:pt x="2436039" y="2441591"/>
                  </a:lnTo>
                  <a:lnTo>
                    <a:pt x="2422654" y="2441591"/>
                  </a:lnTo>
                  <a:lnTo>
                    <a:pt x="2409269" y="2441591"/>
                  </a:lnTo>
                  <a:lnTo>
                    <a:pt x="2395885" y="2441591"/>
                  </a:lnTo>
                  <a:lnTo>
                    <a:pt x="2382500" y="2441591"/>
                  </a:lnTo>
                  <a:lnTo>
                    <a:pt x="2369115" y="2441591"/>
                  </a:lnTo>
                  <a:lnTo>
                    <a:pt x="2355730" y="2441591"/>
                  </a:lnTo>
                  <a:lnTo>
                    <a:pt x="2342345" y="2441591"/>
                  </a:lnTo>
                  <a:lnTo>
                    <a:pt x="2328960" y="2441591"/>
                  </a:lnTo>
                  <a:lnTo>
                    <a:pt x="2315576" y="2441591"/>
                  </a:lnTo>
                  <a:lnTo>
                    <a:pt x="2302191" y="2441591"/>
                  </a:lnTo>
                  <a:lnTo>
                    <a:pt x="2288806" y="2441591"/>
                  </a:lnTo>
                  <a:lnTo>
                    <a:pt x="2275421" y="2441591"/>
                  </a:lnTo>
                  <a:lnTo>
                    <a:pt x="2262036" y="2441591"/>
                  </a:lnTo>
                  <a:lnTo>
                    <a:pt x="2248651" y="2441591"/>
                  </a:lnTo>
                  <a:lnTo>
                    <a:pt x="2235267" y="2441591"/>
                  </a:lnTo>
                  <a:lnTo>
                    <a:pt x="2221882" y="2441591"/>
                  </a:lnTo>
                  <a:lnTo>
                    <a:pt x="2208497" y="2441591"/>
                  </a:lnTo>
                  <a:lnTo>
                    <a:pt x="2195112" y="2441591"/>
                  </a:lnTo>
                  <a:lnTo>
                    <a:pt x="2181727" y="2441591"/>
                  </a:lnTo>
                  <a:lnTo>
                    <a:pt x="2168342" y="2441591"/>
                  </a:lnTo>
                  <a:lnTo>
                    <a:pt x="2154958" y="2441591"/>
                  </a:lnTo>
                  <a:lnTo>
                    <a:pt x="2141573" y="2441591"/>
                  </a:lnTo>
                  <a:lnTo>
                    <a:pt x="2128188" y="2441591"/>
                  </a:lnTo>
                  <a:lnTo>
                    <a:pt x="2114803" y="2441591"/>
                  </a:lnTo>
                  <a:lnTo>
                    <a:pt x="2101418" y="2441591"/>
                  </a:lnTo>
                  <a:lnTo>
                    <a:pt x="2088033" y="2441591"/>
                  </a:lnTo>
                  <a:lnTo>
                    <a:pt x="2074649" y="2441591"/>
                  </a:lnTo>
                  <a:lnTo>
                    <a:pt x="2061264" y="2441591"/>
                  </a:lnTo>
                  <a:lnTo>
                    <a:pt x="2047879" y="2441591"/>
                  </a:lnTo>
                  <a:lnTo>
                    <a:pt x="2034494" y="2441591"/>
                  </a:lnTo>
                  <a:lnTo>
                    <a:pt x="2021109" y="2441591"/>
                  </a:lnTo>
                  <a:lnTo>
                    <a:pt x="2007724" y="2441591"/>
                  </a:lnTo>
                  <a:lnTo>
                    <a:pt x="1994340" y="2441591"/>
                  </a:lnTo>
                  <a:lnTo>
                    <a:pt x="1980955" y="2441591"/>
                  </a:lnTo>
                  <a:lnTo>
                    <a:pt x="1967570" y="2441591"/>
                  </a:lnTo>
                  <a:lnTo>
                    <a:pt x="1954185" y="2441591"/>
                  </a:lnTo>
                  <a:lnTo>
                    <a:pt x="1940800" y="2441591"/>
                  </a:lnTo>
                  <a:lnTo>
                    <a:pt x="1927415" y="2441591"/>
                  </a:lnTo>
                  <a:lnTo>
                    <a:pt x="1914031" y="2441591"/>
                  </a:lnTo>
                  <a:lnTo>
                    <a:pt x="1900646" y="2441591"/>
                  </a:lnTo>
                  <a:lnTo>
                    <a:pt x="1887261" y="2441591"/>
                  </a:lnTo>
                  <a:lnTo>
                    <a:pt x="1873876" y="2441591"/>
                  </a:lnTo>
                  <a:lnTo>
                    <a:pt x="1860491" y="2441591"/>
                  </a:lnTo>
                  <a:lnTo>
                    <a:pt x="1847106" y="2441591"/>
                  </a:lnTo>
                  <a:lnTo>
                    <a:pt x="1833722" y="2441591"/>
                  </a:lnTo>
                  <a:lnTo>
                    <a:pt x="1820337" y="2441591"/>
                  </a:lnTo>
                  <a:lnTo>
                    <a:pt x="1806952" y="2441591"/>
                  </a:lnTo>
                  <a:lnTo>
                    <a:pt x="1793567" y="2441591"/>
                  </a:lnTo>
                  <a:lnTo>
                    <a:pt x="1780182" y="2441591"/>
                  </a:lnTo>
                  <a:lnTo>
                    <a:pt x="1766797" y="2441591"/>
                  </a:lnTo>
                  <a:lnTo>
                    <a:pt x="1753413" y="2441591"/>
                  </a:lnTo>
                  <a:lnTo>
                    <a:pt x="1740028" y="2441591"/>
                  </a:lnTo>
                  <a:lnTo>
                    <a:pt x="1726643" y="2441591"/>
                  </a:lnTo>
                  <a:lnTo>
                    <a:pt x="1713258" y="2441591"/>
                  </a:lnTo>
                  <a:lnTo>
                    <a:pt x="1699873" y="2441591"/>
                  </a:lnTo>
                  <a:lnTo>
                    <a:pt x="1686488" y="2441591"/>
                  </a:lnTo>
                  <a:lnTo>
                    <a:pt x="1673104" y="2441591"/>
                  </a:lnTo>
                  <a:lnTo>
                    <a:pt x="1659719" y="2441591"/>
                  </a:lnTo>
                  <a:lnTo>
                    <a:pt x="1646334" y="2441591"/>
                  </a:lnTo>
                  <a:lnTo>
                    <a:pt x="1632949" y="2441591"/>
                  </a:lnTo>
                  <a:lnTo>
                    <a:pt x="1619564" y="2441591"/>
                  </a:lnTo>
                  <a:lnTo>
                    <a:pt x="1606179" y="2441591"/>
                  </a:lnTo>
                  <a:lnTo>
                    <a:pt x="1592795" y="2441591"/>
                  </a:lnTo>
                  <a:lnTo>
                    <a:pt x="1579410" y="2441591"/>
                  </a:lnTo>
                  <a:lnTo>
                    <a:pt x="1566025" y="2441591"/>
                  </a:lnTo>
                  <a:lnTo>
                    <a:pt x="1552640" y="2441591"/>
                  </a:lnTo>
                  <a:lnTo>
                    <a:pt x="1539255" y="2441591"/>
                  </a:lnTo>
                  <a:lnTo>
                    <a:pt x="1525870" y="2441591"/>
                  </a:lnTo>
                  <a:lnTo>
                    <a:pt x="1512486" y="2441591"/>
                  </a:lnTo>
                  <a:lnTo>
                    <a:pt x="1499101" y="2441591"/>
                  </a:lnTo>
                  <a:lnTo>
                    <a:pt x="1485716" y="2441591"/>
                  </a:lnTo>
                  <a:lnTo>
                    <a:pt x="1472331" y="2441591"/>
                  </a:lnTo>
                  <a:lnTo>
                    <a:pt x="1458946" y="2441591"/>
                  </a:lnTo>
                  <a:lnTo>
                    <a:pt x="1445561" y="2441591"/>
                  </a:lnTo>
                  <a:lnTo>
                    <a:pt x="1432177" y="2441591"/>
                  </a:lnTo>
                  <a:lnTo>
                    <a:pt x="1418792" y="2441591"/>
                  </a:lnTo>
                  <a:lnTo>
                    <a:pt x="1405407" y="2441591"/>
                  </a:lnTo>
                  <a:lnTo>
                    <a:pt x="1392022" y="2441591"/>
                  </a:lnTo>
                  <a:lnTo>
                    <a:pt x="1378637" y="2441591"/>
                  </a:lnTo>
                  <a:lnTo>
                    <a:pt x="1365252" y="2441591"/>
                  </a:lnTo>
                  <a:lnTo>
                    <a:pt x="1351868" y="2441591"/>
                  </a:lnTo>
                  <a:lnTo>
                    <a:pt x="1338483" y="2441591"/>
                  </a:lnTo>
                  <a:lnTo>
                    <a:pt x="1325098" y="2441591"/>
                  </a:lnTo>
                  <a:lnTo>
                    <a:pt x="1311713" y="2441591"/>
                  </a:lnTo>
                  <a:lnTo>
                    <a:pt x="1298328" y="2441591"/>
                  </a:lnTo>
                  <a:lnTo>
                    <a:pt x="1284943" y="2441591"/>
                  </a:lnTo>
                  <a:lnTo>
                    <a:pt x="1271559" y="2441591"/>
                  </a:lnTo>
                  <a:lnTo>
                    <a:pt x="1258174" y="2441591"/>
                  </a:lnTo>
                  <a:lnTo>
                    <a:pt x="1244789" y="2441591"/>
                  </a:lnTo>
                  <a:lnTo>
                    <a:pt x="1231404" y="2441591"/>
                  </a:lnTo>
                  <a:lnTo>
                    <a:pt x="1218019" y="2441591"/>
                  </a:lnTo>
                  <a:lnTo>
                    <a:pt x="1204634" y="2441591"/>
                  </a:lnTo>
                  <a:lnTo>
                    <a:pt x="1191250" y="2441591"/>
                  </a:lnTo>
                  <a:lnTo>
                    <a:pt x="1177865" y="2441591"/>
                  </a:lnTo>
                  <a:lnTo>
                    <a:pt x="1164480" y="2441591"/>
                  </a:lnTo>
                  <a:lnTo>
                    <a:pt x="1151095" y="2441591"/>
                  </a:lnTo>
                  <a:lnTo>
                    <a:pt x="1137710" y="2441591"/>
                  </a:lnTo>
                  <a:lnTo>
                    <a:pt x="1124325" y="2441591"/>
                  </a:lnTo>
                  <a:lnTo>
                    <a:pt x="1110941" y="2441591"/>
                  </a:lnTo>
                  <a:lnTo>
                    <a:pt x="1097556" y="2441591"/>
                  </a:lnTo>
                  <a:lnTo>
                    <a:pt x="1084171" y="2441591"/>
                  </a:lnTo>
                  <a:lnTo>
                    <a:pt x="1070786" y="2441591"/>
                  </a:lnTo>
                  <a:lnTo>
                    <a:pt x="1057401" y="2441591"/>
                  </a:lnTo>
                  <a:lnTo>
                    <a:pt x="1044016" y="2441591"/>
                  </a:lnTo>
                  <a:lnTo>
                    <a:pt x="1030632" y="2441591"/>
                  </a:lnTo>
                  <a:lnTo>
                    <a:pt x="1017247" y="2441591"/>
                  </a:lnTo>
                  <a:lnTo>
                    <a:pt x="1003862" y="2441591"/>
                  </a:lnTo>
                  <a:lnTo>
                    <a:pt x="990477" y="2441591"/>
                  </a:lnTo>
                  <a:lnTo>
                    <a:pt x="977092" y="2441591"/>
                  </a:lnTo>
                  <a:lnTo>
                    <a:pt x="963707" y="2441591"/>
                  </a:lnTo>
                  <a:lnTo>
                    <a:pt x="950323" y="2441591"/>
                  </a:lnTo>
                  <a:lnTo>
                    <a:pt x="936938" y="2441591"/>
                  </a:lnTo>
                  <a:lnTo>
                    <a:pt x="923553" y="2441591"/>
                  </a:lnTo>
                  <a:lnTo>
                    <a:pt x="910168" y="2441591"/>
                  </a:lnTo>
                  <a:lnTo>
                    <a:pt x="896783" y="2441591"/>
                  </a:lnTo>
                  <a:lnTo>
                    <a:pt x="883398" y="2441591"/>
                  </a:lnTo>
                  <a:lnTo>
                    <a:pt x="870014" y="2441591"/>
                  </a:lnTo>
                  <a:lnTo>
                    <a:pt x="856629" y="2441591"/>
                  </a:lnTo>
                  <a:lnTo>
                    <a:pt x="843244" y="2441591"/>
                  </a:lnTo>
                  <a:lnTo>
                    <a:pt x="829859" y="2441591"/>
                  </a:lnTo>
                  <a:lnTo>
                    <a:pt x="816474" y="2441591"/>
                  </a:lnTo>
                  <a:lnTo>
                    <a:pt x="803089" y="2441591"/>
                  </a:lnTo>
                  <a:lnTo>
                    <a:pt x="789705" y="2441591"/>
                  </a:lnTo>
                  <a:lnTo>
                    <a:pt x="776320" y="2441591"/>
                  </a:lnTo>
                  <a:lnTo>
                    <a:pt x="762935" y="2441591"/>
                  </a:lnTo>
                  <a:lnTo>
                    <a:pt x="749550" y="2441591"/>
                  </a:lnTo>
                  <a:lnTo>
                    <a:pt x="736165" y="2441591"/>
                  </a:lnTo>
                  <a:lnTo>
                    <a:pt x="722780" y="2441591"/>
                  </a:lnTo>
                  <a:lnTo>
                    <a:pt x="709396" y="2441591"/>
                  </a:lnTo>
                  <a:lnTo>
                    <a:pt x="696011" y="2441591"/>
                  </a:lnTo>
                  <a:lnTo>
                    <a:pt x="682626" y="2441591"/>
                  </a:lnTo>
                  <a:lnTo>
                    <a:pt x="669241" y="2441591"/>
                  </a:lnTo>
                  <a:lnTo>
                    <a:pt x="655856" y="2441591"/>
                  </a:lnTo>
                  <a:lnTo>
                    <a:pt x="642471" y="2441591"/>
                  </a:lnTo>
                  <a:lnTo>
                    <a:pt x="629087" y="2441591"/>
                  </a:lnTo>
                  <a:lnTo>
                    <a:pt x="615702" y="2441591"/>
                  </a:lnTo>
                  <a:lnTo>
                    <a:pt x="602317" y="2441591"/>
                  </a:lnTo>
                  <a:lnTo>
                    <a:pt x="588932" y="2441591"/>
                  </a:lnTo>
                  <a:lnTo>
                    <a:pt x="575547" y="2441591"/>
                  </a:lnTo>
                  <a:lnTo>
                    <a:pt x="562162" y="2441591"/>
                  </a:lnTo>
                  <a:lnTo>
                    <a:pt x="548778" y="2441591"/>
                  </a:lnTo>
                  <a:lnTo>
                    <a:pt x="535393" y="2441591"/>
                  </a:lnTo>
                  <a:lnTo>
                    <a:pt x="522008" y="2441591"/>
                  </a:lnTo>
                  <a:lnTo>
                    <a:pt x="508623" y="2441591"/>
                  </a:lnTo>
                  <a:lnTo>
                    <a:pt x="495238" y="2441591"/>
                  </a:lnTo>
                  <a:lnTo>
                    <a:pt x="481853" y="2441591"/>
                  </a:lnTo>
                  <a:lnTo>
                    <a:pt x="468469" y="2441591"/>
                  </a:lnTo>
                  <a:lnTo>
                    <a:pt x="455084" y="2441591"/>
                  </a:lnTo>
                  <a:lnTo>
                    <a:pt x="441699" y="2441591"/>
                  </a:lnTo>
                  <a:lnTo>
                    <a:pt x="428314" y="2441591"/>
                  </a:lnTo>
                  <a:lnTo>
                    <a:pt x="414929" y="2441591"/>
                  </a:lnTo>
                  <a:lnTo>
                    <a:pt x="401544" y="2441591"/>
                  </a:lnTo>
                  <a:lnTo>
                    <a:pt x="388160" y="2441591"/>
                  </a:lnTo>
                  <a:lnTo>
                    <a:pt x="374775" y="2441591"/>
                  </a:lnTo>
                  <a:lnTo>
                    <a:pt x="361390" y="2441591"/>
                  </a:lnTo>
                  <a:lnTo>
                    <a:pt x="348005" y="2441591"/>
                  </a:lnTo>
                  <a:lnTo>
                    <a:pt x="334620" y="2441591"/>
                  </a:lnTo>
                  <a:lnTo>
                    <a:pt x="321235" y="2441591"/>
                  </a:lnTo>
                  <a:lnTo>
                    <a:pt x="307851" y="2441591"/>
                  </a:lnTo>
                  <a:lnTo>
                    <a:pt x="294466" y="2441591"/>
                  </a:lnTo>
                  <a:lnTo>
                    <a:pt x="281081" y="2441591"/>
                  </a:lnTo>
                  <a:lnTo>
                    <a:pt x="267696" y="2441591"/>
                  </a:lnTo>
                  <a:lnTo>
                    <a:pt x="254311" y="2441591"/>
                  </a:lnTo>
                  <a:lnTo>
                    <a:pt x="240926" y="2441591"/>
                  </a:lnTo>
                  <a:lnTo>
                    <a:pt x="227542" y="2441591"/>
                  </a:lnTo>
                  <a:lnTo>
                    <a:pt x="214157" y="2441591"/>
                  </a:lnTo>
                  <a:lnTo>
                    <a:pt x="200772" y="2441591"/>
                  </a:lnTo>
                  <a:lnTo>
                    <a:pt x="187387" y="2441591"/>
                  </a:lnTo>
                  <a:lnTo>
                    <a:pt x="174002" y="2441591"/>
                  </a:lnTo>
                  <a:lnTo>
                    <a:pt x="160617" y="2441591"/>
                  </a:lnTo>
                  <a:lnTo>
                    <a:pt x="147233" y="2441591"/>
                  </a:lnTo>
                  <a:lnTo>
                    <a:pt x="133848" y="2441591"/>
                  </a:lnTo>
                  <a:lnTo>
                    <a:pt x="120463" y="2441591"/>
                  </a:lnTo>
                  <a:lnTo>
                    <a:pt x="107078" y="2441591"/>
                  </a:lnTo>
                  <a:lnTo>
                    <a:pt x="93693" y="2441591"/>
                  </a:lnTo>
                  <a:lnTo>
                    <a:pt x="80308" y="2441591"/>
                  </a:lnTo>
                  <a:lnTo>
                    <a:pt x="66924" y="2441591"/>
                  </a:lnTo>
                  <a:lnTo>
                    <a:pt x="53539" y="2441591"/>
                  </a:lnTo>
                  <a:lnTo>
                    <a:pt x="40154" y="2441591"/>
                  </a:lnTo>
                  <a:lnTo>
                    <a:pt x="26769" y="2441591"/>
                  </a:lnTo>
                  <a:lnTo>
                    <a:pt x="13384" y="2441591"/>
                  </a:lnTo>
                  <a:lnTo>
                    <a:pt x="0" y="244159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106034"/>
              <a:ext cx="6839649" cy="2361905"/>
            </a:xfrm>
            <a:custGeom>
              <a:avLst/>
              <a:pathLst>
                <a:path w="6839649" h="2361905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433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188, median = -0.7 %   |   Male: N = 135, median = 2.5 %   |   Mann-Whitney U p = 0.165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2026-08-06T10:29:43Z</dcterms:modified>
  <cp:category/>
</cp:coreProperties>
</file>