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24371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635899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402808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42026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87269" y="2812446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7086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131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55430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9771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3999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4939808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87269" y="4331990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87269" y="372417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87269" y="311635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9971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42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82657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36885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429252" y="3085603"/>
              <a:ext cx="6839649" cy="2462022"/>
            </a:xfrm>
            <a:custGeom>
              <a:avLst/>
              <a:pathLst>
                <a:path w="6839649" h="2462022">
                  <a:moveTo>
                    <a:pt x="0" y="2286839"/>
                  </a:moveTo>
                  <a:lnTo>
                    <a:pt x="13384" y="2283325"/>
                  </a:lnTo>
                  <a:lnTo>
                    <a:pt x="26769" y="2279831"/>
                  </a:lnTo>
                  <a:lnTo>
                    <a:pt x="40154" y="2276372"/>
                  </a:lnTo>
                  <a:lnTo>
                    <a:pt x="53539" y="2272933"/>
                  </a:lnTo>
                  <a:lnTo>
                    <a:pt x="66924" y="2269510"/>
                  </a:lnTo>
                  <a:lnTo>
                    <a:pt x="80308" y="2266109"/>
                  </a:lnTo>
                  <a:lnTo>
                    <a:pt x="93693" y="2262721"/>
                  </a:lnTo>
                  <a:lnTo>
                    <a:pt x="107078" y="2259341"/>
                  </a:lnTo>
                  <a:lnTo>
                    <a:pt x="120463" y="2255967"/>
                  </a:lnTo>
                  <a:lnTo>
                    <a:pt x="133848" y="2252591"/>
                  </a:lnTo>
                  <a:lnTo>
                    <a:pt x="147233" y="2249209"/>
                  </a:lnTo>
                  <a:lnTo>
                    <a:pt x="160617" y="2245817"/>
                  </a:lnTo>
                  <a:lnTo>
                    <a:pt x="174002" y="2242399"/>
                  </a:lnTo>
                  <a:lnTo>
                    <a:pt x="187387" y="2238957"/>
                  </a:lnTo>
                  <a:lnTo>
                    <a:pt x="200772" y="2235490"/>
                  </a:lnTo>
                  <a:lnTo>
                    <a:pt x="214157" y="2231961"/>
                  </a:lnTo>
                  <a:lnTo>
                    <a:pt x="227542" y="2228389"/>
                  </a:lnTo>
                  <a:lnTo>
                    <a:pt x="240926" y="2224772"/>
                  </a:lnTo>
                  <a:lnTo>
                    <a:pt x="254311" y="2221066"/>
                  </a:lnTo>
                  <a:lnTo>
                    <a:pt x="267696" y="2217285"/>
                  </a:lnTo>
                  <a:lnTo>
                    <a:pt x="281081" y="2213437"/>
                  </a:lnTo>
                  <a:lnTo>
                    <a:pt x="294466" y="2209480"/>
                  </a:lnTo>
                  <a:lnTo>
                    <a:pt x="307851" y="2205407"/>
                  </a:lnTo>
                  <a:lnTo>
                    <a:pt x="321235" y="2201245"/>
                  </a:lnTo>
                  <a:lnTo>
                    <a:pt x="334620" y="2196958"/>
                  </a:lnTo>
                  <a:lnTo>
                    <a:pt x="348005" y="2192512"/>
                  </a:lnTo>
                  <a:lnTo>
                    <a:pt x="361390" y="2187953"/>
                  </a:lnTo>
                  <a:lnTo>
                    <a:pt x="374775" y="2183265"/>
                  </a:lnTo>
                  <a:lnTo>
                    <a:pt x="388160" y="2178366"/>
                  </a:lnTo>
                  <a:lnTo>
                    <a:pt x="401544" y="2173335"/>
                  </a:lnTo>
                  <a:lnTo>
                    <a:pt x="414929" y="2168172"/>
                  </a:lnTo>
                  <a:lnTo>
                    <a:pt x="428314" y="2162757"/>
                  </a:lnTo>
                  <a:lnTo>
                    <a:pt x="441699" y="2157189"/>
                  </a:lnTo>
                  <a:lnTo>
                    <a:pt x="455084" y="2151473"/>
                  </a:lnTo>
                  <a:lnTo>
                    <a:pt x="468469" y="2145508"/>
                  </a:lnTo>
                  <a:lnTo>
                    <a:pt x="481853" y="2139351"/>
                  </a:lnTo>
                  <a:lnTo>
                    <a:pt x="495238" y="2133034"/>
                  </a:lnTo>
                  <a:lnTo>
                    <a:pt x="508623" y="2126481"/>
                  </a:lnTo>
                  <a:lnTo>
                    <a:pt x="522008" y="2119700"/>
                  </a:lnTo>
                  <a:lnTo>
                    <a:pt x="535393" y="2112752"/>
                  </a:lnTo>
                  <a:lnTo>
                    <a:pt x="548778" y="2105590"/>
                  </a:lnTo>
                  <a:lnTo>
                    <a:pt x="562162" y="2098167"/>
                  </a:lnTo>
                  <a:lnTo>
                    <a:pt x="575547" y="2090575"/>
                  </a:lnTo>
                  <a:lnTo>
                    <a:pt x="588932" y="2082798"/>
                  </a:lnTo>
                  <a:lnTo>
                    <a:pt x="602317" y="2074732"/>
                  </a:lnTo>
                  <a:lnTo>
                    <a:pt x="615702" y="2066502"/>
                  </a:lnTo>
                  <a:lnTo>
                    <a:pt x="629087" y="2058107"/>
                  </a:lnTo>
                  <a:lnTo>
                    <a:pt x="642471" y="2049427"/>
                  </a:lnTo>
                  <a:lnTo>
                    <a:pt x="655856" y="2040578"/>
                  </a:lnTo>
                  <a:lnTo>
                    <a:pt x="669241" y="2031573"/>
                  </a:lnTo>
                  <a:lnTo>
                    <a:pt x="682626" y="2022324"/>
                  </a:lnTo>
                  <a:lnTo>
                    <a:pt x="696011" y="2012891"/>
                  </a:lnTo>
                  <a:lnTo>
                    <a:pt x="709396" y="2003313"/>
                  </a:lnTo>
                  <a:lnTo>
                    <a:pt x="722780" y="1993531"/>
                  </a:lnTo>
                  <a:lnTo>
                    <a:pt x="736165" y="1983557"/>
                  </a:lnTo>
                  <a:lnTo>
                    <a:pt x="749550" y="1973449"/>
                  </a:lnTo>
                  <a:lnTo>
                    <a:pt x="762935" y="1963179"/>
                  </a:lnTo>
                  <a:lnTo>
                    <a:pt x="776320" y="1952710"/>
                  </a:lnTo>
                  <a:lnTo>
                    <a:pt x="789705" y="1942122"/>
                  </a:lnTo>
                  <a:lnTo>
                    <a:pt x="803089" y="1931405"/>
                  </a:lnTo>
                  <a:lnTo>
                    <a:pt x="816474" y="1920491"/>
                  </a:lnTo>
                  <a:lnTo>
                    <a:pt x="829859" y="1909468"/>
                  </a:lnTo>
                  <a:lnTo>
                    <a:pt x="843244" y="1898339"/>
                  </a:lnTo>
                  <a:lnTo>
                    <a:pt x="856629" y="1887031"/>
                  </a:lnTo>
                  <a:lnTo>
                    <a:pt x="870014" y="1875616"/>
                  </a:lnTo>
                  <a:lnTo>
                    <a:pt x="883398" y="1864103"/>
                  </a:lnTo>
                  <a:lnTo>
                    <a:pt x="896783" y="1852442"/>
                  </a:lnTo>
                  <a:lnTo>
                    <a:pt x="910168" y="1840666"/>
                  </a:lnTo>
                  <a:lnTo>
                    <a:pt x="923553" y="1828799"/>
                  </a:lnTo>
                  <a:lnTo>
                    <a:pt x="936938" y="1816808"/>
                  </a:lnTo>
                  <a:lnTo>
                    <a:pt x="950323" y="1804690"/>
                  </a:lnTo>
                  <a:lnTo>
                    <a:pt x="963707" y="1792484"/>
                  </a:lnTo>
                  <a:lnTo>
                    <a:pt x="977092" y="1780172"/>
                  </a:lnTo>
                  <a:lnTo>
                    <a:pt x="990477" y="1767718"/>
                  </a:lnTo>
                  <a:lnTo>
                    <a:pt x="1003862" y="1755176"/>
                  </a:lnTo>
                  <a:lnTo>
                    <a:pt x="1017247" y="1742539"/>
                  </a:lnTo>
                  <a:lnTo>
                    <a:pt x="1030632" y="1729741"/>
                  </a:lnTo>
                  <a:lnTo>
                    <a:pt x="1044016" y="1716848"/>
                  </a:lnTo>
                  <a:lnTo>
                    <a:pt x="1057401" y="1703861"/>
                  </a:lnTo>
                  <a:lnTo>
                    <a:pt x="1070786" y="1690707"/>
                  </a:lnTo>
                  <a:lnTo>
                    <a:pt x="1084171" y="1677438"/>
                  </a:lnTo>
                  <a:lnTo>
                    <a:pt x="1097556" y="1664066"/>
                  </a:lnTo>
                  <a:lnTo>
                    <a:pt x="1110941" y="1650529"/>
                  </a:lnTo>
                  <a:lnTo>
                    <a:pt x="1124325" y="1636848"/>
                  </a:lnTo>
                  <a:lnTo>
                    <a:pt x="1137710" y="1623051"/>
                  </a:lnTo>
                  <a:lnTo>
                    <a:pt x="1151095" y="1609092"/>
                  </a:lnTo>
                  <a:lnTo>
                    <a:pt x="1164480" y="1594952"/>
                  </a:lnTo>
                  <a:lnTo>
                    <a:pt x="1177865" y="1580684"/>
                  </a:lnTo>
                  <a:lnTo>
                    <a:pt x="1191250" y="1566260"/>
                  </a:lnTo>
                  <a:lnTo>
                    <a:pt x="1204634" y="1551613"/>
                  </a:lnTo>
                  <a:lnTo>
                    <a:pt x="1218019" y="1536824"/>
                  </a:lnTo>
                  <a:lnTo>
                    <a:pt x="1231404" y="1521890"/>
                  </a:lnTo>
                  <a:lnTo>
                    <a:pt x="1244789" y="1506687"/>
                  </a:lnTo>
                  <a:lnTo>
                    <a:pt x="1258174" y="1491330"/>
                  </a:lnTo>
                  <a:lnTo>
                    <a:pt x="1271559" y="1475818"/>
                  </a:lnTo>
                  <a:lnTo>
                    <a:pt x="1284943" y="1460039"/>
                  </a:lnTo>
                  <a:lnTo>
                    <a:pt x="1298328" y="1444072"/>
                  </a:lnTo>
                  <a:lnTo>
                    <a:pt x="1311713" y="1427941"/>
                  </a:lnTo>
                  <a:lnTo>
                    <a:pt x="1325098" y="1411556"/>
                  </a:lnTo>
                  <a:lnTo>
                    <a:pt x="1338483" y="1394947"/>
                  </a:lnTo>
                  <a:lnTo>
                    <a:pt x="1351868" y="1378166"/>
                  </a:lnTo>
                  <a:lnTo>
                    <a:pt x="1365252" y="1361154"/>
                  </a:lnTo>
                  <a:lnTo>
                    <a:pt x="1378637" y="1343884"/>
                  </a:lnTo>
                  <a:lnTo>
                    <a:pt x="1392022" y="1326440"/>
                  </a:lnTo>
                  <a:lnTo>
                    <a:pt x="1405407" y="1308793"/>
                  </a:lnTo>
                  <a:lnTo>
                    <a:pt x="1418792" y="1290859"/>
                  </a:lnTo>
                  <a:lnTo>
                    <a:pt x="1432177" y="1272754"/>
                  </a:lnTo>
                  <a:lnTo>
                    <a:pt x="1445561" y="1254478"/>
                  </a:lnTo>
                  <a:lnTo>
                    <a:pt x="1458946" y="1235897"/>
                  </a:lnTo>
                  <a:lnTo>
                    <a:pt x="1472331" y="1217152"/>
                  </a:lnTo>
                  <a:lnTo>
                    <a:pt x="1485716" y="1198246"/>
                  </a:lnTo>
                  <a:lnTo>
                    <a:pt x="1499101" y="1179079"/>
                  </a:lnTo>
                  <a:lnTo>
                    <a:pt x="1512486" y="1159736"/>
                  </a:lnTo>
                  <a:lnTo>
                    <a:pt x="1525870" y="1140246"/>
                  </a:lnTo>
                  <a:lnTo>
                    <a:pt x="1539255" y="1120545"/>
                  </a:lnTo>
                  <a:lnTo>
                    <a:pt x="1552640" y="1100665"/>
                  </a:lnTo>
                  <a:lnTo>
                    <a:pt x="1566025" y="1080658"/>
                  </a:lnTo>
                  <a:lnTo>
                    <a:pt x="1579410" y="1060491"/>
                  </a:lnTo>
                  <a:lnTo>
                    <a:pt x="1592795" y="1040156"/>
                  </a:lnTo>
                  <a:lnTo>
                    <a:pt x="1606179" y="1019719"/>
                  </a:lnTo>
                  <a:lnTo>
                    <a:pt x="1619564" y="999171"/>
                  </a:lnTo>
                  <a:lnTo>
                    <a:pt x="1632949" y="978480"/>
                  </a:lnTo>
                  <a:lnTo>
                    <a:pt x="1646334" y="957718"/>
                  </a:lnTo>
                  <a:lnTo>
                    <a:pt x="1659719" y="936887"/>
                  </a:lnTo>
                  <a:lnTo>
                    <a:pt x="1673104" y="915960"/>
                  </a:lnTo>
                  <a:lnTo>
                    <a:pt x="1686488" y="894993"/>
                  </a:lnTo>
                  <a:lnTo>
                    <a:pt x="1699873" y="873992"/>
                  </a:lnTo>
                  <a:lnTo>
                    <a:pt x="1713258" y="852959"/>
                  </a:lnTo>
                  <a:lnTo>
                    <a:pt x="1726643" y="831921"/>
                  </a:lnTo>
                  <a:lnTo>
                    <a:pt x="1740028" y="810887"/>
                  </a:lnTo>
                  <a:lnTo>
                    <a:pt x="1753413" y="789876"/>
                  </a:lnTo>
                  <a:lnTo>
                    <a:pt x="1766797" y="768911"/>
                  </a:lnTo>
                  <a:lnTo>
                    <a:pt x="1780182" y="747990"/>
                  </a:lnTo>
                  <a:lnTo>
                    <a:pt x="1793567" y="727136"/>
                  </a:lnTo>
                  <a:lnTo>
                    <a:pt x="1806952" y="706392"/>
                  </a:lnTo>
                  <a:lnTo>
                    <a:pt x="1820337" y="685733"/>
                  </a:lnTo>
                  <a:lnTo>
                    <a:pt x="1833722" y="665174"/>
                  </a:lnTo>
                  <a:lnTo>
                    <a:pt x="1847106" y="644802"/>
                  </a:lnTo>
                  <a:lnTo>
                    <a:pt x="1860491" y="624555"/>
                  </a:lnTo>
                  <a:lnTo>
                    <a:pt x="1873876" y="604436"/>
                  </a:lnTo>
                  <a:lnTo>
                    <a:pt x="1887261" y="584575"/>
                  </a:lnTo>
                  <a:lnTo>
                    <a:pt x="1900646" y="564886"/>
                  </a:lnTo>
                  <a:lnTo>
                    <a:pt x="1914031" y="545363"/>
                  </a:lnTo>
                  <a:lnTo>
                    <a:pt x="1927415" y="526128"/>
                  </a:lnTo>
                  <a:lnTo>
                    <a:pt x="1940800" y="507133"/>
                  </a:lnTo>
                  <a:lnTo>
                    <a:pt x="1954185" y="488339"/>
                  </a:lnTo>
                  <a:lnTo>
                    <a:pt x="1967570" y="469847"/>
                  </a:lnTo>
                  <a:lnTo>
                    <a:pt x="1980955" y="451670"/>
                  </a:lnTo>
                  <a:lnTo>
                    <a:pt x="1994340" y="433725"/>
                  </a:lnTo>
                  <a:lnTo>
                    <a:pt x="2007724" y="416080"/>
                  </a:lnTo>
                  <a:lnTo>
                    <a:pt x="2021109" y="398827"/>
                  </a:lnTo>
                  <a:lnTo>
                    <a:pt x="2034494" y="381831"/>
                  </a:lnTo>
                  <a:lnTo>
                    <a:pt x="2047879" y="365119"/>
                  </a:lnTo>
                  <a:lnTo>
                    <a:pt x="2061264" y="348877"/>
                  </a:lnTo>
                  <a:lnTo>
                    <a:pt x="2074649" y="332913"/>
                  </a:lnTo>
                  <a:lnTo>
                    <a:pt x="2088033" y="317227"/>
                  </a:lnTo>
                  <a:lnTo>
                    <a:pt x="2101418" y="302038"/>
                  </a:lnTo>
                  <a:lnTo>
                    <a:pt x="2114803" y="287163"/>
                  </a:lnTo>
                  <a:lnTo>
                    <a:pt x="2128188" y="272580"/>
                  </a:lnTo>
                  <a:lnTo>
                    <a:pt x="2141573" y="258461"/>
                  </a:lnTo>
                  <a:lnTo>
                    <a:pt x="2154958" y="244715"/>
                  </a:lnTo>
                  <a:lnTo>
                    <a:pt x="2168342" y="231268"/>
                  </a:lnTo>
                  <a:lnTo>
                    <a:pt x="2181727" y="218241"/>
                  </a:lnTo>
                  <a:lnTo>
                    <a:pt x="2195112" y="205643"/>
                  </a:lnTo>
                  <a:lnTo>
                    <a:pt x="2208497" y="193345"/>
                  </a:lnTo>
                  <a:lnTo>
                    <a:pt x="2221882" y="181419"/>
                  </a:lnTo>
                  <a:lnTo>
                    <a:pt x="2235267" y="169972"/>
                  </a:lnTo>
                  <a:lnTo>
                    <a:pt x="2248651" y="158824"/>
                  </a:lnTo>
                  <a:lnTo>
                    <a:pt x="2262036" y="147994"/>
                  </a:lnTo>
                  <a:lnTo>
                    <a:pt x="2275421" y="137691"/>
                  </a:lnTo>
                  <a:lnTo>
                    <a:pt x="2288806" y="127683"/>
                  </a:lnTo>
                  <a:lnTo>
                    <a:pt x="2302191" y="117971"/>
                  </a:lnTo>
                  <a:lnTo>
                    <a:pt x="2315576" y="108765"/>
                  </a:lnTo>
                  <a:lnTo>
                    <a:pt x="2328960" y="99885"/>
                  </a:lnTo>
                  <a:lnTo>
                    <a:pt x="2342345" y="91296"/>
                  </a:lnTo>
                  <a:lnTo>
                    <a:pt x="2355730" y="83159"/>
                  </a:lnTo>
                  <a:lnTo>
                    <a:pt x="2369115" y="75395"/>
                  </a:lnTo>
                  <a:lnTo>
                    <a:pt x="2382500" y="67921"/>
                  </a:lnTo>
                  <a:lnTo>
                    <a:pt x="2395885" y="60848"/>
                  </a:lnTo>
                  <a:lnTo>
                    <a:pt x="2409269" y="54199"/>
                  </a:lnTo>
                  <a:lnTo>
                    <a:pt x="2422654" y="47842"/>
                  </a:lnTo>
                  <a:lnTo>
                    <a:pt x="2436039" y="41840"/>
                  </a:lnTo>
                  <a:lnTo>
                    <a:pt x="2449424" y="36319"/>
                  </a:lnTo>
                  <a:lnTo>
                    <a:pt x="2462809" y="31097"/>
                  </a:lnTo>
                  <a:lnTo>
                    <a:pt x="2476194" y="26186"/>
                  </a:lnTo>
                  <a:lnTo>
                    <a:pt x="2489578" y="21824"/>
                  </a:lnTo>
                  <a:lnTo>
                    <a:pt x="2502963" y="17773"/>
                  </a:lnTo>
                  <a:lnTo>
                    <a:pt x="2516348" y="14035"/>
                  </a:lnTo>
                  <a:lnTo>
                    <a:pt x="2529733" y="10837"/>
                  </a:lnTo>
                  <a:lnTo>
                    <a:pt x="2543118" y="8012"/>
                  </a:lnTo>
                  <a:lnTo>
                    <a:pt x="2556503" y="5518"/>
                  </a:lnTo>
                  <a:lnTo>
                    <a:pt x="2569887" y="3536"/>
                  </a:lnTo>
                  <a:lnTo>
                    <a:pt x="2583272" y="2009"/>
                  </a:lnTo>
                  <a:lnTo>
                    <a:pt x="2596657" y="835"/>
                  </a:lnTo>
                  <a:lnTo>
                    <a:pt x="2610042" y="144"/>
                  </a:lnTo>
                  <a:lnTo>
                    <a:pt x="2623427" y="0"/>
                  </a:lnTo>
                  <a:lnTo>
                    <a:pt x="2636812" y="232"/>
                  </a:lnTo>
                  <a:lnTo>
                    <a:pt x="2650196" y="914"/>
                  </a:lnTo>
                  <a:lnTo>
                    <a:pt x="2663581" y="2243"/>
                  </a:lnTo>
                  <a:lnTo>
                    <a:pt x="2676966" y="3973"/>
                  </a:lnTo>
                  <a:lnTo>
                    <a:pt x="2690351" y="6109"/>
                  </a:lnTo>
                  <a:lnTo>
                    <a:pt x="2703736" y="8998"/>
                  </a:lnTo>
                  <a:lnTo>
                    <a:pt x="2717121" y="12310"/>
                  </a:lnTo>
                  <a:lnTo>
                    <a:pt x="2730505" y="16045"/>
                  </a:lnTo>
                  <a:lnTo>
                    <a:pt x="2743890" y="20497"/>
                  </a:lnTo>
                  <a:lnTo>
                    <a:pt x="2757275" y="25456"/>
                  </a:lnTo>
                  <a:lnTo>
                    <a:pt x="2770660" y="30854"/>
                  </a:lnTo>
                  <a:lnTo>
                    <a:pt x="2784045" y="36909"/>
                  </a:lnTo>
                  <a:lnTo>
                    <a:pt x="2797430" y="43556"/>
                  </a:lnTo>
                  <a:lnTo>
                    <a:pt x="2810814" y="50644"/>
                  </a:lnTo>
                  <a:lnTo>
                    <a:pt x="2824199" y="58317"/>
                  </a:lnTo>
                  <a:lnTo>
                    <a:pt x="2837584" y="66651"/>
                  </a:lnTo>
                  <a:lnTo>
                    <a:pt x="2850969" y="75418"/>
                  </a:lnTo>
                  <a:lnTo>
                    <a:pt x="2864354" y="84684"/>
                  </a:lnTo>
                  <a:lnTo>
                    <a:pt x="2877739" y="94659"/>
                  </a:lnTo>
                  <a:lnTo>
                    <a:pt x="2891123" y="105046"/>
                  </a:lnTo>
                  <a:lnTo>
                    <a:pt x="2904508" y="115843"/>
                  </a:lnTo>
                  <a:lnTo>
                    <a:pt x="2917893" y="127353"/>
                  </a:lnTo>
                  <a:lnTo>
                    <a:pt x="2931278" y="139246"/>
                  </a:lnTo>
                  <a:lnTo>
                    <a:pt x="2944663" y="151510"/>
                  </a:lnTo>
                  <a:lnTo>
                    <a:pt x="2958048" y="164352"/>
                  </a:lnTo>
                  <a:lnTo>
                    <a:pt x="2971432" y="177583"/>
                  </a:lnTo>
                  <a:lnTo>
                    <a:pt x="2984817" y="191132"/>
                  </a:lnTo>
                  <a:lnTo>
                    <a:pt x="2998202" y="205119"/>
                  </a:lnTo>
                  <a:lnTo>
                    <a:pt x="3011587" y="219470"/>
                  </a:lnTo>
                  <a:lnTo>
                    <a:pt x="3024972" y="234071"/>
                  </a:lnTo>
                  <a:lnTo>
                    <a:pt x="3038357" y="248975"/>
                  </a:lnTo>
                  <a:lnTo>
                    <a:pt x="3051741" y="264183"/>
                  </a:lnTo>
                  <a:lnTo>
                    <a:pt x="3065126" y="279562"/>
                  </a:lnTo>
                  <a:lnTo>
                    <a:pt x="3078511" y="295123"/>
                  </a:lnTo>
                  <a:lnTo>
                    <a:pt x="3091896" y="310890"/>
                  </a:lnTo>
                  <a:lnTo>
                    <a:pt x="3105281" y="326743"/>
                  </a:lnTo>
                  <a:lnTo>
                    <a:pt x="3118666" y="342677"/>
                  </a:lnTo>
                  <a:lnTo>
                    <a:pt x="3132050" y="358683"/>
                  </a:lnTo>
                  <a:lnTo>
                    <a:pt x="3145435" y="374690"/>
                  </a:lnTo>
                  <a:lnTo>
                    <a:pt x="3158820" y="390689"/>
                  </a:lnTo>
                  <a:lnTo>
                    <a:pt x="3172205" y="406625"/>
                  </a:lnTo>
                  <a:lnTo>
                    <a:pt x="3185590" y="422465"/>
                  </a:lnTo>
                  <a:lnTo>
                    <a:pt x="3198975" y="438212"/>
                  </a:lnTo>
                  <a:lnTo>
                    <a:pt x="3212359" y="453792"/>
                  </a:lnTo>
                  <a:lnTo>
                    <a:pt x="3225744" y="469161"/>
                  </a:lnTo>
                  <a:lnTo>
                    <a:pt x="3239129" y="484361"/>
                  </a:lnTo>
                  <a:lnTo>
                    <a:pt x="3252514" y="499325"/>
                  </a:lnTo>
                  <a:lnTo>
                    <a:pt x="3265899" y="513953"/>
                  </a:lnTo>
                  <a:lnTo>
                    <a:pt x="3279284" y="528346"/>
                  </a:lnTo>
                  <a:lnTo>
                    <a:pt x="3292668" y="542473"/>
                  </a:lnTo>
                  <a:lnTo>
                    <a:pt x="3306053" y="556138"/>
                  </a:lnTo>
                  <a:lnTo>
                    <a:pt x="3319438" y="569518"/>
                  </a:lnTo>
                  <a:lnTo>
                    <a:pt x="3332823" y="582610"/>
                  </a:lnTo>
                  <a:lnTo>
                    <a:pt x="3346208" y="595171"/>
                  </a:lnTo>
                  <a:lnTo>
                    <a:pt x="3359593" y="607395"/>
                  </a:lnTo>
                  <a:lnTo>
                    <a:pt x="3372977" y="619302"/>
                  </a:lnTo>
                  <a:lnTo>
                    <a:pt x="3386362" y="630698"/>
                  </a:lnTo>
                  <a:lnTo>
                    <a:pt x="3399747" y="641690"/>
                  </a:lnTo>
                  <a:lnTo>
                    <a:pt x="3413132" y="652357"/>
                  </a:lnTo>
                  <a:lnTo>
                    <a:pt x="3426517" y="662565"/>
                  </a:lnTo>
                  <a:lnTo>
                    <a:pt x="3439902" y="672323"/>
                  </a:lnTo>
                  <a:lnTo>
                    <a:pt x="3453286" y="681766"/>
                  </a:lnTo>
                  <a:lnTo>
                    <a:pt x="3466671" y="690825"/>
                  </a:lnTo>
                  <a:lnTo>
                    <a:pt x="3480056" y="699415"/>
                  </a:lnTo>
                  <a:lnTo>
                    <a:pt x="3493441" y="707720"/>
                  </a:lnTo>
                  <a:lnTo>
                    <a:pt x="3506826" y="715726"/>
                  </a:lnTo>
                  <a:lnTo>
                    <a:pt x="3520211" y="723276"/>
                  </a:lnTo>
                  <a:lnTo>
                    <a:pt x="3533595" y="730588"/>
                  </a:lnTo>
                  <a:lnTo>
                    <a:pt x="3546980" y="737667"/>
                  </a:lnTo>
                  <a:lnTo>
                    <a:pt x="3560365" y="744380"/>
                  </a:lnTo>
                  <a:lnTo>
                    <a:pt x="3573750" y="750892"/>
                  </a:lnTo>
                  <a:lnTo>
                    <a:pt x="3587135" y="757229"/>
                  </a:lnTo>
                  <a:lnTo>
                    <a:pt x="3600520" y="763326"/>
                  </a:lnTo>
                  <a:lnTo>
                    <a:pt x="3613904" y="769265"/>
                  </a:lnTo>
                  <a:lnTo>
                    <a:pt x="3627289" y="775095"/>
                  </a:lnTo>
                  <a:lnTo>
                    <a:pt x="3640674" y="780795"/>
                  </a:lnTo>
                  <a:lnTo>
                    <a:pt x="3654059" y="786407"/>
                  </a:lnTo>
                  <a:lnTo>
                    <a:pt x="3667444" y="791977"/>
                  </a:lnTo>
                  <a:lnTo>
                    <a:pt x="3680829" y="797509"/>
                  </a:lnTo>
                  <a:lnTo>
                    <a:pt x="3694213" y="803040"/>
                  </a:lnTo>
                  <a:lnTo>
                    <a:pt x="3707598" y="808594"/>
                  </a:lnTo>
                  <a:lnTo>
                    <a:pt x="3720983" y="814177"/>
                  </a:lnTo>
                  <a:lnTo>
                    <a:pt x="3734368" y="819860"/>
                  </a:lnTo>
                  <a:lnTo>
                    <a:pt x="3747753" y="825624"/>
                  </a:lnTo>
                  <a:lnTo>
                    <a:pt x="3761138" y="831472"/>
                  </a:lnTo>
                  <a:lnTo>
                    <a:pt x="3774522" y="837498"/>
                  </a:lnTo>
                  <a:lnTo>
                    <a:pt x="3787907" y="843665"/>
                  </a:lnTo>
                  <a:lnTo>
                    <a:pt x="3801292" y="849963"/>
                  </a:lnTo>
                  <a:lnTo>
                    <a:pt x="3814677" y="856481"/>
                  </a:lnTo>
                  <a:lnTo>
                    <a:pt x="3828062" y="863205"/>
                  </a:lnTo>
                  <a:lnTo>
                    <a:pt x="3841447" y="870094"/>
                  </a:lnTo>
                  <a:lnTo>
                    <a:pt x="3854831" y="877215"/>
                  </a:lnTo>
                  <a:lnTo>
                    <a:pt x="3868216" y="884601"/>
                  </a:lnTo>
                  <a:lnTo>
                    <a:pt x="3881601" y="892171"/>
                  </a:lnTo>
                  <a:lnTo>
                    <a:pt x="3894986" y="899962"/>
                  </a:lnTo>
                  <a:lnTo>
                    <a:pt x="3908371" y="908064"/>
                  </a:lnTo>
                  <a:lnTo>
                    <a:pt x="3921756" y="916356"/>
                  </a:lnTo>
                  <a:lnTo>
                    <a:pt x="3935140" y="924841"/>
                  </a:lnTo>
                  <a:lnTo>
                    <a:pt x="3948525" y="933665"/>
                  </a:lnTo>
                  <a:lnTo>
                    <a:pt x="3961910" y="942671"/>
                  </a:lnTo>
                  <a:lnTo>
                    <a:pt x="3975295" y="951859"/>
                  </a:lnTo>
                  <a:lnTo>
                    <a:pt x="3988680" y="961340"/>
                  </a:lnTo>
                  <a:lnTo>
                    <a:pt x="4002065" y="971012"/>
                  </a:lnTo>
                  <a:lnTo>
                    <a:pt x="4015449" y="980847"/>
                  </a:lnTo>
                  <a:lnTo>
                    <a:pt x="4028834" y="990914"/>
                  </a:lnTo>
                  <a:lnTo>
                    <a:pt x="4042219" y="1001168"/>
                  </a:lnTo>
                  <a:lnTo>
                    <a:pt x="4055604" y="1011558"/>
                  </a:lnTo>
                  <a:lnTo>
                    <a:pt x="4068989" y="1022118"/>
                  </a:lnTo>
                  <a:lnTo>
                    <a:pt x="4082374" y="1032847"/>
                  </a:lnTo>
                  <a:lnTo>
                    <a:pt x="4095758" y="1043680"/>
                  </a:lnTo>
                  <a:lnTo>
                    <a:pt x="4109143" y="1054626"/>
                  </a:lnTo>
                  <a:lnTo>
                    <a:pt x="4122528" y="1065709"/>
                  </a:lnTo>
                  <a:lnTo>
                    <a:pt x="4135913" y="1076861"/>
                  </a:lnTo>
                  <a:lnTo>
                    <a:pt x="4149298" y="1088079"/>
                  </a:lnTo>
                  <a:lnTo>
                    <a:pt x="4162683" y="1099391"/>
                  </a:lnTo>
                  <a:lnTo>
                    <a:pt x="4176067" y="1110739"/>
                  </a:lnTo>
                  <a:lnTo>
                    <a:pt x="4189452" y="1122121"/>
                  </a:lnTo>
                  <a:lnTo>
                    <a:pt x="4202837" y="1133539"/>
                  </a:lnTo>
                  <a:lnTo>
                    <a:pt x="4216222" y="1144968"/>
                  </a:lnTo>
                  <a:lnTo>
                    <a:pt x="4229607" y="1156401"/>
                  </a:lnTo>
                  <a:lnTo>
                    <a:pt x="4242992" y="1167829"/>
                  </a:lnTo>
                  <a:lnTo>
                    <a:pt x="4256376" y="1179239"/>
                  </a:lnTo>
                  <a:lnTo>
                    <a:pt x="4269761" y="1190629"/>
                  </a:lnTo>
                  <a:lnTo>
                    <a:pt x="4283146" y="1201988"/>
                  </a:lnTo>
                  <a:lnTo>
                    <a:pt x="4296531" y="1213298"/>
                  </a:lnTo>
                  <a:lnTo>
                    <a:pt x="4309916" y="1224572"/>
                  </a:lnTo>
                  <a:lnTo>
                    <a:pt x="4323301" y="1235803"/>
                  </a:lnTo>
                  <a:lnTo>
                    <a:pt x="4336685" y="1246958"/>
                  </a:lnTo>
                  <a:lnTo>
                    <a:pt x="4350070" y="1258067"/>
                  </a:lnTo>
                  <a:lnTo>
                    <a:pt x="4363455" y="1269128"/>
                  </a:lnTo>
                  <a:lnTo>
                    <a:pt x="4376840" y="1280098"/>
                  </a:lnTo>
                  <a:lnTo>
                    <a:pt x="4390225" y="1291015"/>
                  </a:lnTo>
                  <a:lnTo>
                    <a:pt x="4403610" y="1301881"/>
                  </a:lnTo>
                  <a:lnTo>
                    <a:pt x="4416994" y="1312664"/>
                  </a:lnTo>
                  <a:lnTo>
                    <a:pt x="4430379" y="1323387"/>
                  </a:lnTo>
                  <a:lnTo>
                    <a:pt x="4443764" y="1334060"/>
                  </a:lnTo>
                  <a:lnTo>
                    <a:pt x="4457149" y="1344663"/>
                  </a:lnTo>
                  <a:lnTo>
                    <a:pt x="4470534" y="1355205"/>
                  </a:lnTo>
                  <a:lnTo>
                    <a:pt x="4483919" y="1365705"/>
                  </a:lnTo>
                  <a:lnTo>
                    <a:pt x="4497303" y="1376152"/>
                  </a:lnTo>
                  <a:lnTo>
                    <a:pt x="4510688" y="1386543"/>
                  </a:lnTo>
                  <a:lnTo>
                    <a:pt x="4524073" y="1396900"/>
                  </a:lnTo>
                  <a:lnTo>
                    <a:pt x="4537458" y="1407223"/>
                  </a:lnTo>
                  <a:lnTo>
                    <a:pt x="4550843" y="1417501"/>
                  </a:lnTo>
                  <a:lnTo>
                    <a:pt x="4564228" y="1427758"/>
                  </a:lnTo>
                  <a:lnTo>
                    <a:pt x="4577612" y="1437994"/>
                  </a:lnTo>
                  <a:lnTo>
                    <a:pt x="4590997" y="1448203"/>
                  </a:lnTo>
                  <a:lnTo>
                    <a:pt x="4604382" y="1458402"/>
                  </a:lnTo>
                  <a:lnTo>
                    <a:pt x="4617767" y="1468592"/>
                  </a:lnTo>
                  <a:lnTo>
                    <a:pt x="4631152" y="1478775"/>
                  </a:lnTo>
                  <a:lnTo>
                    <a:pt x="4644537" y="1488959"/>
                  </a:lnTo>
                  <a:lnTo>
                    <a:pt x="4657921" y="1499145"/>
                  </a:lnTo>
                  <a:lnTo>
                    <a:pt x="4671306" y="1509338"/>
                  </a:lnTo>
                  <a:lnTo>
                    <a:pt x="4684691" y="1519543"/>
                  </a:lnTo>
                  <a:lnTo>
                    <a:pt x="4698076" y="1529760"/>
                  </a:lnTo>
                  <a:lnTo>
                    <a:pt x="4711461" y="1539994"/>
                  </a:lnTo>
                  <a:lnTo>
                    <a:pt x="4724846" y="1550252"/>
                  </a:lnTo>
                  <a:lnTo>
                    <a:pt x="4738230" y="1560527"/>
                  </a:lnTo>
                  <a:lnTo>
                    <a:pt x="4751615" y="1570822"/>
                  </a:lnTo>
                  <a:lnTo>
                    <a:pt x="4765000" y="1581152"/>
                  </a:lnTo>
                  <a:lnTo>
                    <a:pt x="4778385" y="1591502"/>
                  </a:lnTo>
                  <a:lnTo>
                    <a:pt x="4791770" y="1601874"/>
                  </a:lnTo>
                  <a:lnTo>
                    <a:pt x="4805155" y="1612282"/>
                  </a:lnTo>
                  <a:lnTo>
                    <a:pt x="4818539" y="1622712"/>
                  </a:lnTo>
                  <a:lnTo>
                    <a:pt x="4831924" y="1633163"/>
                  </a:lnTo>
                  <a:lnTo>
                    <a:pt x="4845309" y="1643645"/>
                  </a:lnTo>
                  <a:lnTo>
                    <a:pt x="4858694" y="1654149"/>
                  </a:lnTo>
                  <a:lnTo>
                    <a:pt x="4872079" y="1664670"/>
                  </a:lnTo>
                  <a:lnTo>
                    <a:pt x="4885464" y="1675212"/>
                  </a:lnTo>
                  <a:lnTo>
                    <a:pt x="4898848" y="1685771"/>
                  </a:lnTo>
                  <a:lnTo>
                    <a:pt x="4912233" y="1696341"/>
                  </a:lnTo>
                  <a:lnTo>
                    <a:pt x="4925618" y="1706921"/>
                  </a:lnTo>
                  <a:lnTo>
                    <a:pt x="4939003" y="1717507"/>
                  </a:lnTo>
                  <a:lnTo>
                    <a:pt x="4952388" y="1728094"/>
                  </a:lnTo>
                  <a:lnTo>
                    <a:pt x="4965773" y="1738681"/>
                  </a:lnTo>
                  <a:lnTo>
                    <a:pt x="4979157" y="1749257"/>
                  </a:lnTo>
                  <a:lnTo>
                    <a:pt x="4992542" y="1759823"/>
                  </a:lnTo>
                  <a:lnTo>
                    <a:pt x="5005927" y="1770377"/>
                  </a:lnTo>
                  <a:lnTo>
                    <a:pt x="5019312" y="1780901"/>
                  </a:lnTo>
                  <a:lnTo>
                    <a:pt x="5032697" y="1791400"/>
                  </a:lnTo>
                  <a:lnTo>
                    <a:pt x="5046082" y="1801873"/>
                  </a:lnTo>
                  <a:lnTo>
                    <a:pt x="5059466" y="1812301"/>
                  </a:lnTo>
                  <a:lnTo>
                    <a:pt x="5072851" y="1822683"/>
                  </a:lnTo>
                  <a:lnTo>
                    <a:pt x="5086236" y="1833026"/>
                  </a:lnTo>
                  <a:lnTo>
                    <a:pt x="5099621" y="1843311"/>
                  </a:lnTo>
                  <a:lnTo>
                    <a:pt x="5113006" y="1853525"/>
                  </a:lnTo>
                  <a:lnTo>
                    <a:pt x="5126391" y="1863687"/>
                  </a:lnTo>
                  <a:lnTo>
                    <a:pt x="5139775" y="1873782"/>
                  </a:lnTo>
                  <a:lnTo>
                    <a:pt x="5153160" y="1883778"/>
                  </a:lnTo>
                  <a:lnTo>
                    <a:pt x="5166545" y="1893708"/>
                  </a:lnTo>
                  <a:lnTo>
                    <a:pt x="5179930" y="1903569"/>
                  </a:lnTo>
                  <a:lnTo>
                    <a:pt x="5193315" y="1913299"/>
                  </a:lnTo>
                  <a:lnTo>
                    <a:pt x="5206700" y="1922952"/>
                  </a:lnTo>
                  <a:lnTo>
                    <a:pt x="5220084" y="1932526"/>
                  </a:lnTo>
                  <a:lnTo>
                    <a:pt x="5233469" y="1941961"/>
                  </a:lnTo>
                  <a:lnTo>
                    <a:pt x="5246854" y="1951296"/>
                  </a:lnTo>
                  <a:lnTo>
                    <a:pt x="5260239" y="1960543"/>
                  </a:lnTo>
                  <a:lnTo>
                    <a:pt x="5273624" y="1969652"/>
                  </a:lnTo>
                  <a:lnTo>
                    <a:pt x="5287009" y="1978637"/>
                  </a:lnTo>
                  <a:lnTo>
                    <a:pt x="5300393" y="1987526"/>
                  </a:lnTo>
                  <a:lnTo>
                    <a:pt x="5313778" y="1996285"/>
                  </a:lnTo>
                  <a:lnTo>
                    <a:pt x="5327163" y="2004895"/>
                  </a:lnTo>
                  <a:lnTo>
                    <a:pt x="5340548" y="2013406"/>
                  </a:lnTo>
                  <a:lnTo>
                    <a:pt x="5353933" y="2021797"/>
                  </a:lnTo>
                  <a:lnTo>
                    <a:pt x="5367318" y="2030019"/>
                  </a:lnTo>
                  <a:lnTo>
                    <a:pt x="5380702" y="2038138"/>
                  </a:lnTo>
                  <a:lnTo>
                    <a:pt x="5394087" y="2046154"/>
                  </a:lnTo>
                  <a:lnTo>
                    <a:pt x="5407472" y="2053981"/>
                  </a:lnTo>
                  <a:lnTo>
                    <a:pt x="5420857" y="2061706"/>
                  </a:lnTo>
                  <a:lnTo>
                    <a:pt x="5434242" y="2069328"/>
                  </a:lnTo>
                  <a:lnTo>
                    <a:pt x="5447627" y="2076782"/>
                  </a:lnTo>
                  <a:lnTo>
                    <a:pt x="5461011" y="2084118"/>
                  </a:lnTo>
                  <a:lnTo>
                    <a:pt x="5474396" y="2091355"/>
                  </a:lnTo>
                  <a:lnTo>
                    <a:pt x="5487781" y="2098445"/>
                  </a:lnTo>
                  <a:lnTo>
                    <a:pt x="5501166" y="2105405"/>
                  </a:lnTo>
                  <a:lnTo>
                    <a:pt x="5514551" y="2112270"/>
                  </a:lnTo>
                  <a:lnTo>
                    <a:pt x="5527936" y="2119012"/>
                  </a:lnTo>
                  <a:lnTo>
                    <a:pt x="5541320" y="2125615"/>
                  </a:lnTo>
                  <a:lnTo>
                    <a:pt x="5554705" y="2132128"/>
                  </a:lnTo>
                  <a:lnTo>
                    <a:pt x="5568090" y="2138540"/>
                  </a:lnTo>
                  <a:lnTo>
                    <a:pt x="5581475" y="2144807"/>
                  </a:lnTo>
                  <a:lnTo>
                    <a:pt x="5594860" y="2150991"/>
                  </a:lnTo>
                  <a:lnTo>
                    <a:pt x="5608245" y="2157093"/>
                  </a:lnTo>
                  <a:lnTo>
                    <a:pt x="5621629" y="2163049"/>
                  </a:lnTo>
                  <a:lnTo>
                    <a:pt x="5635014" y="2168927"/>
                  </a:lnTo>
                  <a:lnTo>
                    <a:pt x="5648399" y="2174729"/>
                  </a:lnTo>
                  <a:lnTo>
                    <a:pt x="5661784" y="2180408"/>
                  </a:lnTo>
                  <a:lnTo>
                    <a:pt x="5675169" y="2186002"/>
                  </a:lnTo>
                  <a:lnTo>
                    <a:pt x="5688554" y="2191524"/>
                  </a:lnTo>
                  <a:lnTo>
                    <a:pt x="5701938" y="2196945"/>
                  </a:lnTo>
                  <a:lnTo>
                    <a:pt x="5715323" y="2202273"/>
                  </a:lnTo>
                  <a:lnTo>
                    <a:pt x="5728708" y="2207535"/>
                  </a:lnTo>
                  <a:lnTo>
                    <a:pt x="5742093" y="2212711"/>
                  </a:lnTo>
                  <a:lnTo>
                    <a:pt x="5755478" y="2217789"/>
                  </a:lnTo>
                  <a:lnTo>
                    <a:pt x="5768863" y="2222803"/>
                  </a:lnTo>
                  <a:lnTo>
                    <a:pt x="5782247" y="2227745"/>
                  </a:lnTo>
                  <a:lnTo>
                    <a:pt x="5795632" y="2232581"/>
                  </a:lnTo>
                  <a:lnTo>
                    <a:pt x="5809017" y="2237354"/>
                  </a:lnTo>
                  <a:lnTo>
                    <a:pt x="5822402" y="2242065"/>
                  </a:lnTo>
                  <a:lnTo>
                    <a:pt x="5835787" y="2246665"/>
                  </a:lnTo>
                  <a:lnTo>
                    <a:pt x="5849172" y="2251199"/>
                  </a:lnTo>
                  <a:lnTo>
                    <a:pt x="5862556" y="2255671"/>
                  </a:lnTo>
                  <a:lnTo>
                    <a:pt x="5875941" y="2260041"/>
                  </a:lnTo>
                  <a:lnTo>
                    <a:pt x="5889326" y="2264332"/>
                  </a:lnTo>
                  <a:lnTo>
                    <a:pt x="5902711" y="2268559"/>
                  </a:lnTo>
                  <a:lnTo>
                    <a:pt x="5916096" y="2272693"/>
                  </a:lnTo>
                  <a:lnTo>
                    <a:pt x="5929481" y="2276733"/>
                  </a:lnTo>
                  <a:lnTo>
                    <a:pt x="5942865" y="2280706"/>
                  </a:lnTo>
                  <a:lnTo>
                    <a:pt x="5956250" y="2284593"/>
                  </a:lnTo>
                  <a:lnTo>
                    <a:pt x="5969635" y="2288371"/>
                  </a:lnTo>
                  <a:lnTo>
                    <a:pt x="5983020" y="2292078"/>
                  </a:lnTo>
                  <a:lnTo>
                    <a:pt x="5996405" y="2295706"/>
                  </a:lnTo>
                  <a:lnTo>
                    <a:pt x="6009790" y="2299207"/>
                  </a:lnTo>
                  <a:lnTo>
                    <a:pt x="6023174" y="2302634"/>
                  </a:lnTo>
                  <a:lnTo>
                    <a:pt x="6036559" y="2305985"/>
                  </a:lnTo>
                  <a:lnTo>
                    <a:pt x="6049944" y="2309203"/>
                  </a:lnTo>
                  <a:lnTo>
                    <a:pt x="6063329" y="2312336"/>
                  </a:lnTo>
                  <a:lnTo>
                    <a:pt x="6076714" y="2315391"/>
                  </a:lnTo>
                  <a:lnTo>
                    <a:pt x="6090099" y="2318321"/>
                  </a:lnTo>
                  <a:lnTo>
                    <a:pt x="6103483" y="2321151"/>
                  </a:lnTo>
                  <a:lnTo>
                    <a:pt x="6116868" y="2323900"/>
                  </a:lnTo>
                  <a:lnTo>
                    <a:pt x="6130253" y="2326535"/>
                  </a:lnTo>
                  <a:lnTo>
                    <a:pt x="6143638" y="2329054"/>
                  </a:lnTo>
                  <a:lnTo>
                    <a:pt x="6157023" y="2331492"/>
                  </a:lnTo>
                  <a:lnTo>
                    <a:pt x="6170408" y="2333829"/>
                  </a:lnTo>
                  <a:lnTo>
                    <a:pt x="6183792" y="2336036"/>
                  </a:lnTo>
                  <a:lnTo>
                    <a:pt x="6197177" y="2338164"/>
                  </a:lnTo>
                  <a:lnTo>
                    <a:pt x="6210562" y="2340205"/>
                  </a:lnTo>
                  <a:lnTo>
                    <a:pt x="6223947" y="2342107"/>
                  </a:lnTo>
                  <a:lnTo>
                    <a:pt x="6237332" y="2343931"/>
                  </a:lnTo>
                  <a:lnTo>
                    <a:pt x="6250717" y="2345678"/>
                  </a:lnTo>
                  <a:lnTo>
                    <a:pt x="6264101" y="2347295"/>
                  </a:lnTo>
                  <a:lnTo>
                    <a:pt x="6277486" y="2348831"/>
                  </a:lnTo>
                  <a:lnTo>
                    <a:pt x="6290871" y="2350296"/>
                  </a:lnTo>
                  <a:lnTo>
                    <a:pt x="6304256" y="2351651"/>
                  </a:lnTo>
                  <a:lnTo>
                    <a:pt x="6317641" y="2352922"/>
                  </a:lnTo>
                  <a:lnTo>
                    <a:pt x="6331026" y="2354128"/>
                  </a:lnTo>
                  <a:lnTo>
                    <a:pt x="6344410" y="2355248"/>
                  </a:lnTo>
                  <a:lnTo>
                    <a:pt x="6357795" y="2356283"/>
                  </a:lnTo>
                  <a:lnTo>
                    <a:pt x="6371180" y="2357262"/>
                  </a:lnTo>
                  <a:lnTo>
                    <a:pt x="6384565" y="2358176"/>
                  </a:lnTo>
                  <a:lnTo>
                    <a:pt x="6397950" y="2359011"/>
                  </a:lnTo>
                  <a:lnTo>
                    <a:pt x="6411335" y="2359800"/>
                  </a:lnTo>
                  <a:lnTo>
                    <a:pt x="6424719" y="2360544"/>
                  </a:lnTo>
                  <a:lnTo>
                    <a:pt x="6438104" y="2361219"/>
                  </a:lnTo>
                  <a:lnTo>
                    <a:pt x="6451489" y="2361861"/>
                  </a:lnTo>
                  <a:lnTo>
                    <a:pt x="6464874" y="2362471"/>
                  </a:lnTo>
                  <a:lnTo>
                    <a:pt x="6478259" y="2363034"/>
                  </a:lnTo>
                  <a:lnTo>
                    <a:pt x="6491644" y="2363572"/>
                  </a:lnTo>
                  <a:lnTo>
                    <a:pt x="6505028" y="2364091"/>
                  </a:lnTo>
                  <a:lnTo>
                    <a:pt x="6518413" y="2364584"/>
                  </a:lnTo>
                  <a:lnTo>
                    <a:pt x="6531798" y="2365065"/>
                  </a:lnTo>
                  <a:lnTo>
                    <a:pt x="6545183" y="2365537"/>
                  </a:lnTo>
                  <a:lnTo>
                    <a:pt x="6558568" y="2366003"/>
                  </a:lnTo>
                  <a:lnTo>
                    <a:pt x="6571953" y="2366470"/>
                  </a:lnTo>
                  <a:lnTo>
                    <a:pt x="6585337" y="2366941"/>
                  </a:lnTo>
                  <a:lnTo>
                    <a:pt x="6598722" y="2367418"/>
                  </a:lnTo>
                  <a:lnTo>
                    <a:pt x="6612107" y="2367913"/>
                  </a:lnTo>
                  <a:lnTo>
                    <a:pt x="6625492" y="2368421"/>
                  </a:lnTo>
                  <a:lnTo>
                    <a:pt x="6638877" y="2368945"/>
                  </a:lnTo>
                  <a:lnTo>
                    <a:pt x="6652262" y="2369505"/>
                  </a:lnTo>
                  <a:lnTo>
                    <a:pt x="6665646" y="2370087"/>
                  </a:lnTo>
                  <a:lnTo>
                    <a:pt x="6679031" y="2370693"/>
                  </a:lnTo>
                  <a:lnTo>
                    <a:pt x="6692416" y="2371343"/>
                  </a:lnTo>
                  <a:lnTo>
                    <a:pt x="6705801" y="2372028"/>
                  </a:lnTo>
                  <a:lnTo>
                    <a:pt x="6719186" y="2372742"/>
                  </a:lnTo>
                  <a:lnTo>
                    <a:pt x="6732571" y="2373505"/>
                  </a:lnTo>
                  <a:lnTo>
                    <a:pt x="6745955" y="2374313"/>
                  </a:lnTo>
                  <a:lnTo>
                    <a:pt x="6759340" y="2375156"/>
                  </a:lnTo>
                  <a:lnTo>
                    <a:pt x="6772725" y="2376045"/>
                  </a:lnTo>
                  <a:lnTo>
                    <a:pt x="6786110" y="2376990"/>
                  </a:lnTo>
                  <a:lnTo>
                    <a:pt x="6799495" y="2377971"/>
                  </a:lnTo>
                  <a:lnTo>
                    <a:pt x="6812880" y="2378995"/>
                  </a:lnTo>
                  <a:lnTo>
                    <a:pt x="6826264" y="2380081"/>
                  </a:lnTo>
                  <a:lnTo>
                    <a:pt x="6839649" y="2381203"/>
                  </a:lnTo>
                  <a:lnTo>
                    <a:pt x="6839649" y="2462022"/>
                  </a:lnTo>
                  <a:lnTo>
                    <a:pt x="6826264" y="2462022"/>
                  </a:lnTo>
                  <a:lnTo>
                    <a:pt x="6812880" y="2462022"/>
                  </a:lnTo>
                  <a:lnTo>
                    <a:pt x="6799495" y="2462022"/>
                  </a:lnTo>
                  <a:lnTo>
                    <a:pt x="6786110" y="2462022"/>
                  </a:lnTo>
                  <a:lnTo>
                    <a:pt x="6772725" y="2462022"/>
                  </a:lnTo>
                  <a:lnTo>
                    <a:pt x="6759340" y="2462022"/>
                  </a:lnTo>
                  <a:lnTo>
                    <a:pt x="6745955" y="2462022"/>
                  </a:lnTo>
                  <a:lnTo>
                    <a:pt x="6732571" y="2462022"/>
                  </a:lnTo>
                  <a:lnTo>
                    <a:pt x="6719186" y="2462022"/>
                  </a:lnTo>
                  <a:lnTo>
                    <a:pt x="6705801" y="2462022"/>
                  </a:lnTo>
                  <a:lnTo>
                    <a:pt x="6692416" y="2462022"/>
                  </a:lnTo>
                  <a:lnTo>
                    <a:pt x="6679031" y="2462022"/>
                  </a:lnTo>
                  <a:lnTo>
                    <a:pt x="6665646" y="2462022"/>
                  </a:lnTo>
                  <a:lnTo>
                    <a:pt x="6652262" y="2462022"/>
                  </a:lnTo>
                  <a:lnTo>
                    <a:pt x="6638877" y="2462022"/>
                  </a:lnTo>
                  <a:lnTo>
                    <a:pt x="6625492" y="2462022"/>
                  </a:lnTo>
                  <a:lnTo>
                    <a:pt x="6612107" y="2462022"/>
                  </a:lnTo>
                  <a:lnTo>
                    <a:pt x="6598722" y="2462022"/>
                  </a:lnTo>
                  <a:lnTo>
                    <a:pt x="6585337" y="2462022"/>
                  </a:lnTo>
                  <a:lnTo>
                    <a:pt x="6571953" y="2462022"/>
                  </a:lnTo>
                  <a:lnTo>
                    <a:pt x="6558568" y="2462022"/>
                  </a:lnTo>
                  <a:lnTo>
                    <a:pt x="6545183" y="2462022"/>
                  </a:lnTo>
                  <a:lnTo>
                    <a:pt x="6531798" y="2462022"/>
                  </a:lnTo>
                  <a:lnTo>
                    <a:pt x="6518413" y="2462022"/>
                  </a:lnTo>
                  <a:lnTo>
                    <a:pt x="6505028" y="2462022"/>
                  </a:lnTo>
                  <a:lnTo>
                    <a:pt x="6491644" y="2462022"/>
                  </a:lnTo>
                  <a:lnTo>
                    <a:pt x="6478259" y="2462022"/>
                  </a:lnTo>
                  <a:lnTo>
                    <a:pt x="6464874" y="2462022"/>
                  </a:lnTo>
                  <a:lnTo>
                    <a:pt x="6451489" y="2462022"/>
                  </a:lnTo>
                  <a:lnTo>
                    <a:pt x="6438104" y="2462022"/>
                  </a:lnTo>
                  <a:lnTo>
                    <a:pt x="6424719" y="2462022"/>
                  </a:lnTo>
                  <a:lnTo>
                    <a:pt x="6411335" y="2462022"/>
                  </a:lnTo>
                  <a:lnTo>
                    <a:pt x="6397950" y="2462022"/>
                  </a:lnTo>
                  <a:lnTo>
                    <a:pt x="6384565" y="2462022"/>
                  </a:lnTo>
                  <a:lnTo>
                    <a:pt x="6371180" y="2462022"/>
                  </a:lnTo>
                  <a:lnTo>
                    <a:pt x="6357795" y="2462022"/>
                  </a:lnTo>
                  <a:lnTo>
                    <a:pt x="6344410" y="2462022"/>
                  </a:lnTo>
                  <a:lnTo>
                    <a:pt x="6331026" y="2462022"/>
                  </a:lnTo>
                  <a:lnTo>
                    <a:pt x="6317641" y="2462022"/>
                  </a:lnTo>
                  <a:lnTo>
                    <a:pt x="6304256" y="2462022"/>
                  </a:lnTo>
                  <a:lnTo>
                    <a:pt x="6290871" y="2462022"/>
                  </a:lnTo>
                  <a:lnTo>
                    <a:pt x="6277486" y="2462022"/>
                  </a:lnTo>
                  <a:lnTo>
                    <a:pt x="6264101" y="2462022"/>
                  </a:lnTo>
                  <a:lnTo>
                    <a:pt x="6250717" y="2462022"/>
                  </a:lnTo>
                  <a:lnTo>
                    <a:pt x="6237332" y="2462022"/>
                  </a:lnTo>
                  <a:lnTo>
                    <a:pt x="6223947" y="2462022"/>
                  </a:lnTo>
                  <a:lnTo>
                    <a:pt x="6210562" y="2462022"/>
                  </a:lnTo>
                  <a:lnTo>
                    <a:pt x="6197177" y="2462022"/>
                  </a:lnTo>
                  <a:lnTo>
                    <a:pt x="6183792" y="2462022"/>
                  </a:lnTo>
                  <a:lnTo>
                    <a:pt x="6170408" y="2462022"/>
                  </a:lnTo>
                  <a:lnTo>
                    <a:pt x="6157023" y="2462022"/>
                  </a:lnTo>
                  <a:lnTo>
                    <a:pt x="6143638" y="2462022"/>
                  </a:lnTo>
                  <a:lnTo>
                    <a:pt x="6130253" y="2462022"/>
                  </a:lnTo>
                  <a:lnTo>
                    <a:pt x="6116868" y="2462022"/>
                  </a:lnTo>
                  <a:lnTo>
                    <a:pt x="6103483" y="2462022"/>
                  </a:lnTo>
                  <a:lnTo>
                    <a:pt x="6090099" y="2462022"/>
                  </a:lnTo>
                  <a:lnTo>
                    <a:pt x="6076714" y="2462022"/>
                  </a:lnTo>
                  <a:lnTo>
                    <a:pt x="6063329" y="2462022"/>
                  </a:lnTo>
                  <a:lnTo>
                    <a:pt x="6049944" y="2462022"/>
                  </a:lnTo>
                  <a:lnTo>
                    <a:pt x="6036559" y="2462022"/>
                  </a:lnTo>
                  <a:lnTo>
                    <a:pt x="6023174" y="2462022"/>
                  </a:lnTo>
                  <a:lnTo>
                    <a:pt x="6009790" y="2462022"/>
                  </a:lnTo>
                  <a:lnTo>
                    <a:pt x="5996405" y="2462022"/>
                  </a:lnTo>
                  <a:lnTo>
                    <a:pt x="5983020" y="2462022"/>
                  </a:lnTo>
                  <a:lnTo>
                    <a:pt x="5969635" y="2462022"/>
                  </a:lnTo>
                  <a:lnTo>
                    <a:pt x="5956250" y="2462022"/>
                  </a:lnTo>
                  <a:lnTo>
                    <a:pt x="5942865" y="2462022"/>
                  </a:lnTo>
                  <a:lnTo>
                    <a:pt x="5929481" y="2462022"/>
                  </a:lnTo>
                  <a:lnTo>
                    <a:pt x="5916096" y="2462022"/>
                  </a:lnTo>
                  <a:lnTo>
                    <a:pt x="5902711" y="2462022"/>
                  </a:lnTo>
                  <a:lnTo>
                    <a:pt x="5889326" y="2462022"/>
                  </a:lnTo>
                  <a:lnTo>
                    <a:pt x="5875941" y="2462022"/>
                  </a:lnTo>
                  <a:lnTo>
                    <a:pt x="5862556" y="2462022"/>
                  </a:lnTo>
                  <a:lnTo>
                    <a:pt x="5849172" y="2462022"/>
                  </a:lnTo>
                  <a:lnTo>
                    <a:pt x="5835787" y="2462022"/>
                  </a:lnTo>
                  <a:lnTo>
                    <a:pt x="5822402" y="2462022"/>
                  </a:lnTo>
                  <a:lnTo>
                    <a:pt x="5809017" y="2462022"/>
                  </a:lnTo>
                  <a:lnTo>
                    <a:pt x="5795632" y="2462022"/>
                  </a:lnTo>
                  <a:lnTo>
                    <a:pt x="5782247" y="2462022"/>
                  </a:lnTo>
                  <a:lnTo>
                    <a:pt x="5768863" y="2462022"/>
                  </a:lnTo>
                  <a:lnTo>
                    <a:pt x="5755478" y="2462022"/>
                  </a:lnTo>
                  <a:lnTo>
                    <a:pt x="5742093" y="2462022"/>
                  </a:lnTo>
                  <a:lnTo>
                    <a:pt x="5728708" y="2462022"/>
                  </a:lnTo>
                  <a:lnTo>
                    <a:pt x="5715323" y="2462022"/>
                  </a:lnTo>
                  <a:lnTo>
                    <a:pt x="5701938" y="2462022"/>
                  </a:lnTo>
                  <a:lnTo>
                    <a:pt x="5688554" y="2462022"/>
                  </a:lnTo>
                  <a:lnTo>
                    <a:pt x="5675169" y="2462022"/>
                  </a:lnTo>
                  <a:lnTo>
                    <a:pt x="5661784" y="2462022"/>
                  </a:lnTo>
                  <a:lnTo>
                    <a:pt x="5648399" y="2462022"/>
                  </a:lnTo>
                  <a:lnTo>
                    <a:pt x="5635014" y="2462022"/>
                  </a:lnTo>
                  <a:lnTo>
                    <a:pt x="5621629" y="2462022"/>
                  </a:lnTo>
                  <a:lnTo>
                    <a:pt x="5608245" y="2462022"/>
                  </a:lnTo>
                  <a:lnTo>
                    <a:pt x="5594860" y="2462022"/>
                  </a:lnTo>
                  <a:lnTo>
                    <a:pt x="5581475" y="2462022"/>
                  </a:lnTo>
                  <a:lnTo>
                    <a:pt x="5568090" y="2462022"/>
                  </a:lnTo>
                  <a:lnTo>
                    <a:pt x="5554705" y="2462022"/>
                  </a:lnTo>
                  <a:lnTo>
                    <a:pt x="5541320" y="2462022"/>
                  </a:lnTo>
                  <a:lnTo>
                    <a:pt x="5527936" y="2462022"/>
                  </a:lnTo>
                  <a:lnTo>
                    <a:pt x="5514551" y="2462022"/>
                  </a:lnTo>
                  <a:lnTo>
                    <a:pt x="5501166" y="2462022"/>
                  </a:lnTo>
                  <a:lnTo>
                    <a:pt x="5487781" y="2462022"/>
                  </a:lnTo>
                  <a:lnTo>
                    <a:pt x="5474396" y="2462022"/>
                  </a:lnTo>
                  <a:lnTo>
                    <a:pt x="5461011" y="2462022"/>
                  </a:lnTo>
                  <a:lnTo>
                    <a:pt x="5447627" y="2462022"/>
                  </a:lnTo>
                  <a:lnTo>
                    <a:pt x="5434242" y="2462022"/>
                  </a:lnTo>
                  <a:lnTo>
                    <a:pt x="5420857" y="2462022"/>
                  </a:lnTo>
                  <a:lnTo>
                    <a:pt x="5407472" y="2462022"/>
                  </a:lnTo>
                  <a:lnTo>
                    <a:pt x="5394087" y="2462022"/>
                  </a:lnTo>
                  <a:lnTo>
                    <a:pt x="5380702" y="2462022"/>
                  </a:lnTo>
                  <a:lnTo>
                    <a:pt x="5367318" y="2462022"/>
                  </a:lnTo>
                  <a:lnTo>
                    <a:pt x="5353933" y="2462022"/>
                  </a:lnTo>
                  <a:lnTo>
                    <a:pt x="5340548" y="2462022"/>
                  </a:lnTo>
                  <a:lnTo>
                    <a:pt x="5327163" y="2462022"/>
                  </a:lnTo>
                  <a:lnTo>
                    <a:pt x="5313778" y="2462022"/>
                  </a:lnTo>
                  <a:lnTo>
                    <a:pt x="5300393" y="2462022"/>
                  </a:lnTo>
                  <a:lnTo>
                    <a:pt x="5287009" y="2462022"/>
                  </a:lnTo>
                  <a:lnTo>
                    <a:pt x="5273624" y="2462022"/>
                  </a:lnTo>
                  <a:lnTo>
                    <a:pt x="5260239" y="2462022"/>
                  </a:lnTo>
                  <a:lnTo>
                    <a:pt x="5246854" y="2462022"/>
                  </a:lnTo>
                  <a:lnTo>
                    <a:pt x="5233469" y="2462022"/>
                  </a:lnTo>
                  <a:lnTo>
                    <a:pt x="5220084" y="2462022"/>
                  </a:lnTo>
                  <a:lnTo>
                    <a:pt x="5206700" y="2462022"/>
                  </a:lnTo>
                  <a:lnTo>
                    <a:pt x="5193315" y="2462022"/>
                  </a:lnTo>
                  <a:lnTo>
                    <a:pt x="5179930" y="2462022"/>
                  </a:lnTo>
                  <a:lnTo>
                    <a:pt x="5166545" y="2462022"/>
                  </a:lnTo>
                  <a:lnTo>
                    <a:pt x="5153160" y="2462022"/>
                  </a:lnTo>
                  <a:lnTo>
                    <a:pt x="5139775" y="2462022"/>
                  </a:lnTo>
                  <a:lnTo>
                    <a:pt x="5126391" y="2462022"/>
                  </a:lnTo>
                  <a:lnTo>
                    <a:pt x="5113006" y="2462022"/>
                  </a:lnTo>
                  <a:lnTo>
                    <a:pt x="5099621" y="2462022"/>
                  </a:lnTo>
                  <a:lnTo>
                    <a:pt x="5086236" y="2462022"/>
                  </a:lnTo>
                  <a:lnTo>
                    <a:pt x="5072851" y="2462022"/>
                  </a:lnTo>
                  <a:lnTo>
                    <a:pt x="5059466" y="2462022"/>
                  </a:lnTo>
                  <a:lnTo>
                    <a:pt x="5046082" y="2462022"/>
                  </a:lnTo>
                  <a:lnTo>
                    <a:pt x="5032697" y="2462022"/>
                  </a:lnTo>
                  <a:lnTo>
                    <a:pt x="5019312" y="2462022"/>
                  </a:lnTo>
                  <a:lnTo>
                    <a:pt x="5005927" y="2462022"/>
                  </a:lnTo>
                  <a:lnTo>
                    <a:pt x="4992542" y="2462022"/>
                  </a:lnTo>
                  <a:lnTo>
                    <a:pt x="4979157" y="2462022"/>
                  </a:lnTo>
                  <a:lnTo>
                    <a:pt x="4965773" y="2462022"/>
                  </a:lnTo>
                  <a:lnTo>
                    <a:pt x="4952388" y="2462022"/>
                  </a:lnTo>
                  <a:lnTo>
                    <a:pt x="4939003" y="2462022"/>
                  </a:lnTo>
                  <a:lnTo>
                    <a:pt x="4925618" y="2462022"/>
                  </a:lnTo>
                  <a:lnTo>
                    <a:pt x="4912233" y="2462022"/>
                  </a:lnTo>
                  <a:lnTo>
                    <a:pt x="4898848" y="2462022"/>
                  </a:lnTo>
                  <a:lnTo>
                    <a:pt x="4885464" y="2462022"/>
                  </a:lnTo>
                  <a:lnTo>
                    <a:pt x="4872079" y="2462022"/>
                  </a:lnTo>
                  <a:lnTo>
                    <a:pt x="4858694" y="2462022"/>
                  </a:lnTo>
                  <a:lnTo>
                    <a:pt x="4845309" y="2462022"/>
                  </a:lnTo>
                  <a:lnTo>
                    <a:pt x="4831924" y="2462022"/>
                  </a:lnTo>
                  <a:lnTo>
                    <a:pt x="4818539" y="2462022"/>
                  </a:lnTo>
                  <a:lnTo>
                    <a:pt x="4805155" y="2462022"/>
                  </a:lnTo>
                  <a:lnTo>
                    <a:pt x="4791770" y="2462022"/>
                  </a:lnTo>
                  <a:lnTo>
                    <a:pt x="4778385" y="2462022"/>
                  </a:lnTo>
                  <a:lnTo>
                    <a:pt x="4765000" y="2462022"/>
                  </a:lnTo>
                  <a:lnTo>
                    <a:pt x="4751615" y="2462022"/>
                  </a:lnTo>
                  <a:lnTo>
                    <a:pt x="4738230" y="2462022"/>
                  </a:lnTo>
                  <a:lnTo>
                    <a:pt x="4724846" y="2462022"/>
                  </a:lnTo>
                  <a:lnTo>
                    <a:pt x="4711461" y="2462022"/>
                  </a:lnTo>
                  <a:lnTo>
                    <a:pt x="4698076" y="2462022"/>
                  </a:lnTo>
                  <a:lnTo>
                    <a:pt x="4684691" y="2462022"/>
                  </a:lnTo>
                  <a:lnTo>
                    <a:pt x="4671306" y="2462022"/>
                  </a:lnTo>
                  <a:lnTo>
                    <a:pt x="4657921" y="2462022"/>
                  </a:lnTo>
                  <a:lnTo>
                    <a:pt x="4644537" y="2462022"/>
                  </a:lnTo>
                  <a:lnTo>
                    <a:pt x="4631152" y="2462022"/>
                  </a:lnTo>
                  <a:lnTo>
                    <a:pt x="4617767" y="2462022"/>
                  </a:lnTo>
                  <a:lnTo>
                    <a:pt x="4604382" y="2462022"/>
                  </a:lnTo>
                  <a:lnTo>
                    <a:pt x="4590997" y="2462022"/>
                  </a:lnTo>
                  <a:lnTo>
                    <a:pt x="4577612" y="2462022"/>
                  </a:lnTo>
                  <a:lnTo>
                    <a:pt x="4564228" y="2462022"/>
                  </a:lnTo>
                  <a:lnTo>
                    <a:pt x="4550843" y="2462022"/>
                  </a:lnTo>
                  <a:lnTo>
                    <a:pt x="4537458" y="2462022"/>
                  </a:lnTo>
                  <a:lnTo>
                    <a:pt x="4524073" y="2462022"/>
                  </a:lnTo>
                  <a:lnTo>
                    <a:pt x="4510688" y="2462022"/>
                  </a:lnTo>
                  <a:lnTo>
                    <a:pt x="4497303" y="2462022"/>
                  </a:lnTo>
                  <a:lnTo>
                    <a:pt x="4483919" y="2462022"/>
                  </a:lnTo>
                  <a:lnTo>
                    <a:pt x="4470534" y="2462022"/>
                  </a:lnTo>
                  <a:lnTo>
                    <a:pt x="4457149" y="2462022"/>
                  </a:lnTo>
                  <a:lnTo>
                    <a:pt x="4443764" y="2462022"/>
                  </a:lnTo>
                  <a:lnTo>
                    <a:pt x="4430379" y="2462022"/>
                  </a:lnTo>
                  <a:lnTo>
                    <a:pt x="4416994" y="2462022"/>
                  </a:lnTo>
                  <a:lnTo>
                    <a:pt x="4403610" y="2462022"/>
                  </a:lnTo>
                  <a:lnTo>
                    <a:pt x="4390225" y="2462022"/>
                  </a:lnTo>
                  <a:lnTo>
                    <a:pt x="4376840" y="2462022"/>
                  </a:lnTo>
                  <a:lnTo>
                    <a:pt x="4363455" y="2462022"/>
                  </a:lnTo>
                  <a:lnTo>
                    <a:pt x="4350070" y="2462022"/>
                  </a:lnTo>
                  <a:lnTo>
                    <a:pt x="4336685" y="2462022"/>
                  </a:lnTo>
                  <a:lnTo>
                    <a:pt x="4323301" y="2462022"/>
                  </a:lnTo>
                  <a:lnTo>
                    <a:pt x="4309916" y="2462022"/>
                  </a:lnTo>
                  <a:lnTo>
                    <a:pt x="4296531" y="2462022"/>
                  </a:lnTo>
                  <a:lnTo>
                    <a:pt x="4283146" y="2462022"/>
                  </a:lnTo>
                  <a:lnTo>
                    <a:pt x="4269761" y="2462022"/>
                  </a:lnTo>
                  <a:lnTo>
                    <a:pt x="4256376" y="2462022"/>
                  </a:lnTo>
                  <a:lnTo>
                    <a:pt x="4242992" y="2462022"/>
                  </a:lnTo>
                  <a:lnTo>
                    <a:pt x="4229607" y="2462022"/>
                  </a:lnTo>
                  <a:lnTo>
                    <a:pt x="4216222" y="2462022"/>
                  </a:lnTo>
                  <a:lnTo>
                    <a:pt x="4202837" y="2462022"/>
                  </a:lnTo>
                  <a:lnTo>
                    <a:pt x="4189452" y="2462022"/>
                  </a:lnTo>
                  <a:lnTo>
                    <a:pt x="4176067" y="2462022"/>
                  </a:lnTo>
                  <a:lnTo>
                    <a:pt x="4162683" y="2462022"/>
                  </a:lnTo>
                  <a:lnTo>
                    <a:pt x="4149298" y="2462022"/>
                  </a:lnTo>
                  <a:lnTo>
                    <a:pt x="4135913" y="2462022"/>
                  </a:lnTo>
                  <a:lnTo>
                    <a:pt x="4122528" y="2462022"/>
                  </a:lnTo>
                  <a:lnTo>
                    <a:pt x="4109143" y="2462022"/>
                  </a:lnTo>
                  <a:lnTo>
                    <a:pt x="4095758" y="2462022"/>
                  </a:lnTo>
                  <a:lnTo>
                    <a:pt x="4082374" y="2462022"/>
                  </a:lnTo>
                  <a:lnTo>
                    <a:pt x="4068989" y="2462022"/>
                  </a:lnTo>
                  <a:lnTo>
                    <a:pt x="4055604" y="2462022"/>
                  </a:lnTo>
                  <a:lnTo>
                    <a:pt x="4042219" y="2462022"/>
                  </a:lnTo>
                  <a:lnTo>
                    <a:pt x="4028834" y="2462022"/>
                  </a:lnTo>
                  <a:lnTo>
                    <a:pt x="4015449" y="2462022"/>
                  </a:lnTo>
                  <a:lnTo>
                    <a:pt x="4002065" y="2462022"/>
                  </a:lnTo>
                  <a:lnTo>
                    <a:pt x="3988680" y="2462022"/>
                  </a:lnTo>
                  <a:lnTo>
                    <a:pt x="3975295" y="2462022"/>
                  </a:lnTo>
                  <a:lnTo>
                    <a:pt x="3961910" y="2462022"/>
                  </a:lnTo>
                  <a:lnTo>
                    <a:pt x="3948525" y="2462022"/>
                  </a:lnTo>
                  <a:lnTo>
                    <a:pt x="3935140" y="2462022"/>
                  </a:lnTo>
                  <a:lnTo>
                    <a:pt x="3921756" y="2462022"/>
                  </a:lnTo>
                  <a:lnTo>
                    <a:pt x="3908371" y="2462022"/>
                  </a:lnTo>
                  <a:lnTo>
                    <a:pt x="3894986" y="2462022"/>
                  </a:lnTo>
                  <a:lnTo>
                    <a:pt x="3881601" y="2462022"/>
                  </a:lnTo>
                  <a:lnTo>
                    <a:pt x="3868216" y="2462022"/>
                  </a:lnTo>
                  <a:lnTo>
                    <a:pt x="3854831" y="2462022"/>
                  </a:lnTo>
                  <a:lnTo>
                    <a:pt x="3841447" y="2462022"/>
                  </a:lnTo>
                  <a:lnTo>
                    <a:pt x="3828062" y="2462022"/>
                  </a:lnTo>
                  <a:lnTo>
                    <a:pt x="3814677" y="2462022"/>
                  </a:lnTo>
                  <a:lnTo>
                    <a:pt x="3801292" y="2462022"/>
                  </a:lnTo>
                  <a:lnTo>
                    <a:pt x="3787907" y="2462022"/>
                  </a:lnTo>
                  <a:lnTo>
                    <a:pt x="3774522" y="2462022"/>
                  </a:lnTo>
                  <a:lnTo>
                    <a:pt x="3761138" y="2462022"/>
                  </a:lnTo>
                  <a:lnTo>
                    <a:pt x="3747753" y="2462022"/>
                  </a:lnTo>
                  <a:lnTo>
                    <a:pt x="3734368" y="2462022"/>
                  </a:lnTo>
                  <a:lnTo>
                    <a:pt x="3720983" y="2462022"/>
                  </a:lnTo>
                  <a:lnTo>
                    <a:pt x="3707598" y="2462022"/>
                  </a:lnTo>
                  <a:lnTo>
                    <a:pt x="3694213" y="2462022"/>
                  </a:lnTo>
                  <a:lnTo>
                    <a:pt x="3680829" y="2462022"/>
                  </a:lnTo>
                  <a:lnTo>
                    <a:pt x="3667444" y="2462022"/>
                  </a:lnTo>
                  <a:lnTo>
                    <a:pt x="3654059" y="2462022"/>
                  </a:lnTo>
                  <a:lnTo>
                    <a:pt x="3640674" y="2462022"/>
                  </a:lnTo>
                  <a:lnTo>
                    <a:pt x="3627289" y="2462022"/>
                  </a:lnTo>
                  <a:lnTo>
                    <a:pt x="3613904" y="2462022"/>
                  </a:lnTo>
                  <a:lnTo>
                    <a:pt x="3600520" y="2462022"/>
                  </a:lnTo>
                  <a:lnTo>
                    <a:pt x="3587135" y="2462022"/>
                  </a:lnTo>
                  <a:lnTo>
                    <a:pt x="3573750" y="2462022"/>
                  </a:lnTo>
                  <a:lnTo>
                    <a:pt x="3560365" y="2462022"/>
                  </a:lnTo>
                  <a:lnTo>
                    <a:pt x="3546980" y="2462022"/>
                  </a:lnTo>
                  <a:lnTo>
                    <a:pt x="3533595" y="2462022"/>
                  </a:lnTo>
                  <a:lnTo>
                    <a:pt x="3520211" y="2462022"/>
                  </a:lnTo>
                  <a:lnTo>
                    <a:pt x="3506826" y="2462022"/>
                  </a:lnTo>
                  <a:lnTo>
                    <a:pt x="3493441" y="2462022"/>
                  </a:lnTo>
                  <a:lnTo>
                    <a:pt x="3480056" y="2462022"/>
                  </a:lnTo>
                  <a:lnTo>
                    <a:pt x="3466671" y="2462022"/>
                  </a:lnTo>
                  <a:lnTo>
                    <a:pt x="3453286" y="2462022"/>
                  </a:lnTo>
                  <a:lnTo>
                    <a:pt x="3439902" y="2462022"/>
                  </a:lnTo>
                  <a:lnTo>
                    <a:pt x="3426517" y="2462022"/>
                  </a:lnTo>
                  <a:lnTo>
                    <a:pt x="3413132" y="2462022"/>
                  </a:lnTo>
                  <a:lnTo>
                    <a:pt x="3399747" y="2462022"/>
                  </a:lnTo>
                  <a:lnTo>
                    <a:pt x="3386362" y="2462022"/>
                  </a:lnTo>
                  <a:lnTo>
                    <a:pt x="3372977" y="2462022"/>
                  </a:lnTo>
                  <a:lnTo>
                    <a:pt x="3359593" y="2462022"/>
                  </a:lnTo>
                  <a:lnTo>
                    <a:pt x="3346208" y="2462022"/>
                  </a:lnTo>
                  <a:lnTo>
                    <a:pt x="3332823" y="2462022"/>
                  </a:lnTo>
                  <a:lnTo>
                    <a:pt x="3319438" y="2462022"/>
                  </a:lnTo>
                  <a:lnTo>
                    <a:pt x="3306053" y="2462022"/>
                  </a:lnTo>
                  <a:lnTo>
                    <a:pt x="3292668" y="2462022"/>
                  </a:lnTo>
                  <a:lnTo>
                    <a:pt x="3279284" y="2462022"/>
                  </a:lnTo>
                  <a:lnTo>
                    <a:pt x="3265899" y="2462022"/>
                  </a:lnTo>
                  <a:lnTo>
                    <a:pt x="3252514" y="2462022"/>
                  </a:lnTo>
                  <a:lnTo>
                    <a:pt x="3239129" y="2462022"/>
                  </a:lnTo>
                  <a:lnTo>
                    <a:pt x="3225744" y="2462022"/>
                  </a:lnTo>
                  <a:lnTo>
                    <a:pt x="3212359" y="2462022"/>
                  </a:lnTo>
                  <a:lnTo>
                    <a:pt x="3198975" y="2462022"/>
                  </a:lnTo>
                  <a:lnTo>
                    <a:pt x="3185590" y="2462022"/>
                  </a:lnTo>
                  <a:lnTo>
                    <a:pt x="3172205" y="2462022"/>
                  </a:lnTo>
                  <a:lnTo>
                    <a:pt x="3158820" y="2462022"/>
                  </a:lnTo>
                  <a:lnTo>
                    <a:pt x="3145435" y="2462022"/>
                  </a:lnTo>
                  <a:lnTo>
                    <a:pt x="3132050" y="2462022"/>
                  </a:lnTo>
                  <a:lnTo>
                    <a:pt x="3118666" y="2462022"/>
                  </a:lnTo>
                  <a:lnTo>
                    <a:pt x="3105281" y="2462022"/>
                  </a:lnTo>
                  <a:lnTo>
                    <a:pt x="3091896" y="2462022"/>
                  </a:lnTo>
                  <a:lnTo>
                    <a:pt x="3078511" y="2462022"/>
                  </a:lnTo>
                  <a:lnTo>
                    <a:pt x="3065126" y="2462022"/>
                  </a:lnTo>
                  <a:lnTo>
                    <a:pt x="3051741" y="2462022"/>
                  </a:lnTo>
                  <a:lnTo>
                    <a:pt x="3038357" y="2462022"/>
                  </a:lnTo>
                  <a:lnTo>
                    <a:pt x="3024972" y="2462022"/>
                  </a:lnTo>
                  <a:lnTo>
                    <a:pt x="3011587" y="2462022"/>
                  </a:lnTo>
                  <a:lnTo>
                    <a:pt x="2998202" y="2462022"/>
                  </a:lnTo>
                  <a:lnTo>
                    <a:pt x="2984817" y="2462022"/>
                  </a:lnTo>
                  <a:lnTo>
                    <a:pt x="2971432" y="2462022"/>
                  </a:lnTo>
                  <a:lnTo>
                    <a:pt x="2958048" y="2462022"/>
                  </a:lnTo>
                  <a:lnTo>
                    <a:pt x="2944663" y="2462022"/>
                  </a:lnTo>
                  <a:lnTo>
                    <a:pt x="2931278" y="2462022"/>
                  </a:lnTo>
                  <a:lnTo>
                    <a:pt x="2917893" y="2462022"/>
                  </a:lnTo>
                  <a:lnTo>
                    <a:pt x="2904508" y="2462022"/>
                  </a:lnTo>
                  <a:lnTo>
                    <a:pt x="2891123" y="2462022"/>
                  </a:lnTo>
                  <a:lnTo>
                    <a:pt x="2877739" y="2462022"/>
                  </a:lnTo>
                  <a:lnTo>
                    <a:pt x="2864354" y="2462022"/>
                  </a:lnTo>
                  <a:lnTo>
                    <a:pt x="2850969" y="2462022"/>
                  </a:lnTo>
                  <a:lnTo>
                    <a:pt x="2837584" y="2462022"/>
                  </a:lnTo>
                  <a:lnTo>
                    <a:pt x="2824199" y="2462022"/>
                  </a:lnTo>
                  <a:lnTo>
                    <a:pt x="2810814" y="2462022"/>
                  </a:lnTo>
                  <a:lnTo>
                    <a:pt x="2797430" y="2462022"/>
                  </a:lnTo>
                  <a:lnTo>
                    <a:pt x="2784045" y="2462022"/>
                  </a:lnTo>
                  <a:lnTo>
                    <a:pt x="2770660" y="2462022"/>
                  </a:lnTo>
                  <a:lnTo>
                    <a:pt x="2757275" y="2462022"/>
                  </a:lnTo>
                  <a:lnTo>
                    <a:pt x="2743890" y="2462022"/>
                  </a:lnTo>
                  <a:lnTo>
                    <a:pt x="2730505" y="2462022"/>
                  </a:lnTo>
                  <a:lnTo>
                    <a:pt x="2717121" y="2462022"/>
                  </a:lnTo>
                  <a:lnTo>
                    <a:pt x="2703736" y="2462022"/>
                  </a:lnTo>
                  <a:lnTo>
                    <a:pt x="2690351" y="2462022"/>
                  </a:lnTo>
                  <a:lnTo>
                    <a:pt x="2676966" y="2462022"/>
                  </a:lnTo>
                  <a:lnTo>
                    <a:pt x="2663581" y="2462022"/>
                  </a:lnTo>
                  <a:lnTo>
                    <a:pt x="2650196" y="2462022"/>
                  </a:lnTo>
                  <a:lnTo>
                    <a:pt x="2636812" y="2462022"/>
                  </a:lnTo>
                  <a:lnTo>
                    <a:pt x="2623427" y="2462022"/>
                  </a:lnTo>
                  <a:lnTo>
                    <a:pt x="2610042" y="2462022"/>
                  </a:lnTo>
                  <a:lnTo>
                    <a:pt x="2596657" y="2462022"/>
                  </a:lnTo>
                  <a:lnTo>
                    <a:pt x="2583272" y="2462022"/>
                  </a:lnTo>
                  <a:lnTo>
                    <a:pt x="2569887" y="2462022"/>
                  </a:lnTo>
                  <a:lnTo>
                    <a:pt x="2556503" y="2462022"/>
                  </a:lnTo>
                  <a:lnTo>
                    <a:pt x="2543118" y="2462022"/>
                  </a:lnTo>
                  <a:lnTo>
                    <a:pt x="2529733" y="2462022"/>
                  </a:lnTo>
                  <a:lnTo>
                    <a:pt x="2516348" y="2462022"/>
                  </a:lnTo>
                  <a:lnTo>
                    <a:pt x="2502963" y="2462022"/>
                  </a:lnTo>
                  <a:lnTo>
                    <a:pt x="2489578" y="2462022"/>
                  </a:lnTo>
                  <a:lnTo>
                    <a:pt x="2476194" y="2462022"/>
                  </a:lnTo>
                  <a:lnTo>
                    <a:pt x="2462809" y="2462022"/>
                  </a:lnTo>
                  <a:lnTo>
                    <a:pt x="2449424" y="2462022"/>
                  </a:lnTo>
                  <a:lnTo>
                    <a:pt x="2436039" y="2462022"/>
                  </a:lnTo>
                  <a:lnTo>
                    <a:pt x="2422654" y="2462022"/>
                  </a:lnTo>
                  <a:lnTo>
                    <a:pt x="2409269" y="2462022"/>
                  </a:lnTo>
                  <a:lnTo>
                    <a:pt x="2395885" y="2462022"/>
                  </a:lnTo>
                  <a:lnTo>
                    <a:pt x="2382500" y="2462022"/>
                  </a:lnTo>
                  <a:lnTo>
                    <a:pt x="2369115" y="2462022"/>
                  </a:lnTo>
                  <a:lnTo>
                    <a:pt x="2355730" y="2462022"/>
                  </a:lnTo>
                  <a:lnTo>
                    <a:pt x="2342345" y="2462022"/>
                  </a:lnTo>
                  <a:lnTo>
                    <a:pt x="2328960" y="2462022"/>
                  </a:lnTo>
                  <a:lnTo>
                    <a:pt x="2315576" y="2462022"/>
                  </a:lnTo>
                  <a:lnTo>
                    <a:pt x="2302191" y="2462022"/>
                  </a:lnTo>
                  <a:lnTo>
                    <a:pt x="2288806" y="2462022"/>
                  </a:lnTo>
                  <a:lnTo>
                    <a:pt x="2275421" y="2462022"/>
                  </a:lnTo>
                  <a:lnTo>
                    <a:pt x="2262036" y="2462022"/>
                  </a:lnTo>
                  <a:lnTo>
                    <a:pt x="2248651" y="2462022"/>
                  </a:lnTo>
                  <a:lnTo>
                    <a:pt x="2235267" y="2462022"/>
                  </a:lnTo>
                  <a:lnTo>
                    <a:pt x="2221882" y="2462022"/>
                  </a:lnTo>
                  <a:lnTo>
                    <a:pt x="2208497" y="2462022"/>
                  </a:lnTo>
                  <a:lnTo>
                    <a:pt x="2195112" y="2462022"/>
                  </a:lnTo>
                  <a:lnTo>
                    <a:pt x="2181727" y="2462022"/>
                  </a:lnTo>
                  <a:lnTo>
                    <a:pt x="2168342" y="2462022"/>
                  </a:lnTo>
                  <a:lnTo>
                    <a:pt x="2154958" y="2462022"/>
                  </a:lnTo>
                  <a:lnTo>
                    <a:pt x="2141573" y="2462022"/>
                  </a:lnTo>
                  <a:lnTo>
                    <a:pt x="2128188" y="2462022"/>
                  </a:lnTo>
                  <a:lnTo>
                    <a:pt x="2114803" y="2462022"/>
                  </a:lnTo>
                  <a:lnTo>
                    <a:pt x="2101418" y="2462022"/>
                  </a:lnTo>
                  <a:lnTo>
                    <a:pt x="2088033" y="2462022"/>
                  </a:lnTo>
                  <a:lnTo>
                    <a:pt x="2074649" y="2462022"/>
                  </a:lnTo>
                  <a:lnTo>
                    <a:pt x="2061264" y="2462022"/>
                  </a:lnTo>
                  <a:lnTo>
                    <a:pt x="2047879" y="2462022"/>
                  </a:lnTo>
                  <a:lnTo>
                    <a:pt x="2034494" y="2462022"/>
                  </a:lnTo>
                  <a:lnTo>
                    <a:pt x="2021109" y="2462022"/>
                  </a:lnTo>
                  <a:lnTo>
                    <a:pt x="2007724" y="2462022"/>
                  </a:lnTo>
                  <a:lnTo>
                    <a:pt x="1994340" y="2462022"/>
                  </a:lnTo>
                  <a:lnTo>
                    <a:pt x="1980955" y="2462022"/>
                  </a:lnTo>
                  <a:lnTo>
                    <a:pt x="1967570" y="2462022"/>
                  </a:lnTo>
                  <a:lnTo>
                    <a:pt x="1954185" y="2462022"/>
                  </a:lnTo>
                  <a:lnTo>
                    <a:pt x="1940800" y="2462022"/>
                  </a:lnTo>
                  <a:lnTo>
                    <a:pt x="1927415" y="2462022"/>
                  </a:lnTo>
                  <a:lnTo>
                    <a:pt x="1914031" y="2462022"/>
                  </a:lnTo>
                  <a:lnTo>
                    <a:pt x="1900646" y="2462022"/>
                  </a:lnTo>
                  <a:lnTo>
                    <a:pt x="1887261" y="2462022"/>
                  </a:lnTo>
                  <a:lnTo>
                    <a:pt x="1873876" y="2462022"/>
                  </a:lnTo>
                  <a:lnTo>
                    <a:pt x="1860491" y="2462022"/>
                  </a:lnTo>
                  <a:lnTo>
                    <a:pt x="1847106" y="2462022"/>
                  </a:lnTo>
                  <a:lnTo>
                    <a:pt x="1833722" y="2462022"/>
                  </a:lnTo>
                  <a:lnTo>
                    <a:pt x="1820337" y="2462022"/>
                  </a:lnTo>
                  <a:lnTo>
                    <a:pt x="1806952" y="2462022"/>
                  </a:lnTo>
                  <a:lnTo>
                    <a:pt x="1793567" y="2462022"/>
                  </a:lnTo>
                  <a:lnTo>
                    <a:pt x="1780182" y="2462022"/>
                  </a:lnTo>
                  <a:lnTo>
                    <a:pt x="1766797" y="2462022"/>
                  </a:lnTo>
                  <a:lnTo>
                    <a:pt x="1753413" y="2462022"/>
                  </a:lnTo>
                  <a:lnTo>
                    <a:pt x="1740028" y="2462022"/>
                  </a:lnTo>
                  <a:lnTo>
                    <a:pt x="1726643" y="2462022"/>
                  </a:lnTo>
                  <a:lnTo>
                    <a:pt x="1713258" y="2462022"/>
                  </a:lnTo>
                  <a:lnTo>
                    <a:pt x="1699873" y="2462022"/>
                  </a:lnTo>
                  <a:lnTo>
                    <a:pt x="1686488" y="2462022"/>
                  </a:lnTo>
                  <a:lnTo>
                    <a:pt x="1673104" y="2462022"/>
                  </a:lnTo>
                  <a:lnTo>
                    <a:pt x="1659719" y="2462022"/>
                  </a:lnTo>
                  <a:lnTo>
                    <a:pt x="1646334" y="2462022"/>
                  </a:lnTo>
                  <a:lnTo>
                    <a:pt x="1632949" y="2462022"/>
                  </a:lnTo>
                  <a:lnTo>
                    <a:pt x="1619564" y="2462022"/>
                  </a:lnTo>
                  <a:lnTo>
                    <a:pt x="1606179" y="2462022"/>
                  </a:lnTo>
                  <a:lnTo>
                    <a:pt x="1592795" y="2462022"/>
                  </a:lnTo>
                  <a:lnTo>
                    <a:pt x="1579410" y="2462022"/>
                  </a:lnTo>
                  <a:lnTo>
                    <a:pt x="1566025" y="2462022"/>
                  </a:lnTo>
                  <a:lnTo>
                    <a:pt x="1552640" y="2462022"/>
                  </a:lnTo>
                  <a:lnTo>
                    <a:pt x="1539255" y="2462022"/>
                  </a:lnTo>
                  <a:lnTo>
                    <a:pt x="1525870" y="2462022"/>
                  </a:lnTo>
                  <a:lnTo>
                    <a:pt x="1512486" y="2462022"/>
                  </a:lnTo>
                  <a:lnTo>
                    <a:pt x="1499101" y="2462022"/>
                  </a:lnTo>
                  <a:lnTo>
                    <a:pt x="1485716" y="2462022"/>
                  </a:lnTo>
                  <a:lnTo>
                    <a:pt x="1472331" y="2462022"/>
                  </a:lnTo>
                  <a:lnTo>
                    <a:pt x="1458946" y="2462022"/>
                  </a:lnTo>
                  <a:lnTo>
                    <a:pt x="1445561" y="2462022"/>
                  </a:lnTo>
                  <a:lnTo>
                    <a:pt x="1432177" y="2462022"/>
                  </a:lnTo>
                  <a:lnTo>
                    <a:pt x="1418792" y="2462022"/>
                  </a:lnTo>
                  <a:lnTo>
                    <a:pt x="1405407" y="2462022"/>
                  </a:lnTo>
                  <a:lnTo>
                    <a:pt x="1392022" y="2462022"/>
                  </a:lnTo>
                  <a:lnTo>
                    <a:pt x="1378637" y="2462022"/>
                  </a:lnTo>
                  <a:lnTo>
                    <a:pt x="1365252" y="2462022"/>
                  </a:lnTo>
                  <a:lnTo>
                    <a:pt x="1351868" y="2462022"/>
                  </a:lnTo>
                  <a:lnTo>
                    <a:pt x="1338483" y="2462022"/>
                  </a:lnTo>
                  <a:lnTo>
                    <a:pt x="1325098" y="2462022"/>
                  </a:lnTo>
                  <a:lnTo>
                    <a:pt x="1311713" y="2462022"/>
                  </a:lnTo>
                  <a:lnTo>
                    <a:pt x="1298328" y="2462022"/>
                  </a:lnTo>
                  <a:lnTo>
                    <a:pt x="1284943" y="2462022"/>
                  </a:lnTo>
                  <a:lnTo>
                    <a:pt x="1271559" y="2462022"/>
                  </a:lnTo>
                  <a:lnTo>
                    <a:pt x="1258174" y="2462022"/>
                  </a:lnTo>
                  <a:lnTo>
                    <a:pt x="1244789" y="2462022"/>
                  </a:lnTo>
                  <a:lnTo>
                    <a:pt x="1231404" y="2462022"/>
                  </a:lnTo>
                  <a:lnTo>
                    <a:pt x="1218019" y="2462022"/>
                  </a:lnTo>
                  <a:lnTo>
                    <a:pt x="1204634" y="2462022"/>
                  </a:lnTo>
                  <a:lnTo>
                    <a:pt x="1191250" y="2462022"/>
                  </a:lnTo>
                  <a:lnTo>
                    <a:pt x="1177865" y="2462022"/>
                  </a:lnTo>
                  <a:lnTo>
                    <a:pt x="1164480" y="2462022"/>
                  </a:lnTo>
                  <a:lnTo>
                    <a:pt x="1151095" y="2462022"/>
                  </a:lnTo>
                  <a:lnTo>
                    <a:pt x="1137710" y="2462022"/>
                  </a:lnTo>
                  <a:lnTo>
                    <a:pt x="1124325" y="2462022"/>
                  </a:lnTo>
                  <a:lnTo>
                    <a:pt x="1110941" y="2462022"/>
                  </a:lnTo>
                  <a:lnTo>
                    <a:pt x="1097556" y="2462022"/>
                  </a:lnTo>
                  <a:lnTo>
                    <a:pt x="1084171" y="2462022"/>
                  </a:lnTo>
                  <a:lnTo>
                    <a:pt x="1070786" y="2462022"/>
                  </a:lnTo>
                  <a:lnTo>
                    <a:pt x="1057401" y="2462022"/>
                  </a:lnTo>
                  <a:lnTo>
                    <a:pt x="1044016" y="2462022"/>
                  </a:lnTo>
                  <a:lnTo>
                    <a:pt x="1030632" y="2462022"/>
                  </a:lnTo>
                  <a:lnTo>
                    <a:pt x="1017247" y="2462022"/>
                  </a:lnTo>
                  <a:lnTo>
                    <a:pt x="1003862" y="2462022"/>
                  </a:lnTo>
                  <a:lnTo>
                    <a:pt x="990477" y="2462022"/>
                  </a:lnTo>
                  <a:lnTo>
                    <a:pt x="977092" y="2462022"/>
                  </a:lnTo>
                  <a:lnTo>
                    <a:pt x="963707" y="2462022"/>
                  </a:lnTo>
                  <a:lnTo>
                    <a:pt x="950323" y="2462022"/>
                  </a:lnTo>
                  <a:lnTo>
                    <a:pt x="936938" y="2462022"/>
                  </a:lnTo>
                  <a:lnTo>
                    <a:pt x="923553" y="2462022"/>
                  </a:lnTo>
                  <a:lnTo>
                    <a:pt x="910168" y="2462022"/>
                  </a:lnTo>
                  <a:lnTo>
                    <a:pt x="896783" y="2462022"/>
                  </a:lnTo>
                  <a:lnTo>
                    <a:pt x="883398" y="2462022"/>
                  </a:lnTo>
                  <a:lnTo>
                    <a:pt x="870014" y="2462022"/>
                  </a:lnTo>
                  <a:lnTo>
                    <a:pt x="856629" y="2462022"/>
                  </a:lnTo>
                  <a:lnTo>
                    <a:pt x="843244" y="2462022"/>
                  </a:lnTo>
                  <a:lnTo>
                    <a:pt x="829859" y="2462022"/>
                  </a:lnTo>
                  <a:lnTo>
                    <a:pt x="816474" y="2462022"/>
                  </a:lnTo>
                  <a:lnTo>
                    <a:pt x="803089" y="2462022"/>
                  </a:lnTo>
                  <a:lnTo>
                    <a:pt x="789705" y="2462022"/>
                  </a:lnTo>
                  <a:lnTo>
                    <a:pt x="776320" y="2462022"/>
                  </a:lnTo>
                  <a:lnTo>
                    <a:pt x="762935" y="2462022"/>
                  </a:lnTo>
                  <a:lnTo>
                    <a:pt x="749550" y="2462022"/>
                  </a:lnTo>
                  <a:lnTo>
                    <a:pt x="736165" y="2462022"/>
                  </a:lnTo>
                  <a:lnTo>
                    <a:pt x="722780" y="2462022"/>
                  </a:lnTo>
                  <a:lnTo>
                    <a:pt x="709396" y="2462022"/>
                  </a:lnTo>
                  <a:lnTo>
                    <a:pt x="696011" y="2462022"/>
                  </a:lnTo>
                  <a:lnTo>
                    <a:pt x="682626" y="2462022"/>
                  </a:lnTo>
                  <a:lnTo>
                    <a:pt x="669241" y="2462022"/>
                  </a:lnTo>
                  <a:lnTo>
                    <a:pt x="655856" y="2462022"/>
                  </a:lnTo>
                  <a:lnTo>
                    <a:pt x="642471" y="2462022"/>
                  </a:lnTo>
                  <a:lnTo>
                    <a:pt x="629087" y="2462022"/>
                  </a:lnTo>
                  <a:lnTo>
                    <a:pt x="615702" y="2462022"/>
                  </a:lnTo>
                  <a:lnTo>
                    <a:pt x="602317" y="2462022"/>
                  </a:lnTo>
                  <a:lnTo>
                    <a:pt x="588932" y="2462022"/>
                  </a:lnTo>
                  <a:lnTo>
                    <a:pt x="575547" y="2462022"/>
                  </a:lnTo>
                  <a:lnTo>
                    <a:pt x="562162" y="2462022"/>
                  </a:lnTo>
                  <a:lnTo>
                    <a:pt x="548778" y="2462022"/>
                  </a:lnTo>
                  <a:lnTo>
                    <a:pt x="535393" y="2462022"/>
                  </a:lnTo>
                  <a:lnTo>
                    <a:pt x="522008" y="2462022"/>
                  </a:lnTo>
                  <a:lnTo>
                    <a:pt x="508623" y="2462022"/>
                  </a:lnTo>
                  <a:lnTo>
                    <a:pt x="495238" y="2462022"/>
                  </a:lnTo>
                  <a:lnTo>
                    <a:pt x="481853" y="2462022"/>
                  </a:lnTo>
                  <a:lnTo>
                    <a:pt x="468469" y="2462022"/>
                  </a:lnTo>
                  <a:lnTo>
                    <a:pt x="455084" y="2462022"/>
                  </a:lnTo>
                  <a:lnTo>
                    <a:pt x="441699" y="2462022"/>
                  </a:lnTo>
                  <a:lnTo>
                    <a:pt x="428314" y="2462022"/>
                  </a:lnTo>
                  <a:lnTo>
                    <a:pt x="414929" y="2462022"/>
                  </a:lnTo>
                  <a:lnTo>
                    <a:pt x="401544" y="2462022"/>
                  </a:lnTo>
                  <a:lnTo>
                    <a:pt x="388160" y="2462022"/>
                  </a:lnTo>
                  <a:lnTo>
                    <a:pt x="374775" y="2462022"/>
                  </a:lnTo>
                  <a:lnTo>
                    <a:pt x="361390" y="2462022"/>
                  </a:lnTo>
                  <a:lnTo>
                    <a:pt x="348005" y="2462022"/>
                  </a:lnTo>
                  <a:lnTo>
                    <a:pt x="334620" y="2462022"/>
                  </a:lnTo>
                  <a:lnTo>
                    <a:pt x="321235" y="2462022"/>
                  </a:lnTo>
                  <a:lnTo>
                    <a:pt x="307851" y="2462022"/>
                  </a:lnTo>
                  <a:lnTo>
                    <a:pt x="294466" y="2462022"/>
                  </a:lnTo>
                  <a:lnTo>
                    <a:pt x="281081" y="2462022"/>
                  </a:lnTo>
                  <a:lnTo>
                    <a:pt x="267696" y="2462022"/>
                  </a:lnTo>
                  <a:lnTo>
                    <a:pt x="254311" y="2462022"/>
                  </a:lnTo>
                  <a:lnTo>
                    <a:pt x="240926" y="2462022"/>
                  </a:lnTo>
                  <a:lnTo>
                    <a:pt x="227542" y="2462022"/>
                  </a:lnTo>
                  <a:lnTo>
                    <a:pt x="214157" y="2462022"/>
                  </a:lnTo>
                  <a:lnTo>
                    <a:pt x="200772" y="2462022"/>
                  </a:lnTo>
                  <a:lnTo>
                    <a:pt x="187387" y="2462022"/>
                  </a:lnTo>
                  <a:lnTo>
                    <a:pt x="174002" y="2462022"/>
                  </a:lnTo>
                  <a:lnTo>
                    <a:pt x="160617" y="2462022"/>
                  </a:lnTo>
                  <a:lnTo>
                    <a:pt x="147233" y="2462022"/>
                  </a:lnTo>
                  <a:lnTo>
                    <a:pt x="133848" y="2462022"/>
                  </a:lnTo>
                  <a:lnTo>
                    <a:pt x="120463" y="2462022"/>
                  </a:lnTo>
                  <a:lnTo>
                    <a:pt x="107078" y="2462022"/>
                  </a:lnTo>
                  <a:lnTo>
                    <a:pt x="93693" y="2462022"/>
                  </a:lnTo>
                  <a:lnTo>
                    <a:pt x="80308" y="2462022"/>
                  </a:lnTo>
                  <a:lnTo>
                    <a:pt x="66924" y="2462022"/>
                  </a:lnTo>
                  <a:lnTo>
                    <a:pt x="53539" y="2462022"/>
                  </a:lnTo>
                  <a:lnTo>
                    <a:pt x="40154" y="2462022"/>
                  </a:lnTo>
                  <a:lnTo>
                    <a:pt x="26769" y="2462022"/>
                  </a:lnTo>
                  <a:lnTo>
                    <a:pt x="13384" y="2462022"/>
                  </a:lnTo>
                  <a:lnTo>
                    <a:pt x="0" y="2462022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429252" y="3085603"/>
              <a:ext cx="6839649" cy="2381203"/>
            </a:xfrm>
            <a:custGeom>
              <a:avLst/>
              <a:pathLst>
                <a:path w="6839649" h="2381203">
                  <a:moveTo>
                    <a:pt x="0" y="2286839"/>
                  </a:moveTo>
                  <a:lnTo>
                    <a:pt x="13384" y="2283325"/>
                  </a:lnTo>
                  <a:lnTo>
                    <a:pt x="26769" y="2279831"/>
                  </a:lnTo>
                  <a:lnTo>
                    <a:pt x="40154" y="2276372"/>
                  </a:lnTo>
                  <a:lnTo>
                    <a:pt x="53539" y="2272933"/>
                  </a:lnTo>
                  <a:lnTo>
                    <a:pt x="66924" y="2269510"/>
                  </a:lnTo>
                  <a:lnTo>
                    <a:pt x="80308" y="2266109"/>
                  </a:lnTo>
                  <a:lnTo>
                    <a:pt x="93693" y="2262721"/>
                  </a:lnTo>
                  <a:lnTo>
                    <a:pt x="107078" y="2259341"/>
                  </a:lnTo>
                  <a:lnTo>
                    <a:pt x="120463" y="2255967"/>
                  </a:lnTo>
                  <a:lnTo>
                    <a:pt x="133848" y="2252591"/>
                  </a:lnTo>
                  <a:lnTo>
                    <a:pt x="147233" y="2249209"/>
                  </a:lnTo>
                  <a:lnTo>
                    <a:pt x="160617" y="2245817"/>
                  </a:lnTo>
                  <a:lnTo>
                    <a:pt x="174002" y="2242399"/>
                  </a:lnTo>
                  <a:lnTo>
                    <a:pt x="187387" y="2238957"/>
                  </a:lnTo>
                  <a:lnTo>
                    <a:pt x="200772" y="2235490"/>
                  </a:lnTo>
                  <a:lnTo>
                    <a:pt x="214157" y="2231961"/>
                  </a:lnTo>
                  <a:lnTo>
                    <a:pt x="227542" y="2228389"/>
                  </a:lnTo>
                  <a:lnTo>
                    <a:pt x="240926" y="2224772"/>
                  </a:lnTo>
                  <a:lnTo>
                    <a:pt x="254311" y="2221066"/>
                  </a:lnTo>
                  <a:lnTo>
                    <a:pt x="267696" y="2217285"/>
                  </a:lnTo>
                  <a:lnTo>
                    <a:pt x="281081" y="2213437"/>
                  </a:lnTo>
                  <a:lnTo>
                    <a:pt x="294466" y="2209480"/>
                  </a:lnTo>
                  <a:lnTo>
                    <a:pt x="307851" y="2205407"/>
                  </a:lnTo>
                  <a:lnTo>
                    <a:pt x="321235" y="2201245"/>
                  </a:lnTo>
                  <a:lnTo>
                    <a:pt x="334620" y="2196958"/>
                  </a:lnTo>
                  <a:lnTo>
                    <a:pt x="348005" y="2192512"/>
                  </a:lnTo>
                  <a:lnTo>
                    <a:pt x="361390" y="2187953"/>
                  </a:lnTo>
                  <a:lnTo>
                    <a:pt x="374775" y="2183265"/>
                  </a:lnTo>
                  <a:lnTo>
                    <a:pt x="388160" y="2178366"/>
                  </a:lnTo>
                  <a:lnTo>
                    <a:pt x="401544" y="2173335"/>
                  </a:lnTo>
                  <a:lnTo>
                    <a:pt x="414929" y="2168172"/>
                  </a:lnTo>
                  <a:lnTo>
                    <a:pt x="428314" y="2162757"/>
                  </a:lnTo>
                  <a:lnTo>
                    <a:pt x="441699" y="2157189"/>
                  </a:lnTo>
                  <a:lnTo>
                    <a:pt x="455084" y="2151473"/>
                  </a:lnTo>
                  <a:lnTo>
                    <a:pt x="468469" y="2145508"/>
                  </a:lnTo>
                  <a:lnTo>
                    <a:pt x="481853" y="2139351"/>
                  </a:lnTo>
                  <a:lnTo>
                    <a:pt x="495238" y="2133034"/>
                  </a:lnTo>
                  <a:lnTo>
                    <a:pt x="508623" y="2126481"/>
                  </a:lnTo>
                  <a:lnTo>
                    <a:pt x="522008" y="2119700"/>
                  </a:lnTo>
                  <a:lnTo>
                    <a:pt x="535393" y="2112752"/>
                  </a:lnTo>
                  <a:lnTo>
                    <a:pt x="548778" y="2105590"/>
                  </a:lnTo>
                  <a:lnTo>
                    <a:pt x="562162" y="2098167"/>
                  </a:lnTo>
                  <a:lnTo>
                    <a:pt x="575547" y="2090575"/>
                  </a:lnTo>
                  <a:lnTo>
                    <a:pt x="588932" y="2082798"/>
                  </a:lnTo>
                  <a:lnTo>
                    <a:pt x="602317" y="2074732"/>
                  </a:lnTo>
                  <a:lnTo>
                    <a:pt x="615702" y="2066502"/>
                  </a:lnTo>
                  <a:lnTo>
                    <a:pt x="629087" y="2058107"/>
                  </a:lnTo>
                  <a:lnTo>
                    <a:pt x="642471" y="2049427"/>
                  </a:lnTo>
                  <a:lnTo>
                    <a:pt x="655856" y="2040578"/>
                  </a:lnTo>
                  <a:lnTo>
                    <a:pt x="669241" y="2031573"/>
                  </a:lnTo>
                  <a:lnTo>
                    <a:pt x="682626" y="2022324"/>
                  </a:lnTo>
                  <a:lnTo>
                    <a:pt x="696011" y="2012891"/>
                  </a:lnTo>
                  <a:lnTo>
                    <a:pt x="709396" y="2003313"/>
                  </a:lnTo>
                  <a:lnTo>
                    <a:pt x="722780" y="1993531"/>
                  </a:lnTo>
                  <a:lnTo>
                    <a:pt x="736165" y="1983557"/>
                  </a:lnTo>
                  <a:lnTo>
                    <a:pt x="749550" y="1973449"/>
                  </a:lnTo>
                  <a:lnTo>
                    <a:pt x="762935" y="1963179"/>
                  </a:lnTo>
                  <a:lnTo>
                    <a:pt x="776320" y="1952710"/>
                  </a:lnTo>
                  <a:lnTo>
                    <a:pt x="789705" y="1942122"/>
                  </a:lnTo>
                  <a:lnTo>
                    <a:pt x="803089" y="1931405"/>
                  </a:lnTo>
                  <a:lnTo>
                    <a:pt x="816474" y="1920491"/>
                  </a:lnTo>
                  <a:lnTo>
                    <a:pt x="829859" y="1909468"/>
                  </a:lnTo>
                  <a:lnTo>
                    <a:pt x="843244" y="1898339"/>
                  </a:lnTo>
                  <a:lnTo>
                    <a:pt x="856629" y="1887031"/>
                  </a:lnTo>
                  <a:lnTo>
                    <a:pt x="870014" y="1875616"/>
                  </a:lnTo>
                  <a:lnTo>
                    <a:pt x="883398" y="1864103"/>
                  </a:lnTo>
                  <a:lnTo>
                    <a:pt x="896783" y="1852442"/>
                  </a:lnTo>
                  <a:lnTo>
                    <a:pt x="910168" y="1840666"/>
                  </a:lnTo>
                  <a:lnTo>
                    <a:pt x="923553" y="1828799"/>
                  </a:lnTo>
                  <a:lnTo>
                    <a:pt x="936938" y="1816808"/>
                  </a:lnTo>
                  <a:lnTo>
                    <a:pt x="950323" y="1804690"/>
                  </a:lnTo>
                  <a:lnTo>
                    <a:pt x="963707" y="1792484"/>
                  </a:lnTo>
                  <a:lnTo>
                    <a:pt x="977092" y="1780172"/>
                  </a:lnTo>
                  <a:lnTo>
                    <a:pt x="990477" y="1767718"/>
                  </a:lnTo>
                  <a:lnTo>
                    <a:pt x="1003862" y="1755176"/>
                  </a:lnTo>
                  <a:lnTo>
                    <a:pt x="1017247" y="1742539"/>
                  </a:lnTo>
                  <a:lnTo>
                    <a:pt x="1030632" y="1729741"/>
                  </a:lnTo>
                  <a:lnTo>
                    <a:pt x="1044016" y="1716848"/>
                  </a:lnTo>
                  <a:lnTo>
                    <a:pt x="1057401" y="1703861"/>
                  </a:lnTo>
                  <a:lnTo>
                    <a:pt x="1070786" y="1690707"/>
                  </a:lnTo>
                  <a:lnTo>
                    <a:pt x="1084171" y="1677438"/>
                  </a:lnTo>
                  <a:lnTo>
                    <a:pt x="1097556" y="1664066"/>
                  </a:lnTo>
                  <a:lnTo>
                    <a:pt x="1110941" y="1650529"/>
                  </a:lnTo>
                  <a:lnTo>
                    <a:pt x="1124325" y="1636848"/>
                  </a:lnTo>
                  <a:lnTo>
                    <a:pt x="1137710" y="1623051"/>
                  </a:lnTo>
                  <a:lnTo>
                    <a:pt x="1151095" y="1609092"/>
                  </a:lnTo>
                  <a:lnTo>
                    <a:pt x="1164480" y="1594952"/>
                  </a:lnTo>
                  <a:lnTo>
                    <a:pt x="1177865" y="1580684"/>
                  </a:lnTo>
                  <a:lnTo>
                    <a:pt x="1191250" y="1566260"/>
                  </a:lnTo>
                  <a:lnTo>
                    <a:pt x="1204634" y="1551613"/>
                  </a:lnTo>
                  <a:lnTo>
                    <a:pt x="1218019" y="1536824"/>
                  </a:lnTo>
                  <a:lnTo>
                    <a:pt x="1231404" y="1521890"/>
                  </a:lnTo>
                  <a:lnTo>
                    <a:pt x="1244789" y="1506687"/>
                  </a:lnTo>
                  <a:lnTo>
                    <a:pt x="1258174" y="1491330"/>
                  </a:lnTo>
                  <a:lnTo>
                    <a:pt x="1271559" y="1475818"/>
                  </a:lnTo>
                  <a:lnTo>
                    <a:pt x="1284943" y="1460039"/>
                  </a:lnTo>
                  <a:lnTo>
                    <a:pt x="1298328" y="1444072"/>
                  </a:lnTo>
                  <a:lnTo>
                    <a:pt x="1311713" y="1427941"/>
                  </a:lnTo>
                  <a:lnTo>
                    <a:pt x="1325098" y="1411556"/>
                  </a:lnTo>
                  <a:lnTo>
                    <a:pt x="1338483" y="1394947"/>
                  </a:lnTo>
                  <a:lnTo>
                    <a:pt x="1351868" y="1378166"/>
                  </a:lnTo>
                  <a:lnTo>
                    <a:pt x="1365252" y="1361154"/>
                  </a:lnTo>
                  <a:lnTo>
                    <a:pt x="1378637" y="1343884"/>
                  </a:lnTo>
                  <a:lnTo>
                    <a:pt x="1392022" y="1326440"/>
                  </a:lnTo>
                  <a:lnTo>
                    <a:pt x="1405407" y="1308793"/>
                  </a:lnTo>
                  <a:lnTo>
                    <a:pt x="1418792" y="1290859"/>
                  </a:lnTo>
                  <a:lnTo>
                    <a:pt x="1432177" y="1272754"/>
                  </a:lnTo>
                  <a:lnTo>
                    <a:pt x="1445561" y="1254478"/>
                  </a:lnTo>
                  <a:lnTo>
                    <a:pt x="1458946" y="1235897"/>
                  </a:lnTo>
                  <a:lnTo>
                    <a:pt x="1472331" y="1217152"/>
                  </a:lnTo>
                  <a:lnTo>
                    <a:pt x="1485716" y="1198246"/>
                  </a:lnTo>
                  <a:lnTo>
                    <a:pt x="1499101" y="1179079"/>
                  </a:lnTo>
                  <a:lnTo>
                    <a:pt x="1512486" y="1159736"/>
                  </a:lnTo>
                  <a:lnTo>
                    <a:pt x="1525870" y="1140246"/>
                  </a:lnTo>
                  <a:lnTo>
                    <a:pt x="1539255" y="1120545"/>
                  </a:lnTo>
                  <a:lnTo>
                    <a:pt x="1552640" y="1100665"/>
                  </a:lnTo>
                  <a:lnTo>
                    <a:pt x="1566025" y="1080658"/>
                  </a:lnTo>
                  <a:lnTo>
                    <a:pt x="1579410" y="1060491"/>
                  </a:lnTo>
                  <a:lnTo>
                    <a:pt x="1592795" y="1040156"/>
                  </a:lnTo>
                  <a:lnTo>
                    <a:pt x="1606179" y="1019719"/>
                  </a:lnTo>
                  <a:lnTo>
                    <a:pt x="1619564" y="999171"/>
                  </a:lnTo>
                  <a:lnTo>
                    <a:pt x="1632949" y="978480"/>
                  </a:lnTo>
                  <a:lnTo>
                    <a:pt x="1646334" y="957718"/>
                  </a:lnTo>
                  <a:lnTo>
                    <a:pt x="1659719" y="936887"/>
                  </a:lnTo>
                  <a:lnTo>
                    <a:pt x="1673104" y="915960"/>
                  </a:lnTo>
                  <a:lnTo>
                    <a:pt x="1686488" y="894993"/>
                  </a:lnTo>
                  <a:lnTo>
                    <a:pt x="1699873" y="873992"/>
                  </a:lnTo>
                  <a:lnTo>
                    <a:pt x="1713258" y="852959"/>
                  </a:lnTo>
                  <a:lnTo>
                    <a:pt x="1726643" y="831921"/>
                  </a:lnTo>
                  <a:lnTo>
                    <a:pt x="1740028" y="810887"/>
                  </a:lnTo>
                  <a:lnTo>
                    <a:pt x="1753413" y="789876"/>
                  </a:lnTo>
                  <a:lnTo>
                    <a:pt x="1766797" y="768911"/>
                  </a:lnTo>
                  <a:lnTo>
                    <a:pt x="1780182" y="747990"/>
                  </a:lnTo>
                  <a:lnTo>
                    <a:pt x="1793567" y="727136"/>
                  </a:lnTo>
                  <a:lnTo>
                    <a:pt x="1806952" y="706392"/>
                  </a:lnTo>
                  <a:lnTo>
                    <a:pt x="1820337" y="685733"/>
                  </a:lnTo>
                  <a:lnTo>
                    <a:pt x="1833722" y="665174"/>
                  </a:lnTo>
                  <a:lnTo>
                    <a:pt x="1847106" y="644802"/>
                  </a:lnTo>
                  <a:lnTo>
                    <a:pt x="1860491" y="624555"/>
                  </a:lnTo>
                  <a:lnTo>
                    <a:pt x="1873876" y="604436"/>
                  </a:lnTo>
                  <a:lnTo>
                    <a:pt x="1887261" y="584575"/>
                  </a:lnTo>
                  <a:lnTo>
                    <a:pt x="1900646" y="564886"/>
                  </a:lnTo>
                  <a:lnTo>
                    <a:pt x="1914031" y="545363"/>
                  </a:lnTo>
                  <a:lnTo>
                    <a:pt x="1927415" y="526128"/>
                  </a:lnTo>
                  <a:lnTo>
                    <a:pt x="1940800" y="507133"/>
                  </a:lnTo>
                  <a:lnTo>
                    <a:pt x="1954185" y="488339"/>
                  </a:lnTo>
                  <a:lnTo>
                    <a:pt x="1967570" y="469847"/>
                  </a:lnTo>
                  <a:lnTo>
                    <a:pt x="1980955" y="451670"/>
                  </a:lnTo>
                  <a:lnTo>
                    <a:pt x="1994340" y="433725"/>
                  </a:lnTo>
                  <a:lnTo>
                    <a:pt x="2007724" y="416080"/>
                  </a:lnTo>
                  <a:lnTo>
                    <a:pt x="2021109" y="398827"/>
                  </a:lnTo>
                  <a:lnTo>
                    <a:pt x="2034494" y="381831"/>
                  </a:lnTo>
                  <a:lnTo>
                    <a:pt x="2047879" y="365119"/>
                  </a:lnTo>
                  <a:lnTo>
                    <a:pt x="2061264" y="348877"/>
                  </a:lnTo>
                  <a:lnTo>
                    <a:pt x="2074649" y="332913"/>
                  </a:lnTo>
                  <a:lnTo>
                    <a:pt x="2088033" y="317227"/>
                  </a:lnTo>
                  <a:lnTo>
                    <a:pt x="2101418" y="302038"/>
                  </a:lnTo>
                  <a:lnTo>
                    <a:pt x="2114803" y="287163"/>
                  </a:lnTo>
                  <a:lnTo>
                    <a:pt x="2128188" y="272580"/>
                  </a:lnTo>
                  <a:lnTo>
                    <a:pt x="2141573" y="258461"/>
                  </a:lnTo>
                  <a:lnTo>
                    <a:pt x="2154958" y="244715"/>
                  </a:lnTo>
                  <a:lnTo>
                    <a:pt x="2168342" y="231268"/>
                  </a:lnTo>
                  <a:lnTo>
                    <a:pt x="2181727" y="218241"/>
                  </a:lnTo>
                  <a:lnTo>
                    <a:pt x="2195112" y="205643"/>
                  </a:lnTo>
                  <a:lnTo>
                    <a:pt x="2208497" y="193345"/>
                  </a:lnTo>
                  <a:lnTo>
                    <a:pt x="2221882" y="181419"/>
                  </a:lnTo>
                  <a:lnTo>
                    <a:pt x="2235267" y="169972"/>
                  </a:lnTo>
                  <a:lnTo>
                    <a:pt x="2248651" y="158824"/>
                  </a:lnTo>
                  <a:lnTo>
                    <a:pt x="2262036" y="147994"/>
                  </a:lnTo>
                  <a:lnTo>
                    <a:pt x="2275421" y="137691"/>
                  </a:lnTo>
                  <a:lnTo>
                    <a:pt x="2288806" y="127683"/>
                  </a:lnTo>
                  <a:lnTo>
                    <a:pt x="2302191" y="117971"/>
                  </a:lnTo>
                  <a:lnTo>
                    <a:pt x="2315576" y="108765"/>
                  </a:lnTo>
                  <a:lnTo>
                    <a:pt x="2328960" y="99885"/>
                  </a:lnTo>
                  <a:lnTo>
                    <a:pt x="2342345" y="91296"/>
                  </a:lnTo>
                  <a:lnTo>
                    <a:pt x="2355730" y="83159"/>
                  </a:lnTo>
                  <a:lnTo>
                    <a:pt x="2369115" y="75395"/>
                  </a:lnTo>
                  <a:lnTo>
                    <a:pt x="2382500" y="67921"/>
                  </a:lnTo>
                  <a:lnTo>
                    <a:pt x="2395885" y="60848"/>
                  </a:lnTo>
                  <a:lnTo>
                    <a:pt x="2409269" y="54199"/>
                  </a:lnTo>
                  <a:lnTo>
                    <a:pt x="2422654" y="47842"/>
                  </a:lnTo>
                  <a:lnTo>
                    <a:pt x="2436039" y="41840"/>
                  </a:lnTo>
                  <a:lnTo>
                    <a:pt x="2449424" y="36319"/>
                  </a:lnTo>
                  <a:lnTo>
                    <a:pt x="2462809" y="31097"/>
                  </a:lnTo>
                  <a:lnTo>
                    <a:pt x="2476194" y="26186"/>
                  </a:lnTo>
                  <a:lnTo>
                    <a:pt x="2489578" y="21824"/>
                  </a:lnTo>
                  <a:lnTo>
                    <a:pt x="2502963" y="17773"/>
                  </a:lnTo>
                  <a:lnTo>
                    <a:pt x="2516348" y="14035"/>
                  </a:lnTo>
                  <a:lnTo>
                    <a:pt x="2529733" y="10837"/>
                  </a:lnTo>
                  <a:lnTo>
                    <a:pt x="2543118" y="8012"/>
                  </a:lnTo>
                  <a:lnTo>
                    <a:pt x="2556503" y="5518"/>
                  </a:lnTo>
                  <a:lnTo>
                    <a:pt x="2569887" y="3536"/>
                  </a:lnTo>
                  <a:lnTo>
                    <a:pt x="2583272" y="2009"/>
                  </a:lnTo>
                  <a:lnTo>
                    <a:pt x="2596657" y="835"/>
                  </a:lnTo>
                  <a:lnTo>
                    <a:pt x="2610042" y="144"/>
                  </a:lnTo>
                  <a:lnTo>
                    <a:pt x="2623427" y="0"/>
                  </a:lnTo>
                  <a:lnTo>
                    <a:pt x="2636812" y="232"/>
                  </a:lnTo>
                  <a:lnTo>
                    <a:pt x="2650196" y="914"/>
                  </a:lnTo>
                  <a:lnTo>
                    <a:pt x="2663581" y="2243"/>
                  </a:lnTo>
                  <a:lnTo>
                    <a:pt x="2676966" y="3973"/>
                  </a:lnTo>
                  <a:lnTo>
                    <a:pt x="2690351" y="6109"/>
                  </a:lnTo>
                  <a:lnTo>
                    <a:pt x="2703736" y="8998"/>
                  </a:lnTo>
                  <a:lnTo>
                    <a:pt x="2717121" y="12310"/>
                  </a:lnTo>
                  <a:lnTo>
                    <a:pt x="2730505" y="16045"/>
                  </a:lnTo>
                  <a:lnTo>
                    <a:pt x="2743890" y="20497"/>
                  </a:lnTo>
                  <a:lnTo>
                    <a:pt x="2757275" y="25456"/>
                  </a:lnTo>
                  <a:lnTo>
                    <a:pt x="2770660" y="30854"/>
                  </a:lnTo>
                  <a:lnTo>
                    <a:pt x="2784045" y="36909"/>
                  </a:lnTo>
                  <a:lnTo>
                    <a:pt x="2797430" y="43556"/>
                  </a:lnTo>
                  <a:lnTo>
                    <a:pt x="2810814" y="50644"/>
                  </a:lnTo>
                  <a:lnTo>
                    <a:pt x="2824199" y="58317"/>
                  </a:lnTo>
                  <a:lnTo>
                    <a:pt x="2837584" y="66651"/>
                  </a:lnTo>
                  <a:lnTo>
                    <a:pt x="2850969" y="75418"/>
                  </a:lnTo>
                  <a:lnTo>
                    <a:pt x="2864354" y="84684"/>
                  </a:lnTo>
                  <a:lnTo>
                    <a:pt x="2877739" y="94659"/>
                  </a:lnTo>
                  <a:lnTo>
                    <a:pt x="2891123" y="105046"/>
                  </a:lnTo>
                  <a:lnTo>
                    <a:pt x="2904508" y="115843"/>
                  </a:lnTo>
                  <a:lnTo>
                    <a:pt x="2917893" y="127353"/>
                  </a:lnTo>
                  <a:lnTo>
                    <a:pt x="2931278" y="139246"/>
                  </a:lnTo>
                  <a:lnTo>
                    <a:pt x="2944663" y="151510"/>
                  </a:lnTo>
                  <a:lnTo>
                    <a:pt x="2958048" y="164352"/>
                  </a:lnTo>
                  <a:lnTo>
                    <a:pt x="2971432" y="177583"/>
                  </a:lnTo>
                  <a:lnTo>
                    <a:pt x="2984817" y="191132"/>
                  </a:lnTo>
                  <a:lnTo>
                    <a:pt x="2998202" y="205119"/>
                  </a:lnTo>
                  <a:lnTo>
                    <a:pt x="3011587" y="219470"/>
                  </a:lnTo>
                  <a:lnTo>
                    <a:pt x="3024972" y="234071"/>
                  </a:lnTo>
                  <a:lnTo>
                    <a:pt x="3038357" y="248975"/>
                  </a:lnTo>
                  <a:lnTo>
                    <a:pt x="3051741" y="264183"/>
                  </a:lnTo>
                  <a:lnTo>
                    <a:pt x="3065126" y="279562"/>
                  </a:lnTo>
                  <a:lnTo>
                    <a:pt x="3078511" y="295123"/>
                  </a:lnTo>
                  <a:lnTo>
                    <a:pt x="3091896" y="310890"/>
                  </a:lnTo>
                  <a:lnTo>
                    <a:pt x="3105281" y="326743"/>
                  </a:lnTo>
                  <a:lnTo>
                    <a:pt x="3118666" y="342677"/>
                  </a:lnTo>
                  <a:lnTo>
                    <a:pt x="3132050" y="358683"/>
                  </a:lnTo>
                  <a:lnTo>
                    <a:pt x="3145435" y="374690"/>
                  </a:lnTo>
                  <a:lnTo>
                    <a:pt x="3158820" y="390689"/>
                  </a:lnTo>
                  <a:lnTo>
                    <a:pt x="3172205" y="406625"/>
                  </a:lnTo>
                  <a:lnTo>
                    <a:pt x="3185590" y="422465"/>
                  </a:lnTo>
                  <a:lnTo>
                    <a:pt x="3198975" y="438212"/>
                  </a:lnTo>
                  <a:lnTo>
                    <a:pt x="3212359" y="453792"/>
                  </a:lnTo>
                  <a:lnTo>
                    <a:pt x="3225744" y="469161"/>
                  </a:lnTo>
                  <a:lnTo>
                    <a:pt x="3239129" y="484361"/>
                  </a:lnTo>
                  <a:lnTo>
                    <a:pt x="3252514" y="499325"/>
                  </a:lnTo>
                  <a:lnTo>
                    <a:pt x="3265899" y="513953"/>
                  </a:lnTo>
                  <a:lnTo>
                    <a:pt x="3279284" y="528346"/>
                  </a:lnTo>
                  <a:lnTo>
                    <a:pt x="3292668" y="542473"/>
                  </a:lnTo>
                  <a:lnTo>
                    <a:pt x="3306053" y="556138"/>
                  </a:lnTo>
                  <a:lnTo>
                    <a:pt x="3319438" y="569518"/>
                  </a:lnTo>
                  <a:lnTo>
                    <a:pt x="3332823" y="582610"/>
                  </a:lnTo>
                  <a:lnTo>
                    <a:pt x="3346208" y="595171"/>
                  </a:lnTo>
                  <a:lnTo>
                    <a:pt x="3359593" y="607395"/>
                  </a:lnTo>
                  <a:lnTo>
                    <a:pt x="3372977" y="619302"/>
                  </a:lnTo>
                  <a:lnTo>
                    <a:pt x="3386362" y="630698"/>
                  </a:lnTo>
                  <a:lnTo>
                    <a:pt x="3399747" y="641690"/>
                  </a:lnTo>
                  <a:lnTo>
                    <a:pt x="3413132" y="652357"/>
                  </a:lnTo>
                  <a:lnTo>
                    <a:pt x="3426517" y="662565"/>
                  </a:lnTo>
                  <a:lnTo>
                    <a:pt x="3439902" y="672323"/>
                  </a:lnTo>
                  <a:lnTo>
                    <a:pt x="3453286" y="681766"/>
                  </a:lnTo>
                  <a:lnTo>
                    <a:pt x="3466671" y="690825"/>
                  </a:lnTo>
                  <a:lnTo>
                    <a:pt x="3480056" y="699415"/>
                  </a:lnTo>
                  <a:lnTo>
                    <a:pt x="3493441" y="707720"/>
                  </a:lnTo>
                  <a:lnTo>
                    <a:pt x="3506826" y="715726"/>
                  </a:lnTo>
                  <a:lnTo>
                    <a:pt x="3520211" y="723276"/>
                  </a:lnTo>
                  <a:lnTo>
                    <a:pt x="3533595" y="730588"/>
                  </a:lnTo>
                  <a:lnTo>
                    <a:pt x="3546980" y="737667"/>
                  </a:lnTo>
                  <a:lnTo>
                    <a:pt x="3560365" y="744380"/>
                  </a:lnTo>
                  <a:lnTo>
                    <a:pt x="3573750" y="750892"/>
                  </a:lnTo>
                  <a:lnTo>
                    <a:pt x="3587135" y="757229"/>
                  </a:lnTo>
                  <a:lnTo>
                    <a:pt x="3600520" y="763326"/>
                  </a:lnTo>
                  <a:lnTo>
                    <a:pt x="3613904" y="769265"/>
                  </a:lnTo>
                  <a:lnTo>
                    <a:pt x="3627289" y="775095"/>
                  </a:lnTo>
                  <a:lnTo>
                    <a:pt x="3640674" y="780795"/>
                  </a:lnTo>
                  <a:lnTo>
                    <a:pt x="3654059" y="786407"/>
                  </a:lnTo>
                  <a:lnTo>
                    <a:pt x="3667444" y="791977"/>
                  </a:lnTo>
                  <a:lnTo>
                    <a:pt x="3680829" y="797509"/>
                  </a:lnTo>
                  <a:lnTo>
                    <a:pt x="3694213" y="803040"/>
                  </a:lnTo>
                  <a:lnTo>
                    <a:pt x="3707598" y="808594"/>
                  </a:lnTo>
                  <a:lnTo>
                    <a:pt x="3720983" y="814177"/>
                  </a:lnTo>
                  <a:lnTo>
                    <a:pt x="3734368" y="819860"/>
                  </a:lnTo>
                  <a:lnTo>
                    <a:pt x="3747753" y="825624"/>
                  </a:lnTo>
                  <a:lnTo>
                    <a:pt x="3761138" y="831472"/>
                  </a:lnTo>
                  <a:lnTo>
                    <a:pt x="3774522" y="837498"/>
                  </a:lnTo>
                  <a:lnTo>
                    <a:pt x="3787907" y="843665"/>
                  </a:lnTo>
                  <a:lnTo>
                    <a:pt x="3801292" y="849963"/>
                  </a:lnTo>
                  <a:lnTo>
                    <a:pt x="3814677" y="856481"/>
                  </a:lnTo>
                  <a:lnTo>
                    <a:pt x="3828062" y="863205"/>
                  </a:lnTo>
                  <a:lnTo>
                    <a:pt x="3841447" y="870094"/>
                  </a:lnTo>
                  <a:lnTo>
                    <a:pt x="3854831" y="877215"/>
                  </a:lnTo>
                  <a:lnTo>
                    <a:pt x="3868216" y="884601"/>
                  </a:lnTo>
                  <a:lnTo>
                    <a:pt x="3881601" y="892171"/>
                  </a:lnTo>
                  <a:lnTo>
                    <a:pt x="3894986" y="899962"/>
                  </a:lnTo>
                  <a:lnTo>
                    <a:pt x="3908371" y="908064"/>
                  </a:lnTo>
                  <a:lnTo>
                    <a:pt x="3921756" y="916356"/>
                  </a:lnTo>
                  <a:lnTo>
                    <a:pt x="3935140" y="924841"/>
                  </a:lnTo>
                  <a:lnTo>
                    <a:pt x="3948525" y="933665"/>
                  </a:lnTo>
                  <a:lnTo>
                    <a:pt x="3961910" y="942671"/>
                  </a:lnTo>
                  <a:lnTo>
                    <a:pt x="3975295" y="951859"/>
                  </a:lnTo>
                  <a:lnTo>
                    <a:pt x="3988680" y="961340"/>
                  </a:lnTo>
                  <a:lnTo>
                    <a:pt x="4002065" y="971012"/>
                  </a:lnTo>
                  <a:lnTo>
                    <a:pt x="4015449" y="980847"/>
                  </a:lnTo>
                  <a:lnTo>
                    <a:pt x="4028834" y="990914"/>
                  </a:lnTo>
                  <a:lnTo>
                    <a:pt x="4042219" y="1001168"/>
                  </a:lnTo>
                  <a:lnTo>
                    <a:pt x="4055604" y="1011558"/>
                  </a:lnTo>
                  <a:lnTo>
                    <a:pt x="4068989" y="1022118"/>
                  </a:lnTo>
                  <a:lnTo>
                    <a:pt x="4082374" y="1032847"/>
                  </a:lnTo>
                  <a:lnTo>
                    <a:pt x="4095758" y="1043680"/>
                  </a:lnTo>
                  <a:lnTo>
                    <a:pt x="4109143" y="1054626"/>
                  </a:lnTo>
                  <a:lnTo>
                    <a:pt x="4122528" y="1065709"/>
                  </a:lnTo>
                  <a:lnTo>
                    <a:pt x="4135913" y="1076861"/>
                  </a:lnTo>
                  <a:lnTo>
                    <a:pt x="4149298" y="1088079"/>
                  </a:lnTo>
                  <a:lnTo>
                    <a:pt x="4162683" y="1099391"/>
                  </a:lnTo>
                  <a:lnTo>
                    <a:pt x="4176067" y="1110739"/>
                  </a:lnTo>
                  <a:lnTo>
                    <a:pt x="4189452" y="1122121"/>
                  </a:lnTo>
                  <a:lnTo>
                    <a:pt x="4202837" y="1133539"/>
                  </a:lnTo>
                  <a:lnTo>
                    <a:pt x="4216222" y="1144968"/>
                  </a:lnTo>
                  <a:lnTo>
                    <a:pt x="4229607" y="1156401"/>
                  </a:lnTo>
                  <a:lnTo>
                    <a:pt x="4242992" y="1167829"/>
                  </a:lnTo>
                  <a:lnTo>
                    <a:pt x="4256376" y="1179239"/>
                  </a:lnTo>
                  <a:lnTo>
                    <a:pt x="4269761" y="1190629"/>
                  </a:lnTo>
                  <a:lnTo>
                    <a:pt x="4283146" y="1201988"/>
                  </a:lnTo>
                  <a:lnTo>
                    <a:pt x="4296531" y="1213298"/>
                  </a:lnTo>
                  <a:lnTo>
                    <a:pt x="4309916" y="1224572"/>
                  </a:lnTo>
                  <a:lnTo>
                    <a:pt x="4323301" y="1235803"/>
                  </a:lnTo>
                  <a:lnTo>
                    <a:pt x="4336685" y="1246958"/>
                  </a:lnTo>
                  <a:lnTo>
                    <a:pt x="4350070" y="1258067"/>
                  </a:lnTo>
                  <a:lnTo>
                    <a:pt x="4363455" y="1269128"/>
                  </a:lnTo>
                  <a:lnTo>
                    <a:pt x="4376840" y="1280098"/>
                  </a:lnTo>
                  <a:lnTo>
                    <a:pt x="4390225" y="1291015"/>
                  </a:lnTo>
                  <a:lnTo>
                    <a:pt x="4403610" y="1301881"/>
                  </a:lnTo>
                  <a:lnTo>
                    <a:pt x="4416994" y="1312664"/>
                  </a:lnTo>
                  <a:lnTo>
                    <a:pt x="4430379" y="1323387"/>
                  </a:lnTo>
                  <a:lnTo>
                    <a:pt x="4443764" y="1334060"/>
                  </a:lnTo>
                  <a:lnTo>
                    <a:pt x="4457149" y="1344663"/>
                  </a:lnTo>
                  <a:lnTo>
                    <a:pt x="4470534" y="1355205"/>
                  </a:lnTo>
                  <a:lnTo>
                    <a:pt x="4483919" y="1365705"/>
                  </a:lnTo>
                  <a:lnTo>
                    <a:pt x="4497303" y="1376152"/>
                  </a:lnTo>
                  <a:lnTo>
                    <a:pt x="4510688" y="1386543"/>
                  </a:lnTo>
                  <a:lnTo>
                    <a:pt x="4524073" y="1396900"/>
                  </a:lnTo>
                  <a:lnTo>
                    <a:pt x="4537458" y="1407223"/>
                  </a:lnTo>
                  <a:lnTo>
                    <a:pt x="4550843" y="1417501"/>
                  </a:lnTo>
                  <a:lnTo>
                    <a:pt x="4564228" y="1427758"/>
                  </a:lnTo>
                  <a:lnTo>
                    <a:pt x="4577612" y="1437994"/>
                  </a:lnTo>
                  <a:lnTo>
                    <a:pt x="4590997" y="1448203"/>
                  </a:lnTo>
                  <a:lnTo>
                    <a:pt x="4604382" y="1458402"/>
                  </a:lnTo>
                  <a:lnTo>
                    <a:pt x="4617767" y="1468592"/>
                  </a:lnTo>
                  <a:lnTo>
                    <a:pt x="4631152" y="1478775"/>
                  </a:lnTo>
                  <a:lnTo>
                    <a:pt x="4644537" y="1488959"/>
                  </a:lnTo>
                  <a:lnTo>
                    <a:pt x="4657921" y="1499145"/>
                  </a:lnTo>
                  <a:lnTo>
                    <a:pt x="4671306" y="1509338"/>
                  </a:lnTo>
                  <a:lnTo>
                    <a:pt x="4684691" y="1519543"/>
                  </a:lnTo>
                  <a:lnTo>
                    <a:pt x="4698076" y="1529760"/>
                  </a:lnTo>
                  <a:lnTo>
                    <a:pt x="4711461" y="1539994"/>
                  </a:lnTo>
                  <a:lnTo>
                    <a:pt x="4724846" y="1550252"/>
                  </a:lnTo>
                  <a:lnTo>
                    <a:pt x="4738230" y="1560527"/>
                  </a:lnTo>
                  <a:lnTo>
                    <a:pt x="4751615" y="1570822"/>
                  </a:lnTo>
                  <a:lnTo>
                    <a:pt x="4765000" y="1581152"/>
                  </a:lnTo>
                  <a:lnTo>
                    <a:pt x="4778385" y="1591502"/>
                  </a:lnTo>
                  <a:lnTo>
                    <a:pt x="4791770" y="1601874"/>
                  </a:lnTo>
                  <a:lnTo>
                    <a:pt x="4805155" y="1612282"/>
                  </a:lnTo>
                  <a:lnTo>
                    <a:pt x="4818539" y="1622712"/>
                  </a:lnTo>
                  <a:lnTo>
                    <a:pt x="4831924" y="1633163"/>
                  </a:lnTo>
                  <a:lnTo>
                    <a:pt x="4845309" y="1643645"/>
                  </a:lnTo>
                  <a:lnTo>
                    <a:pt x="4858694" y="1654149"/>
                  </a:lnTo>
                  <a:lnTo>
                    <a:pt x="4872079" y="1664670"/>
                  </a:lnTo>
                  <a:lnTo>
                    <a:pt x="4885464" y="1675212"/>
                  </a:lnTo>
                  <a:lnTo>
                    <a:pt x="4898848" y="1685771"/>
                  </a:lnTo>
                  <a:lnTo>
                    <a:pt x="4912233" y="1696341"/>
                  </a:lnTo>
                  <a:lnTo>
                    <a:pt x="4925618" y="1706921"/>
                  </a:lnTo>
                  <a:lnTo>
                    <a:pt x="4939003" y="1717507"/>
                  </a:lnTo>
                  <a:lnTo>
                    <a:pt x="4952388" y="1728094"/>
                  </a:lnTo>
                  <a:lnTo>
                    <a:pt x="4965773" y="1738681"/>
                  </a:lnTo>
                  <a:lnTo>
                    <a:pt x="4979157" y="1749257"/>
                  </a:lnTo>
                  <a:lnTo>
                    <a:pt x="4992542" y="1759823"/>
                  </a:lnTo>
                  <a:lnTo>
                    <a:pt x="5005927" y="1770377"/>
                  </a:lnTo>
                  <a:lnTo>
                    <a:pt x="5019312" y="1780901"/>
                  </a:lnTo>
                  <a:lnTo>
                    <a:pt x="5032697" y="1791400"/>
                  </a:lnTo>
                  <a:lnTo>
                    <a:pt x="5046082" y="1801873"/>
                  </a:lnTo>
                  <a:lnTo>
                    <a:pt x="5059466" y="1812301"/>
                  </a:lnTo>
                  <a:lnTo>
                    <a:pt x="5072851" y="1822683"/>
                  </a:lnTo>
                  <a:lnTo>
                    <a:pt x="5086236" y="1833026"/>
                  </a:lnTo>
                  <a:lnTo>
                    <a:pt x="5099621" y="1843311"/>
                  </a:lnTo>
                  <a:lnTo>
                    <a:pt x="5113006" y="1853525"/>
                  </a:lnTo>
                  <a:lnTo>
                    <a:pt x="5126391" y="1863687"/>
                  </a:lnTo>
                  <a:lnTo>
                    <a:pt x="5139775" y="1873782"/>
                  </a:lnTo>
                  <a:lnTo>
                    <a:pt x="5153160" y="1883778"/>
                  </a:lnTo>
                  <a:lnTo>
                    <a:pt x="5166545" y="1893708"/>
                  </a:lnTo>
                  <a:lnTo>
                    <a:pt x="5179930" y="1903569"/>
                  </a:lnTo>
                  <a:lnTo>
                    <a:pt x="5193315" y="1913299"/>
                  </a:lnTo>
                  <a:lnTo>
                    <a:pt x="5206700" y="1922952"/>
                  </a:lnTo>
                  <a:lnTo>
                    <a:pt x="5220084" y="1932526"/>
                  </a:lnTo>
                  <a:lnTo>
                    <a:pt x="5233469" y="1941961"/>
                  </a:lnTo>
                  <a:lnTo>
                    <a:pt x="5246854" y="1951296"/>
                  </a:lnTo>
                  <a:lnTo>
                    <a:pt x="5260239" y="1960543"/>
                  </a:lnTo>
                  <a:lnTo>
                    <a:pt x="5273624" y="1969652"/>
                  </a:lnTo>
                  <a:lnTo>
                    <a:pt x="5287009" y="1978637"/>
                  </a:lnTo>
                  <a:lnTo>
                    <a:pt x="5300393" y="1987526"/>
                  </a:lnTo>
                  <a:lnTo>
                    <a:pt x="5313778" y="1996285"/>
                  </a:lnTo>
                  <a:lnTo>
                    <a:pt x="5327163" y="2004895"/>
                  </a:lnTo>
                  <a:lnTo>
                    <a:pt x="5340548" y="2013406"/>
                  </a:lnTo>
                  <a:lnTo>
                    <a:pt x="5353933" y="2021797"/>
                  </a:lnTo>
                  <a:lnTo>
                    <a:pt x="5367318" y="2030019"/>
                  </a:lnTo>
                  <a:lnTo>
                    <a:pt x="5380702" y="2038138"/>
                  </a:lnTo>
                  <a:lnTo>
                    <a:pt x="5394087" y="2046154"/>
                  </a:lnTo>
                  <a:lnTo>
                    <a:pt x="5407472" y="2053981"/>
                  </a:lnTo>
                  <a:lnTo>
                    <a:pt x="5420857" y="2061706"/>
                  </a:lnTo>
                  <a:lnTo>
                    <a:pt x="5434242" y="2069328"/>
                  </a:lnTo>
                  <a:lnTo>
                    <a:pt x="5447627" y="2076782"/>
                  </a:lnTo>
                  <a:lnTo>
                    <a:pt x="5461011" y="2084118"/>
                  </a:lnTo>
                  <a:lnTo>
                    <a:pt x="5474396" y="2091355"/>
                  </a:lnTo>
                  <a:lnTo>
                    <a:pt x="5487781" y="2098445"/>
                  </a:lnTo>
                  <a:lnTo>
                    <a:pt x="5501166" y="2105405"/>
                  </a:lnTo>
                  <a:lnTo>
                    <a:pt x="5514551" y="2112270"/>
                  </a:lnTo>
                  <a:lnTo>
                    <a:pt x="5527936" y="2119012"/>
                  </a:lnTo>
                  <a:lnTo>
                    <a:pt x="5541320" y="2125615"/>
                  </a:lnTo>
                  <a:lnTo>
                    <a:pt x="5554705" y="2132128"/>
                  </a:lnTo>
                  <a:lnTo>
                    <a:pt x="5568090" y="2138540"/>
                  </a:lnTo>
                  <a:lnTo>
                    <a:pt x="5581475" y="2144807"/>
                  </a:lnTo>
                  <a:lnTo>
                    <a:pt x="5594860" y="2150991"/>
                  </a:lnTo>
                  <a:lnTo>
                    <a:pt x="5608245" y="2157093"/>
                  </a:lnTo>
                  <a:lnTo>
                    <a:pt x="5621629" y="2163049"/>
                  </a:lnTo>
                  <a:lnTo>
                    <a:pt x="5635014" y="2168927"/>
                  </a:lnTo>
                  <a:lnTo>
                    <a:pt x="5648399" y="2174729"/>
                  </a:lnTo>
                  <a:lnTo>
                    <a:pt x="5661784" y="2180408"/>
                  </a:lnTo>
                  <a:lnTo>
                    <a:pt x="5675169" y="2186002"/>
                  </a:lnTo>
                  <a:lnTo>
                    <a:pt x="5688554" y="2191524"/>
                  </a:lnTo>
                  <a:lnTo>
                    <a:pt x="5701938" y="2196945"/>
                  </a:lnTo>
                  <a:lnTo>
                    <a:pt x="5715323" y="2202273"/>
                  </a:lnTo>
                  <a:lnTo>
                    <a:pt x="5728708" y="2207535"/>
                  </a:lnTo>
                  <a:lnTo>
                    <a:pt x="5742093" y="2212711"/>
                  </a:lnTo>
                  <a:lnTo>
                    <a:pt x="5755478" y="2217789"/>
                  </a:lnTo>
                  <a:lnTo>
                    <a:pt x="5768863" y="2222803"/>
                  </a:lnTo>
                  <a:lnTo>
                    <a:pt x="5782247" y="2227745"/>
                  </a:lnTo>
                  <a:lnTo>
                    <a:pt x="5795632" y="2232581"/>
                  </a:lnTo>
                  <a:lnTo>
                    <a:pt x="5809017" y="2237354"/>
                  </a:lnTo>
                  <a:lnTo>
                    <a:pt x="5822402" y="2242065"/>
                  </a:lnTo>
                  <a:lnTo>
                    <a:pt x="5835787" y="2246665"/>
                  </a:lnTo>
                  <a:lnTo>
                    <a:pt x="5849172" y="2251199"/>
                  </a:lnTo>
                  <a:lnTo>
                    <a:pt x="5862556" y="2255671"/>
                  </a:lnTo>
                  <a:lnTo>
                    <a:pt x="5875941" y="2260041"/>
                  </a:lnTo>
                  <a:lnTo>
                    <a:pt x="5889326" y="2264332"/>
                  </a:lnTo>
                  <a:lnTo>
                    <a:pt x="5902711" y="2268559"/>
                  </a:lnTo>
                  <a:lnTo>
                    <a:pt x="5916096" y="2272693"/>
                  </a:lnTo>
                  <a:lnTo>
                    <a:pt x="5929481" y="2276733"/>
                  </a:lnTo>
                  <a:lnTo>
                    <a:pt x="5942865" y="2280706"/>
                  </a:lnTo>
                  <a:lnTo>
                    <a:pt x="5956250" y="2284593"/>
                  </a:lnTo>
                  <a:lnTo>
                    <a:pt x="5969635" y="2288371"/>
                  </a:lnTo>
                  <a:lnTo>
                    <a:pt x="5983020" y="2292078"/>
                  </a:lnTo>
                  <a:lnTo>
                    <a:pt x="5996405" y="2295706"/>
                  </a:lnTo>
                  <a:lnTo>
                    <a:pt x="6009790" y="2299207"/>
                  </a:lnTo>
                  <a:lnTo>
                    <a:pt x="6023174" y="2302634"/>
                  </a:lnTo>
                  <a:lnTo>
                    <a:pt x="6036559" y="2305985"/>
                  </a:lnTo>
                  <a:lnTo>
                    <a:pt x="6049944" y="2309203"/>
                  </a:lnTo>
                  <a:lnTo>
                    <a:pt x="6063329" y="2312336"/>
                  </a:lnTo>
                  <a:lnTo>
                    <a:pt x="6076714" y="2315391"/>
                  </a:lnTo>
                  <a:lnTo>
                    <a:pt x="6090099" y="2318321"/>
                  </a:lnTo>
                  <a:lnTo>
                    <a:pt x="6103483" y="2321151"/>
                  </a:lnTo>
                  <a:lnTo>
                    <a:pt x="6116868" y="2323900"/>
                  </a:lnTo>
                  <a:lnTo>
                    <a:pt x="6130253" y="2326535"/>
                  </a:lnTo>
                  <a:lnTo>
                    <a:pt x="6143638" y="2329054"/>
                  </a:lnTo>
                  <a:lnTo>
                    <a:pt x="6157023" y="2331492"/>
                  </a:lnTo>
                  <a:lnTo>
                    <a:pt x="6170408" y="2333829"/>
                  </a:lnTo>
                  <a:lnTo>
                    <a:pt x="6183792" y="2336036"/>
                  </a:lnTo>
                  <a:lnTo>
                    <a:pt x="6197177" y="2338164"/>
                  </a:lnTo>
                  <a:lnTo>
                    <a:pt x="6210562" y="2340205"/>
                  </a:lnTo>
                  <a:lnTo>
                    <a:pt x="6223947" y="2342107"/>
                  </a:lnTo>
                  <a:lnTo>
                    <a:pt x="6237332" y="2343931"/>
                  </a:lnTo>
                  <a:lnTo>
                    <a:pt x="6250717" y="2345678"/>
                  </a:lnTo>
                  <a:lnTo>
                    <a:pt x="6264101" y="2347295"/>
                  </a:lnTo>
                  <a:lnTo>
                    <a:pt x="6277486" y="2348831"/>
                  </a:lnTo>
                  <a:lnTo>
                    <a:pt x="6290871" y="2350296"/>
                  </a:lnTo>
                  <a:lnTo>
                    <a:pt x="6304256" y="2351651"/>
                  </a:lnTo>
                  <a:lnTo>
                    <a:pt x="6317641" y="2352922"/>
                  </a:lnTo>
                  <a:lnTo>
                    <a:pt x="6331026" y="2354128"/>
                  </a:lnTo>
                  <a:lnTo>
                    <a:pt x="6344410" y="2355248"/>
                  </a:lnTo>
                  <a:lnTo>
                    <a:pt x="6357795" y="2356283"/>
                  </a:lnTo>
                  <a:lnTo>
                    <a:pt x="6371180" y="2357262"/>
                  </a:lnTo>
                  <a:lnTo>
                    <a:pt x="6384565" y="2358176"/>
                  </a:lnTo>
                  <a:lnTo>
                    <a:pt x="6397950" y="2359011"/>
                  </a:lnTo>
                  <a:lnTo>
                    <a:pt x="6411335" y="2359800"/>
                  </a:lnTo>
                  <a:lnTo>
                    <a:pt x="6424719" y="2360544"/>
                  </a:lnTo>
                  <a:lnTo>
                    <a:pt x="6438104" y="2361219"/>
                  </a:lnTo>
                  <a:lnTo>
                    <a:pt x="6451489" y="2361861"/>
                  </a:lnTo>
                  <a:lnTo>
                    <a:pt x="6464874" y="2362471"/>
                  </a:lnTo>
                  <a:lnTo>
                    <a:pt x="6478259" y="2363034"/>
                  </a:lnTo>
                  <a:lnTo>
                    <a:pt x="6491644" y="2363572"/>
                  </a:lnTo>
                  <a:lnTo>
                    <a:pt x="6505028" y="2364091"/>
                  </a:lnTo>
                  <a:lnTo>
                    <a:pt x="6518413" y="2364584"/>
                  </a:lnTo>
                  <a:lnTo>
                    <a:pt x="6531798" y="2365065"/>
                  </a:lnTo>
                  <a:lnTo>
                    <a:pt x="6545183" y="2365537"/>
                  </a:lnTo>
                  <a:lnTo>
                    <a:pt x="6558568" y="2366003"/>
                  </a:lnTo>
                  <a:lnTo>
                    <a:pt x="6571953" y="2366470"/>
                  </a:lnTo>
                  <a:lnTo>
                    <a:pt x="6585337" y="2366941"/>
                  </a:lnTo>
                  <a:lnTo>
                    <a:pt x="6598722" y="2367418"/>
                  </a:lnTo>
                  <a:lnTo>
                    <a:pt x="6612107" y="2367913"/>
                  </a:lnTo>
                  <a:lnTo>
                    <a:pt x="6625492" y="2368421"/>
                  </a:lnTo>
                  <a:lnTo>
                    <a:pt x="6638877" y="2368945"/>
                  </a:lnTo>
                  <a:lnTo>
                    <a:pt x="6652262" y="2369505"/>
                  </a:lnTo>
                  <a:lnTo>
                    <a:pt x="6665646" y="2370087"/>
                  </a:lnTo>
                  <a:lnTo>
                    <a:pt x="6679031" y="2370693"/>
                  </a:lnTo>
                  <a:lnTo>
                    <a:pt x="6692416" y="2371343"/>
                  </a:lnTo>
                  <a:lnTo>
                    <a:pt x="6705801" y="2372028"/>
                  </a:lnTo>
                  <a:lnTo>
                    <a:pt x="6719186" y="2372742"/>
                  </a:lnTo>
                  <a:lnTo>
                    <a:pt x="6732571" y="2373505"/>
                  </a:lnTo>
                  <a:lnTo>
                    <a:pt x="6745955" y="2374313"/>
                  </a:lnTo>
                  <a:lnTo>
                    <a:pt x="6759340" y="2375156"/>
                  </a:lnTo>
                  <a:lnTo>
                    <a:pt x="6772725" y="2376045"/>
                  </a:lnTo>
                  <a:lnTo>
                    <a:pt x="6786110" y="2376990"/>
                  </a:lnTo>
                  <a:lnTo>
                    <a:pt x="6799495" y="2377971"/>
                  </a:lnTo>
                  <a:lnTo>
                    <a:pt x="6812880" y="2378995"/>
                  </a:lnTo>
                  <a:lnTo>
                    <a:pt x="6826264" y="2380081"/>
                  </a:lnTo>
                  <a:lnTo>
                    <a:pt x="6839649" y="2381203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716153"/>
                  </a:moveTo>
                  <a:lnTo>
                    <a:pt x="13384" y="2713811"/>
                  </a:lnTo>
                  <a:lnTo>
                    <a:pt x="26769" y="2711452"/>
                  </a:lnTo>
                  <a:lnTo>
                    <a:pt x="40154" y="2709073"/>
                  </a:lnTo>
                  <a:lnTo>
                    <a:pt x="53539" y="2706672"/>
                  </a:lnTo>
                  <a:lnTo>
                    <a:pt x="66924" y="2704259"/>
                  </a:lnTo>
                  <a:lnTo>
                    <a:pt x="80308" y="2701833"/>
                  </a:lnTo>
                  <a:lnTo>
                    <a:pt x="93693" y="2699392"/>
                  </a:lnTo>
                  <a:lnTo>
                    <a:pt x="107078" y="2696940"/>
                  </a:lnTo>
                  <a:lnTo>
                    <a:pt x="120463" y="2694478"/>
                  </a:lnTo>
                  <a:lnTo>
                    <a:pt x="133848" y="2692007"/>
                  </a:lnTo>
                  <a:lnTo>
                    <a:pt x="147233" y="2689523"/>
                  </a:lnTo>
                  <a:lnTo>
                    <a:pt x="160617" y="2687030"/>
                  </a:lnTo>
                  <a:lnTo>
                    <a:pt x="174002" y="2684529"/>
                  </a:lnTo>
                  <a:lnTo>
                    <a:pt x="187387" y="2682011"/>
                  </a:lnTo>
                  <a:lnTo>
                    <a:pt x="200772" y="2679480"/>
                  </a:lnTo>
                  <a:lnTo>
                    <a:pt x="214157" y="2676937"/>
                  </a:lnTo>
                  <a:lnTo>
                    <a:pt x="227542" y="2674374"/>
                  </a:lnTo>
                  <a:lnTo>
                    <a:pt x="240926" y="2671785"/>
                  </a:lnTo>
                  <a:lnTo>
                    <a:pt x="254311" y="2669175"/>
                  </a:lnTo>
                  <a:lnTo>
                    <a:pt x="267696" y="2666541"/>
                  </a:lnTo>
                  <a:lnTo>
                    <a:pt x="281081" y="2663862"/>
                  </a:lnTo>
                  <a:lnTo>
                    <a:pt x="294466" y="2661145"/>
                  </a:lnTo>
                  <a:lnTo>
                    <a:pt x="307851" y="2658391"/>
                  </a:lnTo>
                  <a:lnTo>
                    <a:pt x="321235" y="2655583"/>
                  </a:lnTo>
                  <a:lnTo>
                    <a:pt x="334620" y="2652706"/>
                  </a:lnTo>
                  <a:lnTo>
                    <a:pt x="348005" y="2649772"/>
                  </a:lnTo>
                  <a:lnTo>
                    <a:pt x="361390" y="2646780"/>
                  </a:lnTo>
                  <a:lnTo>
                    <a:pt x="374775" y="2643673"/>
                  </a:lnTo>
                  <a:lnTo>
                    <a:pt x="388160" y="2640486"/>
                  </a:lnTo>
                  <a:lnTo>
                    <a:pt x="401544" y="2637216"/>
                  </a:lnTo>
                  <a:lnTo>
                    <a:pt x="414929" y="2633824"/>
                  </a:lnTo>
                  <a:lnTo>
                    <a:pt x="428314" y="2630297"/>
                  </a:lnTo>
                  <a:lnTo>
                    <a:pt x="441699" y="2626660"/>
                  </a:lnTo>
                  <a:lnTo>
                    <a:pt x="455084" y="2622906"/>
                  </a:lnTo>
                  <a:lnTo>
                    <a:pt x="468469" y="2618944"/>
                  </a:lnTo>
                  <a:lnTo>
                    <a:pt x="481853" y="2614843"/>
                  </a:lnTo>
                  <a:lnTo>
                    <a:pt x="495238" y="2610600"/>
                  </a:lnTo>
                  <a:lnTo>
                    <a:pt x="508623" y="2606145"/>
                  </a:lnTo>
                  <a:lnTo>
                    <a:pt x="522008" y="2601480"/>
                  </a:lnTo>
                  <a:lnTo>
                    <a:pt x="535393" y="2596643"/>
                  </a:lnTo>
                  <a:lnTo>
                    <a:pt x="548778" y="2591617"/>
                  </a:lnTo>
                  <a:lnTo>
                    <a:pt x="562162" y="2586290"/>
                  </a:lnTo>
                  <a:lnTo>
                    <a:pt x="575547" y="2580765"/>
                  </a:lnTo>
                  <a:lnTo>
                    <a:pt x="588932" y="2575040"/>
                  </a:lnTo>
                  <a:lnTo>
                    <a:pt x="602317" y="2569011"/>
                  </a:lnTo>
                  <a:lnTo>
                    <a:pt x="615702" y="2562714"/>
                  </a:lnTo>
                  <a:lnTo>
                    <a:pt x="629087" y="2556194"/>
                  </a:lnTo>
                  <a:lnTo>
                    <a:pt x="642471" y="2549418"/>
                  </a:lnTo>
                  <a:lnTo>
                    <a:pt x="655856" y="2542281"/>
                  </a:lnTo>
                  <a:lnTo>
                    <a:pt x="669241" y="2534907"/>
                  </a:lnTo>
                  <a:lnTo>
                    <a:pt x="682626" y="2527294"/>
                  </a:lnTo>
                  <a:lnTo>
                    <a:pt x="696011" y="2519316"/>
                  </a:lnTo>
                  <a:lnTo>
                    <a:pt x="709396" y="2511052"/>
                  </a:lnTo>
                  <a:lnTo>
                    <a:pt x="722780" y="2502543"/>
                  </a:lnTo>
                  <a:lnTo>
                    <a:pt x="736165" y="2493744"/>
                  </a:lnTo>
                  <a:lnTo>
                    <a:pt x="749550" y="2484581"/>
                  </a:lnTo>
                  <a:lnTo>
                    <a:pt x="762935" y="2475180"/>
                  </a:lnTo>
                  <a:lnTo>
                    <a:pt x="776320" y="2465539"/>
                  </a:lnTo>
                  <a:lnTo>
                    <a:pt x="789705" y="2455534"/>
                  </a:lnTo>
                  <a:lnTo>
                    <a:pt x="803089" y="2445273"/>
                  </a:lnTo>
                  <a:lnTo>
                    <a:pt x="816474" y="2434789"/>
                  </a:lnTo>
                  <a:lnTo>
                    <a:pt x="829859" y="2424034"/>
                  </a:lnTo>
                  <a:lnTo>
                    <a:pt x="843244" y="2412979"/>
                  </a:lnTo>
                  <a:lnTo>
                    <a:pt x="856629" y="2401726"/>
                  </a:lnTo>
                  <a:lnTo>
                    <a:pt x="870014" y="2390278"/>
                  </a:lnTo>
                  <a:lnTo>
                    <a:pt x="883398" y="2378536"/>
                  </a:lnTo>
                  <a:lnTo>
                    <a:pt x="896783" y="2366613"/>
                  </a:lnTo>
                  <a:lnTo>
                    <a:pt x="910168" y="2354528"/>
                  </a:lnTo>
                  <a:lnTo>
                    <a:pt x="923553" y="2342246"/>
                  </a:lnTo>
                  <a:lnTo>
                    <a:pt x="936938" y="2329774"/>
                  </a:lnTo>
                  <a:lnTo>
                    <a:pt x="950323" y="2317176"/>
                  </a:lnTo>
                  <a:lnTo>
                    <a:pt x="963707" y="2304459"/>
                  </a:lnTo>
                  <a:lnTo>
                    <a:pt x="977092" y="2291569"/>
                  </a:lnTo>
                  <a:lnTo>
                    <a:pt x="990477" y="2278590"/>
                  </a:lnTo>
                  <a:lnTo>
                    <a:pt x="1003862" y="2265530"/>
                  </a:lnTo>
                  <a:lnTo>
                    <a:pt x="1017247" y="2252373"/>
                  </a:lnTo>
                  <a:lnTo>
                    <a:pt x="1030632" y="2239142"/>
                  </a:lnTo>
                  <a:lnTo>
                    <a:pt x="1044016" y="2225864"/>
                  </a:lnTo>
                  <a:lnTo>
                    <a:pt x="1057401" y="2212543"/>
                  </a:lnTo>
                  <a:lnTo>
                    <a:pt x="1070786" y="2199175"/>
                  </a:lnTo>
                  <a:lnTo>
                    <a:pt x="1084171" y="2185789"/>
                  </a:lnTo>
                  <a:lnTo>
                    <a:pt x="1097556" y="2172389"/>
                  </a:lnTo>
                  <a:lnTo>
                    <a:pt x="1110941" y="2158978"/>
                  </a:lnTo>
                  <a:lnTo>
                    <a:pt x="1124325" y="2145568"/>
                  </a:lnTo>
                  <a:lnTo>
                    <a:pt x="1137710" y="2132162"/>
                  </a:lnTo>
                  <a:lnTo>
                    <a:pt x="1151095" y="2118763"/>
                  </a:lnTo>
                  <a:lnTo>
                    <a:pt x="1164480" y="2105379"/>
                  </a:lnTo>
                  <a:lnTo>
                    <a:pt x="1177865" y="2092008"/>
                  </a:lnTo>
                  <a:lnTo>
                    <a:pt x="1191250" y="2078648"/>
                  </a:lnTo>
                  <a:lnTo>
                    <a:pt x="1204634" y="2065303"/>
                  </a:lnTo>
                  <a:lnTo>
                    <a:pt x="1218019" y="2051969"/>
                  </a:lnTo>
                  <a:lnTo>
                    <a:pt x="1231404" y="2038641"/>
                  </a:lnTo>
                  <a:lnTo>
                    <a:pt x="1244789" y="2025316"/>
                  </a:lnTo>
                  <a:lnTo>
                    <a:pt x="1258174" y="2011986"/>
                  </a:lnTo>
                  <a:lnTo>
                    <a:pt x="1271559" y="1998646"/>
                  </a:lnTo>
                  <a:lnTo>
                    <a:pt x="1284943" y="1985292"/>
                  </a:lnTo>
                  <a:lnTo>
                    <a:pt x="1298328" y="1971906"/>
                  </a:lnTo>
                  <a:lnTo>
                    <a:pt x="1311713" y="1958481"/>
                  </a:lnTo>
                  <a:lnTo>
                    <a:pt x="1325098" y="1945016"/>
                  </a:lnTo>
                  <a:lnTo>
                    <a:pt x="1338483" y="1931498"/>
                  </a:lnTo>
                  <a:lnTo>
                    <a:pt x="1351868" y="1917894"/>
                  </a:lnTo>
                  <a:lnTo>
                    <a:pt x="1365252" y="1904220"/>
                  </a:lnTo>
                  <a:lnTo>
                    <a:pt x="1378637" y="1890473"/>
                  </a:lnTo>
                  <a:lnTo>
                    <a:pt x="1392022" y="1876595"/>
                  </a:lnTo>
                  <a:lnTo>
                    <a:pt x="1405407" y="1862607"/>
                  </a:lnTo>
                  <a:lnTo>
                    <a:pt x="1418792" y="1848515"/>
                  </a:lnTo>
                  <a:lnTo>
                    <a:pt x="1432177" y="1834287"/>
                  </a:lnTo>
                  <a:lnTo>
                    <a:pt x="1445561" y="1819884"/>
                  </a:lnTo>
                  <a:lnTo>
                    <a:pt x="1458946" y="1805351"/>
                  </a:lnTo>
                  <a:lnTo>
                    <a:pt x="1472331" y="1790686"/>
                  </a:lnTo>
                  <a:lnTo>
                    <a:pt x="1485716" y="1775795"/>
                  </a:lnTo>
                  <a:lnTo>
                    <a:pt x="1499101" y="1760745"/>
                  </a:lnTo>
                  <a:lnTo>
                    <a:pt x="1512486" y="1745545"/>
                  </a:lnTo>
                  <a:lnTo>
                    <a:pt x="1525870" y="1730147"/>
                  </a:lnTo>
                  <a:lnTo>
                    <a:pt x="1539255" y="1714531"/>
                  </a:lnTo>
                  <a:lnTo>
                    <a:pt x="1552640" y="1698757"/>
                  </a:lnTo>
                  <a:lnTo>
                    <a:pt x="1566025" y="1682826"/>
                  </a:lnTo>
                  <a:lnTo>
                    <a:pt x="1579410" y="1666633"/>
                  </a:lnTo>
                  <a:lnTo>
                    <a:pt x="1592795" y="1650282"/>
                  </a:lnTo>
                  <a:lnTo>
                    <a:pt x="1606179" y="1633779"/>
                  </a:lnTo>
                  <a:lnTo>
                    <a:pt x="1619564" y="1617073"/>
                  </a:lnTo>
                  <a:lnTo>
                    <a:pt x="1632949" y="1600176"/>
                  </a:lnTo>
                  <a:lnTo>
                    <a:pt x="1646334" y="1583141"/>
                  </a:lnTo>
                  <a:lnTo>
                    <a:pt x="1659719" y="1565967"/>
                  </a:lnTo>
                  <a:lnTo>
                    <a:pt x="1673104" y="1548586"/>
                  </a:lnTo>
                  <a:lnTo>
                    <a:pt x="1686488" y="1531090"/>
                  </a:lnTo>
                  <a:lnTo>
                    <a:pt x="1699873" y="1513483"/>
                  </a:lnTo>
                  <a:lnTo>
                    <a:pt x="1713258" y="1495733"/>
                  </a:lnTo>
                  <a:lnTo>
                    <a:pt x="1726643" y="1477868"/>
                  </a:lnTo>
                  <a:lnTo>
                    <a:pt x="1740028" y="1459921"/>
                  </a:lnTo>
                  <a:lnTo>
                    <a:pt x="1753413" y="1441891"/>
                  </a:lnTo>
                  <a:lnTo>
                    <a:pt x="1766797" y="1423760"/>
                  </a:lnTo>
                  <a:lnTo>
                    <a:pt x="1780182" y="1405577"/>
                  </a:lnTo>
                  <a:lnTo>
                    <a:pt x="1793567" y="1387346"/>
                  </a:lnTo>
                  <a:lnTo>
                    <a:pt x="1806952" y="1369059"/>
                  </a:lnTo>
                  <a:lnTo>
                    <a:pt x="1820337" y="1350740"/>
                  </a:lnTo>
                  <a:lnTo>
                    <a:pt x="1833722" y="1332400"/>
                  </a:lnTo>
                  <a:lnTo>
                    <a:pt x="1847106" y="1314041"/>
                  </a:lnTo>
                  <a:lnTo>
                    <a:pt x="1860491" y="1295671"/>
                  </a:lnTo>
                  <a:lnTo>
                    <a:pt x="1873876" y="1277302"/>
                  </a:lnTo>
                  <a:lnTo>
                    <a:pt x="1887261" y="1258933"/>
                  </a:lnTo>
                  <a:lnTo>
                    <a:pt x="1900646" y="1240575"/>
                  </a:lnTo>
                  <a:lnTo>
                    <a:pt x="1914031" y="1222230"/>
                  </a:lnTo>
                  <a:lnTo>
                    <a:pt x="1927415" y="1203898"/>
                  </a:lnTo>
                  <a:lnTo>
                    <a:pt x="1940800" y="1185581"/>
                  </a:lnTo>
                  <a:lnTo>
                    <a:pt x="1954185" y="1167286"/>
                  </a:lnTo>
                  <a:lnTo>
                    <a:pt x="1967570" y="1149004"/>
                  </a:lnTo>
                  <a:lnTo>
                    <a:pt x="1980955" y="1130735"/>
                  </a:lnTo>
                  <a:lnTo>
                    <a:pt x="1994340" y="1112482"/>
                  </a:lnTo>
                  <a:lnTo>
                    <a:pt x="2007724" y="1094236"/>
                  </a:lnTo>
                  <a:lnTo>
                    <a:pt x="2021109" y="1075994"/>
                  </a:lnTo>
                  <a:lnTo>
                    <a:pt x="2034494" y="1057752"/>
                  </a:lnTo>
                  <a:lnTo>
                    <a:pt x="2047879" y="1039502"/>
                  </a:lnTo>
                  <a:lnTo>
                    <a:pt x="2061264" y="1021239"/>
                  </a:lnTo>
                  <a:lnTo>
                    <a:pt x="2074649" y="1002961"/>
                  </a:lnTo>
                  <a:lnTo>
                    <a:pt x="2088033" y="984648"/>
                  </a:lnTo>
                  <a:lnTo>
                    <a:pt x="2101418" y="966301"/>
                  </a:lnTo>
                  <a:lnTo>
                    <a:pt x="2114803" y="947919"/>
                  </a:lnTo>
                  <a:lnTo>
                    <a:pt x="2128188" y="929486"/>
                  </a:lnTo>
                  <a:lnTo>
                    <a:pt x="2141573" y="910985"/>
                  </a:lnTo>
                  <a:lnTo>
                    <a:pt x="2154958" y="892430"/>
                  </a:lnTo>
                  <a:lnTo>
                    <a:pt x="2168342" y="873818"/>
                  </a:lnTo>
                  <a:lnTo>
                    <a:pt x="2181727" y="855100"/>
                  </a:lnTo>
                  <a:lnTo>
                    <a:pt x="2195112" y="836311"/>
                  </a:lnTo>
                  <a:lnTo>
                    <a:pt x="2208497" y="817451"/>
                  </a:lnTo>
                  <a:lnTo>
                    <a:pt x="2221882" y="798490"/>
                  </a:lnTo>
                  <a:lnTo>
                    <a:pt x="2235267" y="779427"/>
                  </a:lnTo>
                  <a:lnTo>
                    <a:pt x="2248651" y="760285"/>
                  </a:lnTo>
                  <a:lnTo>
                    <a:pt x="2262036" y="741062"/>
                  </a:lnTo>
                  <a:lnTo>
                    <a:pt x="2275421" y="721712"/>
                  </a:lnTo>
                  <a:lnTo>
                    <a:pt x="2288806" y="702287"/>
                  </a:lnTo>
                  <a:lnTo>
                    <a:pt x="2302191" y="682789"/>
                  </a:lnTo>
                  <a:lnTo>
                    <a:pt x="2315576" y="663195"/>
                  </a:lnTo>
                  <a:lnTo>
                    <a:pt x="2328960" y="643523"/>
                  </a:lnTo>
                  <a:lnTo>
                    <a:pt x="2342345" y="623796"/>
                  </a:lnTo>
                  <a:lnTo>
                    <a:pt x="2355730" y="604015"/>
                  </a:lnTo>
                  <a:lnTo>
                    <a:pt x="2369115" y="584173"/>
                  </a:lnTo>
                  <a:lnTo>
                    <a:pt x="2382500" y="564307"/>
                  </a:lnTo>
                  <a:lnTo>
                    <a:pt x="2395885" y="544423"/>
                  </a:lnTo>
                  <a:lnTo>
                    <a:pt x="2409269" y="524531"/>
                  </a:lnTo>
                  <a:lnTo>
                    <a:pt x="2422654" y="504658"/>
                  </a:lnTo>
                  <a:lnTo>
                    <a:pt x="2436039" y="484812"/>
                  </a:lnTo>
                  <a:lnTo>
                    <a:pt x="2449424" y="465007"/>
                  </a:lnTo>
                  <a:lnTo>
                    <a:pt x="2462809" y="445297"/>
                  </a:lnTo>
                  <a:lnTo>
                    <a:pt x="2476194" y="425671"/>
                  </a:lnTo>
                  <a:lnTo>
                    <a:pt x="2489578" y="406136"/>
                  </a:lnTo>
                  <a:lnTo>
                    <a:pt x="2502963" y="386774"/>
                  </a:lnTo>
                  <a:lnTo>
                    <a:pt x="2516348" y="367581"/>
                  </a:lnTo>
                  <a:lnTo>
                    <a:pt x="2529733" y="348548"/>
                  </a:lnTo>
                  <a:lnTo>
                    <a:pt x="2543118" y="329720"/>
                  </a:lnTo>
                  <a:lnTo>
                    <a:pt x="2556503" y="311202"/>
                  </a:lnTo>
                  <a:lnTo>
                    <a:pt x="2569887" y="292915"/>
                  </a:lnTo>
                  <a:lnTo>
                    <a:pt x="2583272" y="274871"/>
                  </a:lnTo>
                  <a:lnTo>
                    <a:pt x="2596657" y="257249"/>
                  </a:lnTo>
                  <a:lnTo>
                    <a:pt x="2610042" y="239972"/>
                  </a:lnTo>
                  <a:lnTo>
                    <a:pt x="2623427" y="223015"/>
                  </a:lnTo>
                  <a:lnTo>
                    <a:pt x="2636812" y="206477"/>
                  </a:lnTo>
                  <a:lnTo>
                    <a:pt x="2650196" y="190478"/>
                  </a:lnTo>
                  <a:lnTo>
                    <a:pt x="2663581" y="174878"/>
                  </a:lnTo>
                  <a:lnTo>
                    <a:pt x="2676966" y="159686"/>
                  </a:lnTo>
                  <a:lnTo>
                    <a:pt x="2690351" y="145199"/>
                  </a:lnTo>
                  <a:lnTo>
                    <a:pt x="2703736" y="131220"/>
                  </a:lnTo>
                  <a:lnTo>
                    <a:pt x="2717121" y="117725"/>
                  </a:lnTo>
                  <a:lnTo>
                    <a:pt x="2730505" y="104880"/>
                  </a:lnTo>
                  <a:lnTo>
                    <a:pt x="2743890" y="92776"/>
                  </a:lnTo>
                  <a:lnTo>
                    <a:pt x="2757275" y="81226"/>
                  </a:lnTo>
                  <a:lnTo>
                    <a:pt x="2770660" y="70237"/>
                  </a:lnTo>
                  <a:lnTo>
                    <a:pt x="2784045" y="60226"/>
                  </a:lnTo>
                  <a:lnTo>
                    <a:pt x="2797430" y="50843"/>
                  </a:lnTo>
                  <a:lnTo>
                    <a:pt x="2810814" y="42082"/>
                  </a:lnTo>
                  <a:lnTo>
                    <a:pt x="2824199" y="34177"/>
                  </a:lnTo>
                  <a:lnTo>
                    <a:pt x="2837584" y="27154"/>
                  </a:lnTo>
                  <a:lnTo>
                    <a:pt x="2850969" y="20800"/>
                  </a:lnTo>
                  <a:lnTo>
                    <a:pt x="2864354" y="15142"/>
                  </a:lnTo>
                  <a:lnTo>
                    <a:pt x="2877739" y="10629"/>
                  </a:lnTo>
                  <a:lnTo>
                    <a:pt x="2891123" y="6821"/>
                  </a:lnTo>
                  <a:lnTo>
                    <a:pt x="2904508" y="3721"/>
                  </a:lnTo>
                  <a:lnTo>
                    <a:pt x="2917893" y="1619"/>
                  </a:lnTo>
                  <a:lnTo>
                    <a:pt x="2931278" y="447"/>
                  </a:lnTo>
                  <a:lnTo>
                    <a:pt x="2944663" y="0"/>
                  </a:lnTo>
                  <a:lnTo>
                    <a:pt x="2958048" y="336"/>
                  </a:lnTo>
                  <a:lnTo>
                    <a:pt x="2971432" y="1838"/>
                  </a:lnTo>
                  <a:lnTo>
                    <a:pt x="2984817" y="4064"/>
                  </a:lnTo>
                  <a:lnTo>
                    <a:pt x="2998202" y="7013"/>
                  </a:lnTo>
                  <a:lnTo>
                    <a:pt x="3011587" y="11002"/>
                  </a:lnTo>
                  <a:lnTo>
                    <a:pt x="3024972" y="15867"/>
                  </a:lnTo>
                  <a:lnTo>
                    <a:pt x="3038357" y="21436"/>
                  </a:lnTo>
                  <a:lnTo>
                    <a:pt x="3051741" y="27794"/>
                  </a:lnTo>
                  <a:lnTo>
                    <a:pt x="3065126" y="35211"/>
                  </a:lnTo>
                  <a:lnTo>
                    <a:pt x="3078511" y="43294"/>
                  </a:lnTo>
                  <a:lnTo>
                    <a:pt x="3091896" y="52037"/>
                  </a:lnTo>
                  <a:lnTo>
                    <a:pt x="3105281" y="61745"/>
                  </a:lnTo>
                  <a:lnTo>
                    <a:pt x="3118666" y="72187"/>
                  </a:lnTo>
                  <a:lnTo>
                    <a:pt x="3132050" y="83236"/>
                  </a:lnTo>
                  <a:lnTo>
                    <a:pt x="3145435" y="94988"/>
                  </a:lnTo>
                  <a:lnTo>
                    <a:pt x="3158820" y="107588"/>
                  </a:lnTo>
                  <a:lnTo>
                    <a:pt x="3172205" y="120729"/>
                  </a:lnTo>
                  <a:lnTo>
                    <a:pt x="3185590" y="134401"/>
                  </a:lnTo>
                  <a:lnTo>
                    <a:pt x="3198975" y="148857"/>
                  </a:lnTo>
                  <a:lnTo>
                    <a:pt x="3212359" y="163844"/>
                  </a:lnTo>
                  <a:lnTo>
                    <a:pt x="3225744" y="179287"/>
                  </a:lnTo>
                  <a:lnTo>
                    <a:pt x="3239129" y="195270"/>
                  </a:lnTo>
                  <a:lnTo>
                    <a:pt x="3252514" y="211833"/>
                  </a:lnTo>
                  <a:lnTo>
                    <a:pt x="3265899" y="228770"/>
                  </a:lnTo>
                  <a:lnTo>
                    <a:pt x="3279284" y="246069"/>
                  </a:lnTo>
                  <a:lnTo>
                    <a:pt x="3292668" y="263896"/>
                  </a:lnTo>
                  <a:lnTo>
                    <a:pt x="3306053" y="282038"/>
                  </a:lnTo>
                  <a:lnTo>
                    <a:pt x="3319438" y="300459"/>
                  </a:lnTo>
                  <a:lnTo>
                    <a:pt x="3332823" y="319210"/>
                  </a:lnTo>
                  <a:lnTo>
                    <a:pt x="3346208" y="338268"/>
                  </a:lnTo>
                  <a:lnTo>
                    <a:pt x="3359593" y="357521"/>
                  </a:lnTo>
                  <a:lnTo>
                    <a:pt x="3372977" y="376957"/>
                  </a:lnTo>
                  <a:lnTo>
                    <a:pt x="3386362" y="396641"/>
                  </a:lnTo>
                  <a:lnTo>
                    <a:pt x="3399747" y="416443"/>
                  </a:lnTo>
                  <a:lnTo>
                    <a:pt x="3413132" y="436349"/>
                  </a:lnTo>
                  <a:lnTo>
                    <a:pt x="3426517" y="456364"/>
                  </a:lnTo>
                  <a:lnTo>
                    <a:pt x="3439902" y="476446"/>
                  </a:lnTo>
                  <a:lnTo>
                    <a:pt x="3453286" y="496557"/>
                  </a:lnTo>
                  <a:lnTo>
                    <a:pt x="3466671" y="516687"/>
                  </a:lnTo>
                  <a:lnTo>
                    <a:pt x="3480056" y="536795"/>
                  </a:lnTo>
                  <a:lnTo>
                    <a:pt x="3493441" y="556864"/>
                  </a:lnTo>
                  <a:lnTo>
                    <a:pt x="3506826" y="576882"/>
                  </a:lnTo>
                  <a:lnTo>
                    <a:pt x="3520211" y="596803"/>
                  </a:lnTo>
                  <a:lnTo>
                    <a:pt x="3533595" y="616600"/>
                  </a:lnTo>
                  <a:lnTo>
                    <a:pt x="3546980" y="636284"/>
                  </a:lnTo>
                  <a:lnTo>
                    <a:pt x="3560365" y="655835"/>
                  </a:lnTo>
                  <a:lnTo>
                    <a:pt x="3573750" y="675150"/>
                  </a:lnTo>
                  <a:lnTo>
                    <a:pt x="3587135" y="694295"/>
                  </a:lnTo>
                  <a:lnTo>
                    <a:pt x="3600520" y="713264"/>
                  </a:lnTo>
                  <a:lnTo>
                    <a:pt x="3613904" y="731952"/>
                  </a:lnTo>
                  <a:lnTo>
                    <a:pt x="3627289" y="750374"/>
                  </a:lnTo>
                  <a:lnTo>
                    <a:pt x="3640674" y="768568"/>
                  </a:lnTo>
                  <a:lnTo>
                    <a:pt x="3654059" y="786496"/>
                  </a:lnTo>
                  <a:lnTo>
                    <a:pt x="3667444" y="804027"/>
                  </a:lnTo>
                  <a:lnTo>
                    <a:pt x="3680829" y="821288"/>
                  </a:lnTo>
                  <a:lnTo>
                    <a:pt x="3694213" y="838272"/>
                  </a:lnTo>
                  <a:lnTo>
                    <a:pt x="3707598" y="854820"/>
                  </a:lnTo>
                  <a:lnTo>
                    <a:pt x="3720983" y="871007"/>
                  </a:lnTo>
                  <a:lnTo>
                    <a:pt x="3734368" y="886882"/>
                  </a:lnTo>
                  <a:lnTo>
                    <a:pt x="3747753" y="902378"/>
                  </a:lnTo>
                  <a:lnTo>
                    <a:pt x="3761138" y="917376"/>
                  </a:lnTo>
                  <a:lnTo>
                    <a:pt x="3774522" y="932033"/>
                  </a:lnTo>
                  <a:lnTo>
                    <a:pt x="3787907" y="946347"/>
                  </a:lnTo>
                  <a:lnTo>
                    <a:pt x="3801292" y="960115"/>
                  </a:lnTo>
                  <a:lnTo>
                    <a:pt x="3814677" y="973478"/>
                  </a:lnTo>
                  <a:lnTo>
                    <a:pt x="3828062" y="986481"/>
                  </a:lnTo>
                  <a:lnTo>
                    <a:pt x="3841447" y="999035"/>
                  </a:lnTo>
                  <a:lnTo>
                    <a:pt x="3854831" y="1011061"/>
                  </a:lnTo>
                  <a:lnTo>
                    <a:pt x="3868216" y="1022722"/>
                  </a:lnTo>
                  <a:lnTo>
                    <a:pt x="3881601" y="1034019"/>
                  </a:lnTo>
                  <a:lnTo>
                    <a:pt x="3894986" y="1044735"/>
                  </a:lnTo>
                  <a:lnTo>
                    <a:pt x="3908371" y="1055067"/>
                  </a:lnTo>
                  <a:lnTo>
                    <a:pt x="3921756" y="1065046"/>
                  </a:lnTo>
                  <a:lnTo>
                    <a:pt x="3935140" y="1074577"/>
                  </a:lnTo>
                  <a:lnTo>
                    <a:pt x="3948525" y="1083639"/>
                  </a:lnTo>
                  <a:lnTo>
                    <a:pt x="3961910" y="1092376"/>
                  </a:lnTo>
                  <a:lnTo>
                    <a:pt x="3975295" y="1100791"/>
                  </a:lnTo>
                  <a:lnTo>
                    <a:pt x="3988680" y="1108702"/>
                  </a:lnTo>
                  <a:lnTo>
                    <a:pt x="4002065" y="1116322"/>
                  </a:lnTo>
                  <a:lnTo>
                    <a:pt x="4015449" y="1123667"/>
                  </a:lnTo>
                  <a:lnTo>
                    <a:pt x="4028834" y="1130663"/>
                  </a:lnTo>
                  <a:lnTo>
                    <a:pt x="4042219" y="1137345"/>
                  </a:lnTo>
                  <a:lnTo>
                    <a:pt x="4055604" y="1143812"/>
                  </a:lnTo>
                  <a:lnTo>
                    <a:pt x="4068989" y="1150070"/>
                  </a:lnTo>
                  <a:lnTo>
                    <a:pt x="4082374" y="1156042"/>
                  </a:lnTo>
                  <a:lnTo>
                    <a:pt x="4095758" y="1161874"/>
                  </a:lnTo>
                  <a:lnTo>
                    <a:pt x="4109143" y="1167577"/>
                  </a:lnTo>
                  <a:lnTo>
                    <a:pt x="4122528" y="1173138"/>
                  </a:lnTo>
                  <a:lnTo>
                    <a:pt x="4135913" y="1178615"/>
                  </a:lnTo>
                  <a:lnTo>
                    <a:pt x="4149298" y="1184051"/>
                  </a:lnTo>
                  <a:lnTo>
                    <a:pt x="4162683" y="1189461"/>
                  </a:lnTo>
                  <a:lnTo>
                    <a:pt x="4176067" y="1194894"/>
                  </a:lnTo>
                  <a:lnTo>
                    <a:pt x="4189452" y="1200381"/>
                  </a:lnTo>
                  <a:lnTo>
                    <a:pt x="4202837" y="1205935"/>
                  </a:lnTo>
                  <a:lnTo>
                    <a:pt x="4216222" y="1211630"/>
                  </a:lnTo>
                  <a:lnTo>
                    <a:pt x="4229607" y="1217499"/>
                  </a:lnTo>
                  <a:lnTo>
                    <a:pt x="4242992" y="1223529"/>
                  </a:lnTo>
                  <a:lnTo>
                    <a:pt x="4256376" y="1229763"/>
                  </a:lnTo>
                  <a:lnTo>
                    <a:pt x="4269761" y="1236340"/>
                  </a:lnTo>
                  <a:lnTo>
                    <a:pt x="4283146" y="1243171"/>
                  </a:lnTo>
                  <a:lnTo>
                    <a:pt x="4296531" y="1250267"/>
                  </a:lnTo>
                  <a:lnTo>
                    <a:pt x="4309916" y="1257805"/>
                  </a:lnTo>
                  <a:lnTo>
                    <a:pt x="4323301" y="1265734"/>
                  </a:lnTo>
                  <a:lnTo>
                    <a:pt x="4336685" y="1274009"/>
                  </a:lnTo>
                  <a:lnTo>
                    <a:pt x="4350070" y="1282710"/>
                  </a:lnTo>
                  <a:lnTo>
                    <a:pt x="4363455" y="1291996"/>
                  </a:lnTo>
                  <a:lnTo>
                    <a:pt x="4376840" y="1301692"/>
                  </a:lnTo>
                  <a:lnTo>
                    <a:pt x="4390225" y="1311804"/>
                  </a:lnTo>
                  <a:lnTo>
                    <a:pt x="4403610" y="1322591"/>
                  </a:lnTo>
                  <a:lnTo>
                    <a:pt x="4416994" y="1333890"/>
                  </a:lnTo>
                  <a:lnTo>
                    <a:pt x="4430379" y="1345647"/>
                  </a:lnTo>
                  <a:lnTo>
                    <a:pt x="4443764" y="1357977"/>
                  </a:lnTo>
                  <a:lnTo>
                    <a:pt x="4457149" y="1370992"/>
                  </a:lnTo>
                  <a:lnTo>
                    <a:pt x="4470534" y="1384481"/>
                  </a:lnTo>
                  <a:lnTo>
                    <a:pt x="4483919" y="1398445"/>
                  </a:lnTo>
                  <a:lnTo>
                    <a:pt x="4497303" y="1413169"/>
                  </a:lnTo>
                  <a:lnTo>
                    <a:pt x="4510688" y="1428397"/>
                  </a:lnTo>
                  <a:lnTo>
                    <a:pt x="4524073" y="1444088"/>
                  </a:lnTo>
                  <a:lnTo>
                    <a:pt x="4537458" y="1460366"/>
                  </a:lnTo>
                  <a:lnTo>
                    <a:pt x="4550843" y="1477257"/>
                  </a:lnTo>
                  <a:lnTo>
                    <a:pt x="4564228" y="1494572"/>
                  </a:lnTo>
                  <a:lnTo>
                    <a:pt x="4577612" y="1512306"/>
                  </a:lnTo>
                  <a:lnTo>
                    <a:pt x="4590997" y="1530689"/>
                  </a:lnTo>
                  <a:lnTo>
                    <a:pt x="4604382" y="1549447"/>
                  </a:lnTo>
                  <a:lnTo>
                    <a:pt x="4617767" y="1568556"/>
                  </a:lnTo>
                  <a:lnTo>
                    <a:pt x="4631152" y="1588107"/>
                  </a:lnTo>
                  <a:lnTo>
                    <a:pt x="4644537" y="1608052"/>
                  </a:lnTo>
                  <a:lnTo>
                    <a:pt x="4657921" y="1628262"/>
                  </a:lnTo>
                  <a:lnTo>
                    <a:pt x="4671306" y="1648731"/>
                  </a:lnTo>
                  <a:lnTo>
                    <a:pt x="4684691" y="1669548"/>
                  </a:lnTo>
                  <a:lnTo>
                    <a:pt x="4698076" y="1690530"/>
                  </a:lnTo>
                  <a:lnTo>
                    <a:pt x="4711461" y="1711662"/>
                  </a:lnTo>
                  <a:lnTo>
                    <a:pt x="4724846" y="1732958"/>
                  </a:lnTo>
                  <a:lnTo>
                    <a:pt x="4738230" y="1754343"/>
                  </a:lnTo>
                  <a:lnTo>
                    <a:pt x="4751615" y="1775767"/>
                  </a:lnTo>
                  <a:lnTo>
                    <a:pt x="4765000" y="1797213"/>
                  </a:lnTo>
                  <a:lnTo>
                    <a:pt x="4778385" y="1818613"/>
                  </a:lnTo>
                  <a:lnTo>
                    <a:pt x="4791770" y="1839939"/>
                  </a:lnTo>
                  <a:lnTo>
                    <a:pt x="4805155" y="1861178"/>
                  </a:lnTo>
                  <a:lnTo>
                    <a:pt x="4818539" y="1882237"/>
                  </a:lnTo>
                  <a:lnTo>
                    <a:pt x="4831924" y="1903086"/>
                  </a:lnTo>
                  <a:lnTo>
                    <a:pt x="4845309" y="1923741"/>
                  </a:lnTo>
                  <a:lnTo>
                    <a:pt x="4858694" y="1944155"/>
                  </a:lnTo>
                  <a:lnTo>
                    <a:pt x="4872079" y="1964173"/>
                  </a:lnTo>
                  <a:lnTo>
                    <a:pt x="4885464" y="1983904"/>
                  </a:lnTo>
                  <a:lnTo>
                    <a:pt x="4898848" y="2003336"/>
                  </a:lnTo>
                  <a:lnTo>
                    <a:pt x="4912233" y="2022279"/>
                  </a:lnTo>
                  <a:lnTo>
                    <a:pt x="4925618" y="2040798"/>
                  </a:lnTo>
                  <a:lnTo>
                    <a:pt x="4939003" y="2058947"/>
                  </a:lnTo>
                  <a:lnTo>
                    <a:pt x="4952388" y="2076642"/>
                  </a:lnTo>
                  <a:lnTo>
                    <a:pt x="4965773" y="2093727"/>
                  </a:lnTo>
                  <a:lnTo>
                    <a:pt x="4979157" y="2110392"/>
                  </a:lnTo>
                  <a:lnTo>
                    <a:pt x="4992542" y="2126630"/>
                  </a:lnTo>
                  <a:lnTo>
                    <a:pt x="5005927" y="2142192"/>
                  </a:lnTo>
                  <a:lnTo>
                    <a:pt x="5019312" y="2157249"/>
                  </a:lnTo>
                  <a:lnTo>
                    <a:pt x="5032697" y="2171858"/>
                  </a:lnTo>
                  <a:lnTo>
                    <a:pt x="5046082" y="2185912"/>
                  </a:lnTo>
                  <a:lnTo>
                    <a:pt x="5059466" y="2199316"/>
                  </a:lnTo>
                  <a:lnTo>
                    <a:pt x="5072851" y="2212273"/>
                  </a:lnTo>
                  <a:lnTo>
                    <a:pt x="5086236" y="2224788"/>
                  </a:lnTo>
                  <a:lnTo>
                    <a:pt x="5099621" y="2236605"/>
                  </a:lnTo>
                  <a:lnTo>
                    <a:pt x="5113006" y="2247964"/>
                  </a:lnTo>
                  <a:lnTo>
                    <a:pt x="5126391" y="2258907"/>
                  </a:lnTo>
                  <a:lnTo>
                    <a:pt x="5139775" y="2269326"/>
                  </a:lnTo>
                  <a:lnTo>
                    <a:pt x="5153160" y="2279204"/>
                  </a:lnTo>
                  <a:lnTo>
                    <a:pt x="5166545" y="2288709"/>
                  </a:lnTo>
                  <a:lnTo>
                    <a:pt x="5179930" y="2297850"/>
                  </a:lnTo>
                  <a:lnTo>
                    <a:pt x="5193315" y="2306425"/>
                  </a:lnTo>
                  <a:lnTo>
                    <a:pt x="5206700" y="2314675"/>
                  </a:lnTo>
                  <a:lnTo>
                    <a:pt x="5220084" y="2322618"/>
                  </a:lnTo>
                  <a:lnTo>
                    <a:pt x="5233469" y="2330175"/>
                  </a:lnTo>
                  <a:lnTo>
                    <a:pt x="5246854" y="2337382"/>
                  </a:lnTo>
                  <a:lnTo>
                    <a:pt x="5260239" y="2344346"/>
                  </a:lnTo>
                  <a:lnTo>
                    <a:pt x="5273624" y="2351074"/>
                  </a:lnTo>
                  <a:lnTo>
                    <a:pt x="5287009" y="2357463"/>
                  </a:lnTo>
                  <a:lnTo>
                    <a:pt x="5300393" y="2363677"/>
                  </a:lnTo>
                  <a:lnTo>
                    <a:pt x="5313778" y="2369723"/>
                  </a:lnTo>
                  <a:lnTo>
                    <a:pt x="5327163" y="2375563"/>
                  </a:lnTo>
                  <a:lnTo>
                    <a:pt x="5340548" y="2381245"/>
                  </a:lnTo>
                  <a:lnTo>
                    <a:pt x="5353933" y="2386821"/>
                  </a:lnTo>
                  <a:lnTo>
                    <a:pt x="5367318" y="2392292"/>
                  </a:lnTo>
                  <a:lnTo>
                    <a:pt x="5380702" y="2397643"/>
                  </a:lnTo>
                  <a:lnTo>
                    <a:pt x="5394087" y="2402939"/>
                  </a:lnTo>
                  <a:lnTo>
                    <a:pt x="5407472" y="2408186"/>
                  </a:lnTo>
                  <a:lnTo>
                    <a:pt x="5420857" y="2413384"/>
                  </a:lnTo>
                  <a:lnTo>
                    <a:pt x="5434242" y="2418558"/>
                  </a:lnTo>
                  <a:lnTo>
                    <a:pt x="5447627" y="2423722"/>
                  </a:lnTo>
                  <a:lnTo>
                    <a:pt x="5461011" y="2428881"/>
                  </a:lnTo>
                  <a:lnTo>
                    <a:pt x="5474396" y="2434052"/>
                  </a:lnTo>
                  <a:lnTo>
                    <a:pt x="5487781" y="2439238"/>
                  </a:lnTo>
                  <a:lnTo>
                    <a:pt x="5501166" y="2444442"/>
                  </a:lnTo>
                  <a:lnTo>
                    <a:pt x="5514551" y="2449681"/>
                  </a:lnTo>
                  <a:lnTo>
                    <a:pt x="5527936" y="2454953"/>
                  </a:lnTo>
                  <a:lnTo>
                    <a:pt x="5541320" y="2460254"/>
                  </a:lnTo>
                  <a:lnTo>
                    <a:pt x="5554705" y="2465591"/>
                  </a:lnTo>
                  <a:lnTo>
                    <a:pt x="5568090" y="2470974"/>
                  </a:lnTo>
                  <a:lnTo>
                    <a:pt x="5581475" y="2476386"/>
                  </a:lnTo>
                  <a:lnTo>
                    <a:pt x="5594860" y="2481827"/>
                  </a:lnTo>
                  <a:lnTo>
                    <a:pt x="5608245" y="2487309"/>
                  </a:lnTo>
                  <a:lnTo>
                    <a:pt x="5621629" y="2492815"/>
                  </a:lnTo>
                  <a:lnTo>
                    <a:pt x="5635014" y="2498340"/>
                  </a:lnTo>
                  <a:lnTo>
                    <a:pt x="5648399" y="2503885"/>
                  </a:lnTo>
                  <a:lnTo>
                    <a:pt x="5661784" y="2509443"/>
                  </a:lnTo>
                  <a:lnTo>
                    <a:pt x="5675169" y="2515006"/>
                  </a:lnTo>
                  <a:lnTo>
                    <a:pt x="5688554" y="2520569"/>
                  </a:lnTo>
                  <a:lnTo>
                    <a:pt x="5701938" y="2526123"/>
                  </a:lnTo>
                  <a:lnTo>
                    <a:pt x="5715323" y="2531663"/>
                  </a:lnTo>
                  <a:lnTo>
                    <a:pt x="5728708" y="2537185"/>
                  </a:lnTo>
                  <a:lnTo>
                    <a:pt x="5742093" y="2542679"/>
                  </a:lnTo>
                  <a:lnTo>
                    <a:pt x="5755478" y="2548131"/>
                  </a:lnTo>
                  <a:lnTo>
                    <a:pt x="5768863" y="2553548"/>
                  </a:lnTo>
                  <a:lnTo>
                    <a:pt x="5782247" y="2558927"/>
                  </a:lnTo>
                  <a:lnTo>
                    <a:pt x="5795632" y="2564232"/>
                  </a:lnTo>
                  <a:lnTo>
                    <a:pt x="5809017" y="2569484"/>
                  </a:lnTo>
                  <a:lnTo>
                    <a:pt x="5822402" y="2574683"/>
                  </a:lnTo>
                  <a:lnTo>
                    <a:pt x="5835787" y="2579805"/>
                  </a:lnTo>
                  <a:lnTo>
                    <a:pt x="5849172" y="2584844"/>
                  </a:lnTo>
                  <a:lnTo>
                    <a:pt x="5862556" y="2589817"/>
                  </a:lnTo>
                  <a:lnTo>
                    <a:pt x="5875941" y="2594721"/>
                  </a:lnTo>
                  <a:lnTo>
                    <a:pt x="5889326" y="2599510"/>
                  </a:lnTo>
                  <a:lnTo>
                    <a:pt x="5902711" y="2604225"/>
                  </a:lnTo>
                  <a:lnTo>
                    <a:pt x="5916096" y="2608868"/>
                  </a:lnTo>
                  <a:lnTo>
                    <a:pt x="5929481" y="2613406"/>
                  </a:lnTo>
                  <a:lnTo>
                    <a:pt x="5942865" y="2617848"/>
                  </a:lnTo>
                  <a:lnTo>
                    <a:pt x="5956250" y="2622214"/>
                  </a:lnTo>
                  <a:lnTo>
                    <a:pt x="5969635" y="2626498"/>
                  </a:lnTo>
                  <a:lnTo>
                    <a:pt x="5983020" y="2630662"/>
                  </a:lnTo>
                  <a:lnTo>
                    <a:pt x="5996405" y="2634753"/>
                  </a:lnTo>
                  <a:lnTo>
                    <a:pt x="6009790" y="2638769"/>
                  </a:lnTo>
                  <a:lnTo>
                    <a:pt x="6023174" y="2642682"/>
                  </a:lnTo>
                  <a:lnTo>
                    <a:pt x="6036559" y="2646508"/>
                  </a:lnTo>
                  <a:lnTo>
                    <a:pt x="6049944" y="2650266"/>
                  </a:lnTo>
                  <a:lnTo>
                    <a:pt x="6063329" y="2653948"/>
                  </a:lnTo>
                  <a:lnTo>
                    <a:pt x="6076714" y="2657529"/>
                  </a:lnTo>
                  <a:lnTo>
                    <a:pt x="6090099" y="2661048"/>
                  </a:lnTo>
                  <a:lnTo>
                    <a:pt x="6103483" y="2664506"/>
                  </a:lnTo>
                  <a:lnTo>
                    <a:pt x="6116868" y="2667876"/>
                  </a:lnTo>
                  <a:lnTo>
                    <a:pt x="6130253" y="2671180"/>
                  </a:lnTo>
                  <a:lnTo>
                    <a:pt x="6143638" y="2674430"/>
                  </a:lnTo>
                  <a:lnTo>
                    <a:pt x="6157023" y="2677618"/>
                  </a:lnTo>
                  <a:lnTo>
                    <a:pt x="6170408" y="2680730"/>
                  </a:lnTo>
                  <a:lnTo>
                    <a:pt x="6183792" y="2683795"/>
                  </a:lnTo>
                  <a:lnTo>
                    <a:pt x="6197177" y="2686812"/>
                  </a:lnTo>
                  <a:lnTo>
                    <a:pt x="6210562" y="2689759"/>
                  </a:lnTo>
                  <a:lnTo>
                    <a:pt x="6223947" y="2692657"/>
                  </a:lnTo>
                  <a:lnTo>
                    <a:pt x="6237332" y="2695512"/>
                  </a:lnTo>
                  <a:lnTo>
                    <a:pt x="6250717" y="2698316"/>
                  </a:lnTo>
                  <a:lnTo>
                    <a:pt x="6264101" y="2701062"/>
                  </a:lnTo>
                  <a:lnTo>
                    <a:pt x="6277486" y="2703767"/>
                  </a:lnTo>
                  <a:lnTo>
                    <a:pt x="6290871" y="2706434"/>
                  </a:lnTo>
                  <a:lnTo>
                    <a:pt x="6304256" y="2709038"/>
                  </a:lnTo>
                  <a:lnTo>
                    <a:pt x="6317641" y="2711601"/>
                  </a:lnTo>
                  <a:lnTo>
                    <a:pt x="6331026" y="2714125"/>
                  </a:lnTo>
                  <a:lnTo>
                    <a:pt x="6344410" y="2716600"/>
                  </a:lnTo>
                  <a:lnTo>
                    <a:pt x="6357795" y="2719021"/>
                  </a:lnTo>
                  <a:lnTo>
                    <a:pt x="6371180" y="2721403"/>
                  </a:lnTo>
                  <a:lnTo>
                    <a:pt x="6384565" y="2723746"/>
                  </a:lnTo>
                  <a:lnTo>
                    <a:pt x="6397950" y="2726023"/>
                  </a:lnTo>
                  <a:lnTo>
                    <a:pt x="6411335" y="2728258"/>
                  </a:lnTo>
                  <a:lnTo>
                    <a:pt x="6424719" y="2730452"/>
                  </a:lnTo>
                  <a:lnTo>
                    <a:pt x="6438104" y="2732591"/>
                  </a:lnTo>
                  <a:lnTo>
                    <a:pt x="6451489" y="2734674"/>
                  </a:lnTo>
                  <a:lnTo>
                    <a:pt x="6464874" y="2736713"/>
                  </a:lnTo>
                  <a:lnTo>
                    <a:pt x="6478259" y="2738708"/>
                  </a:lnTo>
                  <a:lnTo>
                    <a:pt x="6491644" y="2740629"/>
                  </a:lnTo>
                  <a:lnTo>
                    <a:pt x="6505028" y="2742506"/>
                  </a:lnTo>
                  <a:lnTo>
                    <a:pt x="6518413" y="2744337"/>
                  </a:lnTo>
                  <a:lnTo>
                    <a:pt x="6531798" y="2746105"/>
                  </a:lnTo>
                  <a:lnTo>
                    <a:pt x="6545183" y="2747813"/>
                  </a:lnTo>
                  <a:lnTo>
                    <a:pt x="6558568" y="2749474"/>
                  </a:lnTo>
                  <a:lnTo>
                    <a:pt x="6571953" y="2751086"/>
                  </a:lnTo>
                  <a:lnTo>
                    <a:pt x="6585337" y="2752621"/>
                  </a:lnTo>
                  <a:lnTo>
                    <a:pt x="6598722" y="2754109"/>
                  </a:lnTo>
                  <a:lnTo>
                    <a:pt x="6612107" y="2755551"/>
                  </a:lnTo>
                  <a:lnTo>
                    <a:pt x="6625492" y="2756924"/>
                  </a:lnTo>
                  <a:lnTo>
                    <a:pt x="6638877" y="2758240"/>
                  </a:lnTo>
                  <a:lnTo>
                    <a:pt x="6652262" y="2759510"/>
                  </a:lnTo>
                  <a:lnTo>
                    <a:pt x="6665646" y="2760727"/>
                  </a:lnTo>
                  <a:lnTo>
                    <a:pt x="6679031" y="2761874"/>
                  </a:lnTo>
                  <a:lnTo>
                    <a:pt x="6692416" y="2762976"/>
                  </a:lnTo>
                  <a:lnTo>
                    <a:pt x="6705801" y="2764034"/>
                  </a:lnTo>
                  <a:lnTo>
                    <a:pt x="6719186" y="2765028"/>
                  </a:lnTo>
                  <a:lnTo>
                    <a:pt x="6732571" y="2765971"/>
                  </a:lnTo>
                  <a:lnTo>
                    <a:pt x="6745955" y="2766873"/>
                  </a:lnTo>
                  <a:lnTo>
                    <a:pt x="6759340" y="2767727"/>
                  </a:lnTo>
                  <a:lnTo>
                    <a:pt x="6772725" y="2768522"/>
                  </a:lnTo>
                  <a:lnTo>
                    <a:pt x="6786110" y="2769280"/>
                  </a:lnTo>
                  <a:lnTo>
                    <a:pt x="6799495" y="2770000"/>
                  </a:lnTo>
                  <a:lnTo>
                    <a:pt x="6812880" y="2770665"/>
                  </a:lnTo>
                  <a:lnTo>
                    <a:pt x="6826264" y="2771292"/>
                  </a:lnTo>
                  <a:lnTo>
                    <a:pt x="6839649" y="2771885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429252" y="2768891"/>
              <a:ext cx="6839649" cy="2771885"/>
            </a:xfrm>
            <a:custGeom>
              <a:avLst/>
              <a:pathLst>
                <a:path w="6839649" h="2771885">
                  <a:moveTo>
                    <a:pt x="0" y="2716153"/>
                  </a:moveTo>
                  <a:lnTo>
                    <a:pt x="13384" y="2713811"/>
                  </a:lnTo>
                  <a:lnTo>
                    <a:pt x="26769" y="2711452"/>
                  </a:lnTo>
                  <a:lnTo>
                    <a:pt x="40154" y="2709073"/>
                  </a:lnTo>
                  <a:lnTo>
                    <a:pt x="53539" y="2706672"/>
                  </a:lnTo>
                  <a:lnTo>
                    <a:pt x="66924" y="2704259"/>
                  </a:lnTo>
                  <a:lnTo>
                    <a:pt x="80308" y="2701833"/>
                  </a:lnTo>
                  <a:lnTo>
                    <a:pt x="93693" y="2699392"/>
                  </a:lnTo>
                  <a:lnTo>
                    <a:pt x="107078" y="2696940"/>
                  </a:lnTo>
                  <a:lnTo>
                    <a:pt x="120463" y="2694478"/>
                  </a:lnTo>
                  <a:lnTo>
                    <a:pt x="133848" y="2692007"/>
                  </a:lnTo>
                  <a:lnTo>
                    <a:pt x="147233" y="2689523"/>
                  </a:lnTo>
                  <a:lnTo>
                    <a:pt x="160617" y="2687030"/>
                  </a:lnTo>
                  <a:lnTo>
                    <a:pt x="174002" y="2684529"/>
                  </a:lnTo>
                  <a:lnTo>
                    <a:pt x="187387" y="2682011"/>
                  </a:lnTo>
                  <a:lnTo>
                    <a:pt x="200772" y="2679480"/>
                  </a:lnTo>
                  <a:lnTo>
                    <a:pt x="214157" y="2676937"/>
                  </a:lnTo>
                  <a:lnTo>
                    <a:pt x="227542" y="2674374"/>
                  </a:lnTo>
                  <a:lnTo>
                    <a:pt x="240926" y="2671785"/>
                  </a:lnTo>
                  <a:lnTo>
                    <a:pt x="254311" y="2669175"/>
                  </a:lnTo>
                  <a:lnTo>
                    <a:pt x="267696" y="2666541"/>
                  </a:lnTo>
                  <a:lnTo>
                    <a:pt x="281081" y="2663862"/>
                  </a:lnTo>
                  <a:lnTo>
                    <a:pt x="294466" y="2661145"/>
                  </a:lnTo>
                  <a:lnTo>
                    <a:pt x="307851" y="2658391"/>
                  </a:lnTo>
                  <a:lnTo>
                    <a:pt x="321235" y="2655583"/>
                  </a:lnTo>
                  <a:lnTo>
                    <a:pt x="334620" y="2652706"/>
                  </a:lnTo>
                  <a:lnTo>
                    <a:pt x="348005" y="2649772"/>
                  </a:lnTo>
                  <a:lnTo>
                    <a:pt x="361390" y="2646780"/>
                  </a:lnTo>
                  <a:lnTo>
                    <a:pt x="374775" y="2643673"/>
                  </a:lnTo>
                  <a:lnTo>
                    <a:pt x="388160" y="2640486"/>
                  </a:lnTo>
                  <a:lnTo>
                    <a:pt x="401544" y="2637216"/>
                  </a:lnTo>
                  <a:lnTo>
                    <a:pt x="414929" y="2633824"/>
                  </a:lnTo>
                  <a:lnTo>
                    <a:pt x="428314" y="2630297"/>
                  </a:lnTo>
                  <a:lnTo>
                    <a:pt x="441699" y="2626660"/>
                  </a:lnTo>
                  <a:lnTo>
                    <a:pt x="455084" y="2622906"/>
                  </a:lnTo>
                  <a:lnTo>
                    <a:pt x="468469" y="2618944"/>
                  </a:lnTo>
                  <a:lnTo>
                    <a:pt x="481853" y="2614843"/>
                  </a:lnTo>
                  <a:lnTo>
                    <a:pt x="495238" y="2610600"/>
                  </a:lnTo>
                  <a:lnTo>
                    <a:pt x="508623" y="2606145"/>
                  </a:lnTo>
                  <a:lnTo>
                    <a:pt x="522008" y="2601480"/>
                  </a:lnTo>
                  <a:lnTo>
                    <a:pt x="535393" y="2596643"/>
                  </a:lnTo>
                  <a:lnTo>
                    <a:pt x="548778" y="2591617"/>
                  </a:lnTo>
                  <a:lnTo>
                    <a:pt x="562162" y="2586290"/>
                  </a:lnTo>
                  <a:lnTo>
                    <a:pt x="575547" y="2580765"/>
                  </a:lnTo>
                  <a:lnTo>
                    <a:pt x="588932" y="2575040"/>
                  </a:lnTo>
                  <a:lnTo>
                    <a:pt x="602317" y="2569011"/>
                  </a:lnTo>
                  <a:lnTo>
                    <a:pt x="615702" y="2562714"/>
                  </a:lnTo>
                  <a:lnTo>
                    <a:pt x="629087" y="2556194"/>
                  </a:lnTo>
                  <a:lnTo>
                    <a:pt x="642471" y="2549418"/>
                  </a:lnTo>
                  <a:lnTo>
                    <a:pt x="655856" y="2542281"/>
                  </a:lnTo>
                  <a:lnTo>
                    <a:pt x="669241" y="2534907"/>
                  </a:lnTo>
                  <a:lnTo>
                    <a:pt x="682626" y="2527294"/>
                  </a:lnTo>
                  <a:lnTo>
                    <a:pt x="696011" y="2519316"/>
                  </a:lnTo>
                  <a:lnTo>
                    <a:pt x="709396" y="2511052"/>
                  </a:lnTo>
                  <a:lnTo>
                    <a:pt x="722780" y="2502543"/>
                  </a:lnTo>
                  <a:lnTo>
                    <a:pt x="736165" y="2493744"/>
                  </a:lnTo>
                  <a:lnTo>
                    <a:pt x="749550" y="2484581"/>
                  </a:lnTo>
                  <a:lnTo>
                    <a:pt x="762935" y="2475180"/>
                  </a:lnTo>
                  <a:lnTo>
                    <a:pt x="776320" y="2465539"/>
                  </a:lnTo>
                  <a:lnTo>
                    <a:pt x="789705" y="2455534"/>
                  </a:lnTo>
                  <a:lnTo>
                    <a:pt x="803089" y="2445273"/>
                  </a:lnTo>
                  <a:lnTo>
                    <a:pt x="816474" y="2434789"/>
                  </a:lnTo>
                  <a:lnTo>
                    <a:pt x="829859" y="2424034"/>
                  </a:lnTo>
                  <a:lnTo>
                    <a:pt x="843244" y="2412979"/>
                  </a:lnTo>
                  <a:lnTo>
                    <a:pt x="856629" y="2401726"/>
                  </a:lnTo>
                  <a:lnTo>
                    <a:pt x="870014" y="2390278"/>
                  </a:lnTo>
                  <a:lnTo>
                    <a:pt x="883398" y="2378536"/>
                  </a:lnTo>
                  <a:lnTo>
                    <a:pt x="896783" y="2366613"/>
                  </a:lnTo>
                  <a:lnTo>
                    <a:pt x="910168" y="2354528"/>
                  </a:lnTo>
                  <a:lnTo>
                    <a:pt x="923553" y="2342246"/>
                  </a:lnTo>
                  <a:lnTo>
                    <a:pt x="936938" y="2329774"/>
                  </a:lnTo>
                  <a:lnTo>
                    <a:pt x="950323" y="2317176"/>
                  </a:lnTo>
                  <a:lnTo>
                    <a:pt x="963707" y="2304459"/>
                  </a:lnTo>
                  <a:lnTo>
                    <a:pt x="977092" y="2291569"/>
                  </a:lnTo>
                  <a:lnTo>
                    <a:pt x="990477" y="2278590"/>
                  </a:lnTo>
                  <a:lnTo>
                    <a:pt x="1003862" y="2265530"/>
                  </a:lnTo>
                  <a:lnTo>
                    <a:pt x="1017247" y="2252373"/>
                  </a:lnTo>
                  <a:lnTo>
                    <a:pt x="1030632" y="2239142"/>
                  </a:lnTo>
                  <a:lnTo>
                    <a:pt x="1044016" y="2225864"/>
                  </a:lnTo>
                  <a:lnTo>
                    <a:pt x="1057401" y="2212543"/>
                  </a:lnTo>
                  <a:lnTo>
                    <a:pt x="1070786" y="2199175"/>
                  </a:lnTo>
                  <a:lnTo>
                    <a:pt x="1084171" y="2185789"/>
                  </a:lnTo>
                  <a:lnTo>
                    <a:pt x="1097556" y="2172389"/>
                  </a:lnTo>
                  <a:lnTo>
                    <a:pt x="1110941" y="2158978"/>
                  </a:lnTo>
                  <a:lnTo>
                    <a:pt x="1124325" y="2145568"/>
                  </a:lnTo>
                  <a:lnTo>
                    <a:pt x="1137710" y="2132162"/>
                  </a:lnTo>
                  <a:lnTo>
                    <a:pt x="1151095" y="2118763"/>
                  </a:lnTo>
                  <a:lnTo>
                    <a:pt x="1164480" y="2105379"/>
                  </a:lnTo>
                  <a:lnTo>
                    <a:pt x="1177865" y="2092008"/>
                  </a:lnTo>
                  <a:lnTo>
                    <a:pt x="1191250" y="2078648"/>
                  </a:lnTo>
                  <a:lnTo>
                    <a:pt x="1204634" y="2065303"/>
                  </a:lnTo>
                  <a:lnTo>
                    <a:pt x="1218019" y="2051969"/>
                  </a:lnTo>
                  <a:lnTo>
                    <a:pt x="1231404" y="2038641"/>
                  </a:lnTo>
                  <a:lnTo>
                    <a:pt x="1244789" y="2025316"/>
                  </a:lnTo>
                  <a:lnTo>
                    <a:pt x="1258174" y="2011986"/>
                  </a:lnTo>
                  <a:lnTo>
                    <a:pt x="1271559" y="1998646"/>
                  </a:lnTo>
                  <a:lnTo>
                    <a:pt x="1284943" y="1985292"/>
                  </a:lnTo>
                  <a:lnTo>
                    <a:pt x="1298328" y="1971906"/>
                  </a:lnTo>
                  <a:lnTo>
                    <a:pt x="1311713" y="1958481"/>
                  </a:lnTo>
                  <a:lnTo>
                    <a:pt x="1325098" y="1945016"/>
                  </a:lnTo>
                  <a:lnTo>
                    <a:pt x="1338483" y="1931498"/>
                  </a:lnTo>
                  <a:lnTo>
                    <a:pt x="1351868" y="1917894"/>
                  </a:lnTo>
                  <a:lnTo>
                    <a:pt x="1365252" y="1904220"/>
                  </a:lnTo>
                  <a:lnTo>
                    <a:pt x="1378637" y="1890473"/>
                  </a:lnTo>
                  <a:lnTo>
                    <a:pt x="1392022" y="1876595"/>
                  </a:lnTo>
                  <a:lnTo>
                    <a:pt x="1405407" y="1862607"/>
                  </a:lnTo>
                  <a:lnTo>
                    <a:pt x="1418792" y="1848515"/>
                  </a:lnTo>
                  <a:lnTo>
                    <a:pt x="1432177" y="1834287"/>
                  </a:lnTo>
                  <a:lnTo>
                    <a:pt x="1445561" y="1819884"/>
                  </a:lnTo>
                  <a:lnTo>
                    <a:pt x="1458946" y="1805351"/>
                  </a:lnTo>
                  <a:lnTo>
                    <a:pt x="1472331" y="1790686"/>
                  </a:lnTo>
                  <a:lnTo>
                    <a:pt x="1485716" y="1775795"/>
                  </a:lnTo>
                  <a:lnTo>
                    <a:pt x="1499101" y="1760745"/>
                  </a:lnTo>
                  <a:lnTo>
                    <a:pt x="1512486" y="1745545"/>
                  </a:lnTo>
                  <a:lnTo>
                    <a:pt x="1525870" y="1730147"/>
                  </a:lnTo>
                  <a:lnTo>
                    <a:pt x="1539255" y="1714531"/>
                  </a:lnTo>
                  <a:lnTo>
                    <a:pt x="1552640" y="1698757"/>
                  </a:lnTo>
                  <a:lnTo>
                    <a:pt x="1566025" y="1682826"/>
                  </a:lnTo>
                  <a:lnTo>
                    <a:pt x="1579410" y="1666633"/>
                  </a:lnTo>
                  <a:lnTo>
                    <a:pt x="1592795" y="1650282"/>
                  </a:lnTo>
                  <a:lnTo>
                    <a:pt x="1606179" y="1633779"/>
                  </a:lnTo>
                  <a:lnTo>
                    <a:pt x="1619564" y="1617073"/>
                  </a:lnTo>
                  <a:lnTo>
                    <a:pt x="1632949" y="1600176"/>
                  </a:lnTo>
                  <a:lnTo>
                    <a:pt x="1646334" y="1583141"/>
                  </a:lnTo>
                  <a:lnTo>
                    <a:pt x="1659719" y="1565967"/>
                  </a:lnTo>
                  <a:lnTo>
                    <a:pt x="1673104" y="1548586"/>
                  </a:lnTo>
                  <a:lnTo>
                    <a:pt x="1686488" y="1531090"/>
                  </a:lnTo>
                  <a:lnTo>
                    <a:pt x="1699873" y="1513483"/>
                  </a:lnTo>
                  <a:lnTo>
                    <a:pt x="1713258" y="1495733"/>
                  </a:lnTo>
                  <a:lnTo>
                    <a:pt x="1726643" y="1477868"/>
                  </a:lnTo>
                  <a:lnTo>
                    <a:pt x="1740028" y="1459921"/>
                  </a:lnTo>
                  <a:lnTo>
                    <a:pt x="1753413" y="1441891"/>
                  </a:lnTo>
                  <a:lnTo>
                    <a:pt x="1766797" y="1423760"/>
                  </a:lnTo>
                  <a:lnTo>
                    <a:pt x="1780182" y="1405577"/>
                  </a:lnTo>
                  <a:lnTo>
                    <a:pt x="1793567" y="1387346"/>
                  </a:lnTo>
                  <a:lnTo>
                    <a:pt x="1806952" y="1369059"/>
                  </a:lnTo>
                  <a:lnTo>
                    <a:pt x="1820337" y="1350740"/>
                  </a:lnTo>
                  <a:lnTo>
                    <a:pt x="1833722" y="1332400"/>
                  </a:lnTo>
                  <a:lnTo>
                    <a:pt x="1847106" y="1314041"/>
                  </a:lnTo>
                  <a:lnTo>
                    <a:pt x="1860491" y="1295671"/>
                  </a:lnTo>
                  <a:lnTo>
                    <a:pt x="1873876" y="1277302"/>
                  </a:lnTo>
                  <a:lnTo>
                    <a:pt x="1887261" y="1258933"/>
                  </a:lnTo>
                  <a:lnTo>
                    <a:pt x="1900646" y="1240575"/>
                  </a:lnTo>
                  <a:lnTo>
                    <a:pt x="1914031" y="1222230"/>
                  </a:lnTo>
                  <a:lnTo>
                    <a:pt x="1927415" y="1203898"/>
                  </a:lnTo>
                  <a:lnTo>
                    <a:pt x="1940800" y="1185581"/>
                  </a:lnTo>
                  <a:lnTo>
                    <a:pt x="1954185" y="1167286"/>
                  </a:lnTo>
                  <a:lnTo>
                    <a:pt x="1967570" y="1149004"/>
                  </a:lnTo>
                  <a:lnTo>
                    <a:pt x="1980955" y="1130735"/>
                  </a:lnTo>
                  <a:lnTo>
                    <a:pt x="1994340" y="1112482"/>
                  </a:lnTo>
                  <a:lnTo>
                    <a:pt x="2007724" y="1094236"/>
                  </a:lnTo>
                  <a:lnTo>
                    <a:pt x="2021109" y="1075994"/>
                  </a:lnTo>
                  <a:lnTo>
                    <a:pt x="2034494" y="1057752"/>
                  </a:lnTo>
                  <a:lnTo>
                    <a:pt x="2047879" y="1039502"/>
                  </a:lnTo>
                  <a:lnTo>
                    <a:pt x="2061264" y="1021239"/>
                  </a:lnTo>
                  <a:lnTo>
                    <a:pt x="2074649" y="1002961"/>
                  </a:lnTo>
                  <a:lnTo>
                    <a:pt x="2088033" y="984648"/>
                  </a:lnTo>
                  <a:lnTo>
                    <a:pt x="2101418" y="966301"/>
                  </a:lnTo>
                  <a:lnTo>
                    <a:pt x="2114803" y="947919"/>
                  </a:lnTo>
                  <a:lnTo>
                    <a:pt x="2128188" y="929486"/>
                  </a:lnTo>
                  <a:lnTo>
                    <a:pt x="2141573" y="910985"/>
                  </a:lnTo>
                  <a:lnTo>
                    <a:pt x="2154958" y="892430"/>
                  </a:lnTo>
                  <a:lnTo>
                    <a:pt x="2168342" y="873818"/>
                  </a:lnTo>
                  <a:lnTo>
                    <a:pt x="2181727" y="855100"/>
                  </a:lnTo>
                  <a:lnTo>
                    <a:pt x="2195112" y="836311"/>
                  </a:lnTo>
                  <a:lnTo>
                    <a:pt x="2208497" y="817451"/>
                  </a:lnTo>
                  <a:lnTo>
                    <a:pt x="2221882" y="798490"/>
                  </a:lnTo>
                  <a:lnTo>
                    <a:pt x="2235267" y="779427"/>
                  </a:lnTo>
                  <a:lnTo>
                    <a:pt x="2248651" y="760285"/>
                  </a:lnTo>
                  <a:lnTo>
                    <a:pt x="2262036" y="741062"/>
                  </a:lnTo>
                  <a:lnTo>
                    <a:pt x="2275421" y="721712"/>
                  </a:lnTo>
                  <a:lnTo>
                    <a:pt x="2288806" y="702287"/>
                  </a:lnTo>
                  <a:lnTo>
                    <a:pt x="2302191" y="682789"/>
                  </a:lnTo>
                  <a:lnTo>
                    <a:pt x="2315576" y="663195"/>
                  </a:lnTo>
                  <a:lnTo>
                    <a:pt x="2328960" y="643523"/>
                  </a:lnTo>
                  <a:lnTo>
                    <a:pt x="2342345" y="623796"/>
                  </a:lnTo>
                  <a:lnTo>
                    <a:pt x="2355730" y="604015"/>
                  </a:lnTo>
                  <a:lnTo>
                    <a:pt x="2369115" y="584173"/>
                  </a:lnTo>
                  <a:lnTo>
                    <a:pt x="2382500" y="564307"/>
                  </a:lnTo>
                  <a:lnTo>
                    <a:pt x="2395885" y="544423"/>
                  </a:lnTo>
                  <a:lnTo>
                    <a:pt x="2409269" y="524531"/>
                  </a:lnTo>
                  <a:lnTo>
                    <a:pt x="2422654" y="504658"/>
                  </a:lnTo>
                  <a:lnTo>
                    <a:pt x="2436039" y="484812"/>
                  </a:lnTo>
                  <a:lnTo>
                    <a:pt x="2449424" y="465007"/>
                  </a:lnTo>
                  <a:lnTo>
                    <a:pt x="2462809" y="445297"/>
                  </a:lnTo>
                  <a:lnTo>
                    <a:pt x="2476194" y="425671"/>
                  </a:lnTo>
                  <a:lnTo>
                    <a:pt x="2489578" y="406136"/>
                  </a:lnTo>
                  <a:lnTo>
                    <a:pt x="2502963" y="386774"/>
                  </a:lnTo>
                  <a:lnTo>
                    <a:pt x="2516348" y="367581"/>
                  </a:lnTo>
                  <a:lnTo>
                    <a:pt x="2529733" y="348548"/>
                  </a:lnTo>
                  <a:lnTo>
                    <a:pt x="2543118" y="329720"/>
                  </a:lnTo>
                  <a:lnTo>
                    <a:pt x="2556503" y="311202"/>
                  </a:lnTo>
                  <a:lnTo>
                    <a:pt x="2569887" y="292915"/>
                  </a:lnTo>
                  <a:lnTo>
                    <a:pt x="2583272" y="274871"/>
                  </a:lnTo>
                  <a:lnTo>
                    <a:pt x="2596657" y="257249"/>
                  </a:lnTo>
                  <a:lnTo>
                    <a:pt x="2610042" y="239972"/>
                  </a:lnTo>
                  <a:lnTo>
                    <a:pt x="2623427" y="223015"/>
                  </a:lnTo>
                  <a:lnTo>
                    <a:pt x="2636812" y="206477"/>
                  </a:lnTo>
                  <a:lnTo>
                    <a:pt x="2650196" y="190478"/>
                  </a:lnTo>
                  <a:lnTo>
                    <a:pt x="2663581" y="174878"/>
                  </a:lnTo>
                  <a:lnTo>
                    <a:pt x="2676966" y="159686"/>
                  </a:lnTo>
                  <a:lnTo>
                    <a:pt x="2690351" y="145199"/>
                  </a:lnTo>
                  <a:lnTo>
                    <a:pt x="2703736" y="131220"/>
                  </a:lnTo>
                  <a:lnTo>
                    <a:pt x="2717121" y="117725"/>
                  </a:lnTo>
                  <a:lnTo>
                    <a:pt x="2730505" y="104880"/>
                  </a:lnTo>
                  <a:lnTo>
                    <a:pt x="2743890" y="92776"/>
                  </a:lnTo>
                  <a:lnTo>
                    <a:pt x="2757275" y="81226"/>
                  </a:lnTo>
                  <a:lnTo>
                    <a:pt x="2770660" y="70237"/>
                  </a:lnTo>
                  <a:lnTo>
                    <a:pt x="2784045" y="60226"/>
                  </a:lnTo>
                  <a:lnTo>
                    <a:pt x="2797430" y="50843"/>
                  </a:lnTo>
                  <a:lnTo>
                    <a:pt x="2810814" y="42082"/>
                  </a:lnTo>
                  <a:lnTo>
                    <a:pt x="2824199" y="34177"/>
                  </a:lnTo>
                  <a:lnTo>
                    <a:pt x="2837584" y="27154"/>
                  </a:lnTo>
                  <a:lnTo>
                    <a:pt x="2850969" y="20800"/>
                  </a:lnTo>
                  <a:lnTo>
                    <a:pt x="2864354" y="15142"/>
                  </a:lnTo>
                  <a:lnTo>
                    <a:pt x="2877739" y="10629"/>
                  </a:lnTo>
                  <a:lnTo>
                    <a:pt x="2891123" y="6821"/>
                  </a:lnTo>
                  <a:lnTo>
                    <a:pt x="2904508" y="3721"/>
                  </a:lnTo>
                  <a:lnTo>
                    <a:pt x="2917893" y="1619"/>
                  </a:lnTo>
                  <a:lnTo>
                    <a:pt x="2931278" y="447"/>
                  </a:lnTo>
                  <a:lnTo>
                    <a:pt x="2944663" y="0"/>
                  </a:lnTo>
                  <a:lnTo>
                    <a:pt x="2958048" y="336"/>
                  </a:lnTo>
                  <a:lnTo>
                    <a:pt x="2971432" y="1838"/>
                  </a:lnTo>
                  <a:lnTo>
                    <a:pt x="2984817" y="4064"/>
                  </a:lnTo>
                  <a:lnTo>
                    <a:pt x="2998202" y="7013"/>
                  </a:lnTo>
                  <a:lnTo>
                    <a:pt x="3011587" y="11002"/>
                  </a:lnTo>
                  <a:lnTo>
                    <a:pt x="3024972" y="15867"/>
                  </a:lnTo>
                  <a:lnTo>
                    <a:pt x="3038357" y="21436"/>
                  </a:lnTo>
                  <a:lnTo>
                    <a:pt x="3051741" y="27794"/>
                  </a:lnTo>
                  <a:lnTo>
                    <a:pt x="3065126" y="35211"/>
                  </a:lnTo>
                  <a:lnTo>
                    <a:pt x="3078511" y="43294"/>
                  </a:lnTo>
                  <a:lnTo>
                    <a:pt x="3091896" y="52037"/>
                  </a:lnTo>
                  <a:lnTo>
                    <a:pt x="3105281" y="61745"/>
                  </a:lnTo>
                  <a:lnTo>
                    <a:pt x="3118666" y="72187"/>
                  </a:lnTo>
                  <a:lnTo>
                    <a:pt x="3132050" y="83236"/>
                  </a:lnTo>
                  <a:lnTo>
                    <a:pt x="3145435" y="94988"/>
                  </a:lnTo>
                  <a:lnTo>
                    <a:pt x="3158820" y="107588"/>
                  </a:lnTo>
                  <a:lnTo>
                    <a:pt x="3172205" y="120729"/>
                  </a:lnTo>
                  <a:lnTo>
                    <a:pt x="3185590" y="134401"/>
                  </a:lnTo>
                  <a:lnTo>
                    <a:pt x="3198975" y="148857"/>
                  </a:lnTo>
                  <a:lnTo>
                    <a:pt x="3212359" y="163844"/>
                  </a:lnTo>
                  <a:lnTo>
                    <a:pt x="3225744" y="179287"/>
                  </a:lnTo>
                  <a:lnTo>
                    <a:pt x="3239129" y="195270"/>
                  </a:lnTo>
                  <a:lnTo>
                    <a:pt x="3252514" y="211833"/>
                  </a:lnTo>
                  <a:lnTo>
                    <a:pt x="3265899" y="228770"/>
                  </a:lnTo>
                  <a:lnTo>
                    <a:pt x="3279284" y="246069"/>
                  </a:lnTo>
                  <a:lnTo>
                    <a:pt x="3292668" y="263896"/>
                  </a:lnTo>
                  <a:lnTo>
                    <a:pt x="3306053" y="282038"/>
                  </a:lnTo>
                  <a:lnTo>
                    <a:pt x="3319438" y="300459"/>
                  </a:lnTo>
                  <a:lnTo>
                    <a:pt x="3332823" y="319210"/>
                  </a:lnTo>
                  <a:lnTo>
                    <a:pt x="3346208" y="338268"/>
                  </a:lnTo>
                  <a:lnTo>
                    <a:pt x="3359593" y="357521"/>
                  </a:lnTo>
                  <a:lnTo>
                    <a:pt x="3372977" y="376957"/>
                  </a:lnTo>
                  <a:lnTo>
                    <a:pt x="3386362" y="396641"/>
                  </a:lnTo>
                  <a:lnTo>
                    <a:pt x="3399747" y="416443"/>
                  </a:lnTo>
                  <a:lnTo>
                    <a:pt x="3413132" y="436349"/>
                  </a:lnTo>
                  <a:lnTo>
                    <a:pt x="3426517" y="456364"/>
                  </a:lnTo>
                  <a:lnTo>
                    <a:pt x="3439902" y="476446"/>
                  </a:lnTo>
                  <a:lnTo>
                    <a:pt x="3453286" y="496557"/>
                  </a:lnTo>
                  <a:lnTo>
                    <a:pt x="3466671" y="516687"/>
                  </a:lnTo>
                  <a:lnTo>
                    <a:pt x="3480056" y="536795"/>
                  </a:lnTo>
                  <a:lnTo>
                    <a:pt x="3493441" y="556864"/>
                  </a:lnTo>
                  <a:lnTo>
                    <a:pt x="3506826" y="576882"/>
                  </a:lnTo>
                  <a:lnTo>
                    <a:pt x="3520211" y="596803"/>
                  </a:lnTo>
                  <a:lnTo>
                    <a:pt x="3533595" y="616600"/>
                  </a:lnTo>
                  <a:lnTo>
                    <a:pt x="3546980" y="636284"/>
                  </a:lnTo>
                  <a:lnTo>
                    <a:pt x="3560365" y="655835"/>
                  </a:lnTo>
                  <a:lnTo>
                    <a:pt x="3573750" y="675150"/>
                  </a:lnTo>
                  <a:lnTo>
                    <a:pt x="3587135" y="694295"/>
                  </a:lnTo>
                  <a:lnTo>
                    <a:pt x="3600520" y="713264"/>
                  </a:lnTo>
                  <a:lnTo>
                    <a:pt x="3613904" y="731952"/>
                  </a:lnTo>
                  <a:lnTo>
                    <a:pt x="3627289" y="750374"/>
                  </a:lnTo>
                  <a:lnTo>
                    <a:pt x="3640674" y="768568"/>
                  </a:lnTo>
                  <a:lnTo>
                    <a:pt x="3654059" y="786496"/>
                  </a:lnTo>
                  <a:lnTo>
                    <a:pt x="3667444" y="804027"/>
                  </a:lnTo>
                  <a:lnTo>
                    <a:pt x="3680829" y="821288"/>
                  </a:lnTo>
                  <a:lnTo>
                    <a:pt x="3694213" y="838272"/>
                  </a:lnTo>
                  <a:lnTo>
                    <a:pt x="3707598" y="854820"/>
                  </a:lnTo>
                  <a:lnTo>
                    <a:pt x="3720983" y="871007"/>
                  </a:lnTo>
                  <a:lnTo>
                    <a:pt x="3734368" y="886882"/>
                  </a:lnTo>
                  <a:lnTo>
                    <a:pt x="3747753" y="902378"/>
                  </a:lnTo>
                  <a:lnTo>
                    <a:pt x="3761138" y="917376"/>
                  </a:lnTo>
                  <a:lnTo>
                    <a:pt x="3774522" y="932033"/>
                  </a:lnTo>
                  <a:lnTo>
                    <a:pt x="3787907" y="946347"/>
                  </a:lnTo>
                  <a:lnTo>
                    <a:pt x="3801292" y="960115"/>
                  </a:lnTo>
                  <a:lnTo>
                    <a:pt x="3814677" y="973478"/>
                  </a:lnTo>
                  <a:lnTo>
                    <a:pt x="3828062" y="986481"/>
                  </a:lnTo>
                  <a:lnTo>
                    <a:pt x="3841447" y="999035"/>
                  </a:lnTo>
                  <a:lnTo>
                    <a:pt x="3854831" y="1011061"/>
                  </a:lnTo>
                  <a:lnTo>
                    <a:pt x="3868216" y="1022722"/>
                  </a:lnTo>
                  <a:lnTo>
                    <a:pt x="3881601" y="1034019"/>
                  </a:lnTo>
                  <a:lnTo>
                    <a:pt x="3894986" y="1044735"/>
                  </a:lnTo>
                  <a:lnTo>
                    <a:pt x="3908371" y="1055067"/>
                  </a:lnTo>
                  <a:lnTo>
                    <a:pt x="3921756" y="1065046"/>
                  </a:lnTo>
                  <a:lnTo>
                    <a:pt x="3935140" y="1074577"/>
                  </a:lnTo>
                  <a:lnTo>
                    <a:pt x="3948525" y="1083639"/>
                  </a:lnTo>
                  <a:lnTo>
                    <a:pt x="3961910" y="1092376"/>
                  </a:lnTo>
                  <a:lnTo>
                    <a:pt x="3975295" y="1100791"/>
                  </a:lnTo>
                  <a:lnTo>
                    <a:pt x="3988680" y="1108702"/>
                  </a:lnTo>
                  <a:lnTo>
                    <a:pt x="4002065" y="1116322"/>
                  </a:lnTo>
                  <a:lnTo>
                    <a:pt x="4015449" y="1123667"/>
                  </a:lnTo>
                  <a:lnTo>
                    <a:pt x="4028834" y="1130663"/>
                  </a:lnTo>
                  <a:lnTo>
                    <a:pt x="4042219" y="1137345"/>
                  </a:lnTo>
                  <a:lnTo>
                    <a:pt x="4055604" y="1143812"/>
                  </a:lnTo>
                  <a:lnTo>
                    <a:pt x="4068989" y="1150070"/>
                  </a:lnTo>
                  <a:lnTo>
                    <a:pt x="4082374" y="1156042"/>
                  </a:lnTo>
                  <a:lnTo>
                    <a:pt x="4095758" y="1161874"/>
                  </a:lnTo>
                  <a:lnTo>
                    <a:pt x="4109143" y="1167577"/>
                  </a:lnTo>
                  <a:lnTo>
                    <a:pt x="4122528" y="1173138"/>
                  </a:lnTo>
                  <a:lnTo>
                    <a:pt x="4135913" y="1178615"/>
                  </a:lnTo>
                  <a:lnTo>
                    <a:pt x="4149298" y="1184051"/>
                  </a:lnTo>
                  <a:lnTo>
                    <a:pt x="4162683" y="1189461"/>
                  </a:lnTo>
                  <a:lnTo>
                    <a:pt x="4176067" y="1194894"/>
                  </a:lnTo>
                  <a:lnTo>
                    <a:pt x="4189452" y="1200381"/>
                  </a:lnTo>
                  <a:lnTo>
                    <a:pt x="4202837" y="1205935"/>
                  </a:lnTo>
                  <a:lnTo>
                    <a:pt x="4216222" y="1211630"/>
                  </a:lnTo>
                  <a:lnTo>
                    <a:pt x="4229607" y="1217499"/>
                  </a:lnTo>
                  <a:lnTo>
                    <a:pt x="4242992" y="1223529"/>
                  </a:lnTo>
                  <a:lnTo>
                    <a:pt x="4256376" y="1229763"/>
                  </a:lnTo>
                  <a:lnTo>
                    <a:pt x="4269761" y="1236340"/>
                  </a:lnTo>
                  <a:lnTo>
                    <a:pt x="4283146" y="1243171"/>
                  </a:lnTo>
                  <a:lnTo>
                    <a:pt x="4296531" y="1250267"/>
                  </a:lnTo>
                  <a:lnTo>
                    <a:pt x="4309916" y="1257805"/>
                  </a:lnTo>
                  <a:lnTo>
                    <a:pt x="4323301" y="1265734"/>
                  </a:lnTo>
                  <a:lnTo>
                    <a:pt x="4336685" y="1274009"/>
                  </a:lnTo>
                  <a:lnTo>
                    <a:pt x="4350070" y="1282710"/>
                  </a:lnTo>
                  <a:lnTo>
                    <a:pt x="4363455" y="1291996"/>
                  </a:lnTo>
                  <a:lnTo>
                    <a:pt x="4376840" y="1301692"/>
                  </a:lnTo>
                  <a:lnTo>
                    <a:pt x="4390225" y="1311804"/>
                  </a:lnTo>
                  <a:lnTo>
                    <a:pt x="4403610" y="1322591"/>
                  </a:lnTo>
                  <a:lnTo>
                    <a:pt x="4416994" y="1333890"/>
                  </a:lnTo>
                  <a:lnTo>
                    <a:pt x="4430379" y="1345647"/>
                  </a:lnTo>
                  <a:lnTo>
                    <a:pt x="4443764" y="1357977"/>
                  </a:lnTo>
                  <a:lnTo>
                    <a:pt x="4457149" y="1370992"/>
                  </a:lnTo>
                  <a:lnTo>
                    <a:pt x="4470534" y="1384481"/>
                  </a:lnTo>
                  <a:lnTo>
                    <a:pt x="4483919" y="1398445"/>
                  </a:lnTo>
                  <a:lnTo>
                    <a:pt x="4497303" y="1413169"/>
                  </a:lnTo>
                  <a:lnTo>
                    <a:pt x="4510688" y="1428397"/>
                  </a:lnTo>
                  <a:lnTo>
                    <a:pt x="4524073" y="1444088"/>
                  </a:lnTo>
                  <a:lnTo>
                    <a:pt x="4537458" y="1460366"/>
                  </a:lnTo>
                  <a:lnTo>
                    <a:pt x="4550843" y="1477257"/>
                  </a:lnTo>
                  <a:lnTo>
                    <a:pt x="4564228" y="1494572"/>
                  </a:lnTo>
                  <a:lnTo>
                    <a:pt x="4577612" y="1512306"/>
                  </a:lnTo>
                  <a:lnTo>
                    <a:pt x="4590997" y="1530689"/>
                  </a:lnTo>
                  <a:lnTo>
                    <a:pt x="4604382" y="1549447"/>
                  </a:lnTo>
                  <a:lnTo>
                    <a:pt x="4617767" y="1568556"/>
                  </a:lnTo>
                  <a:lnTo>
                    <a:pt x="4631152" y="1588107"/>
                  </a:lnTo>
                  <a:lnTo>
                    <a:pt x="4644537" y="1608052"/>
                  </a:lnTo>
                  <a:lnTo>
                    <a:pt x="4657921" y="1628262"/>
                  </a:lnTo>
                  <a:lnTo>
                    <a:pt x="4671306" y="1648731"/>
                  </a:lnTo>
                  <a:lnTo>
                    <a:pt x="4684691" y="1669548"/>
                  </a:lnTo>
                  <a:lnTo>
                    <a:pt x="4698076" y="1690530"/>
                  </a:lnTo>
                  <a:lnTo>
                    <a:pt x="4711461" y="1711662"/>
                  </a:lnTo>
                  <a:lnTo>
                    <a:pt x="4724846" y="1732958"/>
                  </a:lnTo>
                  <a:lnTo>
                    <a:pt x="4738230" y="1754343"/>
                  </a:lnTo>
                  <a:lnTo>
                    <a:pt x="4751615" y="1775767"/>
                  </a:lnTo>
                  <a:lnTo>
                    <a:pt x="4765000" y="1797213"/>
                  </a:lnTo>
                  <a:lnTo>
                    <a:pt x="4778385" y="1818613"/>
                  </a:lnTo>
                  <a:lnTo>
                    <a:pt x="4791770" y="1839939"/>
                  </a:lnTo>
                  <a:lnTo>
                    <a:pt x="4805155" y="1861178"/>
                  </a:lnTo>
                  <a:lnTo>
                    <a:pt x="4818539" y="1882237"/>
                  </a:lnTo>
                  <a:lnTo>
                    <a:pt x="4831924" y="1903086"/>
                  </a:lnTo>
                  <a:lnTo>
                    <a:pt x="4845309" y="1923741"/>
                  </a:lnTo>
                  <a:lnTo>
                    <a:pt x="4858694" y="1944155"/>
                  </a:lnTo>
                  <a:lnTo>
                    <a:pt x="4872079" y="1964173"/>
                  </a:lnTo>
                  <a:lnTo>
                    <a:pt x="4885464" y="1983904"/>
                  </a:lnTo>
                  <a:lnTo>
                    <a:pt x="4898848" y="2003336"/>
                  </a:lnTo>
                  <a:lnTo>
                    <a:pt x="4912233" y="2022279"/>
                  </a:lnTo>
                  <a:lnTo>
                    <a:pt x="4925618" y="2040798"/>
                  </a:lnTo>
                  <a:lnTo>
                    <a:pt x="4939003" y="2058947"/>
                  </a:lnTo>
                  <a:lnTo>
                    <a:pt x="4952388" y="2076642"/>
                  </a:lnTo>
                  <a:lnTo>
                    <a:pt x="4965773" y="2093727"/>
                  </a:lnTo>
                  <a:lnTo>
                    <a:pt x="4979157" y="2110392"/>
                  </a:lnTo>
                  <a:lnTo>
                    <a:pt x="4992542" y="2126630"/>
                  </a:lnTo>
                  <a:lnTo>
                    <a:pt x="5005927" y="2142192"/>
                  </a:lnTo>
                  <a:lnTo>
                    <a:pt x="5019312" y="2157249"/>
                  </a:lnTo>
                  <a:lnTo>
                    <a:pt x="5032697" y="2171858"/>
                  </a:lnTo>
                  <a:lnTo>
                    <a:pt x="5046082" y="2185912"/>
                  </a:lnTo>
                  <a:lnTo>
                    <a:pt x="5059466" y="2199316"/>
                  </a:lnTo>
                  <a:lnTo>
                    <a:pt x="5072851" y="2212273"/>
                  </a:lnTo>
                  <a:lnTo>
                    <a:pt x="5086236" y="2224788"/>
                  </a:lnTo>
                  <a:lnTo>
                    <a:pt x="5099621" y="2236605"/>
                  </a:lnTo>
                  <a:lnTo>
                    <a:pt x="5113006" y="2247964"/>
                  </a:lnTo>
                  <a:lnTo>
                    <a:pt x="5126391" y="2258907"/>
                  </a:lnTo>
                  <a:lnTo>
                    <a:pt x="5139775" y="2269326"/>
                  </a:lnTo>
                  <a:lnTo>
                    <a:pt x="5153160" y="2279204"/>
                  </a:lnTo>
                  <a:lnTo>
                    <a:pt x="5166545" y="2288709"/>
                  </a:lnTo>
                  <a:lnTo>
                    <a:pt x="5179930" y="2297850"/>
                  </a:lnTo>
                  <a:lnTo>
                    <a:pt x="5193315" y="2306425"/>
                  </a:lnTo>
                  <a:lnTo>
                    <a:pt x="5206700" y="2314675"/>
                  </a:lnTo>
                  <a:lnTo>
                    <a:pt x="5220084" y="2322618"/>
                  </a:lnTo>
                  <a:lnTo>
                    <a:pt x="5233469" y="2330175"/>
                  </a:lnTo>
                  <a:lnTo>
                    <a:pt x="5246854" y="2337382"/>
                  </a:lnTo>
                  <a:lnTo>
                    <a:pt x="5260239" y="2344346"/>
                  </a:lnTo>
                  <a:lnTo>
                    <a:pt x="5273624" y="2351074"/>
                  </a:lnTo>
                  <a:lnTo>
                    <a:pt x="5287009" y="2357463"/>
                  </a:lnTo>
                  <a:lnTo>
                    <a:pt x="5300393" y="2363677"/>
                  </a:lnTo>
                  <a:lnTo>
                    <a:pt x="5313778" y="2369723"/>
                  </a:lnTo>
                  <a:lnTo>
                    <a:pt x="5327163" y="2375563"/>
                  </a:lnTo>
                  <a:lnTo>
                    <a:pt x="5340548" y="2381245"/>
                  </a:lnTo>
                  <a:lnTo>
                    <a:pt x="5353933" y="2386821"/>
                  </a:lnTo>
                  <a:lnTo>
                    <a:pt x="5367318" y="2392292"/>
                  </a:lnTo>
                  <a:lnTo>
                    <a:pt x="5380702" y="2397643"/>
                  </a:lnTo>
                  <a:lnTo>
                    <a:pt x="5394087" y="2402939"/>
                  </a:lnTo>
                  <a:lnTo>
                    <a:pt x="5407472" y="2408186"/>
                  </a:lnTo>
                  <a:lnTo>
                    <a:pt x="5420857" y="2413384"/>
                  </a:lnTo>
                  <a:lnTo>
                    <a:pt x="5434242" y="2418558"/>
                  </a:lnTo>
                  <a:lnTo>
                    <a:pt x="5447627" y="2423722"/>
                  </a:lnTo>
                  <a:lnTo>
                    <a:pt x="5461011" y="2428881"/>
                  </a:lnTo>
                  <a:lnTo>
                    <a:pt x="5474396" y="2434052"/>
                  </a:lnTo>
                  <a:lnTo>
                    <a:pt x="5487781" y="2439238"/>
                  </a:lnTo>
                  <a:lnTo>
                    <a:pt x="5501166" y="2444442"/>
                  </a:lnTo>
                  <a:lnTo>
                    <a:pt x="5514551" y="2449681"/>
                  </a:lnTo>
                  <a:lnTo>
                    <a:pt x="5527936" y="2454953"/>
                  </a:lnTo>
                  <a:lnTo>
                    <a:pt x="5541320" y="2460254"/>
                  </a:lnTo>
                  <a:lnTo>
                    <a:pt x="5554705" y="2465591"/>
                  </a:lnTo>
                  <a:lnTo>
                    <a:pt x="5568090" y="2470974"/>
                  </a:lnTo>
                  <a:lnTo>
                    <a:pt x="5581475" y="2476386"/>
                  </a:lnTo>
                  <a:lnTo>
                    <a:pt x="5594860" y="2481827"/>
                  </a:lnTo>
                  <a:lnTo>
                    <a:pt x="5608245" y="2487309"/>
                  </a:lnTo>
                  <a:lnTo>
                    <a:pt x="5621629" y="2492815"/>
                  </a:lnTo>
                  <a:lnTo>
                    <a:pt x="5635014" y="2498340"/>
                  </a:lnTo>
                  <a:lnTo>
                    <a:pt x="5648399" y="2503885"/>
                  </a:lnTo>
                  <a:lnTo>
                    <a:pt x="5661784" y="2509443"/>
                  </a:lnTo>
                  <a:lnTo>
                    <a:pt x="5675169" y="2515006"/>
                  </a:lnTo>
                  <a:lnTo>
                    <a:pt x="5688554" y="2520569"/>
                  </a:lnTo>
                  <a:lnTo>
                    <a:pt x="5701938" y="2526123"/>
                  </a:lnTo>
                  <a:lnTo>
                    <a:pt x="5715323" y="2531663"/>
                  </a:lnTo>
                  <a:lnTo>
                    <a:pt x="5728708" y="2537185"/>
                  </a:lnTo>
                  <a:lnTo>
                    <a:pt x="5742093" y="2542679"/>
                  </a:lnTo>
                  <a:lnTo>
                    <a:pt x="5755478" y="2548131"/>
                  </a:lnTo>
                  <a:lnTo>
                    <a:pt x="5768863" y="2553548"/>
                  </a:lnTo>
                  <a:lnTo>
                    <a:pt x="5782247" y="2558927"/>
                  </a:lnTo>
                  <a:lnTo>
                    <a:pt x="5795632" y="2564232"/>
                  </a:lnTo>
                  <a:lnTo>
                    <a:pt x="5809017" y="2569484"/>
                  </a:lnTo>
                  <a:lnTo>
                    <a:pt x="5822402" y="2574683"/>
                  </a:lnTo>
                  <a:lnTo>
                    <a:pt x="5835787" y="2579805"/>
                  </a:lnTo>
                  <a:lnTo>
                    <a:pt x="5849172" y="2584844"/>
                  </a:lnTo>
                  <a:lnTo>
                    <a:pt x="5862556" y="2589817"/>
                  </a:lnTo>
                  <a:lnTo>
                    <a:pt x="5875941" y="2594721"/>
                  </a:lnTo>
                  <a:lnTo>
                    <a:pt x="5889326" y="2599510"/>
                  </a:lnTo>
                  <a:lnTo>
                    <a:pt x="5902711" y="2604225"/>
                  </a:lnTo>
                  <a:lnTo>
                    <a:pt x="5916096" y="2608868"/>
                  </a:lnTo>
                  <a:lnTo>
                    <a:pt x="5929481" y="2613406"/>
                  </a:lnTo>
                  <a:lnTo>
                    <a:pt x="5942865" y="2617848"/>
                  </a:lnTo>
                  <a:lnTo>
                    <a:pt x="5956250" y="2622214"/>
                  </a:lnTo>
                  <a:lnTo>
                    <a:pt x="5969635" y="2626498"/>
                  </a:lnTo>
                  <a:lnTo>
                    <a:pt x="5983020" y="2630662"/>
                  </a:lnTo>
                  <a:lnTo>
                    <a:pt x="5996405" y="2634753"/>
                  </a:lnTo>
                  <a:lnTo>
                    <a:pt x="6009790" y="2638769"/>
                  </a:lnTo>
                  <a:lnTo>
                    <a:pt x="6023174" y="2642682"/>
                  </a:lnTo>
                  <a:lnTo>
                    <a:pt x="6036559" y="2646508"/>
                  </a:lnTo>
                  <a:lnTo>
                    <a:pt x="6049944" y="2650266"/>
                  </a:lnTo>
                  <a:lnTo>
                    <a:pt x="6063329" y="2653948"/>
                  </a:lnTo>
                  <a:lnTo>
                    <a:pt x="6076714" y="2657529"/>
                  </a:lnTo>
                  <a:lnTo>
                    <a:pt x="6090099" y="2661048"/>
                  </a:lnTo>
                  <a:lnTo>
                    <a:pt x="6103483" y="2664506"/>
                  </a:lnTo>
                  <a:lnTo>
                    <a:pt x="6116868" y="2667876"/>
                  </a:lnTo>
                  <a:lnTo>
                    <a:pt x="6130253" y="2671180"/>
                  </a:lnTo>
                  <a:lnTo>
                    <a:pt x="6143638" y="2674430"/>
                  </a:lnTo>
                  <a:lnTo>
                    <a:pt x="6157023" y="2677618"/>
                  </a:lnTo>
                  <a:lnTo>
                    <a:pt x="6170408" y="2680730"/>
                  </a:lnTo>
                  <a:lnTo>
                    <a:pt x="6183792" y="2683795"/>
                  </a:lnTo>
                  <a:lnTo>
                    <a:pt x="6197177" y="2686812"/>
                  </a:lnTo>
                  <a:lnTo>
                    <a:pt x="6210562" y="2689759"/>
                  </a:lnTo>
                  <a:lnTo>
                    <a:pt x="6223947" y="2692657"/>
                  </a:lnTo>
                  <a:lnTo>
                    <a:pt x="6237332" y="2695512"/>
                  </a:lnTo>
                  <a:lnTo>
                    <a:pt x="6250717" y="2698316"/>
                  </a:lnTo>
                  <a:lnTo>
                    <a:pt x="6264101" y="2701062"/>
                  </a:lnTo>
                  <a:lnTo>
                    <a:pt x="6277486" y="2703767"/>
                  </a:lnTo>
                  <a:lnTo>
                    <a:pt x="6290871" y="2706434"/>
                  </a:lnTo>
                  <a:lnTo>
                    <a:pt x="6304256" y="2709038"/>
                  </a:lnTo>
                  <a:lnTo>
                    <a:pt x="6317641" y="2711601"/>
                  </a:lnTo>
                  <a:lnTo>
                    <a:pt x="6331026" y="2714125"/>
                  </a:lnTo>
                  <a:lnTo>
                    <a:pt x="6344410" y="2716600"/>
                  </a:lnTo>
                  <a:lnTo>
                    <a:pt x="6357795" y="2719021"/>
                  </a:lnTo>
                  <a:lnTo>
                    <a:pt x="6371180" y="2721403"/>
                  </a:lnTo>
                  <a:lnTo>
                    <a:pt x="6384565" y="2723746"/>
                  </a:lnTo>
                  <a:lnTo>
                    <a:pt x="6397950" y="2726023"/>
                  </a:lnTo>
                  <a:lnTo>
                    <a:pt x="6411335" y="2728258"/>
                  </a:lnTo>
                  <a:lnTo>
                    <a:pt x="6424719" y="2730452"/>
                  </a:lnTo>
                  <a:lnTo>
                    <a:pt x="6438104" y="2732591"/>
                  </a:lnTo>
                  <a:lnTo>
                    <a:pt x="6451489" y="2734674"/>
                  </a:lnTo>
                  <a:lnTo>
                    <a:pt x="6464874" y="2736713"/>
                  </a:lnTo>
                  <a:lnTo>
                    <a:pt x="6478259" y="2738708"/>
                  </a:lnTo>
                  <a:lnTo>
                    <a:pt x="6491644" y="2740629"/>
                  </a:lnTo>
                  <a:lnTo>
                    <a:pt x="6505028" y="2742506"/>
                  </a:lnTo>
                  <a:lnTo>
                    <a:pt x="6518413" y="2744337"/>
                  </a:lnTo>
                  <a:lnTo>
                    <a:pt x="6531798" y="2746105"/>
                  </a:lnTo>
                  <a:lnTo>
                    <a:pt x="6545183" y="2747813"/>
                  </a:lnTo>
                  <a:lnTo>
                    <a:pt x="6558568" y="2749474"/>
                  </a:lnTo>
                  <a:lnTo>
                    <a:pt x="6571953" y="2751086"/>
                  </a:lnTo>
                  <a:lnTo>
                    <a:pt x="6585337" y="2752621"/>
                  </a:lnTo>
                  <a:lnTo>
                    <a:pt x="6598722" y="2754109"/>
                  </a:lnTo>
                  <a:lnTo>
                    <a:pt x="6612107" y="2755551"/>
                  </a:lnTo>
                  <a:lnTo>
                    <a:pt x="6625492" y="2756924"/>
                  </a:lnTo>
                  <a:lnTo>
                    <a:pt x="6638877" y="2758240"/>
                  </a:lnTo>
                  <a:lnTo>
                    <a:pt x="6652262" y="2759510"/>
                  </a:lnTo>
                  <a:lnTo>
                    <a:pt x="6665646" y="2760727"/>
                  </a:lnTo>
                  <a:lnTo>
                    <a:pt x="6679031" y="2761874"/>
                  </a:lnTo>
                  <a:lnTo>
                    <a:pt x="6692416" y="2762976"/>
                  </a:lnTo>
                  <a:lnTo>
                    <a:pt x="6705801" y="2764034"/>
                  </a:lnTo>
                  <a:lnTo>
                    <a:pt x="6719186" y="2765028"/>
                  </a:lnTo>
                  <a:lnTo>
                    <a:pt x="6732571" y="2765971"/>
                  </a:lnTo>
                  <a:lnTo>
                    <a:pt x="6745955" y="2766873"/>
                  </a:lnTo>
                  <a:lnTo>
                    <a:pt x="6759340" y="2767727"/>
                  </a:lnTo>
                  <a:lnTo>
                    <a:pt x="6772725" y="2768522"/>
                  </a:lnTo>
                  <a:lnTo>
                    <a:pt x="6786110" y="2769280"/>
                  </a:lnTo>
                  <a:lnTo>
                    <a:pt x="6799495" y="2770000"/>
                  </a:lnTo>
                  <a:lnTo>
                    <a:pt x="6812880" y="2770665"/>
                  </a:lnTo>
                  <a:lnTo>
                    <a:pt x="6826264" y="2771292"/>
                  </a:lnTo>
                  <a:lnTo>
                    <a:pt x="6839649" y="2771885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25066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44157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14085" y="4896100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14085" y="4288282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4085" y="3680464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14085" y="307264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111662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653947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250410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758816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301100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4196774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974329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4475946" y="2248772"/>
              <a:ext cx="40626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Female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253500" y="2248772"/>
              <a:ext cx="26407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Male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087269" y="1923572"/>
              <a:ext cx="512457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Female: N = 187, median = -0.5 %   |   Male: N = 135, median = 2.5 %   |   Mann-Whitney U p = 0.186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087269" y="1676115"/>
              <a:ext cx="2315718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Sex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2026-10-19T12:35:38Z</dcterms:modified>
  <cp:category/>
</cp:coreProperties>
</file>