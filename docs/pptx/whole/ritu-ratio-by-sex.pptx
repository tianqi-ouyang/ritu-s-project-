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371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358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2808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42026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8124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980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319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241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11635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106034"/>
              <a:ext cx="6839649" cy="2441591"/>
            </a:xfrm>
            <a:custGeom>
              <a:avLst/>
              <a:pathLst>
                <a:path w="6839649" h="2441591">
                  <a:moveTo>
                    <a:pt x="0" y="2267597"/>
                  </a:moveTo>
                  <a:lnTo>
                    <a:pt x="13384" y="2264072"/>
                  </a:lnTo>
                  <a:lnTo>
                    <a:pt x="26769" y="2260559"/>
                  </a:lnTo>
                  <a:lnTo>
                    <a:pt x="40154" y="2257065"/>
                  </a:lnTo>
                  <a:lnTo>
                    <a:pt x="53539" y="2253582"/>
                  </a:lnTo>
                  <a:lnTo>
                    <a:pt x="66924" y="2250107"/>
                  </a:lnTo>
                  <a:lnTo>
                    <a:pt x="80308" y="2246641"/>
                  </a:lnTo>
                  <a:lnTo>
                    <a:pt x="93693" y="2243176"/>
                  </a:lnTo>
                  <a:lnTo>
                    <a:pt x="107078" y="2239709"/>
                  </a:lnTo>
                  <a:lnTo>
                    <a:pt x="120463" y="2236238"/>
                  </a:lnTo>
                  <a:lnTo>
                    <a:pt x="133848" y="2232751"/>
                  </a:lnTo>
                  <a:lnTo>
                    <a:pt x="147233" y="2229250"/>
                  </a:lnTo>
                  <a:lnTo>
                    <a:pt x="160617" y="2225729"/>
                  </a:lnTo>
                  <a:lnTo>
                    <a:pt x="174002" y="2222167"/>
                  </a:lnTo>
                  <a:lnTo>
                    <a:pt x="187387" y="2218574"/>
                  </a:lnTo>
                  <a:lnTo>
                    <a:pt x="200772" y="2214948"/>
                  </a:lnTo>
                  <a:lnTo>
                    <a:pt x="214157" y="2211247"/>
                  </a:lnTo>
                  <a:lnTo>
                    <a:pt x="227542" y="2207496"/>
                  </a:lnTo>
                  <a:lnTo>
                    <a:pt x="240926" y="2203694"/>
                  </a:lnTo>
                  <a:lnTo>
                    <a:pt x="254311" y="2199787"/>
                  </a:lnTo>
                  <a:lnTo>
                    <a:pt x="267696" y="2195803"/>
                  </a:lnTo>
                  <a:lnTo>
                    <a:pt x="281081" y="2191747"/>
                  </a:lnTo>
                  <a:lnTo>
                    <a:pt x="294466" y="2187562"/>
                  </a:lnTo>
                  <a:lnTo>
                    <a:pt x="307851" y="2183267"/>
                  </a:lnTo>
                  <a:lnTo>
                    <a:pt x="321235" y="2178878"/>
                  </a:lnTo>
                  <a:lnTo>
                    <a:pt x="334620" y="2174342"/>
                  </a:lnTo>
                  <a:lnTo>
                    <a:pt x="348005" y="2169656"/>
                  </a:lnTo>
                  <a:lnTo>
                    <a:pt x="361390" y="2164855"/>
                  </a:lnTo>
                  <a:lnTo>
                    <a:pt x="374775" y="2159898"/>
                  </a:lnTo>
                  <a:lnTo>
                    <a:pt x="388160" y="2154745"/>
                  </a:lnTo>
                  <a:lnTo>
                    <a:pt x="401544" y="2149460"/>
                  </a:lnTo>
                  <a:lnTo>
                    <a:pt x="414929" y="2144014"/>
                  </a:lnTo>
                  <a:lnTo>
                    <a:pt x="428314" y="2138328"/>
                  </a:lnTo>
                  <a:lnTo>
                    <a:pt x="441699" y="2132493"/>
                  </a:lnTo>
                  <a:lnTo>
                    <a:pt x="455084" y="2126501"/>
                  </a:lnTo>
                  <a:lnTo>
                    <a:pt x="468469" y="2120226"/>
                  </a:lnTo>
                  <a:lnTo>
                    <a:pt x="481853" y="2113789"/>
                  </a:lnTo>
                  <a:lnTo>
                    <a:pt x="495238" y="2107190"/>
                  </a:lnTo>
                  <a:lnTo>
                    <a:pt x="508623" y="2100299"/>
                  </a:lnTo>
                  <a:lnTo>
                    <a:pt x="522008" y="2093222"/>
                  </a:lnTo>
                  <a:lnTo>
                    <a:pt x="535393" y="2085975"/>
                  </a:lnTo>
                  <a:lnTo>
                    <a:pt x="548778" y="2078450"/>
                  </a:lnTo>
                  <a:lnTo>
                    <a:pt x="562162" y="2070711"/>
                  </a:lnTo>
                  <a:lnTo>
                    <a:pt x="575547" y="2062798"/>
                  </a:lnTo>
                  <a:lnTo>
                    <a:pt x="588932" y="2054628"/>
                  </a:lnTo>
                  <a:lnTo>
                    <a:pt x="602317" y="2046220"/>
                  </a:lnTo>
                  <a:lnTo>
                    <a:pt x="615702" y="2037639"/>
                  </a:lnTo>
                  <a:lnTo>
                    <a:pt x="629087" y="2028829"/>
                  </a:lnTo>
                  <a:lnTo>
                    <a:pt x="642471" y="2019761"/>
                  </a:lnTo>
                  <a:lnTo>
                    <a:pt x="655856" y="2010526"/>
                  </a:lnTo>
                  <a:lnTo>
                    <a:pt x="669241" y="2001092"/>
                  </a:lnTo>
                  <a:lnTo>
                    <a:pt x="682626" y="1991388"/>
                  </a:lnTo>
                  <a:lnTo>
                    <a:pt x="696011" y="1981524"/>
                  </a:lnTo>
                  <a:lnTo>
                    <a:pt x="709396" y="1971494"/>
                  </a:lnTo>
                  <a:lnTo>
                    <a:pt x="722780" y="1961188"/>
                  </a:lnTo>
                  <a:lnTo>
                    <a:pt x="736165" y="1950733"/>
                  </a:lnTo>
                  <a:lnTo>
                    <a:pt x="749550" y="1940130"/>
                  </a:lnTo>
                  <a:lnTo>
                    <a:pt x="762935" y="1929275"/>
                  </a:lnTo>
                  <a:lnTo>
                    <a:pt x="776320" y="1918272"/>
                  </a:lnTo>
                  <a:lnTo>
                    <a:pt x="789705" y="1907133"/>
                  </a:lnTo>
                  <a:lnTo>
                    <a:pt x="803089" y="1895781"/>
                  </a:lnTo>
                  <a:lnTo>
                    <a:pt x="816474" y="1884276"/>
                  </a:lnTo>
                  <a:lnTo>
                    <a:pt x="829859" y="1872647"/>
                  </a:lnTo>
                  <a:lnTo>
                    <a:pt x="843244" y="1860841"/>
                  </a:lnTo>
                  <a:lnTo>
                    <a:pt x="856629" y="1848879"/>
                  </a:lnTo>
                  <a:lnTo>
                    <a:pt x="870014" y="1836805"/>
                  </a:lnTo>
                  <a:lnTo>
                    <a:pt x="883398" y="1824585"/>
                  </a:lnTo>
                  <a:lnTo>
                    <a:pt x="896783" y="1812207"/>
                  </a:lnTo>
                  <a:lnTo>
                    <a:pt x="910168" y="1799728"/>
                  </a:lnTo>
                  <a:lnTo>
                    <a:pt x="923553" y="1787129"/>
                  </a:lnTo>
                  <a:lnTo>
                    <a:pt x="936938" y="1774370"/>
                  </a:lnTo>
                  <a:lnTo>
                    <a:pt x="950323" y="1761517"/>
                  </a:lnTo>
                  <a:lnTo>
                    <a:pt x="963707" y="1748566"/>
                  </a:lnTo>
                  <a:lnTo>
                    <a:pt x="977092" y="1735451"/>
                  </a:lnTo>
                  <a:lnTo>
                    <a:pt x="990477" y="1722247"/>
                  </a:lnTo>
                  <a:lnTo>
                    <a:pt x="1003862" y="1708955"/>
                  </a:lnTo>
                  <a:lnTo>
                    <a:pt x="1017247" y="1695506"/>
                  </a:lnTo>
                  <a:lnTo>
                    <a:pt x="1030632" y="1681962"/>
                  </a:lnTo>
                  <a:lnTo>
                    <a:pt x="1044016" y="1668331"/>
                  </a:lnTo>
                  <a:lnTo>
                    <a:pt x="1057401" y="1654557"/>
                  </a:lnTo>
                  <a:lnTo>
                    <a:pt x="1070786" y="1640675"/>
                  </a:lnTo>
                  <a:lnTo>
                    <a:pt x="1084171" y="1626704"/>
                  </a:lnTo>
                  <a:lnTo>
                    <a:pt x="1097556" y="1612599"/>
                  </a:lnTo>
                  <a:lnTo>
                    <a:pt x="1110941" y="1598369"/>
                  </a:lnTo>
                  <a:lnTo>
                    <a:pt x="1124325" y="1584046"/>
                  </a:lnTo>
                  <a:lnTo>
                    <a:pt x="1137710" y="1569596"/>
                  </a:lnTo>
                  <a:lnTo>
                    <a:pt x="1151095" y="1555001"/>
                  </a:lnTo>
                  <a:lnTo>
                    <a:pt x="1164480" y="1540307"/>
                  </a:lnTo>
                  <a:lnTo>
                    <a:pt x="1177865" y="1525493"/>
                  </a:lnTo>
                  <a:lnTo>
                    <a:pt x="1191250" y="1510509"/>
                  </a:lnTo>
                  <a:lnTo>
                    <a:pt x="1204634" y="1495420"/>
                  </a:lnTo>
                  <a:lnTo>
                    <a:pt x="1218019" y="1480218"/>
                  </a:lnTo>
                  <a:lnTo>
                    <a:pt x="1231404" y="1464819"/>
                  </a:lnTo>
                  <a:lnTo>
                    <a:pt x="1244789" y="1449308"/>
                  </a:lnTo>
                  <a:lnTo>
                    <a:pt x="1258174" y="1433684"/>
                  </a:lnTo>
                  <a:lnTo>
                    <a:pt x="1271559" y="1417852"/>
                  </a:lnTo>
                  <a:lnTo>
                    <a:pt x="1284943" y="1401893"/>
                  </a:lnTo>
                  <a:lnTo>
                    <a:pt x="1298328" y="1385814"/>
                  </a:lnTo>
                  <a:lnTo>
                    <a:pt x="1311713" y="1369535"/>
                  </a:lnTo>
                  <a:lnTo>
                    <a:pt x="1325098" y="1353106"/>
                  </a:lnTo>
                  <a:lnTo>
                    <a:pt x="1338483" y="1336552"/>
                  </a:lnTo>
                  <a:lnTo>
                    <a:pt x="1351868" y="1319809"/>
                  </a:lnTo>
                  <a:lnTo>
                    <a:pt x="1365252" y="1302894"/>
                  </a:lnTo>
                  <a:lnTo>
                    <a:pt x="1378637" y="1285851"/>
                  </a:lnTo>
                  <a:lnTo>
                    <a:pt x="1392022" y="1268636"/>
                  </a:lnTo>
                  <a:lnTo>
                    <a:pt x="1405407" y="1251230"/>
                  </a:lnTo>
                  <a:lnTo>
                    <a:pt x="1418792" y="1233697"/>
                  </a:lnTo>
                  <a:lnTo>
                    <a:pt x="1432177" y="1216010"/>
                  </a:lnTo>
                  <a:lnTo>
                    <a:pt x="1445561" y="1198119"/>
                  </a:lnTo>
                  <a:lnTo>
                    <a:pt x="1458946" y="1180105"/>
                  </a:lnTo>
                  <a:lnTo>
                    <a:pt x="1472331" y="1161960"/>
                  </a:lnTo>
                  <a:lnTo>
                    <a:pt x="1485716" y="1143605"/>
                  </a:lnTo>
                  <a:lnTo>
                    <a:pt x="1499101" y="1125135"/>
                  </a:lnTo>
                  <a:lnTo>
                    <a:pt x="1512486" y="1106551"/>
                  </a:lnTo>
                  <a:lnTo>
                    <a:pt x="1525870" y="1087773"/>
                  </a:lnTo>
                  <a:lnTo>
                    <a:pt x="1539255" y="1068885"/>
                  </a:lnTo>
                  <a:lnTo>
                    <a:pt x="1552640" y="1049898"/>
                  </a:lnTo>
                  <a:lnTo>
                    <a:pt x="1566025" y="1030753"/>
                  </a:lnTo>
                  <a:lnTo>
                    <a:pt x="1579410" y="1011504"/>
                  </a:lnTo>
                  <a:lnTo>
                    <a:pt x="1592795" y="992172"/>
                  </a:lnTo>
                  <a:lnTo>
                    <a:pt x="1606179" y="972723"/>
                  </a:lnTo>
                  <a:lnTo>
                    <a:pt x="1619564" y="953183"/>
                  </a:lnTo>
                  <a:lnTo>
                    <a:pt x="1632949" y="933582"/>
                  </a:lnTo>
                  <a:lnTo>
                    <a:pt x="1646334" y="913904"/>
                  </a:lnTo>
                  <a:lnTo>
                    <a:pt x="1659719" y="894160"/>
                  </a:lnTo>
                  <a:lnTo>
                    <a:pt x="1673104" y="874379"/>
                  </a:lnTo>
                  <a:lnTo>
                    <a:pt x="1686488" y="854560"/>
                  </a:lnTo>
                  <a:lnTo>
                    <a:pt x="1699873" y="834711"/>
                  </a:lnTo>
                  <a:lnTo>
                    <a:pt x="1713258" y="814854"/>
                  </a:lnTo>
                  <a:lnTo>
                    <a:pt x="1726643" y="794993"/>
                  </a:lnTo>
                  <a:lnTo>
                    <a:pt x="1740028" y="775150"/>
                  </a:lnTo>
                  <a:lnTo>
                    <a:pt x="1753413" y="755331"/>
                  </a:lnTo>
                  <a:lnTo>
                    <a:pt x="1766797" y="735538"/>
                  </a:lnTo>
                  <a:lnTo>
                    <a:pt x="1780182" y="715819"/>
                  </a:lnTo>
                  <a:lnTo>
                    <a:pt x="1793567" y="696160"/>
                  </a:lnTo>
                  <a:lnTo>
                    <a:pt x="1806952" y="676560"/>
                  </a:lnTo>
                  <a:lnTo>
                    <a:pt x="1820337" y="657081"/>
                  </a:lnTo>
                  <a:lnTo>
                    <a:pt x="1833722" y="637707"/>
                  </a:lnTo>
                  <a:lnTo>
                    <a:pt x="1847106" y="618427"/>
                  </a:lnTo>
                  <a:lnTo>
                    <a:pt x="1860491" y="599306"/>
                  </a:lnTo>
                  <a:lnTo>
                    <a:pt x="1873876" y="580346"/>
                  </a:lnTo>
                  <a:lnTo>
                    <a:pt x="1887261" y="561513"/>
                  </a:lnTo>
                  <a:lnTo>
                    <a:pt x="1900646" y="542866"/>
                  </a:lnTo>
                  <a:lnTo>
                    <a:pt x="1914031" y="524443"/>
                  </a:lnTo>
                  <a:lnTo>
                    <a:pt x="1927415" y="506180"/>
                  </a:lnTo>
                  <a:lnTo>
                    <a:pt x="1940800" y="488121"/>
                  </a:lnTo>
                  <a:lnTo>
                    <a:pt x="1954185" y="470352"/>
                  </a:lnTo>
                  <a:lnTo>
                    <a:pt x="1967570" y="452773"/>
                  </a:lnTo>
                  <a:lnTo>
                    <a:pt x="1980955" y="435404"/>
                  </a:lnTo>
                  <a:lnTo>
                    <a:pt x="1994340" y="418397"/>
                  </a:lnTo>
                  <a:lnTo>
                    <a:pt x="2007724" y="401605"/>
                  </a:lnTo>
                  <a:lnTo>
                    <a:pt x="2021109" y="385030"/>
                  </a:lnTo>
                  <a:lnTo>
                    <a:pt x="2034494" y="368866"/>
                  </a:lnTo>
                  <a:lnTo>
                    <a:pt x="2047879" y="352950"/>
                  </a:lnTo>
                  <a:lnTo>
                    <a:pt x="2061264" y="337272"/>
                  </a:lnTo>
                  <a:lnTo>
                    <a:pt x="2074649" y="322005"/>
                  </a:lnTo>
                  <a:lnTo>
                    <a:pt x="2088033" y="307037"/>
                  </a:lnTo>
                  <a:lnTo>
                    <a:pt x="2101418" y="292325"/>
                  </a:lnTo>
                  <a:lnTo>
                    <a:pt x="2114803" y="278009"/>
                  </a:lnTo>
                  <a:lnTo>
                    <a:pt x="2128188" y="264046"/>
                  </a:lnTo>
                  <a:lnTo>
                    <a:pt x="2141573" y="250349"/>
                  </a:lnTo>
                  <a:lnTo>
                    <a:pt x="2154958" y="237027"/>
                  </a:lnTo>
                  <a:lnTo>
                    <a:pt x="2168342" y="224106"/>
                  </a:lnTo>
                  <a:lnTo>
                    <a:pt x="2181727" y="211460"/>
                  </a:lnTo>
                  <a:lnTo>
                    <a:pt x="2195112" y="199158"/>
                  </a:lnTo>
                  <a:lnTo>
                    <a:pt x="2208497" y="187304"/>
                  </a:lnTo>
                  <a:lnTo>
                    <a:pt x="2221882" y="175729"/>
                  </a:lnTo>
                  <a:lnTo>
                    <a:pt x="2235267" y="164463"/>
                  </a:lnTo>
                  <a:lnTo>
                    <a:pt x="2248651" y="153688"/>
                  </a:lnTo>
                  <a:lnTo>
                    <a:pt x="2262036" y="143195"/>
                  </a:lnTo>
                  <a:lnTo>
                    <a:pt x="2275421" y="132982"/>
                  </a:lnTo>
                  <a:lnTo>
                    <a:pt x="2288806" y="123281"/>
                  </a:lnTo>
                  <a:lnTo>
                    <a:pt x="2302191" y="113872"/>
                  </a:lnTo>
                  <a:lnTo>
                    <a:pt x="2315576" y="104745"/>
                  </a:lnTo>
                  <a:lnTo>
                    <a:pt x="2328960" y="96091"/>
                  </a:lnTo>
                  <a:lnTo>
                    <a:pt x="2342345" y="87770"/>
                  </a:lnTo>
                  <a:lnTo>
                    <a:pt x="2355730" y="79732"/>
                  </a:lnTo>
                  <a:lnTo>
                    <a:pt x="2369115" y="72129"/>
                  </a:lnTo>
                  <a:lnTo>
                    <a:pt x="2382500" y="64903"/>
                  </a:lnTo>
                  <a:lnTo>
                    <a:pt x="2395885" y="57962"/>
                  </a:lnTo>
                  <a:lnTo>
                    <a:pt x="2409269" y="51421"/>
                  </a:lnTo>
                  <a:lnTo>
                    <a:pt x="2422654" y="45304"/>
                  </a:lnTo>
                  <a:lnTo>
                    <a:pt x="2436039" y="39478"/>
                  </a:lnTo>
                  <a:lnTo>
                    <a:pt x="2449424" y="34020"/>
                  </a:lnTo>
                  <a:lnTo>
                    <a:pt x="2462809" y="29039"/>
                  </a:lnTo>
                  <a:lnTo>
                    <a:pt x="2476194" y="24359"/>
                  </a:lnTo>
                  <a:lnTo>
                    <a:pt x="2489578" y="20016"/>
                  </a:lnTo>
                  <a:lnTo>
                    <a:pt x="2502963" y="16212"/>
                  </a:lnTo>
                  <a:lnTo>
                    <a:pt x="2516348" y="12724"/>
                  </a:lnTo>
                  <a:lnTo>
                    <a:pt x="2529733" y="9551"/>
                  </a:lnTo>
                  <a:lnTo>
                    <a:pt x="2543118" y="6970"/>
                  </a:lnTo>
                  <a:lnTo>
                    <a:pt x="2556503" y="4731"/>
                  </a:lnTo>
                  <a:lnTo>
                    <a:pt x="2569887" y="2825"/>
                  </a:lnTo>
                  <a:lnTo>
                    <a:pt x="2583272" y="1495"/>
                  </a:lnTo>
                  <a:lnTo>
                    <a:pt x="2596657" y="576"/>
                  </a:lnTo>
                  <a:lnTo>
                    <a:pt x="2610042" y="9"/>
                  </a:lnTo>
                  <a:lnTo>
                    <a:pt x="2623427" y="0"/>
                  </a:lnTo>
                  <a:lnTo>
                    <a:pt x="2636812" y="475"/>
                  </a:lnTo>
                  <a:lnTo>
                    <a:pt x="2650196" y="1325"/>
                  </a:lnTo>
                  <a:lnTo>
                    <a:pt x="2663581" y="2706"/>
                  </a:lnTo>
                  <a:lnTo>
                    <a:pt x="2676966" y="4653"/>
                  </a:lnTo>
                  <a:lnTo>
                    <a:pt x="2690351" y="6992"/>
                  </a:lnTo>
                  <a:lnTo>
                    <a:pt x="2703736" y="9831"/>
                  </a:lnTo>
                  <a:lnTo>
                    <a:pt x="2717121" y="13315"/>
                  </a:lnTo>
                  <a:lnTo>
                    <a:pt x="2730505" y="17206"/>
                  </a:lnTo>
                  <a:lnTo>
                    <a:pt x="2743890" y="21556"/>
                  </a:lnTo>
                  <a:lnTo>
                    <a:pt x="2757275" y="26626"/>
                  </a:lnTo>
                  <a:lnTo>
                    <a:pt x="2770660" y="32112"/>
                  </a:lnTo>
                  <a:lnTo>
                    <a:pt x="2784045" y="38014"/>
                  </a:lnTo>
                  <a:lnTo>
                    <a:pt x="2797430" y="44682"/>
                  </a:lnTo>
                  <a:lnTo>
                    <a:pt x="2810814" y="51775"/>
                  </a:lnTo>
                  <a:lnTo>
                    <a:pt x="2824199" y="59283"/>
                  </a:lnTo>
                  <a:lnTo>
                    <a:pt x="2837584" y="67488"/>
                  </a:lnTo>
                  <a:lnTo>
                    <a:pt x="2850969" y="76163"/>
                  </a:lnTo>
                  <a:lnTo>
                    <a:pt x="2864354" y="85240"/>
                  </a:lnTo>
                  <a:lnTo>
                    <a:pt x="2877739" y="94931"/>
                  </a:lnTo>
                  <a:lnTo>
                    <a:pt x="2891123" y="105121"/>
                  </a:lnTo>
                  <a:lnTo>
                    <a:pt x="2904508" y="115687"/>
                  </a:lnTo>
                  <a:lnTo>
                    <a:pt x="2917893" y="126772"/>
                  </a:lnTo>
                  <a:lnTo>
                    <a:pt x="2931278" y="138362"/>
                  </a:lnTo>
                  <a:lnTo>
                    <a:pt x="2944663" y="150290"/>
                  </a:lnTo>
                  <a:lnTo>
                    <a:pt x="2958048" y="162634"/>
                  </a:lnTo>
                  <a:lnTo>
                    <a:pt x="2971432" y="175463"/>
                  </a:lnTo>
                  <a:lnTo>
                    <a:pt x="2984817" y="188577"/>
                  </a:lnTo>
                  <a:lnTo>
                    <a:pt x="2998202" y="202006"/>
                  </a:lnTo>
                  <a:lnTo>
                    <a:pt x="3011587" y="215866"/>
                  </a:lnTo>
                  <a:lnTo>
                    <a:pt x="3024972" y="229950"/>
                  </a:lnTo>
                  <a:lnTo>
                    <a:pt x="3038357" y="244253"/>
                  </a:lnTo>
                  <a:lnTo>
                    <a:pt x="3051741" y="258899"/>
                  </a:lnTo>
                  <a:lnTo>
                    <a:pt x="3065126" y="273700"/>
                  </a:lnTo>
                  <a:lnTo>
                    <a:pt x="3078511" y="288647"/>
                  </a:lnTo>
                  <a:lnTo>
                    <a:pt x="3091896" y="303793"/>
                  </a:lnTo>
                  <a:lnTo>
                    <a:pt x="3105281" y="319033"/>
                  </a:lnTo>
                  <a:lnTo>
                    <a:pt x="3118666" y="334342"/>
                  </a:lnTo>
                  <a:lnTo>
                    <a:pt x="3132050" y="349719"/>
                  </a:lnTo>
                  <a:lnTo>
                    <a:pt x="3145435" y="365107"/>
                  </a:lnTo>
                  <a:lnTo>
                    <a:pt x="3158820" y="380485"/>
                  </a:lnTo>
                  <a:lnTo>
                    <a:pt x="3172205" y="395823"/>
                  </a:lnTo>
                  <a:lnTo>
                    <a:pt x="3185590" y="411068"/>
                  </a:lnTo>
                  <a:lnTo>
                    <a:pt x="3198975" y="426230"/>
                  </a:lnTo>
                  <a:lnTo>
                    <a:pt x="3212359" y="441266"/>
                  </a:lnTo>
                  <a:lnTo>
                    <a:pt x="3225744" y="456096"/>
                  </a:lnTo>
                  <a:lnTo>
                    <a:pt x="3239129" y="470774"/>
                  </a:lnTo>
                  <a:lnTo>
                    <a:pt x="3252514" y="485270"/>
                  </a:lnTo>
                  <a:lnTo>
                    <a:pt x="3265899" y="499442"/>
                  </a:lnTo>
                  <a:lnTo>
                    <a:pt x="3279284" y="513404"/>
                  </a:lnTo>
                  <a:lnTo>
                    <a:pt x="3292668" y="527153"/>
                  </a:lnTo>
                  <a:lnTo>
                    <a:pt x="3306053" y="540467"/>
                  </a:lnTo>
                  <a:lnTo>
                    <a:pt x="3319438" y="553527"/>
                  </a:lnTo>
                  <a:lnTo>
                    <a:pt x="3332823" y="566332"/>
                  </a:lnTo>
                  <a:lnTo>
                    <a:pt x="3346208" y="578678"/>
                  </a:lnTo>
                  <a:lnTo>
                    <a:pt x="3359593" y="590705"/>
                  </a:lnTo>
                  <a:lnTo>
                    <a:pt x="3372977" y="602450"/>
                  </a:lnTo>
                  <a:lnTo>
                    <a:pt x="3386362" y="613746"/>
                  </a:lnTo>
                  <a:lnTo>
                    <a:pt x="3399747" y="624670"/>
                  </a:lnTo>
                  <a:lnTo>
                    <a:pt x="3413132" y="635304"/>
                  </a:lnTo>
                  <a:lnTo>
                    <a:pt x="3426517" y="645524"/>
                  </a:lnTo>
                  <a:lnTo>
                    <a:pt x="3439902" y="655338"/>
                  </a:lnTo>
                  <a:lnTo>
                    <a:pt x="3453286" y="664871"/>
                  </a:lnTo>
                  <a:lnTo>
                    <a:pt x="3466671" y="674047"/>
                  </a:lnTo>
                  <a:lnTo>
                    <a:pt x="3480056" y="682806"/>
                  </a:lnTo>
                  <a:lnTo>
                    <a:pt x="3493441" y="691309"/>
                  </a:lnTo>
                  <a:lnTo>
                    <a:pt x="3506826" y="699524"/>
                  </a:lnTo>
                  <a:lnTo>
                    <a:pt x="3520211" y="707339"/>
                  </a:lnTo>
                  <a:lnTo>
                    <a:pt x="3533595" y="714936"/>
                  </a:lnTo>
                  <a:lnTo>
                    <a:pt x="3546980" y="722319"/>
                  </a:lnTo>
                  <a:lnTo>
                    <a:pt x="3560365" y="729346"/>
                  </a:lnTo>
                  <a:lnTo>
                    <a:pt x="3573750" y="736205"/>
                  </a:lnTo>
                  <a:lnTo>
                    <a:pt x="3587135" y="742900"/>
                  </a:lnTo>
                  <a:lnTo>
                    <a:pt x="3600520" y="749351"/>
                  </a:lnTo>
                  <a:lnTo>
                    <a:pt x="3613904" y="755671"/>
                  </a:lnTo>
                  <a:lnTo>
                    <a:pt x="3627289" y="761883"/>
                  </a:lnTo>
                  <a:lnTo>
                    <a:pt x="3640674" y="767956"/>
                  </a:lnTo>
                  <a:lnTo>
                    <a:pt x="3654059" y="773952"/>
                  </a:lnTo>
                  <a:lnTo>
                    <a:pt x="3667444" y="779899"/>
                  </a:lnTo>
                  <a:lnTo>
                    <a:pt x="3680829" y="785799"/>
                  </a:lnTo>
                  <a:lnTo>
                    <a:pt x="3694213" y="791689"/>
                  </a:lnTo>
                  <a:lnTo>
                    <a:pt x="3707598" y="797588"/>
                  </a:lnTo>
                  <a:lnTo>
                    <a:pt x="3720983" y="803511"/>
                  </a:lnTo>
                  <a:lnTo>
                    <a:pt x="3734368" y="809504"/>
                  </a:lnTo>
                  <a:lnTo>
                    <a:pt x="3747753" y="815556"/>
                  </a:lnTo>
                  <a:lnTo>
                    <a:pt x="3761138" y="821686"/>
                  </a:lnTo>
                  <a:lnTo>
                    <a:pt x="3774522" y="827965"/>
                  </a:lnTo>
                  <a:lnTo>
                    <a:pt x="3787907" y="834347"/>
                  </a:lnTo>
                  <a:lnTo>
                    <a:pt x="3801292" y="840837"/>
                  </a:lnTo>
                  <a:lnTo>
                    <a:pt x="3814677" y="847554"/>
                  </a:lnTo>
                  <a:lnTo>
                    <a:pt x="3828062" y="854408"/>
                  </a:lnTo>
                  <a:lnTo>
                    <a:pt x="3841447" y="861400"/>
                  </a:lnTo>
                  <a:lnTo>
                    <a:pt x="3854831" y="868648"/>
                  </a:lnTo>
                  <a:lnTo>
                    <a:pt x="3868216" y="876074"/>
                  </a:lnTo>
                  <a:lnTo>
                    <a:pt x="3881601" y="883658"/>
                  </a:lnTo>
                  <a:lnTo>
                    <a:pt x="3894986" y="891501"/>
                  </a:lnTo>
                  <a:lnTo>
                    <a:pt x="3908371" y="899555"/>
                  </a:lnTo>
                  <a:lnTo>
                    <a:pt x="3921756" y="907776"/>
                  </a:lnTo>
                  <a:lnTo>
                    <a:pt x="3935140" y="916239"/>
                  </a:lnTo>
                  <a:lnTo>
                    <a:pt x="3948525" y="924936"/>
                  </a:lnTo>
                  <a:lnTo>
                    <a:pt x="3961910" y="933797"/>
                  </a:lnTo>
                  <a:lnTo>
                    <a:pt x="3975295" y="942869"/>
                  </a:lnTo>
                  <a:lnTo>
                    <a:pt x="3988680" y="952184"/>
                  </a:lnTo>
                  <a:lnTo>
                    <a:pt x="4002065" y="961650"/>
                  </a:lnTo>
                  <a:lnTo>
                    <a:pt x="4015449" y="971289"/>
                  </a:lnTo>
                  <a:lnTo>
                    <a:pt x="4028834" y="981164"/>
                  </a:lnTo>
                  <a:lnTo>
                    <a:pt x="4042219" y="991169"/>
                  </a:lnTo>
                  <a:lnTo>
                    <a:pt x="4055604" y="1001306"/>
                  </a:lnTo>
                  <a:lnTo>
                    <a:pt x="4068989" y="1011657"/>
                  </a:lnTo>
                  <a:lnTo>
                    <a:pt x="4082374" y="1022113"/>
                  </a:lnTo>
                  <a:lnTo>
                    <a:pt x="4095758" y="1032672"/>
                  </a:lnTo>
                  <a:lnTo>
                    <a:pt x="4109143" y="1043389"/>
                  </a:lnTo>
                  <a:lnTo>
                    <a:pt x="4122528" y="1054193"/>
                  </a:lnTo>
                  <a:lnTo>
                    <a:pt x="4135913" y="1065071"/>
                  </a:lnTo>
                  <a:lnTo>
                    <a:pt x="4149298" y="1076051"/>
                  </a:lnTo>
                  <a:lnTo>
                    <a:pt x="4162683" y="1087096"/>
                  </a:lnTo>
                  <a:lnTo>
                    <a:pt x="4176067" y="1098185"/>
                  </a:lnTo>
                  <a:lnTo>
                    <a:pt x="4189452" y="1109329"/>
                  </a:lnTo>
                  <a:lnTo>
                    <a:pt x="4202837" y="1120508"/>
                  </a:lnTo>
                  <a:lnTo>
                    <a:pt x="4216222" y="1131707"/>
                  </a:lnTo>
                  <a:lnTo>
                    <a:pt x="4229607" y="1142922"/>
                  </a:lnTo>
                  <a:lnTo>
                    <a:pt x="4242992" y="1154142"/>
                  </a:lnTo>
                  <a:lnTo>
                    <a:pt x="4256376" y="1165358"/>
                  </a:lnTo>
                  <a:lnTo>
                    <a:pt x="4269761" y="1176566"/>
                  </a:lnTo>
                  <a:lnTo>
                    <a:pt x="4283146" y="1187747"/>
                  </a:lnTo>
                  <a:lnTo>
                    <a:pt x="4296531" y="1198906"/>
                  </a:lnTo>
                  <a:lnTo>
                    <a:pt x="4309916" y="1210041"/>
                  </a:lnTo>
                  <a:lnTo>
                    <a:pt x="4323301" y="1221123"/>
                  </a:lnTo>
                  <a:lnTo>
                    <a:pt x="4336685" y="1232170"/>
                  </a:lnTo>
                  <a:lnTo>
                    <a:pt x="4350070" y="1243183"/>
                  </a:lnTo>
                  <a:lnTo>
                    <a:pt x="4363455" y="1254128"/>
                  </a:lnTo>
                  <a:lnTo>
                    <a:pt x="4376840" y="1265029"/>
                  </a:lnTo>
                  <a:lnTo>
                    <a:pt x="4390225" y="1275889"/>
                  </a:lnTo>
                  <a:lnTo>
                    <a:pt x="4403610" y="1286681"/>
                  </a:lnTo>
                  <a:lnTo>
                    <a:pt x="4416994" y="1297420"/>
                  </a:lnTo>
                  <a:lnTo>
                    <a:pt x="4430379" y="1308117"/>
                  </a:lnTo>
                  <a:lnTo>
                    <a:pt x="4443764" y="1318753"/>
                  </a:lnTo>
                  <a:lnTo>
                    <a:pt x="4457149" y="1329333"/>
                  </a:lnTo>
                  <a:lnTo>
                    <a:pt x="4470534" y="1339875"/>
                  </a:lnTo>
                  <a:lnTo>
                    <a:pt x="4483919" y="1350366"/>
                  </a:lnTo>
                  <a:lnTo>
                    <a:pt x="4497303" y="1360804"/>
                  </a:lnTo>
                  <a:lnTo>
                    <a:pt x="4510688" y="1371210"/>
                  </a:lnTo>
                  <a:lnTo>
                    <a:pt x="4524073" y="1381579"/>
                  </a:lnTo>
                  <a:lnTo>
                    <a:pt x="4537458" y="1391903"/>
                  </a:lnTo>
                  <a:lnTo>
                    <a:pt x="4550843" y="1402203"/>
                  </a:lnTo>
                  <a:lnTo>
                    <a:pt x="4564228" y="1412479"/>
                  </a:lnTo>
                  <a:lnTo>
                    <a:pt x="4577612" y="1422722"/>
                  </a:lnTo>
                  <a:lnTo>
                    <a:pt x="4590997" y="1432951"/>
                  </a:lnTo>
                  <a:lnTo>
                    <a:pt x="4604382" y="1443167"/>
                  </a:lnTo>
                  <a:lnTo>
                    <a:pt x="4617767" y="1453366"/>
                  </a:lnTo>
                  <a:lnTo>
                    <a:pt x="4631152" y="1463561"/>
                  </a:lnTo>
                  <a:lnTo>
                    <a:pt x="4644537" y="1473751"/>
                  </a:lnTo>
                  <a:lnTo>
                    <a:pt x="4657921" y="1483940"/>
                  </a:lnTo>
                  <a:lnTo>
                    <a:pt x="4671306" y="1494134"/>
                  </a:lnTo>
                  <a:lnTo>
                    <a:pt x="4684691" y="1504331"/>
                  </a:lnTo>
                  <a:lnTo>
                    <a:pt x="4698076" y="1514538"/>
                  </a:lnTo>
                  <a:lnTo>
                    <a:pt x="4711461" y="1524758"/>
                  </a:lnTo>
                  <a:lnTo>
                    <a:pt x="4724846" y="1534989"/>
                  </a:lnTo>
                  <a:lnTo>
                    <a:pt x="4738230" y="1545236"/>
                  </a:lnTo>
                  <a:lnTo>
                    <a:pt x="4751615" y="1555503"/>
                  </a:lnTo>
                  <a:lnTo>
                    <a:pt x="4765000" y="1565785"/>
                  </a:lnTo>
                  <a:lnTo>
                    <a:pt x="4778385" y="1576085"/>
                  </a:lnTo>
                  <a:lnTo>
                    <a:pt x="4791770" y="1586411"/>
                  </a:lnTo>
                  <a:lnTo>
                    <a:pt x="4805155" y="1596752"/>
                  </a:lnTo>
                  <a:lnTo>
                    <a:pt x="4818539" y="1607109"/>
                  </a:lnTo>
                  <a:lnTo>
                    <a:pt x="4831924" y="1617494"/>
                  </a:lnTo>
                  <a:lnTo>
                    <a:pt x="4845309" y="1627892"/>
                  </a:lnTo>
                  <a:lnTo>
                    <a:pt x="4858694" y="1638304"/>
                  </a:lnTo>
                  <a:lnTo>
                    <a:pt x="4872079" y="1648736"/>
                  </a:lnTo>
                  <a:lnTo>
                    <a:pt x="4885464" y="1659179"/>
                  </a:lnTo>
                  <a:lnTo>
                    <a:pt x="4898848" y="1669630"/>
                  </a:lnTo>
                  <a:lnTo>
                    <a:pt x="4912233" y="1680091"/>
                  </a:lnTo>
                  <a:lnTo>
                    <a:pt x="4925618" y="1690556"/>
                  </a:lnTo>
                  <a:lnTo>
                    <a:pt x="4939003" y="1701021"/>
                  </a:lnTo>
                  <a:lnTo>
                    <a:pt x="4952388" y="1711485"/>
                  </a:lnTo>
                  <a:lnTo>
                    <a:pt x="4965773" y="1721941"/>
                  </a:lnTo>
                  <a:lnTo>
                    <a:pt x="4979157" y="1732388"/>
                  </a:lnTo>
                  <a:lnTo>
                    <a:pt x="4992542" y="1742822"/>
                  </a:lnTo>
                  <a:lnTo>
                    <a:pt x="5005927" y="1753231"/>
                  </a:lnTo>
                  <a:lnTo>
                    <a:pt x="5019312" y="1763620"/>
                  </a:lnTo>
                  <a:lnTo>
                    <a:pt x="5032697" y="1773985"/>
                  </a:lnTo>
                  <a:lnTo>
                    <a:pt x="5046082" y="1784305"/>
                  </a:lnTo>
                  <a:lnTo>
                    <a:pt x="5059466" y="1794593"/>
                  </a:lnTo>
                  <a:lnTo>
                    <a:pt x="5072851" y="1804846"/>
                  </a:lnTo>
                  <a:lnTo>
                    <a:pt x="5086236" y="1815031"/>
                  </a:lnTo>
                  <a:lnTo>
                    <a:pt x="5099621" y="1825171"/>
                  </a:lnTo>
                  <a:lnTo>
                    <a:pt x="5113006" y="1835267"/>
                  </a:lnTo>
                  <a:lnTo>
                    <a:pt x="5126391" y="1845273"/>
                  </a:lnTo>
                  <a:lnTo>
                    <a:pt x="5139775" y="1855220"/>
                  </a:lnTo>
                  <a:lnTo>
                    <a:pt x="5153160" y="1865109"/>
                  </a:lnTo>
                  <a:lnTo>
                    <a:pt x="5166545" y="1874898"/>
                  </a:lnTo>
                  <a:lnTo>
                    <a:pt x="5179930" y="1884605"/>
                  </a:lnTo>
                  <a:lnTo>
                    <a:pt x="5193315" y="1894244"/>
                  </a:lnTo>
                  <a:lnTo>
                    <a:pt x="5206700" y="1903777"/>
                  </a:lnTo>
                  <a:lnTo>
                    <a:pt x="5220084" y="1913205"/>
                  </a:lnTo>
                  <a:lnTo>
                    <a:pt x="5233469" y="1922555"/>
                  </a:lnTo>
                  <a:lnTo>
                    <a:pt x="5246854" y="1931797"/>
                  </a:lnTo>
                  <a:lnTo>
                    <a:pt x="5260239" y="1940911"/>
                  </a:lnTo>
                  <a:lnTo>
                    <a:pt x="5273624" y="1949939"/>
                  </a:lnTo>
                  <a:lnTo>
                    <a:pt x="5287009" y="1958861"/>
                  </a:lnTo>
                  <a:lnTo>
                    <a:pt x="5300393" y="1967633"/>
                  </a:lnTo>
                  <a:lnTo>
                    <a:pt x="5313778" y="1976313"/>
                  </a:lnTo>
                  <a:lnTo>
                    <a:pt x="5327163" y="1984894"/>
                  </a:lnTo>
                  <a:lnTo>
                    <a:pt x="5340548" y="1993304"/>
                  </a:lnTo>
                  <a:lnTo>
                    <a:pt x="5353933" y="2001618"/>
                  </a:lnTo>
                  <a:lnTo>
                    <a:pt x="5367318" y="2009836"/>
                  </a:lnTo>
                  <a:lnTo>
                    <a:pt x="5380702" y="2017881"/>
                  </a:lnTo>
                  <a:lnTo>
                    <a:pt x="5394087" y="2025820"/>
                  </a:lnTo>
                  <a:lnTo>
                    <a:pt x="5407472" y="2033661"/>
                  </a:lnTo>
                  <a:lnTo>
                    <a:pt x="5420857" y="2041343"/>
                  </a:lnTo>
                  <a:lnTo>
                    <a:pt x="5434242" y="2048905"/>
                  </a:lnTo>
                  <a:lnTo>
                    <a:pt x="5447627" y="2056371"/>
                  </a:lnTo>
                  <a:lnTo>
                    <a:pt x="5461011" y="2063693"/>
                  </a:lnTo>
                  <a:lnTo>
                    <a:pt x="5474396" y="2070885"/>
                  </a:lnTo>
                  <a:lnTo>
                    <a:pt x="5487781" y="2077982"/>
                  </a:lnTo>
                  <a:lnTo>
                    <a:pt x="5501166" y="2084953"/>
                  </a:lnTo>
                  <a:lnTo>
                    <a:pt x="5514551" y="2091786"/>
                  </a:lnTo>
                  <a:lnTo>
                    <a:pt x="5527936" y="2098529"/>
                  </a:lnTo>
                  <a:lnTo>
                    <a:pt x="5541320" y="2105162"/>
                  </a:lnTo>
                  <a:lnTo>
                    <a:pt x="5554705" y="2111652"/>
                  </a:lnTo>
                  <a:lnTo>
                    <a:pt x="5568090" y="2118057"/>
                  </a:lnTo>
                  <a:lnTo>
                    <a:pt x="5581475" y="2124370"/>
                  </a:lnTo>
                  <a:lnTo>
                    <a:pt x="5594860" y="2130536"/>
                  </a:lnTo>
                  <a:lnTo>
                    <a:pt x="5608245" y="2136622"/>
                  </a:lnTo>
                  <a:lnTo>
                    <a:pt x="5621629" y="2142627"/>
                  </a:lnTo>
                  <a:lnTo>
                    <a:pt x="5635014" y="2148494"/>
                  </a:lnTo>
                  <a:lnTo>
                    <a:pt x="5648399" y="2154280"/>
                  </a:lnTo>
                  <a:lnTo>
                    <a:pt x="5661784" y="2159992"/>
                  </a:lnTo>
                  <a:lnTo>
                    <a:pt x="5675169" y="2165583"/>
                  </a:lnTo>
                  <a:lnTo>
                    <a:pt x="5688554" y="2171088"/>
                  </a:lnTo>
                  <a:lnTo>
                    <a:pt x="5701938" y="2176523"/>
                  </a:lnTo>
                  <a:lnTo>
                    <a:pt x="5715323" y="2181853"/>
                  </a:lnTo>
                  <a:lnTo>
                    <a:pt x="5728708" y="2187092"/>
                  </a:lnTo>
                  <a:lnTo>
                    <a:pt x="5742093" y="2192265"/>
                  </a:lnTo>
                  <a:lnTo>
                    <a:pt x="5755478" y="2197347"/>
                  </a:lnTo>
                  <a:lnTo>
                    <a:pt x="5768863" y="2202331"/>
                  </a:lnTo>
                  <a:lnTo>
                    <a:pt x="5782247" y="2207251"/>
                  </a:lnTo>
                  <a:lnTo>
                    <a:pt x="5795632" y="2212092"/>
                  </a:lnTo>
                  <a:lnTo>
                    <a:pt x="5809017" y="2216829"/>
                  </a:lnTo>
                  <a:lnTo>
                    <a:pt x="5822402" y="2221502"/>
                  </a:lnTo>
                  <a:lnTo>
                    <a:pt x="5835787" y="2226107"/>
                  </a:lnTo>
                  <a:lnTo>
                    <a:pt x="5849172" y="2230597"/>
                  </a:lnTo>
                  <a:lnTo>
                    <a:pt x="5862556" y="2235024"/>
                  </a:lnTo>
                  <a:lnTo>
                    <a:pt x="5875941" y="2239387"/>
                  </a:lnTo>
                  <a:lnTo>
                    <a:pt x="5889326" y="2243633"/>
                  </a:lnTo>
                  <a:lnTo>
                    <a:pt x="5902711" y="2247810"/>
                  </a:lnTo>
                  <a:lnTo>
                    <a:pt x="5916096" y="2251921"/>
                  </a:lnTo>
                  <a:lnTo>
                    <a:pt x="5929481" y="2255922"/>
                  </a:lnTo>
                  <a:lnTo>
                    <a:pt x="5942865" y="2259841"/>
                  </a:lnTo>
                  <a:lnTo>
                    <a:pt x="5956250" y="2263693"/>
                  </a:lnTo>
                  <a:lnTo>
                    <a:pt x="5969635" y="2267440"/>
                  </a:lnTo>
                  <a:lnTo>
                    <a:pt x="5983020" y="2271092"/>
                  </a:lnTo>
                  <a:lnTo>
                    <a:pt x="5996405" y="2274674"/>
                  </a:lnTo>
                  <a:lnTo>
                    <a:pt x="6009790" y="2278158"/>
                  </a:lnTo>
                  <a:lnTo>
                    <a:pt x="6023174" y="2281533"/>
                  </a:lnTo>
                  <a:lnTo>
                    <a:pt x="6036559" y="2284835"/>
                  </a:lnTo>
                  <a:lnTo>
                    <a:pt x="6049944" y="2288045"/>
                  </a:lnTo>
                  <a:lnTo>
                    <a:pt x="6063329" y="2291133"/>
                  </a:lnTo>
                  <a:lnTo>
                    <a:pt x="6076714" y="2294145"/>
                  </a:lnTo>
                  <a:lnTo>
                    <a:pt x="6090099" y="2297074"/>
                  </a:lnTo>
                  <a:lnTo>
                    <a:pt x="6103483" y="2299867"/>
                  </a:lnTo>
                  <a:lnTo>
                    <a:pt x="6116868" y="2302582"/>
                  </a:lnTo>
                  <a:lnTo>
                    <a:pt x="6130253" y="2305221"/>
                  </a:lnTo>
                  <a:lnTo>
                    <a:pt x="6143638" y="2307719"/>
                  </a:lnTo>
                  <a:lnTo>
                    <a:pt x="6157023" y="2310135"/>
                  </a:lnTo>
                  <a:lnTo>
                    <a:pt x="6170408" y="2312474"/>
                  </a:lnTo>
                  <a:lnTo>
                    <a:pt x="6183792" y="2314685"/>
                  </a:lnTo>
                  <a:lnTo>
                    <a:pt x="6197177" y="2316805"/>
                  </a:lnTo>
                  <a:lnTo>
                    <a:pt x="6210562" y="2318849"/>
                  </a:lnTo>
                  <a:lnTo>
                    <a:pt x="6223947" y="2320778"/>
                  </a:lnTo>
                  <a:lnTo>
                    <a:pt x="6237332" y="2322610"/>
                  </a:lnTo>
                  <a:lnTo>
                    <a:pt x="6250717" y="2324370"/>
                  </a:lnTo>
                  <a:lnTo>
                    <a:pt x="6264101" y="2326030"/>
                  </a:lnTo>
                  <a:lnTo>
                    <a:pt x="6277486" y="2327589"/>
                  </a:lnTo>
                  <a:lnTo>
                    <a:pt x="6290871" y="2329081"/>
                  </a:lnTo>
                  <a:lnTo>
                    <a:pt x="6304256" y="2330490"/>
                  </a:lnTo>
                  <a:lnTo>
                    <a:pt x="6317641" y="2331798"/>
                  </a:lnTo>
                  <a:lnTo>
                    <a:pt x="6331026" y="2333045"/>
                  </a:lnTo>
                  <a:lnTo>
                    <a:pt x="6344410" y="2334228"/>
                  </a:lnTo>
                  <a:lnTo>
                    <a:pt x="6357795" y="2335312"/>
                  </a:lnTo>
                  <a:lnTo>
                    <a:pt x="6371180" y="2336345"/>
                  </a:lnTo>
                  <a:lnTo>
                    <a:pt x="6384565" y="2337326"/>
                  </a:lnTo>
                  <a:lnTo>
                    <a:pt x="6397950" y="2338223"/>
                  </a:lnTo>
                  <a:lnTo>
                    <a:pt x="6411335" y="2339075"/>
                  </a:lnTo>
                  <a:lnTo>
                    <a:pt x="6424719" y="2339887"/>
                  </a:lnTo>
                  <a:lnTo>
                    <a:pt x="6438104" y="2340636"/>
                  </a:lnTo>
                  <a:lnTo>
                    <a:pt x="6451489" y="2341347"/>
                  </a:lnTo>
                  <a:lnTo>
                    <a:pt x="6464874" y="2342028"/>
                  </a:lnTo>
                  <a:lnTo>
                    <a:pt x="6478259" y="2342667"/>
                  </a:lnTo>
                  <a:lnTo>
                    <a:pt x="6491644" y="2343278"/>
                  </a:lnTo>
                  <a:lnTo>
                    <a:pt x="6505028" y="2343869"/>
                  </a:lnTo>
                  <a:lnTo>
                    <a:pt x="6518413" y="2344438"/>
                  </a:lnTo>
                  <a:lnTo>
                    <a:pt x="6531798" y="2344989"/>
                  </a:lnTo>
                  <a:lnTo>
                    <a:pt x="6545183" y="2345533"/>
                  </a:lnTo>
                  <a:lnTo>
                    <a:pt x="6558568" y="2346069"/>
                  </a:lnTo>
                  <a:lnTo>
                    <a:pt x="6571953" y="2346603"/>
                  </a:lnTo>
                  <a:lnTo>
                    <a:pt x="6585337" y="2347139"/>
                  </a:lnTo>
                  <a:lnTo>
                    <a:pt x="6598722" y="2347679"/>
                  </a:lnTo>
                  <a:lnTo>
                    <a:pt x="6612107" y="2348233"/>
                  </a:lnTo>
                  <a:lnTo>
                    <a:pt x="6625492" y="2348798"/>
                  </a:lnTo>
                  <a:lnTo>
                    <a:pt x="6638877" y="2349376"/>
                  </a:lnTo>
                  <a:lnTo>
                    <a:pt x="6652262" y="2349984"/>
                  </a:lnTo>
                  <a:lnTo>
                    <a:pt x="6665646" y="2350612"/>
                  </a:lnTo>
                  <a:lnTo>
                    <a:pt x="6679031" y="2351260"/>
                  </a:lnTo>
                  <a:lnTo>
                    <a:pt x="6692416" y="2351946"/>
                  </a:lnTo>
                  <a:lnTo>
                    <a:pt x="6705801" y="2352663"/>
                  </a:lnTo>
                  <a:lnTo>
                    <a:pt x="6719186" y="2353406"/>
                  </a:lnTo>
                  <a:lnTo>
                    <a:pt x="6732571" y="2354193"/>
                  </a:lnTo>
                  <a:lnTo>
                    <a:pt x="6745955" y="2355018"/>
                  </a:lnTo>
                  <a:lnTo>
                    <a:pt x="6759340" y="2355875"/>
                  </a:lnTo>
                  <a:lnTo>
                    <a:pt x="6772725" y="2356775"/>
                  </a:lnTo>
                  <a:lnTo>
                    <a:pt x="6786110" y="2357722"/>
                  </a:lnTo>
                  <a:lnTo>
                    <a:pt x="6799495" y="2358702"/>
                  </a:lnTo>
                  <a:lnTo>
                    <a:pt x="6812880" y="2359724"/>
                  </a:lnTo>
                  <a:lnTo>
                    <a:pt x="6826264" y="2360798"/>
                  </a:lnTo>
                  <a:lnTo>
                    <a:pt x="6839649" y="2361905"/>
                  </a:lnTo>
                  <a:lnTo>
                    <a:pt x="6839649" y="2441591"/>
                  </a:lnTo>
                  <a:lnTo>
                    <a:pt x="6826264" y="2441591"/>
                  </a:lnTo>
                  <a:lnTo>
                    <a:pt x="6812880" y="2441591"/>
                  </a:lnTo>
                  <a:lnTo>
                    <a:pt x="6799495" y="2441591"/>
                  </a:lnTo>
                  <a:lnTo>
                    <a:pt x="6786110" y="2441591"/>
                  </a:lnTo>
                  <a:lnTo>
                    <a:pt x="6772725" y="2441591"/>
                  </a:lnTo>
                  <a:lnTo>
                    <a:pt x="6759340" y="2441591"/>
                  </a:lnTo>
                  <a:lnTo>
                    <a:pt x="6745955" y="2441591"/>
                  </a:lnTo>
                  <a:lnTo>
                    <a:pt x="6732571" y="2441591"/>
                  </a:lnTo>
                  <a:lnTo>
                    <a:pt x="6719186" y="2441591"/>
                  </a:lnTo>
                  <a:lnTo>
                    <a:pt x="6705801" y="2441591"/>
                  </a:lnTo>
                  <a:lnTo>
                    <a:pt x="6692416" y="2441591"/>
                  </a:lnTo>
                  <a:lnTo>
                    <a:pt x="6679031" y="2441591"/>
                  </a:lnTo>
                  <a:lnTo>
                    <a:pt x="6665646" y="2441591"/>
                  </a:lnTo>
                  <a:lnTo>
                    <a:pt x="6652262" y="2441591"/>
                  </a:lnTo>
                  <a:lnTo>
                    <a:pt x="6638877" y="2441591"/>
                  </a:lnTo>
                  <a:lnTo>
                    <a:pt x="6625492" y="2441591"/>
                  </a:lnTo>
                  <a:lnTo>
                    <a:pt x="6612107" y="2441591"/>
                  </a:lnTo>
                  <a:lnTo>
                    <a:pt x="6598722" y="2441591"/>
                  </a:lnTo>
                  <a:lnTo>
                    <a:pt x="6585337" y="2441591"/>
                  </a:lnTo>
                  <a:lnTo>
                    <a:pt x="6571953" y="2441591"/>
                  </a:lnTo>
                  <a:lnTo>
                    <a:pt x="6558568" y="2441591"/>
                  </a:lnTo>
                  <a:lnTo>
                    <a:pt x="6545183" y="2441591"/>
                  </a:lnTo>
                  <a:lnTo>
                    <a:pt x="6531798" y="2441591"/>
                  </a:lnTo>
                  <a:lnTo>
                    <a:pt x="6518413" y="2441591"/>
                  </a:lnTo>
                  <a:lnTo>
                    <a:pt x="6505028" y="2441591"/>
                  </a:lnTo>
                  <a:lnTo>
                    <a:pt x="6491644" y="2441591"/>
                  </a:lnTo>
                  <a:lnTo>
                    <a:pt x="6478259" y="2441591"/>
                  </a:lnTo>
                  <a:lnTo>
                    <a:pt x="6464874" y="2441591"/>
                  </a:lnTo>
                  <a:lnTo>
                    <a:pt x="6451489" y="2441591"/>
                  </a:lnTo>
                  <a:lnTo>
                    <a:pt x="6438104" y="2441591"/>
                  </a:lnTo>
                  <a:lnTo>
                    <a:pt x="6424719" y="2441591"/>
                  </a:lnTo>
                  <a:lnTo>
                    <a:pt x="6411335" y="2441591"/>
                  </a:lnTo>
                  <a:lnTo>
                    <a:pt x="6397950" y="2441591"/>
                  </a:lnTo>
                  <a:lnTo>
                    <a:pt x="6384565" y="2441591"/>
                  </a:lnTo>
                  <a:lnTo>
                    <a:pt x="6371180" y="2441591"/>
                  </a:lnTo>
                  <a:lnTo>
                    <a:pt x="6357795" y="2441591"/>
                  </a:lnTo>
                  <a:lnTo>
                    <a:pt x="6344410" y="2441591"/>
                  </a:lnTo>
                  <a:lnTo>
                    <a:pt x="6331026" y="2441591"/>
                  </a:lnTo>
                  <a:lnTo>
                    <a:pt x="6317641" y="2441591"/>
                  </a:lnTo>
                  <a:lnTo>
                    <a:pt x="6304256" y="2441591"/>
                  </a:lnTo>
                  <a:lnTo>
                    <a:pt x="6290871" y="2441591"/>
                  </a:lnTo>
                  <a:lnTo>
                    <a:pt x="6277486" y="2441591"/>
                  </a:lnTo>
                  <a:lnTo>
                    <a:pt x="6264101" y="2441591"/>
                  </a:lnTo>
                  <a:lnTo>
                    <a:pt x="6250717" y="2441591"/>
                  </a:lnTo>
                  <a:lnTo>
                    <a:pt x="6237332" y="2441591"/>
                  </a:lnTo>
                  <a:lnTo>
                    <a:pt x="6223947" y="2441591"/>
                  </a:lnTo>
                  <a:lnTo>
                    <a:pt x="6210562" y="2441591"/>
                  </a:lnTo>
                  <a:lnTo>
                    <a:pt x="6197177" y="2441591"/>
                  </a:lnTo>
                  <a:lnTo>
                    <a:pt x="6183792" y="2441591"/>
                  </a:lnTo>
                  <a:lnTo>
                    <a:pt x="6170408" y="2441591"/>
                  </a:lnTo>
                  <a:lnTo>
                    <a:pt x="6157023" y="2441591"/>
                  </a:lnTo>
                  <a:lnTo>
                    <a:pt x="6143638" y="2441591"/>
                  </a:lnTo>
                  <a:lnTo>
                    <a:pt x="6130253" y="2441591"/>
                  </a:lnTo>
                  <a:lnTo>
                    <a:pt x="6116868" y="2441591"/>
                  </a:lnTo>
                  <a:lnTo>
                    <a:pt x="6103483" y="2441591"/>
                  </a:lnTo>
                  <a:lnTo>
                    <a:pt x="6090099" y="2441591"/>
                  </a:lnTo>
                  <a:lnTo>
                    <a:pt x="6076714" y="2441591"/>
                  </a:lnTo>
                  <a:lnTo>
                    <a:pt x="6063329" y="2441591"/>
                  </a:lnTo>
                  <a:lnTo>
                    <a:pt x="6049944" y="2441591"/>
                  </a:lnTo>
                  <a:lnTo>
                    <a:pt x="6036559" y="2441591"/>
                  </a:lnTo>
                  <a:lnTo>
                    <a:pt x="6023174" y="2441591"/>
                  </a:lnTo>
                  <a:lnTo>
                    <a:pt x="6009790" y="2441591"/>
                  </a:lnTo>
                  <a:lnTo>
                    <a:pt x="5996405" y="2441591"/>
                  </a:lnTo>
                  <a:lnTo>
                    <a:pt x="5983020" y="2441591"/>
                  </a:lnTo>
                  <a:lnTo>
                    <a:pt x="5969635" y="2441591"/>
                  </a:lnTo>
                  <a:lnTo>
                    <a:pt x="5956250" y="2441591"/>
                  </a:lnTo>
                  <a:lnTo>
                    <a:pt x="5942865" y="2441591"/>
                  </a:lnTo>
                  <a:lnTo>
                    <a:pt x="5929481" y="2441591"/>
                  </a:lnTo>
                  <a:lnTo>
                    <a:pt x="5916096" y="2441591"/>
                  </a:lnTo>
                  <a:lnTo>
                    <a:pt x="5902711" y="2441591"/>
                  </a:lnTo>
                  <a:lnTo>
                    <a:pt x="5889326" y="2441591"/>
                  </a:lnTo>
                  <a:lnTo>
                    <a:pt x="5875941" y="2441591"/>
                  </a:lnTo>
                  <a:lnTo>
                    <a:pt x="5862556" y="2441591"/>
                  </a:lnTo>
                  <a:lnTo>
                    <a:pt x="5849172" y="2441591"/>
                  </a:lnTo>
                  <a:lnTo>
                    <a:pt x="5835787" y="2441591"/>
                  </a:lnTo>
                  <a:lnTo>
                    <a:pt x="5822402" y="2441591"/>
                  </a:lnTo>
                  <a:lnTo>
                    <a:pt x="5809017" y="2441591"/>
                  </a:lnTo>
                  <a:lnTo>
                    <a:pt x="5795632" y="2441591"/>
                  </a:lnTo>
                  <a:lnTo>
                    <a:pt x="5782247" y="2441591"/>
                  </a:lnTo>
                  <a:lnTo>
                    <a:pt x="5768863" y="2441591"/>
                  </a:lnTo>
                  <a:lnTo>
                    <a:pt x="5755478" y="2441591"/>
                  </a:lnTo>
                  <a:lnTo>
                    <a:pt x="5742093" y="2441591"/>
                  </a:lnTo>
                  <a:lnTo>
                    <a:pt x="5728708" y="2441591"/>
                  </a:lnTo>
                  <a:lnTo>
                    <a:pt x="5715323" y="2441591"/>
                  </a:lnTo>
                  <a:lnTo>
                    <a:pt x="5701938" y="2441591"/>
                  </a:lnTo>
                  <a:lnTo>
                    <a:pt x="5688554" y="2441591"/>
                  </a:lnTo>
                  <a:lnTo>
                    <a:pt x="5675169" y="2441591"/>
                  </a:lnTo>
                  <a:lnTo>
                    <a:pt x="5661784" y="2441591"/>
                  </a:lnTo>
                  <a:lnTo>
                    <a:pt x="5648399" y="2441591"/>
                  </a:lnTo>
                  <a:lnTo>
                    <a:pt x="5635014" y="2441591"/>
                  </a:lnTo>
                  <a:lnTo>
                    <a:pt x="5621629" y="2441591"/>
                  </a:lnTo>
                  <a:lnTo>
                    <a:pt x="5608245" y="2441591"/>
                  </a:lnTo>
                  <a:lnTo>
                    <a:pt x="5594860" y="2441591"/>
                  </a:lnTo>
                  <a:lnTo>
                    <a:pt x="5581475" y="2441591"/>
                  </a:lnTo>
                  <a:lnTo>
                    <a:pt x="5568090" y="2441591"/>
                  </a:lnTo>
                  <a:lnTo>
                    <a:pt x="5554705" y="2441591"/>
                  </a:lnTo>
                  <a:lnTo>
                    <a:pt x="5541320" y="2441591"/>
                  </a:lnTo>
                  <a:lnTo>
                    <a:pt x="5527936" y="2441591"/>
                  </a:lnTo>
                  <a:lnTo>
                    <a:pt x="5514551" y="2441591"/>
                  </a:lnTo>
                  <a:lnTo>
                    <a:pt x="5501166" y="2441591"/>
                  </a:lnTo>
                  <a:lnTo>
                    <a:pt x="5487781" y="2441591"/>
                  </a:lnTo>
                  <a:lnTo>
                    <a:pt x="5474396" y="2441591"/>
                  </a:lnTo>
                  <a:lnTo>
                    <a:pt x="5461011" y="2441591"/>
                  </a:lnTo>
                  <a:lnTo>
                    <a:pt x="5447627" y="2441591"/>
                  </a:lnTo>
                  <a:lnTo>
                    <a:pt x="5434242" y="2441591"/>
                  </a:lnTo>
                  <a:lnTo>
                    <a:pt x="5420857" y="2441591"/>
                  </a:lnTo>
                  <a:lnTo>
                    <a:pt x="5407472" y="2441591"/>
                  </a:lnTo>
                  <a:lnTo>
                    <a:pt x="5394087" y="2441591"/>
                  </a:lnTo>
                  <a:lnTo>
                    <a:pt x="5380702" y="2441591"/>
                  </a:lnTo>
                  <a:lnTo>
                    <a:pt x="5367318" y="2441591"/>
                  </a:lnTo>
                  <a:lnTo>
                    <a:pt x="5353933" y="2441591"/>
                  </a:lnTo>
                  <a:lnTo>
                    <a:pt x="5340548" y="2441591"/>
                  </a:lnTo>
                  <a:lnTo>
                    <a:pt x="5327163" y="2441591"/>
                  </a:lnTo>
                  <a:lnTo>
                    <a:pt x="5313778" y="2441591"/>
                  </a:lnTo>
                  <a:lnTo>
                    <a:pt x="5300393" y="2441591"/>
                  </a:lnTo>
                  <a:lnTo>
                    <a:pt x="5287009" y="2441591"/>
                  </a:lnTo>
                  <a:lnTo>
                    <a:pt x="5273624" y="2441591"/>
                  </a:lnTo>
                  <a:lnTo>
                    <a:pt x="5260239" y="2441591"/>
                  </a:lnTo>
                  <a:lnTo>
                    <a:pt x="5246854" y="2441591"/>
                  </a:lnTo>
                  <a:lnTo>
                    <a:pt x="5233469" y="2441591"/>
                  </a:lnTo>
                  <a:lnTo>
                    <a:pt x="5220084" y="2441591"/>
                  </a:lnTo>
                  <a:lnTo>
                    <a:pt x="5206700" y="2441591"/>
                  </a:lnTo>
                  <a:lnTo>
                    <a:pt x="5193315" y="2441591"/>
                  </a:lnTo>
                  <a:lnTo>
                    <a:pt x="5179930" y="2441591"/>
                  </a:lnTo>
                  <a:lnTo>
                    <a:pt x="5166545" y="2441591"/>
                  </a:lnTo>
                  <a:lnTo>
                    <a:pt x="5153160" y="2441591"/>
                  </a:lnTo>
                  <a:lnTo>
                    <a:pt x="5139775" y="2441591"/>
                  </a:lnTo>
                  <a:lnTo>
                    <a:pt x="5126391" y="2441591"/>
                  </a:lnTo>
                  <a:lnTo>
                    <a:pt x="5113006" y="2441591"/>
                  </a:lnTo>
                  <a:lnTo>
                    <a:pt x="5099621" y="2441591"/>
                  </a:lnTo>
                  <a:lnTo>
                    <a:pt x="5086236" y="2441591"/>
                  </a:lnTo>
                  <a:lnTo>
                    <a:pt x="5072851" y="2441591"/>
                  </a:lnTo>
                  <a:lnTo>
                    <a:pt x="5059466" y="2441591"/>
                  </a:lnTo>
                  <a:lnTo>
                    <a:pt x="5046082" y="2441591"/>
                  </a:lnTo>
                  <a:lnTo>
                    <a:pt x="5032697" y="2441591"/>
                  </a:lnTo>
                  <a:lnTo>
                    <a:pt x="5019312" y="2441591"/>
                  </a:lnTo>
                  <a:lnTo>
                    <a:pt x="5005927" y="2441591"/>
                  </a:lnTo>
                  <a:lnTo>
                    <a:pt x="4992542" y="2441591"/>
                  </a:lnTo>
                  <a:lnTo>
                    <a:pt x="4979157" y="2441591"/>
                  </a:lnTo>
                  <a:lnTo>
                    <a:pt x="4965773" y="2441591"/>
                  </a:lnTo>
                  <a:lnTo>
                    <a:pt x="4952388" y="2441591"/>
                  </a:lnTo>
                  <a:lnTo>
                    <a:pt x="4939003" y="2441591"/>
                  </a:lnTo>
                  <a:lnTo>
                    <a:pt x="4925618" y="2441591"/>
                  </a:lnTo>
                  <a:lnTo>
                    <a:pt x="4912233" y="2441591"/>
                  </a:lnTo>
                  <a:lnTo>
                    <a:pt x="4898848" y="2441591"/>
                  </a:lnTo>
                  <a:lnTo>
                    <a:pt x="4885464" y="2441591"/>
                  </a:lnTo>
                  <a:lnTo>
                    <a:pt x="4872079" y="2441591"/>
                  </a:lnTo>
                  <a:lnTo>
                    <a:pt x="4858694" y="2441591"/>
                  </a:lnTo>
                  <a:lnTo>
                    <a:pt x="4845309" y="2441591"/>
                  </a:lnTo>
                  <a:lnTo>
                    <a:pt x="4831924" y="2441591"/>
                  </a:lnTo>
                  <a:lnTo>
                    <a:pt x="4818539" y="2441591"/>
                  </a:lnTo>
                  <a:lnTo>
                    <a:pt x="4805155" y="2441591"/>
                  </a:lnTo>
                  <a:lnTo>
                    <a:pt x="4791770" y="2441591"/>
                  </a:lnTo>
                  <a:lnTo>
                    <a:pt x="4778385" y="2441591"/>
                  </a:lnTo>
                  <a:lnTo>
                    <a:pt x="4765000" y="2441591"/>
                  </a:lnTo>
                  <a:lnTo>
                    <a:pt x="4751615" y="2441591"/>
                  </a:lnTo>
                  <a:lnTo>
                    <a:pt x="4738230" y="2441591"/>
                  </a:lnTo>
                  <a:lnTo>
                    <a:pt x="4724846" y="2441591"/>
                  </a:lnTo>
                  <a:lnTo>
                    <a:pt x="4711461" y="2441591"/>
                  </a:lnTo>
                  <a:lnTo>
                    <a:pt x="4698076" y="2441591"/>
                  </a:lnTo>
                  <a:lnTo>
                    <a:pt x="4684691" y="2441591"/>
                  </a:lnTo>
                  <a:lnTo>
                    <a:pt x="4671306" y="2441591"/>
                  </a:lnTo>
                  <a:lnTo>
                    <a:pt x="4657921" y="2441591"/>
                  </a:lnTo>
                  <a:lnTo>
                    <a:pt x="4644537" y="2441591"/>
                  </a:lnTo>
                  <a:lnTo>
                    <a:pt x="4631152" y="2441591"/>
                  </a:lnTo>
                  <a:lnTo>
                    <a:pt x="4617767" y="2441591"/>
                  </a:lnTo>
                  <a:lnTo>
                    <a:pt x="4604382" y="2441591"/>
                  </a:lnTo>
                  <a:lnTo>
                    <a:pt x="4590997" y="2441591"/>
                  </a:lnTo>
                  <a:lnTo>
                    <a:pt x="4577612" y="2441591"/>
                  </a:lnTo>
                  <a:lnTo>
                    <a:pt x="4564228" y="2441591"/>
                  </a:lnTo>
                  <a:lnTo>
                    <a:pt x="4550843" y="2441591"/>
                  </a:lnTo>
                  <a:lnTo>
                    <a:pt x="4537458" y="2441591"/>
                  </a:lnTo>
                  <a:lnTo>
                    <a:pt x="4524073" y="2441591"/>
                  </a:lnTo>
                  <a:lnTo>
                    <a:pt x="4510688" y="2441591"/>
                  </a:lnTo>
                  <a:lnTo>
                    <a:pt x="4497303" y="2441591"/>
                  </a:lnTo>
                  <a:lnTo>
                    <a:pt x="4483919" y="2441591"/>
                  </a:lnTo>
                  <a:lnTo>
                    <a:pt x="4470534" y="2441591"/>
                  </a:lnTo>
                  <a:lnTo>
                    <a:pt x="4457149" y="2441591"/>
                  </a:lnTo>
                  <a:lnTo>
                    <a:pt x="4443764" y="2441591"/>
                  </a:lnTo>
                  <a:lnTo>
                    <a:pt x="4430379" y="2441591"/>
                  </a:lnTo>
                  <a:lnTo>
                    <a:pt x="4416994" y="2441591"/>
                  </a:lnTo>
                  <a:lnTo>
                    <a:pt x="4403610" y="2441591"/>
                  </a:lnTo>
                  <a:lnTo>
                    <a:pt x="4390225" y="2441591"/>
                  </a:lnTo>
                  <a:lnTo>
                    <a:pt x="4376840" y="2441591"/>
                  </a:lnTo>
                  <a:lnTo>
                    <a:pt x="4363455" y="2441591"/>
                  </a:lnTo>
                  <a:lnTo>
                    <a:pt x="4350070" y="2441591"/>
                  </a:lnTo>
                  <a:lnTo>
                    <a:pt x="4336685" y="2441591"/>
                  </a:lnTo>
                  <a:lnTo>
                    <a:pt x="4323301" y="2441591"/>
                  </a:lnTo>
                  <a:lnTo>
                    <a:pt x="4309916" y="2441591"/>
                  </a:lnTo>
                  <a:lnTo>
                    <a:pt x="4296531" y="2441591"/>
                  </a:lnTo>
                  <a:lnTo>
                    <a:pt x="4283146" y="2441591"/>
                  </a:lnTo>
                  <a:lnTo>
                    <a:pt x="4269761" y="2441591"/>
                  </a:lnTo>
                  <a:lnTo>
                    <a:pt x="4256376" y="2441591"/>
                  </a:lnTo>
                  <a:lnTo>
                    <a:pt x="4242992" y="2441591"/>
                  </a:lnTo>
                  <a:lnTo>
                    <a:pt x="4229607" y="2441591"/>
                  </a:lnTo>
                  <a:lnTo>
                    <a:pt x="4216222" y="2441591"/>
                  </a:lnTo>
                  <a:lnTo>
                    <a:pt x="4202837" y="2441591"/>
                  </a:lnTo>
                  <a:lnTo>
                    <a:pt x="4189452" y="2441591"/>
                  </a:lnTo>
                  <a:lnTo>
                    <a:pt x="4176067" y="2441591"/>
                  </a:lnTo>
                  <a:lnTo>
                    <a:pt x="4162683" y="2441591"/>
                  </a:lnTo>
                  <a:lnTo>
                    <a:pt x="4149298" y="2441591"/>
                  </a:lnTo>
                  <a:lnTo>
                    <a:pt x="4135913" y="2441591"/>
                  </a:lnTo>
                  <a:lnTo>
                    <a:pt x="4122528" y="2441591"/>
                  </a:lnTo>
                  <a:lnTo>
                    <a:pt x="4109143" y="2441591"/>
                  </a:lnTo>
                  <a:lnTo>
                    <a:pt x="4095758" y="2441591"/>
                  </a:lnTo>
                  <a:lnTo>
                    <a:pt x="4082374" y="2441591"/>
                  </a:lnTo>
                  <a:lnTo>
                    <a:pt x="4068989" y="2441591"/>
                  </a:lnTo>
                  <a:lnTo>
                    <a:pt x="4055604" y="2441591"/>
                  </a:lnTo>
                  <a:lnTo>
                    <a:pt x="4042219" y="2441591"/>
                  </a:lnTo>
                  <a:lnTo>
                    <a:pt x="4028834" y="2441591"/>
                  </a:lnTo>
                  <a:lnTo>
                    <a:pt x="4015449" y="2441591"/>
                  </a:lnTo>
                  <a:lnTo>
                    <a:pt x="4002065" y="2441591"/>
                  </a:lnTo>
                  <a:lnTo>
                    <a:pt x="3988680" y="2441591"/>
                  </a:lnTo>
                  <a:lnTo>
                    <a:pt x="3975295" y="2441591"/>
                  </a:lnTo>
                  <a:lnTo>
                    <a:pt x="3961910" y="2441591"/>
                  </a:lnTo>
                  <a:lnTo>
                    <a:pt x="3948525" y="2441591"/>
                  </a:lnTo>
                  <a:lnTo>
                    <a:pt x="3935140" y="2441591"/>
                  </a:lnTo>
                  <a:lnTo>
                    <a:pt x="3921756" y="2441591"/>
                  </a:lnTo>
                  <a:lnTo>
                    <a:pt x="3908371" y="2441591"/>
                  </a:lnTo>
                  <a:lnTo>
                    <a:pt x="3894986" y="2441591"/>
                  </a:lnTo>
                  <a:lnTo>
                    <a:pt x="3881601" y="2441591"/>
                  </a:lnTo>
                  <a:lnTo>
                    <a:pt x="3868216" y="2441591"/>
                  </a:lnTo>
                  <a:lnTo>
                    <a:pt x="3854831" y="2441591"/>
                  </a:lnTo>
                  <a:lnTo>
                    <a:pt x="3841447" y="2441591"/>
                  </a:lnTo>
                  <a:lnTo>
                    <a:pt x="3828062" y="2441591"/>
                  </a:lnTo>
                  <a:lnTo>
                    <a:pt x="3814677" y="2441591"/>
                  </a:lnTo>
                  <a:lnTo>
                    <a:pt x="3801292" y="2441591"/>
                  </a:lnTo>
                  <a:lnTo>
                    <a:pt x="3787907" y="2441591"/>
                  </a:lnTo>
                  <a:lnTo>
                    <a:pt x="3774522" y="2441591"/>
                  </a:lnTo>
                  <a:lnTo>
                    <a:pt x="3761138" y="2441591"/>
                  </a:lnTo>
                  <a:lnTo>
                    <a:pt x="3747753" y="2441591"/>
                  </a:lnTo>
                  <a:lnTo>
                    <a:pt x="3734368" y="2441591"/>
                  </a:lnTo>
                  <a:lnTo>
                    <a:pt x="3720983" y="2441591"/>
                  </a:lnTo>
                  <a:lnTo>
                    <a:pt x="3707598" y="2441591"/>
                  </a:lnTo>
                  <a:lnTo>
                    <a:pt x="3694213" y="2441591"/>
                  </a:lnTo>
                  <a:lnTo>
                    <a:pt x="3680829" y="2441591"/>
                  </a:lnTo>
                  <a:lnTo>
                    <a:pt x="3667444" y="2441591"/>
                  </a:lnTo>
                  <a:lnTo>
                    <a:pt x="3654059" y="2441591"/>
                  </a:lnTo>
                  <a:lnTo>
                    <a:pt x="3640674" y="2441591"/>
                  </a:lnTo>
                  <a:lnTo>
                    <a:pt x="3627289" y="2441591"/>
                  </a:lnTo>
                  <a:lnTo>
                    <a:pt x="3613904" y="2441591"/>
                  </a:lnTo>
                  <a:lnTo>
                    <a:pt x="3600520" y="2441591"/>
                  </a:lnTo>
                  <a:lnTo>
                    <a:pt x="3587135" y="2441591"/>
                  </a:lnTo>
                  <a:lnTo>
                    <a:pt x="3573750" y="2441591"/>
                  </a:lnTo>
                  <a:lnTo>
                    <a:pt x="3560365" y="2441591"/>
                  </a:lnTo>
                  <a:lnTo>
                    <a:pt x="3546980" y="2441591"/>
                  </a:lnTo>
                  <a:lnTo>
                    <a:pt x="3533595" y="2441591"/>
                  </a:lnTo>
                  <a:lnTo>
                    <a:pt x="3520211" y="2441591"/>
                  </a:lnTo>
                  <a:lnTo>
                    <a:pt x="3506826" y="2441591"/>
                  </a:lnTo>
                  <a:lnTo>
                    <a:pt x="3493441" y="2441591"/>
                  </a:lnTo>
                  <a:lnTo>
                    <a:pt x="3480056" y="2441591"/>
                  </a:lnTo>
                  <a:lnTo>
                    <a:pt x="3466671" y="2441591"/>
                  </a:lnTo>
                  <a:lnTo>
                    <a:pt x="3453286" y="2441591"/>
                  </a:lnTo>
                  <a:lnTo>
                    <a:pt x="3439902" y="2441591"/>
                  </a:lnTo>
                  <a:lnTo>
                    <a:pt x="3426517" y="2441591"/>
                  </a:lnTo>
                  <a:lnTo>
                    <a:pt x="3413132" y="2441591"/>
                  </a:lnTo>
                  <a:lnTo>
                    <a:pt x="3399747" y="2441591"/>
                  </a:lnTo>
                  <a:lnTo>
                    <a:pt x="3386362" y="2441591"/>
                  </a:lnTo>
                  <a:lnTo>
                    <a:pt x="3372977" y="2441591"/>
                  </a:lnTo>
                  <a:lnTo>
                    <a:pt x="3359593" y="2441591"/>
                  </a:lnTo>
                  <a:lnTo>
                    <a:pt x="3346208" y="2441591"/>
                  </a:lnTo>
                  <a:lnTo>
                    <a:pt x="3332823" y="2441591"/>
                  </a:lnTo>
                  <a:lnTo>
                    <a:pt x="3319438" y="2441591"/>
                  </a:lnTo>
                  <a:lnTo>
                    <a:pt x="3306053" y="2441591"/>
                  </a:lnTo>
                  <a:lnTo>
                    <a:pt x="3292668" y="2441591"/>
                  </a:lnTo>
                  <a:lnTo>
                    <a:pt x="3279284" y="2441591"/>
                  </a:lnTo>
                  <a:lnTo>
                    <a:pt x="3265899" y="2441591"/>
                  </a:lnTo>
                  <a:lnTo>
                    <a:pt x="3252514" y="2441591"/>
                  </a:lnTo>
                  <a:lnTo>
                    <a:pt x="3239129" y="2441591"/>
                  </a:lnTo>
                  <a:lnTo>
                    <a:pt x="3225744" y="2441591"/>
                  </a:lnTo>
                  <a:lnTo>
                    <a:pt x="3212359" y="2441591"/>
                  </a:lnTo>
                  <a:lnTo>
                    <a:pt x="3198975" y="2441591"/>
                  </a:lnTo>
                  <a:lnTo>
                    <a:pt x="3185590" y="2441591"/>
                  </a:lnTo>
                  <a:lnTo>
                    <a:pt x="3172205" y="2441591"/>
                  </a:lnTo>
                  <a:lnTo>
                    <a:pt x="3158820" y="2441591"/>
                  </a:lnTo>
                  <a:lnTo>
                    <a:pt x="3145435" y="2441591"/>
                  </a:lnTo>
                  <a:lnTo>
                    <a:pt x="3132050" y="2441591"/>
                  </a:lnTo>
                  <a:lnTo>
                    <a:pt x="3118666" y="2441591"/>
                  </a:lnTo>
                  <a:lnTo>
                    <a:pt x="3105281" y="2441591"/>
                  </a:lnTo>
                  <a:lnTo>
                    <a:pt x="3091896" y="2441591"/>
                  </a:lnTo>
                  <a:lnTo>
                    <a:pt x="3078511" y="2441591"/>
                  </a:lnTo>
                  <a:lnTo>
                    <a:pt x="3065126" y="2441591"/>
                  </a:lnTo>
                  <a:lnTo>
                    <a:pt x="3051741" y="2441591"/>
                  </a:lnTo>
                  <a:lnTo>
                    <a:pt x="3038357" y="2441591"/>
                  </a:lnTo>
                  <a:lnTo>
                    <a:pt x="3024972" y="2441591"/>
                  </a:lnTo>
                  <a:lnTo>
                    <a:pt x="3011587" y="2441591"/>
                  </a:lnTo>
                  <a:lnTo>
                    <a:pt x="2998202" y="2441591"/>
                  </a:lnTo>
                  <a:lnTo>
                    <a:pt x="2984817" y="2441591"/>
                  </a:lnTo>
                  <a:lnTo>
                    <a:pt x="2971432" y="2441591"/>
                  </a:lnTo>
                  <a:lnTo>
                    <a:pt x="2958048" y="2441591"/>
                  </a:lnTo>
                  <a:lnTo>
                    <a:pt x="2944663" y="2441591"/>
                  </a:lnTo>
                  <a:lnTo>
                    <a:pt x="2931278" y="2441591"/>
                  </a:lnTo>
                  <a:lnTo>
                    <a:pt x="2917893" y="2441591"/>
                  </a:lnTo>
                  <a:lnTo>
                    <a:pt x="2904508" y="2441591"/>
                  </a:lnTo>
                  <a:lnTo>
                    <a:pt x="2891123" y="2441591"/>
                  </a:lnTo>
                  <a:lnTo>
                    <a:pt x="2877739" y="2441591"/>
                  </a:lnTo>
                  <a:lnTo>
                    <a:pt x="2864354" y="2441591"/>
                  </a:lnTo>
                  <a:lnTo>
                    <a:pt x="2850969" y="2441591"/>
                  </a:lnTo>
                  <a:lnTo>
                    <a:pt x="2837584" y="2441591"/>
                  </a:lnTo>
                  <a:lnTo>
                    <a:pt x="2824199" y="2441591"/>
                  </a:lnTo>
                  <a:lnTo>
                    <a:pt x="2810814" y="2441591"/>
                  </a:lnTo>
                  <a:lnTo>
                    <a:pt x="2797430" y="2441591"/>
                  </a:lnTo>
                  <a:lnTo>
                    <a:pt x="2784045" y="2441591"/>
                  </a:lnTo>
                  <a:lnTo>
                    <a:pt x="2770660" y="2441591"/>
                  </a:lnTo>
                  <a:lnTo>
                    <a:pt x="2757275" y="2441591"/>
                  </a:lnTo>
                  <a:lnTo>
                    <a:pt x="2743890" y="2441591"/>
                  </a:lnTo>
                  <a:lnTo>
                    <a:pt x="2730505" y="2441591"/>
                  </a:lnTo>
                  <a:lnTo>
                    <a:pt x="2717121" y="2441591"/>
                  </a:lnTo>
                  <a:lnTo>
                    <a:pt x="2703736" y="2441591"/>
                  </a:lnTo>
                  <a:lnTo>
                    <a:pt x="2690351" y="2441591"/>
                  </a:lnTo>
                  <a:lnTo>
                    <a:pt x="2676966" y="2441591"/>
                  </a:lnTo>
                  <a:lnTo>
                    <a:pt x="2663581" y="2441591"/>
                  </a:lnTo>
                  <a:lnTo>
                    <a:pt x="2650196" y="2441591"/>
                  </a:lnTo>
                  <a:lnTo>
                    <a:pt x="2636812" y="2441591"/>
                  </a:lnTo>
                  <a:lnTo>
                    <a:pt x="2623427" y="2441591"/>
                  </a:lnTo>
                  <a:lnTo>
                    <a:pt x="2610042" y="2441591"/>
                  </a:lnTo>
                  <a:lnTo>
                    <a:pt x="2596657" y="2441591"/>
                  </a:lnTo>
                  <a:lnTo>
                    <a:pt x="2583272" y="2441591"/>
                  </a:lnTo>
                  <a:lnTo>
                    <a:pt x="2569887" y="2441591"/>
                  </a:lnTo>
                  <a:lnTo>
                    <a:pt x="2556503" y="2441591"/>
                  </a:lnTo>
                  <a:lnTo>
                    <a:pt x="2543118" y="2441591"/>
                  </a:lnTo>
                  <a:lnTo>
                    <a:pt x="2529733" y="2441591"/>
                  </a:lnTo>
                  <a:lnTo>
                    <a:pt x="2516348" y="2441591"/>
                  </a:lnTo>
                  <a:lnTo>
                    <a:pt x="2502963" y="2441591"/>
                  </a:lnTo>
                  <a:lnTo>
                    <a:pt x="2489578" y="2441591"/>
                  </a:lnTo>
                  <a:lnTo>
                    <a:pt x="2476194" y="2441591"/>
                  </a:lnTo>
                  <a:lnTo>
                    <a:pt x="2462809" y="2441591"/>
                  </a:lnTo>
                  <a:lnTo>
                    <a:pt x="2449424" y="2441591"/>
                  </a:lnTo>
                  <a:lnTo>
                    <a:pt x="2436039" y="2441591"/>
                  </a:lnTo>
                  <a:lnTo>
                    <a:pt x="2422654" y="2441591"/>
                  </a:lnTo>
                  <a:lnTo>
                    <a:pt x="2409269" y="2441591"/>
                  </a:lnTo>
                  <a:lnTo>
                    <a:pt x="2395885" y="2441591"/>
                  </a:lnTo>
                  <a:lnTo>
                    <a:pt x="2382500" y="2441591"/>
                  </a:lnTo>
                  <a:lnTo>
                    <a:pt x="2369115" y="2441591"/>
                  </a:lnTo>
                  <a:lnTo>
                    <a:pt x="2355730" y="2441591"/>
                  </a:lnTo>
                  <a:lnTo>
                    <a:pt x="2342345" y="2441591"/>
                  </a:lnTo>
                  <a:lnTo>
                    <a:pt x="2328960" y="2441591"/>
                  </a:lnTo>
                  <a:lnTo>
                    <a:pt x="2315576" y="2441591"/>
                  </a:lnTo>
                  <a:lnTo>
                    <a:pt x="2302191" y="2441591"/>
                  </a:lnTo>
                  <a:lnTo>
                    <a:pt x="2288806" y="2441591"/>
                  </a:lnTo>
                  <a:lnTo>
                    <a:pt x="2275421" y="2441591"/>
                  </a:lnTo>
                  <a:lnTo>
                    <a:pt x="2262036" y="2441591"/>
                  </a:lnTo>
                  <a:lnTo>
                    <a:pt x="2248651" y="2441591"/>
                  </a:lnTo>
                  <a:lnTo>
                    <a:pt x="2235267" y="2441591"/>
                  </a:lnTo>
                  <a:lnTo>
                    <a:pt x="2221882" y="2441591"/>
                  </a:lnTo>
                  <a:lnTo>
                    <a:pt x="2208497" y="2441591"/>
                  </a:lnTo>
                  <a:lnTo>
                    <a:pt x="2195112" y="2441591"/>
                  </a:lnTo>
                  <a:lnTo>
                    <a:pt x="2181727" y="2441591"/>
                  </a:lnTo>
                  <a:lnTo>
                    <a:pt x="2168342" y="2441591"/>
                  </a:lnTo>
                  <a:lnTo>
                    <a:pt x="2154958" y="2441591"/>
                  </a:lnTo>
                  <a:lnTo>
                    <a:pt x="2141573" y="2441591"/>
                  </a:lnTo>
                  <a:lnTo>
                    <a:pt x="2128188" y="2441591"/>
                  </a:lnTo>
                  <a:lnTo>
                    <a:pt x="2114803" y="2441591"/>
                  </a:lnTo>
                  <a:lnTo>
                    <a:pt x="2101418" y="2441591"/>
                  </a:lnTo>
                  <a:lnTo>
                    <a:pt x="2088033" y="2441591"/>
                  </a:lnTo>
                  <a:lnTo>
                    <a:pt x="2074649" y="2441591"/>
                  </a:lnTo>
                  <a:lnTo>
                    <a:pt x="2061264" y="2441591"/>
                  </a:lnTo>
                  <a:lnTo>
                    <a:pt x="2047879" y="2441591"/>
                  </a:lnTo>
                  <a:lnTo>
                    <a:pt x="2034494" y="2441591"/>
                  </a:lnTo>
                  <a:lnTo>
                    <a:pt x="2021109" y="2441591"/>
                  </a:lnTo>
                  <a:lnTo>
                    <a:pt x="2007724" y="2441591"/>
                  </a:lnTo>
                  <a:lnTo>
                    <a:pt x="1994340" y="2441591"/>
                  </a:lnTo>
                  <a:lnTo>
                    <a:pt x="1980955" y="2441591"/>
                  </a:lnTo>
                  <a:lnTo>
                    <a:pt x="1967570" y="2441591"/>
                  </a:lnTo>
                  <a:lnTo>
                    <a:pt x="1954185" y="2441591"/>
                  </a:lnTo>
                  <a:lnTo>
                    <a:pt x="1940800" y="2441591"/>
                  </a:lnTo>
                  <a:lnTo>
                    <a:pt x="1927415" y="2441591"/>
                  </a:lnTo>
                  <a:lnTo>
                    <a:pt x="1914031" y="2441591"/>
                  </a:lnTo>
                  <a:lnTo>
                    <a:pt x="1900646" y="2441591"/>
                  </a:lnTo>
                  <a:lnTo>
                    <a:pt x="1887261" y="2441591"/>
                  </a:lnTo>
                  <a:lnTo>
                    <a:pt x="1873876" y="2441591"/>
                  </a:lnTo>
                  <a:lnTo>
                    <a:pt x="1860491" y="2441591"/>
                  </a:lnTo>
                  <a:lnTo>
                    <a:pt x="1847106" y="2441591"/>
                  </a:lnTo>
                  <a:lnTo>
                    <a:pt x="1833722" y="2441591"/>
                  </a:lnTo>
                  <a:lnTo>
                    <a:pt x="1820337" y="2441591"/>
                  </a:lnTo>
                  <a:lnTo>
                    <a:pt x="1806952" y="2441591"/>
                  </a:lnTo>
                  <a:lnTo>
                    <a:pt x="1793567" y="2441591"/>
                  </a:lnTo>
                  <a:lnTo>
                    <a:pt x="1780182" y="2441591"/>
                  </a:lnTo>
                  <a:lnTo>
                    <a:pt x="1766797" y="2441591"/>
                  </a:lnTo>
                  <a:lnTo>
                    <a:pt x="1753413" y="2441591"/>
                  </a:lnTo>
                  <a:lnTo>
                    <a:pt x="1740028" y="2441591"/>
                  </a:lnTo>
                  <a:lnTo>
                    <a:pt x="1726643" y="2441591"/>
                  </a:lnTo>
                  <a:lnTo>
                    <a:pt x="1713258" y="2441591"/>
                  </a:lnTo>
                  <a:lnTo>
                    <a:pt x="1699873" y="2441591"/>
                  </a:lnTo>
                  <a:lnTo>
                    <a:pt x="1686488" y="2441591"/>
                  </a:lnTo>
                  <a:lnTo>
                    <a:pt x="1673104" y="2441591"/>
                  </a:lnTo>
                  <a:lnTo>
                    <a:pt x="1659719" y="2441591"/>
                  </a:lnTo>
                  <a:lnTo>
                    <a:pt x="1646334" y="2441591"/>
                  </a:lnTo>
                  <a:lnTo>
                    <a:pt x="1632949" y="2441591"/>
                  </a:lnTo>
                  <a:lnTo>
                    <a:pt x="1619564" y="2441591"/>
                  </a:lnTo>
                  <a:lnTo>
                    <a:pt x="1606179" y="2441591"/>
                  </a:lnTo>
                  <a:lnTo>
                    <a:pt x="1592795" y="2441591"/>
                  </a:lnTo>
                  <a:lnTo>
                    <a:pt x="1579410" y="2441591"/>
                  </a:lnTo>
                  <a:lnTo>
                    <a:pt x="1566025" y="2441591"/>
                  </a:lnTo>
                  <a:lnTo>
                    <a:pt x="1552640" y="2441591"/>
                  </a:lnTo>
                  <a:lnTo>
                    <a:pt x="1539255" y="2441591"/>
                  </a:lnTo>
                  <a:lnTo>
                    <a:pt x="1525870" y="2441591"/>
                  </a:lnTo>
                  <a:lnTo>
                    <a:pt x="1512486" y="2441591"/>
                  </a:lnTo>
                  <a:lnTo>
                    <a:pt x="1499101" y="2441591"/>
                  </a:lnTo>
                  <a:lnTo>
                    <a:pt x="1485716" y="2441591"/>
                  </a:lnTo>
                  <a:lnTo>
                    <a:pt x="1472331" y="2441591"/>
                  </a:lnTo>
                  <a:lnTo>
                    <a:pt x="1458946" y="2441591"/>
                  </a:lnTo>
                  <a:lnTo>
                    <a:pt x="1445561" y="2441591"/>
                  </a:lnTo>
                  <a:lnTo>
                    <a:pt x="1432177" y="2441591"/>
                  </a:lnTo>
                  <a:lnTo>
                    <a:pt x="1418792" y="2441591"/>
                  </a:lnTo>
                  <a:lnTo>
                    <a:pt x="1405407" y="2441591"/>
                  </a:lnTo>
                  <a:lnTo>
                    <a:pt x="1392022" y="2441591"/>
                  </a:lnTo>
                  <a:lnTo>
                    <a:pt x="1378637" y="2441591"/>
                  </a:lnTo>
                  <a:lnTo>
                    <a:pt x="1365252" y="2441591"/>
                  </a:lnTo>
                  <a:lnTo>
                    <a:pt x="1351868" y="2441591"/>
                  </a:lnTo>
                  <a:lnTo>
                    <a:pt x="1338483" y="2441591"/>
                  </a:lnTo>
                  <a:lnTo>
                    <a:pt x="1325098" y="2441591"/>
                  </a:lnTo>
                  <a:lnTo>
                    <a:pt x="1311713" y="2441591"/>
                  </a:lnTo>
                  <a:lnTo>
                    <a:pt x="1298328" y="2441591"/>
                  </a:lnTo>
                  <a:lnTo>
                    <a:pt x="1284943" y="2441591"/>
                  </a:lnTo>
                  <a:lnTo>
                    <a:pt x="1271559" y="2441591"/>
                  </a:lnTo>
                  <a:lnTo>
                    <a:pt x="1258174" y="2441591"/>
                  </a:lnTo>
                  <a:lnTo>
                    <a:pt x="1244789" y="2441591"/>
                  </a:lnTo>
                  <a:lnTo>
                    <a:pt x="1231404" y="2441591"/>
                  </a:lnTo>
                  <a:lnTo>
                    <a:pt x="1218019" y="2441591"/>
                  </a:lnTo>
                  <a:lnTo>
                    <a:pt x="1204634" y="2441591"/>
                  </a:lnTo>
                  <a:lnTo>
                    <a:pt x="1191250" y="2441591"/>
                  </a:lnTo>
                  <a:lnTo>
                    <a:pt x="1177865" y="2441591"/>
                  </a:lnTo>
                  <a:lnTo>
                    <a:pt x="1164480" y="2441591"/>
                  </a:lnTo>
                  <a:lnTo>
                    <a:pt x="1151095" y="2441591"/>
                  </a:lnTo>
                  <a:lnTo>
                    <a:pt x="1137710" y="2441591"/>
                  </a:lnTo>
                  <a:lnTo>
                    <a:pt x="1124325" y="2441591"/>
                  </a:lnTo>
                  <a:lnTo>
                    <a:pt x="1110941" y="2441591"/>
                  </a:lnTo>
                  <a:lnTo>
                    <a:pt x="1097556" y="2441591"/>
                  </a:lnTo>
                  <a:lnTo>
                    <a:pt x="1084171" y="2441591"/>
                  </a:lnTo>
                  <a:lnTo>
                    <a:pt x="1070786" y="2441591"/>
                  </a:lnTo>
                  <a:lnTo>
                    <a:pt x="1057401" y="2441591"/>
                  </a:lnTo>
                  <a:lnTo>
                    <a:pt x="1044016" y="2441591"/>
                  </a:lnTo>
                  <a:lnTo>
                    <a:pt x="1030632" y="2441591"/>
                  </a:lnTo>
                  <a:lnTo>
                    <a:pt x="1017247" y="2441591"/>
                  </a:lnTo>
                  <a:lnTo>
                    <a:pt x="1003862" y="2441591"/>
                  </a:lnTo>
                  <a:lnTo>
                    <a:pt x="990477" y="2441591"/>
                  </a:lnTo>
                  <a:lnTo>
                    <a:pt x="977092" y="2441591"/>
                  </a:lnTo>
                  <a:lnTo>
                    <a:pt x="963707" y="2441591"/>
                  </a:lnTo>
                  <a:lnTo>
                    <a:pt x="950323" y="2441591"/>
                  </a:lnTo>
                  <a:lnTo>
                    <a:pt x="936938" y="2441591"/>
                  </a:lnTo>
                  <a:lnTo>
                    <a:pt x="923553" y="2441591"/>
                  </a:lnTo>
                  <a:lnTo>
                    <a:pt x="910168" y="2441591"/>
                  </a:lnTo>
                  <a:lnTo>
                    <a:pt x="896783" y="2441591"/>
                  </a:lnTo>
                  <a:lnTo>
                    <a:pt x="883398" y="2441591"/>
                  </a:lnTo>
                  <a:lnTo>
                    <a:pt x="870014" y="2441591"/>
                  </a:lnTo>
                  <a:lnTo>
                    <a:pt x="856629" y="2441591"/>
                  </a:lnTo>
                  <a:lnTo>
                    <a:pt x="843244" y="2441591"/>
                  </a:lnTo>
                  <a:lnTo>
                    <a:pt x="829859" y="2441591"/>
                  </a:lnTo>
                  <a:lnTo>
                    <a:pt x="816474" y="2441591"/>
                  </a:lnTo>
                  <a:lnTo>
                    <a:pt x="803089" y="2441591"/>
                  </a:lnTo>
                  <a:lnTo>
                    <a:pt x="789705" y="2441591"/>
                  </a:lnTo>
                  <a:lnTo>
                    <a:pt x="776320" y="2441591"/>
                  </a:lnTo>
                  <a:lnTo>
                    <a:pt x="762935" y="2441591"/>
                  </a:lnTo>
                  <a:lnTo>
                    <a:pt x="749550" y="2441591"/>
                  </a:lnTo>
                  <a:lnTo>
                    <a:pt x="736165" y="2441591"/>
                  </a:lnTo>
                  <a:lnTo>
                    <a:pt x="722780" y="2441591"/>
                  </a:lnTo>
                  <a:lnTo>
                    <a:pt x="709396" y="2441591"/>
                  </a:lnTo>
                  <a:lnTo>
                    <a:pt x="696011" y="2441591"/>
                  </a:lnTo>
                  <a:lnTo>
                    <a:pt x="682626" y="2441591"/>
                  </a:lnTo>
                  <a:lnTo>
                    <a:pt x="669241" y="2441591"/>
                  </a:lnTo>
                  <a:lnTo>
                    <a:pt x="655856" y="2441591"/>
                  </a:lnTo>
                  <a:lnTo>
                    <a:pt x="642471" y="2441591"/>
                  </a:lnTo>
                  <a:lnTo>
                    <a:pt x="629087" y="2441591"/>
                  </a:lnTo>
                  <a:lnTo>
                    <a:pt x="615702" y="2441591"/>
                  </a:lnTo>
                  <a:lnTo>
                    <a:pt x="602317" y="2441591"/>
                  </a:lnTo>
                  <a:lnTo>
                    <a:pt x="588932" y="2441591"/>
                  </a:lnTo>
                  <a:lnTo>
                    <a:pt x="575547" y="2441591"/>
                  </a:lnTo>
                  <a:lnTo>
                    <a:pt x="562162" y="2441591"/>
                  </a:lnTo>
                  <a:lnTo>
                    <a:pt x="548778" y="2441591"/>
                  </a:lnTo>
                  <a:lnTo>
                    <a:pt x="535393" y="2441591"/>
                  </a:lnTo>
                  <a:lnTo>
                    <a:pt x="522008" y="2441591"/>
                  </a:lnTo>
                  <a:lnTo>
                    <a:pt x="508623" y="2441591"/>
                  </a:lnTo>
                  <a:lnTo>
                    <a:pt x="495238" y="2441591"/>
                  </a:lnTo>
                  <a:lnTo>
                    <a:pt x="481853" y="2441591"/>
                  </a:lnTo>
                  <a:lnTo>
                    <a:pt x="468469" y="2441591"/>
                  </a:lnTo>
                  <a:lnTo>
                    <a:pt x="455084" y="2441591"/>
                  </a:lnTo>
                  <a:lnTo>
                    <a:pt x="441699" y="2441591"/>
                  </a:lnTo>
                  <a:lnTo>
                    <a:pt x="428314" y="2441591"/>
                  </a:lnTo>
                  <a:lnTo>
                    <a:pt x="414929" y="2441591"/>
                  </a:lnTo>
                  <a:lnTo>
                    <a:pt x="401544" y="2441591"/>
                  </a:lnTo>
                  <a:lnTo>
                    <a:pt x="388160" y="2441591"/>
                  </a:lnTo>
                  <a:lnTo>
                    <a:pt x="374775" y="2441591"/>
                  </a:lnTo>
                  <a:lnTo>
                    <a:pt x="361390" y="2441591"/>
                  </a:lnTo>
                  <a:lnTo>
                    <a:pt x="348005" y="2441591"/>
                  </a:lnTo>
                  <a:lnTo>
                    <a:pt x="334620" y="2441591"/>
                  </a:lnTo>
                  <a:lnTo>
                    <a:pt x="321235" y="2441591"/>
                  </a:lnTo>
                  <a:lnTo>
                    <a:pt x="307851" y="2441591"/>
                  </a:lnTo>
                  <a:lnTo>
                    <a:pt x="294466" y="2441591"/>
                  </a:lnTo>
                  <a:lnTo>
                    <a:pt x="281081" y="2441591"/>
                  </a:lnTo>
                  <a:lnTo>
                    <a:pt x="267696" y="2441591"/>
                  </a:lnTo>
                  <a:lnTo>
                    <a:pt x="254311" y="2441591"/>
                  </a:lnTo>
                  <a:lnTo>
                    <a:pt x="240926" y="2441591"/>
                  </a:lnTo>
                  <a:lnTo>
                    <a:pt x="227542" y="2441591"/>
                  </a:lnTo>
                  <a:lnTo>
                    <a:pt x="214157" y="2441591"/>
                  </a:lnTo>
                  <a:lnTo>
                    <a:pt x="200772" y="2441591"/>
                  </a:lnTo>
                  <a:lnTo>
                    <a:pt x="187387" y="2441591"/>
                  </a:lnTo>
                  <a:lnTo>
                    <a:pt x="174002" y="2441591"/>
                  </a:lnTo>
                  <a:lnTo>
                    <a:pt x="160617" y="2441591"/>
                  </a:lnTo>
                  <a:lnTo>
                    <a:pt x="147233" y="2441591"/>
                  </a:lnTo>
                  <a:lnTo>
                    <a:pt x="133848" y="2441591"/>
                  </a:lnTo>
                  <a:lnTo>
                    <a:pt x="120463" y="2441591"/>
                  </a:lnTo>
                  <a:lnTo>
                    <a:pt x="107078" y="2441591"/>
                  </a:lnTo>
                  <a:lnTo>
                    <a:pt x="93693" y="2441591"/>
                  </a:lnTo>
                  <a:lnTo>
                    <a:pt x="80308" y="2441591"/>
                  </a:lnTo>
                  <a:lnTo>
                    <a:pt x="66924" y="2441591"/>
                  </a:lnTo>
                  <a:lnTo>
                    <a:pt x="53539" y="2441591"/>
                  </a:lnTo>
                  <a:lnTo>
                    <a:pt x="40154" y="2441591"/>
                  </a:lnTo>
                  <a:lnTo>
                    <a:pt x="26769" y="2441591"/>
                  </a:lnTo>
                  <a:lnTo>
                    <a:pt x="13384" y="2441591"/>
                  </a:lnTo>
                  <a:lnTo>
                    <a:pt x="0" y="244159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106034"/>
              <a:ext cx="6839649" cy="2361905"/>
            </a:xfrm>
            <a:custGeom>
              <a:avLst/>
              <a:pathLst>
                <a:path w="6839649" h="2361905">
                  <a:moveTo>
                    <a:pt x="0" y="2267597"/>
                  </a:moveTo>
                  <a:lnTo>
                    <a:pt x="13384" y="2264072"/>
                  </a:lnTo>
                  <a:lnTo>
                    <a:pt x="26769" y="2260559"/>
                  </a:lnTo>
                  <a:lnTo>
                    <a:pt x="40154" y="2257065"/>
                  </a:lnTo>
                  <a:lnTo>
                    <a:pt x="53539" y="2253582"/>
                  </a:lnTo>
                  <a:lnTo>
                    <a:pt x="66924" y="2250107"/>
                  </a:lnTo>
                  <a:lnTo>
                    <a:pt x="80308" y="2246641"/>
                  </a:lnTo>
                  <a:lnTo>
                    <a:pt x="93693" y="2243176"/>
                  </a:lnTo>
                  <a:lnTo>
                    <a:pt x="107078" y="2239709"/>
                  </a:lnTo>
                  <a:lnTo>
                    <a:pt x="120463" y="2236238"/>
                  </a:lnTo>
                  <a:lnTo>
                    <a:pt x="133848" y="2232751"/>
                  </a:lnTo>
                  <a:lnTo>
                    <a:pt x="147233" y="2229250"/>
                  </a:lnTo>
                  <a:lnTo>
                    <a:pt x="160617" y="2225729"/>
                  </a:lnTo>
                  <a:lnTo>
                    <a:pt x="174002" y="2222167"/>
                  </a:lnTo>
                  <a:lnTo>
                    <a:pt x="187387" y="2218574"/>
                  </a:lnTo>
                  <a:lnTo>
                    <a:pt x="200772" y="2214948"/>
                  </a:lnTo>
                  <a:lnTo>
                    <a:pt x="214157" y="2211247"/>
                  </a:lnTo>
                  <a:lnTo>
                    <a:pt x="227542" y="2207496"/>
                  </a:lnTo>
                  <a:lnTo>
                    <a:pt x="240926" y="2203694"/>
                  </a:lnTo>
                  <a:lnTo>
                    <a:pt x="254311" y="2199787"/>
                  </a:lnTo>
                  <a:lnTo>
                    <a:pt x="267696" y="2195803"/>
                  </a:lnTo>
                  <a:lnTo>
                    <a:pt x="281081" y="2191747"/>
                  </a:lnTo>
                  <a:lnTo>
                    <a:pt x="294466" y="2187562"/>
                  </a:lnTo>
                  <a:lnTo>
                    <a:pt x="307851" y="2183267"/>
                  </a:lnTo>
                  <a:lnTo>
                    <a:pt x="321235" y="2178878"/>
                  </a:lnTo>
                  <a:lnTo>
                    <a:pt x="334620" y="2174342"/>
                  </a:lnTo>
                  <a:lnTo>
                    <a:pt x="348005" y="2169656"/>
                  </a:lnTo>
                  <a:lnTo>
                    <a:pt x="361390" y="2164855"/>
                  </a:lnTo>
                  <a:lnTo>
                    <a:pt x="374775" y="2159898"/>
                  </a:lnTo>
                  <a:lnTo>
                    <a:pt x="388160" y="2154745"/>
                  </a:lnTo>
                  <a:lnTo>
                    <a:pt x="401544" y="2149460"/>
                  </a:lnTo>
                  <a:lnTo>
                    <a:pt x="414929" y="2144014"/>
                  </a:lnTo>
                  <a:lnTo>
                    <a:pt x="428314" y="2138328"/>
                  </a:lnTo>
                  <a:lnTo>
                    <a:pt x="441699" y="2132493"/>
                  </a:lnTo>
                  <a:lnTo>
                    <a:pt x="455084" y="2126501"/>
                  </a:lnTo>
                  <a:lnTo>
                    <a:pt x="468469" y="2120226"/>
                  </a:lnTo>
                  <a:lnTo>
                    <a:pt x="481853" y="2113789"/>
                  </a:lnTo>
                  <a:lnTo>
                    <a:pt x="495238" y="2107190"/>
                  </a:lnTo>
                  <a:lnTo>
                    <a:pt x="508623" y="2100299"/>
                  </a:lnTo>
                  <a:lnTo>
                    <a:pt x="522008" y="2093222"/>
                  </a:lnTo>
                  <a:lnTo>
                    <a:pt x="535393" y="2085975"/>
                  </a:lnTo>
                  <a:lnTo>
                    <a:pt x="548778" y="2078450"/>
                  </a:lnTo>
                  <a:lnTo>
                    <a:pt x="562162" y="2070711"/>
                  </a:lnTo>
                  <a:lnTo>
                    <a:pt x="575547" y="2062798"/>
                  </a:lnTo>
                  <a:lnTo>
                    <a:pt x="588932" y="2054628"/>
                  </a:lnTo>
                  <a:lnTo>
                    <a:pt x="602317" y="2046220"/>
                  </a:lnTo>
                  <a:lnTo>
                    <a:pt x="615702" y="2037639"/>
                  </a:lnTo>
                  <a:lnTo>
                    <a:pt x="629087" y="2028829"/>
                  </a:lnTo>
                  <a:lnTo>
                    <a:pt x="642471" y="2019761"/>
                  </a:lnTo>
                  <a:lnTo>
                    <a:pt x="655856" y="2010526"/>
                  </a:lnTo>
                  <a:lnTo>
                    <a:pt x="669241" y="2001092"/>
                  </a:lnTo>
                  <a:lnTo>
                    <a:pt x="682626" y="1991388"/>
                  </a:lnTo>
                  <a:lnTo>
                    <a:pt x="696011" y="1981524"/>
                  </a:lnTo>
                  <a:lnTo>
                    <a:pt x="709396" y="1971494"/>
                  </a:lnTo>
                  <a:lnTo>
                    <a:pt x="722780" y="1961188"/>
                  </a:lnTo>
                  <a:lnTo>
                    <a:pt x="736165" y="1950733"/>
                  </a:lnTo>
                  <a:lnTo>
                    <a:pt x="749550" y="1940130"/>
                  </a:lnTo>
                  <a:lnTo>
                    <a:pt x="762935" y="1929275"/>
                  </a:lnTo>
                  <a:lnTo>
                    <a:pt x="776320" y="1918272"/>
                  </a:lnTo>
                  <a:lnTo>
                    <a:pt x="789705" y="1907133"/>
                  </a:lnTo>
                  <a:lnTo>
                    <a:pt x="803089" y="1895781"/>
                  </a:lnTo>
                  <a:lnTo>
                    <a:pt x="816474" y="1884276"/>
                  </a:lnTo>
                  <a:lnTo>
                    <a:pt x="829859" y="1872647"/>
                  </a:lnTo>
                  <a:lnTo>
                    <a:pt x="843244" y="1860841"/>
                  </a:lnTo>
                  <a:lnTo>
                    <a:pt x="856629" y="1848879"/>
                  </a:lnTo>
                  <a:lnTo>
                    <a:pt x="870014" y="1836805"/>
                  </a:lnTo>
                  <a:lnTo>
                    <a:pt x="883398" y="1824585"/>
                  </a:lnTo>
                  <a:lnTo>
                    <a:pt x="896783" y="1812207"/>
                  </a:lnTo>
                  <a:lnTo>
                    <a:pt x="910168" y="1799728"/>
                  </a:lnTo>
                  <a:lnTo>
                    <a:pt x="923553" y="1787129"/>
                  </a:lnTo>
                  <a:lnTo>
                    <a:pt x="936938" y="1774370"/>
                  </a:lnTo>
                  <a:lnTo>
                    <a:pt x="950323" y="1761517"/>
                  </a:lnTo>
                  <a:lnTo>
                    <a:pt x="963707" y="1748566"/>
                  </a:lnTo>
                  <a:lnTo>
                    <a:pt x="977092" y="1735451"/>
                  </a:lnTo>
                  <a:lnTo>
                    <a:pt x="990477" y="1722247"/>
                  </a:lnTo>
                  <a:lnTo>
                    <a:pt x="1003862" y="1708955"/>
                  </a:lnTo>
                  <a:lnTo>
                    <a:pt x="1017247" y="1695506"/>
                  </a:lnTo>
                  <a:lnTo>
                    <a:pt x="1030632" y="1681962"/>
                  </a:lnTo>
                  <a:lnTo>
                    <a:pt x="1044016" y="1668331"/>
                  </a:lnTo>
                  <a:lnTo>
                    <a:pt x="1057401" y="1654557"/>
                  </a:lnTo>
                  <a:lnTo>
                    <a:pt x="1070786" y="1640675"/>
                  </a:lnTo>
                  <a:lnTo>
                    <a:pt x="1084171" y="1626704"/>
                  </a:lnTo>
                  <a:lnTo>
                    <a:pt x="1097556" y="1612599"/>
                  </a:lnTo>
                  <a:lnTo>
                    <a:pt x="1110941" y="1598369"/>
                  </a:lnTo>
                  <a:lnTo>
                    <a:pt x="1124325" y="1584046"/>
                  </a:lnTo>
                  <a:lnTo>
                    <a:pt x="1137710" y="1569596"/>
                  </a:lnTo>
                  <a:lnTo>
                    <a:pt x="1151095" y="1555001"/>
                  </a:lnTo>
                  <a:lnTo>
                    <a:pt x="1164480" y="1540307"/>
                  </a:lnTo>
                  <a:lnTo>
                    <a:pt x="1177865" y="1525493"/>
                  </a:lnTo>
                  <a:lnTo>
                    <a:pt x="1191250" y="1510509"/>
                  </a:lnTo>
                  <a:lnTo>
                    <a:pt x="1204634" y="1495420"/>
                  </a:lnTo>
                  <a:lnTo>
                    <a:pt x="1218019" y="1480218"/>
                  </a:lnTo>
                  <a:lnTo>
                    <a:pt x="1231404" y="1464819"/>
                  </a:lnTo>
                  <a:lnTo>
                    <a:pt x="1244789" y="1449308"/>
                  </a:lnTo>
                  <a:lnTo>
                    <a:pt x="1258174" y="1433684"/>
                  </a:lnTo>
                  <a:lnTo>
                    <a:pt x="1271559" y="1417852"/>
                  </a:lnTo>
                  <a:lnTo>
                    <a:pt x="1284943" y="1401893"/>
                  </a:lnTo>
                  <a:lnTo>
                    <a:pt x="1298328" y="1385814"/>
                  </a:lnTo>
                  <a:lnTo>
                    <a:pt x="1311713" y="1369535"/>
                  </a:lnTo>
                  <a:lnTo>
                    <a:pt x="1325098" y="1353106"/>
                  </a:lnTo>
                  <a:lnTo>
                    <a:pt x="1338483" y="1336552"/>
                  </a:lnTo>
                  <a:lnTo>
                    <a:pt x="1351868" y="1319809"/>
                  </a:lnTo>
                  <a:lnTo>
                    <a:pt x="1365252" y="1302894"/>
                  </a:lnTo>
                  <a:lnTo>
                    <a:pt x="1378637" y="1285851"/>
                  </a:lnTo>
                  <a:lnTo>
                    <a:pt x="1392022" y="1268636"/>
                  </a:lnTo>
                  <a:lnTo>
                    <a:pt x="1405407" y="1251230"/>
                  </a:lnTo>
                  <a:lnTo>
                    <a:pt x="1418792" y="1233697"/>
                  </a:lnTo>
                  <a:lnTo>
                    <a:pt x="1432177" y="1216010"/>
                  </a:lnTo>
                  <a:lnTo>
                    <a:pt x="1445561" y="1198119"/>
                  </a:lnTo>
                  <a:lnTo>
                    <a:pt x="1458946" y="1180105"/>
                  </a:lnTo>
                  <a:lnTo>
                    <a:pt x="1472331" y="1161960"/>
                  </a:lnTo>
                  <a:lnTo>
                    <a:pt x="1485716" y="1143605"/>
                  </a:lnTo>
                  <a:lnTo>
                    <a:pt x="1499101" y="1125135"/>
                  </a:lnTo>
                  <a:lnTo>
                    <a:pt x="1512486" y="1106551"/>
                  </a:lnTo>
                  <a:lnTo>
                    <a:pt x="1525870" y="1087773"/>
                  </a:lnTo>
                  <a:lnTo>
                    <a:pt x="1539255" y="1068885"/>
                  </a:lnTo>
                  <a:lnTo>
                    <a:pt x="1552640" y="1049898"/>
                  </a:lnTo>
                  <a:lnTo>
                    <a:pt x="1566025" y="1030753"/>
                  </a:lnTo>
                  <a:lnTo>
                    <a:pt x="1579410" y="1011504"/>
                  </a:lnTo>
                  <a:lnTo>
                    <a:pt x="1592795" y="992172"/>
                  </a:lnTo>
                  <a:lnTo>
                    <a:pt x="1606179" y="972723"/>
                  </a:lnTo>
                  <a:lnTo>
                    <a:pt x="1619564" y="953183"/>
                  </a:lnTo>
                  <a:lnTo>
                    <a:pt x="1632949" y="933582"/>
                  </a:lnTo>
                  <a:lnTo>
                    <a:pt x="1646334" y="913904"/>
                  </a:lnTo>
                  <a:lnTo>
                    <a:pt x="1659719" y="894160"/>
                  </a:lnTo>
                  <a:lnTo>
                    <a:pt x="1673104" y="874379"/>
                  </a:lnTo>
                  <a:lnTo>
                    <a:pt x="1686488" y="854560"/>
                  </a:lnTo>
                  <a:lnTo>
                    <a:pt x="1699873" y="834711"/>
                  </a:lnTo>
                  <a:lnTo>
                    <a:pt x="1713258" y="814854"/>
                  </a:lnTo>
                  <a:lnTo>
                    <a:pt x="1726643" y="794993"/>
                  </a:lnTo>
                  <a:lnTo>
                    <a:pt x="1740028" y="775150"/>
                  </a:lnTo>
                  <a:lnTo>
                    <a:pt x="1753413" y="755331"/>
                  </a:lnTo>
                  <a:lnTo>
                    <a:pt x="1766797" y="735538"/>
                  </a:lnTo>
                  <a:lnTo>
                    <a:pt x="1780182" y="715819"/>
                  </a:lnTo>
                  <a:lnTo>
                    <a:pt x="1793567" y="696160"/>
                  </a:lnTo>
                  <a:lnTo>
                    <a:pt x="1806952" y="676560"/>
                  </a:lnTo>
                  <a:lnTo>
                    <a:pt x="1820337" y="657081"/>
                  </a:lnTo>
                  <a:lnTo>
                    <a:pt x="1833722" y="637707"/>
                  </a:lnTo>
                  <a:lnTo>
                    <a:pt x="1847106" y="618427"/>
                  </a:lnTo>
                  <a:lnTo>
                    <a:pt x="1860491" y="599306"/>
                  </a:lnTo>
                  <a:lnTo>
                    <a:pt x="1873876" y="580346"/>
                  </a:lnTo>
                  <a:lnTo>
                    <a:pt x="1887261" y="561513"/>
                  </a:lnTo>
                  <a:lnTo>
                    <a:pt x="1900646" y="542866"/>
                  </a:lnTo>
                  <a:lnTo>
                    <a:pt x="1914031" y="524443"/>
                  </a:lnTo>
                  <a:lnTo>
                    <a:pt x="1927415" y="506180"/>
                  </a:lnTo>
                  <a:lnTo>
                    <a:pt x="1940800" y="488121"/>
                  </a:lnTo>
                  <a:lnTo>
                    <a:pt x="1954185" y="470352"/>
                  </a:lnTo>
                  <a:lnTo>
                    <a:pt x="1967570" y="452773"/>
                  </a:lnTo>
                  <a:lnTo>
                    <a:pt x="1980955" y="435404"/>
                  </a:lnTo>
                  <a:lnTo>
                    <a:pt x="1994340" y="418397"/>
                  </a:lnTo>
                  <a:lnTo>
                    <a:pt x="2007724" y="401605"/>
                  </a:lnTo>
                  <a:lnTo>
                    <a:pt x="2021109" y="385030"/>
                  </a:lnTo>
                  <a:lnTo>
                    <a:pt x="2034494" y="368866"/>
                  </a:lnTo>
                  <a:lnTo>
                    <a:pt x="2047879" y="352950"/>
                  </a:lnTo>
                  <a:lnTo>
                    <a:pt x="2061264" y="337272"/>
                  </a:lnTo>
                  <a:lnTo>
                    <a:pt x="2074649" y="322005"/>
                  </a:lnTo>
                  <a:lnTo>
                    <a:pt x="2088033" y="307037"/>
                  </a:lnTo>
                  <a:lnTo>
                    <a:pt x="2101418" y="292325"/>
                  </a:lnTo>
                  <a:lnTo>
                    <a:pt x="2114803" y="278009"/>
                  </a:lnTo>
                  <a:lnTo>
                    <a:pt x="2128188" y="264046"/>
                  </a:lnTo>
                  <a:lnTo>
                    <a:pt x="2141573" y="250349"/>
                  </a:lnTo>
                  <a:lnTo>
                    <a:pt x="2154958" y="237027"/>
                  </a:lnTo>
                  <a:lnTo>
                    <a:pt x="2168342" y="224106"/>
                  </a:lnTo>
                  <a:lnTo>
                    <a:pt x="2181727" y="211460"/>
                  </a:lnTo>
                  <a:lnTo>
                    <a:pt x="2195112" y="199158"/>
                  </a:lnTo>
                  <a:lnTo>
                    <a:pt x="2208497" y="187304"/>
                  </a:lnTo>
                  <a:lnTo>
                    <a:pt x="2221882" y="175729"/>
                  </a:lnTo>
                  <a:lnTo>
                    <a:pt x="2235267" y="164463"/>
                  </a:lnTo>
                  <a:lnTo>
                    <a:pt x="2248651" y="153688"/>
                  </a:lnTo>
                  <a:lnTo>
                    <a:pt x="2262036" y="143195"/>
                  </a:lnTo>
                  <a:lnTo>
                    <a:pt x="2275421" y="132982"/>
                  </a:lnTo>
                  <a:lnTo>
                    <a:pt x="2288806" y="123281"/>
                  </a:lnTo>
                  <a:lnTo>
                    <a:pt x="2302191" y="113872"/>
                  </a:lnTo>
                  <a:lnTo>
                    <a:pt x="2315576" y="104745"/>
                  </a:lnTo>
                  <a:lnTo>
                    <a:pt x="2328960" y="96091"/>
                  </a:lnTo>
                  <a:lnTo>
                    <a:pt x="2342345" y="87770"/>
                  </a:lnTo>
                  <a:lnTo>
                    <a:pt x="2355730" y="79732"/>
                  </a:lnTo>
                  <a:lnTo>
                    <a:pt x="2369115" y="72129"/>
                  </a:lnTo>
                  <a:lnTo>
                    <a:pt x="2382500" y="64903"/>
                  </a:lnTo>
                  <a:lnTo>
                    <a:pt x="2395885" y="57962"/>
                  </a:lnTo>
                  <a:lnTo>
                    <a:pt x="2409269" y="51421"/>
                  </a:lnTo>
                  <a:lnTo>
                    <a:pt x="2422654" y="45304"/>
                  </a:lnTo>
                  <a:lnTo>
                    <a:pt x="2436039" y="39478"/>
                  </a:lnTo>
                  <a:lnTo>
                    <a:pt x="2449424" y="34020"/>
                  </a:lnTo>
                  <a:lnTo>
                    <a:pt x="2462809" y="29039"/>
                  </a:lnTo>
                  <a:lnTo>
                    <a:pt x="2476194" y="24359"/>
                  </a:lnTo>
                  <a:lnTo>
                    <a:pt x="2489578" y="20016"/>
                  </a:lnTo>
                  <a:lnTo>
                    <a:pt x="2502963" y="16212"/>
                  </a:lnTo>
                  <a:lnTo>
                    <a:pt x="2516348" y="12724"/>
                  </a:lnTo>
                  <a:lnTo>
                    <a:pt x="2529733" y="9551"/>
                  </a:lnTo>
                  <a:lnTo>
                    <a:pt x="2543118" y="6970"/>
                  </a:lnTo>
                  <a:lnTo>
                    <a:pt x="2556503" y="4731"/>
                  </a:lnTo>
                  <a:lnTo>
                    <a:pt x="2569887" y="2825"/>
                  </a:lnTo>
                  <a:lnTo>
                    <a:pt x="2583272" y="1495"/>
                  </a:lnTo>
                  <a:lnTo>
                    <a:pt x="2596657" y="576"/>
                  </a:lnTo>
                  <a:lnTo>
                    <a:pt x="2610042" y="9"/>
                  </a:lnTo>
                  <a:lnTo>
                    <a:pt x="2623427" y="0"/>
                  </a:lnTo>
                  <a:lnTo>
                    <a:pt x="2636812" y="475"/>
                  </a:lnTo>
                  <a:lnTo>
                    <a:pt x="2650196" y="1325"/>
                  </a:lnTo>
                  <a:lnTo>
                    <a:pt x="2663581" y="2706"/>
                  </a:lnTo>
                  <a:lnTo>
                    <a:pt x="2676966" y="4653"/>
                  </a:lnTo>
                  <a:lnTo>
                    <a:pt x="2690351" y="6992"/>
                  </a:lnTo>
                  <a:lnTo>
                    <a:pt x="2703736" y="9831"/>
                  </a:lnTo>
                  <a:lnTo>
                    <a:pt x="2717121" y="13315"/>
                  </a:lnTo>
                  <a:lnTo>
                    <a:pt x="2730505" y="17206"/>
                  </a:lnTo>
                  <a:lnTo>
                    <a:pt x="2743890" y="21556"/>
                  </a:lnTo>
                  <a:lnTo>
                    <a:pt x="2757275" y="26626"/>
                  </a:lnTo>
                  <a:lnTo>
                    <a:pt x="2770660" y="32112"/>
                  </a:lnTo>
                  <a:lnTo>
                    <a:pt x="2784045" y="38014"/>
                  </a:lnTo>
                  <a:lnTo>
                    <a:pt x="2797430" y="44682"/>
                  </a:lnTo>
                  <a:lnTo>
                    <a:pt x="2810814" y="51775"/>
                  </a:lnTo>
                  <a:lnTo>
                    <a:pt x="2824199" y="59283"/>
                  </a:lnTo>
                  <a:lnTo>
                    <a:pt x="2837584" y="67488"/>
                  </a:lnTo>
                  <a:lnTo>
                    <a:pt x="2850969" y="76163"/>
                  </a:lnTo>
                  <a:lnTo>
                    <a:pt x="2864354" y="85240"/>
                  </a:lnTo>
                  <a:lnTo>
                    <a:pt x="2877739" y="94931"/>
                  </a:lnTo>
                  <a:lnTo>
                    <a:pt x="2891123" y="105121"/>
                  </a:lnTo>
                  <a:lnTo>
                    <a:pt x="2904508" y="115687"/>
                  </a:lnTo>
                  <a:lnTo>
                    <a:pt x="2917893" y="126772"/>
                  </a:lnTo>
                  <a:lnTo>
                    <a:pt x="2931278" y="138362"/>
                  </a:lnTo>
                  <a:lnTo>
                    <a:pt x="2944663" y="150290"/>
                  </a:lnTo>
                  <a:lnTo>
                    <a:pt x="2958048" y="162634"/>
                  </a:lnTo>
                  <a:lnTo>
                    <a:pt x="2971432" y="175463"/>
                  </a:lnTo>
                  <a:lnTo>
                    <a:pt x="2984817" y="188577"/>
                  </a:lnTo>
                  <a:lnTo>
                    <a:pt x="2998202" y="202006"/>
                  </a:lnTo>
                  <a:lnTo>
                    <a:pt x="3011587" y="215866"/>
                  </a:lnTo>
                  <a:lnTo>
                    <a:pt x="3024972" y="229950"/>
                  </a:lnTo>
                  <a:lnTo>
                    <a:pt x="3038357" y="244253"/>
                  </a:lnTo>
                  <a:lnTo>
                    <a:pt x="3051741" y="258899"/>
                  </a:lnTo>
                  <a:lnTo>
                    <a:pt x="3065126" y="273700"/>
                  </a:lnTo>
                  <a:lnTo>
                    <a:pt x="3078511" y="288647"/>
                  </a:lnTo>
                  <a:lnTo>
                    <a:pt x="3091896" y="303793"/>
                  </a:lnTo>
                  <a:lnTo>
                    <a:pt x="3105281" y="319033"/>
                  </a:lnTo>
                  <a:lnTo>
                    <a:pt x="3118666" y="334342"/>
                  </a:lnTo>
                  <a:lnTo>
                    <a:pt x="3132050" y="349719"/>
                  </a:lnTo>
                  <a:lnTo>
                    <a:pt x="3145435" y="365107"/>
                  </a:lnTo>
                  <a:lnTo>
                    <a:pt x="3158820" y="380485"/>
                  </a:lnTo>
                  <a:lnTo>
                    <a:pt x="3172205" y="395823"/>
                  </a:lnTo>
                  <a:lnTo>
                    <a:pt x="3185590" y="411068"/>
                  </a:lnTo>
                  <a:lnTo>
                    <a:pt x="3198975" y="426230"/>
                  </a:lnTo>
                  <a:lnTo>
                    <a:pt x="3212359" y="441266"/>
                  </a:lnTo>
                  <a:lnTo>
                    <a:pt x="3225744" y="456096"/>
                  </a:lnTo>
                  <a:lnTo>
                    <a:pt x="3239129" y="470774"/>
                  </a:lnTo>
                  <a:lnTo>
                    <a:pt x="3252514" y="485270"/>
                  </a:lnTo>
                  <a:lnTo>
                    <a:pt x="3265899" y="499442"/>
                  </a:lnTo>
                  <a:lnTo>
                    <a:pt x="3279284" y="513404"/>
                  </a:lnTo>
                  <a:lnTo>
                    <a:pt x="3292668" y="527153"/>
                  </a:lnTo>
                  <a:lnTo>
                    <a:pt x="3306053" y="540467"/>
                  </a:lnTo>
                  <a:lnTo>
                    <a:pt x="3319438" y="553527"/>
                  </a:lnTo>
                  <a:lnTo>
                    <a:pt x="3332823" y="566332"/>
                  </a:lnTo>
                  <a:lnTo>
                    <a:pt x="3346208" y="578678"/>
                  </a:lnTo>
                  <a:lnTo>
                    <a:pt x="3359593" y="590705"/>
                  </a:lnTo>
                  <a:lnTo>
                    <a:pt x="3372977" y="602450"/>
                  </a:lnTo>
                  <a:lnTo>
                    <a:pt x="3386362" y="613746"/>
                  </a:lnTo>
                  <a:lnTo>
                    <a:pt x="3399747" y="624670"/>
                  </a:lnTo>
                  <a:lnTo>
                    <a:pt x="3413132" y="635304"/>
                  </a:lnTo>
                  <a:lnTo>
                    <a:pt x="3426517" y="645524"/>
                  </a:lnTo>
                  <a:lnTo>
                    <a:pt x="3439902" y="655338"/>
                  </a:lnTo>
                  <a:lnTo>
                    <a:pt x="3453286" y="664871"/>
                  </a:lnTo>
                  <a:lnTo>
                    <a:pt x="3466671" y="674047"/>
                  </a:lnTo>
                  <a:lnTo>
                    <a:pt x="3480056" y="682806"/>
                  </a:lnTo>
                  <a:lnTo>
                    <a:pt x="3493441" y="691309"/>
                  </a:lnTo>
                  <a:lnTo>
                    <a:pt x="3506826" y="699524"/>
                  </a:lnTo>
                  <a:lnTo>
                    <a:pt x="3520211" y="707339"/>
                  </a:lnTo>
                  <a:lnTo>
                    <a:pt x="3533595" y="714936"/>
                  </a:lnTo>
                  <a:lnTo>
                    <a:pt x="3546980" y="722319"/>
                  </a:lnTo>
                  <a:lnTo>
                    <a:pt x="3560365" y="729346"/>
                  </a:lnTo>
                  <a:lnTo>
                    <a:pt x="3573750" y="736205"/>
                  </a:lnTo>
                  <a:lnTo>
                    <a:pt x="3587135" y="742900"/>
                  </a:lnTo>
                  <a:lnTo>
                    <a:pt x="3600520" y="749351"/>
                  </a:lnTo>
                  <a:lnTo>
                    <a:pt x="3613904" y="755671"/>
                  </a:lnTo>
                  <a:lnTo>
                    <a:pt x="3627289" y="761883"/>
                  </a:lnTo>
                  <a:lnTo>
                    <a:pt x="3640674" y="767956"/>
                  </a:lnTo>
                  <a:lnTo>
                    <a:pt x="3654059" y="773952"/>
                  </a:lnTo>
                  <a:lnTo>
                    <a:pt x="3667444" y="779899"/>
                  </a:lnTo>
                  <a:lnTo>
                    <a:pt x="3680829" y="785799"/>
                  </a:lnTo>
                  <a:lnTo>
                    <a:pt x="3694213" y="791689"/>
                  </a:lnTo>
                  <a:lnTo>
                    <a:pt x="3707598" y="797588"/>
                  </a:lnTo>
                  <a:lnTo>
                    <a:pt x="3720983" y="803511"/>
                  </a:lnTo>
                  <a:lnTo>
                    <a:pt x="3734368" y="809504"/>
                  </a:lnTo>
                  <a:lnTo>
                    <a:pt x="3747753" y="815556"/>
                  </a:lnTo>
                  <a:lnTo>
                    <a:pt x="3761138" y="821686"/>
                  </a:lnTo>
                  <a:lnTo>
                    <a:pt x="3774522" y="827965"/>
                  </a:lnTo>
                  <a:lnTo>
                    <a:pt x="3787907" y="834347"/>
                  </a:lnTo>
                  <a:lnTo>
                    <a:pt x="3801292" y="840837"/>
                  </a:lnTo>
                  <a:lnTo>
                    <a:pt x="3814677" y="847554"/>
                  </a:lnTo>
                  <a:lnTo>
                    <a:pt x="3828062" y="854408"/>
                  </a:lnTo>
                  <a:lnTo>
                    <a:pt x="3841447" y="861400"/>
                  </a:lnTo>
                  <a:lnTo>
                    <a:pt x="3854831" y="868648"/>
                  </a:lnTo>
                  <a:lnTo>
                    <a:pt x="3868216" y="876074"/>
                  </a:lnTo>
                  <a:lnTo>
                    <a:pt x="3881601" y="883658"/>
                  </a:lnTo>
                  <a:lnTo>
                    <a:pt x="3894986" y="891501"/>
                  </a:lnTo>
                  <a:lnTo>
                    <a:pt x="3908371" y="899555"/>
                  </a:lnTo>
                  <a:lnTo>
                    <a:pt x="3921756" y="907776"/>
                  </a:lnTo>
                  <a:lnTo>
                    <a:pt x="3935140" y="916239"/>
                  </a:lnTo>
                  <a:lnTo>
                    <a:pt x="3948525" y="924936"/>
                  </a:lnTo>
                  <a:lnTo>
                    <a:pt x="3961910" y="933797"/>
                  </a:lnTo>
                  <a:lnTo>
                    <a:pt x="3975295" y="942869"/>
                  </a:lnTo>
                  <a:lnTo>
                    <a:pt x="3988680" y="952184"/>
                  </a:lnTo>
                  <a:lnTo>
                    <a:pt x="4002065" y="961650"/>
                  </a:lnTo>
                  <a:lnTo>
                    <a:pt x="4015449" y="971289"/>
                  </a:lnTo>
                  <a:lnTo>
                    <a:pt x="4028834" y="981164"/>
                  </a:lnTo>
                  <a:lnTo>
                    <a:pt x="4042219" y="991169"/>
                  </a:lnTo>
                  <a:lnTo>
                    <a:pt x="4055604" y="1001306"/>
                  </a:lnTo>
                  <a:lnTo>
                    <a:pt x="4068989" y="1011657"/>
                  </a:lnTo>
                  <a:lnTo>
                    <a:pt x="4082374" y="1022113"/>
                  </a:lnTo>
                  <a:lnTo>
                    <a:pt x="4095758" y="1032672"/>
                  </a:lnTo>
                  <a:lnTo>
                    <a:pt x="4109143" y="1043389"/>
                  </a:lnTo>
                  <a:lnTo>
                    <a:pt x="4122528" y="1054193"/>
                  </a:lnTo>
                  <a:lnTo>
                    <a:pt x="4135913" y="1065071"/>
                  </a:lnTo>
                  <a:lnTo>
                    <a:pt x="4149298" y="1076051"/>
                  </a:lnTo>
                  <a:lnTo>
                    <a:pt x="4162683" y="1087096"/>
                  </a:lnTo>
                  <a:lnTo>
                    <a:pt x="4176067" y="1098185"/>
                  </a:lnTo>
                  <a:lnTo>
                    <a:pt x="4189452" y="1109329"/>
                  </a:lnTo>
                  <a:lnTo>
                    <a:pt x="4202837" y="1120508"/>
                  </a:lnTo>
                  <a:lnTo>
                    <a:pt x="4216222" y="1131707"/>
                  </a:lnTo>
                  <a:lnTo>
                    <a:pt x="4229607" y="1142922"/>
                  </a:lnTo>
                  <a:lnTo>
                    <a:pt x="4242992" y="1154142"/>
                  </a:lnTo>
                  <a:lnTo>
                    <a:pt x="4256376" y="1165358"/>
                  </a:lnTo>
                  <a:lnTo>
                    <a:pt x="4269761" y="1176566"/>
                  </a:lnTo>
                  <a:lnTo>
                    <a:pt x="4283146" y="1187747"/>
                  </a:lnTo>
                  <a:lnTo>
                    <a:pt x="4296531" y="1198906"/>
                  </a:lnTo>
                  <a:lnTo>
                    <a:pt x="4309916" y="1210041"/>
                  </a:lnTo>
                  <a:lnTo>
                    <a:pt x="4323301" y="1221123"/>
                  </a:lnTo>
                  <a:lnTo>
                    <a:pt x="4336685" y="1232170"/>
                  </a:lnTo>
                  <a:lnTo>
                    <a:pt x="4350070" y="1243183"/>
                  </a:lnTo>
                  <a:lnTo>
                    <a:pt x="4363455" y="1254128"/>
                  </a:lnTo>
                  <a:lnTo>
                    <a:pt x="4376840" y="1265029"/>
                  </a:lnTo>
                  <a:lnTo>
                    <a:pt x="4390225" y="1275889"/>
                  </a:lnTo>
                  <a:lnTo>
                    <a:pt x="4403610" y="1286681"/>
                  </a:lnTo>
                  <a:lnTo>
                    <a:pt x="4416994" y="1297420"/>
                  </a:lnTo>
                  <a:lnTo>
                    <a:pt x="4430379" y="1308117"/>
                  </a:lnTo>
                  <a:lnTo>
                    <a:pt x="4443764" y="1318753"/>
                  </a:lnTo>
                  <a:lnTo>
                    <a:pt x="4457149" y="1329333"/>
                  </a:lnTo>
                  <a:lnTo>
                    <a:pt x="4470534" y="1339875"/>
                  </a:lnTo>
                  <a:lnTo>
                    <a:pt x="4483919" y="1350366"/>
                  </a:lnTo>
                  <a:lnTo>
                    <a:pt x="4497303" y="1360804"/>
                  </a:lnTo>
                  <a:lnTo>
                    <a:pt x="4510688" y="1371210"/>
                  </a:lnTo>
                  <a:lnTo>
                    <a:pt x="4524073" y="1381579"/>
                  </a:lnTo>
                  <a:lnTo>
                    <a:pt x="4537458" y="1391903"/>
                  </a:lnTo>
                  <a:lnTo>
                    <a:pt x="4550843" y="1402203"/>
                  </a:lnTo>
                  <a:lnTo>
                    <a:pt x="4564228" y="1412479"/>
                  </a:lnTo>
                  <a:lnTo>
                    <a:pt x="4577612" y="1422722"/>
                  </a:lnTo>
                  <a:lnTo>
                    <a:pt x="4590997" y="1432951"/>
                  </a:lnTo>
                  <a:lnTo>
                    <a:pt x="4604382" y="1443167"/>
                  </a:lnTo>
                  <a:lnTo>
                    <a:pt x="4617767" y="1453366"/>
                  </a:lnTo>
                  <a:lnTo>
                    <a:pt x="4631152" y="1463561"/>
                  </a:lnTo>
                  <a:lnTo>
                    <a:pt x="4644537" y="1473751"/>
                  </a:lnTo>
                  <a:lnTo>
                    <a:pt x="4657921" y="1483940"/>
                  </a:lnTo>
                  <a:lnTo>
                    <a:pt x="4671306" y="1494134"/>
                  </a:lnTo>
                  <a:lnTo>
                    <a:pt x="4684691" y="1504331"/>
                  </a:lnTo>
                  <a:lnTo>
                    <a:pt x="4698076" y="1514538"/>
                  </a:lnTo>
                  <a:lnTo>
                    <a:pt x="4711461" y="1524758"/>
                  </a:lnTo>
                  <a:lnTo>
                    <a:pt x="4724846" y="1534989"/>
                  </a:lnTo>
                  <a:lnTo>
                    <a:pt x="4738230" y="1545236"/>
                  </a:lnTo>
                  <a:lnTo>
                    <a:pt x="4751615" y="1555503"/>
                  </a:lnTo>
                  <a:lnTo>
                    <a:pt x="4765000" y="1565785"/>
                  </a:lnTo>
                  <a:lnTo>
                    <a:pt x="4778385" y="1576085"/>
                  </a:lnTo>
                  <a:lnTo>
                    <a:pt x="4791770" y="1586411"/>
                  </a:lnTo>
                  <a:lnTo>
                    <a:pt x="4805155" y="1596752"/>
                  </a:lnTo>
                  <a:lnTo>
                    <a:pt x="4818539" y="1607109"/>
                  </a:lnTo>
                  <a:lnTo>
                    <a:pt x="4831924" y="1617494"/>
                  </a:lnTo>
                  <a:lnTo>
                    <a:pt x="4845309" y="1627892"/>
                  </a:lnTo>
                  <a:lnTo>
                    <a:pt x="4858694" y="1638304"/>
                  </a:lnTo>
                  <a:lnTo>
                    <a:pt x="4872079" y="1648736"/>
                  </a:lnTo>
                  <a:lnTo>
                    <a:pt x="4885464" y="1659179"/>
                  </a:lnTo>
                  <a:lnTo>
                    <a:pt x="4898848" y="1669630"/>
                  </a:lnTo>
                  <a:lnTo>
                    <a:pt x="4912233" y="1680091"/>
                  </a:lnTo>
                  <a:lnTo>
                    <a:pt x="4925618" y="1690556"/>
                  </a:lnTo>
                  <a:lnTo>
                    <a:pt x="4939003" y="1701021"/>
                  </a:lnTo>
                  <a:lnTo>
                    <a:pt x="4952388" y="1711485"/>
                  </a:lnTo>
                  <a:lnTo>
                    <a:pt x="4965773" y="1721941"/>
                  </a:lnTo>
                  <a:lnTo>
                    <a:pt x="4979157" y="1732388"/>
                  </a:lnTo>
                  <a:lnTo>
                    <a:pt x="4992542" y="1742822"/>
                  </a:lnTo>
                  <a:lnTo>
                    <a:pt x="5005927" y="1753231"/>
                  </a:lnTo>
                  <a:lnTo>
                    <a:pt x="5019312" y="1763620"/>
                  </a:lnTo>
                  <a:lnTo>
                    <a:pt x="5032697" y="1773985"/>
                  </a:lnTo>
                  <a:lnTo>
                    <a:pt x="5046082" y="1784305"/>
                  </a:lnTo>
                  <a:lnTo>
                    <a:pt x="5059466" y="1794593"/>
                  </a:lnTo>
                  <a:lnTo>
                    <a:pt x="5072851" y="1804846"/>
                  </a:lnTo>
                  <a:lnTo>
                    <a:pt x="5086236" y="1815031"/>
                  </a:lnTo>
                  <a:lnTo>
                    <a:pt x="5099621" y="1825171"/>
                  </a:lnTo>
                  <a:lnTo>
                    <a:pt x="5113006" y="1835267"/>
                  </a:lnTo>
                  <a:lnTo>
                    <a:pt x="5126391" y="1845273"/>
                  </a:lnTo>
                  <a:lnTo>
                    <a:pt x="5139775" y="1855220"/>
                  </a:lnTo>
                  <a:lnTo>
                    <a:pt x="5153160" y="1865109"/>
                  </a:lnTo>
                  <a:lnTo>
                    <a:pt x="5166545" y="1874898"/>
                  </a:lnTo>
                  <a:lnTo>
                    <a:pt x="5179930" y="1884605"/>
                  </a:lnTo>
                  <a:lnTo>
                    <a:pt x="5193315" y="1894244"/>
                  </a:lnTo>
                  <a:lnTo>
                    <a:pt x="5206700" y="1903777"/>
                  </a:lnTo>
                  <a:lnTo>
                    <a:pt x="5220084" y="1913205"/>
                  </a:lnTo>
                  <a:lnTo>
                    <a:pt x="5233469" y="1922555"/>
                  </a:lnTo>
                  <a:lnTo>
                    <a:pt x="5246854" y="1931797"/>
                  </a:lnTo>
                  <a:lnTo>
                    <a:pt x="5260239" y="1940911"/>
                  </a:lnTo>
                  <a:lnTo>
                    <a:pt x="5273624" y="1949939"/>
                  </a:lnTo>
                  <a:lnTo>
                    <a:pt x="5287009" y="1958861"/>
                  </a:lnTo>
                  <a:lnTo>
                    <a:pt x="5300393" y="1967633"/>
                  </a:lnTo>
                  <a:lnTo>
                    <a:pt x="5313778" y="1976313"/>
                  </a:lnTo>
                  <a:lnTo>
                    <a:pt x="5327163" y="1984894"/>
                  </a:lnTo>
                  <a:lnTo>
                    <a:pt x="5340548" y="1993304"/>
                  </a:lnTo>
                  <a:lnTo>
                    <a:pt x="5353933" y="2001618"/>
                  </a:lnTo>
                  <a:lnTo>
                    <a:pt x="5367318" y="2009836"/>
                  </a:lnTo>
                  <a:lnTo>
                    <a:pt x="5380702" y="2017881"/>
                  </a:lnTo>
                  <a:lnTo>
                    <a:pt x="5394087" y="2025820"/>
                  </a:lnTo>
                  <a:lnTo>
                    <a:pt x="5407472" y="2033661"/>
                  </a:lnTo>
                  <a:lnTo>
                    <a:pt x="5420857" y="2041343"/>
                  </a:lnTo>
                  <a:lnTo>
                    <a:pt x="5434242" y="2048905"/>
                  </a:lnTo>
                  <a:lnTo>
                    <a:pt x="5447627" y="2056371"/>
                  </a:lnTo>
                  <a:lnTo>
                    <a:pt x="5461011" y="2063693"/>
                  </a:lnTo>
                  <a:lnTo>
                    <a:pt x="5474396" y="2070885"/>
                  </a:lnTo>
                  <a:lnTo>
                    <a:pt x="5487781" y="2077982"/>
                  </a:lnTo>
                  <a:lnTo>
                    <a:pt x="5501166" y="2084953"/>
                  </a:lnTo>
                  <a:lnTo>
                    <a:pt x="5514551" y="2091786"/>
                  </a:lnTo>
                  <a:lnTo>
                    <a:pt x="5527936" y="2098529"/>
                  </a:lnTo>
                  <a:lnTo>
                    <a:pt x="5541320" y="2105162"/>
                  </a:lnTo>
                  <a:lnTo>
                    <a:pt x="5554705" y="2111652"/>
                  </a:lnTo>
                  <a:lnTo>
                    <a:pt x="5568090" y="2118057"/>
                  </a:lnTo>
                  <a:lnTo>
                    <a:pt x="5581475" y="2124370"/>
                  </a:lnTo>
                  <a:lnTo>
                    <a:pt x="5594860" y="2130536"/>
                  </a:lnTo>
                  <a:lnTo>
                    <a:pt x="5608245" y="2136622"/>
                  </a:lnTo>
                  <a:lnTo>
                    <a:pt x="5621629" y="2142627"/>
                  </a:lnTo>
                  <a:lnTo>
                    <a:pt x="5635014" y="2148494"/>
                  </a:lnTo>
                  <a:lnTo>
                    <a:pt x="5648399" y="2154280"/>
                  </a:lnTo>
                  <a:lnTo>
                    <a:pt x="5661784" y="2159992"/>
                  </a:lnTo>
                  <a:lnTo>
                    <a:pt x="5675169" y="2165583"/>
                  </a:lnTo>
                  <a:lnTo>
                    <a:pt x="5688554" y="2171088"/>
                  </a:lnTo>
                  <a:lnTo>
                    <a:pt x="5701938" y="2176523"/>
                  </a:lnTo>
                  <a:lnTo>
                    <a:pt x="5715323" y="2181853"/>
                  </a:lnTo>
                  <a:lnTo>
                    <a:pt x="5728708" y="2187092"/>
                  </a:lnTo>
                  <a:lnTo>
                    <a:pt x="5742093" y="2192265"/>
                  </a:lnTo>
                  <a:lnTo>
                    <a:pt x="5755478" y="2197347"/>
                  </a:lnTo>
                  <a:lnTo>
                    <a:pt x="5768863" y="2202331"/>
                  </a:lnTo>
                  <a:lnTo>
                    <a:pt x="5782247" y="2207251"/>
                  </a:lnTo>
                  <a:lnTo>
                    <a:pt x="5795632" y="2212092"/>
                  </a:lnTo>
                  <a:lnTo>
                    <a:pt x="5809017" y="2216829"/>
                  </a:lnTo>
                  <a:lnTo>
                    <a:pt x="5822402" y="2221502"/>
                  </a:lnTo>
                  <a:lnTo>
                    <a:pt x="5835787" y="2226107"/>
                  </a:lnTo>
                  <a:lnTo>
                    <a:pt x="5849172" y="2230597"/>
                  </a:lnTo>
                  <a:lnTo>
                    <a:pt x="5862556" y="2235024"/>
                  </a:lnTo>
                  <a:lnTo>
                    <a:pt x="5875941" y="2239387"/>
                  </a:lnTo>
                  <a:lnTo>
                    <a:pt x="5889326" y="2243633"/>
                  </a:lnTo>
                  <a:lnTo>
                    <a:pt x="5902711" y="2247810"/>
                  </a:lnTo>
                  <a:lnTo>
                    <a:pt x="5916096" y="2251921"/>
                  </a:lnTo>
                  <a:lnTo>
                    <a:pt x="5929481" y="2255922"/>
                  </a:lnTo>
                  <a:lnTo>
                    <a:pt x="5942865" y="2259841"/>
                  </a:lnTo>
                  <a:lnTo>
                    <a:pt x="5956250" y="2263693"/>
                  </a:lnTo>
                  <a:lnTo>
                    <a:pt x="5969635" y="2267440"/>
                  </a:lnTo>
                  <a:lnTo>
                    <a:pt x="5983020" y="2271092"/>
                  </a:lnTo>
                  <a:lnTo>
                    <a:pt x="5996405" y="2274674"/>
                  </a:lnTo>
                  <a:lnTo>
                    <a:pt x="6009790" y="2278158"/>
                  </a:lnTo>
                  <a:lnTo>
                    <a:pt x="6023174" y="2281533"/>
                  </a:lnTo>
                  <a:lnTo>
                    <a:pt x="6036559" y="2284835"/>
                  </a:lnTo>
                  <a:lnTo>
                    <a:pt x="6049944" y="2288045"/>
                  </a:lnTo>
                  <a:lnTo>
                    <a:pt x="6063329" y="2291133"/>
                  </a:lnTo>
                  <a:lnTo>
                    <a:pt x="6076714" y="2294145"/>
                  </a:lnTo>
                  <a:lnTo>
                    <a:pt x="6090099" y="2297074"/>
                  </a:lnTo>
                  <a:lnTo>
                    <a:pt x="6103483" y="2299867"/>
                  </a:lnTo>
                  <a:lnTo>
                    <a:pt x="6116868" y="2302582"/>
                  </a:lnTo>
                  <a:lnTo>
                    <a:pt x="6130253" y="2305221"/>
                  </a:lnTo>
                  <a:lnTo>
                    <a:pt x="6143638" y="2307719"/>
                  </a:lnTo>
                  <a:lnTo>
                    <a:pt x="6157023" y="2310135"/>
                  </a:lnTo>
                  <a:lnTo>
                    <a:pt x="6170408" y="2312474"/>
                  </a:lnTo>
                  <a:lnTo>
                    <a:pt x="6183792" y="2314685"/>
                  </a:lnTo>
                  <a:lnTo>
                    <a:pt x="6197177" y="2316805"/>
                  </a:lnTo>
                  <a:lnTo>
                    <a:pt x="6210562" y="2318849"/>
                  </a:lnTo>
                  <a:lnTo>
                    <a:pt x="6223947" y="2320778"/>
                  </a:lnTo>
                  <a:lnTo>
                    <a:pt x="6237332" y="2322610"/>
                  </a:lnTo>
                  <a:lnTo>
                    <a:pt x="6250717" y="2324370"/>
                  </a:lnTo>
                  <a:lnTo>
                    <a:pt x="6264101" y="2326030"/>
                  </a:lnTo>
                  <a:lnTo>
                    <a:pt x="6277486" y="2327589"/>
                  </a:lnTo>
                  <a:lnTo>
                    <a:pt x="6290871" y="2329081"/>
                  </a:lnTo>
                  <a:lnTo>
                    <a:pt x="6304256" y="2330490"/>
                  </a:lnTo>
                  <a:lnTo>
                    <a:pt x="6317641" y="2331798"/>
                  </a:lnTo>
                  <a:lnTo>
                    <a:pt x="6331026" y="2333045"/>
                  </a:lnTo>
                  <a:lnTo>
                    <a:pt x="6344410" y="2334228"/>
                  </a:lnTo>
                  <a:lnTo>
                    <a:pt x="6357795" y="2335312"/>
                  </a:lnTo>
                  <a:lnTo>
                    <a:pt x="6371180" y="2336345"/>
                  </a:lnTo>
                  <a:lnTo>
                    <a:pt x="6384565" y="2337326"/>
                  </a:lnTo>
                  <a:lnTo>
                    <a:pt x="6397950" y="2338223"/>
                  </a:lnTo>
                  <a:lnTo>
                    <a:pt x="6411335" y="2339075"/>
                  </a:lnTo>
                  <a:lnTo>
                    <a:pt x="6424719" y="2339887"/>
                  </a:lnTo>
                  <a:lnTo>
                    <a:pt x="6438104" y="2340636"/>
                  </a:lnTo>
                  <a:lnTo>
                    <a:pt x="6451489" y="2341347"/>
                  </a:lnTo>
                  <a:lnTo>
                    <a:pt x="6464874" y="2342028"/>
                  </a:lnTo>
                  <a:lnTo>
                    <a:pt x="6478259" y="2342667"/>
                  </a:lnTo>
                  <a:lnTo>
                    <a:pt x="6491644" y="2343278"/>
                  </a:lnTo>
                  <a:lnTo>
                    <a:pt x="6505028" y="2343869"/>
                  </a:lnTo>
                  <a:lnTo>
                    <a:pt x="6518413" y="2344438"/>
                  </a:lnTo>
                  <a:lnTo>
                    <a:pt x="6531798" y="2344989"/>
                  </a:lnTo>
                  <a:lnTo>
                    <a:pt x="6545183" y="2345533"/>
                  </a:lnTo>
                  <a:lnTo>
                    <a:pt x="6558568" y="2346069"/>
                  </a:lnTo>
                  <a:lnTo>
                    <a:pt x="6571953" y="2346603"/>
                  </a:lnTo>
                  <a:lnTo>
                    <a:pt x="6585337" y="2347139"/>
                  </a:lnTo>
                  <a:lnTo>
                    <a:pt x="6598722" y="2347679"/>
                  </a:lnTo>
                  <a:lnTo>
                    <a:pt x="6612107" y="2348233"/>
                  </a:lnTo>
                  <a:lnTo>
                    <a:pt x="6625492" y="2348798"/>
                  </a:lnTo>
                  <a:lnTo>
                    <a:pt x="6638877" y="2349376"/>
                  </a:lnTo>
                  <a:lnTo>
                    <a:pt x="6652262" y="2349984"/>
                  </a:lnTo>
                  <a:lnTo>
                    <a:pt x="6665646" y="2350612"/>
                  </a:lnTo>
                  <a:lnTo>
                    <a:pt x="6679031" y="2351260"/>
                  </a:lnTo>
                  <a:lnTo>
                    <a:pt x="6692416" y="2351946"/>
                  </a:lnTo>
                  <a:lnTo>
                    <a:pt x="6705801" y="2352663"/>
                  </a:lnTo>
                  <a:lnTo>
                    <a:pt x="6719186" y="2353406"/>
                  </a:lnTo>
                  <a:lnTo>
                    <a:pt x="6732571" y="2354193"/>
                  </a:lnTo>
                  <a:lnTo>
                    <a:pt x="6745955" y="2355018"/>
                  </a:lnTo>
                  <a:lnTo>
                    <a:pt x="6759340" y="2355875"/>
                  </a:lnTo>
                  <a:lnTo>
                    <a:pt x="6772725" y="2356775"/>
                  </a:lnTo>
                  <a:lnTo>
                    <a:pt x="6786110" y="2357722"/>
                  </a:lnTo>
                  <a:lnTo>
                    <a:pt x="6799495" y="2358702"/>
                  </a:lnTo>
                  <a:lnTo>
                    <a:pt x="6812880" y="2359724"/>
                  </a:lnTo>
                  <a:lnTo>
                    <a:pt x="6826264" y="2360798"/>
                  </a:lnTo>
                  <a:lnTo>
                    <a:pt x="6839649" y="2361905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1885"/>
            </a:xfrm>
            <a:custGeom>
              <a:avLst/>
              <a:pathLst>
                <a:path w="6839649" h="2771885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433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44157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610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8828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804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7264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188, median = -0.7 %   |   Male: N = 135, median = 2.5 %   |   Mann-Whitney U p = 0.165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2026-08-17T08:26:34Z</dcterms:modified>
  <cp:category/>
</cp:coreProperties>
</file>