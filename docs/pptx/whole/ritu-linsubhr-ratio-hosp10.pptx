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79907"/>
            </a:xfrm>
            <a:custGeom>
              <a:avLst/>
              <a:pathLst>
                <a:path w="7090630" h="3279907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  <a:lnTo>
                    <a:pt x="7090630" y="0"/>
                  </a:lnTo>
                  <a:lnTo>
                    <a:pt x="7090630" y="3264605"/>
                  </a:lnTo>
                  <a:lnTo>
                    <a:pt x="7019007" y="3259250"/>
                  </a:lnTo>
                  <a:lnTo>
                    <a:pt x="6947385" y="3253764"/>
                  </a:lnTo>
                  <a:lnTo>
                    <a:pt x="6875762" y="3248145"/>
                  </a:lnTo>
                  <a:lnTo>
                    <a:pt x="6804139" y="3242388"/>
                  </a:lnTo>
                  <a:lnTo>
                    <a:pt x="6732517" y="3236490"/>
                  </a:lnTo>
                  <a:lnTo>
                    <a:pt x="6660894" y="3230449"/>
                  </a:lnTo>
                  <a:lnTo>
                    <a:pt x="6589272" y="3224259"/>
                  </a:lnTo>
                  <a:lnTo>
                    <a:pt x="6517649" y="3217919"/>
                  </a:lnTo>
                  <a:lnTo>
                    <a:pt x="6446027" y="3211423"/>
                  </a:lnTo>
                  <a:lnTo>
                    <a:pt x="6374404" y="3204769"/>
                  </a:lnTo>
                  <a:lnTo>
                    <a:pt x="6302782" y="3197952"/>
                  </a:lnTo>
                  <a:lnTo>
                    <a:pt x="6231159" y="3190969"/>
                  </a:lnTo>
                  <a:lnTo>
                    <a:pt x="6159537" y="3183815"/>
                  </a:lnTo>
                  <a:lnTo>
                    <a:pt x="6087914" y="3176486"/>
                  </a:lnTo>
                  <a:lnTo>
                    <a:pt x="6016292" y="3168978"/>
                  </a:lnTo>
                  <a:lnTo>
                    <a:pt x="5944669" y="3161287"/>
                  </a:lnTo>
                  <a:lnTo>
                    <a:pt x="5873047" y="3153408"/>
                  </a:lnTo>
                  <a:lnTo>
                    <a:pt x="5801424" y="3145336"/>
                  </a:lnTo>
                  <a:lnTo>
                    <a:pt x="5729802" y="3137067"/>
                  </a:lnTo>
                  <a:lnTo>
                    <a:pt x="5658179" y="3128596"/>
                  </a:lnTo>
                  <a:lnTo>
                    <a:pt x="5586557" y="3119918"/>
                  </a:lnTo>
                  <a:lnTo>
                    <a:pt x="5514934" y="3111028"/>
                  </a:lnTo>
                  <a:lnTo>
                    <a:pt x="5443311" y="3101920"/>
                  </a:lnTo>
                  <a:lnTo>
                    <a:pt x="5371689" y="3092590"/>
                  </a:lnTo>
                  <a:lnTo>
                    <a:pt x="5300066" y="3083032"/>
                  </a:lnTo>
                  <a:lnTo>
                    <a:pt x="5228444" y="3073241"/>
                  </a:lnTo>
                  <a:lnTo>
                    <a:pt x="5156821" y="3063210"/>
                  </a:lnTo>
                  <a:lnTo>
                    <a:pt x="5085199" y="3052935"/>
                  </a:lnTo>
                  <a:lnTo>
                    <a:pt x="5013576" y="3042408"/>
                  </a:lnTo>
                  <a:lnTo>
                    <a:pt x="4941954" y="3031624"/>
                  </a:lnTo>
                  <a:lnTo>
                    <a:pt x="4870331" y="3020576"/>
                  </a:lnTo>
                  <a:lnTo>
                    <a:pt x="4798709" y="3009259"/>
                  </a:lnTo>
                  <a:lnTo>
                    <a:pt x="4727086" y="2997664"/>
                  </a:lnTo>
                  <a:lnTo>
                    <a:pt x="4655464" y="2985787"/>
                  </a:lnTo>
                  <a:lnTo>
                    <a:pt x="4583841" y="2973619"/>
                  </a:lnTo>
                  <a:lnTo>
                    <a:pt x="4512219" y="2961155"/>
                  </a:lnTo>
                  <a:lnTo>
                    <a:pt x="4440596" y="2948385"/>
                  </a:lnTo>
                  <a:lnTo>
                    <a:pt x="4368974" y="2935304"/>
                  </a:lnTo>
                  <a:lnTo>
                    <a:pt x="4297351" y="2921902"/>
                  </a:lnTo>
                  <a:lnTo>
                    <a:pt x="4225729" y="2908174"/>
                  </a:lnTo>
                  <a:lnTo>
                    <a:pt x="4154106" y="2894110"/>
                  </a:lnTo>
                  <a:lnTo>
                    <a:pt x="4082483" y="2879702"/>
                  </a:lnTo>
                  <a:lnTo>
                    <a:pt x="4010861" y="2864942"/>
                  </a:lnTo>
                  <a:lnTo>
                    <a:pt x="3939238" y="2849822"/>
                  </a:lnTo>
                  <a:lnTo>
                    <a:pt x="3867616" y="2834332"/>
                  </a:lnTo>
                  <a:lnTo>
                    <a:pt x="3795993" y="2818463"/>
                  </a:lnTo>
                  <a:lnTo>
                    <a:pt x="3724371" y="2802207"/>
                  </a:lnTo>
                  <a:lnTo>
                    <a:pt x="3652748" y="2785554"/>
                  </a:lnTo>
                  <a:lnTo>
                    <a:pt x="3581126" y="2768494"/>
                  </a:lnTo>
                  <a:lnTo>
                    <a:pt x="3509503" y="2751016"/>
                  </a:lnTo>
                  <a:lnTo>
                    <a:pt x="3437881" y="2733112"/>
                  </a:lnTo>
                  <a:lnTo>
                    <a:pt x="3366258" y="2714770"/>
                  </a:lnTo>
                  <a:lnTo>
                    <a:pt x="3294636" y="2695981"/>
                  </a:lnTo>
                  <a:lnTo>
                    <a:pt x="3223013" y="2676732"/>
                  </a:lnTo>
                  <a:lnTo>
                    <a:pt x="3151391" y="2657012"/>
                  </a:lnTo>
                  <a:lnTo>
                    <a:pt x="3079768" y="2676885"/>
                  </a:lnTo>
                  <a:lnTo>
                    <a:pt x="3008146" y="2702293"/>
                  </a:lnTo>
                  <a:lnTo>
                    <a:pt x="2936523" y="2726900"/>
                  </a:lnTo>
                  <a:lnTo>
                    <a:pt x="2864901" y="2750733"/>
                  </a:lnTo>
                  <a:lnTo>
                    <a:pt x="2793278" y="2773815"/>
                  </a:lnTo>
                  <a:lnTo>
                    <a:pt x="2721655" y="2796170"/>
                  </a:lnTo>
                  <a:lnTo>
                    <a:pt x="2650033" y="2817821"/>
                  </a:lnTo>
                  <a:lnTo>
                    <a:pt x="2578410" y="2838791"/>
                  </a:lnTo>
                  <a:lnTo>
                    <a:pt x="2506788" y="2859100"/>
                  </a:lnTo>
                  <a:lnTo>
                    <a:pt x="2435165" y="2878770"/>
                  </a:lnTo>
                  <a:lnTo>
                    <a:pt x="2363543" y="2897820"/>
                  </a:lnTo>
                  <a:lnTo>
                    <a:pt x="2291920" y="2916271"/>
                  </a:lnTo>
                  <a:lnTo>
                    <a:pt x="2220298" y="2934140"/>
                  </a:lnTo>
                  <a:lnTo>
                    <a:pt x="2148675" y="2951447"/>
                  </a:lnTo>
                  <a:lnTo>
                    <a:pt x="2077053" y="2968209"/>
                  </a:lnTo>
                  <a:lnTo>
                    <a:pt x="2005430" y="2984443"/>
                  </a:lnTo>
                  <a:lnTo>
                    <a:pt x="1933808" y="3000165"/>
                  </a:lnTo>
                  <a:lnTo>
                    <a:pt x="1862185" y="3015393"/>
                  </a:lnTo>
                  <a:lnTo>
                    <a:pt x="1790563" y="3030141"/>
                  </a:lnTo>
                  <a:lnTo>
                    <a:pt x="1718940" y="3044425"/>
                  </a:lnTo>
                  <a:lnTo>
                    <a:pt x="1647318" y="3058259"/>
                  </a:lnTo>
                  <a:lnTo>
                    <a:pt x="1575695" y="3071657"/>
                  </a:lnTo>
                  <a:lnTo>
                    <a:pt x="1504073" y="3084634"/>
                  </a:lnTo>
                  <a:lnTo>
                    <a:pt x="1432450" y="3097201"/>
                  </a:lnTo>
                  <a:lnTo>
                    <a:pt x="1360827" y="3109373"/>
                  </a:lnTo>
                  <a:lnTo>
                    <a:pt x="1289205" y="3121162"/>
                  </a:lnTo>
                  <a:lnTo>
                    <a:pt x="1217582" y="3132580"/>
                  </a:lnTo>
                  <a:lnTo>
                    <a:pt x="1145960" y="3143638"/>
                  </a:lnTo>
                  <a:lnTo>
                    <a:pt x="1074337" y="3154348"/>
                  </a:lnTo>
                  <a:lnTo>
                    <a:pt x="1002715" y="3164720"/>
                  </a:lnTo>
                  <a:lnTo>
                    <a:pt x="931092" y="3174766"/>
                  </a:lnTo>
                  <a:lnTo>
                    <a:pt x="859470" y="3184496"/>
                  </a:lnTo>
                  <a:lnTo>
                    <a:pt x="787847" y="3193919"/>
                  </a:lnTo>
                  <a:lnTo>
                    <a:pt x="716225" y="3203045"/>
                  </a:lnTo>
                  <a:lnTo>
                    <a:pt x="644602" y="3211884"/>
                  </a:lnTo>
                  <a:lnTo>
                    <a:pt x="572980" y="3220445"/>
                  </a:lnTo>
                  <a:lnTo>
                    <a:pt x="501357" y="3228736"/>
                  </a:lnTo>
                  <a:lnTo>
                    <a:pt x="429735" y="3236766"/>
                  </a:lnTo>
                  <a:lnTo>
                    <a:pt x="358112" y="3244544"/>
                  </a:lnTo>
                  <a:lnTo>
                    <a:pt x="286490" y="3252076"/>
                  </a:lnTo>
                  <a:lnTo>
                    <a:pt x="214867" y="3259371"/>
                  </a:lnTo>
                  <a:lnTo>
                    <a:pt x="143245" y="3266437"/>
                  </a:lnTo>
                  <a:lnTo>
                    <a:pt x="71622" y="3273280"/>
                  </a:lnTo>
                  <a:lnTo>
                    <a:pt x="0" y="3279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6353812" cy="2650652"/>
            </a:xfrm>
            <a:custGeom>
              <a:avLst/>
              <a:pathLst>
                <a:path w="6353812" h="2650652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515"/>
              <a:ext cx="7090630" cy="622894"/>
            </a:xfrm>
            <a:custGeom>
              <a:avLst/>
              <a:pathLst>
                <a:path w="7090630" h="622894">
                  <a:moveTo>
                    <a:pt x="7090630" y="607592"/>
                  </a:moveTo>
                  <a:lnTo>
                    <a:pt x="7019007" y="602237"/>
                  </a:lnTo>
                  <a:lnTo>
                    <a:pt x="6947385" y="596752"/>
                  </a:lnTo>
                  <a:lnTo>
                    <a:pt x="6875762" y="591132"/>
                  </a:lnTo>
                  <a:lnTo>
                    <a:pt x="6804139" y="585375"/>
                  </a:lnTo>
                  <a:lnTo>
                    <a:pt x="6732517" y="579478"/>
                  </a:lnTo>
                  <a:lnTo>
                    <a:pt x="6660894" y="573436"/>
                  </a:lnTo>
                  <a:lnTo>
                    <a:pt x="6589272" y="567247"/>
                  </a:lnTo>
                  <a:lnTo>
                    <a:pt x="6517649" y="560906"/>
                  </a:lnTo>
                  <a:lnTo>
                    <a:pt x="6446027" y="554411"/>
                  </a:lnTo>
                  <a:lnTo>
                    <a:pt x="6374404" y="547756"/>
                  </a:lnTo>
                  <a:lnTo>
                    <a:pt x="6302782" y="540940"/>
                  </a:lnTo>
                  <a:lnTo>
                    <a:pt x="6231159" y="533956"/>
                  </a:lnTo>
                  <a:lnTo>
                    <a:pt x="6159537" y="526802"/>
                  </a:lnTo>
                  <a:lnTo>
                    <a:pt x="6087914" y="519473"/>
                  </a:lnTo>
                  <a:lnTo>
                    <a:pt x="6016292" y="511966"/>
                  </a:lnTo>
                  <a:lnTo>
                    <a:pt x="5944669" y="504274"/>
                  </a:lnTo>
                  <a:lnTo>
                    <a:pt x="5873047" y="496395"/>
                  </a:lnTo>
                  <a:lnTo>
                    <a:pt x="5801424" y="488323"/>
                  </a:lnTo>
                  <a:lnTo>
                    <a:pt x="5729802" y="480054"/>
                  </a:lnTo>
                  <a:lnTo>
                    <a:pt x="5658179" y="471583"/>
                  </a:lnTo>
                  <a:lnTo>
                    <a:pt x="5586557" y="462905"/>
                  </a:lnTo>
                  <a:lnTo>
                    <a:pt x="5514934" y="454015"/>
                  </a:lnTo>
                  <a:lnTo>
                    <a:pt x="5443311" y="444907"/>
                  </a:lnTo>
                  <a:lnTo>
                    <a:pt x="5371689" y="435578"/>
                  </a:lnTo>
                  <a:lnTo>
                    <a:pt x="5300066" y="426020"/>
                  </a:lnTo>
                  <a:lnTo>
                    <a:pt x="5228444" y="416228"/>
                  </a:lnTo>
                  <a:lnTo>
                    <a:pt x="5156821" y="406198"/>
                  </a:lnTo>
                  <a:lnTo>
                    <a:pt x="5085199" y="395922"/>
                  </a:lnTo>
                  <a:lnTo>
                    <a:pt x="5013576" y="385395"/>
                  </a:lnTo>
                  <a:lnTo>
                    <a:pt x="4941954" y="374611"/>
                  </a:lnTo>
                  <a:lnTo>
                    <a:pt x="4870331" y="363563"/>
                  </a:lnTo>
                  <a:lnTo>
                    <a:pt x="4798709" y="352246"/>
                  </a:lnTo>
                  <a:lnTo>
                    <a:pt x="4727086" y="340652"/>
                  </a:lnTo>
                  <a:lnTo>
                    <a:pt x="4655464" y="328774"/>
                  </a:lnTo>
                  <a:lnTo>
                    <a:pt x="4583841" y="316607"/>
                  </a:lnTo>
                  <a:lnTo>
                    <a:pt x="4512219" y="304142"/>
                  </a:lnTo>
                  <a:lnTo>
                    <a:pt x="4440596" y="291372"/>
                  </a:lnTo>
                  <a:lnTo>
                    <a:pt x="4368974" y="278291"/>
                  </a:lnTo>
                  <a:lnTo>
                    <a:pt x="4297351" y="264890"/>
                  </a:lnTo>
                  <a:lnTo>
                    <a:pt x="4225729" y="251161"/>
                  </a:lnTo>
                  <a:lnTo>
                    <a:pt x="4154106" y="237097"/>
                  </a:lnTo>
                  <a:lnTo>
                    <a:pt x="4082483" y="222689"/>
                  </a:lnTo>
                  <a:lnTo>
                    <a:pt x="4010861" y="207929"/>
                  </a:lnTo>
                  <a:lnTo>
                    <a:pt x="3939238" y="192809"/>
                  </a:lnTo>
                  <a:lnTo>
                    <a:pt x="3867616" y="177319"/>
                  </a:lnTo>
                  <a:lnTo>
                    <a:pt x="3795993" y="161451"/>
                  </a:lnTo>
                  <a:lnTo>
                    <a:pt x="3724371" y="145194"/>
                  </a:lnTo>
                  <a:lnTo>
                    <a:pt x="3652748" y="128541"/>
                  </a:lnTo>
                  <a:lnTo>
                    <a:pt x="3581126" y="111481"/>
                  </a:lnTo>
                  <a:lnTo>
                    <a:pt x="3509503" y="94004"/>
                  </a:lnTo>
                  <a:lnTo>
                    <a:pt x="3437881" y="76099"/>
                  </a:lnTo>
                  <a:lnTo>
                    <a:pt x="3366258" y="57758"/>
                  </a:lnTo>
                  <a:lnTo>
                    <a:pt x="3294636" y="38968"/>
                  </a:lnTo>
                  <a:lnTo>
                    <a:pt x="3223013" y="19719"/>
                  </a:lnTo>
                  <a:lnTo>
                    <a:pt x="3151391" y="0"/>
                  </a:lnTo>
                  <a:lnTo>
                    <a:pt x="3079768" y="19872"/>
                  </a:lnTo>
                  <a:lnTo>
                    <a:pt x="3008146" y="45280"/>
                  </a:lnTo>
                  <a:lnTo>
                    <a:pt x="2936523" y="69887"/>
                  </a:lnTo>
                  <a:lnTo>
                    <a:pt x="2864901" y="93720"/>
                  </a:lnTo>
                  <a:lnTo>
                    <a:pt x="2793278" y="116802"/>
                  </a:lnTo>
                  <a:lnTo>
                    <a:pt x="2721655" y="139157"/>
                  </a:lnTo>
                  <a:lnTo>
                    <a:pt x="2650033" y="160809"/>
                  </a:lnTo>
                  <a:lnTo>
                    <a:pt x="2578410" y="181778"/>
                  </a:lnTo>
                  <a:lnTo>
                    <a:pt x="2506788" y="202087"/>
                  </a:lnTo>
                  <a:lnTo>
                    <a:pt x="2435165" y="221757"/>
                  </a:lnTo>
                  <a:lnTo>
                    <a:pt x="2363543" y="240807"/>
                  </a:lnTo>
                  <a:lnTo>
                    <a:pt x="2291920" y="259258"/>
                  </a:lnTo>
                  <a:lnTo>
                    <a:pt x="2220298" y="277127"/>
                  </a:lnTo>
                  <a:lnTo>
                    <a:pt x="2148675" y="294434"/>
                  </a:lnTo>
                  <a:lnTo>
                    <a:pt x="2077053" y="311196"/>
                  </a:lnTo>
                  <a:lnTo>
                    <a:pt x="2005430" y="327430"/>
                  </a:lnTo>
                  <a:lnTo>
                    <a:pt x="1933808" y="343153"/>
                  </a:lnTo>
                  <a:lnTo>
                    <a:pt x="1862185" y="358380"/>
                  </a:lnTo>
                  <a:lnTo>
                    <a:pt x="1790563" y="373128"/>
                  </a:lnTo>
                  <a:lnTo>
                    <a:pt x="1718940" y="387412"/>
                  </a:lnTo>
                  <a:lnTo>
                    <a:pt x="1647318" y="401246"/>
                  </a:lnTo>
                  <a:lnTo>
                    <a:pt x="1575695" y="414644"/>
                  </a:lnTo>
                  <a:lnTo>
                    <a:pt x="1504073" y="427621"/>
                  </a:lnTo>
                  <a:lnTo>
                    <a:pt x="1432450" y="440189"/>
                  </a:lnTo>
                  <a:lnTo>
                    <a:pt x="1360827" y="452361"/>
                  </a:lnTo>
                  <a:lnTo>
                    <a:pt x="1289205" y="464149"/>
                  </a:lnTo>
                  <a:lnTo>
                    <a:pt x="1217582" y="475567"/>
                  </a:lnTo>
                  <a:lnTo>
                    <a:pt x="1145960" y="486625"/>
                  </a:lnTo>
                  <a:lnTo>
                    <a:pt x="1074337" y="497335"/>
                  </a:lnTo>
                  <a:lnTo>
                    <a:pt x="1002715" y="507707"/>
                  </a:lnTo>
                  <a:lnTo>
                    <a:pt x="931092" y="517753"/>
                  </a:lnTo>
                  <a:lnTo>
                    <a:pt x="859470" y="527483"/>
                  </a:lnTo>
                  <a:lnTo>
                    <a:pt x="787847" y="536906"/>
                  </a:lnTo>
                  <a:lnTo>
                    <a:pt x="716225" y="546033"/>
                  </a:lnTo>
                  <a:lnTo>
                    <a:pt x="644602" y="554872"/>
                  </a:lnTo>
                  <a:lnTo>
                    <a:pt x="572980" y="563432"/>
                  </a:lnTo>
                  <a:lnTo>
                    <a:pt x="501357" y="571724"/>
                  </a:lnTo>
                  <a:lnTo>
                    <a:pt x="429735" y="579754"/>
                  </a:lnTo>
                  <a:lnTo>
                    <a:pt x="358112" y="587531"/>
                  </a:lnTo>
                  <a:lnTo>
                    <a:pt x="286490" y="595063"/>
                  </a:lnTo>
                  <a:lnTo>
                    <a:pt x="214867" y="602358"/>
                  </a:lnTo>
                  <a:lnTo>
                    <a:pt x="143245" y="609424"/>
                  </a:lnTo>
                  <a:lnTo>
                    <a:pt x="71622" y="616267"/>
                  </a:lnTo>
                  <a:lnTo>
                    <a:pt x="0" y="622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27246"/>
              <a:ext cx="7090630" cy="331797"/>
            </a:xfrm>
            <a:custGeom>
              <a:avLst/>
              <a:pathLst>
                <a:path w="7090630" h="331797">
                  <a:moveTo>
                    <a:pt x="0" y="331797"/>
                  </a:moveTo>
                  <a:lnTo>
                    <a:pt x="71622" y="329050"/>
                  </a:lnTo>
                  <a:lnTo>
                    <a:pt x="143245" y="326292"/>
                  </a:lnTo>
                  <a:lnTo>
                    <a:pt x="214867" y="323523"/>
                  </a:lnTo>
                  <a:lnTo>
                    <a:pt x="286490" y="320743"/>
                  </a:lnTo>
                  <a:lnTo>
                    <a:pt x="358112" y="317952"/>
                  </a:lnTo>
                  <a:lnTo>
                    <a:pt x="429735" y="315150"/>
                  </a:lnTo>
                  <a:lnTo>
                    <a:pt x="501357" y="312337"/>
                  </a:lnTo>
                  <a:lnTo>
                    <a:pt x="572980" y="309513"/>
                  </a:lnTo>
                  <a:lnTo>
                    <a:pt x="644602" y="306677"/>
                  </a:lnTo>
                  <a:lnTo>
                    <a:pt x="716225" y="303831"/>
                  </a:lnTo>
                  <a:lnTo>
                    <a:pt x="787847" y="300974"/>
                  </a:lnTo>
                  <a:lnTo>
                    <a:pt x="859470" y="298105"/>
                  </a:lnTo>
                  <a:lnTo>
                    <a:pt x="931092" y="295225"/>
                  </a:lnTo>
                  <a:lnTo>
                    <a:pt x="1002715" y="292333"/>
                  </a:lnTo>
                  <a:lnTo>
                    <a:pt x="1074337" y="289431"/>
                  </a:lnTo>
                  <a:lnTo>
                    <a:pt x="1145960" y="286517"/>
                  </a:lnTo>
                  <a:lnTo>
                    <a:pt x="1217582" y="283591"/>
                  </a:lnTo>
                  <a:lnTo>
                    <a:pt x="1289205" y="280654"/>
                  </a:lnTo>
                  <a:lnTo>
                    <a:pt x="1360827" y="277705"/>
                  </a:lnTo>
                  <a:lnTo>
                    <a:pt x="1432450" y="274745"/>
                  </a:lnTo>
                  <a:lnTo>
                    <a:pt x="1504073" y="271773"/>
                  </a:lnTo>
                  <a:lnTo>
                    <a:pt x="1575695" y="268789"/>
                  </a:lnTo>
                  <a:lnTo>
                    <a:pt x="1647318" y="265794"/>
                  </a:lnTo>
                  <a:lnTo>
                    <a:pt x="1718940" y="262786"/>
                  </a:lnTo>
                  <a:lnTo>
                    <a:pt x="1790563" y="259767"/>
                  </a:lnTo>
                  <a:lnTo>
                    <a:pt x="1862185" y="256737"/>
                  </a:lnTo>
                  <a:lnTo>
                    <a:pt x="1933808" y="253694"/>
                  </a:lnTo>
                  <a:lnTo>
                    <a:pt x="2005430" y="250639"/>
                  </a:lnTo>
                  <a:lnTo>
                    <a:pt x="2077053" y="247572"/>
                  </a:lnTo>
                  <a:lnTo>
                    <a:pt x="2148675" y="244493"/>
                  </a:lnTo>
                  <a:lnTo>
                    <a:pt x="2220298" y="241402"/>
                  </a:lnTo>
                  <a:lnTo>
                    <a:pt x="2291920" y="238299"/>
                  </a:lnTo>
                  <a:lnTo>
                    <a:pt x="2363543" y="235184"/>
                  </a:lnTo>
                  <a:lnTo>
                    <a:pt x="2435165" y="232056"/>
                  </a:lnTo>
                  <a:lnTo>
                    <a:pt x="2506788" y="228916"/>
                  </a:lnTo>
                  <a:lnTo>
                    <a:pt x="2578410" y="225764"/>
                  </a:lnTo>
                  <a:lnTo>
                    <a:pt x="2650033" y="222599"/>
                  </a:lnTo>
                  <a:lnTo>
                    <a:pt x="2721655" y="219422"/>
                  </a:lnTo>
                  <a:lnTo>
                    <a:pt x="2793278" y="216232"/>
                  </a:lnTo>
                  <a:lnTo>
                    <a:pt x="2864901" y="213030"/>
                  </a:lnTo>
                  <a:lnTo>
                    <a:pt x="2936523" y="209815"/>
                  </a:lnTo>
                  <a:lnTo>
                    <a:pt x="3008146" y="206588"/>
                  </a:lnTo>
                  <a:lnTo>
                    <a:pt x="3079768" y="203348"/>
                  </a:lnTo>
                  <a:lnTo>
                    <a:pt x="3151391" y="200095"/>
                  </a:lnTo>
                  <a:lnTo>
                    <a:pt x="3223013" y="196829"/>
                  </a:lnTo>
                  <a:lnTo>
                    <a:pt x="3294636" y="193550"/>
                  </a:lnTo>
                  <a:lnTo>
                    <a:pt x="3366258" y="190259"/>
                  </a:lnTo>
                  <a:lnTo>
                    <a:pt x="3437881" y="186954"/>
                  </a:lnTo>
                  <a:lnTo>
                    <a:pt x="3509503" y="183637"/>
                  </a:lnTo>
                  <a:lnTo>
                    <a:pt x="3581126" y="180307"/>
                  </a:lnTo>
                  <a:lnTo>
                    <a:pt x="3652748" y="176963"/>
                  </a:lnTo>
                  <a:lnTo>
                    <a:pt x="3724371" y="173606"/>
                  </a:lnTo>
                  <a:lnTo>
                    <a:pt x="3795993" y="170236"/>
                  </a:lnTo>
                  <a:lnTo>
                    <a:pt x="3867616" y="166853"/>
                  </a:lnTo>
                  <a:lnTo>
                    <a:pt x="3939238" y="163457"/>
                  </a:lnTo>
                  <a:lnTo>
                    <a:pt x="4010861" y="160047"/>
                  </a:lnTo>
                  <a:lnTo>
                    <a:pt x="4082483" y="156623"/>
                  </a:lnTo>
                  <a:lnTo>
                    <a:pt x="4154106" y="153187"/>
                  </a:lnTo>
                  <a:lnTo>
                    <a:pt x="4225729" y="149736"/>
                  </a:lnTo>
                  <a:lnTo>
                    <a:pt x="4297351" y="146272"/>
                  </a:lnTo>
                  <a:lnTo>
                    <a:pt x="4368974" y="142795"/>
                  </a:lnTo>
                  <a:lnTo>
                    <a:pt x="4440596" y="139304"/>
                  </a:lnTo>
                  <a:lnTo>
                    <a:pt x="4512219" y="135799"/>
                  </a:lnTo>
                  <a:lnTo>
                    <a:pt x="4583841" y="132280"/>
                  </a:lnTo>
                  <a:lnTo>
                    <a:pt x="4655464" y="128747"/>
                  </a:lnTo>
                  <a:lnTo>
                    <a:pt x="4727086" y="125201"/>
                  </a:lnTo>
                  <a:lnTo>
                    <a:pt x="4798709" y="121641"/>
                  </a:lnTo>
                  <a:lnTo>
                    <a:pt x="4870331" y="118066"/>
                  </a:lnTo>
                  <a:lnTo>
                    <a:pt x="4941954" y="114478"/>
                  </a:lnTo>
                  <a:lnTo>
                    <a:pt x="5013576" y="110875"/>
                  </a:lnTo>
                  <a:lnTo>
                    <a:pt x="5085199" y="107258"/>
                  </a:lnTo>
                  <a:lnTo>
                    <a:pt x="5156821" y="103627"/>
                  </a:lnTo>
                  <a:lnTo>
                    <a:pt x="5228444" y="99982"/>
                  </a:lnTo>
                  <a:lnTo>
                    <a:pt x="5300066" y="96322"/>
                  </a:lnTo>
                  <a:lnTo>
                    <a:pt x="5371689" y="92648"/>
                  </a:lnTo>
                  <a:lnTo>
                    <a:pt x="5443311" y="88960"/>
                  </a:lnTo>
                  <a:lnTo>
                    <a:pt x="5514934" y="85257"/>
                  </a:lnTo>
                  <a:lnTo>
                    <a:pt x="5586557" y="81539"/>
                  </a:lnTo>
                  <a:lnTo>
                    <a:pt x="5658179" y="77807"/>
                  </a:lnTo>
                  <a:lnTo>
                    <a:pt x="5729802" y="74060"/>
                  </a:lnTo>
                  <a:lnTo>
                    <a:pt x="5801424" y="70298"/>
                  </a:lnTo>
                  <a:lnTo>
                    <a:pt x="5873047" y="66522"/>
                  </a:lnTo>
                  <a:lnTo>
                    <a:pt x="5944669" y="62730"/>
                  </a:lnTo>
                  <a:lnTo>
                    <a:pt x="6016292" y="58924"/>
                  </a:lnTo>
                  <a:lnTo>
                    <a:pt x="6087914" y="55103"/>
                  </a:lnTo>
                  <a:lnTo>
                    <a:pt x="6159537" y="51267"/>
                  </a:lnTo>
                  <a:lnTo>
                    <a:pt x="6231159" y="47415"/>
                  </a:lnTo>
                  <a:lnTo>
                    <a:pt x="6302782" y="43549"/>
                  </a:lnTo>
                  <a:lnTo>
                    <a:pt x="6374404" y="39667"/>
                  </a:lnTo>
                  <a:lnTo>
                    <a:pt x="6446027" y="35770"/>
                  </a:lnTo>
                  <a:lnTo>
                    <a:pt x="6517649" y="31858"/>
                  </a:lnTo>
                  <a:lnTo>
                    <a:pt x="6589272" y="27930"/>
                  </a:lnTo>
                  <a:lnTo>
                    <a:pt x="6660894" y="23987"/>
                  </a:lnTo>
                  <a:lnTo>
                    <a:pt x="6732517" y="20028"/>
                  </a:lnTo>
                  <a:lnTo>
                    <a:pt x="6804139" y="16054"/>
                  </a:lnTo>
                  <a:lnTo>
                    <a:pt x="6875762" y="12064"/>
                  </a:lnTo>
                  <a:lnTo>
                    <a:pt x="6947385" y="8058"/>
                  </a:lnTo>
                  <a:lnTo>
                    <a:pt x="7019007" y="40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0.784  |  per IQR decline (Δ = 25.8 %): 0.88 (0.34-2.26)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2026-08-19T20:27:17Z</dcterms:modified>
  <cp:category/>
</cp:coreProperties>
</file>