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84334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363394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2424542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162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6765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94649" y="423864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302924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35636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23651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340266" y="5372932"/>
              <a:ext cx="288014" cy="751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628281" y="5448051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916295" y="5372932"/>
              <a:ext cx="288014" cy="751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204310" y="5448051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492324" y="5448051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780339" y="5222696"/>
              <a:ext cx="288014" cy="22535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068353" y="5372932"/>
              <a:ext cx="288014" cy="751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356368" y="5222696"/>
              <a:ext cx="288014" cy="22535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44382" y="5297814"/>
              <a:ext cx="288014" cy="15023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932397" y="5147578"/>
              <a:ext cx="288014" cy="30047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220411" y="4922223"/>
              <a:ext cx="288014" cy="5258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508426" y="4621750"/>
              <a:ext cx="288014" cy="82630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96440" y="4771987"/>
              <a:ext cx="288014" cy="67606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084455" y="4396395"/>
              <a:ext cx="288014" cy="105165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372469" y="3494977"/>
              <a:ext cx="288014" cy="195307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660484" y="3570095"/>
              <a:ext cx="288014" cy="187795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948498" y="2217967"/>
              <a:ext cx="288014" cy="323008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236513" y="2142849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524527" y="3044268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812542" y="2743795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7100556" y="3194504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388571" y="3870568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76585" y="4997341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964600" y="5222696"/>
              <a:ext cx="288014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340266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628281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916295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204310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492324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780339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068353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356368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644382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932397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220411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508426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796440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084455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372469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660484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948498" y="5448051"/>
              <a:ext cx="288014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236513" y="2142849"/>
              <a:ext cx="288014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524527" y="3044268"/>
              <a:ext cx="288014" cy="240378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812542" y="2743795"/>
              <a:ext cx="288014" cy="27042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100556" y="3194504"/>
              <a:ext cx="288014" cy="225354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388571" y="3870568"/>
              <a:ext cx="288014" cy="157748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676585" y="4997341"/>
              <a:ext cx="288014" cy="45070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964600" y="5222696"/>
              <a:ext cx="288014" cy="22535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23651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35933" y="41876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6929" y="2978266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2537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197011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665327" y="5870717"/>
              <a:ext cx="226222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Discordance (mL/min)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94649" y="1688767"/>
              <a:ext cx="66905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Discordance (CKD-EPI Cr-Cys −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2026-10-09T15:05:51Z</dcterms:modified>
  <cp:category/>
</cp:coreProperties>
</file>