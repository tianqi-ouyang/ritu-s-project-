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147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283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15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489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17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21277"/>
              <a:ext cx="288014" cy="11267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391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07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2026-10-08T10:06:22Z</dcterms:modified>
  <cp:category/>
</cp:coreProperties>
</file>