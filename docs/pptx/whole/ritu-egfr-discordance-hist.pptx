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4334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3394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2454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423864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302924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35636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40266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16295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2780339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3068353" y="5372932"/>
              <a:ext cx="288014" cy="751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356368" y="5222696"/>
              <a:ext cx="288014" cy="22535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3644382" y="5297814"/>
              <a:ext cx="288014" cy="15023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932397" y="5147578"/>
              <a:ext cx="288014" cy="30047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0411" y="4922223"/>
              <a:ext cx="288014" cy="5258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508426" y="4621750"/>
              <a:ext cx="288014" cy="82630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796440" y="4771987"/>
              <a:ext cx="288014" cy="67606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084455" y="4396395"/>
              <a:ext cx="288014" cy="10516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5372469" y="3494977"/>
              <a:ext cx="288014" cy="19530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60484" y="3570095"/>
              <a:ext cx="288014" cy="187795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948498" y="2217967"/>
              <a:ext cx="288014" cy="32300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36513" y="2142849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524527" y="30442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812542" y="2743795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100556" y="3194504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388571" y="3870568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4997341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964600" y="5222696"/>
              <a:ext cx="288014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34026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62828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91629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20431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49232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78033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68353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35636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644382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932397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20411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508426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796440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084455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72469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60484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948498" y="5448051"/>
              <a:ext cx="288014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236513" y="2142849"/>
              <a:ext cx="288014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524527" y="3044268"/>
              <a:ext cx="288014" cy="240378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812542" y="2743795"/>
              <a:ext cx="288014" cy="27042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100556" y="3194504"/>
              <a:ext cx="288014" cy="225354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388571" y="3870568"/>
              <a:ext cx="288014" cy="157748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676585" y="4997341"/>
              <a:ext cx="288014" cy="45070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964600" y="5222696"/>
              <a:ext cx="288014" cy="2253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3651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35933" y="41876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6929" y="2978266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25372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619701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70" name="tx70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2026-10-27T09:33:06Z</dcterms:modified>
  <cp:category/>
</cp:coreProperties>
</file>