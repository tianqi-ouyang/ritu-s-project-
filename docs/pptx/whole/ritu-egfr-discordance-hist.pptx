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4147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2831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1515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423489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302173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35636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2365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340266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1628281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916295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2204310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2492324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2780339" y="5222696"/>
              <a:ext cx="288014" cy="22535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3068353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3356368" y="5222696"/>
              <a:ext cx="288014" cy="22535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3644382" y="5297814"/>
              <a:ext cx="288014" cy="15023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932397" y="5147578"/>
              <a:ext cx="288014" cy="30047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0411" y="4922223"/>
              <a:ext cx="288014" cy="5258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508426" y="4621750"/>
              <a:ext cx="288014" cy="82630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4796440" y="4771987"/>
              <a:ext cx="288014" cy="67606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084455" y="4321277"/>
              <a:ext cx="288014" cy="11267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5372469" y="3494977"/>
              <a:ext cx="288014" cy="19530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5660484" y="3570095"/>
              <a:ext cx="288014" cy="18779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948498" y="2217967"/>
              <a:ext cx="288014" cy="323008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6236513" y="2142849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524527" y="3044268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812542" y="2743795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7100556" y="3194504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388571" y="3870568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499734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964600" y="5222696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340266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628281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916295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204310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492324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780339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068353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356368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3644382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932397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220411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508426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796440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084455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372469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660484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948498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236513" y="2142849"/>
              <a:ext cx="288014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524527" y="3044268"/>
              <a:ext cx="288014" cy="240378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812542" y="2743795"/>
              <a:ext cx="288014" cy="27042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100556" y="3194504"/>
              <a:ext cx="288014" cy="225354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388571" y="3870568"/>
              <a:ext cx="288014" cy="157748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676585" y="4997341"/>
              <a:ext cx="288014" cy="45070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964600" y="5222696"/>
              <a:ext cx="288014" cy="22535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62365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4" name="tx64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35933" y="418391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6929" y="297075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325372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197011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2026-08-19T20:25:52Z</dcterms:modified>
  <cp:category/>
</cp:coreProperties>
</file>