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334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33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2454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86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92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96395"/>
              <a:ext cx="288014" cy="10516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76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826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2026-10-19T14:04:30Z</dcterms:modified>
  <cp:category/>
</cp:coreProperties>
</file>