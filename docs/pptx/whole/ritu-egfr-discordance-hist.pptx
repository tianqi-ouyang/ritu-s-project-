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994649" y="4843349"/>
              <a:ext cx="7603582" cy="0"/>
            </a:xfrm>
            <a:custGeom>
              <a:avLst/>
              <a:pathLst>
                <a:path w="7603582" h="0">
                  <a:moveTo>
                    <a:pt x="0" y="0"/>
                  </a:moveTo>
                  <a:lnTo>
                    <a:pt x="7603582" y="0"/>
                  </a:lnTo>
                  <a:lnTo>
                    <a:pt x="7603582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994649" y="3633946"/>
              <a:ext cx="7603582" cy="0"/>
            </a:xfrm>
            <a:custGeom>
              <a:avLst/>
              <a:pathLst>
                <a:path w="7603582" h="0">
                  <a:moveTo>
                    <a:pt x="0" y="0"/>
                  </a:moveTo>
                  <a:lnTo>
                    <a:pt x="7603582" y="0"/>
                  </a:lnTo>
                  <a:lnTo>
                    <a:pt x="7603582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994649" y="2424542"/>
              <a:ext cx="7603582" cy="0"/>
            </a:xfrm>
            <a:custGeom>
              <a:avLst/>
              <a:pathLst>
                <a:path w="7603582" h="0">
                  <a:moveTo>
                    <a:pt x="0" y="0"/>
                  </a:moveTo>
                  <a:lnTo>
                    <a:pt x="7603582" y="0"/>
                  </a:lnTo>
                  <a:lnTo>
                    <a:pt x="7603582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1916295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4796440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7676585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994649" y="5448051"/>
              <a:ext cx="7603582" cy="0"/>
            </a:xfrm>
            <a:custGeom>
              <a:avLst/>
              <a:pathLst>
                <a:path w="7603582" h="0">
                  <a:moveTo>
                    <a:pt x="0" y="0"/>
                  </a:moveTo>
                  <a:lnTo>
                    <a:pt x="7603582" y="0"/>
                  </a:lnTo>
                  <a:lnTo>
                    <a:pt x="7603582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994649" y="4238647"/>
              <a:ext cx="7603582" cy="0"/>
            </a:xfrm>
            <a:custGeom>
              <a:avLst/>
              <a:pathLst>
                <a:path w="7603582" h="0">
                  <a:moveTo>
                    <a:pt x="0" y="0"/>
                  </a:moveTo>
                  <a:lnTo>
                    <a:pt x="7603582" y="0"/>
                  </a:lnTo>
                  <a:lnTo>
                    <a:pt x="7603582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994649" y="3029244"/>
              <a:ext cx="7603582" cy="0"/>
            </a:xfrm>
            <a:custGeom>
              <a:avLst/>
              <a:pathLst>
                <a:path w="7603582" h="0">
                  <a:moveTo>
                    <a:pt x="0" y="0"/>
                  </a:moveTo>
                  <a:lnTo>
                    <a:pt x="7603582" y="0"/>
                  </a:lnTo>
                  <a:lnTo>
                    <a:pt x="7603582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3356368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6236513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rc15"/>
            <p:cNvSpPr/>
            <p:nvPr/>
          </p:nvSpPr>
          <p:spPr>
            <a:xfrm>
              <a:off x="1340266" y="5372932"/>
              <a:ext cx="288014" cy="75118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6" name="rc16"/>
            <p:cNvSpPr/>
            <p:nvPr/>
          </p:nvSpPr>
          <p:spPr>
            <a:xfrm>
              <a:off x="1628281" y="5448051"/>
              <a:ext cx="288014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7" name="rc17"/>
            <p:cNvSpPr/>
            <p:nvPr/>
          </p:nvSpPr>
          <p:spPr>
            <a:xfrm>
              <a:off x="1916295" y="5372932"/>
              <a:ext cx="288014" cy="75118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8" name="rc18"/>
            <p:cNvSpPr/>
            <p:nvPr/>
          </p:nvSpPr>
          <p:spPr>
            <a:xfrm>
              <a:off x="2204310" y="5448051"/>
              <a:ext cx="288014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9" name="rc19"/>
            <p:cNvSpPr/>
            <p:nvPr/>
          </p:nvSpPr>
          <p:spPr>
            <a:xfrm>
              <a:off x="2492324" y="5448051"/>
              <a:ext cx="288014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20" name="rc20"/>
            <p:cNvSpPr/>
            <p:nvPr/>
          </p:nvSpPr>
          <p:spPr>
            <a:xfrm>
              <a:off x="2780339" y="5222696"/>
              <a:ext cx="288014" cy="225354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21" name="rc21"/>
            <p:cNvSpPr/>
            <p:nvPr/>
          </p:nvSpPr>
          <p:spPr>
            <a:xfrm>
              <a:off x="3068353" y="5372932"/>
              <a:ext cx="288014" cy="75118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22" name="rc22"/>
            <p:cNvSpPr/>
            <p:nvPr/>
          </p:nvSpPr>
          <p:spPr>
            <a:xfrm>
              <a:off x="3356368" y="5222696"/>
              <a:ext cx="288014" cy="225354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23" name="rc23"/>
            <p:cNvSpPr/>
            <p:nvPr/>
          </p:nvSpPr>
          <p:spPr>
            <a:xfrm>
              <a:off x="3644382" y="5297814"/>
              <a:ext cx="288014" cy="150236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24" name="rc24"/>
            <p:cNvSpPr/>
            <p:nvPr/>
          </p:nvSpPr>
          <p:spPr>
            <a:xfrm>
              <a:off x="3932397" y="5147578"/>
              <a:ext cx="288014" cy="300472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25" name="rc25"/>
            <p:cNvSpPr/>
            <p:nvPr/>
          </p:nvSpPr>
          <p:spPr>
            <a:xfrm>
              <a:off x="4220411" y="4922223"/>
              <a:ext cx="288014" cy="525827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26" name="rc26"/>
            <p:cNvSpPr/>
            <p:nvPr/>
          </p:nvSpPr>
          <p:spPr>
            <a:xfrm>
              <a:off x="4508426" y="4621750"/>
              <a:ext cx="288014" cy="82630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27" name="rc27"/>
            <p:cNvSpPr/>
            <p:nvPr/>
          </p:nvSpPr>
          <p:spPr>
            <a:xfrm>
              <a:off x="4796440" y="4771987"/>
              <a:ext cx="288014" cy="676063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28" name="rc28"/>
            <p:cNvSpPr/>
            <p:nvPr/>
          </p:nvSpPr>
          <p:spPr>
            <a:xfrm>
              <a:off x="5084455" y="4396395"/>
              <a:ext cx="288014" cy="1051655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29" name="rc29"/>
            <p:cNvSpPr/>
            <p:nvPr/>
          </p:nvSpPr>
          <p:spPr>
            <a:xfrm>
              <a:off x="5372469" y="3494977"/>
              <a:ext cx="288014" cy="1953073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0" name="rc30"/>
            <p:cNvSpPr/>
            <p:nvPr/>
          </p:nvSpPr>
          <p:spPr>
            <a:xfrm>
              <a:off x="5660484" y="3570095"/>
              <a:ext cx="288014" cy="1877955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1" name="rc31"/>
            <p:cNvSpPr/>
            <p:nvPr/>
          </p:nvSpPr>
          <p:spPr>
            <a:xfrm>
              <a:off x="5948498" y="2217967"/>
              <a:ext cx="288014" cy="3230083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2" name="rc32"/>
            <p:cNvSpPr/>
            <p:nvPr/>
          </p:nvSpPr>
          <p:spPr>
            <a:xfrm>
              <a:off x="6236513" y="2142849"/>
              <a:ext cx="288014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3" name="rc33"/>
            <p:cNvSpPr/>
            <p:nvPr/>
          </p:nvSpPr>
          <p:spPr>
            <a:xfrm>
              <a:off x="6524527" y="3044268"/>
              <a:ext cx="288014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4" name="rc34"/>
            <p:cNvSpPr/>
            <p:nvPr/>
          </p:nvSpPr>
          <p:spPr>
            <a:xfrm>
              <a:off x="6812542" y="2743795"/>
              <a:ext cx="288014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5" name="rc35"/>
            <p:cNvSpPr/>
            <p:nvPr/>
          </p:nvSpPr>
          <p:spPr>
            <a:xfrm>
              <a:off x="7100556" y="3194504"/>
              <a:ext cx="288014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6" name="rc36"/>
            <p:cNvSpPr/>
            <p:nvPr/>
          </p:nvSpPr>
          <p:spPr>
            <a:xfrm>
              <a:off x="7388571" y="3870568"/>
              <a:ext cx="288014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7" name="rc37"/>
            <p:cNvSpPr/>
            <p:nvPr/>
          </p:nvSpPr>
          <p:spPr>
            <a:xfrm>
              <a:off x="7676585" y="4997341"/>
              <a:ext cx="288014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8" name="rc38"/>
            <p:cNvSpPr/>
            <p:nvPr/>
          </p:nvSpPr>
          <p:spPr>
            <a:xfrm>
              <a:off x="7964600" y="5222696"/>
              <a:ext cx="288014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9" name="rc39"/>
            <p:cNvSpPr/>
            <p:nvPr/>
          </p:nvSpPr>
          <p:spPr>
            <a:xfrm>
              <a:off x="1340266" y="5448051"/>
              <a:ext cx="288014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40" name="rc40"/>
            <p:cNvSpPr/>
            <p:nvPr/>
          </p:nvSpPr>
          <p:spPr>
            <a:xfrm>
              <a:off x="1628281" y="5448051"/>
              <a:ext cx="288014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41" name="rc41"/>
            <p:cNvSpPr/>
            <p:nvPr/>
          </p:nvSpPr>
          <p:spPr>
            <a:xfrm>
              <a:off x="1916295" y="5448051"/>
              <a:ext cx="288014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42" name="rc42"/>
            <p:cNvSpPr/>
            <p:nvPr/>
          </p:nvSpPr>
          <p:spPr>
            <a:xfrm>
              <a:off x="2204310" y="5448051"/>
              <a:ext cx="288014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43" name="rc43"/>
            <p:cNvSpPr/>
            <p:nvPr/>
          </p:nvSpPr>
          <p:spPr>
            <a:xfrm>
              <a:off x="2492324" y="5448051"/>
              <a:ext cx="288014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44" name="rc44"/>
            <p:cNvSpPr/>
            <p:nvPr/>
          </p:nvSpPr>
          <p:spPr>
            <a:xfrm>
              <a:off x="2780339" y="5448051"/>
              <a:ext cx="288014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45" name="rc45"/>
            <p:cNvSpPr/>
            <p:nvPr/>
          </p:nvSpPr>
          <p:spPr>
            <a:xfrm>
              <a:off x="3068353" y="5448051"/>
              <a:ext cx="288014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46" name="rc46"/>
            <p:cNvSpPr/>
            <p:nvPr/>
          </p:nvSpPr>
          <p:spPr>
            <a:xfrm>
              <a:off x="3356368" y="5448051"/>
              <a:ext cx="288014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47" name="rc47"/>
            <p:cNvSpPr/>
            <p:nvPr/>
          </p:nvSpPr>
          <p:spPr>
            <a:xfrm>
              <a:off x="3644382" y="5448051"/>
              <a:ext cx="288014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48" name="rc48"/>
            <p:cNvSpPr/>
            <p:nvPr/>
          </p:nvSpPr>
          <p:spPr>
            <a:xfrm>
              <a:off x="3932397" y="5448051"/>
              <a:ext cx="288014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49" name="rc49"/>
            <p:cNvSpPr/>
            <p:nvPr/>
          </p:nvSpPr>
          <p:spPr>
            <a:xfrm>
              <a:off x="4220411" y="5448051"/>
              <a:ext cx="288014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50" name="rc50"/>
            <p:cNvSpPr/>
            <p:nvPr/>
          </p:nvSpPr>
          <p:spPr>
            <a:xfrm>
              <a:off x="4508426" y="5448051"/>
              <a:ext cx="288014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51" name="rc51"/>
            <p:cNvSpPr/>
            <p:nvPr/>
          </p:nvSpPr>
          <p:spPr>
            <a:xfrm>
              <a:off x="4796440" y="5448051"/>
              <a:ext cx="288014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52" name="rc52"/>
            <p:cNvSpPr/>
            <p:nvPr/>
          </p:nvSpPr>
          <p:spPr>
            <a:xfrm>
              <a:off x="5084455" y="5448051"/>
              <a:ext cx="288014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53" name="rc53"/>
            <p:cNvSpPr/>
            <p:nvPr/>
          </p:nvSpPr>
          <p:spPr>
            <a:xfrm>
              <a:off x="5372469" y="5448051"/>
              <a:ext cx="288014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54" name="rc54"/>
            <p:cNvSpPr/>
            <p:nvPr/>
          </p:nvSpPr>
          <p:spPr>
            <a:xfrm>
              <a:off x="5660484" y="5448051"/>
              <a:ext cx="288014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55" name="rc55"/>
            <p:cNvSpPr/>
            <p:nvPr/>
          </p:nvSpPr>
          <p:spPr>
            <a:xfrm>
              <a:off x="5948498" y="5448051"/>
              <a:ext cx="288014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56" name="rc56"/>
            <p:cNvSpPr/>
            <p:nvPr/>
          </p:nvSpPr>
          <p:spPr>
            <a:xfrm>
              <a:off x="6236513" y="2142849"/>
              <a:ext cx="288014" cy="3305201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57" name="rc57"/>
            <p:cNvSpPr/>
            <p:nvPr/>
          </p:nvSpPr>
          <p:spPr>
            <a:xfrm>
              <a:off x="6524527" y="3044268"/>
              <a:ext cx="288014" cy="2403783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58" name="rc58"/>
            <p:cNvSpPr/>
            <p:nvPr/>
          </p:nvSpPr>
          <p:spPr>
            <a:xfrm>
              <a:off x="6812542" y="2743795"/>
              <a:ext cx="288014" cy="2704255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59" name="rc59"/>
            <p:cNvSpPr/>
            <p:nvPr/>
          </p:nvSpPr>
          <p:spPr>
            <a:xfrm>
              <a:off x="7100556" y="3194504"/>
              <a:ext cx="288014" cy="2253546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60" name="rc60"/>
            <p:cNvSpPr/>
            <p:nvPr/>
          </p:nvSpPr>
          <p:spPr>
            <a:xfrm>
              <a:off x="7388571" y="3870568"/>
              <a:ext cx="288014" cy="1577482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61" name="rc61"/>
            <p:cNvSpPr/>
            <p:nvPr/>
          </p:nvSpPr>
          <p:spPr>
            <a:xfrm>
              <a:off x="7676585" y="4997341"/>
              <a:ext cx="288014" cy="450709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62" name="rc62"/>
            <p:cNvSpPr/>
            <p:nvPr/>
          </p:nvSpPr>
          <p:spPr>
            <a:xfrm>
              <a:off x="7964600" y="5222696"/>
              <a:ext cx="288014" cy="225354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63" name="pl63"/>
            <p:cNvSpPr/>
            <p:nvPr/>
          </p:nvSpPr>
          <p:spPr>
            <a:xfrm>
              <a:off x="6236513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D4D4D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64" name="tx64"/>
            <p:cNvSpPr/>
            <p:nvPr/>
          </p:nvSpPr>
          <p:spPr>
            <a:xfrm>
              <a:off x="835933" y="5397073"/>
              <a:ext cx="79004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65" name="tx65"/>
            <p:cNvSpPr/>
            <p:nvPr/>
          </p:nvSpPr>
          <p:spPr>
            <a:xfrm>
              <a:off x="835933" y="4187669"/>
              <a:ext cx="79004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</a:t>
              </a:r>
            </a:p>
          </p:txBody>
        </p:sp>
        <p:sp>
          <p:nvSpPr>
            <p:cNvPr id="66" name="tx66"/>
            <p:cNvSpPr/>
            <p:nvPr/>
          </p:nvSpPr>
          <p:spPr>
            <a:xfrm>
              <a:off x="756929" y="2978266"/>
              <a:ext cx="158008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</a:t>
              </a:r>
            </a:p>
          </p:txBody>
        </p:sp>
        <p:sp>
          <p:nvSpPr>
            <p:cNvPr id="67" name="tx67"/>
            <p:cNvSpPr/>
            <p:nvPr/>
          </p:nvSpPr>
          <p:spPr>
            <a:xfrm>
              <a:off x="3253726" y="5693022"/>
              <a:ext cx="205282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-50</a:t>
              </a:r>
            </a:p>
          </p:txBody>
        </p:sp>
        <p:sp>
          <p:nvSpPr>
            <p:cNvPr id="68" name="tx68"/>
            <p:cNvSpPr/>
            <p:nvPr/>
          </p:nvSpPr>
          <p:spPr>
            <a:xfrm>
              <a:off x="6197011" y="5693022"/>
              <a:ext cx="79004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69" name="tx69"/>
            <p:cNvSpPr/>
            <p:nvPr/>
          </p:nvSpPr>
          <p:spPr>
            <a:xfrm>
              <a:off x="3665327" y="5870717"/>
              <a:ext cx="2262225" cy="12755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Discordance (mL/min)</a:t>
              </a:r>
            </a:p>
          </p:txBody>
        </p:sp>
        <p:sp>
          <p:nvSpPr>
            <p:cNvPr id="70" name="tx70"/>
            <p:cNvSpPr/>
            <p:nvPr/>
          </p:nvSpPr>
          <p:spPr>
            <a:xfrm rot="-5400000">
              <a:off x="-304395" y="3731670"/>
              <a:ext cx="1827885" cy="12755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Percent of Patients (%)</a:t>
              </a:r>
            </a:p>
          </p:txBody>
        </p:sp>
        <p:sp>
          <p:nvSpPr>
            <p:cNvPr id="71" name="tx71"/>
            <p:cNvSpPr/>
            <p:nvPr/>
          </p:nvSpPr>
          <p:spPr>
            <a:xfrm>
              <a:off x="994649" y="1688767"/>
              <a:ext cx="6690573" cy="15307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6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6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Distribution of eGFR Discordance (CKD-EPI Cr-Cys − Cockcroft-Gault)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2026-10-27T10:58:49Z</dcterms:modified>
  <cp:category/>
</cp:coreProperties>
</file>