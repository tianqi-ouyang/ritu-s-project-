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97640"/>
            </a:xfrm>
            <a:custGeom>
              <a:avLst/>
              <a:pathLst>
                <a:path w="7090630" h="3397640">
                  <a:moveTo>
                    <a:pt x="729043" y="0"/>
                  </a:moveTo>
                  <a:lnTo>
                    <a:pt x="787847" y="117564"/>
                  </a:lnTo>
                  <a:lnTo>
                    <a:pt x="859470" y="254913"/>
                  </a:lnTo>
                  <a:lnTo>
                    <a:pt x="931092" y="386658"/>
                  </a:lnTo>
                  <a:lnTo>
                    <a:pt x="1002715" y="513028"/>
                  </a:lnTo>
                  <a:lnTo>
                    <a:pt x="1074337" y="634241"/>
                  </a:lnTo>
                  <a:lnTo>
                    <a:pt x="1145960" y="750508"/>
                  </a:lnTo>
                  <a:lnTo>
                    <a:pt x="1217582" y="862032"/>
                  </a:lnTo>
                  <a:lnTo>
                    <a:pt x="1289205" y="969005"/>
                  </a:lnTo>
                  <a:lnTo>
                    <a:pt x="1360827" y="1071613"/>
                  </a:lnTo>
                  <a:lnTo>
                    <a:pt x="1432450" y="1170035"/>
                  </a:lnTo>
                  <a:lnTo>
                    <a:pt x="1504073" y="1264440"/>
                  </a:lnTo>
                  <a:lnTo>
                    <a:pt x="1575695" y="1354994"/>
                  </a:lnTo>
                  <a:lnTo>
                    <a:pt x="1647318" y="1441853"/>
                  </a:lnTo>
                  <a:lnTo>
                    <a:pt x="1718940" y="1525168"/>
                  </a:lnTo>
                  <a:lnTo>
                    <a:pt x="1790563" y="1605083"/>
                  </a:lnTo>
                  <a:lnTo>
                    <a:pt x="1862185" y="1681737"/>
                  </a:lnTo>
                  <a:lnTo>
                    <a:pt x="1933808" y="1755264"/>
                  </a:lnTo>
                  <a:lnTo>
                    <a:pt x="2005430" y="1825791"/>
                  </a:lnTo>
                  <a:lnTo>
                    <a:pt x="2077053" y="1893440"/>
                  </a:lnTo>
                  <a:lnTo>
                    <a:pt x="2148675" y="1958329"/>
                  </a:lnTo>
                  <a:lnTo>
                    <a:pt x="2220298" y="2020570"/>
                  </a:lnTo>
                  <a:lnTo>
                    <a:pt x="2291920" y="2080271"/>
                  </a:lnTo>
                  <a:lnTo>
                    <a:pt x="2363543" y="2137537"/>
                  </a:lnTo>
                  <a:lnTo>
                    <a:pt x="2435165" y="2192466"/>
                  </a:lnTo>
                  <a:lnTo>
                    <a:pt x="2506788" y="2245154"/>
                  </a:lnTo>
                  <a:lnTo>
                    <a:pt x="2578410" y="2295692"/>
                  </a:lnTo>
                  <a:lnTo>
                    <a:pt x="2650033" y="2344167"/>
                  </a:lnTo>
                  <a:lnTo>
                    <a:pt x="2721655" y="2390665"/>
                  </a:lnTo>
                  <a:lnTo>
                    <a:pt x="2793278" y="2435266"/>
                  </a:lnTo>
                  <a:lnTo>
                    <a:pt x="2864901" y="2478047"/>
                  </a:lnTo>
                  <a:lnTo>
                    <a:pt x="2936523" y="2519082"/>
                  </a:lnTo>
                  <a:lnTo>
                    <a:pt x="3008146" y="2558443"/>
                  </a:lnTo>
                  <a:lnTo>
                    <a:pt x="3079768" y="2596198"/>
                  </a:lnTo>
                  <a:lnTo>
                    <a:pt x="3151391" y="2632412"/>
                  </a:lnTo>
                  <a:lnTo>
                    <a:pt x="3223013" y="2656741"/>
                  </a:lnTo>
                  <a:lnTo>
                    <a:pt x="3294636" y="2663255"/>
                  </a:lnTo>
                  <a:lnTo>
                    <a:pt x="3366258" y="2669717"/>
                  </a:lnTo>
                  <a:lnTo>
                    <a:pt x="3437881" y="2676129"/>
                  </a:lnTo>
                  <a:lnTo>
                    <a:pt x="3509503" y="2682490"/>
                  </a:lnTo>
                  <a:lnTo>
                    <a:pt x="3581126" y="2688802"/>
                  </a:lnTo>
                  <a:lnTo>
                    <a:pt x="3652748" y="2695063"/>
                  </a:lnTo>
                  <a:lnTo>
                    <a:pt x="3724371" y="2701275"/>
                  </a:lnTo>
                  <a:lnTo>
                    <a:pt x="3795993" y="2707438"/>
                  </a:lnTo>
                  <a:lnTo>
                    <a:pt x="3867616" y="2713553"/>
                  </a:lnTo>
                  <a:lnTo>
                    <a:pt x="3939238" y="2719620"/>
                  </a:lnTo>
                  <a:lnTo>
                    <a:pt x="4010861" y="2725638"/>
                  </a:lnTo>
                  <a:lnTo>
                    <a:pt x="4082483" y="2731610"/>
                  </a:lnTo>
                  <a:lnTo>
                    <a:pt x="4154106" y="2737534"/>
                  </a:lnTo>
                  <a:lnTo>
                    <a:pt x="4225729" y="2743412"/>
                  </a:lnTo>
                  <a:lnTo>
                    <a:pt x="4297351" y="2749243"/>
                  </a:lnTo>
                  <a:lnTo>
                    <a:pt x="4368974" y="2755028"/>
                  </a:lnTo>
                  <a:lnTo>
                    <a:pt x="4440596" y="2760768"/>
                  </a:lnTo>
                  <a:lnTo>
                    <a:pt x="4512219" y="2766463"/>
                  </a:lnTo>
                  <a:lnTo>
                    <a:pt x="4583841" y="2772113"/>
                  </a:lnTo>
                  <a:lnTo>
                    <a:pt x="4655464" y="2777718"/>
                  </a:lnTo>
                  <a:lnTo>
                    <a:pt x="4727086" y="2783279"/>
                  </a:lnTo>
                  <a:lnTo>
                    <a:pt x="4798709" y="2788796"/>
                  </a:lnTo>
                  <a:lnTo>
                    <a:pt x="4870331" y="2794270"/>
                  </a:lnTo>
                  <a:lnTo>
                    <a:pt x="4941954" y="2799701"/>
                  </a:lnTo>
                  <a:lnTo>
                    <a:pt x="5013576" y="2805089"/>
                  </a:lnTo>
                  <a:lnTo>
                    <a:pt x="5085199" y="2810434"/>
                  </a:lnTo>
                  <a:lnTo>
                    <a:pt x="5156821" y="2815738"/>
                  </a:lnTo>
                  <a:lnTo>
                    <a:pt x="5228444" y="2820999"/>
                  </a:lnTo>
                  <a:lnTo>
                    <a:pt x="5300066" y="2826220"/>
                  </a:lnTo>
                  <a:lnTo>
                    <a:pt x="5371689" y="2831399"/>
                  </a:lnTo>
                  <a:lnTo>
                    <a:pt x="5443311" y="2836537"/>
                  </a:lnTo>
                  <a:lnTo>
                    <a:pt x="5514934" y="2841635"/>
                  </a:lnTo>
                  <a:lnTo>
                    <a:pt x="5586557" y="2846693"/>
                  </a:lnTo>
                  <a:lnTo>
                    <a:pt x="5658179" y="2851710"/>
                  </a:lnTo>
                  <a:lnTo>
                    <a:pt x="5729802" y="2856689"/>
                  </a:lnTo>
                  <a:lnTo>
                    <a:pt x="5801424" y="2861628"/>
                  </a:lnTo>
                  <a:lnTo>
                    <a:pt x="5873047" y="2866528"/>
                  </a:lnTo>
                  <a:lnTo>
                    <a:pt x="5944669" y="2871390"/>
                  </a:lnTo>
                  <a:lnTo>
                    <a:pt x="6016292" y="2876213"/>
                  </a:lnTo>
                  <a:lnTo>
                    <a:pt x="6087914" y="2880998"/>
                  </a:lnTo>
                  <a:lnTo>
                    <a:pt x="6159537" y="2885746"/>
                  </a:lnTo>
                  <a:lnTo>
                    <a:pt x="6231159" y="2890456"/>
                  </a:lnTo>
                  <a:lnTo>
                    <a:pt x="6302782" y="2895129"/>
                  </a:lnTo>
                  <a:lnTo>
                    <a:pt x="6374404" y="2899765"/>
                  </a:lnTo>
                  <a:lnTo>
                    <a:pt x="6446027" y="2904365"/>
                  </a:lnTo>
                  <a:lnTo>
                    <a:pt x="6517649" y="2908929"/>
                  </a:lnTo>
                  <a:lnTo>
                    <a:pt x="6589272" y="2913456"/>
                  </a:lnTo>
                  <a:lnTo>
                    <a:pt x="6660894" y="2917948"/>
                  </a:lnTo>
                  <a:lnTo>
                    <a:pt x="6732517" y="2922405"/>
                  </a:lnTo>
                  <a:lnTo>
                    <a:pt x="6804139" y="2926826"/>
                  </a:lnTo>
                  <a:lnTo>
                    <a:pt x="6875762" y="2931213"/>
                  </a:lnTo>
                  <a:lnTo>
                    <a:pt x="6947385" y="2935565"/>
                  </a:lnTo>
                  <a:lnTo>
                    <a:pt x="7019007" y="2939883"/>
                  </a:lnTo>
                  <a:lnTo>
                    <a:pt x="7090630" y="2944167"/>
                  </a:lnTo>
                  <a:lnTo>
                    <a:pt x="7090630" y="3397640"/>
                  </a:lnTo>
                  <a:lnTo>
                    <a:pt x="7019007" y="3393977"/>
                  </a:lnTo>
                  <a:lnTo>
                    <a:pt x="6947385" y="3390158"/>
                  </a:lnTo>
                  <a:lnTo>
                    <a:pt x="6875762" y="3386177"/>
                  </a:lnTo>
                  <a:lnTo>
                    <a:pt x="6804139" y="3382027"/>
                  </a:lnTo>
                  <a:lnTo>
                    <a:pt x="6732517" y="3377700"/>
                  </a:lnTo>
                  <a:lnTo>
                    <a:pt x="6660894" y="3373189"/>
                  </a:lnTo>
                  <a:lnTo>
                    <a:pt x="6589272" y="3368486"/>
                  </a:lnTo>
                  <a:lnTo>
                    <a:pt x="6517649" y="3363583"/>
                  </a:lnTo>
                  <a:lnTo>
                    <a:pt x="6446027" y="3358471"/>
                  </a:lnTo>
                  <a:lnTo>
                    <a:pt x="6374404" y="3353142"/>
                  </a:lnTo>
                  <a:lnTo>
                    <a:pt x="6302782" y="3347586"/>
                  </a:lnTo>
                  <a:lnTo>
                    <a:pt x="6231159" y="3341794"/>
                  </a:lnTo>
                  <a:lnTo>
                    <a:pt x="6159537" y="3335756"/>
                  </a:lnTo>
                  <a:lnTo>
                    <a:pt x="6087914" y="3329461"/>
                  </a:lnTo>
                  <a:lnTo>
                    <a:pt x="6016292" y="3322898"/>
                  </a:lnTo>
                  <a:lnTo>
                    <a:pt x="5944669" y="3316055"/>
                  </a:lnTo>
                  <a:lnTo>
                    <a:pt x="5873047" y="3308922"/>
                  </a:lnTo>
                  <a:lnTo>
                    <a:pt x="5801424" y="3301485"/>
                  </a:lnTo>
                  <a:lnTo>
                    <a:pt x="5729802" y="3293732"/>
                  </a:lnTo>
                  <a:lnTo>
                    <a:pt x="5658179" y="3285649"/>
                  </a:lnTo>
                  <a:lnTo>
                    <a:pt x="5586557" y="3277222"/>
                  </a:lnTo>
                  <a:lnTo>
                    <a:pt x="5514934" y="3268437"/>
                  </a:lnTo>
                  <a:lnTo>
                    <a:pt x="5443311" y="3259278"/>
                  </a:lnTo>
                  <a:lnTo>
                    <a:pt x="5371689" y="3249730"/>
                  </a:lnTo>
                  <a:lnTo>
                    <a:pt x="5300066" y="3239775"/>
                  </a:lnTo>
                  <a:lnTo>
                    <a:pt x="5228444" y="3229397"/>
                  </a:lnTo>
                  <a:lnTo>
                    <a:pt x="5156821" y="3218577"/>
                  </a:lnTo>
                  <a:lnTo>
                    <a:pt x="5085199" y="3207298"/>
                  </a:lnTo>
                  <a:lnTo>
                    <a:pt x="5013576" y="3195538"/>
                  </a:lnTo>
                  <a:lnTo>
                    <a:pt x="4941954" y="3183278"/>
                  </a:lnTo>
                  <a:lnTo>
                    <a:pt x="4870331" y="3170497"/>
                  </a:lnTo>
                  <a:lnTo>
                    <a:pt x="4798709" y="3157171"/>
                  </a:lnTo>
                  <a:lnTo>
                    <a:pt x="4727086" y="3143279"/>
                  </a:lnTo>
                  <a:lnTo>
                    <a:pt x="4655464" y="3128797"/>
                  </a:lnTo>
                  <a:lnTo>
                    <a:pt x="4583841" y="3113698"/>
                  </a:lnTo>
                  <a:lnTo>
                    <a:pt x="4512219" y="3097956"/>
                  </a:lnTo>
                  <a:lnTo>
                    <a:pt x="4440596" y="3081545"/>
                  </a:lnTo>
                  <a:lnTo>
                    <a:pt x="4368974" y="3064436"/>
                  </a:lnTo>
                  <a:lnTo>
                    <a:pt x="4297351" y="3046600"/>
                  </a:lnTo>
                  <a:lnTo>
                    <a:pt x="4225729" y="3028004"/>
                  </a:lnTo>
                  <a:lnTo>
                    <a:pt x="4154106" y="3008618"/>
                  </a:lnTo>
                  <a:lnTo>
                    <a:pt x="4082483" y="2988406"/>
                  </a:lnTo>
                  <a:lnTo>
                    <a:pt x="4010861" y="2967335"/>
                  </a:lnTo>
                  <a:lnTo>
                    <a:pt x="3939238" y="2945368"/>
                  </a:lnTo>
                  <a:lnTo>
                    <a:pt x="3867616" y="2922466"/>
                  </a:lnTo>
                  <a:lnTo>
                    <a:pt x="3795993" y="2898590"/>
                  </a:lnTo>
                  <a:lnTo>
                    <a:pt x="3724371" y="2873699"/>
                  </a:lnTo>
                  <a:lnTo>
                    <a:pt x="3652748" y="2847748"/>
                  </a:lnTo>
                  <a:lnTo>
                    <a:pt x="3581126" y="2820694"/>
                  </a:lnTo>
                  <a:lnTo>
                    <a:pt x="3509503" y="2792489"/>
                  </a:lnTo>
                  <a:lnTo>
                    <a:pt x="3437881" y="2763084"/>
                  </a:lnTo>
                  <a:lnTo>
                    <a:pt x="3366258" y="2732428"/>
                  </a:lnTo>
                  <a:lnTo>
                    <a:pt x="3294636" y="2700468"/>
                  </a:lnTo>
                  <a:lnTo>
                    <a:pt x="3223013" y="2667149"/>
                  </a:lnTo>
                  <a:lnTo>
                    <a:pt x="3151391" y="2650175"/>
                  </a:lnTo>
                  <a:lnTo>
                    <a:pt x="3079768" y="2643557"/>
                  </a:lnTo>
                  <a:lnTo>
                    <a:pt x="3008146" y="2636887"/>
                  </a:lnTo>
                  <a:lnTo>
                    <a:pt x="2936523" y="2630163"/>
                  </a:lnTo>
                  <a:lnTo>
                    <a:pt x="2864901" y="2623387"/>
                  </a:lnTo>
                  <a:lnTo>
                    <a:pt x="2793278" y="2616556"/>
                  </a:lnTo>
                  <a:lnTo>
                    <a:pt x="2721655" y="2609671"/>
                  </a:lnTo>
                  <a:lnTo>
                    <a:pt x="2650033" y="2602732"/>
                  </a:lnTo>
                  <a:lnTo>
                    <a:pt x="2578410" y="2595737"/>
                  </a:lnTo>
                  <a:lnTo>
                    <a:pt x="2506788" y="2588687"/>
                  </a:lnTo>
                  <a:lnTo>
                    <a:pt x="2435165" y="2581581"/>
                  </a:lnTo>
                  <a:lnTo>
                    <a:pt x="2363543" y="2574419"/>
                  </a:lnTo>
                  <a:lnTo>
                    <a:pt x="2291920" y="2567200"/>
                  </a:lnTo>
                  <a:lnTo>
                    <a:pt x="2220298" y="2559923"/>
                  </a:lnTo>
                  <a:lnTo>
                    <a:pt x="2148675" y="2552589"/>
                  </a:lnTo>
                  <a:lnTo>
                    <a:pt x="2077053" y="2545196"/>
                  </a:lnTo>
                  <a:lnTo>
                    <a:pt x="2005430" y="2537745"/>
                  </a:lnTo>
                  <a:lnTo>
                    <a:pt x="1933808" y="2530234"/>
                  </a:lnTo>
                  <a:lnTo>
                    <a:pt x="1862185" y="2522664"/>
                  </a:lnTo>
                  <a:lnTo>
                    <a:pt x="1790563" y="2515034"/>
                  </a:lnTo>
                  <a:lnTo>
                    <a:pt x="1718940" y="2507343"/>
                  </a:lnTo>
                  <a:lnTo>
                    <a:pt x="1647318" y="2499592"/>
                  </a:lnTo>
                  <a:lnTo>
                    <a:pt x="1575695" y="2491778"/>
                  </a:lnTo>
                  <a:lnTo>
                    <a:pt x="1504073" y="2483903"/>
                  </a:lnTo>
                  <a:lnTo>
                    <a:pt x="1432450" y="2475965"/>
                  </a:lnTo>
                  <a:lnTo>
                    <a:pt x="1360827" y="2467964"/>
                  </a:lnTo>
                  <a:lnTo>
                    <a:pt x="1289205" y="2459900"/>
                  </a:lnTo>
                  <a:lnTo>
                    <a:pt x="1217582" y="2451771"/>
                  </a:lnTo>
                  <a:lnTo>
                    <a:pt x="1145960" y="2443578"/>
                  </a:lnTo>
                  <a:lnTo>
                    <a:pt x="1074337" y="2435320"/>
                  </a:lnTo>
                  <a:lnTo>
                    <a:pt x="1002715" y="2426996"/>
                  </a:lnTo>
                  <a:lnTo>
                    <a:pt x="931092" y="2418607"/>
                  </a:lnTo>
                  <a:lnTo>
                    <a:pt x="859470" y="2410150"/>
                  </a:lnTo>
                  <a:lnTo>
                    <a:pt x="787847" y="2401627"/>
                  </a:lnTo>
                  <a:lnTo>
                    <a:pt x="716225" y="2393036"/>
                  </a:lnTo>
                  <a:lnTo>
                    <a:pt x="644602" y="2384377"/>
                  </a:lnTo>
                  <a:lnTo>
                    <a:pt x="572980" y="2375648"/>
                  </a:lnTo>
                  <a:lnTo>
                    <a:pt x="501357" y="2366851"/>
                  </a:lnTo>
                  <a:lnTo>
                    <a:pt x="429735" y="2357984"/>
                  </a:lnTo>
                  <a:lnTo>
                    <a:pt x="358112" y="2349046"/>
                  </a:lnTo>
                  <a:lnTo>
                    <a:pt x="286490" y="2340038"/>
                  </a:lnTo>
                  <a:lnTo>
                    <a:pt x="214867" y="2330958"/>
                  </a:lnTo>
                  <a:lnTo>
                    <a:pt x="143245" y="2321805"/>
                  </a:lnTo>
                  <a:lnTo>
                    <a:pt x="71622" y="2312581"/>
                  </a:lnTo>
                  <a:lnTo>
                    <a:pt x="0" y="23032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01093" y="2073503"/>
              <a:ext cx="6361586" cy="2944167"/>
            </a:xfrm>
            <a:custGeom>
              <a:avLst/>
              <a:pathLst>
                <a:path w="6361586" h="2944167">
                  <a:moveTo>
                    <a:pt x="0" y="0"/>
                  </a:moveTo>
                  <a:lnTo>
                    <a:pt x="58803" y="117564"/>
                  </a:lnTo>
                  <a:lnTo>
                    <a:pt x="130426" y="254913"/>
                  </a:lnTo>
                  <a:lnTo>
                    <a:pt x="202048" y="386658"/>
                  </a:lnTo>
                  <a:lnTo>
                    <a:pt x="273671" y="513028"/>
                  </a:lnTo>
                  <a:lnTo>
                    <a:pt x="345293" y="634241"/>
                  </a:lnTo>
                  <a:lnTo>
                    <a:pt x="416916" y="750508"/>
                  </a:lnTo>
                  <a:lnTo>
                    <a:pt x="488538" y="862032"/>
                  </a:lnTo>
                  <a:lnTo>
                    <a:pt x="560161" y="969005"/>
                  </a:lnTo>
                  <a:lnTo>
                    <a:pt x="631784" y="1071613"/>
                  </a:lnTo>
                  <a:lnTo>
                    <a:pt x="703406" y="1170035"/>
                  </a:lnTo>
                  <a:lnTo>
                    <a:pt x="775029" y="1264440"/>
                  </a:lnTo>
                  <a:lnTo>
                    <a:pt x="846651" y="1354994"/>
                  </a:lnTo>
                  <a:lnTo>
                    <a:pt x="918274" y="1441853"/>
                  </a:lnTo>
                  <a:lnTo>
                    <a:pt x="989896" y="1525168"/>
                  </a:lnTo>
                  <a:lnTo>
                    <a:pt x="1061519" y="1605083"/>
                  </a:lnTo>
                  <a:lnTo>
                    <a:pt x="1133141" y="1681737"/>
                  </a:lnTo>
                  <a:lnTo>
                    <a:pt x="1204764" y="1755264"/>
                  </a:lnTo>
                  <a:lnTo>
                    <a:pt x="1276386" y="1825791"/>
                  </a:lnTo>
                  <a:lnTo>
                    <a:pt x="1348009" y="1893440"/>
                  </a:lnTo>
                  <a:lnTo>
                    <a:pt x="1419631" y="1958329"/>
                  </a:lnTo>
                  <a:lnTo>
                    <a:pt x="1491254" y="2020570"/>
                  </a:lnTo>
                  <a:lnTo>
                    <a:pt x="1562876" y="2080271"/>
                  </a:lnTo>
                  <a:lnTo>
                    <a:pt x="1634499" y="2137537"/>
                  </a:lnTo>
                  <a:lnTo>
                    <a:pt x="1706121" y="2192466"/>
                  </a:lnTo>
                  <a:lnTo>
                    <a:pt x="1777744" y="2245154"/>
                  </a:lnTo>
                  <a:lnTo>
                    <a:pt x="1849366" y="2295692"/>
                  </a:lnTo>
                  <a:lnTo>
                    <a:pt x="1920989" y="2344167"/>
                  </a:lnTo>
                  <a:lnTo>
                    <a:pt x="1992612" y="2390665"/>
                  </a:lnTo>
                  <a:lnTo>
                    <a:pt x="2064234" y="2435266"/>
                  </a:lnTo>
                  <a:lnTo>
                    <a:pt x="2135857" y="2478047"/>
                  </a:lnTo>
                  <a:lnTo>
                    <a:pt x="2207479" y="2519082"/>
                  </a:lnTo>
                  <a:lnTo>
                    <a:pt x="2279102" y="2558443"/>
                  </a:lnTo>
                  <a:lnTo>
                    <a:pt x="2350724" y="2596198"/>
                  </a:lnTo>
                  <a:lnTo>
                    <a:pt x="2422347" y="2632412"/>
                  </a:lnTo>
                  <a:lnTo>
                    <a:pt x="2493969" y="2656741"/>
                  </a:lnTo>
                  <a:lnTo>
                    <a:pt x="2565592" y="2663255"/>
                  </a:lnTo>
                  <a:lnTo>
                    <a:pt x="2637214" y="2669717"/>
                  </a:lnTo>
                  <a:lnTo>
                    <a:pt x="2708837" y="2676129"/>
                  </a:lnTo>
                  <a:lnTo>
                    <a:pt x="2780459" y="2682490"/>
                  </a:lnTo>
                  <a:lnTo>
                    <a:pt x="2852082" y="2688802"/>
                  </a:lnTo>
                  <a:lnTo>
                    <a:pt x="2923704" y="2695063"/>
                  </a:lnTo>
                  <a:lnTo>
                    <a:pt x="2995327" y="2701275"/>
                  </a:lnTo>
                  <a:lnTo>
                    <a:pt x="3066949" y="2707438"/>
                  </a:lnTo>
                  <a:lnTo>
                    <a:pt x="3138572" y="2713553"/>
                  </a:lnTo>
                  <a:lnTo>
                    <a:pt x="3210194" y="2719620"/>
                  </a:lnTo>
                  <a:lnTo>
                    <a:pt x="3281817" y="2725638"/>
                  </a:lnTo>
                  <a:lnTo>
                    <a:pt x="3353440" y="2731610"/>
                  </a:lnTo>
                  <a:lnTo>
                    <a:pt x="3425062" y="2737534"/>
                  </a:lnTo>
                  <a:lnTo>
                    <a:pt x="3496685" y="2743412"/>
                  </a:lnTo>
                  <a:lnTo>
                    <a:pt x="3568307" y="2749243"/>
                  </a:lnTo>
                  <a:lnTo>
                    <a:pt x="3639930" y="2755028"/>
                  </a:lnTo>
                  <a:lnTo>
                    <a:pt x="3711552" y="2760768"/>
                  </a:lnTo>
                  <a:lnTo>
                    <a:pt x="3783175" y="2766463"/>
                  </a:lnTo>
                  <a:lnTo>
                    <a:pt x="3854797" y="2772113"/>
                  </a:lnTo>
                  <a:lnTo>
                    <a:pt x="3926420" y="2777718"/>
                  </a:lnTo>
                  <a:lnTo>
                    <a:pt x="3998042" y="2783279"/>
                  </a:lnTo>
                  <a:lnTo>
                    <a:pt x="4069665" y="2788796"/>
                  </a:lnTo>
                  <a:lnTo>
                    <a:pt x="4141287" y="2794270"/>
                  </a:lnTo>
                  <a:lnTo>
                    <a:pt x="4212910" y="2799701"/>
                  </a:lnTo>
                  <a:lnTo>
                    <a:pt x="4284532" y="2805089"/>
                  </a:lnTo>
                  <a:lnTo>
                    <a:pt x="4356155" y="2810434"/>
                  </a:lnTo>
                  <a:lnTo>
                    <a:pt x="4427777" y="2815738"/>
                  </a:lnTo>
                  <a:lnTo>
                    <a:pt x="4499400" y="2820999"/>
                  </a:lnTo>
                  <a:lnTo>
                    <a:pt x="4571022" y="2826220"/>
                  </a:lnTo>
                  <a:lnTo>
                    <a:pt x="4642645" y="2831399"/>
                  </a:lnTo>
                  <a:lnTo>
                    <a:pt x="4714268" y="2836537"/>
                  </a:lnTo>
                  <a:lnTo>
                    <a:pt x="4785890" y="2841635"/>
                  </a:lnTo>
                  <a:lnTo>
                    <a:pt x="4857513" y="2846693"/>
                  </a:lnTo>
                  <a:lnTo>
                    <a:pt x="4929135" y="2851710"/>
                  </a:lnTo>
                  <a:lnTo>
                    <a:pt x="5000758" y="2856689"/>
                  </a:lnTo>
                  <a:lnTo>
                    <a:pt x="5072380" y="2861628"/>
                  </a:lnTo>
                  <a:lnTo>
                    <a:pt x="5144003" y="2866528"/>
                  </a:lnTo>
                  <a:lnTo>
                    <a:pt x="5215625" y="2871390"/>
                  </a:lnTo>
                  <a:lnTo>
                    <a:pt x="5287248" y="2876213"/>
                  </a:lnTo>
                  <a:lnTo>
                    <a:pt x="5358870" y="2880998"/>
                  </a:lnTo>
                  <a:lnTo>
                    <a:pt x="5430493" y="2885746"/>
                  </a:lnTo>
                  <a:lnTo>
                    <a:pt x="5502115" y="2890456"/>
                  </a:lnTo>
                  <a:lnTo>
                    <a:pt x="5573738" y="2895129"/>
                  </a:lnTo>
                  <a:lnTo>
                    <a:pt x="5645360" y="2899765"/>
                  </a:lnTo>
                  <a:lnTo>
                    <a:pt x="5716983" y="2904365"/>
                  </a:lnTo>
                  <a:lnTo>
                    <a:pt x="5788605" y="2908929"/>
                  </a:lnTo>
                  <a:lnTo>
                    <a:pt x="5860228" y="2913456"/>
                  </a:lnTo>
                  <a:lnTo>
                    <a:pt x="5931850" y="2917948"/>
                  </a:lnTo>
                  <a:lnTo>
                    <a:pt x="6003473" y="2922405"/>
                  </a:lnTo>
                  <a:lnTo>
                    <a:pt x="6075096" y="2926826"/>
                  </a:lnTo>
                  <a:lnTo>
                    <a:pt x="6146718" y="2931213"/>
                  </a:lnTo>
                  <a:lnTo>
                    <a:pt x="6218341" y="2935565"/>
                  </a:lnTo>
                  <a:lnTo>
                    <a:pt x="6289963" y="2939883"/>
                  </a:lnTo>
                  <a:lnTo>
                    <a:pt x="6361586" y="29441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376786"/>
              <a:ext cx="7090630" cy="1094357"/>
            </a:xfrm>
            <a:custGeom>
              <a:avLst/>
              <a:pathLst>
                <a:path w="7090630" h="1094357">
                  <a:moveTo>
                    <a:pt x="7090630" y="1094357"/>
                  </a:moveTo>
                  <a:lnTo>
                    <a:pt x="7019007" y="1090694"/>
                  </a:lnTo>
                  <a:lnTo>
                    <a:pt x="6947385" y="1086875"/>
                  </a:lnTo>
                  <a:lnTo>
                    <a:pt x="6875762" y="1082894"/>
                  </a:lnTo>
                  <a:lnTo>
                    <a:pt x="6804139" y="1078743"/>
                  </a:lnTo>
                  <a:lnTo>
                    <a:pt x="6732517" y="1074416"/>
                  </a:lnTo>
                  <a:lnTo>
                    <a:pt x="6660894" y="1069905"/>
                  </a:lnTo>
                  <a:lnTo>
                    <a:pt x="6589272" y="1065202"/>
                  </a:lnTo>
                  <a:lnTo>
                    <a:pt x="6517649" y="1060299"/>
                  </a:lnTo>
                  <a:lnTo>
                    <a:pt x="6446027" y="1055188"/>
                  </a:lnTo>
                  <a:lnTo>
                    <a:pt x="6374404" y="1049859"/>
                  </a:lnTo>
                  <a:lnTo>
                    <a:pt x="6302782" y="1044303"/>
                  </a:lnTo>
                  <a:lnTo>
                    <a:pt x="6231159" y="1038511"/>
                  </a:lnTo>
                  <a:lnTo>
                    <a:pt x="6159537" y="1032473"/>
                  </a:lnTo>
                  <a:lnTo>
                    <a:pt x="6087914" y="1026177"/>
                  </a:lnTo>
                  <a:lnTo>
                    <a:pt x="6016292" y="1019614"/>
                  </a:lnTo>
                  <a:lnTo>
                    <a:pt x="5944669" y="1012772"/>
                  </a:lnTo>
                  <a:lnTo>
                    <a:pt x="5873047" y="1005639"/>
                  </a:lnTo>
                  <a:lnTo>
                    <a:pt x="5801424" y="998202"/>
                  </a:lnTo>
                  <a:lnTo>
                    <a:pt x="5729802" y="990449"/>
                  </a:lnTo>
                  <a:lnTo>
                    <a:pt x="5658179" y="982366"/>
                  </a:lnTo>
                  <a:lnTo>
                    <a:pt x="5586557" y="973939"/>
                  </a:lnTo>
                  <a:lnTo>
                    <a:pt x="5514934" y="965154"/>
                  </a:lnTo>
                  <a:lnTo>
                    <a:pt x="5443311" y="955995"/>
                  </a:lnTo>
                  <a:lnTo>
                    <a:pt x="5371689" y="946447"/>
                  </a:lnTo>
                  <a:lnTo>
                    <a:pt x="5300066" y="936492"/>
                  </a:lnTo>
                  <a:lnTo>
                    <a:pt x="5228444" y="926114"/>
                  </a:lnTo>
                  <a:lnTo>
                    <a:pt x="5156821" y="915294"/>
                  </a:lnTo>
                  <a:lnTo>
                    <a:pt x="5085199" y="904014"/>
                  </a:lnTo>
                  <a:lnTo>
                    <a:pt x="5013576" y="892255"/>
                  </a:lnTo>
                  <a:lnTo>
                    <a:pt x="4941954" y="879995"/>
                  </a:lnTo>
                  <a:lnTo>
                    <a:pt x="4870331" y="867213"/>
                  </a:lnTo>
                  <a:lnTo>
                    <a:pt x="4798709" y="853888"/>
                  </a:lnTo>
                  <a:lnTo>
                    <a:pt x="4727086" y="839996"/>
                  </a:lnTo>
                  <a:lnTo>
                    <a:pt x="4655464" y="825513"/>
                  </a:lnTo>
                  <a:lnTo>
                    <a:pt x="4583841" y="810414"/>
                  </a:lnTo>
                  <a:lnTo>
                    <a:pt x="4512219" y="794673"/>
                  </a:lnTo>
                  <a:lnTo>
                    <a:pt x="4440596" y="778262"/>
                  </a:lnTo>
                  <a:lnTo>
                    <a:pt x="4368974" y="761153"/>
                  </a:lnTo>
                  <a:lnTo>
                    <a:pt x="4297351" y="743317"/>
                  </a:lnTo>
                  <a:lnTo>
                    <a:pt x="4225729" y="724721"/>
                  </a:lnTo>
                  <a:lnTo>
                    <a:pt x="4154106" y="705334"/>
                  </a:lnTo>
                  <a:lnTo>
                    <a:pt x="4082483" y="685123"/>
                  </a:lnTo>
                  <a:lnTo>
                    <a:pt x="4010861" y="664052"/>
                  </a:lnTo>
                  <a:lnTo>
                    <a:pt x="3939238" y="642085"/>
                  </a:lnTo>
                  <a:lnTo>
                    <a:pt x="3867616" y="619183"/>
                  </a:lnTo>
                  <a:lnTo>
                    <a:pt x="3795993" y="595307"/>
                  </a:lnTo>
                  <a:lnTo>
                    <a:pt x="3724371" y="570416"/>
                  </a:lnTo>
                  <a:lnTo>
                    <a:pt x="3652748" y="544465"/>
                  </a:lnTo>
                  <a:lnTo>
                    <a:pt x="3581126" y="517411"/>
                  </a:lnTo>
                  <a:lnTo>
                    <a:pt x="3509503" y="489206"/>
                  </a:lnTo>
                  <a:lnTo>
                    <a:pt x="3437881" y="459801"/>
                  </a:lnTo>
                  <a:lnTo>
                    <a:pt x="3366258" y="429145"/>
                  </a:lnTo>
                  <a:lnTo>
                    <a:pt x="3294636" y="397185"/>
                  </a:lnTo>
                  <a:lnTo>
                    <a:pt x="3223013" y="363866"/>
                  </a:lnTo>
                  <a:lnTo>
                    <a:pt x="3151391" y="346892"/>
                  </a:lnTo>
                  <a:lnTo>
                    <a:pt x="3079768" y="340274"/>
                  </a:lnTo>
                  <a:lnTo>
                    <a:pt x="3008146" y="333604"/>
                  </a:lnTo>
                  <a:lnTo>
                    <a:pt x="2936523" y="326880"/>
                  </a:lnTo>
                  <a:lnTo>
                    <a:pt x="2864901" y="320104"/>
                  </a:lnTo>
                  <a:lnTo>
                    <a:pt x="2793278" y="313273"/>
                  </a:lnTo>
                  <a:lnTo>
                    <a:pt x="2721655" y="306388"/>
                  </a:lnTo>
                  <a:lnTo>
                    <a:pt x="2650033" y="299449"/>
                  </a:lnTo>
                  <a:lnTo>
                    <a:pt x="2578410" y="292454"/>
                  </a:lnTo>
                  <a:lnTo>
                    <a:pt x="2506788" y="285404"/>
                  </a:lnTo>
                  <a:lnTo>
                    <a:pt x="2435165" y="278298"/>
                  </a:lnTo>
                  <a:lnTo>
                    <a:pt x="2363543" y="271136"/>
                  </a:lnTo>
                  <a:lnTo>
                    <a:pt x="2291920" y="263917"/>
                  </a:lnTo>
                  <a:lnTo>
                    <a:pt x="2220298" y="256640"/>
                  </a:lnTo>
                  <a:lnTo>
                    <a:pt x="2148675" y="249306"/>
                  </a:lnTo>
                  <a:lnTo>
                    <a:pt x="2077053" y="241913"/>
                  </a:lnTo>
                  <a:lnTo>
                    <a:pt x="2005430" y="234462"/>
                  </a:lnTo>
                  <a:lnTo>
                    <a:pt x="1933808" y="226951"/>
                  </a:lnTo>
                  <a:lnTo>
                    <a:pt x="1862185" y="219381"/>
                  </a:lnTo>
                  <a:lnTo>
                    <a:pt x="1790563" y="211751"/>
                  </a:lnTo>
                  <a:lnTo>
                    <a:pt x="1718940" y="204060"/>
                  </a:lnTo>
                  <a:lnTo>
                    <a:pt x="1647318" y="196308"/>
                  </a:lnTo>
                  <a:lnTo>
                    <a:pt x="1575695" y="188495"/>
                  </a:lnTo>
                  <a:lnTo>
                    <a:pt x="1504073" y="180620"/>
                  </a:lnTo>
                  <a:lnTo>
                    <a:pt x="1432450" y="172682"/>
                  </a:lnTo>
                  <a:lnTo>
                    <a:pt x="1360827" y="164681"/>
                  </a:lnTo>
                  <a:lnTo>
                    <a:pt x="1289205" y="156616"/>
                  </a:lnTo>
                  <a:lnTo>
                    <a:pt x="1217582" y="148488"/>
                  </a:lnTo>
                  <a:lnTo>
                    <a:pt x="1145960" y="140295"/>
                  </a:lnTo>
                  <a:lnTo>
                    <a:pt x="1074337" y="132037"/>
                  </a:lnTo>
                  <a:lnTo>
                    <a:pt x="1002715" y="123713"/>
                  </a:lnTo>
                  <a:lnTo>
                    <a:pt x="931092" y="115324"/>
                  </a:lnTo>
                  <a:lnTo>
                    <a:pt x="859470" y="106867"/>
                  </a:lnTo>
                  <a:lnTo>
                    <a:pt x="787847" y="98344"/>
                  </a:lnTo>
                  <a:lnTo>
                    <a:pt x="716225" y="89753"/>
                  </a:lnTo>
                  <a:lnTo>
                    <a:pt x="644602" y="81093"/>
                  </a:lnTo>
                  <a:lnTo>
                    <a:pt x="572980" y="72365"/>
                  </a:lnTo>
                  <a:lnTo>
                    <a:pt x="501357" y="63568"/>
                  </a:lnTo>
                  <a:lnTo>
                    <a:pt x="429735" y="54701"/>
                  </a:lnTo>
                  <a:lnTo>
                    <a:pt x="358112" y="45763"/>
                  </a:lnTo>
                  <a:lnTo>
                    <a:pt x="286490" y="36755"/>
                  </a:lnTo>
                  <a:lnTo>
                    <a:pt x="214867" y="27675"/>
                  </a:lnTo>
                  <a:lnTo>
                    <a:pt x="143245" y="18522"/>
                  </a:lnTo>
                  <a:lnTo>
                    <a:pt x="71622" y="92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050555"/>
              <a:ext cx="7090630" cy="2291145"/>
            </a:xfrm>
            <a:custGeom>
              <a:avLst/>
              <a:pathLst>
                <a:path w="7090630" h="2291145">
                  <a:moveTo>
                    <a:pt x="0" y="0"/>
                  </a:moveTo>
                  <a:lnTo>
                    <a:pt x="71622" y="61360"/>
                  </a:lnTo>
                  <a:lnTo>
                    <a:pt x="143245" y="121218"/>
                  </a:lnTo>
                  <a:lnTo>
                    <a:pt x="214867" y="179611"/>
                  </a:lnTo>
                  <a:lnTo>
                    <a:pt x="286490" y="236575"/>
                  </a:lnTo>
                  <a:lnTo>
                    <a:pt x="358112" y="292144"/>
                  </a:lnTo>
                  <a:lnTo>
                    <a:pt x="429735" y="346353"/>
                  </a:lnTo>
                  <a:lnTo>
                    <a:pt x="501357" y="399235"/>
                  </a:lnTo>
                  <a:lnTo>
                    <a:pt x="572980" y="450823"/>
                  </a:lnTo>
                  <a:lnTo>
                    <a:pt x="644602" y="501147"/>
                  </a:lnTo>
                  <a:lnTo>
                    <a:pt x="716225" y="550240"/>
                  </a:lnTo>
                  <a:lnTo>
                    <a:pt x="787847" y="598131"/>
                  </a:lnTo>
                  <a:lnTo>
                    <a:pt x="859470" y="644850"/>
                  </a:lnTo>
                  <a:lnTo>
                    <a:pt x="931092" y="690426"/>
                  </a:lnTo>
                  <a:lnTo>
                    <a:pt x="1002715" y="734885"/>
                  </a:lnTo>
                  <a:lnTo>
                    <a:pt x="1074337" y="778257"/>
                  </a:lnTo>
                  <a:lnTo>
                    <a:pt x="1145960" y="820566"/>
                  </a:lnTo>
                  <a:lnTo>
                    <a:pt x="1217582" y="861840"/>
                  </a:lnTo>
                  <a:lnTo>
                    <a:pt x="1289205" y="902104"/>
                  </a:lnTo>
                  <a:lnTo>
                    <a:pt x="1360827" y="941382"/>
                  </a:lnTo>
                  <a:lnTo>
                    <a:pt x="1432450" y="979699"/>
                  </a:lnTo>
                  <a:lnTo>
                    <a:pt x="1504073" y="1017077"/>
                  </a:lnTo>
                  <a:lnTo>
                    <a:pt x="1575695" y="1053541"/>
                  </a:lnTo>
                  <a:lnTo>
                    <a:pt x="1647318" y="1089112"/>
                  </a:lnTo>
                  <a:lnTo>
                    <a:pt x="1718940" y="1123812"/>
                  </a:lnTo>
                  <a:lnTo>
                    <a:pt x="1790563" y="1157663"/>
                  </a:lnTo>
                  <a:lnTo>
                    <a:pt x="1862185" y="1190686"/>
                  </a:lnTo>
                  <a:lnTo>
                    <a:pt x="1933808" y="1222900"/>
                  </a:lnTo>
                  <a:lnTo>
                    <a:pt x="2005430" y="1254325"/>
                  </a:lnTo>
                  <a:lnTo>
                    <a:pt x="2077053" y="1284981"/>
                  </a:lnTo>
                  <a:lnTo>
                    <a:pt x="2148675" y="1314887"/>
                  </a:lnTo>
                  <a:lnTo>
                    <a:pt x="2220298" y="1344061"/>
                  </a:lnTo>
                  <a:lnTo>
                    <a:pt x="2291920" y="1372520"/>
                  </a:lnTo>
                  <a:lnTo>
                    <a:pt x="2363543" y="1400283"/>
                  </a:lnTo>
                  <a:lnTo>
                    <a:pt x="2435165" y="1427367"/>
                  </a:lnTo>
                  <a:lnTo>
                    <a:pt x="2506788" y="1453787"/>
                  </a:lnTo>
                  <a:lnTo>
                    <a:pt x="2578410" y="1479561"/>
                  </a:lnTo>
                  <a:lnTo>
                    <a:pt x="2650033" y="1504704"/>
                  </a:lnTo>
                  <a:lnTo>
                    <a:pt x="2721655" y="1529231"/>
                  </a:lnTo>
                  <a:lnTo>
                    <a:pt x="2793278" y="1553158"/>
                  </a:lnTo>
                  <a:lnTo>
                    <a:pt x="2864901" y="1576499"/>
                  </a:lnTo>
                  <a:lnTo>
                    <a:pt x="2936523" y="1599269"/>
                  </a:lnTo>
                  <a:lnTo>
                    <a:pt x="3008146" y="1621481"/>
                  </a:lnTo>
                  <a:lnTo>
                    <a:pt x="3079768" y="1643150"/>
                  </a:lnTo>
                  <a:lnTo>
                    <a:pt x="3151391" y="1664288"/>
                  </a:lnTo>
                  <a:lnTo>
                    <a:pt x="3223013" y="1684909"/>
                  </a:lnTo>
                  <a:lnTo>
                    <a:pt x="3294636" y="1705025"/>
                  </a:lnTo>
                  <a:lnTo>
                    <a:pt x="3366258" y="1724649"/>
                  </a:lnTo>
                  <a:lnTo>
                    <a:pt x="3437881" y="1743792"/>
                  </a:lnTo>
                  <a:lnTo>
                    <a:pt x="3509503" y="1762467"/>
                  </a:lnTo>
                  <a:lnTo>
                    <a:pt x="3581126" y="1780685"/>
                  </a:lnTo>
                  <a:lnTo>
                    <a:pt x="3652748" y="1798456"/>
                  </a:lnTo>
                  <a:lnTo>
                    <a:pt x="3724371" y="1815793"/>
                  </a:lnTo>
                  <a:lnTo>
                    <a:pt x="3795993" y="1832705"/>
                  </a:lnTo>
                  <a:lnTo>
                    <a:pt x="3867616" y="1849204"/>
                  </a:lnTo>
                  <a:lnTo>
                    <a:pt x="3939238" y="1865298"/>
                  </a:lnTo>
                  <a:lnTo>
                    <a:pt x="4010861" y="1880998"/>
                  </a:lnTo>
                  <a:lnTo>
                    <a:pt x="4082483" y="1896315"/>
                  </a:lnTo>
                  <a:lnTo>
                    <a:pt x="4154106" y="1911256"/>
                  </a:lnTo>
                  <a:lnTo>
                    <a:pt x="4225729" y="1925831"/>
                  </a:lnTo>
                  <a:lnTo>
                    <a:pt x="4297351" y="1940050"/>
                  </a:lnTo>
                  <a:lnTo>
                    <a:pt x="4368974" y="1953921"/>
                  </a:lnTo>
                  <a:lnTo>
                    <a:pt x="4440596" y="1967452"/>
                  </a:lnTo>
                  <a:lnTo>
                    <a:pt x="4512219" y="1980652"/>
                  </a:lnTo>
                  <a:lnTo>
                    <a:pt x="4583841" y="1993528"/>
                  </a:lnTo>
                  <a:lnTo>
                    <a:pt x="4655464" y="2006090"/>
                  </a:lnTo>
                  <a:lnTo>
                    <a:pt x="4727086" y="2018344"/>
                  </a:lnTo>
                  <a:lnTo>
                    <a:pt x="4798709" y="2030298"/>
                  </a:lnTo>
                  <a:lnTo>
                    <a:pt x="4870331" y="2041960"/>
                  </a:lnTo>
                  <a:lnTo>
                    <a:pt x="4941954" y="2053336"/>
                  </a:lnTo>
                  <a:lnTo>
                    <a:pt x="5013576" y="2064433"/>
                  </a:lnTo>
                  <a:lnTo>
                    <a:pt x="5085199" y="2075259"/>
                  </a:lnTo>
                  <a:lnTo>
                    <a:pt x="5156821" y="2085820"/>
                  </a:lnTo>
                  <a:lnTo>
                    <a:pt x="5228444" y="2096122"/>
                  </a:lnTo>
                  <a:lnTo>
                    <a:pt x="5300066" y="2106173"/>
                  </a:lnTo>
                  <a:lnTo>
                    <a:pt x="5371689" y="2115977"/>
                  </a:lnTo>
                  <a:lnTo>
                    <a:pt x="5443311" y="2125541"/>
                  </a:lnTo>
                  <a:lnTo>
                    <a:pt x="5514934" y="2134871"/>
                  </a:lnTo>
                  <a:lnTo>
                    <a:pt x="5586557" y="2143973"/>
                  </a:lnTo>
                  <a:lnTo>
                    <a:pt x="5658179" y="2152852"/>
                  </a:lnTo>
                  <a:lnTo>
                    <a:pt x="5729802" y="2161513"/>
                  </a:lnTo>
                  <a:lnTo>
                    <a:pt x="5801424" y="2169963"/>
                  </a:lnTo>
                  <a:lnTo>
                    <a:pt x="5873047" y="2178206"/>
                  </a:lnTo>
                  <a:lnTo>
                    <a:pt x="5944669" y="2186246"/>
                  </a:lnTo>
                  <a:lnTo>
                    <a:pt x="6016292" y="2194091"/>
                  </a:lnTo>
                  <a:lnTo>
                    <a:pt x="6087914" y="2201743"/>
                  </a:lnTo>
                  <a:lnTo>
                    <a:pt x="6159537" y="2209207"/>
                  </a:lnTo>
                  <a:lnTo>
                    <a:pt x="6231159" y="2216489"/>
                  </a:lnTo>
                  <a:lnTo>
                    <a:pt x="6302782" y="2223593"/>
                  </a:lnTo>
                  <a:lnTo>
                    <a:pt x="6374404" y="2230523"/>
                  </a:lnTo>
                  <a:lnTo>
                    <a:pt x="6446027" y="2237283"/>
                  </a:lnTo>
                  <a:lnTo>
                    <a:pt x="6517649" y="2243878"/>
                  </a:lnTo>
                  <a:lnTo>
                    <a:pt x="6589272" y="2250312"/>
                  </a:lnTo>
                  <a:lnTo>
                    <a:pt x="6660894" y="2256587"/>
                  </a:lnTo>
                  <a:lnTo>
                    <a:pt x="6732517" y="2262710"/>
                  </a:lnTo>
                  <a:lnTo>
                    <a:pt x="6804139" y="2268682"/>
                  </a:lnTo>
                  <a:lnTo>
                    <a:pt x="6875762" y="2274508"/>
                  </a:lnTo>
                  <a:lnTo>
                    <a:pt x="6947385" y="2280192"/>
                  </a:lnTo>
                  <a:lnTo>
                    <a:pt x="7019007" y="2285736"/>
                  </a:lnTo>
                  <a:lnTo>
                    <a:pt x="7090630" y="229114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1.37 (1.10-1.69), p_Bonf = 0.024 (n = 6)  |  per IQR decline (Δ = 24.5 %): 2.15 (1.28-3.62)  |  IQR: [-22.7, 1.8]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2026-10-09T13:14:20Z</dcterms:modified>
  <cp:category/>
</cp:coreProperties>
</file>