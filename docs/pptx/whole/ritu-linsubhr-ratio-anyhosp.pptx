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77510"/>
            </a:xfrm>
            <a:custGeom>
              <a:avLst/>
              <a:pathLst>
                <a:path w="7090630" h="3377510">
                  <a:moveTo>
                    <a:pt x="384752" y="0"/>
                  </a:moveTo>
                  <a:lnTo>
                    <a:pt x="429735" y="81161"/>
                  </a:lnTo>
                  <a:lnTo>
                    <a:pt x="501357" y="205659"/>
                  </a:lnTo>
                  <a:lnTo>
                    <a:pt x="572980" y="325602"/>
                  </a:lnTo>
                  <a:lnTo>
                    <a:pt x="644602" y="441157"/>
                  </a:lnTo>
                  <a:lnTo>
                    <a:pt x="716225" y="552483"/>
                  </a:lnTo>
                  <a:lnTo>
                    <a:pt x="787847" y="659736"/>
                  </a:lnTo>
                  <a:lnTo>
                    <a:pt x="859470" y="763065"/>
                  </a:lnTo>
                  <a:lnTo>
                    <a:pt x="931092" y="862612"/>
                  </a:lnTo>
                  <a:lnTo>
                    <a:pt x="1002715" y="958518"/>
                  </a:lnTo>
                  <a:lnTo>
                    <a:pt x="1074337" y="1050914"/>
                  </a:lnTo>
                  <a:lnTo>
                    <a:pt x="1145960" y="1139930"/>
                  </a:lnTo>
                  <a:lnTo>
                    <a:pt x="1217582" y="1225689"/>
                  </a:lnTo>
                  <a:lnTo>
                    <a:pt x="1289205" y="1308310"/>
                  </a:lnTo>
                  <a:lnTo>
                    <a:pt x="1360827" y="1387907"/>
                  </a:lnTo>
                  <a:lnTo>
                    <a:pt x="1432450" y="1464593"/>
                  </a:lnTo>
                  <a:lnTo>
                    <a:pt x="1504073" y="1538472"/>
                  </a:lnTo>
                  <a:lnTo>
                    <a:pt x="1575695" y="1609648"/>
                  </a:lnTo>
                  <a:lnTo>
                    <a:pt x="1647318" y="1678220"/>
                  </a:lnTo>
                  <a:lnTo>
                    <a:pt x="1718940" y="1744283"/>
                  </a:lnTo>
                  <a:lnTo>
                    <a:pt x="1790563" y="1807929"/>
                  </a:lnTo>
                  <a:lnTo>
                    <a:pt x="1862185" y="1869246"/>
                  </a:lnTo>
                  <a:lnTo>
                    <a:pt x="1933808" y="1928320"/>
                  </a:lnTo>
                  <a:lnTo>
                    <a:pt x="2005430" y="1985232"/>
                  </a:lnTo>
                  <a:lnTo>
                    <a:pt x="2077053" y="2040061"/>
                  </a:lnTo>
                  <a:lnTo>
                    <a:pt x="2148675" y="2092885"/>
                  </a:lnTo>
                  <a:lnTo>
                    <a:pt x="2220298" y="2143776"/>
                  </a:lnTo>
                  <a:lnTo>
                    <a:pt x="2291920" y="2192804"/>
                  </a:lnTo>
                  <a:lnTo>
                    <a:pt x="2363543" y="2240039"/>
                  </a:lnTo>
                  <a:lnTo>
                    <a:pt x="2435165" y="2285545"/>
                  </a:lnTo>
                  <a:lnTo>
                    <a:pt x="2506788" y="2329387"/>
                  </a:lnTo>
                  <a:lnTo>
                    <a:pt x="2578410" y="2371624"/>
                  </a:lnTo>
                  <a:lnTo>
                    <a:pt x="2650033" y="2412316"/>
                  </a:lnTo>
                  <a:lnTo>
                    <a:pt x="2721655" y="2451519"/>
                  </a:lnTo>
                  <a:lnTo>
                    <a:pt x="2793278" y="2489287"/>
                  </a:lnTo>
                  <a:lnTo>
                    <a:pt x="2864901" y="2525674"/>
                  </a:lnTo>
                  <a:lnTo>
                    <a:pt x="2936523" y="2560729"/>
                  </a:lnTo>
                  <a:lnTo>
                    <a:pt x="3008146" y="2594502"/>
                  </a:lnTo>
                  <a:lnTo>
                    <a:pt x="3079768" y="2627038"/>
                  </a:lnTo>
                  <a:lnTo>
                    <a:pt x="3151391" y="2654795"/>
                  </a:lnTo>
                  <a:lnTo>
                    <a:pt x="3223013" y="2658634"/>
                  </a:lnTo>
                  <a:lnTo>
                    <a:pt x="3294636" y="2662456"/>
                  </a:lnTo>
                  <a:lnTo>
                    <a:pt x="3366258" y="2666260"/>
                  </a:lnTo>
                  <a:lnTo>
                    <a:pt x="3437881" y="2670047"/>
                  </a:lnTo>
                  <a:lnTo>
                    <a:pt x="3509503" y="2673816"/>
                  </a:lnTo>
                  <a:lnTo>
                    <a:pt x="3581126" y="2677567"/>
                  </a:lnTo>
                  <a:lnTo>
                    <a:pt x="3652748" y="2681301"/>
                  </a:lnTo>
                  <a:lnTo>
                    <a:pt x="3724371" y="2685018"/>
                  </a:lnTo>
                  <a:lnTo>
                    <a:pt x="3795993" y="2688718"/>
                  </a:lnTo>
                  <a:lnTo>
                    <a:pt x="3867616" y="2692400"/>
                  </a:lnTo>
                  <a:lnTo>
                    <a:pt x="3939238" y="2696066"/>
                  </a:lnTo>
                  <a:lnTo>
                    <a:pt x="4010861" y="2699714"/>
                  </a:lnTo>
                  <a:lnTo>
                    <a:pt x="4082483" y="2703346"/>
                  </a:lnTo>
                  <a:lnTo>
                    <a:pt x="4154106" y="2706960"/>
                  </a:lnTo>
                  <a:lnTo>
                    <a:pt x="4225729" y="2710558"/>
                  </a:lnTo>
                  <a:lnTo>
                    <a:pt x="4297351" y="2714140"/>
                  </a:lnTo>
                  <a:lnTo>
                    <a:pt x="4368974" y="2717704"/>
                  </a:lnTo>
                  <a:lnTo>
                    <a:pt x="4440596" y="2721252"/>
                  </a:lnTo>
                  <a:lnTo>
                    <a:pt x="4512219" y="2724784"/>
                  </a:lnTo>
                  <a:lnTo>
                    <a:pt x="4583841" y="2728300"/>
                  </a:lnTo>
                  <a:lnTo>
                    <a:pt x="4655464" y="2731799"/>
                  </a:lnTo>
                  <a:lnTo>
                    <a:pt x="4727086" y="2735282"/>
                  </a:lnTo>
                  <a:lnTo>
                    <a:pt x="4798709" y="2738748"/>
                  </a:lnTo>
                  <a:lnTo>
                    <a:pt x="4870331" y="2742199"/>
                  </a:lnTo>
                  <a:lnTo>
                    <a:pt x="4941954" y="2745634"/>
                  </a:lnTo>
                  <a:lnTo>
                    <a:pt x="5013576" y="2749053"/>
                  </a:lnTo>
                  <a:lnTo>
                    <a:pt x="5085199" y="2752456"/>
                  </a:lnTo>
                  <a:lnTo>
                    <a:pt x="5156821" y="2755843"/>
                  </a:lnTo>
                  <a:lnTo>
                    <a:pt x="5228444" y="2759214"/>
                  </a:lnTo>
                  <a:lnTo>
                    <a:pt x="5300066" y="2762570"/>
                  </a:lnTo>
                  <a:lnTo>
                    <a:pt x="5371689" y="2765911"/>
                  </a:lnTo>
                  <a:lnTo>
                    <a:pt x="5443311" y="2769236"/>
                  </a:lnTo>
                  <a:lnTo>
                    <a:pt x="5514934" y="2772545"/>
                  </a:lnTo>
                  <a:lnTo>
                    <a:pt x="5586557" y="2775839"/>
                  </a:lnTo>
                  <a:lnTo>
                    <a:pt x="5658179" y="2779118"/>
                  </a:lnTo>
                  <a:lnTo>
                    <a:pt x="5729802" y="2782382"/>
                  </a:lnTo>
                  <a:lnTo>
                    <a:pt x="5801424" y="2785631"/>
                  </a:lnTo>
                  <a:lnTo>
                    <a:pt x="5873047" y="2788864"/>
                  </a:lnTo>
                  <a:lnTo>
                    <a:pt x="5944669" y="2792083"/>
                  </a:lnTo>
                  <a:lnTo>
                    <a:pt x="6016292" y="2795287"/>
                  </a:lnTo>
                  <a:lnTo>
                    <a:pt x="6087914" y="2798475"/>
                  </a:lnTo>
                  <a:lnTo>
                    <a:pt x="6159537" y="2801649"/>
                  </a:lnTo>
                  <a:lnTo>
                    <a:pt x="6231159" y="2804809"/>
                  </a:lnTo>
                  <a:lnTo>
                    <a:pt x="6302782" y="2807954"/>
                  </a:lnTo>
                  <a:lnTo>
                    <a:pt x="6374404" y="2811084"/>
                  </a:lnTo>
                  <a:lnTo>
                    <a:pt x="6446027" y="2814199"/>
                  </a:lnTo>
                  <a:lnTo>
                    <a:pt x="6517649" y="2817301"/>
                  </a:lnTo>
                  <a:lnTo>
                    <a:pt x="6589272" y="2820388"/>
                  </a:lnTo>
                  <a:lnTo>
                    <a:pt x="6660894" y="2823460"/>
                  </a:lnTo>
                  <a:lnTo>
                    <a:pt x="6732517" y="2826518"/>
                  </a:lnTo>
                  <a:lnTo>
                    <a:pt x="6804139" y="2829563"/>
                  </a:lnTo>
                  <a:lnTo>
                    <a:pt x="6875762" y="2832593"/>
                  </a:lnTo>
                  <a:lnTo>
                    <a:pt x="6947385" y="2835609"/>
                  </a:lnTo>
                  <a:lnTo>
                    <a:pt x="7019007" y="2838611"/>
                  </a:lnTo>
                  <a:lnTo>
                    <a:pt x="7090630" y="2841599"/>
                  </a:lnTo>
                  <a:lnTo>
                    <a:pt x="7090630" y="3377510"/>
                  </a:lnTo>
                  <a:lnTo>
                    <a:pt x="7019007" y="3373475"/>
                  </a:lnTo>
                  <a:lnTo>
                    <a:pt x="6947385" y="3369287"/>
                  </a:lnTo>
                  <a:lnTo>
                    <a:pt x="6875762" y="3364940"/>
                  </a:lnTo>
                  <a:lnTo>
                    <a:pt x="6804139" y="3360428"/>
                  </a:lnTo>
                  <a:lnTo>
                    <a:pt x="6732517" y="3355744"/>
                  </a:lnTo>
                  <a:lnTo>
                    <a:pt x="6660894" y="3350883"/>
                  </a:lnTo>
                  <a:lnTo>
                    <a:pt x="6589272" y="3345837"/>
                  </a:lnTo>
                  <a:lnTo>
                    <a:pt x="6517649" y="3340599"/>
                  </a:lnTo>
                  <a:lnTo>
                    <a:pt x="6446027" y="3335163"/>
                  </a:lnTo>
                  <a:lnTo>
                    <a:pt x="6374404" y="3329520"/>
                  </a:lnTo>
                  <a:lnTo>
                    <a:pt x="6302782" y="3323662"/>
                  </a:lnTo>
                  <a:lnTo>
                    <a:pt x="6231159" y="3317582"/>
                  </a:lnTo>
                  <a:lnTo>
                    <a:pt x="6159537" y="3311272"/>
                  </a:lnTo>
                  <a:lnTo>
                    <a:pt x="6087914" y="3304721"/>
                  </a:lnTo>
                  <a:lnTo>
                    <a:pt x="6016292" y="3297922"/>
                  </a:lnTo>
                  <a:lnTo>
                    <a:pt x="5944669" y="3290865"/>
                  </a:lnTo>
                  <a:lnTo>
                    <a:pt x="5873047" y="3283539"/>
                  </a:lnTo>
                  <a:lnTo>
                    <a:pt x="5801424" y="3275936"/>
                  </a:lnTo>
                  <a:lnTo>
                    <a:pt x="5729802" y="3268043"/>
                  </a:lnTo>
                  <a:lnTo>
                    <a:pt x="5658179" y="3259851"/>
                  </a:lnTo>
                  <a:lnTo>
                    <a:pt x="5586557" y="3251348"/>
                  </a:lnTo>
                  <a:lnTo>
                    <a:pt x="5514934" y="3242521"/>
                  </a:lnTo>
                  <a:lnTo>
                    <a:pt x="5443311" y="3233360"/>
                  </a:lnTo>
                  <a:lnTo>
                    <a:pt x="5371689" y="3223851"/>
                  </a:lnTo>
                  <a:lnTo>
                    <a:pt x="5300066" y="3213980"/>
                  </a:lnTo>
                  <a:lnTo>
                    <a:pt x="5228444" y="3203735"/>
                  </a:lnTo>
                  <a:lnTo>
                    <a:pt x="5156821" y="3193100"/>
                  </a:lnTo>
                  <a:lnTo>
                    <a:pt x="5085199" y="3182062"/>
                  </a:lnTo>
                  <a:lnTo>
                    <a:pt x="5013576" y="3170604"/>
                  </a:lnTo>
                  <a:lnTo>
                    <a:pt x="4941954" y="3158711"/>
                  </a:lnTo>
                  <a:lnTo>
                    <a:pt x="4870331" y="3146367"/>
                  </a:lnTo>
                  <a:lnTo>
                    <a:pt x="4798709" y="3133553"/>
                  </a:lnTo>
                  <a:lnTo>
                    <a:pt x="4727086" y="3120253"/>
                  </a:lnTo>
                  <a:lnTo>
                    <a:pt x="4655464" y="3106448"/>
                  </a:lnTo>
                  <a:lnTo>
                    <a:pt x="4583841" y="3092119"/>
                  </a:lnTo>
                  <a:lnTo>
                    <a:pt x="4512219" y="3077245"/>
                  </a:lnTo>
                  <a:lnTo>
                    <a:pt x="4440596" y="3061807"/>
                  </a:lnTo>
                  <a:lnTo>
                    <a:pt x="4368974" y="3045782"/>
                  </a:lnTo>
                  <a:lnTo>
                    <a:pt x="4297351" y="3029148"/>
                  </a:lnTo>
                  <a:lnTo>
                    <a:pt x="4225729" y="3011883"/>
                  </a:lnTo>
                  <a:lnTo>
                    <a:pt x="4154106" y="2993962"/>
                  </a:lnTo>
                  <a:lnTo>
                    <a:pt x="4082483" y="2975361"/>
                  </a:lnTo>
                  <a:lnTo>
                    <a:pt x="4010861" y="2956053"/>
                  </a:lnTo>
                  <a:lnTo>
                    <a:pt x="3939238" y="2936012"/>
                  </a:lnTo>
                  <a:lnTo>
                    <a:pt x="3867616" y="2915209"/>
                  </a:lnTo>
                  <a:lnTo>
                    <a:pt x="3795993" y="2893617"/>
                  </a:lnTo>
                  <a:lnTo>
                    <a:pt x="3724371" y="2871204"/>
                  </a:lnTo>
                  <a:lnTo>
                    <a:pt x="3652748" y="2847941"/>
                  </a:lnTo>
                  <a:lnTo>
                    <a:pt x="3581126" y="2823793"/>
                  </a:lnTo>
                  <a:lnTo>
                    <a:pt x="3509503" y="2798729"/>
                  </a:lnTo>
                  <a:lnTo>
                    <a:pt x="3437881" y="2772713"/>
                  </a:lnTo>
                  <a:lnTo>
                    <a:pt x="3366258" y="2745709"/>
                  </a:lnTo>
                  <a:lnTo>
                    <a:pt x="3294636" y="2717679"/>
                  </a:lnTo>
                  <a:lnTo>
                    <a:pt x="3223013" y="2688584"/>
                  </a:lnTo>
                  <a:lnTo>
                    <a:pt x="3151391" y="2658385"/>
                  </a:lnTo>
                  <a:lnTo>
                    <a:pt x="3079768" y="2650937"/>
                  </a:lnTo>
                  <a:lnTo>
                    <a:pt x="3008146" y="2647062"/>
                  </a:lnTo>
                  <a:lnTo>
                    <a:pt x="2936523" y="2643169"/>
                  </a:lnTo>
                  <a:lnTo>
                    <a:pt x="2864901" y="2639257"/>
                  </a:lnTo>
                  <a:lnTo>
                    <a:pt x="2793278" y="2635327"/>
                  </a:lnTo>
                  <a:lnTo>
                    <a:pt x="2721655" y="2631379"/>
                  </a:lnTo>
                  <a:lnTo>
                    <a:pt x="2650033" y="2627413"/>
                  </a:lnTo>
                  <a:lnTo>
                    <a:pt x="2578410" y="2623428"/>
                  </a:lnTo>
                  <a:lnTo>
                    <a:pt x="2506788" y="2619425"/>
                  </a:lnTo>
                  <a:lnTo>
                    <a:pt x="2435165" y="2615402"/>
                  </a:lnTo>
                  <a:lnTo>
                    <a:pt x="2363543" y="2611362"/>
                  </a:lnTo>
                  <a:lnTo>
                    <a:pt x="2291920" y="2607302"/>
                  </a:lnTo>
                  <a:lnTo>
                    <a:pt x="2220298" y="2603224"/>
                  </a:lnTo>
                  <a:lnTo>
                    <a:pt x="2148675" y="2599126"/>
                  </a:lnTo>
                  <a:lnTo>
                    <a:pt x="2077053" y="2595010"/>
                  </a:lnTo>
                  <a:lnTo>
                    <a:pt x="2005430" y="2590874"/>
                  </a:lnTo>
                  <a:lnTo>
                    <a:pt x="1933808" y="2586719"/>
                  </a:lnTo>
                  <a:lnTo>
                    <a:pt x="1862185" y="2582545"/>
                  </a:lnTo>
                  <a:lnTo>
                    <a:pt x="1790563" y="2578351"/>
                  </a:lnTo>
                  <a:lnTo>
                    <a:pt x="1718940" y="2574138"/>
                  </a:lnTo>
                  <a:lnTo>
                    <a:pt x="1647318" y="2569905"/>
                  </a:lnTo>
                  <a:lnTo>
                    <a:pt x="1575695" y="2565653"/>
                  </a:lnTo>
                  <a:lnTo>
                    <a:pt x="1504073" y="2561381"/>
                  </a:lnTo>
                  <a:lnTo>
                    <a:pt x="1432450" y="2557088"/>
                  </a:lnTo>
                  <a:lnTo>
                    <a:pt x="1360827" y="2552776"/>
                  </a:lnTo>
                  <a:lnTo>
                    <a:pt x="1289205" y="2548444"/>
                  </a:lnTo>
                  <a:lnTo>
                    <a:pt x="1217582" y="2544092"/>
                  </a:lnTo>
                  <a:lnTo>
                    <a:pt x="1145960" y="2539719"/>
                  </a:lnTo>
                  <a:lnTo>
                    <a:pt x="1074337" y="2535326"/>
                  </a:lnTo>
                  <a:lnTo>
                    <a:pt x="1002715" y="2530913"/>
                  </a:lnTo>
                  <a:lnTo>
                    <a:pt x="931092" y="2526479"/>
                  </a:lnTo>
                  <a:lnTo>
                    <a:pt x="859470" y="2522024"/>
                  </a:lnTo>
                  <a:lnTo>
                    <a:pt x="787847" y="2517549"/>
                  </a:lnTo>
                  <a:lnTo>
                    <a:pt x="716225" y="2513053"/>
                  </a:lnTo>
                  <a:lnTo>
                    <a:pt x="644602" y="2508536"/>
                  </a:lnTo>
                  <a:lnTo>
                    <a:pt x="572980" y="2503998"/>
                  </a:lnTo>
                  <a:lnTo>
                    <a:pt x="501357" y="2499439"/>
                  </a:lnTo>
                  <a:lnTo>
                    <a:pt x="429735" y="2494858"/>
                  </a:lnTo>
                  <a:lnTo>
                    <a:pt x="358112" y="2490257"/>
                  </a:lnTo>
                  <a:lnTo>
                    <a:pt x="286490" y="2485634"/>
                  </a:lnTo>
                  <a:lnTo>
                    <a:pt x="214867" y="2480989"/>
                  </a:lnTo>
                  <a:lnTo>
                    <a:pt x="143245" y="2476323"/>
                  </a:lnTo>
                  <a:lnTo>
                    <a:pt x="71622" y="2471635"/>
                  </a:lnTo>
                  <a:lnTo>
                    <a:pt x="0" y="246692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56801" y="2073503"/>
              <a:ext cx="6705877" cy="2841599"/>
            </a:xfrm>
            <a:custGeom>
              <a:avLst/>
              <a:pathLst>
                <a:path w="6705877" h="2841599">
                  <a:moveTo>
                    <a:pt x="0" y="0"/>
                  </a:moveTo>
                  <a:lnTo>
                    <a:pt x="44982" y="81161"/>
                  </a:lnTo>
                  <a:lnTo>
                    <a:pt x="116605" y="205659"/>
                  </a:lnTo>
                  <a:lnTo>
                    <a:pt x="188227" y="325602"/>
                  </a:lnTo>
                  <a:lnTo>
                    <a:pt x="259850" y="441157"/>
                  </a:lnTo>
                  <a:lnTo>
                    <a:pt x="331472" y="552483"/>
                  </a:lnTo>
                  <a:lnTo>
                    <a:pt x="403095" y="659736"/>
                  </a:lnTo>
                  <a:lnTo>
                    <a:pt x="474718" y="763065"/>
                  </a:lnTo>
                  <a:lnTo>
                    <a:pt x="546340" y="862612"/>
                  </a:lnTo>
                  <a:lnTo>
                    <a:pt x="617963" y="958518"/>
                  </a:lnTo>
                  <a:lnTo>
                    <a:pt x="689585" y="1050914"/>
                  </a:lnTo>
                  <a:lnTo>
                    <a:pt x="761208" y="1139930"/>
                  </a:lnTo>
                  <a:lnTo>
                    <a:pt x="832830" y="1225689"/>
                  </a:lnTo>
                  <a:lnTo>
                    <a:pt x="904453" y="1308310"/>
                  </a:lnTo>
                  <a:lnTo>
                    <a:pt x="976075" y="1387907"/>
                  </a:lnTo>
                  <a:lnTo>
                    <a:pt x="1047698" y="1464593"/>
                  </a:lnTo>
                  <a:lnTo>
                    <a:pt x="1119320" y="1538472"/>
                  </a:lnTo>
                  <a:lnTo>
                    <a:pt x="1190943" y="1609648"/>
                  </a:lnTo>
                  <a:lnTo>
                    <a:pt x="1262565" y="1678220"/>
                  </a:lnTo>
                  <a:lnTo>
                    <a:pt x="1334188" y="1744283"/>
                  </a:lnTo>
                  <a:lnTo>
                    <a:pt x="1405810" y="1807929"/>
                  </a:lnTo>
                  <a:lnTo>
                    <a:pt x="1477433" y="1869246"/>
                  </a:lnTo>
                  <a:lnTo>
                    <a:pt x="1549055" y="1928320"/>
                  </a:lnTo>
                  <a:lnTo>
                    <a:pt x="1620678" y="1985232"/>
                  </a:lnTo>
                  <a:lnTo>
                    <a:pt x="1692300" y="2040061"/>
                  </a:lnTo>
                  <a:lnTo>
                    <a:pt x="1763923" y="2092885"/>
                  </a:lnTo>
                  <a:lnTo>
                    <a:pt x="1835545" y="2143776"/>
                  </a:lnTo>
                  <a:lnTo>
                    <a:pt x="1907168" y="2192804"/>
                  </a:lnTo>
                  <a:lnTo>
                    <a:pt x="1978791" y="2240039"/>
                  </a:lnTo>
                  <a:lnTo>
                    <a:pt x="2050413" y="2285545"/>
                  </a:lnTo>
                  <a:lnTo>
                    <a:pt x="2122036" y="2329387"/>
                  </a:lnTo>
                  <a:lnTo>
                    <a:pt x="2193658" y="2371624"/>
                  </a:lnTo>
                  <a:lnTo>
                    <a:pt x="2265281" y="2412316"/>
                  </a:lnTo>
                  <a:lnTo>
                    <a:pt x="2336903" y="2451519"/>
                  </a:lnTo>
                  <a:lnTo>
                    <a:pt x="2408526" y="2489287"/>
                  </a:lnTo>
                  <a:lnTo>
                    <a:pt x="2480148" y="2525674"/>
                  </a:lnTo>
                  <a:lnTo>
                    <a:pt x="2551771" y="2560729"/>
                  </a:lnTo>
                  <a:lnTo>
                    <a:pt x="2623393" y="2594502"/>
                  </a:lnTo>
                  <a:lnTo>
                    <a:pt x="2695016" y="2627038"/>
                  </a:lnTo>
                  <a:lnTo>
                    <a:pt x="2766638" y="2654795"/>
                  </a:lnTo>
                  <a:lnTo>
                    <a:pt x="2838261" y="2658634"/>
                  </a:lnTo>
                  <a:lnTo>
                    <a:pt x="2909883" y="2662456"/>
                  </a:lnTo>
                  <a:lnTo>
                    <a:pt x="2981506" y="2666260"/>
                  </a:lnTo>
                  <a:lnTo>
                    <a:pt x="3053128" y="2670047"/>
                  </a:lnTo>
                  <a:lnTo>
                    <a:pt x="3124751" y="2673816"/>
                  </a:lnTo>
                  <a:lnTo>
                    <a:pt x="3196373" y="2677567"/>
                  </a:lnTo>
                  <a:lnTo>
                    <a:pt x="3267996" y="2681301"/>
                  </a:lnTo>
                  <a:lnTo>
                    <a:pt x="3339619" y="2685018"/>
                  </a:lnTo>
                  <a:lnTo>
                    <a:pt x="3411241" y="2688718"/>
                  </a:lnTo>
                  <a:lnTo>
                    <a:pt x="3482864" y="2692400"/>
                  </a:lnTo>
                  <a:lnTo>
                    <a:pt x="3554486" y="2696066"/>
                  </a:lnTo>
                  <a:lnTo>
                    <a:pt x="3626109" y="2699714"/>
                  </a:lnTo>
                  <a:lnTo>
                    <a:pt x="3697731" y="2703346"/>
                  </a:lnTo>
                  <a:lnTo>
                    <a:pt x="3769354" y="2706960"/>
                  </a:lnTo>
                  <a:lnTo>
                    <a:pt x="3840976" y="2710558"/>
                  </a:lnTo>
                  <a:lnTo>
                    <a:pt x="3912599" y="2714140"/>
                  </a:lnTo>
                  <a:lnTo>
                    <a:pt x="3984221" y="2717704"/>
                  </a:lnTo>
                  <a:lnTo>
                    <a:pt x="4055844" y="2721252"/>
                  </a:lnTo>
                  <a:lnTo>
                    <a:pt x="4127466" y="2724784"/>
                  </a:lnTo>
                  <a:lnTo>
                    <a:pt x="4199089" y="2728300"/>
                  </a:lnTo>
                  <a:lnTo>
                    <a:pt x="4270711" y="2731799"/>
                  </a:lnTo>
                  <a:lnTo>
                    <a:pt x="4342334" y="2735282"/>
                  </a:lnTo>
                  <a:lnTo>
                    <a:pt x="4413956" y="2738748"/>
                  </a:lnTo>
                  <a:lnTo>
                    <a:pt x="4485579" y="2742199"/>
                  </a:lnTo>
                  <a:lnTo>
                    <a:pt x="4557201" y="2745634"/>
                  </a:lnTo>
                  <a:lnTo>
                    <a:pt x="4628824" y="2749053"/>
                  </a:lnTo>
                  <a:lnTo>
                    <a:pt x="4700447" y="2752456"/>
                  </a:lnTo>
                  <a:lnTo>
                    <a:pt x="4772069" y="2755843"/>
                  </a:lnTo>
                  <a:lnTo>
                    <a:pt x="4843692" y="2759214"/>
                  </a:lnTo>
                  <a:lnTo>
                    <a:pt x="4915314" y="2762570"/>
                  </a:lnTo>
                  <a:lnTo>
                    <a:pt x="4986937" y="2765911"/>
                  </a:lnTo>
                  <a:lnTo>
                    <a:pt x="5058559" y="2769236"/>
                  </a:lnTo>
                  <a:lnTo>
                    <a:pt x="5130182" y="2772545"/>
                  </a:lnTo>
                  <a:lnTo>
                    <a:pt x="5201804" y="2775839"/>
                  </a:lnTo>
                  <a:lnTo>
                    <a:pt x="5273427" y="2779118"/>
                  </a:lnTo>
                  <a:lnTo>
                    <a:pt x="5345049" y="2782382"/>
                  </a:lnTo>
                  <a:lnTo>
                    <a:pt x="5416672" y="2785631"/>
                  </a:lnTo>
                  <a:lnTo>
                    <a:pt x="5488294" y="2788864"/>
                  </a:lnTo>
                  <a:lnTo>
                    <a:pt x="5559917" y="2792083"/>
                  </a:lnTo>
                  <a:lnTo>
                    <a:pt x="5631539" y="2795287"/>
                  </a:lnTo>
                  <a:lnTo>
                    <a:pt x="5703162" y="2798475"/>
                  </a:lnTo>
                  <a:lnTo>
                    <a:pt x="5774784" y="2801649"/>
                  </a:lnTo>
                  <a:lnTo>
                    <a:pt x="5846407" y="2804809"/>
                  </a:lnTo>
                  <a:lnTo>
                    <a:pt x="5918029" y="2807954"/>
                  </a:lnTo>
                  <a:lnTo>
                    <a:pt x="5989652" y="2811084"/>
                  </a:lnTo>
                  <a:lnTo>
                    <a:pt x="6061275" y="2814199"/>
                  </a:lnTo>
                  <a:lnTo>
                    <a:pt x="6132897" y="2817301"/>
                  </a:lnTo>
                  <a:lnTo>
                    <a:pt x="6204520" y="2820388"/>
                  </a:lnTo>
                  <a:lnTo>
                    <a:pt x="6276142" y="2823460"/>
                  </a:lnTo>
                  <a:lnTo>
                    <a:pt x="6347765" y="2826518"/>
                  </a:lnTo>
                  <a:lnTo>
                    <a:pt x="6419387" y="2829563"/>
                  </a:lnTo>
                  <a:lnTo>
                    <a:pt x="6491010" y="2832593"/>
                  </a:lnTo>
                  <a:lnTo>
                    <a:pt x="6562632" y="2835609"/>
                  </a:lnTo>
                  <a:lnTo>
                    <a:pt x="6634255" y="2838611"/>
                  </a:lnTo>
                  <a:lnTo>
                    <a:pt x="6705877" y="28415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40428"/>
              <a:ext cx="7090630" cy="910584"/>
            </a:xfrm>
            <a:custGeom>
              <a:avLst/>
              <a:pathLst>
                <a:path w="7090630" h="910584">
                  <a:moveTo>
                    <a:pt x="7090630" y="910584"/>
                  </a:moveTo>
                  <a:lnTo>
                    <a:pt x="7019007" y="906550"/>
                  </a:lnTo>
                  <a:lnTo>
                    <a:pt x="6947385" y="902362"/>
                  </a:lnTo>
                  <a:lnTo>
                    <a:pt x="6875762" y="898015"/>
                  </a:lnTo>
                  <a:lnTo>
                    <a:pt x="6804139" y="893502"/>
                  </a:lnTo>
                  <a:lnTo>
                    <a:pt x="6732517" y="888819"/>
                  </a:lnTo>
                  <a:lnTo>
                    <a:pt x="6660894" y="883958"/>
                  </a:lnTo>
                  <a:lnTo>
                    <a:pt x="6589272" y="878912"/>
                  </a:lnTo>
                  <a:lnTo>
                    <a:pt x="6517649" y="873674"/>
                  </a:lnTo>
                  <a:lnTo>
                    <a:pt x="6446027" y="868237"/>
                  </a:lnTo>
                  <a:lnTo>
                    <a:pt x="6374404" y="862594"/>
                  </a:lnTo>
                  <a:lnTo>
                    <a:pt x="6302782" y="856737"/>
                  </a:lnTo>
                  <a:lnTo>
                    <a:pt x="6231159" y="850657"/>
                  </a:lnTo>
                  <a:lnTo>
                    <a:pt x="6159537" y="844346"/>
                  </a:lnTo>
                  <a:lnTo>
                    <a:pt x="6087914" y="837796"/>
                  </a:lnTo>
                  <a:lnTo>
                    <a:pt x="6016292" y="830997"/>
                  </a:lnTo>
                  <a:lnTo>
                    <a:pt x="5944669" y="823939"/>
                  </a:lnTo>
                  <a:lnTo>
                    <a:pt x="5873047" y="816614"/>
                  </a:lnTo>
                  <a:lnTo>
                    <a:pt x="5801424" y="809010"/>
                  </a:lnTo>
                  <a:lnTo>
                    <a:pt x="5729802" y="801118"/>
                  </a:lnTo>
                  <a:lnTo>
                    <a:pt x="5658179" y="792926"/>
                  </a:lnTo>
                  <a:lnTo>
                    <a:pt x="5586557" y="784422"/>
                  </a:lnTo>
                  <a:lnTo>
                    <a:pt x="5514934" y="775596"/>
                  </a:lnTo>
                  <a:lnTo>
                    <a:pt x="5443311" y="766435"/>
                  </a:lnTo>
                  <a:lnTo>
                    <a:pt x="5371689" y="756925"/>
                  </a:lnTo>
                  <a:lnTo>
                    <a:pt x="5300066" y="747055"/>
                  </a:lnTo>
                  <a:lnTo>
                    <a:pt x="5228444" y="736809"/>
                  </a:lnTo>
                  <a:lnTo>
                    <a:pt x="5156821" y="726175"/>
                  </a:lnTo>
                  <a:lnTo>
                    <a:pt x="5085199" y="715136"/>
                  </a:lnTo>
                  <a:lnTo>
                    <a:pt x="5013576" y="703678"/>
                  </a:lnTo>
                  <a:lnTo>
                    <a:pt x="4941954" y="691786"/>
                  </a:lnTo>
                  <a:lnTo>
                    <a:pt x="4870331" y="679441"/>
                  </a:lnTo>
                  <a:lnTo>
                    <a:pt x="4798709" y="666628"/>
                  </a:lnTo>
                  <a:lnTo>
                    <a:pt x="4727086" y="653328"/>
                  </a:lnTo>
                  <a:lnTo>
                    <a:pt x="4655464" y="639523"/>
                  </a:lnTo>
                  <a:lnTo>
                    <a:pt x="4583841" y="625193"/>
                  </a:lnTo>
                  <a:lnTo>
                    <a:pt x="4512219" y="610320"/>
                  </a:lnTo>
                  <a:lnTo>
                    <a:pt x="4440596" y="594881"/>
                  </a:lnTo>
                  <a:lnTo>
                    <a:pt x="4368974" y="578856"/>
                  </a:lnTo>
                  <a:lnTo>
                    <a:pt x="4297351" y="562223"/>
                  </a:lnTo>
                  <a:lnTo>
                    <a:pt x="4225729" y="544958"/>
                  </a:lnTo>
                  <a:lnTo>
                    <a:pt x="4154106" y="527037"/>
                  </a:lnTo>
                  <a:lnTo>
                    <a:pt x="4082483" y="508436"/>
                  </a:lnTo>
                  <a:lnTo>
                    <a:pt x="4010861" y="489128"/>
                  </a:lnTo>
                  <a:lnTo>
                    <a:pt x="3939238" y="469086"/>
                  </a:lnTo>
                  <a:lnTo>
                    <a:pt x="3867616" y="448284"/>
                  </a:lnTo>
                  <a:lnTo>
                    <a:pt x="3795993" y="426691"/>
                  </a:lnTo>
                  <a:lnTo>
                    <a:pt x="3724371" y="404279"/>
                  </a:lnTo>
                  <a:lnTo>
                    <a:pt x="3652748" y="381015"/>
                  </a:lnTo>
                  <a:lnTo>
                    <a:pt x="3581126" y="356868"/>
                  </a:lnTo>
                  <a:lnTo>
                    <a:pt x="3509503" y="331804"/>
                  </a:lnTo>
                  <a:lnTo>
                    <a:pt x="3437881" y="305787"/>
                  </a:lnTo>
                  <a:lnTo>
                    <a:pt x="3366258" y="278783"/>
                  </a:lnTo>
                  <a:lnTo>
                    <a:pt x="3294636" y="250753"/>
                  </a:lnTo>
                  <a:lnTo>
                    <a:pt x="3223013" y="221659"/>
                  </a:lnTo>
                  <a:lnTo>
                    <a:pt x="3151391" y="191459"/>
                  </a:lnTo>
                  <a:lnTo>
                    <a:pt x="3079768" y="184012"/>
                  </a:lnTo>
                  <a:lnTo>
                    <a:pt x="3008146" y="180137"/>
                  </a:lnTo>
                  <a:lnTo>
                    <a:pt x="2936523" y="176243"/>
                  </a:lnTo>
                  <a:lnTo>
                    <a:pt x="2864901" y="172332"/>
                  </a:lnTo>
                  <a:lnTo>
                    <a:pt x="2793278" y="168402"/>
                  </a:lnTo>
                  <a:lnTo>
                    <a:pt x="2721655" y="164454"/>
                  </a:lnTo>
                  <a:lnTo>
                    <a:pt x="2650033" y="160487"/>
                  </a:lnTo>
                  <a:lnTo>
                    <a:pt x="2578410" y="156502"/>
                  </a:lnTo>
                  <a:lnTo>
                    <a:pt x="2506788" y="152499"/>
                  </a:lnTo>
                  <a:lnTo>
                    <a:pt x="2435165" y="148477"/>
                  </a:lnTo>
                  <a:lnTo>
                    <a:pt x="2363543" y="144436"/>
                  </a:lnTo>
                  <a:lnTo>
                    <a:pt x="2291920" y="140377"/>
                  </a:lnTo>
                  <a:lnTo>
                    <a:pt x="2220298" y="136298"/>
                  </a:lnTo>
                  <a:lnTo>
                    <a:pt x="2148675" y="132201"/>
                  </a:lnTo>
                  <a:lnTo>
                    <a:pt x="2077053" y="128084"/>
                  </a:lnTo>
                  <a:lnTo>
                    <a:pt x="2005430" y="123949"/>
                  </a:lnTo>
                  <a:lnTo>
                    <a:pt x="1933808" y="119794"/>
                  </a:lnTo>
                  <a:lnTo>
                    <a:pt x="1862185" y="115620"/>
                  </a:lnTo>
                  <a:lnTo>
                    <a:pt x="1790563" y="111426"/>
                  </a:lnTo>
                  <a:lnTo>
                    <a:pt x="1718940" y="107213"/>
                  </a:lnTo>
                  <a:lnTo>
                    <a:pt x="1647318" y="102980"/>
                  </a:lnTo>
                  <a:lnTo>
                    <a:pt x="1575695" y="98727"/>
                  </a:lnTo>
                  <a:lnTo>
                    <a:pt x="1504073" y="94455"/>
                  </a:lnTo>
                  <a:lnTo>
                    <a:pt x="1432450" y="90163"/>
                  </a:lnTo>
                  <a:lnTo>
                    <a:pt x="1360827" y="85851"/>
                  </a:lnTo>
                  <a:lnTo>
                    <a:pt x="1289205" y="81519"/>
                  </a:lnTo>
                  <a:lnTo>
                    <a:pt x="1217582" y="77166"/>
                  </a:lnTo>
                  <a:lnTo>
                    <a:pt x="1145960" y="72794"/>
                  </a:lnTo>
                  <a:lnTo>
                    <a:pt x="1074337" y="68401"/>
                  </a:lnTo>
                  <a:lnTo>
                    <a:pt x="1002715" y="63987"/>
                  </a:lnTo>
                  <a:lnTo>
                    <a:pt x="931092" y="59554"/>
                  </a:lnTo>
                  <a:lnTo>
                    <a:pt x="859470" y="55099"/>
                  </a:lnTo>
                  <a:lnTo>
                    <a:pt x="787847" y="50624"/>
                  </a:lnTo>
                  <a:lnTo>
                    <a:pt x="716225" y="46128"/>
                  </a:lnTo>
                  <a:lnTo>
                    <a:pt x="644602" y="41611"/>
                  </a:lnTo>
                  <a:lnTo>
                    <a:pt x="572980" y="37072"/>
                  </a:lnTo>
                  <a:lnTo>
                    <a:pt x="501357" y="32513"/>
                  </a:lnTo>
                  <a:lnTo>
                    <a:pt x="429735" y="27933"/>
                  </a:lnTo>
                  <a:lnTo>
                    <a:pt x="358112" y="23331"/>
                  </a:lnTo>
                  <a:lnTo>
                    <a:pt x="286490" y="18708"/>
                  </a:lnTo>
                  <a:lnTo>
                    <a:pt x="214867" y="14063"/>
                  </a:lnTo>
                  <a:lnTo>
                    <a:pt x="143245" y="9397"/>
                  </a:lnTo>
                  <a:lnTo>
                    <a:pt x="71622" y="47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477110"/>
              <a:ext cx="7090630" cy="1818951"/>
            </a:xfrm>
            <a:custGeom>
              <a:avLst/>
              <a:pathLst>
                <a:path w="7090630" h="1818951">
                  <a:moveTo>
                    <a:pt x="0" y="0"/>
                  </a:moveTo>
                  <a:lnTo>
                    <a:pt x="71622" y="43144"/>
                  </a:lnTo>
                  <a:lnTo>
                    <a:pt x="143245" y="85393"/>
                  </a:lnTo>
                  <a:lnTo>
                    <a:pt x="214867" y="126766"/>
                  </a:lnTo>
                  <a:lnTo>
                    <a:pt x="286490" y="167281"/>
                  </a:lnTo>
                  <a:lnTo>
                    <a:pt x="358112" y="206955"/>
                  </a:lnTo>
                  <a:lnTo>
                    <a:pt x="429735" y="245807"/>
                  </a:lnTo>
                  <a:lnTo>
                    <a:pt x="501357" y="283852"/>
                  </a:lnTo>
                  <a:lnTo>
                    <a:pt x="572980" y="321109"/>
                  </a:lnTo>
                  <a:lnTo>
                    <a:pt x="644602" y="357593"/>
                  </a:lnTo>
                  <a:lnTo>
                    <a:pt x="716225" y="393320"/>
                  </a:lnTo>
                  <a:lnTo>
                    <a:pt x="787847" y="428307"/>
                  </a:lnTo>
                  <a:lnTo>
                    <a:pt x="859470" y="462567"/>
                  </a:lnTo>
                  <a:lnTo>
                    <a:pt x="931092" y="496117"/>
                  </a:lnTo>
                  <a:lnTo>
                    <a:pt x="1002715" y="528971"/>
                  </a:lnTo>
                  <a:lnTo>
                    <a:pt x="1074337" y="561144"/>
                  </a:lnTo>
                  <a:lnTo>
                    <a:pt x="1145960" y="592649"/>
                  </a:lnTo>
                  <a:lnTo>
                    <a:pt x="1217582" y="623501"/>
                  </a:lnTo>
                  <a:lnTo>
                    <a:pt x="1289205" y="653713"/>
                  </a:lnTo>
                  <a:lnTo>
                    <a:pt x="1360827" y="683299"/>
                  </a:lnTo>
                  <a:lnTo>
                    <a:pt x="1432450" y="712271"/>
                  </a:lnTo>
                  <a:lnTo>
                    <a:pt x="1504073" y="740641"/>
                  </a:lnTo>
                  <a:lnTo>
                    <a:pt x="1575695" y="768424"/>
                  </a:lnTo>
                  <a:lnTo>
                    <a:pt x="1647318" y="795630"/>
                  </a:lnTo>
                  <a:lnTo>
                    <a:pt x="1718940" y="822272"/>
                  </a:lnTo>
                  <a:lnTo>
                    <a:pt x="1790563" y="848361"/>
                  </a:lnTo>
                  <a:lnTo>
                    <a:pt x="1862185" y="873910"/>
                  </a:lnTo>
                  <a:lnTo>
                    <a:pt x="1933808" y="898928"/>
                  </a:lnTo>
                  <a:lnTo>
                    <a:pt x="2005430" y="923427"/>
                  </a:lnTo>
                  <a:lnTo>
                    <a:pt x="2077053" y="947419"/>
                  </a:lnTo>
                  <a:lnTo>
                    <a:pt x="2148675" y="970912"/>
                  </a:lnTo>
                  <a:lnTo>
                    <a:pt x="2220298" y="993919"/>
                  </a:lnTo>
                  <a:lnTo>
                    <a:pt x="2291920" y="1016448"/>
                  </a:lnTo>
                  <a:lnTo>
                    <a:pt x="2363543" y="1038510"/>
                  </a:lnTo>
                  <a:lnTo>
                    <a:pt x="2435165" y="1060114"/>
                  </a:lnTo>
                  <a:lnTo>
                    <a:pt x="2506788" y="1081271"/>
                  </a:lnTo>
                  <a:lnTo>
                    <a:pt x="2578410" y="1101988"/>
                  </a:lnTo>
                  <a:lnTo>
                    <a:pt x="2650033" y="1122276"/>
                  </a:lnTo>
                  <a:lnTo>
                    <a:pt x="2721655" y="1142143"/>
                  </a:lnTo>
                  <a:lnTo>
                    <a:pt x="2793278" y="1161598"/>
                  </a:lnTo>
                  <a:lnTo>
                    <a:pt x="2864901" y="1180649"/>
                  </a:lnTo>
                  <a:lnTo>
                    <a:pt x="2936523" y="1199306"/>
                  </a:lnTo>
                  <a:lnTo>
                    <a:pt x="3008146" y="1217575"/>
                  </a:lnTo>
                  <a:lnTo>
                    <a:pt x="3079768" y="1235465"/>
                  </a:lnTo>
                  <a:lnTo>
                    <a:pt x="3151391" y="1252985"/>
                  </a:lnTo>
                  <a:lnTo>
                    <a:pt x="3223013" y="1270141"/>
                  </a:lnTo>
                  <a:lnTo>
                    <a:pt x="3294636" y="1286941"/>
                  </a:lnTo>
                  <a:lnTo>
                    <a:pt x="3366258" y="1303392"/>
                  </a:lnTo>
                  <a:lnTo>
                    <a:pt x="3437881" y="1319503"/>
                  </a:lnTo>
                  <a:lnTo>
                    <a:pt x="3509503" y="1335279"/>
                  </a:lnTo>
                  <a:lnTo>
                    <a:pt x="3581126" y="1350728"/>
                  </a:lnTo>
                  <a:lnTo>
                    <a:pt x="3652748" y="1365857"/>
                  </a:lnTo>
                  <a:lnTo>
                    <a:pt x="3724371" y="1380672"/>
                  </a:lnTo>
                  <a:lnTo>
                    <a:pt x="3795993" y="1395180"/>
                  </a:lnTo>
                  <a:lnTo>
                    <a:pt x="3867616" y="1409386"/>
                  </a:lnTo>
                  <a:lnTo>
                    <a:pt x="3939238" y="1423298"/>
                  </a:lnTo>
                  <a:lnTo>
                    <a:pt x="4010861" y="1436922"/>
                  </a:lnTo>
                  <a:lnTo>
                    <a:pt x="4082483" y="1450263"/>
                  </a:lnTo>
                  <a:lnTo>
                    <a:pt x="4154106" y="1463327"/>
                  </a:lnTo>
                  <a:lnTo>
                    <a:pt x="4225729" y="1476120"/>
                  </a:lnTo>
                  <a:lnTo>
                    <a:pt x="4297351" y="1488648"/>
                  </a:lnTo>
                  <a:lnTo>
                    <a:pt x="4368974" y="1500916"/>
                  </a:lnTo>
                  <a:lnTo>
                    <a:pt x="4440596" y="1512930"/>
                  </a:lnTo>
                  <a:lnTo>
                    <a:pt x="4512219" y="1524694"/>
                  </a:lnTo>
                  <a:lnTo>
                    <a:pt x="4583841" y="1536215"/>
                  </a:lnTo>
                  <a:lnTo>
                    <a:pt x="4655464" y="1547496"/>
                  </a:lnTo>
                  <a:lnTo>
                    <a:pt x="4727086" y="1558544"/>
                  </a:lnTo>
                  <a:lnTo>
                    <a:pt x="4798709" y="1569362"/>
                  </a:lnTo>
                  <a:lnTo>
                    <a:pt x="4870331" y="1579956"/>
                  </a:lnTo>
                  <a:lnTo>
                    <a:pt x="4941954" y="1590331"/>
                  </a:lnTo>
                  <a:lnTo>
                    <a:pt x="5013576" y="1600490"/>
                  </a:lnTo>
                  <a:lnTo>
                    <a:pt x="5085199" y="1610438"/>
                  </a:lnTo>
                  <a:lnTo>
                    <a:pt x="5156821" y="1620180"/>
                  </a:lnTo>
                  <a:lnTo>
                    <a:pt x="5228444" y="1629720"/>
                  </a:lnTo>
                  <a:lnTo>
                    <a:pt x="5300066" y="1639062"/>
                  </a:lnTo>
                  <a:lnTo>
                    <a:pt x="5371689" y="1648211"/>
                  </a:lnTo>
                  <a:lnTo>
                    <a:pt x="5443311" y="1657169"/>
                  </a:lnTo>
                  <a:lnTo>
                    <a:pt x="5514934" y="1665942"/>
                  </a:lnTo>
                  <a:lnTo>
                    <a:pt x="5586557" y="1674533"/>
                  </a:lnTo>
                  <a:lnTo>
                    <a:pt x="5658179" y="1682945"/>
                  </a:lnTo>
                  <a:lnTo>
                    <a:pt x="5729802" y="1691184"/>
                  </a:lnTo>
                  <a:lnTo>
                    <a:pt x="5801424" y="1699251"/>
                  </a:lnTo>
                  <a:lnTo>
                    <a:pt x="5873047" y="1707151"/>
                  </a:lnTo>
                  <a:lnTo>
                    <a:pt x="5944669" y="1714887"/>
                  </a:lnTo>
                  <a:lnTo>
                    <a:pt x="6016292" y="1722463"/>
                  </a:lnTo>
                  <a:lnTo>
                    <a:pt x="6087914" y="1729881"/>
                  </a:lnTo>
                  <a:lnTo>
                    <a:pt x="6159537" y="1737146"/>
                  </a:lnTo>
                  <a:lnTo>
                    <a:pt x="6231159" y="1744260"/>
                  </a:lnTo>
                  <a:lnTo>
                    <a:pt x="6302782" y="1751226"/>
                  </a:lnTo>
                  <a:lnTo>
                    <a:pt x="6374404" y="1758048"/>
                  </a:lnTo>
                  <a:lnTo>
                    <a:pt x="6446027" y="1764729"/>
                  </a:lnTo>
                  <a:lnTo>
                    <a:pt x="6517649" y="1771271"/>
                  </a:lnTo>
                  <a:lnTo>
                    <a:pt x="6589272" y="1777677"/>
                  </a:lnTo>
                  <a:lnTo>
                    <a:pt x="6660894" y="1783950"/>
                  </a:lnTo>
                  <a:lnTo>
                    <a:pt x="6732517" y="1790094"/>
                  </a:lnTo>
                  <a:lnTo>
                    <a:pt x="6804139" y="1796109"/>
                  </a:lnTo>
                  <a:lnTo>
                    <a:pt x="6875762" y="1802000"/>
                  </a:lnTo>
                  <a:lnTo>
                    <a:pt x="6947385" y="1807769"/>
                  </a:lnTo>
                  <a:lnTo>
                    <a:pt x="7019007" y="1813419"/>
                  </a:lnTo>
                  <a:lnTo>
                    <a:pt x="7090630" y="18189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(1.06-1.63), p_Bonf = 0.071 (n = 6)  |  per IQR decline (Δ = 25.8 %): 2.03 (1.17-3.52)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2026-10-09T13:14:08Z</dcterms:modified>
  <cp:category/>
</cp:coreProperties>
</file>