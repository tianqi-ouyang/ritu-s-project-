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2903"/>
            </a:xfrm>
            <a:custGeom>
              <a:avLst/>
              <a:pathLst>
                <a:path w="7090630" h="3372903">
                  <a:moveTo>
                    <a:pt x="326171" y="0"/>
                  </a:moveTo>
                  <a:lnTo>
                    <a:pt x="358112" y="56818"/>
                  </a:lnTo>
                  <a:lnTo>
                    <a:pt x="429735" y="179656"/>
                  </a:lnTo>
                  <a:lnTo>
                    <a:pt x="501357" y="298091"/>
                  </a:lnTo>
                  <a:lnTo>
                    <a:pt x="572980" y="412281"/>
                  </a:lnTo>
                  <a:lnTo>
                    <a:pt x="644602" y="522378"/>
                  </a:lnTo>
                  <a:lnTo>
                    <a:pt x="716225" y="628528"/>
                  </a:lnTo>
                  <a:lnTo>
                    <a:pt x="787847" y="730873"/>
                  </a:lnTo>
                  <a:lnTo>
                    <a:pt x="859470" y="829550"/>
                  </a:lnTo>
                  <a:lnTo>
                    <a:pt x="931092" y="924689"/>
                  </a:lnTo>
                  <a:lnTo>
                    <a:pt x="1002715" y="1016419"/>
                  </a:lnTo>
                  <a:lnTo>
                    <a:pt x="1074337" y="1104860"/>
                  </a:lnTo>
                  <a:lnTo>
                    <a:pt x="1145960" y="1190131"/>
                  </a:lnTo>
                  <a:lnTo>
                    <a:pt x="1217582" y="1272346"/>
                  </a:lnTo>
                  <a:lnTo>
                    <a:pt x="1289205" y="1351613"/>
                  </a:lnTo>
                  <a:lnTo>
                    <a:pt x="1360827" y="1428040"/>
                  </a:lnTo>
                  <a:lnTo>
                    <a:pt x="1432450" y="1501726"/>
                  </a:lnTo>
                  <a:lnTo>
                    <a:pt x="1504073" y="1572772"/>
                  </a:lnTo>
                  <a:lnTo>
                    <a:pt x="1575695" y="1641271"/>
                  </a:lnTo>
                  <a:lnTo>
                    <a:pt x="1647318" y="1707314"/>
                  </a:lnTo>
                  <a:lnTo>
                    <a:pt x="1718940" y="1770990"/>
                  </a:lnTo>
                  <a:lnTo>
                    <a:pt x="1790563" y="1832384"/>
                  </a:lnTo>
                  <a:lnTo>
                    <a:pt x="1862185" y="1891577"/>
                  </a:lnTo>
                  <a:lnTo>
                    <a:pt x="1933808" y="1948648"/>
                  </a:lnTo>
                  <a:lnTo>
                    <a:pt x="2005430" y="2003674"/>
                  </a:lnTo>
                  <a:lnTo>
                    <a:pt x="2077053" y="2056727"/>
                  </a:lnTo>
                  <a:lnTo>
                    <a:pt x="2148675" y="2107879"/>
                  </a:lnTo>
                  <a:lnTo>
                    <a:pt x="2220298" y="2157197"/>
                  </a:lnTo>
                  <a:lnTo>
                    <a:pt x="2291920" y="2204747"/>
                  </a:lnTo>
                  <a:lnTo>
                    <a:pt x="2363543" y="2250592"/>
                  </a:lnTo>
                  <a:lnTo>
                    <a:pt x="2435165" y="2294795"/>
                  </a:lnTo>
                  <a:lnTo>
                    <a:pt x="2506788" y="2337413"/>
                  </a:lnTo>
                  <a:lnTo>
                    <a:pt x="2578410" y="2378503"/>
                  </a:lnTo>
                  <a:lnTo>
                    <a:pt x="2650033" y="2418120"/>
                  </a:lnTo>
                  <a:lnTo>
                    <a:pt x="2721655" y="2456318"/>
                  </a:lnTo>
                  <a:lnTo>
                    <a:pt x="2793278" y="2493146"/>
                  </a:lnTo>
                  <a:lnTo>
                    <a:pt x="2864901" y="2528654"/>
                  </a:lnTo>
                  <a:lnTo>
                    <a:pt x="2936523" y="2562889"/>
                  </a:lnTo>
                  <a:lnTo>
                    <a:pt x="3008146" y="2595897"/>
                  </a:lnTo>
                  <a:lnTo>
                    <a:pt x="3079768" y="2627722"/>
                  </a:lnTo>
                  <a:lnTo>
                    <a:pt x="3151391" y="2654715"/>
                  </a:lnTo>
                  <a:lnTo>
                    <a:pt x="3223013" y="2657874"/>
                  </a:lnTo>
                  <a:lnTo>
                    <a:pt x="3294636" y="2661020"/>
                  </a:lnTo>
                  <a:lnTo>
                    <a:pt x="3366258" y="2664155"/>
                  </a:lnTo>
                  <a:lnTo>
                    <a:pt x="3437881" y="2667277"/>
                  </a:lnTo>
                  <a:lnTo>
                    <a:pt x="3509503" y="2670388"/>
                  </a:lnTo>
                  <a:lnTo>
                    <a:pt x="3581126" y="2673487"/>
                  </a:lnTo>
                  <a:lnTo>
                    <a:pt x="3652748" y="2676574"/>
                  </a:lnTo>
                  <a:lnTo>
                    <a:pt x="3724371" y="2679649"/>
                  </a:lnTo>
                  <a:lnTo>
                    <a:pt x="3795993" y="2682713"/>
                  </a:lnTo>
                  <a:lnTo>
                    <a:pt x="3867616" y="2685765"/>
                  </a:lnTo>
                  <a:lnTo>
                    <a:pt x="3939238" y="2688805"/>
                  </a:lnTo>
                  <a:lnTo>
                    <a:pt x="4010861" y="2691834"/>
                  </a:lnTo>
                  <a:lnTo>
                    <a:pt x="4082483" y="2694851"/>
                  </a:lnTo>
                  <a:lnTo>
                    <a:pt x="4154106" y="2697857"/>
                  </a:lnTo>
                  <a:lnTo>
                    <a:pt x="4225729" y="2700851"/>
                  </a:lnTo>
                  <a:lnTo>
                    <a:pt x="4297351" y="2703834"/>
                  </a:lnTo>
                  <a:lnTo>
                    <a:pt x="4368974" y="2706805"/>
                  </a:lnTo>
                  <a:lnTo>
                    <a:pt x="4440596" y="2709765"/>
                  </a:lnTo>
                  <a:lnTo>
                    <a:pt x="4512219" y="2712714"/>
                  </a:lnTo>
                  <a:lnTo>
                    <a:pt x="4583841" y="2715652"/>
                  </a:lnTo>
                  <a:lnTo>
                    <a:pt x="4655464" y="2718578"/>
                  </a:lnTo>
                  <a:lnTo>
                    <a:pt x="4727086" y="2721493"/>
                  </a:lnTo>
                  <a:lnTo>
                    <a:pt x="4798709" y="2724398"/>
                  </a:lnTo>
                  <a:lnTo>
                    <a:pt x="4870331" y="2727291"/>
                  </a:lnTo>
                  <a:lnTo>
                    <a:pt x="4941954" y="2730173"/>
                  </a:lnTo>
                  <a:lnTo>
                    <a:pt x="5013576" y="2733044"/>
                  </a:lnTo>
                  <a:lnTo>
                    <a:pt x="5085199" y="2735904"/>
                  </a:lnTo>
                  <a:lnTo>
                    <a:pt x="5156821" y="2738753"/>
                  </a:lnTo>
                  <a:lnTo>
                    <a:pt x="5228444" y="2741592"/>
                  </a:lnTo>
                  <a:lnTo>
                    <a:pt x="5300066" y="2744419"/>
                  </a:lnTo>
                  <a:lnTo>
                    <a:pt x="5371689" y="2747236"/>
                  </a:lnTo>
                  <a:lnTo>
                    <a:pt x="5443311" y="2750042"/>
                  </a:lnTo>
                  <a:lnTo>
                    <a:pt x="5514934" y="2752838"/>
                  </a:lnTo>
                  <a:lnTo>
                    <a:pt x="5586557" y="2755622"/>
                  </a:lnTo>
                  <a:lnTo>
                    <a:pt x="5658179" y="2758396"/>
                  </a:lnTo>
                  <a:lnTo>
                    <a:pt x="5729802" y="2761160"/>
                  </a:lnTo>
                  <a:lnTo>
                    <a:pt x="5801424" y="2763913"/>
                  </a:lnTo>
                  <a:lnTo>
                    <a:pt x="5873047" y="2766656"/>
                  </a:lnTo>
                  <a:lnTo>
                    <a:pt x="5944669" y="2769388"/>
                  </a:lnTo>
                  <a:lnTo>
                    <a:pt x="6016292" y="2772109"/>
                  </a:lnTo>
                  <a:lnTo>
                    <a:pt x="6087914" y="2774821"/>
                  </a:lnTo>
                  <a:lnTo>
                    <a:pt x="6159537" y="2777522"/>
                  </a:lnTo>
                  <a:lnTo>
                    <a:pt x="6231159" y="2780212"/>
                  </a:lnTo>
                  <a:lnTo>
                    <a:pt x="6302782" y="2782893"/>
                  </a:lnTo>
                  <a:lnTo>
                    <a:pt x="6374404" y="2785563"/>
                  </a:lnTo>
                  <a:lnTo>
                    <a:pt x="6446027" y="2788223"/>
                  </a:lnTo>
                  <a:lnTo>
                    <a:pt x="6517649" y="2790873"/>
                  </a:lnTo>
                  <a:lnTo>
                    <a:pt x="6589272" y="2793513"/>
                  </a:lnTo>
                  <a:lnTo>
                    <a:pt x="6660894" y="2796143"/>
                  </a:lnTo>
                  <a:lnTo>
                    <a:pt x="6732517" y="2798762"/>
                  </a:lnTo>
                  <a:lnTo>
                    <a:pt x="6804139" y="2801372"/>
                  </a:lnTo>
                  <a:lnTo>
                    <a:pt x="6875762" y="2803972"/>
                  </a:lnTo>
                  <a:lnTo>
                    <a:pt x="6947385" y="2806562"/>
                  </a:lnTo>
                  <a:lnTo>
                    <a:pt x="7019007" y="2809142"/>
                  </a:lnTo>
                  <a:lnTo>
                    <a:pt x="7090630" y="2811712"/>
                  </a:lnTo>
                  <a:lnTo>
                    <a:pt x="7090630" y="3372903"/>
                  </a:lnTo>
                  <a:lnTo>
                    <a:pt x="7019007" y="3368782"/>
                  </a:lnTo>
                  <a:lnTo>
                    <a:pt x="6947385" y="3364508"/>
                  </a:lnTo>
                  <a:lnTo>
                    <a:pt x="6875762" y="3360075"/>
                  </a:lnTo>
                  <a:lnTo>
                    <a:pt x="6804139" y="3355477"/>
                  </a:lnTo>
                  <a:lnTo>
                    <a:pt x="6732517" y="3350708"/>
                  </a:lnTo>
                  <a:lnTo>
                    <a:pt x="6660894" y="3345762"/>
                  </a:lnTo>
                  <a:lnTo>
                    <a:pt x="6589272" y="3340632"/>
                  </a:lnTo>
                  <a:lnTo>
                    <a:pt x="6517649" y="3335312"/>
                  </a:lnTo>
                  <a:lnTo>
                    <a:pt x="6446027" y="3329793"/>
                  </a:lnTo>
                  <a:lnTo>
                    <a:pt x="6374404" y="3324070"/>
                  </a:lnTo>
                  <a:lnTo>
                    <a:pt x="6302782" y="3318133"/>
                  </a:lnTo>
                  <a:lnTo>
                    <a:pt x="6231159" y="3311976"/>
                  </a:lnTo>
                  <a:lnTo>
                    <a:pt x="6159537" y="3305590"/>
                  </a:lnTo>
                  <a:lnTo>
                    <a:pt x="6087914" y="3298967"/>
                  </a:lnTo>
                  <a:lnTo>
                    <a:pt x="6016292" y="3292097"/>
                  </a:lnTo>
                  <a:lnTo>
                    <a:pt x="5944669" y="3284972"/>
                  </a:lnTo>
                  <a:lnTo>
                    <a:pt x="5873047" y="3277582"/>
                  </a:lnTo>
                  <a:lnTo>
                    <a:pt x="5801424" y="3269917"/>
                  </a:lnTo>
                  <a:lnTo>
                    <a:pt x="5729802" y="3261968"/>
                  </a:lnTo>
                  <a:lnTo>
                    <a:pt x="5658179" y="3253722"/>
                  </a:lnTo>
                  <a:lnTo>
                    <a:pt x="5586557" y="3245171"/>
                  </a:lnTo>
                  <a:lnTo>
                    <a:pt x="5514934" y="3236301"/>
                  </a:lnTo>
                  <a:lnTo>
                    <a:pt x="5443311" y="3227102"/>
                  </a:lnTo>
                  <a:lnTo>
                    <a:pt x="5371689" y="3217560"/>
                  </a:lnTo>
                  <a:lnTo>
                    <a:pt x="5300066" y="3207664"/>
                  </a:lnTo>
                  <a:lnTo>
                    <a:pt x="5228444" y="3197400"/>
                  </a:lnTo>
                  <a:lnTo>
                    <a:pt x="5156821" y="3186754"/>
                  </a:lnTo>
                  <a:lnTo>
                    <a:pt x="5085199" y="3175713"/>
                  </a:lnTo>
                  <a:lnTo>
                    <a:pt x="5013576" y="3164261"/>
                  </a:lnTo>
                  <a:lnTo>
                    <a:pt x="4941954" y="3152383"/>
                  </a:lnTo>
                  <a:lnTo>
                    <a:pt x="4870331" y="3140064"/>
                  </a:lnTo>
                  <a:lnTo>
                    <a:pt x="4798709" y="3127286"/>
                  </a:lnTo>
                  <a:lnTo>
                    <a:pt x="4727086" y="3114034"/>
                  </a:lnTo>
                  <a:lnTo>
                    <a:pt x="4655464" y="3100289"/>
                  </a:lnTo>
                  <a:lnTo>
                    <a:pt x="4583841" y="3086033"/>
                  </a:lnTo>
                  <a:lnTo>
                    <a:pt x="4512219" y="3071247"/>
                  </a:lnTo>
                  <a:lnTo>
                    <a:pt x="4440596" y="3055911"/>
                  </a:lnTo>
                  <a:lnTo>
                    <a:pt x="4368974" y="3040005"/>
                  </a:lnTo>
                  <a:lnTo>
                    <a:pt x="4297351" y="3023508"/>
                  </a:lnTo>
                  <a:lnTo>
                    <a:pt x="4225729" y="3006398"/>
                  </a:lnTo>
                  <a:lnTo>
                    <a:pt x="4154106" y="2988651"/>
                  </a:lnTo>
                  <a:lnTo>
                    <a:pt x="4082483" y="2970244"/>
                  </a:lnTo>
                  <a:lnTo>
                    <a:pt x="4010861" y="2951154"/>
                  </a:lnTo>
                  <a:lnTo>
                    <a:pt x="3939238" y="2931353"/>
                  </a:lnTo>
                  <a:lnTo>
                    <a:pt x="3867616" y="2910816"/>
                  </a:lnTo>
                  <a:lnTo>
                    <a:pt x="3795993" y="2889516"/>
                  </a:lnTo>
                  <a:lnTo>
                    <a:pt x="3724371" y="2867424"/>
                  </a:lnTo>
                  <a:lnTo>
                    <a:pt x="3652748" y="2844511"/>
                  </a:lnTo>
                  <a:lnTo>
                    <a:pt x="3581126" y="2820746"/>
                  </a:lnTo>
                  <a:lnTo>
                    <a:pt x="3509503" y="2796097"/>
                  </a:lnTo>
                  <a:lnTo>
                    <a:pt x="3437881" y="2770532"/>
                  </a:lnTo>
                  <a:lnTo>
                    <a:pt x="3366258" y="2744016"/>
                  </a:lnTo>
                  <a:lnTo>
                    <a:pt x="3294636" y="2716515"/>
                  </a:lnTo>
                  <a:lnTo>
                    <a:pt x="3223013" y="2687991"/>
                  </a:lnTo>
                  <a:lnTo>
                    <a:pt x="3151391" y="2658406"/>
                  </a:lnTo>
                  <a:lnTo>
                    <a:pt x="3079768" y="2651544"/>
                  </a:lnTo>
                  <a:lnTo>
                    <a:pt x="3008146" y="2648362"/>
                  </a:lnTo>
                  <a:lnTo>
                    <a:pt x="2936523" y="2645167"/>
                  </a:lnTo>
                  <a:lnTo>
                    <a:pt x="2864901" y="2641959"/>
                  </a:lnTo>
                  <a:lnTo>
                    <a:pt x="2793278" y="2638740"/>
                  </a:lnTo>
                  <a:lnTo>
                    <a:pt x="2721655" y="2635508"/>
                  </a:lnTo>
                  <a:lnTo>
                    <a:pt x="2650033" y="2632264"/>
                  </a:lnTo>
                  <a:lnTo>
                    <a:pt x="2578410" y="2629008"/>
                  </a:lnTo>
                  <a:lnTo>
                    <a:pt x="2506788" y="2625739"/>
                  </a:lnTo>
                  <a:lnTo>
                    <a:pt x="2435165" y="2622457"/>
                  </a:lnTo>
                  <a:lnTo>
                    <a:pt x="2363543" y="2619163"/>
                  </a:lnTo>
                  <a:lnTo>
                    <a:pt x="2291920" y="2615856"/>
                  </a:lnTo>
                  <a:lnTo>
                    <a:pt x="2220298" y="2612537"/>
                  </a:lnTo>
                  <a:lnTo>
                    <a:pt x="2148675" y="2609205"/>
                  </a:lnTo>
                  <a:lnTo>
                    <a:pt x="2077053" y="2605860"/>
                  </a:lnTo>
                  <a:lnTo>
                    <a:pt x="2005430" y="2602503"/>
                  </a:lnTo>
                  <a:lnTo>
                    <a:pt x="1933808" y="2599133"/>
                  </a:lnTo>
                  <a:lnTo>
                    <a:pt x="1862185" y="2595749"/>
                  </a:lnTo>
                  <a:lnTo>
                    <a:pt x="1790563" y="2592353"/>
                  </a:lnTo>
                  <a:lnTo>
                    <a:pt x="1718940" y="2588944"/>
                  </a:lnTo>
                  <a:lnTo>
                    <a:pt x="1647318" y="2585522"/>
                  </a:lnTo>
                  <a:lnTo>
                    <a:pt x="1575695" y="2582086"/>
                  </a:lnTo>
                  <a:lnTo>
                    <a:pt x="1504073" y="2578638"/>
                  </a:lnTo>
                  <a:lnTo>
                    <a:pt x="1432450" y="2575176"/>
                  </a:lnTo>
                  <a:lnTo>
                    <a:pt x="1360827" y="2571702"/>
                  </a:lnTo>
                  <a:lnTo>
                    <a:pt x="1289205" y="2568213"/>
                  </a:lnTo>
                  <a:lnTo>
                    <a:pt x="1217582" y="2564712"/>
                  </a:lnTo>
                  <a:lnTo>
                    <a:pt x="1145960" y="2561197"/>
                  </a:lnTo>
                  <a:lnTo>
                    <a:pt x="1074337" y="2557669"/>
                  </a:lnTo>
                  <a:lnTo>
                    <a:pt x="1002715" y="2554127"/>
                  </a:lnTo>
                  <a:lnTo>
                    <a:pt x="931092" y="2550571"/>
                  </a:lnTo>
                  <a:lnTo>
                    <a:pt x="859470" y="2547003"/>
                  </a:lnTo>
                  <a:lnTo>
                    <a:pt x="787847" y="2543420"/>
                  </a:lnTo>
                  <a:lnTo>
                    <a:pt x="716225" y="2539824"/>
                  </a:lnTo>
                  <a:lnTo>
                    <a:pt x="644602" y="2536214"/>
                  </a:lnTo>
                  <a:lnTo>
                    <a:pt x="572980" y="2532590"/>
                  </a:lnTo>
                  <a:lnTo>
                    <a:pt x="501357" y="2528952"/>
                  </a:lnTo>
                  <a:lnTo>
                    <a:pt x="429735" y="2525300"/>
                  </a:lnTo>
                  <a:lnTo>
                    <a:pt x="358112" y="2521635"/>
                  </a:lnTo>
                  <a:lnTo>
                    <a:pt x="286490" y="2517955"/>
                  </a:lnTo>
                  <a:lnTo>
                    <a:pt x="214867" y="2514261"/>
                  </a:lnTo>
                  <a:lnTo>
                    <a:pt x="143245" y="2510553"/>
                  </a:lnTo>
                  <a:lnTo>
                    <a:pt x="71622" y="2506831"/>
                  </a:lnTo>
                  <a:lnTo>
                    <a:pt x="0" y="2503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8220" y="2073503"/>
              <a:ext cx="6764458" cy="2811712"/>
            </a:xfrm>
            <a:custGeom>
              <a:avLst/>
              <a:pathLst>
                <a:path w="6764458" h="2811712">
                  <a:moveTo>
                    <a:pt x="0" y="0"/>
                  </a:moveTo>
                  <a:lnTo>
                    <a:pt x="31941" y="56818"/>
                  </a:lnTo>
                  <a:lnTo>
                    <a:pt x="103563" y="179656"/>
                  </a:lnTo>
                  <a:lnTo>
                    <a:pt x="175186" y="298091"/>
                  </a:lnTo>
                  <a:lnTo>
                    <a:pt x="246808" y="412281"/>
                  </a:lnTo>
                  <a:lnTo>
                    <a:pt x="318431" y="522378"/>
                  </a:lnTo>
                  <a:lnTo>
                    <a:pt x="390053" y="628528"/>
                  </a:lnTo>
                  <a:lnTo>
                    <a:pt x="461676" y="730873"/>
                  </a:lnTo>
                  <a:lnTo>
                    <a:pt x="533299" y="829550"/>
                  </a:lnTo>
                  <a:lnTo>
                    <a:pt x="604921" y="924689"/>
                  </a:lnTo>
                  <a:lnTo>
                    <a:pt x="676544" y="1016419"/>
                  </a:lnTo>
                  <a:lnTo>
                    <a:pt x="748166" y="1104860"/>
                  </a:lnTo>
                  <a:lnTo>
                    <a:pt x="819789" y="1190131"/>
                  </a:lnTo>
                  <a:lnTo>
                    <a:pt x="891411" y="1272346"/>
                  </a:lnTo>
                  <a:lnTo>
                    <a:pt x="963034" y="1351613"/>
                  </a:lnTo>
                  <a:lnTo>
                    <a:pt x="1034656" y="1428040"/>
                  </a:lnTo>
                  <a:lnTo>
                    <a:pt x="1106279" y="1501726"/>
                  </a:lnTo>
                  <a:lnTo>
                    <a:pt x="1177901" y="1572772"/>
                  </a:lnTo>
                  <a:lnTo>
                    <a:pt x="1249524" y="1641271"/>
                  </a:lnTo>
                  <a:lnTo>
                    <a:pt x="1321146" y="1707314"/>
                  </a:lnTo>
                  <a:lnTo>
                    <a:pt x="1392769" y="1770990"/>
                  </a:lnTo>
                  <a:lnTo>
                    <a:pt x="1464391" y="1832384"/>
                  </a:lnTo>
                  <a:lnTo>
                    <a:pt x="1536014" y="1891577"/>
                  </a:lnTo>
                  <a:lnTo>
                    <a:pt x="1607636" y="1948648"/>
                  </a:lnTo>
                  <a:lnTo>
                    <a:pt x="1679259" y="2003674"/>
                  </a:lnTo>
                  <a:lnTo>
                    <a:pt x="1750881" y="2056727"/>
                  </a:lnTo>
                  <a:lnTo>
                    <a:pt x="1822504" y="2107879"/>
                  </a:lnTo>
                  <a:lnTo>
                    <a:pt x="1894127" y="2157197"/>
                  </a:lnTo>
                  <a:lnTo>
                    <a:pt x="1965749" y="2204747"/>
                  </a:lnTo>
                  <a:lnTo>
                    <a:pt x="2037372" y="2250592"/>
                  </a:lnTo>
                  <a:lnTo>
                    <a:pt x="2108994" y="2294795"/>
                  </a:lnTo>
                  <a:lnTo>
                    <a:pt x="2180617" y="2337413"/>
                  </a:lnTo>
                  <a:lnTo>
                    <a:pt x="2252239" y="2378503"/>
                  </a:lnTo>
                  <a:lnTo>
                    <a:pt x="2323862" y="2418120"/>
                  </a:lnTo>
                  <a:lnTo>
                    <a:pt x="2395484" y="2456318"/>
                  </a:lnTo>
                  <a:lnTo>
                    <a:pt x="2467107" y="2493146"/>
                  </a:lnTo>
                  <a:lnTo>
                    <a:pt x="2538729" y="2528654"/>
                  </a:lnTo>
                  <a:lnTo>
                    <a:pt x="2610352" y="2562889"/>
                  </a:lnTo>
                  <a:lnTo>
                    <a:pt x="2681974" y="2595897"/>
                  </a:lnTo>
                  <a:lnTo>
                    <a:pt x="2753597" y="2627722"/>
                  </a:lnTo>
                  <a:lnTo>
                    <a:pt x="2825219" y="2654715"/>
                  </a:lnTo>
                  <a:lnTo>
                    <a:pt x="2896842" y="2657874"/>
                  </a:lnTo>
                  <a:lnTo>
                    <a:pt x="2968464" y="2661020"/>
                  </a:lnTo>
                  <a:lnTo>
                    <a:pt x="3040087" y="2664155"/>
                  </a:lnTo>
                  <a:lnTo>
                    <a:pt x="3111709" y="2667277"/>
                  </a:lnTo>
                  <a:lnTo>
                    <a:pt x="3183332" y="2670388"/>
                  </a:lnTo>
                  <a:lnTo>
                    <a:pt x="3254955" y="2673487"/>
                  </a:lnTo>
                  <a:lnTo>
                    <a:pt x="3326577" y="2676574"/>
                  </a:lnTo>
                  <a:lnTo>
                    <a:pt x="3398200" y="2679649"/>
                  </a:lnTo>
                  <a:lnTo>
                    <a:pt x="3469822" y="2682713"/>
                  </a:lnTo>
                  <a:lnTo>
                    <a:pt x="3541445" y="2685765"/>
                  </a:lnTo>
                  <a:lnTo>
                    <a:pt x="3613067" y="2688805"/>
                  </a:lnTo>
                  <a:lnTo>
                    <a:pt x="3684690" y="2691834"/>
                  </a:lnTo>
                  <a:lnTo>
                    <a:pt x="3756312" y="2694851"/>
                  </a:lnTo>
                  <a:lnTo>
                    <a:pt x="3827935" y="2697857"/>
                  </a:lnTo>
                  <a:lnTo>
                    <a:pt x="3899557" y="2700851"/>
                  </a:lnTo>
                  <a:lnTo>
                    <a:pt x="3971180" y="2703834"/>
                  </a:lnTo>
                  <a:lnTo>
                    <a:pt x="4042802" y="2706805"/>
                  </a:lnTo>
                  <a:lnTo>
                    <a:pt x="4114425" y="2709765"/>
                  </a:lnTo>
                  <a:lnTo>
                    <a:pt x="4186047" y="2712714"/>
                  </a:lnTo>
                  <a:lnTo>
                    <a:pt x="4257670" y="2715652"/>
                  </a:lnTo>
                  <a:lnTo>
                    <a:pt x="4329292" y="2718578"/>
                  </a:lnTo>
                  <a:lnTo>
                    <a:pt x="4400915" y="2721493"/>
                  </a:lnTo>
                  <a:lnTo>
                    <a:pt x="4472537" y="2724398"/>
                  </a:lnTo>
                  <a:lnTo>
                    <a:pt x="4544160" y="2727291"/>
                  </a:lnTo>
                  <a:lnTo>
                    <a:pt x="4615783" y="2730173"/>
                  </a:lnTo>
                  <a:lnTo>
                    <a:pt x="4687405" y="2733044"/>
                  </a:lnTo>
                  <a:lnTo>
                    <a:pt x="4759028" y="2735904"/>
                  </a:lnTo>
                  <a:lnTo>
                    <a:pt x="4830650" y="2738753"/>
                  </a:lnTo>
                  <a:lnTo>
                    <a:pt x="4902273" y="2741592"/>
                  </a:lnTo>
                  <a:lnTo>
                    <a:pt x="4973895" y="2744419"/>
                  </a:lnTo>
                  <a:lnTo>
                    <a:pt x="5045518" y="2747236"/>
                  </a:lnTo>
                  <a:lnTo>
                    <a:pt x="5117140" y="2750042"/>
                  </a:lnTo>
                  <a:lnTo>
                    <a:pt x="5188763" y="2752838"/>
                  </a:lnTo>
                  <a:lnTo>
                    <a:pt x="5260385" y="2755622"/>
                  </a:lnTo>
                  <a:lnTo>
                    <a:pt x="5332008" y="2758396"/>
                  </a:lnTo>
                  <a:lnTo>
                    <a:pt x="5403630" y="2761160"/>
                  </a:lnTo>
                  <a:lnTo>
                    <a:pt x="5475253" y="2763913"/>
                  </a:lnTo>
                  <a:lnTo>
                    <a:pt x="5546875" y="2766656"/>
                  </a:lnTo>
                  <a:lnTo>
                    <a:pt x="5618498" y="2769388"/>
                  </a:lnTo>
                  <a:lnTo>
                    <a:pt x="5690120" y="2772109"/>
                  </a:lnTo>
                  <a:lnTo>
                    <a:pt x="5761743" y="2774821"/>
                  </a:lnTo>
                  <a:lnTo>
                    <a:pt x="5833365" y="2777522"/>
                  </a:lnTo>
                  <a:lnTo>
                    <a:pt x="5904988" y="2780212"/>
                  </a:lnTo>
                  <a:lnTo>
                    <a:pt x="5976611" y="2782893"/>
                  </a:lnTo>
                  <a:lnTo>
                    <a:pt x="6048233" y="2785563"/>
                  </a:lnTo>
                  <a:lnTo>
                    <a:pt x="6119856" y="2788223"/>
                  </a:lnTo>
                  <a:lnTo>
                    <a:pt x="6191478" y="2790873"/>
                  </a:lnTo>
                  <a:lnTo>
                    <a:pt x="6263101" y="2793513"/>
                  </a:lnTo>
                  <a:lnTo>
                    <a:pt x="6334723" y="2796143"/>
                  </a:lnTo>
                  <a:lnTo>
                    <a:pt x="6406346" y="2798762"/>
                  </a:lnTo>
                  <a:lnTo>
                    <a:pt x="6477968" y="2801372"/>
                  </a:lnTo>
                  <a:lnTo>
                    <a:pt x="6549591" y="2803972"/>
                  </a:lnTo>
                  <a:lnTo>
                    <a:pt x="6621213" y="2806562"/>
                  </a:lnTo>
                  <a:lnTo>
                    <a:pt x="6692836" y="2809142"/>
                  </a:lnTo>
                  <a:lnTo>
                    <a:pt x="6764458" y="281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76598"/>
              <a:ext cx="7090630" cy="869807"/>
            </a:xfrm>
            <a:custGeom>
              <a:avLst/>
              <a:pathLst>
                <a:path w="7090630" h="869807">
                  <a:moveTo>
                    <a:pt x="7090630" y="869807"/>
                  </a:moveTo>
                  <a:lnTo>
                    <a:pt x="7019007" y="865686"/>
                  </a:lnTo>
                  <a:lnTo>
                    <a:pt x="6947385" y="861412"/>
                  </a:lnTo>
                  <a:lnTo>
                    <a:pt x="6875762" y="856979"/>
                  </a:lnTo>
                  <a:lnTo>
                    <a:pt x="6804139" y="852381"/>
                  </a:lnTo>
                  <a:lnTo>
                    <a:pt x="6732517" y="847613"/>
                  </a:lnTo>
                  <a:lnTo>
                    <a:pt x="6660894" y="842667"/>
                  </a:lnTo>
                  <a:lnTo>
                    <a:pt x="6589272" y="837537"/>
                  </a:lnTo>
                  <a:lnTo>
                    <a:pt x="6517649" y="832216"/>
                  </a:lnTo>
                  <a:lnTo>
                    <a:pt x="6446027" y="826698"/>
                  </a:lnTo>
                  <a:lnTo>
                    <a:pt x="6374404" y="820974"/>
                  </a:lnTo>
                  <a:lnTo>
                    <a:pt x="6302782" y="815037"/>
                  </a:lnTo>
                  <a:lnTo>
                    <a:pt x="6231159" y="808880"/>
                  </a:lnTo>
                  <a:lnTo>
                    <a:pt x="6159537" y="802494"/>
                  </a:lnTo>
                  <a:lnTo>
                    <a:pt x="6087914" y="795871"/>
                  </a:lnTo>
                  <a:lnTo>
                    <a:pt x="6016292" y="789001"/>
                  </a:lnTo>
                  <a:lnTo>
                    <a:pt x="5944669" y="781876"/>
                  </a:lnTo>
                  <a:lnTo>
                    <a:pt x="5873047" y="774486"/>
                  </a:lnTo>
                  <a:lnTo>
                    <a:pt x="5801424" y="766822"/>
                  </a:lnTo>
                  <a:lnTo>
                    <a:pt x="5729802" y="758872"/>
                  </a:lnTo>
                  <a:lnTo>
                    <a:pt x="5658179" y="750627"/>
                  </a:lnTo>
                  <a:lnTo>
                    <a:pt x="5586557" y="742075"/>
                  </a:lnTo>
                  <a:lnTo>
                    <a:pt x="5514934" y="733205"/>
                  </a:lnTo>
                  <a:lnTo>
                    <a:pt x="5443311" y="724006"/>
                  </a:lnTo>
                  <a:lnTo>
                    <a:pt x="5371689" y="714464"/>
                  </a:lnTo>
                  <a:lnTo>
                    <a:pt x="5300066" y="704568"/>
                  </a:lnTo>
                  <a:lnTo>
                    <a:pt x="5228444" y="694304"/>
                  </a:lnTo>
                  <a:lnTo>
                    <a:pt x="5156821" y="683658"/>
                  </a:lnTo>
                  <a:lnTo>
                    <a:pt x="5085199" y="672617"/>
                  </a:lnTo>
                  <a:lnTo>
                    <a:pt x="5013576" y="661165"/>
                  </a:lnTo>
                  <a:lnTo>
                    <a:pt x="4941954" y="649287"/>
                  </a:lnTo>
                  <a:lnTo>
                    <a:pt x="4870331" y="636968"/>
                  </a:lnTo>
                  <a:lnTo>
                    <a:pt x="4798709" y="624191"/>
                  </a:lnTo>
                  <a:lnTo>
                    <a:pt x="4727086" y="610938"/>
                  </a:lnTo>
                  <a:lnTo>
                    <a:pt x="4655464" y="597193"/>
                  </a:lnTo>
                  <a:lnTo>
                    <a:pt x="4583841" y="582937"/>
                  </a:lnTo>
                  <a:lnTo>
                    <a:pt x="4512219" y="568151"/>
                  </a:lnTo>
                  <a:lnTo>
                    <a:pt x="4440596" y="552816"/>
                  </a:lnTo>
                  <a:lnTo>
                    <a:pt x="4368974" y="536910"/>
                  </a:lnTo>
                  <a:lnTo>
                    <a:pt x="4297351" y="520412"/>
                  </a:lnTo>
                  <a:lnTo>
                    <a:pt x="4225729" y="503302"/>
                  </a:lnTo>
                  <a:lnTo>
                    <a:pt x="4154106" y="485555"/>
                  </a:lnTo>
                  <a:lnTo>
                    <a:pt x="4082483" y="467149"/>
                  </a:lnTo>
                  <a:lnTo>
                    <a:pt x="4010861" y="448058"/>
                  </a:lnTo>
                  <a:lnTo>
                    <a:pt x="3939238" y="428257"/>
                  </a:lnTo>
                  <a:lnTo>
                    <a:pt x="3867616" y="407721"/>
                  </a:lnTo>
                  <a:lnTo>
                    <a:pt x="3795993" y="386421"/>
                  </a:lnTo>
                  <a:lnTo>
                    <a:pt x="3724371" y="364329"/>
                  </a:lnTo>
                  <a:lnTo>
                    <a:pt x="3652748" y="341415"/>
                  </a:lnTo>
                  <a:lnTo>
                    <a:pt x="3581126" y="317650"/>
                  </a:lnTo>
                  <a:lnTo>
                    <a:pt x="3509503" y="293001"/>
                  </a:lnTo>
                  <a:lnTo>
                    <a:pt x="3437881" y="267436"/>
                  </a:lnTo>
                  <a:lnTo>
                    <a:pt x="3366258" y="240920"/>
                  </a:lnTo>
                  <a:lnTo>
                    <a:pt x="3294636" y="213419"/>
                  </a:lnTo>
                  <a:lnTo>
                    <a:pt x="3223013" y="184895"/>
                  </a:lnTo>
                  <a:lnTo>
                    <a:pt x="3151391" y="155311"/>
                  </a:lnTo>
                  <a:lnTo>
                    <a:pt x="3079768" y="148449"/>
                  </a:lnTo>
                  <a:lnTo>
                    <a:pt x="3008146" y="145266"/>
                  </a:lnTo>
                  <a:lnTo>
                    <a:pt x="2936523" y="142071"/>
                  </a:lnTo>
                  <a:lnTo>
                    <a:pt x="2864901" y="138864"/>
                  </a:lnTo>
                  <a:lnTo>
                    <a:pt x="2793278" y="135644"/>
                  </a:lnTo>
                  <a:lnTo>
                    <a:pt x="2721655" y="132413"/>
                  </a:lnTo>
                  <a:lnTo>
                    <a:pt x="2650033" y="129168"/>
                  </a:lnTo>
                  <a:lnTo>
                    <a:pt x="2578410" y="125912"/>
                  </a:lnTo>
                  <a:lnTo>
                    <a:pt x="2506788" y="122643"/>
                  </a:lnTo>
                  <a:lnTo>
                    <a:pt x="2435165" y="119361"/>
                  </a:lnTo>
                  <a:lnTo>
                    <a:pt x="2363543" y="116067"/>
                  </a:lnTo>
                  <a:lnTo>
                    <a:pt x="2291920" y="112761"/>
                  </a:lnTo>
                  <a:lnTo>
                    <a:pt x="2220298" y="109441"/>
                  </a:lnTo>
                  <a:lnTo>
                    <a:pt x="2148675" y="106109"/>
                  </a:lnTo>
                  <a:lnTo>
                    <a:pt x="2077053" y="102765"/>
                  </a:lnTo>
                  <a:lnTo>
                    <a:pt x="2005430" y="99407"/>
                  </a:lnTo>
                  <a:lnTo>
                    <a:pt x="1933808" y="96037"/>
                  </a:lnTo>
                  <a:lnTo>
                    <a:pt x="1862185" y="92654"/>
                  </a:lnTo>
                  <a:lnTo>
                    <a:pt x="1790563" y="89257"/>
                  </a:lnTo>
                  <a:lnTo>
                    <a:pt x="1718940" y="85848"/>
                  </a:lnTo>
                  <a:lnTo>
                    <a:pt x="1647318" y="82426"/>
                  </a:lnTo>
                  <a:lnTo>
                    <a:pt x="1575695" y="78991"/>
                  </a:lnTo>
                  <a:lnTo>
                    <a:pt x="1504073" y="75542"/>
                  </a:lnTo>
                  <a:lnTo>
                    <a:pt x="1432450" y="72081"/>
                  </a:lnTo>
                  <a:lnTo>
                    <a:pt x="1360827" y="68606"/>
                  </a:lnTo>
                  <a:lnTo>
                    <a:pt x="1289205" y="65118"/>
                  </a:lnTo>
                  <a:lnTo>
                    <a:pt x="1217582" y="61616"/>
                  </a:lnTo>
                  <a:lnTo>
                    <a:pt x="1145960" y="58101"/>
                  </a:lnTo>
                  <a:lnTo>
                    <a:pt x="1074337" y="54573"/>
                  </a:lnTo>
                  <a:lnTo>
                    <a:pt x="1002715" y="51031"/>
                  </a:lnTo>
                  <a:lnTo>
                    <a:pt x="931092" y="47476"/>
                  </a:lnTo>
                  <a:lnTo>
                    <a:pt x="859470" y="43907"/>
                  </a:lnTo>
                  <a:lnTo>
                    <a:pt x="787847" y="40324"/>
                  </a:lnTo>
                  <a:lnTo>
                    <a:pt x="716225" y="36728"/>
                  </a:lnTo>
                  <a:lnTo>
                    <a:pt x="644602" y="33118"/>
                  </a:lnTo>
                  <a:lnTo>
                    <a:pt x="572980" y="29494"/>
                  </a:lnTo>
                  <a:lnTo>
                    <a:pt x="501357" y="25856"/>
                  </a:lnTo>
                  <a:lnTo>
                    <a:pt x="429735" y="22205"/>
                  </a:lnTo>
                  <a:lnTo>
                    <a:pt x="358112" y="18539"/>
                  </a:lnTo>
                  <a:lnTo>
                    <a:pt x="286490" y="14859"/>
                  </a:lnTo>
                  <a:lnTo>
                    <a:pt x="214867" y="11166"/>
                  </a:lnTo>
                  <a:lnTo>
                    <a:pt x="143245" y="7458"/>
                  </a:lnTo>
                  <a:lnTo>
                    <a:pt x="71622" y="37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48885"/>
              <a:ext cx="7090630" cy="1735435"/>
            </a:xfrm>
            <a:custGeom>
              <a:avLst/>
              <a:pathLst>
                <a:path w="7090630" h="1735435">
                  <a:moveTo>
                    <a:pt x="0" y="0"/>
                  </a:moveTo>
                  <a:lnTo>
                    <a:pt x="71622" y="40083"/>
                  </a:lnTo>
                  <a:lnTo>
                    <a:pt x="143245" y="79367"/>
                  </a:lnTo>
                  <a:lnTo>
                    <a:pt x="214867" y="117866"/>
                  </a:lnTo>
                  <a:lnTo>
                    <a:pt x="286490" y="155598"/>
                  </a:lnTo>
                  <a:lnTo>
                    <a:pt x="358112" y="192576"/>
                  </a:lnTo>
                  <a:lnTo>
                    <a:pt x="429735" y="228816"/>
                  </a:lnTo>
                  <a:lnTo>
                    <a:pt x="501357" y="264333"/>
                  </a:lnTo>
                  <a:lnTo>
                    <a:pt x="572980" y="299141"/>
                  </a:lnTo>
                  <a:lnTo>
                    <a:pt x="644602" y="333254"/>
                  </a:lnTo>
                  <a:lnTo>
                    <a:pt x="716225" y="366687"/>
                  </a:lnTo>
                  <a:lnTo>
                    <a:pt x="787847" y="399452"/>
                  </a:lnTo>
                  <a:lnTo>
                    <a:pt x="859470" y="431563"/>
                  </a:lnTo>
                  <a:lnTo>
                    <a:pt x="931092" y="463033"/>
                  </a:lnTo>
                  <a:lnTo>
                    <a:pt x="1002715" y="493876"/>
                  </a:lnTo>
                  <a:lnTo>
                    <a:pt x="1074337" y="524102"/>
                  </a:lnTo>
                  <a:lnTo>
                    <a:pt x="1145960" y="553726"/>
                  </a:lnTo>
                  <a:lnTo>
                    <a:pt x="1217582" y="582758"/>
                  </a:lnTo>
                  <a:lnTo>
                    <a:pt x="1289205" y="611211"/>
                  </a:lnTo>
                  <a:lnTo>
                    <a:pt x="1360827" y="639096"/>
                  </a:lnTo>
                  <a:lnTo>
                    <a:pt x="1432450" y="666424"/>
                  </a:lnTo>
                  <a:lnTo>
                    <a:pt x="1504073" y="693207"/>
                  </a:lnTo>
                  <a:lnTo>
                    <a:pt x="1575695" y="719455"/>
                  </a:lnTo>
                  <a:lnTo>
                    <a:pt x="1647318" y="745180"/>
                  </a:lnTo>
                  <a:lnTo>
                    <a:pt x="1718940" y="770391"/>
                  </a:lnTo>
                  <a:lnTo>
                    <a:pt x="1790563" y="795099"/>
                  </a:lnTo>
                  <a:lnTo>
                    <a:pt x="1862185" y="819314"/>
                  </a:lnTo>
                  <a:lnTo>
                    <a:pt x="1933808" y="843045"/>
                  </a:lnTo>
                  <a:lnTo>
                    <a:pt x="2005430" y="866303"/>
                  </a:lnTo>
                  <a:lnTo>
                    <a:pt x="2077053" y="889097"/>
                  </a:lnTo>
                  <a:lnTo>
                    <a:pt x="2148675" y="911435"/>
                  </a:lnTo>
                  <a:lnTo>
                    <a:pt x="2220298" y="933328"/>
                  </a:lnTo>
                  <a:lnTo>
                    <a:pt x="2291920" y="954784"/>
                  </a:lnTo>
                  <a:lnTo>
                    <a:pt x="2363543" y="975812"/>
                  </a:lnTo>
                  <a:lnTo>
                    <a:pt x="2435165" y="996420"/>
                  </a:lnTo>
                  <a:lnTo>
                    <a:pt x="2506788" y="1016617"/>
                  </a:lnTo>
                  <a:lnTo>
                    <a:pt x="2578410" y="1036411"/>
                  </a:lnTo>
                  <a:lnTo>
                    <a:pt x="2650033" y="1055809"/>
                  </a:lnTo>
                  <a:lnTo>
                    <a:pt x="2721655" y="1074821"/>
                  </a:lnTo>
                  <a:lnTo>
                    <a:pt x="2793278" y="1093453"/>
                  </a:lnTo>
                  <a:lnTo>
                    <a:pt x="2864901" y="1111713"/>
                  </a:lnTo>
                  <a:lnTo>
                    <a:pt x="2936523" y="1129608"/>
                  </a:lnTo>
                  <a:lnTo>
                    <a:pt x="3008146" y="1147147"/>
                  </a:lnTo>
                  <a:lnTo>
                    <a:pt x="3079768" y="1164335"/>
                  </a:lnTo>
                  <a:lnTo>
                    <a:pt x="3151391" y="1181181"/>
                  </a:lnTo>
                  <a:lnTo>
                    <a:pt x="3223013" y="1197690"/>
                  </a:lnTo>
                  <a:lnTo>
                    <a:pt x="3294636" y="1213870"/>
                  </a:lnTo>
                  <a:lnTo>
                    <a:pt x="3366258" y="1229727"/>
                  </a:lnTo>
                  <a:lnTo>
                    <a:pt x="3437881" y="1245267"/>
                  </a:lnTo>
                  <a:lnTo>
                    <a:pt x="3509503" y="1260497"/>
                  </a:lnTo>
                  <a:lnTo>
                    <a:pt x="3581126" y="1275423"/>
                  </a:lnTo>
                  <a:lnTo>
                    <a:pt x="3652748" y="1290052"/>
                  </a:lnTo>
                  <a:lnTo>
                    <a:pt x="3724371" y="1304388"/>
                  </a:lnTo>
                  <a:lnTo>
                    <a:pt x="3795993" y="1318438"/>
                  </a:lnTo>
                  <a:lnTo>
                    <a:pt x="3867616" y="1332208"/>
                  </a:lnTo>
                  <a:lnTo>
                    <a:pt x="3939238" y="1345703"/>
                  </a:lnTo>
                  <a:lnTo>
                    <a:pt x="4010861" y="1358929"/>
                  </a:lnTo>
                  <a:lnTo>
                    <a:pt x="4082483" y="1371890"/>
                  </a:lnTo>
                  <a:lnTo>
                    <a:pt x="4154106" y="1384593"/>
                  </a:lnTo>
                  <a:lnTo>
                    <a:pt x="4225729" y="1397043"/>
                  </a:lnTo>
                  <a:lnTo>
                    <a:pt x="4297351" y="1409244"/>
                  </a:lnTo>
                  <a:lnTo>
                    <a:pt x="4368974" y="1421201"/>
                  </a:lnTo>
                  <a:lnTo>
                    <a:pt x="4440596" y="1432920"/>
                  </a:lnTo>
                  <a:lnTo>
                    <a:pt x="4512219" y="1444405"/>
                  </a:lnTo>
                  <a:lnTo>
                    <a:pt x="4583841" y="1455661"/>
                  </a:lnTo>
                  <a:lnTo>
                    <a:pt x="4655464" y="1466692"/>
                  </a:lnTo>
                  <a:lnTo>
                    <a:pt x="4727086" y="1477503"/>
                  </a:lnTo>
                  <a:lnTo>
                    <a:pt x="4798709" y="1488098"/>
                  </a:lnTo>
                  <a:lnTo>
                    <a:pt x="4870331" y="1498481"/>
                  </a:lnTo>
                  <a:lnTo>
                    <a:pt x="4941954" y="1508658"/>
                  </a:lnTo>
                  <a:lnTo>
                    <a:pt x="5013576" y="1518631"/>
                  </a:lnTo>
                  <a:lnTo>
                    <a:pt x="5085199" y="1528405"/>
                  </a:lnTo>
                  <a:lnTo>
                    <a:pt x="5156821" y="1537985"/>
                  </a:lnTo>
                  <a:lnTo>
                    <a:pt x="5228444" y="1547373"/>
                  </a:lnTo>
                  <a:lnTo>
                    <a:pt x="5300066" y="1556573"/>
                  </a:lnTo>
                  <a:lnTo>
                    <a:pt x="5371689" y="1565590"/>
                  </a:lnTo>
                  <a:lnTo>
                    <a:pt x="5443311" y="1574427"/>
                  </a:lnTo>
                  <a:lnTo>
                    <a:pt x="5514934" y="1583088"/>
                  </a:lnTo>
                  <a:lnTo>
                    <a:pt x="5586557" y="1591576"/>
                  </a:lnTo>
                  <a:lnTo>
                    <a:pt x="5658179" y="1599894"/>
                  </a:lnTo>
                  <a:lnTo>
                    <a:pt x="5729802" y="1608047"/>
                  </a:lnTo>
                  <a:lnTo>
                    <a:pt x="5801424" y="1616036"/>
                  </a:lnTo>
                  <a:lnTo>
                    <a:pt x="5873047" y="1623866"/>
                  </a:lnTo>
                  <a:lnTo>
                    <a:pt x="5944669" y="1631540"/>
                  </a:lnTo>
                  <a:lnTo>
                    <a:pt x="6016292" y="1639061"/>
                  </a:lnTo>
                  <a:lnTo>
                    <a:pt x="6087914" y="1646432"/>
                  </a:lnTo>
                  <a:lnTo>
                    <a:pt x="6159537" y="1653655"/>
                  </a:lnTo>
                  <a:lnTo>
                    <a:pt x="6231159" y="1660735"/>
                  </a:lnTo>
                  <a:lnTo>
                    <a:pt x="6302782" y="1667673"/>
                  </a:lnTo>
                  <a:lnTo>
                    <a:pt x="6374404" y="1674473"/>
                  </a:lnTo>
                  <a:lnTo>
                    <a:pt x="6446027" y="1681137"/>
                  </a:lnTo>
                  <a:lnTo>
                    <a:pt x="6517649" y="1687668"/>
                  </a:lnTo>
                  <a:lnTo>
                    <a:pt x="6589272" y="1694068"/>
                  </a:lnTo>
                  <a:lnTo>
                    <a:pt x="6660894" y="1700341"/>
                  </a:lnTo>
                  <a:lnTo>
                    <a:pt x="6732517" y="1706489"/>
                  </a:lnTo>
                  <a:lnTo>
                    <a:pt x="6804139" y="1712514"/>
                  </a:lnTo>
                  <a:lnTo>
                    <a:pt x="6875762" y="1718418"/>
                  </a:lnTo>
                  <a:lnTo>
                    <a:pt x="6947385" y="1724205"/>
                  </a:lnTo>
                  <a:lnTo>
                    <a:pt x="7019007" y="1729876"/>
                  </a:lnTo>
                  <a:lnTo>
                    <a:pt x="7090630" y="1735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1.30 (1.05-1.61), p_Bonf = 0.094 (n = 6)  |  per IQR decline (Δ = 25.8 %): 1.98 (1.14-3.44)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2026-08-17T07:57:20Z</dcterms:modified>
  <cp:category/>
</cp:coreProperties>
</file>