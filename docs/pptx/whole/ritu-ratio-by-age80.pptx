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1087269" y="5228697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087269" y="4590841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087269" y="3952985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087269" y="3315129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087269" y="2677273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970861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513146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055430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597715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39999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087269" y="5547625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087269" y="4909769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087269" y="4271913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087269" y="3634057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087269" y="2996201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199719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742004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4284288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826573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7368857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1429252" y="3528377"/>
              <a:ext cx="6839649" cy="2019248"/>
            </a:xfrm>
            <a:custGeom>
              <a:avLst/>
              <a:pathLst>
                <a:path w="6839649" h="2019248">
                  <a:moveTo>
                    <a:pt x="0" y="2004417"/>
                  </a:moveTo>
                  <a:lnTo>
                    <a:pt x="13384" y="2003552"/>
                  </a:lnTo>
                  <a:lnTo>
                    <a:pt x="26769" y="2002637"/>
                  </a:lnTo>
                  <a:lnTo>
                    <a:pt x="40154" y="2001693"/>
                  </a:lnTo>
                  <a:lnTo>
                    <a:pt x="53539" y="2000675"/>
                  </a:lnTo>
                  <a:lnTo>
                    <a:pt x="66924" y="1999636"/>
                  </a:lnTo>
                  <a:lnTo>
                    <a:pt x="80308" y="1998518"/>
                  </a:lnTo>
                  <a:lnTo>
                    <a:pt x="93693" y="1997364"/>
                  </a:lnTo>
                  <a:lnTo>
                    <a:pt x="107078" y="1996149"/>
                  </a:lnTo>
                  <a:lnTo>
                    <a:pt x="120463" y="1994872"/>
                  </a:lnTo>
                  <a:lnTo>
                    <a:pt x="133848" y="1993555"/>
                  </a:lnTo>
                  <a:lnTo>
                    <a:pt x="147233" y="1992144"/>
                  </a:lnTo>
                  <a:lnTo>
                    <a:pt x="160617" y="1990706"/>
                  </a:lnTo>
                  <a:lnTo>
                    <a:pt x="174002" y="1989161"/>
                  </a:lnTo>
                  <a:lnTo>
                    <a:pt x="187387" y="1987575"/>
                  </a:lnTo>
                  <a:lnTo>
                    <a:pt x="200772" y="1985907"/>
                  </a:lnTo>
                  <a:lnTo>
                    <a:pt x="214157" y="1984162"/>
                  </a:lnTo>
                  <a:lnTo>
                    <a:pt x="227542" y="1982362"/>
                  </a:lnTo>
                  <a:lnTo>
                    <a:pt x="240926" y="1980448"/>
                  </a:lnTo>
                  <a:lnTo>
                    <a:pt x="254311" y="1978499"/>
                  </a:lnTo>
                  <a:lnTo>
                    <a:pt x="267696" y="1976411"/>
                  </a:lnTo>
                  <a:lnTo>
                    <a:pt x="281081" y="1974277"/>
                  </a:lnTo>
                  <a:lnTo>
                    <a:pt x="294466" y="1972034"/>
                  </a:lnTo>
                  <a:lnTo>
                    <a:pt x="307851" y="1969701"/>
                  </a:lnTo>
                  <a:lnTo>
                    <a:pt x="321235" y="1967293"/>
                  </a:lnTo>
                  <a:lnTo>
                    <a:pt x="334620" y="1964751"/>
                  </a:lnTo>
                  <a:lnTo>
                    <a:pt x="348005" y="1962166"/>
                  </a:lnTo>
                  <a:lnTo>
                    <a:pt x="361390" y="1959404"/>
                  </a:lnTo>
                  <a:lnTo>
                    <a:pt x="374775" y="1956592"/>
                  </a:lnTo>
                  <a:lnTo>
                    <a:pt x="388160" y="1953639"/>
                  </a:lnTo>
                  <a:lnTo>
                    <a:pt x="401544" y="1950586"/>
                  </a:lnTo>
                  <a:lnTo>
                    <a:pt x="414929" y="1947434"/>
                  </a:lnTo>
                  <a:lnTo>
                    <a:pt x="428314" y="1944126"/>
                  </a:lnTo>
                  <a:lnTo>
                    <a:pt x="441699" y="1940766"/>
                  </a:lnTo>
                  <a:lnTo>
                    <a:pt x="455084" y="1937192"/>
                  </a:lnTo>
                  <a:lnTo>
                    <a:pt x="468469" y="1933563"/>
                  </a:lnTo>
                  <a:lnTo>
                    <a:pt x="481853" y="1929759"/>
                  </a:lnTo>
                  <a:lnTo>
                    <a:pt x="495238" y="1925845"/>
                  </a:lnTo>
                  <a:lnTo>
                    <a:pt x="508623" y="1921805"/>
                  </a:lnTo>
                  <a:lnTo>
                    <a:pt x="522008" y="1917593"/>
                  </a:lnTo>
                  <a:lnTo>
                    <a:pt x="535393" y="1913310"/>
                  </a:lnTo>
                  <a:lnTo>
                    <a:pt x="548778" y="1908786"/>
                  </a:lnTo>
                  <a:lnTo>
                    <a:pt x="562162" y="1904200"/>
                  </a:lnTo>
                  <a:lnTo>
                    <a:pt x="575547" y="1899402"/>
                  </a:lnTo>
                  <a:lnTo>
                    <a:pt x="588932" y="1894488"/>
                  </a:lnTo>
                  <a:lnTo>
                    <a:pt x="602317" y="1889421"/>
                  </a:lnTo>
                  <a:lnTo>
                    <a:pt x="615702" y="1884166"/>
                  </a:lnTo>
                  <a:lnTo>
                    <a:pt x="629087" y="1878820"/>
                  </a:lnTo>
                  <a:lnTo>
                    <a:pt x="642471" y="1873213"/>
                  </a:lnTo>
                  <a:lnTo>
                    <a:pt x="655856" y="1867536"/>
                  </a:lnTo>
                  <a:lnTo>
                    <a:pt x="669241" y="1861611"/>
                  </a:lnTo>
                  <a:lnTo>
                    <a:pt x="682626" y="1855566"/>
                  </a:lnTo>
                  <a:lnTo>
                    <a:pt x="696011" y="1849341"/>
                  </a:lnTo>
                  <a:lnTo>
                    <a:pt x="709396" y="1842919"/>
                  </a:lnTo>
                  <a:lnTo>
                    <a:pt x="722780" y="1836386"/>
                  </a:lnTo>
                  <a:lnTo>
                    <a:pt x="736165" y="1829577"/>
                  </a:lnTo>
                  <a:lnTo>
                    <a:pt x="749550" y="1822691"/>
                  </a:lnTo>
                  <a:lnTo>
                    <a:pt x="762935" y="1815525"/>
                  </a:lnTo>
                  <a:lnTo>
                    <a:pt x="776320" y="1808242"/>
                  </a:lnTo>
                  <a:lnTo>
                    <a:pt x="789705" y="1800751"/>
                  </a:lnTo>
                  <a:lnTo>
                    <a:pt x="803089" y="1793062"/>
                  </a:lnTo>
                  <a:lnTo>
                    <a:pt x="816474" y="1785242"/>
                  </a:lnTo>
                  <a:lnTo>
                    <a:pt x="829859" y="1777140"/>
                  </a:lnTo>
                  <a:lnTo>
                    <a:pt x="843244" y="1768958"/>
                  </a:lnTo>
                  <a:lnTo>
                    <a:pt x="856629" y="1760469"/>
                  </a:lnTo>
                  <a:lnTo>
                    <a:pt x="870014" y="1751868"/>
                  </a:lnTo>
                  <a:lnTo>
                    <a:pt x="883398" y="1743039"/>
                  </a:lnTo>
                  <a:lnTo>
                    <a:pt x="896783" y="1734017"/>
                  </a:lnTo>
                  <a:lnTo>
                    <a:pt x="910168" y="1724847"/>
                  </a:lnTo>
                  <a:lnTo>
                    <a:pt x="923553" y="1715401"/>
                  </a:lnTo>
                  <a:lnTo>
                    <a:pt x="936938" y="1705872"/>
                  </a:lnTo>
                  <a:lnTo>
                    <a:pt x="950323" y="1696019"/>
                  </a:lnTo>
                  <a:lnTo>
                    <a:pt x="963707" y="1686065"/>
                  </a:lnTo>
                  <a:lnTo>
                    <a:pt x="977092" y="1675871"/>
                  </a:lnTo>
                  <a:lnTo>
                    <a:pt x="990477" y="1665495"/>
                  </a:lnTo>
                  <a:lnTo>
                    <a:pt x="1003862" y="1654960"/>
                  </a:lnTo>
                  <a:lnTo>
                    <a:pt x="1017247" y="1644164"/>
                  </a:lnTo>
                  <a:lnTo>
                    <a:pt x="1030632" y="1633287"/>
                  </a:lnTo>
                  <a:lnTo>
                    <a:pt x="1044016" y="1622081"/>
                  </a:lnTo>
                  <a:lnTo>
                    <a:pt x="1057401" y="1610790"/>
                  </a:lnTo>
                  <a:lnTo>
                    <a:pt x="1070786" y="1599254"/>
                  </a:lnTo>
                  <a:lnTo>
                    <a:pt x="1084171" y="1587557"/>
                  </a:lnTo>
                  <a:lnTo>
                    <a:pt x="1097556" y="1575697"/>
                  </a:lnTo>
                  <a:lnTo>
                    <a:pt x="1110941" y="1563602"/>
                  </a:lnTo>
                  <a:lnTo>
                    <a:pt x="1124325" y="1551424"/>
                  </a:lnTo>
                  <a:lnTo>
                    <a:pt x="1137710" y="1538941"/>
                  </a:lnTo>
                  <a:lnTo>
                    <a:pt x="1151095" y="1526385"/>
                  </a:lnTo>
                  <a:lnTo>
                    <a:pt x="1164480" y="1513593"/>
                  </a:lnTo>
                  <a:lnTo>
                    <a:pt x="1177865" y="1500666"/>
                  </a:lnTo>
                  <a:lnTo>
                    <a:pt x="1191250" y="1487581"/>
                  </a:lnTo>
                  <a:lnTo>
                    <a:pt x="1204634" y="1474296"/>
                  </a:lnTo>
                  <a:lnTo>
                    <a:pt x="1218019" y="1460927"/>
                  </a:lnTo>
                  <a:lnTo>
                    <a:pt x="1231404" y="1447301"/>
                  </a:lnTo>
                  <a:lnTo>
                    <a:pt x="1244789" y="1433611"/>
                  </a:lnTo>
                  <a:lnTo>
                    <a:pt x="1258174" y="1419710"/>
                  </a:lnTo>
                  <a:lnTo>
                    <a:pt x="1271559" y="1405703"/>
                  </a:lnTo>
                  <a:lnTo>
                    <a:pt x="1284943" y="1391554"/>
                  </a:lnTo>
                  <a:lnTo>
                    <a:pt x="1298328" y="1377248"/>
                  </a:lnTo>
                  <a:lnTo>
                    <a:pt x="1311713" y="1362866"/>
                  </a:lnTo>
                  <a:lnTo>
                    <a:pt x="1325098" y="1348284"/>
                  </a:lnTo>
                  <a:lnTo>
                    <a:pt x="1338483" y="1333651"/>
                  </a:lnTo>
                  <a:lnTo>
                    <a:pt x="1351868" y="1318845"/>
                  </a:lnTo>
                  <a:lnTo>
                    <a:pt x="1365252" y="1303966"/>
                  </a:lnTo>
                  <a:lnTo>
                    <a:pt x="1378637" y="1288973"/>
                  </a:lnTo>
                  <a:lnTo>
                    <a:pt x="1392022" y="1273872"/>
                  </a:lnTo>
                  <a:lnTo>
                    <a:pt x="1405407" y="1258708"/>
                  </a:lnTo>
                  <a:lnTo>
                    <a:pt x="1418792" y="1243411"/>
                  </a:lnTo>
                  <a:lnTo>
                    <a:pt x="1432177" y="1228079"/>
                  </a:lnTo>
                  <a:lnTo>
                    <a:pt x="1445561" y="1212628"/>
                  </a:lnTo>
                  <a:lnTo>
                    <a:pt x="1458946" y="1197135"/>
                  </a:lnTo>
                  <a:lnTo>
                    <a:pt x="1472331" y="1181568"/>
                  </a:lnTo>
                  <a:lnTo>
                    <a:pt x="1485716" y="1165944"/>
                  </a:lnTo>
                  <a:lnTo>
                    <a:pt x="1499101" y="1150281"/>
                  </a:lnTo>
                  <a:lnTo>
                    <a:pt x="1512486" y="1134553"/>
                  </a:lnTo>
                  <a:lnTo>
                    <a:pt x="1525870" y="1118809"/>
                  </a:lnTo>
                  <a:lnTo>
                    <a:pt x="1539255" y="1103013"/>
                  </a:lnTo>
                  <a:lnTo>
                    <a:pt x="1552640" y="1087206"/>
                  </a:lnTo>
                  <a:lnTo>
                    <a:pt x="1566025" y="1071375"/>
                  </a:lnTo>
                  <a:lnTo>
                    <a:pt x="1579410" y="1055536"/>
                  </a:lnTo>
                  <a:lnTo>
                    <a:pt x="1592795" y="1039690"/>
                  </a:lnTo>
                  <a:lnTo>
                    <a:pt x="1606179" y="1023849"/>
                  </a:lnTo>
                  <a:lnTo>
                    <a:pt x="1619564" y="1008012"/>
                  </a:lnTo>
                  <a:lnTo>
                    <a:pt x="1632949" y="992200"/>
                  </a:lnTo>
                  <a:lnTo>
                    <a:pt x="1646334" y="976403"/>
                  </a:lnTo>
                  <a:lnTo>
                    <a:pt x="1659719" y="960641"/>
                  </a:lnTo>
                  <a:lnTo>
                    <a:pt x="1673104" y="944916"/>
                  </a:lnTo>
                  <a:lnTo>
                    <a:pt x="1686488" y="929225"/>
                  </a:lnTo>
                  <a:lnTo>
                    <a:pt x="1699873" y="913604"/>
                  </a:lnTo>
                  <a:lnTo>
                    <a:pt x="1713258" y="898005"/>
                  </a:lnTo>
                  <a:lnTo>
                    <a:pt x="1726643" y="882518"/>
                  </a:lnTo>
                  <a:lnTo>
                    <a:pt x="1740028" y="867065"/>
                  </a:lnTo>
                  <a:lnTo>
                    <a:pt x="1753413" y="851711"/>
                  </a:lnTo>
                  <a:lnTo>
                    <a:pt x="1766797" y="836433"/>
                  </a:lnTo>
                  <a:lnTo>
                    <a:pt x="1780182" y="821234"/>
                  </a:lnTo>
                  <a:lnTo>
                    <a:pt x="1793567" y="806162"/>
                  </a:lnTo>
                  <a:lnTo>
                    <a:pt x="1806952" y="791136"/>
                  </a:lnTo>
                  <a:lnTo>
                    <a:pt x="1820337" y="776300"/>
                  </a:lnTo>
                  <a:lnTo>
                    <a:pt x="1833722" y="761514"/>
                  </a:lnTo>
                  <a:lnTo>
                    <a:pt x="1847106" y="746894"/>
                  </a:lnTo>
                  <a:lnTo>
                    <a:pt x="1860491" y="732380"/>
                  </a:lnTo>
                  <a:lnTo>
                    <a:pt x="1873876" y="717991"/>
                  </a:lnTo>
                  <a:lnTo>
                    <a:pt x="1887261" y="703776"/>
                  </a:lnTo>
                  <a:lnTo>
                    <a:pt x="1900646" y="689635"/>
                  </a:lnTo>
                  <a:lnTo>
                    <a:pt x="1914031" y="675744"/>
                  </a:lnTo>
                  <a:lnTo>
                    <a:pt x="1927415" y="661919"/>
                  </a:lnTo>
                  <a:lnTo>
                    <a:pt x="1940800" y="648324"/>
                  </a:lnTo>
                  <a:lnTo>
                    <a:pt x="1954185" y="634854"/>
                  </a:lnTo>
                  <a:lnTo>
                    <a:pt x="1967570" y="621555"/>
                  </a:lnTo>
                  <a:lnTo>
                    <a:pt x="1980955" y="608461"/>
                  </a:lnTo>
                  <a:lnTo>
                    <a:pt x="1994340" y="595471"/>
                  </a:lnTo>
                  <a:lnTo>
                    <a:pt x="2007724" y="582772"/>
                  </a:lnTo>
                  <a:lnTo>
                    <a:pt x="2021109" y="570153"/>
                  </a:lnTo>
                  <a:lnTo>
                    <a:pt x="2034494" y="557819"/>
                  </a:lnTo>
                  <a:lnTo>
                    <a:pt x="2047879" y="545618"/>
                  </a:lnTo>
                  <a:lnTo>
                    <a:pt x="2061264" y="533627"/>
                  </a:lnTo>
                  <a:lnTo>
                    <a:pt x="2074649" y="521859"/>
                  </a:lnTo>
                  <a:lnTo>
                    <a:pt x="2088033" y="510221"/>
                  </a:lnTo>
                  <a:lnTo>
                    <a:pt x="2101418" y="498898"/>
                  </a:lnTo>
                  <a:lnTo>
                    <a:pt x="2114803" y="487662"/>
                  </a:lnTo>
                  <a:lnTo>
                    <a:pt x="2128188" y="476752"/>
                  </a:lnTo>
                  <a:lnTo>
                    <a:pt x="2141573" y="465973"/>
                  </a:lnTo>
                  <a:lnTo>
                    <a:pt x="2154958" y="455435"/>
                  </a:lnTo>
                  <a:lnTo>
                    <a:pt x="2168342" y="445121"/>
                  </a:lnTo>
                  <a:lnTo>
                    <a:pt x="2181727" y="434958"/>
                  </a:lnTo>
                  <a:lnTo>
                    <a:pt x="2195112" y="425111"/>
                  </a:lnTo>
                  <a:lnTo>
                    <a:pt x="2208497" y="415356"/>
                  </a:lnTo>
                  <a:lnTo>
                    <a:pt x="2221882" y="405949"/>
                  </a:lnTo>
                  <a:lnTo>
                    <a:pt x="2235267" y="396663"/>
                  </a:lnTo>
                  <a:lnTo>
                    <a:pt x="2248651" y="387634"/>
                  </a:lnTo>
                  <a:lnTo>
                    <a:pt x="2262036" y="378815"/>
                  </a:lnTo>
                  <a:lnTo>
                    <a:pt x="2275421" y="370161"/>
                  </a:lnTo>
                  <a:lnTo>
                    <a:pt x="2288806" y="361806"/>
                  </a:lnTo>
                  <a:lnTo>
                    <a:pt x="2302191" y="353539"/>
                  </a:lnTo>
                  <a:lnTo>
                    <a:pt x="2315576" y="345624"/>
                  </a:lnTo>
                  <a:lnTo>
                    <a:pt x="2328960" y="337811"/>
                  </a:lnTo>
                  <a:lnTo>
                    <a:pt x="2342345" y="330257"/>
                  </a:lnTo>
                  <a:lnTo>
                    <a:pt x="2355730" y="322887"/>
                  </a:lnTo>
                  <a:lnTo>
                    <a:pt x="2369115" y="315685"/>
                  </a:lnTo>
                  <a:lnTo>
                    <a:pt x="2382500" y="308746"/>
                  </a:lnTo>
                  <a:lnTo>
                    <a:pt x="2395885" y="301890"/>
                  </a:lnTo>
                  <a:lnTo>
                    <a:pt x="2409269" y="295366"/>
                  </a:lnTo>
                  <a:lnTo>
                    <a:pt x="2422654" y="288922"/>
                  </a:lnTo>
                  <a:lnTo>
                    <a:pt x="2436039" y="282720"/>
                  </a:lnTo>
                  <a:lnTo>
                    <a:pt x="2449424" y="276669"/>
                  </a:lnTo>
                  <a:lnTo>
                    <a:pt x="2462809" y="270777"/>
                  </a:lnTo>
                  <a:lnTo>
                    <a:pt x="2476194" y="265102"/>
                  </a:lnTo>
                  <a:lnTo>
                    <a:pt x="2489578" y="259507"/>
                  </a:lnTo>
                  <a:lnTo>
                    <a:pt x="2502963" y="254187"/>
                  </a:lnTo>
                  <a:lnTo>
                    <a:pt x="2516348" y="248932"/>
                  </a:lnTo>
                  <a:lnTo>
                    <a:pt x="2529733" y="243887"/>
                  </a:lnTo>
                  <a:lnTo>
                    <a:pt x="2543118" y="238958"/>
                  </a:lnTo>
                  <a:lnTo>
                    <a:pt x="2556503" y="234166"/>
                  </a:lnTo>
                  <a:lnTo>
                    <a:pt x="2569887" y="229538"/>
                  </a:lnTo>
                  <a:lnTo>
                    <a:pt x="2583272" y="224982"/>
                  </a:lnTo>
                  <a:lnTo>
                    <a:pt x="2596657" y="220632"/>
                  </a:lnTo>
                  <a:lnTo>
                    <a:pt x="2610042" y="216333"/>
                  </a:lnTo>
                  <a:lnTo>
                    <a:pt x="2623427" y="212200"/>
                  </a:lnTo>
                  <a:lnTo>
                    <a:pt x="2636812" y="208145"/>
                  </a:lnTo>
                  <a:lnTo>
                    <a:pt x="2650196" y="204198"/>
                  </a:lnTo>
                  <a:lnTo>
                    <a:pt x="2663581" y="200363"/>
                  </a:lnTo>
                  <a:lnTo>
                    <a:pt x="2676966" y="196585"/>
                  </a:lnTo>
                  <a:lnTo>
                    <a:pt x="2690351" y="192945"/>
                  </a:lnTo>
                  <a:lnTo>
                    <a:pt x="2703736" y="189339"/>
                  </a:lnTo>
                  <a:lnTo>
                    <a:pt x="2717121" y="185849"/>
                  </a:lnTo>
                  <a:lnTo>
                    <a:pt x="2730505" y="182405"/>
                  </a:lnTo>
                  <a:lnTo>
                    <a:pt x="2743890" y="179035"/>
                  </a:lnTo>
                  <a:lnTo>
                    <a:pt x="2757275" y="175729"/>
                  </a:lnTo>
                  <a:lnTo>
                    <a:pt x="2770660" y="172461"/>
                  </a:lnTo>
                  <a:lnTo>
                    <a:pt x="2784045" y="169270"/>
                  </a:lnTo>
                  <a:lnTo>
                    <a:pt x="2797430" y="166099"/>
                  </a:lnTo>
                  <a:lnTo>
                    <a:pt x="2810814" y="162993"/>
                  </a:lnTo>
                  <a:lnTo>
                    <a:pt x="2824199" y="159908"/>
                  </a:lnTo>
                  <a:lnTo>
                    <a:pt x="2837584" y="156862"/>
                  </a:lnTo>
                  <a:lnTo>
                    <a:pt x="2850969" y="153843"/>
                  </a:lnTo>
                  <a:lnTo>
                    <a:pt x="2864354" y="150844"/>
                  </a:lnTo>
                  <a:lnTo>
                    <a:pt x="2877739" y="147873"/>
                  </a:lnTo>
                  <a:lnTo>
                    <a:pt x="2891123" y="144910"/>
                  </a:lnTo>
                  <a:lnTo>
                    <a:pt x="2904508" y="141970"/>
                  </a:lnTo>
                  <a:lnTo>
                    <a:pt x="2917893" y="139034"/>
                  </a:lnTo>
                  <a:lnTo>
                    <a:pt x="2931278" y="136108"/>
                  </a:lnTo>
                  <a:lnTo>
                    <a:pt x="2944663" y="133185"/>
                  </a:lnTo>
                  <a:lnTo>
                    <a:pt x="2958048" y="130266"/>
                  </a:lnTo>
                  <a:lnTo>
                    <a:pt x="2971432" y="127345"/>
                  </a:lnTo>
                  <a:lnTo>
                    <a:pt x="2984817" y="124424"/>
                  </a:lnTo>
                  <a:lnTo>
                    <a:pt x="2998202" y="121497"/>
                  </a:lnTo>
                  <a:lnTo>
                    <a:pt x="3011587" y="118567"/>
                  </a:lnTo>
                  <a:lnTo>
                    <a:pt x="3024972" y="115629"/>
                  </a:lnTo>
                  <a:lnTo>
                    <a:pt x="3038357" y="112684"/>
                  </a:lnTo>
                  <a:lnTo>
                    <a:pt x="3051741" y="109732"/>
                  </a:lnTo>
                  <a:lnTo>
                    <a:pt x="3065126" y="106769"/>
                  </a:lnTo>
                  <a:lnTo>
                    <a:pt x="3078511" y="103802"/>
                  </a:lnTo>
                  <a:lnTo>
                    <a:pt x="3091896" y="100820"/>
                  </a:lnTo>
                  <a:lnTo>
                    <a:pt x="3105281" y="97835"/>
                  </a:lnTo>
                  <a:lnTo>
                    <a:pt x="3118666" y="94839"/>
                  </a:lnTo>
                  <a:lnTo>
                    <a:pt x="3132050" y="91837"/>
                  </a:lnTo>
                  <a:lnTo>
                    <a:pt x="3145435" y="88831"/>
                  </a:lnTo>
                  <a:lnTo>
                    <a:pt x="3158820" y="85819"/>
                  </a:lnTo>
                  <a:lnTo>
                    <a:pt x="3172205" y="82805"/>
                  </a:lnTo>
                  <a:lnTo>
                    <a:pt x="3185590" y="79790"/>
                  </a:lnTo>
                  <a:lnTo>
                    <a:pt x="3198975" y="76776"/>
                  </a:lnTo>
                  <a:lnTo>
                    <a:pt x="3212359" y="73766"/>
                  </a:lnTo>
                  <a:lnTo>
                    <a:pt x="3225744" y="70762"/>
                  </a:lnTo>
                  <a:lnTo>
                    <a:pt x="3239129" y="67765"/>
                  </a:lnTo>
                  <a:lnTo>
                    <a:pt x="3252514" y="64784"/>
                  </a:lnTo>
                  <a:lnTo>
                    <a:pt x="3265899" y="61810"/>
                  </a:lnTo>
                  <a:lnTo>
                    <a:pt x="3279284" y="58867"/>
                  </a:lnTo>
                  <a:lnTo>
                    <a:pt x="3292668" y="55933"/>
                  </a:lnTo>
                  <a:lnTo>
                    <a:pt x="3306053" y="53035"/>
                  </a:lnTo>
                  <a:lnTo>
                    <a:pt x="3319438" y="50160"/>
                  </a:lnTo>
                  <a:lnTo>
                    <a:pt x="3332823" y="47318"/>
                  </a:lnTo>
                  <a:lnTo>
                    <a:pt x="3346208" y="44521"/>
                  </a:lnTo>
                  <a:lnTo>
                    <a:pt x="3359593" y="41747"/>
                  </a:lnTo>
                  <a:lnTo>
                    <a:pt x="3372977" y="39047"/>
                  </a:lnTo>
                  <a:lnTo>
                    <a:pt x="3386362" y="36368"/>
                  </a:lnTo>
                  <a:lnTo>
                    <a:pt x="3399747" y="33773"/>
                  </a:lnTo>
                  <a:lnTo>
                    <a:pt x="3413132" y="31219"/>
                  </a:lnTo>
                  <a:lnTo>
                    <a:pt x="3426517" y="28733"/>
                  </a:lnTo>
                  <a:lnTo>
                    <a:pt x="3439902" y="26326"/>
                  </a:lnTo>
                  <a:lnTo>
                    <a:pt x="3453286" y="23965"/>
                  </a:lnTo>
                  <a:lnTo>
                    <a:pt x="3466671" y="21726"/>
                  </a:lnTo>
                  <a:lnTo>
                    <a:pt x="3480056" y="19522"/>
                  </a:lnTo>
                  <a:lnTo>
                    <a:pt x="3493441" y="17458"/>
                  </a:lnTo>
                  <a:lnTo>
                    <a:pt x="3506826" y="15452"/>
                  </a:lnTo>
                  <a:lnTo>
                    <a:pt x="3520211" y="13558"/>
                  </a:lnTo>
                  <a:lnTo>
                    <a:pt x="3533595" y="11773"/>
                  </a:lnTo>
                  <a:lnTo>
                    <a:pt x="3546980" y="10065"/>
                  </a:lnTo>
                  <a:lnTo>
                    <a:pt x="3560365" y="8523"/>
                  </a:lnTo>
                  <a:lnTo>
                    <a:pt x="3573750" y="7030"/>
                  </a:lnTo>
                  <a:lnTo>
                    <a:pt x="3587135" y="5737"/>
                  </a:lnTo>
                  <a:lnTo>
                    <a:pt x="3600520" y="4516"/>
                  </a:lnTo>
                  <a:lnTo>
                    <a:pt x="3613904" y="3453"/>
                  </a:lnTo>
                  <a:lnTo>
                    <a:pt x="3627289" y="2523"/>
                  </a:lnTo>
                  <a:lnTo>
                    <a:pt x="3640674" y="1703"/>
                  </a:lnTo>
                  <a:lnTo>
                    <a:pt x="3654059" y="1086"/>
                  </a:lnTo>
                  <a:lnTo>
                    <a:pt x="3667444" y="530"/>
                  </a:lnTo>
                  <a:lnTo>
                    <a:pt x="3680829" y="234"/>
                  </a:lnTo>
                  <a:lnTo>
                    <a:pt x="3694213" y="15"/>
                  </a:lnTo>
                  <a:lnTo>
                    <a:pt x="3707598" y="0"/>
                  </a:lnTo>
                  <a:lnTo>
                    <a:pt x="3720983" y="133"/>
                  </a:lnTo>
                  <a:lnTo>
                    <a:pt x="3734368" y="408"/>
                  </a:lnTo>
                  <a:lnTo>
                    <a:pt x="3747753" y="911"/>
                  </a:lnTo>
                  <a:lnTo>
                    <a:pt x="3761138" y="1487"/>
                  </a:lnTo>
                  <a:lnTo>
                    <a:pt x="3774522" y="2371"/>
                  </a:lnTo>
                  <a:lnTo>
                    <a:pt x="3787907" y="3332"/>
                  </a:lnTo>
                  <a:lnTo>
                    <a:pt x="3801292" y="4536"/>
                  </a:lnTo>
                  <a:lnTo>
                    <a:pt x="3814677" y="5894"/>
                  </a:lnTo>
                  <a:lnTo>
                    <a:pt x="3828062" y="7422"/>
                  </a:lnTo>
                  <a:lnTo>
                    <a:pt x="3841447" y="9188"/>
                  </a:lnTo>
                  <a:lnTo>
                    <a:pt x="3854831" y="11046"/>
                  </a:lnTo>
                  <a:lnTo>
                    <a:pt x="3868216" y="13227"/>
                  </a:lnTo>
                  <a:lnTo>
                    <a:pt x="3881601" y="15490"/>
                  </a:lnTo>
                  <a:lnTo>
                    <a:pt x="3894986" y="18022"/>
                  </a:lnTo>
                  <a:lnTo>
                    <a:pt x="3908371" y="20707"/>
                  </a:lnTo>
                  <a:lnTo>
                    <a:pt x="3921756" y="23581"/>
                  </a:lnTo>
                  <a:lnTo>
                    <a:pt x="3935140" y="26690"/>
                  </a:lnTo>
                  <a:lnTo>
                    <a:pt x="3948525" y="29907"/>
                  </a:lnTo>
                  <a:lnTo>
                    <a:pt x="3961910" y="33442"/>
                  </a:lnTo>
                  <a:lnTo>
                    <a:pt x="3975295" y="37060"/>
                  </a:lnTo>
                  <a:lnTo>
                    <a:pt x="3988680" y="40962"/>
                  </a:lnTo>
                  <a:lnTo>
                    <a:pt x="4002065" y="45004"/>
                  </a:lnTo>
                  <a:lnTo>
                    <a:pt x="4015449" y="49246"/>
                  </a:lnTo>
                  <a:lnTo>
                    <a:pt x="4028834" y="53709"/>
                  </a:lnTo>
                  <a:lnTo>
                    <a:pt x="4042219" y="58289"/>
                  </a:lnTo>
                  <a:lnTo>
                    <a:pt x="4055604" y="63166"/>
                  </a:lnTo>
                  <a:lnTo>
                    <a:pt x="4068989" y="68123"/>
                  </a:lnTo>
                  <a:lnTo>
                    <a:pt x="4082374" y="73363"/>
                  </a:lnTo>
                  <a:lnTo>
                    <a:pt x="4095758" y="78725"/>
                  </a:lnTo>
                  <a:lnTo>
                    <a:pt x="4109143" y="84288"/>
                  </a:lnTo>
                  <a:lnTo>
                    <a:pt x="4122528" y="90044"/>
                  </a:lnTo>
                  <a:lnTo>
                    <a:pt x="4135913" y="95921"/>
                  </a:lnTo>
                  <a:lnTo>
                    <a:pt x="4149298" y="102061"/>
                  </a:lnTo>
                  <a:lnTo>
                    <a:pt x="4162683" y="108275"/>
                  </a:lnTo>
                  <a:lnTo>
                    <a:pt x="4176067" y="114756"/>
                  </a:lnTo>
                  <a:lnTo>
                    <a:pt x="4189452" y="121335"/>
                  </a:lnTo>
                  <a:lnTo>
                    <a:pt x="4202837" y="128104"/>
                  </a:lnTo>
                  <a:lnTo>
                    <a:pt x="4216222" y="135034"/>
                  </a:lnTo>
                  <a:lnTo>
                    <a:pt x="4229607" y="142080"/>
                  </a:lnTo>
                  <a:lnTo>
                    <a:pt x="4242992" y="149345"/>
                  </a:lnTo>
                  <a:lnTo>
                    <a:pt x="4256376" y="156674"/>
                  </a:lnTo>
                  <a:lnTo>
                    <a:pt x="4269761" y="164240"/>
                  </a:lnTo>
                  <a:lnTo>
                    <a:pt x="4283146" y="171880"/>
                  </a:lnTo>
                  <a:lnTo>
                    <a:pt x="4296531" y="179688"/>
                  </a:lnTo>
                  <a:lnTo>
                    <a:pt x="4309916" y="187620"/>
                  </a:lnTo>
                  <a:lnTo>
                    <a:pt x="4323301" y="195657"/>
                  </a:lnTo>
                  <a:lnTo>
                    <a:pt x="4336685" y="203863"/>
                  </a:lnTo>
                  <a:lnTo>
                    <a:pt x="4350070" y="212120"/>
                  </a:lnTo>
                  <a:lnTo>
                    <a:pt x="4363455" y="220573"/>
                  </a:lnTo>
                  <a:lnTo>
                    <a:pt x="4376840" y="229077"/>
                  </a:lnTo>
                  <a:lnTo>
                    <a:pt x="4390225" y="237717"/>
                  </a:lnTo>
                  <a:lnTo>
                    <a:pt x="4403610" y="246446"/>
                  </a:lnTo>
                  <a:lnTo>
                    <a:pt x="4416994" y="255259"/>
                  </a:lnTo>
                  <a:lnTo>
                    <a:pt x="4430379" y="264191"/>
                  </a:lnTo>
                  <a:lnTo>
                    <a:pt x="4443764" y="273163"/>
                  </a:lnTo>
                  <a:lnTo>
                    <a:pt x="4457149" y="282278"/>
                  </a:lnTo>
                  <a:lnTo>
                    <a:pt x="4470534" y="291424"/>
                  </a:lnTo>
                  <a:lnTo>
                    <a:pt x="4483919" y="300668"/>
                  </a:lnTo>
                  <a:lnTo>
                    <a:pt x="4497303" y="309968"/>
                  </a:lnTo>
                  <a:lnTo>
                    <a:pt x="4510688" y="319327"/>
                  </a:lnTo>
                  <a:lnTo>
                    <a:pt x="4524073" y="328758"/>
                  </a:lnTo>
                  <a:lnTo>
                    <a:pt x="4537458" y="338218"/>
                  </a:lnTo>
                  <a:lnTo>
                    <a:pt x="4550843" y="347760"/>
                  </a:lnTo>
                  <a:lnTo>
                    <a:pt x="4564228" y="357320"/>
                  </a:lnTo>
                  <a:lnTo>
                    <a:pt x="4577612" y="366938"/>
                  </a:lnTo>
                  <a:lnTo>
                    <a:pt x="4590997" y="376582"/>
                  </a:lnTo>
                  <a:lnTo>
                    <a:pt x="4604382" y="386258"/>
                  </a:lnTo>
                  <a:lnTo>
                    <a:pt x="4617767" y="395966"/>
                  </a:lnTo>
                  <a:lnTo>
                    <a:pt x="4631152" y="405687"/>
                  </a:lnTo>
                  <a:lnTo>
                    <a:pt x="4644537" y="415439"/>
                  </a:lnTo>
                  <a:lnTo>
                    <a:pt x="4657921" y="425197"/>
                  </a:lnTo>
                  <a:lnTo>
                    <a:pt x="4671306" y="434971"/>
                  </a:lnTo>
                  <a:lnTo>
                    <a:pt x="4684691" y="444749"/>
                  </a:lnTo>
                  <a:lnTo>
                    <a:pt x="4698076" y="454532"/>
                  </a:lnTo>
                  <a:lnTo>
                    <a:pt x="4711461" y="464314"/>
                  </a:lnTo>
                  <a:lnTo>
                    <a:pt x="4724846" y="474094"/>
                  </a:lnTo>
                  <a:lnTo>
                    <a:pt x="4738230" y="483863"/>
                  </a:lnTo>
                  <a:lnTo>
                    <a:pt x="4751615" y="493628"/>
                  </a:lnTo>
                  <a:lnTo>
                    <a:pt x="4765000" y="503373"/>
                  </a:lnTo>
                  <a:lnTo>
                    <a:pt x="4778385" y="513106"/>
                  </a:lnTo>
                  <a:lnTo>
                    <a:pt x="4791770" y="522820"/>
                  </a:lnTo>
                  <a:lnTo>
                    <a:pt x="4805155" y="532509"/>
                  </a:lnTo>
                  <a:lnTo>
                    <a:pt x="4818539" y="542183"/>
                  </a:lnTo>
                  <a:lnTo>
                    <a:pt x="4831924" y="551816"/>
                  </a:lnTo>
                  <a:lnTo>
                    <a:pt x="4845309" y="561438"/>
                  </a:lnTo>
                  <a:lnTo>
                    <a:pt x="4858694" y="571011"/>
                  </a:lnTo>
                  <a:lnTo>
                    <a:pt x="4872079" y="580564"/>
                  </a:lnTo>
                  <a:lnTo>
                    <a:pt x="4885464" y="590077"/>
                  </a:lnTo>
                  <a:lnTo>
                    <a:pt x="4898848" y="599554"/>
                  </a:lnTo>
                  <a:lnTo>
                    <a:pt x="4912233" y="609003"/>
                  </a:lnTo>
                  <a:lnTo>
                    <a:pt x="4925618" y="618396"/>
                  </a:lnTo>
                  <a:lnTo>
                    <a:pt x="4939003" y="627772"/>
                  </a:lnTo>
                  <a:lnTo>
                    <a:pt x="4952388" y="637081"/>
                  </a:lnTo>
                  <a:lnTo>
                    <a:pt x="4965773" y="646368"/>
                  </a:lnTo>
                  <a:lnTo>
                    <a:pt x="4979157" y="655603"/>
                  </a:lnTo>
                  <a:lnTo>
                    <a:pt x="4992542" y="664798"/>
                  </a:lnTo>
                  <a:lnTo>
                    <a:pt x="5005927" y="673957"/>
                  </a:lnTo>
                  <a:lnTo>
                    <a:pt x="5019312" y="683057"/>
                  </a:lnTo>
                  <a:lnTo>
                    <a:pt x="5032697" y="692138"/>
                  </a:lnTo>
                  <a:lnTo>
                    <a:pt x="5046082" y="701146"/>
                  </a:lnTo>
                  <a:lnTo>
                    <a:pt x="5059466" y="710133"/>
                  </a:lnTo>
                  <a:lnTo>
                    <a:pt x="5072851" y="719064"/>
                  </a:lnTo>
                  <a:lnTo>
                    <a:pt x="5086236" y="727958"/>
                  </a:lnTo>
                  <a:lnTo>
                    <a:pt x="5099621" y="736816"/>
                  </a:lnTo>
                  <a:lnTo>
                    <a:pt x="5113006" y="745620"/>
                  </a:lnTo>
                  <a:lnTo>
                    <a:pt x="5126391" y="754406"/>
                  </a:lnTo>
                  <a:lnTo>
                    <a:pt x="5139775" y="763124"/>
                  </a:lnTo>
                  <a:lnTo>
                    <a:pt x="5153160" y="771826"/>
                  </a:lnTo>
                  <a:lnTo>
                    <a:pt x="5166545" y="780478"/>
                  </a:lnTo>
                  <a:lnTo>
                    <a:pt x="5179930" y="789101"/>
                  </a:lnTo>
                  <a:lnTo>
                    <a:pt x="5193315" y="797691"/>
                  </a:lnTo>
                  <a:lnTo>
                    <a:pt x="5206700" y="806240"/>
                  </a:lnTo>
                  <a:lnTo>
                    <a:pt x="5220084" y="814774"/>
                  </a:lnTo>
                  <a:lnTo>
                    <a:pt x="5233469" y="823257"/>
                  </a:lnTo>
                  <a:lnTo>
                    <a:pt x="5246854" y="831729"/>
                  </a:lnTo>
                  <a:lnTo>
                    <a:pt x="5260239" y="840163"/>
                  </a:lnTo>
                  <a:lnTo>
                    <a:pt x="5273624" y="848580"/>
                  </a:lnTo>
                  <a:lnTo>
                    <a:pt x="5287009" y="856973"/>
                  </a:lnTo>
                  <a:lnTo>
                    <a:pt x="5300393" y="865342"/>
                  </a:lnTo>
                  <a:lnTo>
                    <a:pt x="5313778" y="873699"/>
                  </a:lnTo>
                  <a:lnTo>
                    <a:pt x="5327163" y="882030"/>
                  </a:lnTo>
                  <a:lnTo>
                    <a:pt x="5340548" y="890355"/>
                  </a:lnTo>
                  <a:lnTo>
                    <a:pt x="5353933" y="898660"/>
                  </a:lnTo>
                  <a:lnTo>
                    <a:pt x="5367318" y="906958"/>
                  </a:lnTo>
                  <a:lnTo>
                    <a:pt x="5380702" y="915247"/>
                  </a:lnTo>
                  <a:lnTo>
                    <a:pt x="5394087" y="923528"/>
                  </a:lnTo>
                  <a:lnTo>
                    <a:pt x="5407472" y="931806"/>
                  </a:lnTo>
                  <a:lnTo>
                    <a:pt x="5420857" y="940080"/>
                  </a:lnTo>
                  <a:lnTo>
                    <a:pt x="5434242" y="948353"/>
                  </a:lnTo>
                  <a:lnTo>
                    <a:pt x="5447627" y="956629"/>
                  </a:lnTo>
                  <a:lnTo>
                    <a:pt x="5461011" y="964907"/>
                  </a:lnTo>
                  <a:lnTo>
                    <a:pt x="5474396" y="973190"/>
                  </a:lnTo>
                  <a:lnTo>
                    <a:pt x="5487781" y="981481"/>
                  </a:lnTo>
                  <a:lnTo>
                    <a:pt x="5501166" y="989778"/>
                  </a:lnTo>
                  <a:lnTo>
                    <a:pt x="5514551" y="998091"/>
                  </a:lnTo>
                  <a:lnTo>
                    <a:pt x="5527936" y="1006409"/>
                  </a:lnTo>
                  <a:lnTo>
                    <a:pt x="5541320" y="1014749"/>
                  </a:lnTo>
                  <a:lnTo>
                    <a:pt x="5554705" y="1023099"/>
                  </a:lnTo>
                  <a:lnTo>
                    <a:pt x="5568090" y="1031468"/>
                  </a:lnTo>
                  <a:lnTo>
                    <a:pt x="5581475" y="1039857"/>
                  </a:lnTo>
                  <a:lnTo>
                    <a:pt x="5594860" y="1048260"/>
                  </a:lnTo>
                  <a:lnTo>
                    <a:pt x="5608245" y="1056693"/>
                  </a:lnTo>
                  <a:lnTo>
                    <a:pt x="5621629" y="1065136"/>
                  </a:lnTo>
                  <a:lnTo>
                    <a:pt x="5635014" y="1073619"/>
                  </a:lnTo>
                  <a:lnTo>
                    <a:pt x="5648399" y="1082114"/>
                  </a:lnTo>
                  <a:lnTo>
                    <a:pt x="5661784" y="1090640"/>
                  </a:lnTo>
                  <a:lnTo>
                    <a:pt x="5675169" y="1099192"/>
                  </a:lnTo>
                  <a:lnTo>
                    <a:pt x="5688554" y="1107766"/>
                  </a:lnTo>
                  <a:lnTo>
                    <a:pt x="5701938" y="1116378"/>
                  </a:lnTo>
                  <a:lnTo>
                    <a:pt x="5715323" y="1125001"/>
                  </a:lnTo>
                  <a:lnTo>
                    <a:pt x="5728708" y="1133675"/>
                  </a:lnTo>
                  <a:lnTo>
                    <a:pt x="5742093" y="1142361"/>
                  </a:lnTo>
                  <a:lnTo>
                    <a:pt x="5755478" y="1151086"/>
                  </a:lnTo>
                  <a:lnTo>
                    <a:pt x="5768863" y="1159837"/>
                  </a:lnTo>
                  <a:lnTo>
                    <a:pt x="5782247" y="1168614"/>
                  </a:lnTo>
                  <a:lnTo>
                    <a:pt x="5795632" y="1177429"/>
                  </a:lnTo>
                  <a:lnTo>
                    <a:pt x="5809017" y="1186257"/>
                  </a:lnTo>
                  <a:lnTo>
                    <a:pt x="5822402" y="1195136"/>
                  </a:lnTo>
                  <a:lnTo>
                    <a:pt x="5835787" y="1204026"/>
                  </a:lnTo>
                  <a:lnTo>
                    <a:pt x="5849172" y="1212955"/>
                  </a:lnTo>
                  <a:lnTo>
                    <a:pt x="5862556" y="1221906"/>
                  </a:lnTo>
                  <a:lnTo>
                    <a:pt x="5875941" y="1230882"/>
                  </a:lnTo>
                  <a:lnTo>
                    <a:pt x="5889326" y="1239890"/>
                  </a:lnTo>
                  <a:lnTo>
                    <a:pt x="5902711" y="1248912"/>
                  </a:lnTo>
                  <a:lnTo>
                    <a:pt x="5916096" y="1257973"/>
                  </a:lnTo>
                  <a:lnTo>
                    <a:pt x="5929481" y="1267043"/>
                  </a:lnTo>
                  <a:lnTo>
                    <a:pt x="5942865" y="1276145"/>
                  </a:lnTo>
                  <a:lnTo>
                    <a:pt x="5956250" y="1285262"/>
                  </a:lnTo>
                  <a:lnTo>
                    <a:pt x="5969635" y="1294398"/>
                  </a:lnTo>
                  <a:lnTo>
                    <a:pt x="5983020" y="1303554"/>
                  </a:lnTo>
                  <a:lnTo>
                    <a:pt x="5996405" y="1312720"/>
                  </a:lnTo>
                  <a:lnTo>
                    <a:pt x="6009790" y="1321908"/>
                  </a:lnTo>
                  <a:lnTo>
                    <a:pt x="6023174" y="1331102"/>
                  </a:lnTo>
                  <a:lnTo>
                    <a:pt x="6036559" y="1340312"/>
                  </a:lnTo>
                  <a:lnTo>
                    <a:pt x="6049944" y="1349527"/>
                  </a:lnTo>
                  <a:lnTo>
                    <a:pt x="6063329" y="1358750"/>
                  </a:lnTo>
                  <a:lnTo>
                    <a:pt x="6076714" y="1367978"/>
                  </a:lnTo>
                  <a:lnTo>
                    <a:pt x="6090099" y="1377208"/>
                  </a:lnTo>
                  <a:lnTo>
                    <a:pt x="6103483" y="1386439"/>
                  </a:lnTo>
                  <a:lnTo>
                    <a:pt x="6116868" y="1395669"/>
                  </a:lnTo>
                  <a:lnTo>
                    <a:pt x="6130253" y="1404893"/>
                  </a:lnTo>
                  <a:lnTo>
                    <a:pt x="6143638" y="1414113"/>
                  </a:lnTo>
                  <a:lnTo>
                    <a:pt x="6157023" y="1423324"/>
                  </a:lnTo>
                  <a:lnTo>
                    <a:pt x="6170408" y="1432522"/>
                  </a:lnTo>
                  <a:lnTo>
                    <a:pt x="6183792" y="1441712"/>
                  </a:lnTo>
                  <a:lnTo>
                    <a:pt x="6197177" y="1450878"/>
                  </a:lnTo>
                  <a:lnTo>
                    <a:pt x="6210562" y="1460036"/>
                  </a:lnTo>
                  <a:lnTo>
                    <a:pt x="6223947" y="1469162"/>
                  </a:lnTo>
                  <a:lnTo>
                    <a:pt x="6237332" y="1478272"/>
                  </a:lnTo>
                  <a:lnTo>
                    <a:pt x="6250717" y="1487353"/>
                  </a:lnTo>
                  <a:lnTo>
                    <a:pt x="6264101" y="1496404"/>
                  </a:lnTo>
                  <a:lnTo>
                    <a:pt x="6277486" y="1505433"/>
                  </a:lnTo>
                  <a:lnTo>
                    <a:pt x="6290871" y="1514413"/>
                  </a:lnTo>
                  <a:lnTo>
                    <a:pt x="6304256" y="1523378"/>
                  </a:lnTo>
                  <a:lnTo>
                    <a:pt x="6317641" y="1532279"/>
                  </a:lnTo>
                  <a:lnTo>
                    <a:pt x="6331026" y="1541157"/>
                  </a:lnTo>
                  <a:lnTo>
                    <a:pt x="6344410" y="1549981"/>
                  </a:lnTo>
                  <a:lnTo>
                    <a:pt x="6357795" y="1558760"/>
                  </a:lnTo>
                  <a:lnTo>
                    <a:pt x="6371180" y="1567500"/>
                  </a:lnTo>
                  <a:lnTo>
                    <a:pt x="6384565" y="1576169"/>
                  </a:lnTo>
                  <a:lnTo>
                    <a:pt x="6397950" y="1584816"/>
                  </a:lnTo>
                  <a:lnTo>
                    <a:pt x="6411335" y="1593364"/>
                  </a:lnTo>
                  <a:lnTo>
                    <a:pt x="6424719" y="1601885"/>
                  </a:lnTo>
                  <a:lnTo>
                    <a:pt x="6438104" y="1610327"/>
                  </a:lnTo>
                  <a:lnTo>
                    <a:pt x="6451489" y="1618711"/>
                  </a:lnTo>
                  <a:lnTo>
                    <a:pt x="6464874" y="1627038"/>
                  </a:lnTo>
                  <a:lnTo>
                    <a:pt x="6478259" y="1635275"/>
                  </a:lnTo>
                  <a:lnTo>
                    <a:pt x="6491644" y="1643480"/>
                  </a:lnTo>
                  <a:lnTo>
                    <a:pt x="6505028" y="1651559"/>
                  </a:lnTo>
                  <a:lnTo>
                    <a:pt x="6518413" y="1659606"/>
                  </a:lnTo>
                  <a:lnTo>
                    <a:pt x="6531798" y="1667548"/>
                  </a:lnTo>
                  <a:lnTo>
                    <a:pt x="6545183" y="1675425"/>
                  </a:lnTo>
                  <a:lnTo>
                    <a:pt x="6558568" y="1683225"/>
                  </a:lnTo>
                  <a:lnTo>
                    <a:pt x="6571953" y="1690923"/>
                  </a:lnTo>
                  <a:lnTo>
                    <a:pt x="6585337" y="1698576"/>
                  </a:lnTo>
                  <a:lnTo>
                    <a:pt x="6598722" y="1706086"/>
                  </a:lnTo>
                  <a:lnTo>
                    <a:pt x="6612107" y="1713557"/>
                  </a:lnTo>
                  <a:lnTo>
                    <a:pt x="6625492" y="1720900"/>
                  </a:lnTo>
                  <a:lnTo>
                    <a:pt x="6638877" y="1728174"/>
                  </a:lnTo>
                  <a:lnTo>
                    <a:pt x="6652262" y="1735355"/>
                  </a:lnTo>
                  <a:lnTo>
                    <a:pt x="6665646" y="1742424"/>
                  </a:lnTo>
                  <a:lnTo>
                    <a:pt x="6679031" y="1749437"/>
                  </a:lnTo>
                  <a:lnTo>
                    <a:pt x="6692416" y="1756296"/>
                  </a:lnTo>
                  <a:lnTo>
                    <a:pt x="6705801" y="1763112"/>
                  </a:lnTo>
                  <a:lnTo>
                    <a:pt x="6719186" y="1769780"/>
                  </a:lnTo>
                  <a:lnTo>
                    <a:pt x="6732571" y="1776379"/>
                  </a:lnTo>
                  <a:lnTo>
                    <a:pt x="6745955" y="1782870"/>
                  </a:lnTo>
                  <a:lnTo>
                    <a:pt x="6759340" y="1789247"/>
                  </a:lnTo>
                  <a:lnTo>
                    <a:pt x="6772725" y="1795557"/>
                  </a:lnTo>
                  <a:lnTo>
                    <a:pt x="6786110" y="1801709"/>
                  </a:lnTo>
                  <a:lnTo>
                    <a:pt x="6799495" y="1807816"/>
                  </a:lnTo>
                  <a:lnTo>
                    <a:pt x="6812880" y="1813760"/>
                  </a:lnTo>
                  <a:lnTo>
                    <a:pt x="6826264" y="1819638"/>
                  </a:lnTo>
                  <a:lnTo>
                    <a:pt x="6839649" y="1825397"/>
                  </a:lnTo>
                  <a:lnTo>
                    <a:pt x="6839649" y="2019248"/>
                  </a:lnTo>
                  <a:lnTo>
                    <a:pt x="6826264" y="2019248"/>
                  </a:lnTo>
                  <a:lnTo>
                    <a:pt x="6812880" y="2019248"/>
                  </a:lnTo>
                  <a:lnTo>
                    <a:pt x="6799495" y="2019248"/>
                  </a:lnTo>
                  <a:lnTo>
                    <a:pt x="6786110" y="2019248"/>
                  </a:lnTo>
                  <a:lnTo>
                    <a:pt x="6772725" y="2019248"/>
                  </a:lnTo>
                  <a:lnTo>
                    <a:pt x="6759340" y="2019248"/>
                  </a:lnTo>
                  <a:lnTo>
                    <a:pt x="6745955" y="2019248"/>
                  </a:lnTo>
                  <a:lnTo>
                    <a:pt x="6732571" y="2019248"/>
                  </a:lnTo>
                  <a:lnTo>
                    <a:pt x="6719186" y="2019248"/>
                  </a:lnTo>
                  <a:lnTo>
                    <a:pt x="6705801" y="2019248"/>
                  </a:lnTo>
                  <a:lnTo>
                    <a:pt x="6692416" y="2019248"/>
                  </a:lnTo>
                  <a:lnTo>
                    <a:pt x="6679031" y="2019248"/>
                  </a:lnTo>
                  <a:lnTo>
                    <a:pt x="6665646" y="2019248"/>
                  </a:lnTo>
                  <a:lnTo>
                    <a:pt x="6652262" y="2019248"/>
                  </a:lnTo>
                  <a:lnTo>
                    <a:pt x="6638877" y="2019248"/>
                  </a:lnTo>
                  <a:lnTo>
                    <a:pt x="6625492" y="2019248"/>
                  </a:lnTo>
                  <a:lnTo>
                    <a:pt x="6612107" y="2019248"/>
                  </a:lnTo>
                  <a:lnTo>
                    <a:pt x="6598722" y="2019248"/>
                  </a:lnTo>
                  <a:lnTo>
                    <a:pt x="6585337" y="2019248"/>
                  </a:lnTo>
                  <a:lnTo>
                    <a:pt x="6571953" y="2019248"/>
                  </a:lnTo>
                  <a:lnTo>
                    <a:pt x="6558568" y="2019248"/>
                  </a:lnTo>
                  <a:lnTo>
                    <a:pt x="6545183" y="2019248"/>
                  </a:lnTo>
                  <a:lnTo>
                    <a:pt x="6531798" y="2019248"/>
                  </a:lnTo>
                  <a:lnTo>
                    <a:pt x="6518413" y="2019248"/>
                  </a:lnTo>
                  <a:lnTo>
                    <a:pt x="6505028" y="2019248"/>
                  </a:lnTo>
                  <a:lnTo>
                    <a:pt x="6491644" y="2019248"/>
                  </a:lnTo>
                  <a:lnTo>
                    <a:pt x="6478259" y="2019248"/>
                  </a:lnTo>
                  <a:lnTo>
                    <a:pt x="6464874" y="2019248"/>
                  </a:lnTo>
                  <a:lnTo>
                    <a:pt x="6451489" y="2019248"/>
                  </a:lnTo>
                  <a:lnTo>
                    <a:pt x="6438104" y="2019248"/>
                  </a:lnTo>
                  <a:lnTo>
                    <a:pt x="6424719" y="2019248"/>
                  </a:lnTo>
                  <a:lnTo>
                    <a:pt x="6411335" y="2019248"/>
                  </a:lnTo>
                  <a:lnTo>
                    <a:pt x="6397950" y="2019248"/>
                  </a:lnTo>
                  <a:lnTo>
                    <a:pt x="6384565" y="2019248"/>
                  </a:lnTo>
                  <a:lnTo>
                    <a:pt x="6371180" y="2019248"/>
                  </a:lnTo>
                  <a:lnTo>
                    <a:pt x="6357795" y="2019248"/>
                  </a:lnTo>
                  <a:lnTo>
                    <a:pt x="6344410" y="2019248"/>
                  </a:lnTo>
                  <a:lnTo>
                    <a:pt x="6331026" y="2019248"/>
                  </a:lnTo>
                  <a:lnTo>
                    <a:pt x="6317641" y="2019248"/>
                  </a:lnTo>
                  <a:lnTo>
                    <a:pt x="6304256" y="2019248"/>
                  </a:lnTo>
                  <a:lnTo>
                    <a:pt x="6290871" y="2019248"/>
                  </a:lnTo>
                  <a:lnTo>
                    <a:pt x="6277486" y="2019248"/>
                  </a:lnTo>
                  <a:lnTo>
                    <a:pt x="6264101" y="2019248"/>
                  </a:lnTo>
                  <a:lnTo>
                    <a:pt x="6250717" y="2019248"/>
                  </a:lnTo>
                  <a:lnTo>
                    <a:pt x="6237332" y="2019248"/>
                  </a:lnTo>
                  <a:lnTo>
                    <a:pt x="6223947" y="2019248"/>
                  </a:lnTo>
                  <a:lnTo>
                    <a:pt x="6210562" y="2019248"/>
                  </a:lnTo>
                  <a:lnTo>
                    <a:pt x="6197177" y="2019248"/>
                  </a:lnTo>
                  <a:lnTo>
                    <a:pt x="6183792" y="2019248"/>
                  </a:lnTo>
                  <a:lnTo>
                    <a:pt x="6170408" y="2019248"/>
                  </a:lnTo>
                  <a:lnTo>
                    <a:pt x="6157023" y="2019248"/>
                  </a:lnTo>
                  <a:lnTo>
                    <a:pt x="6143638" y="2019248"/>
                  </a:lnTo>
                  <a:lnTo>
                    <a:pt x="6130253" y="2019248"/>
                  </a:lnTo>
                  <a:lnTo>
                    <a:pt x="6116868" y="2019248"/>
                  </a:lnTo>
                  <a:lnTo>
                    <a:pt x="6103483" y="2019248"/>
                  </a:lnTo>
                  <a:lnTo>
                    <a:pt x="6090099" y="2019248"/>
                  </a:lnTo>
                  <a:lnTo>
                    <a:pt x="6076714" y="2019248"/>
                  </a:lnTo>
                  <a:lnTo>
                    <a:pt x="6063329" y="2019248"/>
                  </a:lnTo>
                  <a:lnTo>
                    <a:pt x="6049944" y="2019248"/>
                  </a:lnTo>
                  <a:lnTo>
                    <a:pt x="6036559" y="2019248"/>
                  </a:lnTo>
                  <a:lnTo>
                    <a:pt x="6023174" y="2019248"/>
                  </a:lnTo>
                  <a:lnTo>
                    <a:pt x="6009790" y="2019248"/>
                  </a:lnTo>
                  <a:lnTo>
                    <a:pt x="5996405" y="2019248"/>
                  </a:lnTo>
                  <a:lnTo>
                    <a:pt x="5983020" y="2019248"/>
                  </a:lnTo>
                  <a:lnTo>
                    <a:pt x="5969635" y="2019248"/>
                  </a:lnTo>
                  <a:lnTo>
                    <a:pt x="5956250" y="2019248"/>
                  </a:lnTo>
                  <a:lnTo>
                    <a:pt x="5942865" y="2019248"/>
                  </a:lnTo>
                  <a:lnTo>
                    <a:pt x="5929481" y="2019248"/>
                  </a:lnTo>
                  <a:lnTo>
                    <a:pt x="5916096" y="2019248"/>
                  </a:lnTo>
                  <a:lnTo>
                    <a:pt x="5902711" y="2019248"/>
                  </a:lnTo>
                  <a:lnTo>
                    <a:pt x="5889326" y="2019248"/>
                  </a:lnTo>
                  <a:lnTo>
                    <a:pt x="5875941" y="2019248"/>
                  </a:lnTo>
                  <a:lnTo>
                    <a:pt x="5862556" y="2019248"/>
                  </a:lnTo>
                  <a:lnTo>
                    <a:pt x="5849172" y="2019248"/>
                  </a:lnTo>
                  <a:lnTo>
                    <a:pt x="5835787" y="2019248"/>
                  </a:lnTo>
                  <a:lnTo>
                    <a:pt x="5822402" y="2019248"/>
                  </a:lnTo>
                  <a:lnTo>
                    <a:pt x="5809017" y="2019248"/>
                  </a:lnTo>
                  <a:lnTo>
                    <a:pt x="5795632" y="2019248"/>
                  </a:lnTo>
                  <a:lnTo>
                    <a:pt x="5782247" y="2019248"/>
                  </a:lnTo>
                  <a:lnTo>
                    <a:pt x="5768863" y="2019248"/>
                  </a:lnTo>
                  <a:lnTo>
                    <a:pt x="5755478" y="2019248"/>
                  </a:lnTo>
                  <a:lnTo>
                    <a:pt x="5742093" y="2019248"/>
                  </a:lnTo>
                  <a:lnTo>
                    <a:pt x="5728708" y="2019248"/>
                  </a:lnTo>
                  <a:lnTo>
                    <a:pt x="5715323" y="2019248"/>
                  </a:lnTo>
                  <a:lnTo>
                    <a:pt x="5701938" y="2019248"/>
                  </a:lnTo>
                  <a:lnTo>
                    <a:pt x="5688554" y="2019248"/>
                  </a:lnTo>
                  <a:lnTo>
                    <a:pt x="5675169" y="2019248"/>
                  </a:lnTo>
                  <a:lnTo>
                    <a:pt x="5661784" y="2019248"/>
                  </a:lnTo>
                  <a:lnTo>
                    <a:pt x="5648399" y="2019248"/>
                  </a:lnTo>
                  <a:lnTo>
                    <a:pt x="5635014" y="2019248"/>
                  </a:lnTo>
                  <a:lnTo>
                    <a:pt x="5621629" y="2019248"/>
                  </a:lnTo>
                  <a:lnTo>
                    <a:pt x="5608245" y="2019248"/>
                  </a:lnTo>
                  <a:lnTo>
                    <a:pt x="5594860" y="2019248"/>
                  </a:lnTo>
                  <a:lnTo>
                    <a:pt x="5581475" y="2019248"/>
                  </a:lnTo>
                  <a:lnTo>
                    <a:pt x="5568090" y="2019248"/>
                  </a:lnTo>
                  <a:lnTo>
                    <a:pt x="5554705" y="2019248"/>
                  </a:lnTo>
                  <a:lnTo>
                    <a:pt x="5541320" y="2019248"/>
                  </a:lnTo>
                  <a:lnTo>
                    <a:pt x="5527936" y="2019248"/>
                  </a:lnTo>
                  <a:lnTo>
                    <a:pt x="5514551" y="2019248"/>
                  </a:lnTo>
                  <a:lnTo>
                    <a:pt x="5501166" y="2019248"/>
                  </a:lnTo>
                  <a:lnTo>
                    <a:pt x="5487781" y="2019248"/>
                  </a:lnTo>
                  <a:lnTo>
                    <a:pt x="5474396" y="2019248"/>
                  </a:lnTo>
                  <a:lnTo>
                    <a:pt x="5461011" y="2019248"/>
                  </a:lnTo>
                  <a:lnTo>
                    <a:pt x="5447627" y="2019248"/>
                  </a:lnTo>
                  <a:lnTo>
                    <a:pt x="5434242" y="2019248"/>
                  </a:lnTo>
                  <a:lnTo>
                    <a:pt x="5420857" y="2019248"/>
                  </a:lnTo>
                  <a:lnTo>
                    <a:pt x="5407472" y="2019248"/>
                  </a:lnTo>
                  <a:lnTo>
                    <a:pt x="5394087" y="2019248"/>
                  </a:lnTo>
                  <a:lnTo>
                    <a:pt x="5380702" y="2019248"/>
                  </a:lnTo>
                  <a:lnTo>
                    <a:pt x="5367318" y="2019248"/>
                  </a:lnTo>
                  <a:lnTo>
                    <a:pt x="5353933" y="2019248"/>
                  </a:lnTo>
                  <a:lnTo>
                    <a:pt x="5340548" y="2019248"/>
                  </a:lnTo>
                  <a:lnTo>
                    <a:pt x="5327163" y="2019248"/>
                  </a:lnTo>
                  <a:lnTo>
                    <a:pt x="5313778" y="2019248"/>
                  </a:lnTo>
                  <a:lnTo>
                    <a:pt x="5300393" y="2019248"/>
                  </a:lnTo>
                  <a:lnTo>
                    <a:pt x="5287009" y="2019248"/>
                  </a:lnTo>
                  <a:lnTo>
                    <a:pt x="5273624" y="2019248"/>
                  </a:lnTo>
                  <a:lnTo>
                    <a:pt x="5260239" y="2019248"/>
                  </a:lnTo>
                  <a:lnTo>
                    <a:pt x="5246854" y="2019248"/>
                  </a:lnTo>
                  <a:lnTo>
                    <a:pt x="5233469" y="2019248"/>
                  </a:lnTo>
                  <a:lnTo>
                    <a:pt x="5220084" y="2019248"/>
                  </a:lnTo>
                  <a:lnTo>
                    <a:pt x="5206700" y="2019248"/>
                  </a:lnTo>
                  <a:lnTo>
                    <a:pt x="5193315" y="2019248"/>
                  </a:lnTo>
                  <a:lnTo>
                    <a:pt x="5179930" y="2019248"/>
                  </a:lnTo>
                  <a:lnTo>
                    <a:pt x="5166545" y="2019248"/>
                  </a:lnTo>
                  <a:lnTo>
                    <a:pt x="5153160" y="2019248"/>
                  </a:lnTo>
                  <a:lnTo>
                    <a:pt x="5139775" y="2019248"/>
                  </a:lnTo>
                  <a:lnTo>
                    <a:pt x="5126391" y="2019248"/>
                  </a:lnTo>
                  <a:lnTo>
                    <a:pt x="5113006" y="2019248"/>
                  </a:lnTo>
                  <a:lnTo>
                    <a:pt x="5099621" y="2019248"/>
                  </a:lnTo>
                  <a:lnTo>
                    <a:pt x="5086236" y="2019248"/>
                  </a:lnTo>
                  <a:lnTo>
                    <a:pt x="5072851" y="2019248"/>
                  </a:lnTo>
                  <a:lnTo>
                    <a:pt x="5059466" y="2019248"/>
                  </a:lnTo>
                  <a:lnTo>
                    <a:pt x="5046082" y="2019248"/>
                  </a:lnTo>
                  <a:lnTo>
                    <a:pt x="5032697" y="2019248"/>
                  </a:lnTo>
                  <a:lnTo>
                    <a:pt x="5019312" y="2019248"/>
                  </a:lnTo>
                  <a:lnTo>
                    <a:pt x="5005927" y="2019248"/>
                  </a:lnTo>
                  <a:lnTo>
                    <a:pt x="4992542" y="2019248"/>
                  </a:lnTo>
                  <a:lnTo>
                    <a:pt x="4979157" y="2019248"/>
                  </a:lnTo>
                  <a:lnTo>
                    <a:pt x="4965773" y="2019248"/>
                  </a:lnTo>
                  <a:lnTo>
                    <a:pt x="4952388" y="2019248"/>
                  </a:lnTo>
                  <a:lnTo>
                    <a:pt x="4939003" y="2019248"/>
                  </a:lnTo>
                  <a:lnTo>
                    <a:pt x="4925618" y="2019248"/>
                  </a:lnTo>
                  <a:lnTo>
                    <a:pt x="4912233" y="2019248"/>
                  </a:lnTo>
                  <a:lnTo>
                    <a:pt x="4898848" y="2019248"/>
                  </a:lnTo>
                  <a:lnTo>
                    <a:pt x="4885464" y="2019248"/>
                  </a:lnTo>
                  <a:lnTo>
                    <a:pt x="4872079" y="2019248"/>
                  </a:lnTo>
                  <a:lnTo>
                    <a:pt x="4858694" y="2019248"/>
                  </a:lnTo>
                  <a:lnTo>
                    <a:pt x="4845309" y="2019248"/>
                  </a:lnTo>
                  <a:lnTo>
                    <a:pt x="4831924" y="2019248"/>
                  </a:lnTo>
                  <a:lnTo>
                    <a:pt x="4818539" y="2019248"/>
                  </a:lnTo>
                  <a:lnTo>
                    <a:pt x="4805155" y="2019248"/>
                  </a:lnTo>
                  <a:lnTo>
                    <a:pt x="4791770" y="2019248"/>
                  </a:lnTo>
                  <a:lnTo>
                    <a:pt x="4778385" y="2019248"/>
                  </a:lnTo>
                  <a:lnTo>
                    <a:pt x="4765000" y="2019248"/>
                  </a:lnTo>
                  <a:lnTo>
                    <a:pt x="4751615" y="2019248"/>
                  </a:lnTo>
                  <a:lnTo>
                    <a:pt x="4738230" y="2019248"/>
                  </a:lnTo>
                  <a:lnTo>
                    <a:pt x="4724846" y="2019248"/>
                  </a:lnTo>
                  <a:lnTo>
                    <a:pt x="4711461" y="2019248"/>
                  </a:lnTo>
                  <a:lnTo>
                    <a:pt x="4698076" y="2019248"/>
                  </a:lnTo>
                  <a:lnTo>
                    <a:pt x="4684691" y="2019248"/>
                  </a:lnTo>
                  <a:lnTo>
                    <a:pt x="4671306" y="2019248"/>
                  </a:lnTo>
                  <a:lnTo>
                    <a:pt x="4657921" y="2019248"/>
                  </a:lnTo>
                  <a:lnTo>
                    <a:pt x="4644537" y="2019248"/>
                  </a:lnTo>
                  <a:lnTo>
                    <a:pt x="4631152" y="2019248"/>
                  </a:lnTo>
                  <a:lnTo>
                    <a:pt x="4617767" y="2019248"/>
                  </a:lnTo>
                  <a:lnTo>
                    <a:pt x="4604382" y="2019248"/>
                  </a:lnTo>
                  <a:lnTo>
                    <a:pt x="4590997" y="2019248"/>
                  </a:lnTo>
                  <a:lnTo>
                    <a:pt x="4577612" y="2019248"/>
                  </a:lnTo>
                  <a:lnTo>
                    <a:pt x="4564228" y="2019248"/>
                  </a:lnTo>
                  <a:lnTo>
                    <a:pt x="4550843" y="2019248"/>
                  </a:lnTo>
                  <a:lnTo>
                    <a:pt x="4537458" y="2019248"/>
                  </a:lnTo>
                  <a:lnTo>
                    <a:pt x="4524073" y="2019248"/>
                  </a:lnTo>
                  <a:lnTo>
                    <a:pt x="4510688" y="2019248"/>
                  </a:lnTo>
                  <a:lnTo>
                    <a:pt x="4497303" y="2019248"/>
                  </a:lnTo>
                  <a:lnTo>
                    <a:pt x="4483919" y="2019248"/>
                  </a:lnTo>
                  <a:lnTo>
                    <a:pt x="4470534" y="2019248"/>
                  </a:lnTo>
                  <a:lnTo>
                    <a:pt x="4457149" y="2019248"/>
                  </a:lnTo>
                  <a:lnTo>
                    <a:pt x="4443764" y="2019248"/>
                  </a:lnTo>
                  <a:lnTo>
                    <a:pt x="4430379" y="2019248"/>
                  </a:lnTo>
                  <a:lnTo>
                    <a:pt x="4416994" y="2019248"/>
                  </a:lnTo>
                  <a:lnTo>
                    <a:pt x="4403610" y="2019248"/>
                  </a:lnTo>
                  <a:lnTo>
                    <a:pt x="4390225" y="2019248"/>
                  </a:lnTo>
                  <a:lnTo>
                    <a:pt x="4376840" y="2019248"/>
                  </a:lnTo>
                  <a:lnTo>
                    <a:pt x="4363455" y="2019248"/>
                  </a:lnTo>
                  <a:lnTo>
                    <a:pt x="4350070" y="2019248"/>
                  </a:lnTo>
                  <a:lnTo>
                    <a:pt x="4336685" y="2019248"/>
                  </a:lnTo>
                  <a:lnTo>
                    <a:pt x="4323301" y="2019248"/>
                  </a:lnTo>
                  <a:lnTo>
                    <a:pt x="4309916" y="2019248"/>
                  </a:lnTo>
                  <a:lnTo>
                    <a:pt x="4296531" y="2019248"/>
                  </a:lnTo>
                  <a:lnTo>
                    <a:pt x="4283146" y="2019248"/>
                  </a:lnTo>
                  <a:lnTo>
                    <a:pt x="4269761" y="2019248"/>
                  </a:lnTo>
                  <a:lnTo>
                    <a:pt x="4256376" y="2019248"/>
                  </a:lnTo>
                  <a:lnTo>
                    <a:pt x="4242992" y="2019248"/>
                  </a:lnTo>
                  <a:lnTo>
                    <a:pt x="4229607" y="2019248"/>
                  </a:lnTo>
                  <a:lnTo>
                    <a:pt x="4216222" y="2019248"/>
                  </a:lnTo>
                  <a:lnTo>
                    <a:pt x="4202837" y="2019248"/>
                  </a:lnTo>
                  <a:lnTo>
                    <a:pt x="4189452" y="2019248"/>
                  </a:lnTo>
                  <a:lnTo>
                    <a:pt x="4176067" y="2019248"/>
                  </a:lnTo>
                  <a:lnTo>
                    <a:pt x="4162683" y="2019248"/>
                  </a:lnTo>
                  <a:lnTo>
                    <a:pt x="4149298" y="2019248"/>
                  </a:lnTo>
                  <a:lnTo>
                    <a:pt x="4135913" y="2019248"/>
                  </a:lnTo>
                  <a:lnTo>
                    <a:pt x="4122528" y="2019248"/>
                  </a:lnTo>
                  <a:lnTo>
                    <a:pt x="4109143" y="2019248"/>
                  </a:lnTo>
                  <a:lnTo>
                    <a:pt x="4095758" y="2019248"/>
                  </a:lnTo>
                  <a:lnTo>
                    <a:pt x="4082374" y="2019248"/>
                  </a:lnTo>
                  <a:lnTo>
                    <a:pt x="4068989" y="2019248"/>
                  </a:lnTo>
                  <a:lnTo>
                    <a:pt x="4055604" y="2019248"/>
                  </a:lnTo>
                  <a:lnTo>
                    <a:pt x="4042219" y="2019248"/>
                  </a:lnTo>
                  <a:lnTo>
                    <a:pt x="4028834" y="2019248"/>
                  </a:lnTo>
                  <a:lnTo>
                    <a:pt x="4015449" y="2019248"/>
                  </a:lnTo>
                  <a:lnTo>
                    <a:pt x="4002065" y="2019248"/>
                  </a:lnTo>
                  <a:lnTo>
                    <a:pt x="3988680" y="2019248"/>
                  </a:lnTo>
                  <a:lnTo>
                    <a:pt x="3975295" y="2019248"/>
                  </a:lnTo>
                  <a:lnTo>
                    <a:pt x="3961910" y="2019248"/>
                  </a:lnTo>
                  <a:lnTo>
                    <a:pt x="3948525" y="2019248"/>
                  </a:lnTo>
                  <a:lnTo>
                    <a:pt x="3935140" y="2019248"/>
                  </a:lnTo>
                  <a:lnTo>
                    <a:pt x="3921756" y="2019248"/>
                  </a:lnTo>
                  <a:lnTo>
                    <a:pt x="3908371" y="2019248"/>
                  </a:lnTo>
                  <a:lnTo>
                    <a:pt x="3894986" y="2019248"/>
                  </a:lnTo>
                  <a:lnTo>
                    <a:pt x="3881601" y="2019248"/>
                  </a:lnTo>
                  <a:lnTo>
                    <a:pt x="3868216" y="2019248"/>
                  </a:lnTo>
                  <a:lnTo>
                    <a:pt x="3854831" y="2019248"/>
                  </a:lnTo>
                  <a:lnTo>
                    <a:pt x="3841447" y="2019248"/>
                  </a:lnTo>
                  <a:lnTo>
                    <a:pt x="3828062" y="2019248"/>
                  </a:lnTo>
                  <a:lnTo>
                    <a:pt x="3814677" y="2019248"/>
                  </a:lnTo>
                  <a:lnTo>
                    <a:pt x="3801292" y="2019248"/>
                  </a:lnTo>
                  <a:lnTo>
                    <a:pt x="3787907" y="2019248"/>
                  </a:lnTo>
                  <a:lnTo>
                    <a:pt x="3774522" y="2019248"/>
                  </a:lnTo>
                  <a:lnTo>
                    <a:pt x="3761138" y="2019248"/>
                  </a:lnTo>
                  <a:lnTo>
                    <a:pt x="3747753" y="2019248"/>
                  </a:lnTo>
                  <a:lnTo>
                    <a:pt x="3734368" y="2019248"/>
                  </a:lnTo>
                  <a:lnTo>
                    <a:pt x="3720983" y="2019248"/>
                  </a:lnTo>
                  <a:lnTo>
                    <a:pt x="3707598" y="2019248"/>
                  </a:lnTo>
                  <a:lnTo>
                    <a:pt x="3694213" y="2019248"/>
                  </a:lnTo>
                  <a:lnTo>
                    <a:pt x="3680829" y="2019248"/>
                  </a:lnTo>
                  <a:lnTo>
                    <a:pt x="3667444" y="2019248"/>
                  </a:lnTo>
                  <a:lnTo>
                    <a:pt x="3654059" y="2019248"/>
                  </a:lnTo>
                  <a:lnTo>
                    <a:pt x="3640674" y="2019248"/>
                  </a:lnTo>
                  <a:lnTo>
                    <a:pt x="3627289" y="2019248"/>
                  </a:lnTo>
                  <a:lnTo>
                    <a:pt x="3613904" y="2019248"/>
                  </a:lnTo>
                  <a:lnTo>
                    <a:pt x="3600520" y="2019248"/>
                  </a:lnTo>
                  <a:lnTo>
                    <a:pt x="3587135" y="2019248"/>
                  </a:lnTo>
                  <a:lnTo>
                    <a:pt x="3573750" y="2019248"/>
                  </a:lnTo>
                  <a:lnTo>
                    <a:pt x="3560365" y="2019248"/>
                  </a:lnTo>
                  <a:lnTo>
                    <a:pt x="3546980" y="2019248"/>
                  </a:lnTo>
                  <a:lnTo>
                    <a:pt x="3533595" y="2019248"/>
                  </a:lnTo>
                  <a:lnTo>
                    <a:pt x="3520211" y="2019248"/>
                  </a:lnTo>
                  <a:lnTo>
                    <a:pt x="3506826" y="2019248"/>
                  </a:lnTo>
                  <a:lnTo>
                    <a:pt x="3493441" y="2019248"/>
                  </a:lnTo>
                  <a:lnTo>
                    <a:pt x="3480056" y="2019248"/>
                  </a:lnTo>
                  <a:lnTo>
                    <a:pt x="3466671" y="2019248"/>
                  </a:lnTo>
                  <a:lnTo>
                    <a:pt x="3453286" y="2019248"/>
                  </a:lnTo>
                  <a:lnTo>
                    <a:pt x="3439902" y="2019248"/>
                  </a:lnTo>
                  <a:lnTo>
                    <a:pt x="3426517" y="2019248"/>
                  </a:lnTo>
                  <a:lnTo>
                    <a:pt x="3413132" y="2019248"/>
                  </a:lnTo>
                  <a:lnTo>
                    <a:pt x="3399747" y="2019248"/>
                  </a:lnTo>
                  <a:lnTo>
                    <a:pt x="3386362" y="2019248"/>
                  </a:lnTo>
                  <a:lnTo>
                    <a:pt x="3372977" y="2019248"/>
                  </a:lnTo>
                  <a:lnTo>
                    <a:pt x="3359593" y="2019248"/>
                  </a:lnTo>
                  <a:lnTo>
                    <a:pt x="3346208" y="2019248"/>
                  </a:lnTo>
                  <a:lnTo>
                    <a:pt x="3332823" y="2019248"/>
                  </a:lnTo>
                  <a:lnTo>
                    <a:pt x="3319438" y="2019248"/>
                  </a:lnTo>
                  <a:lnTo>
                    <a:pt x="3306053" y="2019248"/>
                  </a:lnTo>
                  <a:lnTo>
                    <a:pt x="3292668" y="2019248"/>
                  </a:lnTo>
                  <a:lnTo>
                    <a:pt x="3279284" y="2019248"/>
                  </a:lnTo>
                  <a:lnTo>
                    <a:pt x="3265899" y="2019248"/>
                  </a:lnTo>
                  <a:lnTo>
                    <a:pt x="3252514" y="2019248"/>
                  </a:lnTo>
                  <a:lnTo>
                    <a:pt x="3239129" y="2019248"/>
                  </a:lnTo>
                  <a:lnTo>
                    <a:pt x="3225744" y="2019248"/>
                  </a:lnTo>
                  <a:lnTo>
                    <a:pt x="3212359" y="2019248"/>
                  </a:lnTo>
                  <a:lnTo>
                    <a:pt x="3198975" y="2019248"/>
                  </a:lnTo>
                  <a:lnTo>
                    <a:pt x="3185590" y="2019248"/>
                  </a:lnTo>
                  <a:lnTo>
                    <a:pt x="3172205" y="2019248"/>
                  </a:lnTo>
                  <a:lnTo>
                    <a:pt x="3158820" y="2019248"/>
                  </a:lnTo>
                  <a:lnTo>
                    <a:pt x="3145435" y="2019248"/>
                  </a:lnTo>
                  <a:lnTo>
                    <a:pt x="3132050" y="2019248"/>
                  </a:lnTo>
                  <a:lnTo>
                    <a:pt x="3118666" y="2019248"/>
                  </a:lnTo>
                  <a:lnTo>
                    <a:pt x="3105281" y="2019248"/>
                  </a:lnTo>
                  <a:lnTo>
                    <a:pt x="3091896" y="2019248"/>
                  </a:lnTo>
                  <a:lnTo>
                    <a:pt x="3078511" y="2019248"/>
                  </a:lnTo>
                  <a:lnTo>
                    <a:pt x="3065126" y="2019248"/>
                  </a:lnTo>
                  <a:lnTo>
                    <a:pt x="3051741" y="2019248"/>
                  </a:lnTo>
                  <a:lnTo>
                    <a:pt x="3038357" y="2019248"/>
                  </a:lnTo>
                  <a:lnTo>
                    <a:pt x="3024972" y="2019248"/>
                  </a:lnTo>
                  <a:lnTo>
                    <a:pt x="3011587" y="2019248"/>
                  </a:lnTo>
                  <a:lnTo>
                    <a:pt x="2998202" y="2019248"/>
                  </a:lnTo>
                  <a:lnTo>
                    <a:pt x="2984817" y="2019248"/>
                  </a:lnTo>
                  <a:lnTo>
                    <a:pt x="2971432" y="2019248"/>
                  </a:lnTo>
                  <a:lnTo>
                    <a:pt x="2958048" y="2019248"/>
                  </a:lnTo>
                  <a:lnTo>
                    <a:pt x="2944663" y="2019248"/>
                  </a:lnTo>
                  <a:lnTo>
                    <a:pt x="2931278" y="2019248"/>
                  </a:lnTo>
                  <a:lnTo>
                    <a:pt x="2917893" y="2019248"/>
                  </a:lnTo>
                  <a:lnTo>
                    <a:pt x="2904508" y="2019248"/>
                  </a:lnTo>
                  <a:lnTo>
                    <a:pt x="2891123" y="2019248"/>
                  </a:lnTo>
                  <a:lnTo>
                    <a:pt x="2877739" y="2019248"/>
                  </a:lnTo>
                  <a:lnTo>
                    <a:pt x="2864354" y="2019248"/>
                  </a:lnTo>
                  <a:lnTo>
                    <a:pt x="2850969" y="2019248"/>
                  </a:lnTo>
                  <a:lnTo>
                    <a:pt x="2837584" y="2019248"/>
                  </a:lnTo>
                  <a:lnTo>
                    <a:pt x="2824199" y="2019248"/>
                  </a:lnTo>
                  <a:lnTo>
                    <a:pt x="2810814" y="2019248"/>
                  </a:lnTo>
                  <a:lnTo>
                    <a:pt x="2797430" y="2019248"/>
                  </a:lnTo>
                  <a:lnTo>
                    <a:pt x="2784045" y="2019248"/>
                  </a:lnTo>
                  <a:lnTo>
                    <a:pt x="2770660" y="2019248"/>
                  </a:lnTo>
                  <a:lnTo>
                    <a:pt x="2757275" y="2019248"/>
                  </a:lnTo>
                  <a:lnTo>
                    <a:pt x="2743890" y="2019248"/>
                  </a:lnTo>
                  <a:lnTo>
                    <a:pt x="2730505" y="2019248"/>
                  </a:lnTo>
                  <a:lnTo>
                    <a:pt x="2717121" y="2019248"/>
                  </a:lnTo>
                  <a:lnTo>
                    <a:pt x="2703736" y="2019248"/>
                  </a:lnTo>
                  <a:lnTo>
                    <a:pt x="2690351" y="2019248"/>
                  </a:lnTo>
                  <a:lnTo>
                    <a:pt x="2676966" y="2019248"/>
                  </a:lnTo>
                  <a:lnTo>
                    <a:pt x="2663581" y="2019248"/>
                  </a:lnTo>
                  <a:lnTo>
                    <a:pt x="2650196" y="2019248"/>
                  </a:lnTo>
                  <a:lnTo>
                    <a:pt x="2636812" y="2019248"/>
                  </a:lnTo>
                  <a:lnTo>
                    <a:pt x="2623427" y="2019248"/>
                  </a:lnTo>
                  <a:lnTo>
                    <a:pt x="2610042" y="2019248"/>
                  </a:lnTo>
                  <a:lnTo>
                    <a:pt x="2596657" y="2019248"/>
                  </a:lnTo>
                  <a:lnTo>
                    <a:pt x="2583272" y="2019248"/>
                  </a:lnTo>
                  <a:lnTo>
                    <a:pt x="2569887" y="2019248"/>
                  </a:lnTo>
                  <a:lnTo>
                    <a:pt x="2556503" y="2019248"/>
                  </a:lnTo>
                  <a:lnTo>
                    <a:pt x="2543118" y="2019248"/>
                  </a:lnTo>
                  <a:lnTo>
                    <a:pt x="2529733" y="2019248"/>
                  </a:lnTo>
                  <a:lnTo>
                    <a:pt x="2516348" y="2019248"/>
                  </a:lnTo>
                  <a:lnTo>
                    <a:pt x="2502963" y="2019248"/>
                  </a:lnTo>
                  <a:lnTo>
                    <a:pt x="2489578" y="2019248"/>
                  </a:lnTo>
                  <a:lnTo>
                    <a:pt x="2476194" y="2019248"/>
                  </a:lnTo>
                  <a:lnTo>
                    <a:pt x="2462809" y="2019248"/>
                  </a:lnTo>
                  <a:lnTo>
                    <a:pt x="2449424" y="2019248"/>
                  </a:lnTo>
                  <a:lnTo>
                    <a:pt x="2436039" y="2019248"/>
                  </a:lnTo>
                  <a:lnTo>
                    <a:pt x="2422654" y="2019248"/>
                  </a:lnTo>
                  <a:lnTo>
                    <a:pt x="2409269" y="2019248"/>
                  </a:lnTo>
                  <a:lnTo>
                    <a:pt x="2395885" y="2019248"/>
                  </a:lnTo>
                  <a:lnTo>
                    <a:pt x="2382500" y="2019248"/>
                  </a:lnTo>
                  <a:lnTo>
                    <a:pt x="2369115" y="2019248"/>
                  </a:lnTo>
                  <a:lnTo>
                    <a:pt x="2355730" y="2019248"/>
                  </a:lnTo>
                  <a:lnTo>
                    <a:pt x="2342345" y="2019248"/>
                  </a:lnTo>
                  <a:lnTo>
                    <a:pt x="2328960" y="2019248"/>
                  </a:lnTo>
                  <a:lnTo>
                    <a:pt x="2315576" y="2019248"/>
                  </a:lnTo>
                  <a:lnTo>
                    <a:pt x="2302191" y="2019248"/>
                  </a:lnTo>
                  <a:lnTo>
                    <a:pt x="2288806" y="2019248"/>
                  </a:lnTo>
                  <a:lnTo>
                    <a:pt x="2275421" y="2019248"/>
                  </a:lnTo>
                  <a:lnTo>
                    <a:pt x="2262036" y="2019248"/>
                  </a:lnTo>
                  <a:lnTo>
                    <a:pt x="2248651" y="2019248"/>
                  </a:lnTo>
                  <a:lnTo>
                    <a:pt x="2235267" y="2019248"/>
                  </a:lnTo>
                  <a:lnTo>
                    <a:pt x="2221882" y="2019248"/>
                  </a:lnTo>
                  <a:lnTo>
                    <a:pt x="2208497" y="2019248"/>
                  </a:lnTo>
                  <a:lnTo>
                    <a:pt x="2195112" y="2019248"/>
                  </a:lnTo>
                  <a:lnTo>
                    <a:pt x="2181727" y="2019248"/>
                  </a:lnTo>
                  <a:lnTo>
                    <a:pt x="2168342" y="2019248"/>
                  </a:lnTo>
                  <a:lnTo>
                    <a:pt x="2154958" y="2019248"/>
                  </a:lnTo>
                  <a:lnTo>
                    <a:pt x="2141573" y="2019248"/>
                  </a:lnTo>
                  <a:lnTo>
                    <a:pt x="2128188" y="2019248"/>
                  </a:lnTo>
                  <a:lnTo>
                    <a:pt x="2114803" y="2019248"/>
                  </a:lnTo>
                  <a:lnTo>
                    <a:pt x="2101418" y="2019248"/>
                  </a:lnTo>
                  <a:lnTo>
                    <a:pt x="2088033" y="2019248"/>
                  </a:lnTo>
                  <a:lnTo>
                    <a:pt x="2074649" y="2019248"/>
                  </a:lnTo>
                  <a:lnTo>
                    <a:pt x="2061264" y="2019248"/>
                  </a:lnTo>
                  <a:lnTo>
                    <a:pt x="2047879" y="2019248"/>
                  </a:lnTo>
                  <a:lnTo>
                    <a:pt x="2034494" y="2019248"/>
                  </a:lnTo>
                  <a:lnTo>
                    <a:pt x="2021109" y="2019248"/>
                  </a:lnTo>
                  <a:lnTo>
                    <a:pt x="2007724" y="2019248"/>
                  </a:lnTo>
                  <a:lnTo>
                    <a:pt x="1994340" y="2019248"/>
                  </a:lnTo>
                  <a:lnTo>
                    <a:pt x="1980955" y="2019248"/>
                  </a:lnTo>
                  <a:lnTo>
                    <a:pt x="1967570" y="2019248"/>
                  </a:lnTo>
                  <a:lnTo>
                    <a:pt x="1954185" y="2019248"/>
                  </a:lnTo>
                  <a:lnTo>
                    <a:pt x="1940800" y="2019248"/>
                  </a:lnTo>
                  <a:lnTo>
                    <a:pt x="1927415" y="2019248"/>
                  </a:lnTo>
                  <a:lnTo>
                    <a:pt x="1914031" y="2019248"/>
                  </a:lnTo>
                  <a:lnTo>
                    <a:pt x="1900646" y="2019248"/>
                  </a:lnTo>
                  <a:lnTo>
                    <a:pt x="1887261" y="2019248"/>
                  </a:lnTo>
                  <a:lnTo>
                    <a:pt x="1873876" y="2019248"/>
                  </a:lnTo>
                  <a:lnTo>
                    <a:pt x="1860491" y="2019248"/>
                  </a:lnTo>
                  <a:lnTo>
                    <a:pt x="1847106" y="2019248"/>
                  </a:lnTo>
                  <a:lnTo>
                    <a:pt x="1833722" y="2019248"/>
                  </a:lnTo>
                  <a:lnTo>
                    <a:pt x="1820337" y="2019248"/>
                  </a:lnTo>
                  <a:lnTo>
                    <a:pt x="1806952" y="2019248"/>
                  </a:lnTo>
                  <a:lnTo>
                    <a:pt x="1793567" y="2019248"/>
                  </a:lnTo>
                  <a:lnTo>
                    <a:pt x="1780182" y="2019248"/>
                  </a:lnTo>
                  <a:lnTo>
                    <a:pt x="1766797" y="2019248"/>
                  </a:lnTo>
                  <a:lnTo>
                    <a:pt x="1753413" y="2019248"/>
                  </a:lnTo>
                  <a:lnTo>
                    <a:pt x="1740028" y="2019248"/>
                  </a:lnTo>
                  <a:lnTo>
                    <a:pt x="1726643" y="2019248"/>
                  </a:lnTo>
                  <a:lnTo>
                    <a:pt x="1713258" y="2019248"/>
                  </a:lnTo>
                  <a:lnTo>
                    <a:pt x="1699873" y="2019248"/>
                  </a:lnTo>
                  <a:lnTo>
                    <a:pt x="1686488" y="2019248"/>
                  </a:lnTo>
                  <a:lnTo>
                    <a:pt x="1673104" y="2019248"/>
                  </a:lnTo>
                  <a:lnTo>
                    <a:pt x="1659719" y="2019248"/>
                  </a:lnTo>
                  <a:lnTo>
                    <a:pt x="1646334" y="2019248"/>
                  </a:lnTo>
                  <a:lnTo>
                    <a:pt x="1632949" y="2019248"/>
                  </a:lnTo>
                  <a:lnTo>
                    <a:pt x="1619564" y="2019248"/>
                  </a:lnTo>
                  <a:lnTo>
                    <a:pt x="1606179" y="2019248"/>
                  </a:lnTo>
                  <a:lnTo>
                    <a:pt x="1592795" y="2019248"/>
                  </a:lnTo>
                  <a:lnTo>
                    <a:pt x="1579410" y="2019248"/>
                  </a:lnTo>
                  <a:lnTo>
                    <a:pt x="1566025" y="2019248"/>
                  </a:lnTo>
                  <a:lnTo>
                    <a:pt x="1552640" y="2019248"/>
                  </a:lnTo>
                  <a:lnTo>
                    <a:pt x="1539255" y="2019248"/>
                  </a:lnTo>
                  <a:lnTo>
                    <a:pt x="1525870" y="2019248"/>
                  </a:lnTo>
                  <a:lnTo>
                    <a:pt x="1512486" y="2019248"/>
                  </a:lnTo>
                  <a:lnTo>
                    <a:pt x="1499101" y="2019248"/>
                  </a:lnTo>
                  <a:lnTo>
                    <a:pt x="1485716" y="2019248"/>
                  </a:lnTo>
                  <a:lnTo>
                    <a:pt x="1472331" y="2019248"/>
                  </a:lnTo>
                  <a:lnTo>
                    <a:pt x="1458946" y="2019248"/>
                  </a:lnTo>
                  <a:lnTo>
                    <a:pt x="1445561" y="2019248"/>
                  </a:lnTo>
                  <a:lnTo>
                    <a:pt x="1432177" y="2019248"/>
                  </a:lnTo>
                  <a:lnTo>
                    <a:pt x="1418792" y="2019248"/>
                  </a:lnTo>
                  <a:lnTo>
                    <a:pt x="1405407" y="2019248"/>
                  </a:lnTo>
                  <a:lnTo>
                    <a:pt x="1392022" y="2019248"/>
                  </a:lnTo>
                  <a:lnTo>
                    <a:pt x="1378637" y="2019248"/>
                  </a:lnTo>
                  <a:lnTo>
                    <a:pt x="1365252" y="2019248"/>
                  </a:lnTo>
                  <a:lnTo>
                    <a:pt x="1351868" y="2019248"/>
                  </a:lnTo>
                  <a:lnTo>
                    <a:pt x="1338483" y="2019248"/>
                  </a:lnTo>
                  <a:lnTo>
                    <a:pt x="1325098" y="2019248"/>
                  </a:lnTo>
                  <a:lnTo>
                    <a:pt x="1311713" y="2019248"/>
                  </a:lnTo>
                  <a:lnTo>
                    <a:pt x="1298328" y="2019248"/>
                  </a:lnTo>
                  <a:lnTo>
                    <a:pt x="1284943" y="2019248"/>
                  </a:lnTo>
                  <a:lnTo>
                    <a:pt x="1271559" y="2019248"/>
                  </a:lnTo>
                  <a:lnTo>
                    <a:pt x="1258174" y="2019248"/>
                  </a:lnTo>
                  <a:lnTo>
                    <a:pt x="1244789" y="2019248"/>
                  </a:lnTo>
                  <a:lnTo>
                    <a:pt x="1231404" y="2019248"/>
                  </a:lnTo>
                  <a:lnTo>
                    <a:pt x="1218019" y="2019248"/>
                  </a:lnTo>
                  <a:lnTo>
                    <a:pt x="1204634" y="2019248"/>
                  </a:lnTo>
                  <a:lnTo>
                    <a:pt x="1191250" y="2019248"/>
                  </a:lnTo>
                  <a:lnTo>
                    <a:pt x="1177865" y="2019248"/>
                  </a:lnTo>
                  <a:lnTo>
                    <a:pt x="1164480" y="2019248"/>
                  </a:lnTo>
                  <a:lnTo>
                    <a:pt x="1151095" y="2019248"/>
                  </a:lnTo>
                  <a:lnTo>
                    <a:pt x="1137710" y="2019248"/>
                  </a:lnTo>
                  <a:lnTo>
                    <a:pt x="1124325" y="2019248"/>
                  </a:lnTo>
                  <a:lnTo>
                    <a:pt x="1110941" y="2019248"/>
                  </a:lnTo>
                  <a:lnTo>
                    <a:pt x="1097556" y="2019248"/>
                  </a:lnTo>
                  <a:lnTo>
                    <a:pt x="1084171" y="2019248"/>
                  </a:lnTo>
                  <a:lnTo>
                    <a:pt x="1070786" y="2019248"/>
                  </a:lnTo>
                  <a:lnTo>
                    <a:pt x="1057401" y="2019248"/>
                  </a:lnTo>
                  <a:lnTo>
                    <a:pt x="1044016" y="2019248"/>
                  </a:lnTo>
                  <a:lnTo>
                    <a:pt x="1030632" y="2019248"/>
                  </a:lnTo>
                  <a:lnTo>
                    <a:pt x="1017247" y="2019248"/>
                  </a:lnTo>
                  <a:lnTo>
                    <a:pt x="1003862" y="2019248"/>
                  </a:lnTo>
                  <a:lnTo>
                    <a:pt x="990477" y="2019248"/>
                  </a:lnTo>
                  <a:lnTo>
                    <a:pt x="977092" y="2019248"/>
                  </a:lnTo>
                  <a:lnTo>
                    <a:pt x="963707" y="2019248"/>
                  </a:lnTo>
                  <a:lnTo>
                    <a:pt x="950323" y="2019248"/>
                  </a:lnTo>
                  <a:lnTo>
                    <a:pt x="936938" y="2019248"/>
                  </a:lnTo>
                  <a:lnTo>
                    <a:pt x="923553" y="2019248"/>
                  </a:lnTo>
                  <a:lnTo>
                    <a:pt x="910168" y="2019248"/>
                  </a:lnTo>
                  <a:lnTo>
                    <a:pt x="896783" y="2019248"/>
                  </a:lnTo>
                  <a:lnTo>
                    <a:pt x="883398" y="2019248"/>
                  </a:lnTo>
                  <a:lnTo>
                    <a:pt x="870014" y="2019248"/>
                  </a:lnTo>
                  <a:lnTo>
                    <a:pt x="856629" y="2019248"/>
                  </a:lnTo>
                  <a:lnTo>
                    <a:pt x="843244" y="2019248"/>
                  </a:lnTo>
                  <a:lnTo>
                    <a:pt x="829859" y="2019248"/>
                  </a:lnTo>
                  <a:lnTo>
                    <a:pt x="816474" y="2019248"/>
                  </a:lnTo>
                  <a:lnTo>
                    <a:pt x="803089" y="2019248"/>
                  </a:lnTo>
                  <a:lnTo>
                    <a:pt x="789705" y="2019248"/>
                  </a:lnTo>
                  <a:lnTo>
                    <a:pt x="776320" y="2019248"/>
                  </a:lnTo>
                  <a:lnTo>
                    <a:pt x="762935" y="2019248"/>
                  </a:lnTo>
                  <a:lnTo>
                    <a:pt x="749550" y="2019248"/>
                  </a:lnTo>
                  <a:lnTo>
                    <a:pt x="736165" y="2019248"/>
                  </a:lnTo>
                  <a:lnTo>
                    <a:pt x="722780" y="2019248"/>
                  </a:lnTo>
                  <a:lnTo>
                    <a:pt x="709396" y="2019248"/>
                  </a:lnTo>
                  <a:lnTo>
                    <a:pt x="696011" y="2019248"/>
                  </a:lnTo>
                  <a:lnTo>
                    <a:pt x="682626" y="2019248"/>
                  </a:lnTo>
                  <a:lnTo>
                    <a:pt x="669241" y="2019248"/>
                  </a:lnTo>
                  <a:lnTo>
                    <a:pt x="655856" y="2019248"/>
                  </a:lnTo>
                  <a:lnTo>
                    <a:pt x="642471" y="2019248"/>
                  </a:lnTo>
                  <a:lnTo>
                    <a:pt x="629087" y="2019248"/>
                  </a:lnTo>
                  <a:lnTo>
                    <a:pt x="615702" y="2019248"/>
                  </a:lnTo>
                  <a:lnTo>
                    <a:pt x="602317" y="2019248"/>
                  </a:lnTo>
                  <a:lnTo>
                    <a:pt x="588932" y="2019248"/>
                  </a:lnTo>
                  <a:lnTo>
                    <a:pt x="575547" y="2019248"/>
                  </a:lnTo>
                  <a:lnTo>
                    <a:pt x="562162" y="2019248"/>
                  </a:lnTo>
                  <a:lnTo>
                    <a:pt x="548778" y="2019248"/>
                  </a:lnTo>
                  <a:lnTo>
                    <a:pt x="535393" y="2019248"/>
                  </a:lnTo>
                  <a:lnTo>
                    <a:pt x="522008" y="2019248"/>
                  </a:lnTo>
                  <a:lnTo>
                    <a:pt x="508623" y="2019248"/>
                  </a:lnTo>
                  <a:lnTo>
                    <a:pt x="495238" y="2019248"/>
                  </a:lnTo>
                  <a:lnTo>
                    <a:pt x="481853" y="2019248"/>
                  </a:lnTo>
                  <a:lnTo>
                    <a:pt x="468469" y="2019248"/>
                  </a:lnTo>
                  <a:lnTo>
                    <a:pt x="455084" y="2019248"/>
                  </a:lnTo>
                  <a:lnTo>
                    <a:pt x="441699" y="2019248"/>
                  </a:lnTo>
                  <a:lnTo>
                    <a:pt x="428314" y="2019248"/>
                  </a:lnTo>
                  <a:lnTo>
                    <a:pt x="414929" y="2019248"/>
                  </a:lnTo>
                  <a:lnTo>
                    <a:pt x="401544" y="2019248"/>
                  </a:lnTo>
                  <a:lnTo>
                    <a:pt x="388160" y="2019248"/>
                  </a:lnTo>
                  <a:lnTo>
                    <a:pt x="374775" y="2019248"/>
                  </a:lnTo>
                  <a:lnTo>
                    <a:pt x="361390" y="2019248"/>
                  </a:lnTo>
                  <a:lnTo>
                    <a:pt x="348005" y="2019248"/>
                  </a:lnTo>
                  <a:lnTo>
                    <a:pt x="334620" y="2019248"/>
                  </a:lnTo>
                  <a:lnTo>
                    <a:pt x="321235" y="2019248"/>
                  </a:lnTo>
                  <a:lnTo>
                    <a:pt x="307851" y="2019248"/>
                  </a:lnTo>
                  <a:lnTo>
                    <a:pt x="294466" y="2019248"/>
                  </a:lnTo>
                  <a:lnTo>
                    <a:pt x="281081" y="2019248"/>
                  </a:lnTo>
                  <a:lnTo>
                    <a:pt x="267696" y="2019248"/>
                  </a:lnTo>
                  <a:lnTo>
                    <a:pt x="254311" y="2019248"/>
                  </a:lnTo>
                  <a:lnTo>
                    <a:pt x="240926" y="2019248"/>
                  </a:lnTo>
                  <a:lnTo>
                    <a:pt x="227542" y="2019248"/>
                  </a:lnTo>
                  <a:lnTo>
                    <a:pt x="214157" y="2019248"/>
                  </a:lnTo>
                  <a:lnTo>
                    <a:pt x="200772" y="2019248"/>
                  </a:lnTo>
                  <a:lnTo>
                    <a:pt x="187387" y="2019248"/>
                  </a:lnTo>
                  <a:lnTo>
                    <a:pt x="174002" y="2019248"/>
                  </a:lnTo>
                  <a:lnTo>
                    <a:pt x="160617" y="2019248"/>
                  </a:lnTo>
                  <a:lnTo>
                    <a:pt x="147233" y="2019248"/>
                  </a:lnTo>
                  <a:lnTo>
                    <a:pt x="133848" y="2019248"/>
                  </a:lnTo>
                  <a:lnTo>
                    <a:pt x="120463" y="2019248"/>
                  </a:lnTo>
                  <a:lnTo>
                    <a:pt x="107078" y="2019248"/>
                  </a:lnTo>
                  <a:lnTo>
                    <a:pt x="93693" y="2019248"/>
                  </a:lnTo>
                  <a:lnTo>
                    <a:pt x="80308" y="2019248"/>
                  </a:lnTo>
                  <a:lnTo>
                    <a:pt x="66924" y="2019248"/>
                  </a:lnTo>
                  <a:lnTo>
                    <a:pt x="53539" y="2019248"/>
                  </a:lnTo>
                  <a:lnTo>
                    <a:pt x="40154" y="2019248"/>
                  </a:lnTo>
                  <a:lnTo>
                    <a:pt x="26769" y="2019248"/>
                  </a:lnTo>
                  <a:lnTo>
                    <a:pt x="13384" y="2019248"/>
                  </a:lnTo>
                  <a:lnTo>
                    <a:pt x="0" y="2019248"/>
                  </a:lnTo>
                  <a:close/>
                </a:path>
              </a:pathLst>
            </a:custGeom>
            <a:solidFill>
              <a:srgbClr val="E31A1C">
                <a:alpha val="34901"/>
              </a:srgbClr>
            </a:solidFill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429252" y="3528377"/>
              <a:ext cx="6839649" cy="2004417"/>
            </a:xfrm>
            <a:custGeom>
              <a:avLst/>
              <a:pathLst>
                <a:path w="6839649" h="2004417">
                  <a:moveTo>
                    <a:pt x="0" y="2004417"/>
                  </a:moveTo>
                  <a:lnTo>
                    <a:pt x="13384" y="2003552"/>
                  </a:lnTo>
                  <a:lnTo>
                    <a:pt x="26769" y="2002637"/>
                  </a:lnTo>
                  <a:lnTo>
                    <a:pt x="40154" y="2001693"/>
                  </a:lnTo>
                  <a:lnTo>
                    <a:pt x="53539" y="2000675"/>
                  </a:lnTo>
                  <a:lnTo>
                    <a:pt x="66924" y="1999636"/>
                  </a:lnTo>
                  <a:lnTo>
                    <a:pt x="80308" y="1998518"/>
                  </a:lnTo>
                  <a:lnTo>
                    <a:pt x="93693" y="1997364"/>
                  </a:lnTo>
                  <a:lnTo>
                    <a:pt x="107078" y="1996149"/>
                  </a:lnTo>
                  <a:lnTo>
                    <a:pt x="120463" y="1994872"/>
                  </a:lnTo>
                  <a:lnTo>
                    <a:pt x="133848" y="1993555"/>
                  </a:lnTo>
                  <a:lnTo>
                    <a:pt x="147233" y="1992144"/>
                  </a:lnTo>
                  <a:lnTo>
                    <a:pt x="160617" y="1990706"/>
                  </a:lnTo>
                  <a:lnTo>
                    <a:pt x="174002" y="1989161"/>
                  </a:lnTo>
                  <a:lnTo>
                    <a:pt x="187387" y="1987575"/>
                  </a:lnTo>
                  <a:lnTo>
                    <a:pt x="200772" y="1985907"/>
                  </a:lnTo>
                  <a:lnTo>
                    <a:pt x="214157" y="1984162"/>
                  </a:lnTo>
                  <a:lnTo>
                    <a:pt x="227542" y="1982362"/>
                  </a:lnTo>
                  <a:lnTo>
                    <a:pt x="240926" y="1980448"/>
                  </a:lnTo>
                  <a:lnTo>
                    <a:pt x="254311" y="1978499"/>
                  </a:lnTo>
                  <a:lnTo>
                    <a:pt x="267696" y="1976411"/>
                  </a:lnTo>
                  <a:lnTo>
                    <a:pt x="281081" y="1974277"/>
                  </a:lnTo>
                  <a:lnTo>
                    <a:pt x="294466" y="1972034"/>
                  </a:lnTo>
                  <a:lnTo>
                    <a:pt x="307851" y="1969701"/>
                  </a:lnTo>
                  <a:lnTo>
                    <a:pt x="321235" y="1967293"/>
                  </a:lnTo>
                  <a:lnTo>
                    <a:pt x="334620" y="1964751"/>
                  </a:lnTo>
                  <a:lnTo>
                    <a:pt x="348005" y="1962166"/>
                  </a:lnTo>
                  <a:lnTo>
                    <a:pt x="361390" y="1959404"/>
                  </a:lnTo>
                  <a:lnTo>
                    <a:pt x="374775" y="1956592"/>
                  </a:lnTo>
                  <a:lnTo>
                    <a:pt x="388160" y="1953639"/>
                  </a:lnTo>
                  <a:lnTo>
                    <a:pt x="401544" y="1950586"/>
                  </a:lnTo>
                  <a:lnTo>
                    <a:pt x="414929" y="1947434"/>
                  </a:lnTo>
                  <a:lnTo>
                    <a:pt x="428314" y="1944126"/>
                  </a:lnTo>
                  <a:lnTo>
                    <a:pt x="441699" y="1940766"/>
                  </a:lnTo>
                  <a:lnTo>
                    <a:pt x="455084" y="1937192"/>
                  </a:lnTo>
                  <a:lnTo>
                    <a:pt x="468469" y="1933563"/>
                  </a:lnTo>
                  <a:lnTo>
                    <a:pt x="481853" y="1929759"/>
                  </a:lnTo>
                  <a:lnTo>
                    <a:pt x="495238" y="1925845"/>
                  </a:lnTo>
                  <a:lnTo>
                    <a:pt x="508623" y="1921805"/>
                  </a:lnTo>
                  <a:lnTo>
                    <a:pt x="522008" y="1917593"/>
                  </a:lnTo>
                  <a:lnTo>
                    <a:pt x="535393" y="1913310"/>
                  </a:lnTo>
                  <a:lnTo>
                    <a:pt x="548778" y="1908786"/>
                  </a:lnTo>
                  <a:lnTo>
                    <a:pt x="562162" y="1904200"/>
                  </a:lnTo>
                  <a:lnTo>
                    <a:pt x="575547" y="1899402"/>
                  </a:lnTo>
                  <a:lnTo>
                    <a:pt x="588932" y="1894488"/>
                  </a:lnTo>
                  <a:lnTo>
                    <a:pt x="602317" y="1889421"/>
                  </a:lnTo>
                  <a:lnTo>
                    <a:pt x="615702" y="1884166"/>
                  </a:lnTo>
                  <a:lnTo>
                    <a:pt x="629087" y="1878820"/>
                  </a:lnTo>
                  <a:lnTo>
                    <a:pt x="642471" y="1873213"/>
                  </a:lnTo>
                  <a:lnTo>
                    <a:pt x="655856" y="1867536"/>
                  </a:lnTo>
                  <a:lnTo>
                    <a:pt x="669241" y="1861611"/>
                  </a:lnTo>
                  <a:lnTo>
                    <a:pt x="682626" y="1855566"/>
                  </a:lnTo>
                  <a:lnTo>
                    <a:pt x="696011" y="1849341"/>
                  </a:lnTo>
                  <a:lnTo>
                    <a:pt x="709396" y="1842919"/>
                  </a:lnTo>
                  <a:lnTo>
                    <a:pt x="722780" y="1836386"/>
                  </a:lnTo>
                  <a:lnTo>
                    <a:pt x="736165" y="1829577"/>
                  </a:lnTo>
                  <a:lnTo>
                    <a:pt x="749550" y="1822691"/>
                  </a:lnTo>
                  <a:lnTo>
                    <a:pt x="762935" y="1815525"/>
                  </a:lnTo>
                  <a:lnTo>
                    <a:pt x="776320" y="1808242"/>
                  </a:lnTo>
                  <a:lnTo>
                    <a:pt x="789705" y="1800751"/>
                  </a:lnTo>
                  <a:lnTo>
                    <a:pt x="803089" y="1793062"/>
                  </a:lnTo>
                  <a:lnTo>
                    <a:pt x="816474" y="1785242"/>
                  </a:lnTo>
                  <a:lnTo>
                    <a:pt x="829859" y="1777140"/>
                  </a:lnTo>
                  <a:lnTo>
                    <a:pt x="843244" y="1768958"/>
                  </a:lnTo>
                  <a:lnTo>
                    <a:pt x="856629" y="1760469"/>
                  </a:lnTo>
                  <a:lnTo>
                    <a:pt x="870014" y="1751868"/>
                  </a:lnTo>
                  <a:lnTo>
                    <a:pt x="883398" y="1743039"/>
                  </a:lnTo>
                  <a:lnTo>
                    <a:pt x="896783" y="1734017"/>
                  </a:lnTo>
                  <a:lnTo>
                    <a:pt x="910168" y="1724847"/>
                  </a:lnTo>
                  <a:lnTo>
                    <a:pt x="923553" y="1715401"/>
                  </a:lnTo>
                  <a:lnTo>
                    <a:pt x="936938" y="1705872"/>
                  </a:lnTo>
                  <a:lnTo>
                    <a:pt x="950323" y="1696019"/>
                  </a:lnTo>
                  <a:lnTo>
                    <a:pt x="963707" y="1686065"/>
                  </a:lnTo>
                  <a:lnTo>
                    <a:pt x="977092" y="1675871"/>
                  </a:lnTo>
                  <a:lnTo>
                    <a:pt x="990477" y="1665495"/>
                  </a:lnTo>
                  <a:lnTo>
                    <a:pt x="1003862" y="1654960"/>
                  </a:lnTo>
                  <a:lnTo>
                    <a:pt x="1017247" y="1644164"/>
                  </a:lnTo>
                  <a:lnTo>
                    <a:pt x="1030632" y="1633287"/>
                  </a:lnTo>
                  <a:lnTo>
                    <a:pt x="1044016" y="1622081"/>
                  </a:lnTo>
                  <a:lnTo>
                    <a:pt x="1057401" y="1610790"/>
                  </a:lnTo>
                  <a:lnTo>
                    <a:pt x="1070786" y="1599254"/>
                  </a:lnTo>
                  <a:lnTo>
                    <a:pt x="1084171" y="1587557"/>
                  </a:lnTo>
                  <a:lnTo>
                    <a:pt x="1097556" y="1575697"/>
                  </a:lnTo>
                  <a:lnTo>
                    <a:pt x="1110941" y="1563602"/>
                  </a:lnTo>
                  <a:lnTo>
                    <a:pt x="1124325" y="1551424"/>
                  </a:lnTo>
                  <a:lnTo>
                    <a:pt x="1137710" y="1538941"/>
                  </a:lnTo>
                  <a:lnTo>
                    <a:pt x="1151095" y="1526385"/>
                  </a:lnTo>
                  <a:lnTo>
                    <a:pt x="1164480" y="1513593"/>
                  </a:lnTo>
                  <a:lnTo>
                    <a:pt x="1177865" y="1500666"/>
                  </a:lnTo>
                  <a:lnTo>
                    <a:pt x="1191250" y="1487581"/>
                  </a:lnTo>
                  <a:lnTo>
                    <a:pt x="1204634" y="1474296"/>
                  </a:lnTo>
                  <a:lnTo>
                    <a:pt x="1218019" y="1460927"/>
                  </a:lnTo>
                  <a:lnTo>
                    <a:pt x="1231404" y="1447301"/>
                  </a:lnTo>
                  <a:lnTo>
                    <a:pt x="1244789" y="1433611"/>
                  </a:lnTo>
                  <a:lnTo>
                    <a:pt x="1258174" y="1419710"/>
                  </a:lnTo>
                  <a:lnTo>
                    <a:pt x="1271559" y="1405703"/>
                  </a:lnTo>
                  <a:lnTo>
                    <a:pt x="1284943" y="1391554"/>
                  </a:lnTo>
                  <a:lnTo>
                    <a:pt x="1298328" y="1377248"/>
                  </a:lnTo>
                  <a:lnTo>
                    <a:pt x="1311713" y="1362866"/>
                  </a:lnTo>
                  <a:lnTo>
                    <a:pt x="1325098" y="1348284"/>
                  </a:lnTo>
                  <a:lnTo>
                    <a:pt x="1338483" y="1333651"/>
                  </a:lnTo>
                  <a:lnTo>
                    <a:pt x="1351868" y="1318845"/>
                  </a:lnTo>
                  <a:lnTo>
                    <a:pt x="1365252" y="1303966"/>
                  </a:lnTo>
                  <a:lnTo>
                    <a:pt x="1378637" y="1288973"/>
                  </a:lnTo>
                  <a:lnTo>
                    <a:pt x="1392022" y="1273872"/>
                  </a:lnTo>
                  <a:lnTo>
                    <a:pt x="1405407" y="1258708"/>
                  </a:lnTo>
                  <a:lnTo>
                    <a:pt x="1418792" y="1243411"/>
                  </a:lnTo>
                  <a:lnTo>
                    <a:pt x="1432177" y="1228079"/>
                  </a:lnTo>
                  <a:lnTo>
                    <a:pt x="1445561" y="1212628"/>
                  </a:lnTo>
                  <a:lnTo>
                    <a:pt x="1458946" y="1197135"/>
                  </a:lnTo>
                  <a:lnTo>
                    <a:pt x="1472331" y="1181568"/>
                  </a:lnTo>
                  <a:lnTo>
                    <a:pt x="1485716" y="1165944"/>
                  </a:lnTo>
                  <a:lnTo>
                    <a:pt x="1499101" y="1150281"/>
                  </a:lnTo>
                  <a:lnTo>
                    <a:pt x="1512486" y="1134553"/>
                  </a:lnTo>
                  <a:lnTo>
                    <a:pt x="1525870" y="1118809"/>
                  </a:lnTo>
                  <a:lnTo>
                    <a:pt x="1539255" y="1103013"/>
                  </a:lnTo>
                  <a:lnTo>
                    <a:pt x="1552640" y="1087206"/>
                  </a:lnTo>
                  <a:lnTo>
                    <a:pt x="1566025" y="1071375"/>
                  </a:lnTo>
                  <a:lnTo>
                    <a:pt x="1579410" y="1055536"/>
                  </a:lnTo>
                  <a:lnTo>
                    <a:pt x="1592795" y="1039690"/>
                  </a:lnTo>
                  <a:lnTo>
                    <a:pt x="1606179" y="1023849"/>
                  </a:lnTo>
                  <a:lnTo>
                    <a:pt x="1619564" y="1008012"/>
                  </a:lnTo>
                  <a:lnTo>
                    <a:pt x="1632949" y="992200"/>
                  </a:lnTo>
                  <a:lnTo>
                    <a:pt x="1646334" y="976403"/>
                  </a:lnTo>
                  <a:lnTo>
                    <a:pt x="1659719" y="960641"/>
                  </a:lnTo>
                  <a:lnTo>
                    <a:pt x="1673104" y="944916"/>
                  </a:lnTo>
                  <a:lnTo>
                    <a:pt x="1686488" y="929225"/>
                  </a:lnTo>
                  <a:lnTo>
                    <a:pt x="1699873" y="913604"/>
                  </a:lnTo>
                  <a:lnTo>
                    <a:pt x="1713258" y="898005"/>
                  </a:lnTo>
                  <a:lnTo>
                    <a:pt x="1726643" y="882518"/>
                  </a:lnTo>
                  <a:lnTo>
                    <a:pt x="1740028" y="867065"/>
                  </a:lnTo>
                  <a:lnTo>
                    <a:pt x="1753413" y="851711"/>
                  </a:lnTo>
                  <a:lnTo>
                    <a:pt x="1766797" y="836433"/>
                  </a:lnTo>
                  <a:lnTo>
                    <a:pt x="1780182" y="821234"/>
                  </a:lnTo>
                  <a:lnTo>
                    <a:pt x="1793567" y="806162"/>
                  </a:lnTo>
                  <a:lnTo>
                    <a:pt x="1806952" y="791136"/>
                  </a:lnTo>
                  <a:lnTo>
                    <a:pt x="1820337" y="776300"/>
                  </a:lnTo>
                  <a:lnTo>
                    <a:pt x="1833722" y="761514"/>
                  </a:lnTo>
                  <a:lnTo>
                    <a:pt x="1847106" y="746894"/>
                  </a:lnTo>
                  <a:lnTo>
                    <a:pt x="1860491" y="732380"/>
                  </a:lnTo>
                  <a:lnTo>
                    <a:pt x="1873876" y="717991"/>
                  </a:lnTo>
                  <a:lnTo>
                    <a:pt x="1887261" y="703776"/>
                  </a:lnTo>
                  <a:lnTo>
                    <a:pt x="1900646" y="689635"/>
                  </a:lnTo>
                  <a:lnTo>
                    <a:pt x="1914031" y="675744"/>
                  </a:lnTo>
                  <a:lnTo>
                    <a:pt x="1927415" y="661919"/>
                  </a:lnTo>
                  <a:lnTo>
                    <a:pt x="1940800" y="648324"/>
                  </a:lnTo>
                  <a:lnTo>
                    <a:pt x="1954185" y="634854"/>
                  </a:lnTo>
                  <a:lnTo>
                    <a:pt x="1967570" y="621555"/>
                  </a:lnTo>
                  <a:lnTo>
                    <a:pt x="1980955" y="608461"/>
                  </a:lnTo>
                  <a:lnTo>
                    <a:pt x="1994340" y="595471"/>
                  </a:lnTo>
                  <a:lnTo>
                    <a:pt x="2007724" y="582772"/>
                  </a:lnTo>
                  <a:lnTo>
                    <a:pt x="2021109" y="570153"/>
                  </a:lnTo>
                  <a:lnTo>
                    <a:pt x="2034494" y="557819"/>
                  </a:lnTo>
                  <a:lnTo>
                    <a:pt x="2047879" y="545618"/>
                  </a:lnTo>
                  <a:lnTo>
                    <a:pt x="2061264" y="533627"/>
                  </a:lnTo>
                  <a:lnTo>
                    <a:pt x="2074649" y="521859"/>
                  </a:lnTo>
                  <a:lnTo>
                    <a:pt x="2088033" y="510221"/>
                  </a:lnTo>
                  <a:lnTo>
                    <a:pt x="2101418" y="498898"/>
                  </a:lnTo>
                  <a:lnTo>
                    <a:pt x="2114803" y="487662"/>
                  </a:lnTo>
                  <a:lnTo>
                    <a:pt x="2128188" y="476752"/>
                  </a:lnTo>
                  <a:lnTo>
                    <a:pt x="2141573" y="465973"/>
                  </a:lnTo>
                  <a:lnTo>
                    <a:pt x="2154958" y="455435"/>
                  </a:lnTo>
                  <a:lnTo>
                    <a:pt x="2168342" y="445121"/>
                  </a:lnTo>
                  <a:lnTo>
                    <a:pt x="2181727" y="434958"/>
                  </a:lnTo>
                  <a:lnTo>
                    <a:pt x="2195112" y="425111"/>
                  </a:lnTo>
                  <a:lnTo>
                    <a:pt x="2208497" y="415356"/>
                  </a:lnTo>
                  <a:lnTo>
                    <a:pt x="2221882" y="405949"/>
                  </a:lnTo>
                  <a:lnTo>
                    <a:pt x="2235267" y="396663"/>
                  </a:lnTo>
                  <a:lnTo>
                    <a:pt x="2248651" y="387634"/>
                  </a:lnTo>
                  <a:lnTo>
                    <a:pt x="2262036" y="378815"/>
                  </a:lnTo>
                  <a:lnTo>
                    <a:pt x="2275421" y="370161"/>
                  </a:lnTo>
                  <a:lnTo>
                    <a:pt x="2288806" y="361806"/>
                  </a:lnTo>
                  <a:lnTo>
                    <a:pt x="2302191" y="353539"/>
                  </a:lnTo>
                  <a:lnTo>
                    <a:pt x="2315576" y="345624"/>
                  </a:lnTo>
                  <a:lnTo>
                    <a:pt x="2328960" y="337811"/>
                  </a:lnTo>
                  <a:lnTo>
                    <a:pt x="2342345" y="330257"/>
                  </a:lnTo>
                  <a:lnTo>
                    <a:pt x="2355730" y="322887"/>
                  </a:lnTo>
                  <a:lnTo>
                    <a:pt x="2369115" y="315685"/>
                  </a:lnTo>
                  <a:lnTo>
                    <a:pt x="2382500" y="308746"/>
                  </a:lnTo>
                  <a:lnTo>
                    <a:pt x="2395885" y="301890"/>
                  </a:lnTo>
                  <a:lnTo>
                    <a:pt x="2409269" y="295366"/>
                  </a:lnTo>
                  <a:lnTo>
                    <a:pt x="2422654" y="288922"/>
                  </a:lnTo>
                  <a:lnTo>
                    <a:pt x="2436039" y="282720"/>
                  </a:lnTo>
                  <a:lnTo>
                    <a:pt x="2449424" y="276669"/>
                  </a:lnTo>
                  <a:lnTo>
                    <a:pt x="2462809" y="270777"/>
                  </a:lnTo>
                  <a:lnTo>
                    <a:pt x="2476194" y="265102"/>
                  </a:lnTo>
                  <a:lnTo>
                    <a:pt x="2489578" y="259507"/>
                  </a:lnTo>
                  <a:lnTo>
                    <a:pt x="2502963" y="254187"/>
                  </a:lnTo>
                  <a:lnTo>
                    <a:pt x="2516348" y="248932"/>
                  </a:lnTo>
                  <a:lnTo>
                    <a:pt x="2529733" y="243887"/>
                  </a:lnTo>
                  <a:lnTo>
                    <a:pt x="2543118" y="238958"/>
                  </a:lnTo>
                  <a:lnTo>
                    <a:pt x="2556503" y="234166"/>
                  </a:lnTo>
                  <a:lnTo>
                    <a:pt x="2569887" y="229538"/>
                  </a:lnTo>
                  <a:lnTo>
                    <a:pt x="2583272" y="224982"/>
                  </a:lnTo>
                  <a:lnTo>
                    <a:pt x="2596657" y="220632"/>
                  </a:lnTo>
                  <a:lnTo>
                    <a:pt x="2610042" y="216333"/>
                  </a:lnTo>
                  <a:lnTo>
                    <a:pt x="2623427" y="212200"/>
                  </a:lnTo>
                  <a:lnTo>
                    <a:pt x="2636812" y="208145"/>
                  </a:lnTo>
                  <a:lnTo>
                    <a:pt x="2650196" y="204198"/>
                  </a:lnTo>
                  <a:lnTo>
                    <a:pt x="2663581" y="200363"/>
                  </a:lnTo>
                  <a:lnTo>
                    <a:pt x="2676966" y="196585"/>
                  </a:lnTo>
                  <a:lnTo>
                    <a:pt x="2690351" y="192945"/>
                  </a:lnTo>
                  <a:lnTo>
                    <a:pt x="2703736" y="189339"/>
                  </a:lnTo>
                  <a:lnTo>
                    <a:pt x="2717121" y="185849"/>
                  </a:lnTo>
                  <a:lnTo>
                    <a:pt x="2730505" y="182405"/>
                  </a:lnTo>
                  <a:lnTo>
                    <a:pt x="2743890" y="179035"/>
                  </a:lnTo>
                  <a:lnTo>
                    <a:pt x="2757275" y="175729"/>
                  </a:lnTo>
                  <a:lnTo>
                    <a:pt x="2770660" y="172461"/>
                  </a:lnTo>
                  <a:lnTo>
                    <a:pt x="2784045" y="169270"/>
                  </a:lnTo>
                  <a:lnTo>
                    <a:pt x="2797430" y="166099"/>
                  </a:lnTo>
                  <a:lnTo>
                    <a:pt x="2810814" y="162993"/>
                  </a:lnTo>
                  <a:lnTo>
                    <a:pt x="2824199" y="159908"/>
                  </a:lnTo>
                  <a:lnTo>
                    <a:pt x="2837584" y="156862"/>
                  </a:lnTo>
                  <a:lnTo>
                    <a:pt x="2850969" y="153843"/>
                  </a:lnTo>
                  <a:lnTo>
                    <a:pt x="2864354" y="150844"/>
                  </a:lnTo>
                  <a:lnTo>
                    <a:pt x="2877739" y="147873"/>
                  </a:lnTo>
                  <a:lnTo>
                    <a:pt x="2891123" y="144910"/>
                  </a:lnTo>
                  <a:lnTo>
                    <a:pt x="2904508" y="141970"/>
                  </a:lnTo>
                  <a:lnTo>
                    <a:pt x="2917893" y="139034"/>
                  </a:lnTo>
                  <a:lnTo>
                    <a:pt x="2931278" y="136108"/>
                  </a:lnTo>
                  <a:lnTo>
                    <a:pt x="2944663" y="133185"/>
                  </a:lnTo>
                  <a:lnTo>
                    <a:pt x="2958048" y="130266"/>
                  </a:lnTo>
                  <a:lnTo>
                    <a:pt x="2971432" y="127345"/>
                  </a:lnTo>
                  <a:lnTo>
                    <a:pt x="2984817" y="124424"/>
                  </a:lnTo>
                  <a:lnTo>
                    <a:pt x="2998202" y="121497"/>
                  </a:lnTo>
                  <a:lnTo>
                    <a:pt x="3011587" y="118567"/>
                  </a:lnTo>
                  <a:lnTo>
                    <a:pt x="3024972" y="115629"/>
                  </a:lnTo>
                  <a:lnTo>
                    <a:pt x="3038357" y="112684"/>
                  </a:lnTo>
                  <a:lnTo>
                    <a:pt x="3051741" y="109732"/>
                  </a:lnTo>
                  <a:lnTo>
                    <a:pt x="3065126" y="106769"/>
                  </a:lnTo>
                  <a:lnTo>
                    <a:pt x="3078511" y="103802"/>
                  </a:lnTo>
                  <a:lnTo>
                    <a:pt x="3091896" y="100820"/>
                  </a:lnTo>
                  <a:lnTo>
                    <a:pt x="3105281" y="97835"/>
                  </a:lnTo>
                  <a:lnTo>
                    <a:pt x="3118666" y="94839"/>
                  </a:lnTo>
                  <a:lnTo>
                    <a:pt x="3132050" y="91837"/>
                  </a:lnTo>
                  <a:lnTo>
                    <a:pt x="3145435" y="88831"/>
                  </a:lnTo>
                  <a:lnTo>
                    <a:pt x="3158820" y="85819"/>
                  </a:lnTo>
                  <a:lnTo>
                    <a:pt x="3172205" y="82805"/>
                  </a:lnTo>
                  <a:lnTo>
                    <a:pt x="3185590" y="79790"/>
                  </a:lnTo>
                  <a:lnTo>
                    <a:pt x="3198975" y="76776"/>
                  </a:lnTo>
                  <a:lnTo>
                    <a:pt x="3212359" y="73766"/>
                  </a:lnTo>
                  <a:lnTo>
                    <a:pt x="3225744" y="70762"/>
                  </a:lnTo>
                  <a:lnTo>
                    <a:pt x="3239129" y="67765"/>
                  </a:lnTo>
                  <a:lnTo>
                    <a:pt x="3252514" y="64784"/>
                  </a:lnTo>
                  <a:lnTo>
                    <a:pt x="3265899" y="61810"/>
                  </a:lnTo>
                  <a:lnTo>
                    <a:pt x="3279284" y="58867"/>
                  </a:lnTo>
                  <a:lnTo>
                    <a:pt x="3292668" y="55933"/>
                  </a:lnTo>
                  <a:lnTo>
                    <a:pt x="3306053" y="53035"/>
                  </a:lnTo>
                  <a:lnTo>
                    <a:pt x="3319438" y="50160"/>
                  </a:lnTo>
                  <a:lnTo>
                    <a:pt x="3332823" y="47318"/>
                  </a:lnTo>
                  <a:lnTo>
                    <a:pt x="3346208" y="44521"/>
                  </a:lnTo>
                  <a:lnTo>
                    <a:pt x="3359593" y="41747"/>
                  </a:lnTo>
                  <a:lnTo>
                    <a:pt x="3372977" y="39047"/>
                  </a:lnTo>
                  <a:lnTo>
                    <a:pt x="3386362" y="36368"/>
                  </a:lnTo>
                  <a:lnTo>
                    <a:pt x="3399747" y="33773"/>
                  </a:lnTo>
                  <a:lnTo>
                    <a:pt x="3413132" y="31219"/>
                  </a:lnTo>
                  <a:lnTo>
                    <a:pt x="3426517" y="28733"/>
                  </a:lnTo>
                  <a:lnTo>
                    <a:pt x="3439902" y="26326"/>
                  </a:lnTo>
                  <a:lnTo>
                    <a:pt x="3453286" y="23965"/>
                  </a:lnTo>
                  <a:lnTo>
                    <a:pt x="3466671" y="21726"/>
                  </a:lnTo>
                  <a:lnTo>
                    <a:pt x="3480056" y="19522"/>
                  </a:lnTo>
                  <a:lnTo>
                    <a:pt x="3493441" y="17458"/>
                  </a:lnTo>
                  <a:lnTo>
                    <a:pt x="3506826" y="15452"/>
                  </a:lnTo>
                  <a:lnTo>
                    <a:pt x="3520211" y="13558"/>
                  </a:lnTo>
                  <a:lnTo>
                    <a:pt x="3533595" y="11773"/>
                  </a:lnTo>
                  <a:lnTo>
                    <a:pt x="3546980" y="10065"/>
                  </a:lnTo>
                  <a:lnTo>
                    <a:pt x="3560365" y="8523"/>
                  </a:lnTo>
                  <a:lnTo>
                    <a:pt x="3573750" y="7030"/>
                  </a:lnTo>
                  <a:lnTo>
                    <a:pt x="3587135" y="5737"/>
                  </a:lnTo>
                  <a:lnTo>
                    <a:pt x="3600520" y="4516"/>
                  </a:lnTo>
                  <a:lnTo>
                    <a:pt x="3613904" y="3453"/>
                  </a:lnTo>
                  <a:lnTo>
                    <a:pt x="3627289" y="2523"/>
                  </a:lnTo>
                  <a:lnTo>
                    <a:pt x="3640674" y="1703"/>
                  </a:lnTo>
                  <a:lnTo>
                    <a:pt x="3654059" y="1086"/>
                  </a:lnTo>
                  <a:lnTo>
                    <a:pt x="3667444" y="530"/>
                  </a:lnTo>
                  <a:lnTo>
                    <a:pt x="3680829" y="234"/>
                  </a:lnTo>
                  <a:lnTo>
                    <a:pt x="3694213" y="15"/>
                  </a:lnTo>
                  <a:lnTo>
                    <a:pt x="3707598" y="0"/>
                  </a:lnTo>
                  <a:lnTo>
                    <a:pt x="3720983" y="133"/>
                  </a:lnTo>
                  <a:lnTo>
                    <a:pt x="3734368" y="408"/>
                  </a:lnTo>
                  <a:lnTo>
                    <a:pt x="3747753" y="911"/>
                  </a:lnTo>
                  <a:lnTo>
                    <a:pt x="3761138" y="1487"/>
                  </a:lnTo>
                  <a:lnTo>
                    <a:pt x="3774522" y="2371"/>
                  </a:lnTo>
                  <a:lnTo>
                    <a:pt x="3787907" y="3332"/>
                  </a:lnTo>
                  <a:lnTo>
                    <a:pt x="3801292" y="4536"/>
                  </a:lnTo>
                  <a:lnTo>
                    <a:pt x="3814677" y="5894"/>
                  </a:lnTo>
                  <a:lnTo>
                    <a:pt x="3828062" y="7422"/>
                  </a:lnTo>
                  <a:lnTo>
                    <a:pt x="3841447" y="9188"/>
                  </a:lnTo>
                  <a:lnTo>
                    <a:pt x="3854831" y="11046"/>
                  </a:lnTo>
                  <a:lnTo>
                    <a:pt x="3868216" y="13227"/>
                  </a:lnTo>
                  <a:lnTo>
                    <a:pt x="3881601" y="15490"/>
                  </a:lnTo>
                  <a:lnTo>
                    <a:pt x="3894986" y="18022"/>
                  </a:lnTo>
                  <a:lnTo>
                    <a:pt x="3908371" y="20707"/>
                  </a:lnTo>
                  <a:lnTo>
                    <a:pt x="3921756" y="23581"/>
                  </a:lnTo>
                  <a:lnTo>
                    <a:pt x="3935140" y="26690"/>
                  </a:lnTo>
                  <a:lnTo>
                    <a:pt x="3948525" y="29907"/>
                  </a:lnTo>
                  <a:lnTo>
                    <a:pt x="3961910" y="33442"/>
                  </a:lnTo>
                  <a:lnTo>
                    <a:pt x="3975295" y="37060"/>
                  </a:lnTo>
                  <a:lnTo>
                    <a:pt x="3988680" y="40962"/>
                  </a:lnTo>
                  <a:lnTo>
                    <a:pt x="4002065" y="45004"/>
                  </a:lnTo>
                  <a:lnTo>
                    <a:pt x="4015449" y="49246"/>
                  </a:lnTo>
                  <a:lnTo>
                    <a:pt x="4028834" y="53709"/>
                  </a:lnTo>
                  <a:lnTo>
                    <a:pt x="4042219" y="58289"/>
                  </a:lnTo>
                  <a:lnTo>
                    <a:pt x="4055604" y="63166"/>
                  </a:lnTo>
                  <a:lnTo>
                    <a:pt x="4068989" y="68123"/>
                  </a:lnTo>
                  <a:lnTo>
                    <a:pt x="4082374" y="73363"/>
                  </a:lnTo>
                  <a:lnTo>
                    <a:pt x="4095758" y="78725"/>
                  </a:lnTo>
                  <a:lnTo>
                    <a:pt x="4109143" y="84288"/>
                  </a:lnTo>
                  <a:lnTo>
                    <a:pt x="4122528" y="90044"/>
                  </a:lnTo>
                  <a:lnTo>
                    <a:pt x="4135913" y="95921"/>
                  </a:lnTo>
                  <a:lnTo>
                    <a:pt x="4149298" y="102061"/>
                  </a:lnTo>
                  <a:lnTo>
                    <a:pt x="4162683" y="108275"/>
                  </a:lnTo>
                  <a:lnTo>
                    <a:pt x="4176067" y="114756"/>
                  </a:lnTo>
                  <a:lnTo>
                    <a:pt x="4189452" y="121335"/>
                  </a:lnTo>
                  <a:lnTo>
                    <a:pt x="4202837" y="128104"/>
                  </a:lnTo>
                  <a:lnTo>
                    <a:pt x="4216222" y="135034"/>
                  </a:lnTo>
                  <a:lnTo>
                    <a:pt x="4229607" y="142080"/>
                  </a:lnTo>
                  <a:lnTo>
                    <a:pt x="4242992" y="149345"/>
                  </a:lnTo>
                  <a:lnTo>
                    <a:pt x="4256376" y="156674"/>
                  </a:lnTo>
                  <a:lnTo>
                    <a:pt x="4269761" y="164240"/>
                  </a:lnTo>
                  <a:lnTo>
                    <a:pt x="4283146" y="171880"/>
                  </a:lnTo>
                  <a:lnTo>
                    <a:pt x="4296531" y="179688"/>
                  </a:lnTo>
                  <a:lnTo>
                    <a:pt x="4309916" y="187620"/>
                  </a:lnTo>
                  <a:lnTo>
                    <a:pt x="4323301" y="195657"/>
                  </a:lnTo>
                  <a:lnTo>
                    <a:pt x="4336685" y="203863"/>
                  </a:lnTo>
                  <a:lnTo>
                    <a:pt x="4350070" y="212120"/>
                  </a:lnTo>
                  <a:lnTo>
                    <a:pt x="4363455" y="220573"/>
                  </a:lnTo>
                  <a:lnTo>
                    <a:pt x="4376840" y="229077"/>
                  </a:lnTo>
                  <a:lnTo>
                    <a:pt x="4390225" y="237717"/>
                  </a:lnTo>
                  <a:lnTo>
                    <a:pt x="4403610" y="246446"/>
                  </a:lnTo>
                  <a:lnTo>
                    <a:pt x="4416994" y="255259"/>
                  </a:lnTo>
                  <a:lnTo>
                    <a:pt x="4430379" y="264191"/>
                  </a:lnTo>
                  <a:lnTo>
                    <a:pt x="4443764" y="273163"/>
                  </a:lnTo>
                  <a:lnTo>
                    <a:pt x="4457149" y="282278"/>
                  </a:lnTo>
                  <a:lnTo>
                    <a:pt x="4470534" y="291424"/>
                  </a:lnTo>
                  <a:lnTo>
                    <a:pt x="4483919" y="300668"/>
                  </a:lnTo>
                  <a:lnTo>
                    <a:pt x="4497303" y="309968"/>
                  </a:lnTo>
                  <a:lnTo>
                    <a:pt x="4510688" y="319327"/>
                  </a:lnTo>
                  <a:lnTo>
                    <a:pt x="4524073" y="328758"/>
                  </a:lnTo>
                  <a:lnTo>
                    <a:pt x="4537458" y="338218"/>
                  </a:lnTo>
                  <a:lnTo>
                    <a:pt x="4550843" y="347760"/>
                  </a:lnTo>
                  <a:lnTo>
                    <a:pt x="4564228" y="357320"/>
                  </a:lnTo>
                  <a:lnTo>
                    <a:pt x="4577612" y="366938"/>
                  </a:lnTo>
                  <a:lnTo>
                    <a:pt x="4590997" y="376582"/>
                  </a:lnTo>
                  <a:lnTo>
                    <a:pt x="4604382" y="386258"/>
                  </a:lnTo>
                  <a:lnTo>
                    <a:pt x="4617767" y="395966"/>
                  </a:lnTo>
                  <a:lnTo>
                    <a:pt x="4631152" y="405687"/>
                  </a:lnTo>
                  <a:lnTo>
                    <a:pt x="4644537" y="415439"/>
                  </a:lnTo>
                  <a:lnTo>
                    <a:pt x="4657921" y="425197"/>
                  </a:lnTo>
                  <a:lnTo>
                    <a:pt x="4671306" y="434971"/>
                  </a:lnTo>
                  <a:lnTo>
                    <a:pt x="4684691" y="444749"/>
                  </a:lnTo>
                  <a:lnTo>
                    <a:pt x="4698076" y="454532"/>
                  </a:lnTo>
                  <a:lnTo>
                    <a:pt x="4711461" y="464314"/>
                  </a:lnTo>
                  <a:lnTo>
                    <a:pt x="4724846" y="474094"/>
                  </a:lnTo>
                  <a:lnTo>
                    <a:pt x="4738230" y="483863"/>
                  </a:lnTo>
                  <a:lnTo>
                    <a:pt x="4751615" y="493628"/>
                  </a:lnTo>
                  <a:lnTo>
                    <a:pt x="4765000" y="503373"/>
                  </a:lnTo>
                  <a:lnTo>
                    <a:pt x="4778385" y="513106"/>
                  </a:lnTo>
                  <a:lnTo>
                    <a:pt x="4791770" y="522820"/>
                  </a:lnTo>
                  <a:lnTo>
                    <a:pt x="4805155" y="532509"/>
                  </a:lnTo>
                  <a:lnTo>
                    <a:pt x="4818539" y="542183"/>
                  </a:lnTo>
                  <a:lnTo>
                    <a:pt x="4831924" y="551816"/>
                  </a:lnTo>
                  <a:lnTo>
                    <a:pt x="4845309" y="561438"/>
                  </a:lnTo>
                  <a:lnTo>
                    <a:pt x="4858694" y="571011"/>
                  </a:lnTo>
                  <a:lnTo>
                    <a:pt x="4872079" y="580564"/>
                  </a:lnTo>
                  <a:lnTo>
                    <a:pt x="4885464" y="590077"/>
                  </a:lnTo>
                  <a:lnTo>
                    <a:pt x="4898848" y="599554"/>
                  </a:lnTo>
                  <a:lnTo>
                    <a:pt x="4912233" y="609003"/>
                  </a:lnTo>
                  <a:lnTo>
                    <a:pt x="4925618" y="618396"/>
                  </a:lnTo>
                  <a:lnTo>
                    <a:pt x="4939003" y="627772"/>
                  </a:lnTo>
                  <a:lnTo>
                    <a:pt x="4952388" y="637081"/>
                  </a:lnTo>
                  <a:lnTo>
                    <a:pt x="4965773" y="646368"/>
                  </a:lnTo>
                  <a:lnTo>
                    <a:pt x="4979157" y="655603"/>
                  </a:lnTo>
                  <a:lnTo>
                    <a:pt x="4992542" y="664798"/>
                  </a:lnTo>
                  <a:lnTo>
                    <a:pt x="5005927" y="673957"/>
                  </a:lnTo>
                  <a:lnTo>
                    <a:pt x="5019312" y="683057"/>
                  </a:lnTo>
                  <a:lnTo>
                    <a:pt x="5032697" y="692138"/>
                  </a:lnTo>
                  <a:lnTo>
                    <a:pt x="5046082" y="701146"/>
                  </a:lnTo>
                  <a:lnTo>
                    <a:pt x="5059466" y="710133"/>
                  </a:lnTo>
                  <a:lnTo>
                    <a:pt x="5072851" y="719064"/>
                  </a:lnTo>
                  <a:lnTo>
                    <a:pt x="5086236" y="727958"/>
                  </a:lnTo>
                  <a:lnTo>
                    <a:pt x="5099621" y="736816"/>
                  </a:lnTo>
                  <a:lnTo>
                    <a:pt x="5113006" y="745620"/>
                  </a:lnTo>
                  <a:lnTo>
                    <a:pt x="5126391" y="754406"/>
                  </a:lnTo>
                  <a:lnTo>
                    <a:pt x="5139775" y="763124"/>
                  </a:lnTo>
                  <a:lnTo>
                    <a:pt x="5153160" y="771826"/>
                  </a:lnTo>
                  <a:lnTo>
                    <a:pt x="5166545" y="780478"/>
                  </a:lnTo>
                  <a:lnTo>
                    <a:pt x="5179930" y="789101"/>
                  </a:lnTo>
                  <a:lnTo>
                    <a:pt x="5193315" y="797691"/>
                  </a:lnTo>
                  <a:lnTo>
                    <a:pt x="5206700" y="806240"/>
                  </a:lnTo>
                  <a:lnTo>
                    <a:pt x="5220084" y="814774"/>
                  </a:lnTo>
                  <a:lnTo>
                    <a:pt x="5233469" y="823257"/>
                  </a:lnTo>
                  <a:lnTo>
                    <a:pt x="5246854" y="831729"/>
                  </a:lnTo>
                  <a:lnTo>
                    <a:pt x="5260239" y="840163"/>
                  </a:lnTo>
                  <a:lnTo>
                    <a:pt x="5273624" y="848580"/>
                  </a:lnTo>
                  <a:lnTo>
                    <a:pt x="5287009" y="856973"/>
                  </a:lnTo>
                  <a:lnTo>
                    <a:pt x="5300393" y="865342"/>
                  </a:lnTo>
                  <a:lnTo>
                    <a:pt x="5313778" y="873699"/>
                  </a:lnTo>
                  <a:lnTo>
                    <a:pt x="5327163" y="882030"/>
                  </a:lnTo>
                  <a:lnTo>
                    <a:pt x="5340548" y="890355"/>
                  </a:lnTo>
                  <a:lnTo>
                    <a:pt x="5353933" y="898660"/>
                  </a:lnTo>
                  <a:lnTo>
                    <a:pt x="5367318" y="906958"/>
                  </a:lnTo>
                  <a:lnTo>
                    <a:pt x="5380702" y="915247"/>
                  </a:lnTo>
                  <a:lnTo>
                    <a:pt x="5394087" y="923528"/>
                  </a:lnTo>
                  <a:lnTo>
                    <a:pt x="5407472" y="931806"/>
                  </a:lnTo>
                  <a:lnTo>
                    <a:pt x="5420857" y="940080"/>
                  </a:lnTo>
                  <a:lnTo>
                    <a:pt x="5434242" y="948353"/>
                  </a:lnTo>
                  <a:lnTo>
                    <a:pt x="5447627" y="956629"/>
                  </a:lnTo>
                  <a:lnTo>
                    <a:pt x="5461011" y="964907"/>
                  </a:lnTo>
                  <a:lnTo>
                    <a:pt x="5474396" y="973190"/>
                  </a:lnTo>
                  <a:lnTo>
                    <a:pt x="5487781" y="981481"/>
                  </a:lnTo>
                  <a:lnTo>
                    <a:pt x="5501166" y="989778"/>
                  </a:lnTo>
                  <a:lnTo>
                    <a:pt x="5514551" y="998091"/>
                  </a:lnTo>
                  <a:lnTo>
                    <a:pt x="5527936" y="1006409"/>
                  </a:lnTo>
                  <a:lnTo>
                    <a:pt x="5541320" y="1014749"/>
                  </a:lnTo>
                  <a:lnTo>
                    <a:pt x="5554705" y="1023099"/>
                  </a:lnTo>
                  <a:lnTo>
                    <a:pt x="5568090" y="1031468"/>
                  </a:lnTo>
                  <a:lnTo>
                    <a:pt x="5581475" y="1039857"/>
                  </a:lnTo>
                  <a:lnTo>
                    <a:pt x="5594860" y="1048260"/>
                  </a:lnTo>
                  <a:lnTo>
                    <a:pt x="5608245" y="1056693"/>
                  </a:lnTo>
                  <a:lnTo>
                    <a:pt x="5621629" y="1065136"/>
                  </a:lnTo>
                  <a:lnTo>
                    <a:pt x="5635014" y="1073619"/>
                  </a:lnTo>
                  <a:lnTo>
                    <a:pt x="5648399" y="1082114"/>
                  </a:lnTo>
                  <a:lnTo>
                    <a:pt x="5661784" y="1090640"/>
                  </a:lnTo>
                  <a:lnTo>
                    <a:pt x="5675169" y="1099192"/>
                  </a:lnTo>
                  <a:lnTo>
                    <a:pt x="5688554" y="1107766"/>
                  </a:lnTo>
                  <a:lnTo>
                    <a:pt x="5701938" y="1116378"/>
                  </a:lnTo>
                  <a:lnTo>
                    <a:pt x="5715323" y="1125001"/>
                  </a:lnTo>
                  <a:lnTo>
                    <a:pt x="5728708" y="1133675"/>
                  </a:lnTo>
                  <a:lnTo>
                    <a:pt x="5742093" y="1142361"/>
                  </a:lnTo>
                  <a:lnTo>
                    <a:pt x="5755478" y="1151086"/>
                  </a:lnTo>
                  <a:lnTo>
                    <a:pt x="5768863" y="1159837"/>
                  </a:lnTo>
                  <a:lnTo>
                    <a:pt x="5782247" y="1168614"/>
                  </a:lnTo>
                  <a:lnTo>
                    <a:pt x="5795632" y="1177429"/>
                  </a:lnTo>
                  <a:lnTo>
                    <a:pt x="5809017" y="1186257"/>
                  </a:lnTo>
                  <a:lnTo>
                    <a:pt x="5822402" y="1195136"/>
                  </a:lnTo>
                  <a:lnTo>
                    <a:pt x="5835787" y="1204026"/>
                  </a:lnTo>
                  <a:lnTo>
                    <a:pt x="5849172" y="1212955"/>
                  </a:lnTo>
                  <a:lnTo>
                    <a:pt x="5862556" y="1221906"/>
                  </a:lnTo>
                  <a:lnTo>
                    <a:pt x="5875941" y="1230882"/>
                  </a:lnTo>
                  <a:lnTo>
                    <a:pt x="5889326" y="1239890"/>
                  </a:lnTo>
                  <a:lnTo>
                    <a:pt x="5902711" y="1248912"/>
                  </a:lnTo>
                  <a:lnTo>
                    <a:pt x="5916096" y="1257973"/>
                  </a:lnTo>
                  <a:lnTo>
                    <a:pt x="5929481" y="1267043"/>
                  </a:lnTo>
                  <a:lnTo>
                    <a:pt x="5942865" y="1276145"/>
                  </a:lnTo>
                  <a:lnTo>
                    <a:pt x="5956250" y="1285262"/>
                  </a:lnTo>
                  <a:lnTo>
                    <a:pt x="5969635" y="1294398"/>
                  </a:lnTo>
                  <a:lnTo>
                    <a:pt x="5983020" y="1303554"/>
                  </a:lnTo>
                  <a:lnTo>
                    <a:pt x="5996405" y="1312720"/>
                  </a:lnTo>
                  <a:lnTo>
                    <a:pt x="6009790" y="1321908"/>
                  </a:lnTo>
                  <a:lnTo>
                    <a:pt x="6023174" y="1331102"/>
                  </a:lnTo>
                  <a:lnTo>
                    <a:pt x="6036559" y="1340312"/>
                  </a:lnTo>
                  <a:lnTo>
                    <a:pt x="6049944" y="1349527"/>
                  </a:lnTo>
                  <a:lnTo>
                    <a:pt x="6063329" y="1358750"/>
                  </a:lnTo>
                  <a:lnTo>
                    <a:pt x="6076714" y="1367978"/>
                  </a:lnTo>
                  <a:lnTo>
                    <a:pt x="6090099" y="1377208"/>
                  </a:lnTo>
                  <a:lnTo>
                    <a:pt x="6103483" y="1386439"/>
                  </a:lnTo>
                  <a:lnTo>
                    <a:pt x="6116868" y="1395669"/>
                  </a:lnTo>
                  <a:lnTo>
                    <a:pt x="6130253" y="1404893"/>
                  </a:lnTo>
                  <a:lnTo>
                    <a:pt x="6143638" y="1414113"/>
                  </a:lnTo>
                  <a:lnTo>
                    <a:pt x="6157023" y="1423324"/>
                  </a:lnTo>
                  <a:lnTo>
                    <a:pt x="6170408" y="1432522"/>
                  </a:lnTo>
                  <a:lnTo>
                    <a:pt x="6183792" y="1441712"/>
                  </a:lnTo>
                  <a:lnTo>
                    <a:pt x="6197177" y="1450878"/>
                  </a:lnTo>
                  <a:lnTo>
                    <a:pt x="6210562" y="1460036"/>
                  </a:lnTo>
                  <a:lnTo>
                    <a:pt x="6223947" y="1469162"/>
                  </a:lnTo>
                  <a:lnTo>
                    <a:pt x="6237332" y="1478272"/>
                  </a:lnTo>
                  <a:lnTo>
                    <a:pt x="6250717" y="1487353"/>
                  </a:lnTo>
                  <a:lnTo>
                    <a:pt x="6264101" y="1496404"/>
                  </a:lnTo>
                  <a:lnTo>
                    <a:pt x="6277486" y="1505433"/>
                  </a:lnTo>
                  <a:lnTo>
                    <a:pt x="6290871" y="1514413"/>
                  </a:lnTo>
                  <a:lnTo>
                    <a:pt x="6304256" y="1523378"/>
                  </a:lnTo>
                  <a:lnTo>
                    <a:pt x="6317641" y="1532279"/>
                  </a:lnTo>
                  <a:lnTo>
                    <a:pt x="6331026" y="1541157"/>
                  </a:lnTo>
                  <a:lnTo>
                    <a:pt x="6344410" y="1549981"/>
                  </a:lnTo>
                  <a:lnTo>
                    <a:pt x="6357795" y="1558760"/>
                  </a:lnTo>
                  <a:lnTo>
                    <a:pt x="6371180" y="1567500"/>
                  </a:lnTo>
                  <a:lnTo>
                    <a:pt x="6384565" y="1576169"/>
                  </a:lnTo>
                  <a:lnTo>
                    <a:pt x="6397950" y="1584816"/>
                  </a:lnTo>
                  <a:lnTo>
                    <a:pt x="6411335" y="1593364"/>
                  </a:lnTo>
                  <a:lnTo>
                    <a:pt x="6424719" y="1601885"/>
                  </a:lnTo>
                  <a:lnTo>
                    <a:pt x="6438104" y="1610327"/>
                  </a:lnTo>
                  <a:lnTo>
                    <a:pt x="6451489" y="1618711"/>
                  </a:lnTo>
                  <a:lnTo>
                    <a:pt x="6464874" y="1627038"/>
                  </a:lnTo>
                  <a:lnTo>
                    <a:pt x="6478259" y="1635275"/>
                  </a:lnTo>
                  <a:lnTo>
                    <a:pt x="6491644" y="1643480"/>
                  </a:lnTo>
                  <a:lnTo>
                    <a:pt x="6505028" y="1651559"/>
                  </a:lnTo>
                  <a:lnTo>
                    <a:pt x="6518413" y="1659606"/>
                  </a:lnTo>
                  <a:lnTo>
                    <a:pt x="6531798" y="1667548"/>
                  </a:lnTo>
                  <a:lnTo>
                    <a:pt x="6545183" y="1675425"/>
                  </a:lnTo>
                  <a:lnTo>
                    <a:pt x="6558568" y="1683225"/>
                  </a:lnTo>
                  <a:lnTo>
                    <a:pt x="6571953" y="1690923"/>
                  </a:lnTo>
                  <a:lnTo>
                    <a:pt x="6585337" y="1698576"/>
                  </a:lnTo>
                  <a:lnTo>
                    <a:pt x="6598722" y="1706086"/>
                  </a:lnTo>
                  <a:lnTo>
                    <a:pt x="6612107" y="1713557"/>
                  </a:lnTo>
                  <a:lnTo>
                    <a:pt x="6625492" y="1720900"/>
                  </a:lnTo>
                  <a:lnTo>
                    <a:pt x="6638877" y="1728174"/>
                  </a:lnTo>
                  <a:lnTo>
                    <a:pt x="6652262" y="1735355"/>
                  </a:lnTo>
                  <a:lnTo>
                    <a:pt x="6665646" y="1742424"/>
                  </a:lnTo>
                  <a:lnTo>
                    <a:pt x="6679031" y="1749437"/>
                  </a:lnTo>
                  <a:lnTo>
                    <a:pt x="6692416" y="1756296"/>
                  </a:lnTo>
                  <a:lnTo>
                    <a:pt x="6705801" y="1763112"/>
                  </a:lnTo>
                  <a:lnTo>
                    <a:pt x="6719186" y="1769780"/>
                  </a:lnTo>
                  <a:lnTo>
                    <a:pt x="6732571" y="1776379"/>
                  </a:lnTo>
                  <a:lnTo>
                    <a:pt x="6745955" y="1782870"/>
                  </a:lnTo>
                  <a:lnTo>
                    <a:pt x="6759340" y="1789247"/>
                  </a:lnTo>
                  <a:lnTo>
                    <a:pt x="6772725" y="1795557"/>
                  </a:lnTo>
                  <a:lnTo>
                    <a:pt x="6786110" y="1801709"/>
                  </a:lnTo>
                  <a:lnTo>
                    <a:pt x="6799495" y="1807816"/>
                  </a:lnTo>
                  <a:lnTo>
                    <a:pt x="6812880" y="1813760"/>
                  </a:lnTo>
                  <a:lnTo>
                    <a:pt x="6826264" y="1819638"/>
                  </a:lnTo>
                  <a:lnTo>
                    <a:pt x="6839649" y="1825397"/>
                  </a:lnTo>
                </a:path>
              </a:pathLst>
            </a:custGeom>
            <a:ln w="2439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g26"/>
            <p:cNvSpPr/>
            <p:nvPr/>
          </p:nvSpPr>
          <p:spPr>
            <a:xfrm>
              <a:off x="1429252" y="2768891"/>
              <a:ext cx="6839649" cy="2778734"/>
            </a:xfrm>
            <a:custGeom>
              <a:avLst/>
              <a:pathLst>
                <a:path w="6839649" h="2778734">
                  <a:moveTo>
                    <a:pt x="0" y="2632813"/>
                  </a:moveTo>
                  <a:lnTo>
                    <a:pt x="13384" y="2629424"/>
                  </a:lnTo>
                  <a:lnTo>
                    <a:pt x="26769" y="2626083"/>
                  </a:lnTo>
                  <a:lnTo>
                    <a:pt x="40154" y="2622823"/>
                  </a:lnTo>
                  <a:lnTo>
                    <a:pt x="53539" y="2619617"/>
                  </a:lnTo>
                  <a:lnTo>
                    <a:pt x="66924" y="2616463"/>
                  </a:lnTo>
                  <a:lnTo>
                    <a:pt x="80308" y="2613372"/>
                  </a:lnTo>
                  <a:lnTo>
                    <a:pt x="93693" y="2610351"/>
                  </a:lnTo>
                  <a:lnTo>
                    <a:pt x="107078" y="2607375"/>
                  </a:lnTo>
                  <a:lnTo>
                    <a:pt x="120463" y="2604445"/>
                  </a:lnTo>
                  <a:lnTo>
                    <a:pt x="133848" y="2601579"/>
                  </a:lnTo>
                  <a:lnTo>
                    <a:pt x="147233" y="2598749"/>
                  </a:lnTo>
                  <a:lnTo>
                    <a:pt x="160617" y="2595950"/>
                  </a:lnTo>
                  <a:lnTo>
                    <a:pt x="174002" y="2593183"/>
                  </a:lnTo>
                  <a:lnTo>
                    <a:pt x="187387" y="2590439"/>
                  </a:lnTo>
                  <a:lnTo>
                    <a:pt x="200772" y="2587703"/>
                  </a:lnTo>
                  <a:lnTo>
                    <a:pt x="214157" y="2584971"/>
                  </a:lnTo>
                  <a:lnTo>
                    <a:pt x="227542" y="2582228"/>
                  </a:lnTo>
                  <a:lnTo>
                    <a:pt x="240926" y="2579461"/>
                  </a:lnTo>
                  <a:lnTo>
                    <a:pt x="254311" y="2576668"/>
                  </a:lnTo>
                  <a:lnTo>
                    <a:pt x="267696" y="2573831"/>
                  </a:lnTo>
                  <a:lnTo>
                    <a:pt x="281081" y="2570921"/>
                  </a:lnTo>
                  <a:lnTo>
                    <a:pt x="294466" y="2567947"/>
                  </a:lnTo>
                  <a:lnTo>
                    <a:pt x="307851" y="2564903"/>
                  </a:lnTo>
                  <a:lnTo>
                    <a:pt x="321235" y="2561732"/>
                  </a:lnTo>
                  <a:lnTo>
                    <a:pt x="334620" y="2558445"/>
                  </a:lnTo>
                  <a:lnTo>
                    <a:pt x="348005" y="2555049"/>
                  </a:lnTo>
                  <a:lnTo>
                    <a:pt x="361390" y="2551514"/>
                  </a:lnTo>
                  <a:lnTo>
                    <a:pt x="374775" y="2547777"/>
                  </a:lnTo>
                  <a:lnTo>
                    <a:pt x="388160" y="2543891"/>
                  </a:lnTo>
                  <a:lnTo>
                    <a:pt x="401544" y="2539850"/>
                  </a:lnTo>
                  <a:lnTo>
                    <a:pt x="414929" y="2535557"/>
                  </a:lnTo>
                  <a:lnTo>
                    <a:pt x="428314" y="2531049"/>
                  </a:lnTo>
                  <a:lnTo>
                    <a:pt x="441699" y="2526349"/>
                  </a:lnTo>
                  <a:lnTo>
                    <a:pt x="455084" y="2521420"/>
                  </a:lnTo>
                  <a:lnTo>
                    <a:pt x="468469" y="2516170"/>
                  </a:lnTo>
                  <a:lnTo>
                    <a:pt x="481853" y="2510698"/>
                  </a:lnTo>
                  <a:lnTo>
                    <a:pt x="495238" y="2505000"/>
                  </a:lnTo>
                  <a:lnTo>
                    <a:pt x="508623" y="2498956"/>
                  </a:lnTo>
                  <a:lnTo>
                    <a:pt x="522008" y="2492622"/>
                  </a:lnTo>
                  <a:lnTo>
                    <a:pt x="535393" y="2486039"/>
                  </a:lnTo>
                  <a:lnTo>
                    <a:pt x="548778" y="2479174"/>
                  </a:lnTo>
                  <a:lnTo>
                    <a:pt x="562162" y="2471916"/>
                  </a:lnTo>
                  <a:lnTo>
                    <a:pt x="575547" y="2464397"/>
                  </a:lnTo>
                  <a:lnTo>
                    <a:pt x="588932" y="2456618"/>
                  </a:lnTo>
                  <a:lnTo>
                    <a:pt x="602317" y="2448462"/>
                  </a:lnTo>
                  <a:lnTo>
                    <a:pt x="615702" y="2439988"/>
                  </a:lnTo>
                  <a:lnTo>
                    <a:pt x="629087" y="2431253"/>
                  </a:lnTo>
                  <a:lnTo>
                    <a:pt x="642471" y="2422235"/>
                  </a:lnTo>
                  <a:lnTo>
                    <a:pt x="655856" y="2412819"/>
                  </a:lnTo>
                  <a:lnTo>
                    <a:pt x="669241" y="2403154"/>
                  </a:lnTo>
                  <a:lnTo>
                    <a:pt x="682626" y="2393243"/>
                  </a:lnTo>
                  <a:lnTo>
                    <a:pt x="696011" y="2382990"/>
                  </a:lnTo>
                  <a:lnTo>
                    <a:pt x="709396" y="2372451"/>
                  </a:lnTo>
                  <a:lnTo>
                    <a:pt x="722780" y="2361686"/>
                  </a:lnTo>
                  <a:lnTo>
                    <a:pt x="736165" y="2350685"/>
                  </a:lnTo>
                  <a:lnTo>
                    <a:pt x="749550" y="2339353"/>
                  </a:lnTo>
                  <a:lnTo>
                    <a:pt x="762935" y="2327825"/>
                  </a:lnTo>
                  <a:lnTo>
                    <a:pt x="776320" y="2316106"/>
                  </a:lnTo>
                  <a:lnTo>
                    <a:pt x="789705" y="2304136"/>
                  </a:lnTo>
                  <a:lnTo>
                    <a:pt x="803089" y="2291955"/>
                  </a:lnTo>
                  <a:lnTo>
                    <a:pt x="816474" y="2279616"/>
                  </a:lnTo>
                  <a:lnTo>
                    <a:pt x="829859" y="2267120"/>
                  </a:lnTo>
                  <a:lnTo>
                    <a:pt x="843244" y="2254405"/>
                  </a:lnTo>
                  <a:lnTo>
                    <a:pt x="856629" y="2241570"/>
                  </a:lnTo>
                  <a:lnTo>
                    <a:pt x="870014" y="2228619"/>
                  </a:lnTo>
                  <a:lnTo>
                    <a:pt x="883398" y="2215526"/>
                  </a:lnTo>
                  <a:lnTo>
                    <a:pt x="896783" y="2202315"/>
                  </a:lnTo>
                  <a:lnTo>
                    <a:pt x="910168" y="2189024"/>
                  </a:lnTo>
                  <a:lnTo>
                    <a:pt x="923553" y="2175656"/>
                  </a:lnTo>
                  <a:lnTo>
                    <a:pt x="936938" y="2162184"/>
                  </a:lnTo>
                  <a:lnTo>
                    <a:pt x="950323" y="2148662"/>
                  </a:lnTo>
                  <a:lnTo>
                    <a:pt x="963707" y="2135093"/>
                  </a:lnTo>
                  <a:lnTo>
                    <a:pt x="977092" y="2121470"/>
                  </a:lnTo>
                  <a:lnTo>
                    <a:pt x="990477" y="2107807"/>
                  </a:lnTo>
                  <a:lnTo>
                    <a:pt x="1003862" y="2094119"/>
                  </a:lnTo>
                  <a:lnTo>
                    <a:pt x="1017247" y="2080408"/>
                  </a:lnTo>
                  <a:lnTo>
                    <a:pt x="1030632" y="2066670"/>
                  </a:lnTo>
                  <a:lnTo>
                    <a:pt x="1044016" y="2052920"/>
                  </a:lnTo>
                  <a:lnTo>
                    <a:pt x="1057401" y="2039158"/>
                  </a:lnTo>
                  <a:lnTo>
                    <a:pt x="1070786" y="2025384"/>
                  </a:lnTo>
                  <a:lnTo>
                    <a:pt x="1084171" y="2011597"/>
                  </a:lnTo>
                  <a:lnTo>
                    <a:pt x="1097556" y="1997800"/>
                  </a:lnTo>
                  <a:lnTo>
                    <a:pt x="1110941" y="1983993"/>
                  </a:lnTo>
                  <a:lnTo>
                    <a:pt x="1124325" y="1970163"/>
                  </a:lnTo>
                  <a:lnTo>
                    <a:pt x="1137710" y="1956314"/>
                  </a:lnTo>
                  <a:lnTo>
                    <a:pt x="1151095" y="1942444"/>
                  </a:lnTo>
                  <a:lnTo>
                    <a:pt x="1164480" y="1928541"/>
                  </a:lnTo>
                  <a:lnTo>
                    <a:pt x="1177865" y="1914592"/>
                  </a:lnTo>
                  <a:lnTo>
                    <a:pt x="1191250" y="1900602"/>
                  </a:lnTo>
                  <a:lnTo>
                    <a:pt x="1204634" y="1886568"/>
                  </a:lnTo>
                  <a:lnTo>
                    <a:pt x="1218019" y="1872446"/>
                  </a:lnTo>
                  <a:lnTo>
                    <a:pt x="1231404" y="1858253"/>
                  </a:lnTo>
                  <a:lnTo>
                    <a:pt x="1244789" y="1843988"/>
                  </a:lnTo>
                  <a:lnTo>
                    <a:pt x="1258174" y="1829621"/>
                  </a:lnTo>
                  <a:lnTo>
                    <a:pt x="1271559" y="1815122"/>
                  </a:lnTo>
                  <a:lnTo>
                    <a:pt x="1284943" y="1800518"/>
                  </a:lnTo>
                  <a:lnTo>
                    <a:pt x="1298328" y="1785804"/>
                  </a:lnTo>
                  <a:lnTo>
                    <a:pt x="1311713" y="1770894"/>
                  </a:lnTo>
                  <a:lnTo>
                    <a:pt x="1325098" y="1755834"/>
                  </a:lnTo>
                  <a:lnTo>
                    <a:pt x="1338483" y="1740629"/>
                  </a:lnTo>
                  <a:lnTo>
                    <a:pt x="1351868" y="1725235"/>
                  </a:lnTo>
                  <a:lnTo>
                    <a:pt x="1365252" y="1709603"/>
                  </a:lnTo>
                  <a:lnTo>
                    <a:pt x="1378637" y="1693793"/>
                  </a:lnTo>
                  <a:lnTo>
                    <a:pt x="1392022" y="1677801"/>
                  </a:lnTo>
                  <a:lnTo>
                    <a:pt x="1405407" y="1661510"/>
                  </a:lnTo>
                  <a:lnTo>
                    <a:pt x="1418792" y="1644993"/>
                  </a:lnTo>
                  <a:lnTo>
                    <a:pt x="1432177" y="1628268"/>
                  </a:lnTo>
                  <a:lnTo>
                    <a:pt x="1445561" y="1611284"/>
                  </a:lnTo>
                  <a:lnTo>
                    <a:pt x="1458946" y="1593979"/>
                  </a:lnTo>
                  <a:lnTo>
                    <a:pt x="1472331" y="1576447"/>
                  </a:lnTo>
                  <a:lnTo>
                    <a:pt x="1485716" y="1558687"/>
                  </a:lnTo>
                  <a:lnTo>
                    <a:pt x="1499101" y="1540573"/>
                  </a:lnTo>
                  <a:lnTo>
                    <a:pt x="1512486" y="1522195"/>
                  </a:lnTo>
                  <a:lnTo>
                    <a:pt x="1525870" y="1503583"/>
                  </a:lnTo>
                  <a:lnTo>
                    <a:pt x="1539255" y="1484694"/>
                  </a:lnTo>
                  <a:lnTo>
                    <a:pt x="1552640" y="1465465"/>
                  </a:lnTo>
                  <a:lnTo>
                    <a:pt x="1566025" y="1446010"/>
                  </a:lnTo>
                  <a:lnTo>
                    <a:pt x="1579410" y="1426329"/>
                  </a:lnTo>
                  <a:lnTo>
                    <a:pt x="1592795" y="1406322"/>
                  </a:lnTo>
                  <a:lnTo>
                    <a:pt x="1606179" y="1386073"/>
                  </a:lnTo>
                  <a:lnTo>
                    <a:pt x="1619564" y="1365622"/>
                  </a:lnTo>
                  <a:lnTo>
                    <a:pt x="1632949" y="1344943"/>
                  </a:lnTo>
                  <a:lnTo>
                    <a:pt x="1646334" y="1323993"/>
                  </a:lnTo>
                  <a:lnTo>
                    <a:pt x="1659719" y="1302875"/>
                  </a:lnTo>
                  <a:lnTo>
                    <a:pt x="1673104" y="1281595"/>
                  </a:lnTo>
                  <a:lnTo>
                    <a:pt x="1686488" y="1260100"/>
                  </a:lnTo>
                  <a:lnTo>
                    <a:pt x="1699873" y="1238457"/>
                  </a:lnTo>
                  <a:lnTo>
                    <a:pt x="1713258" y="1216700"/>
                  </a:lnTo>
                  <a:lnTo>
                    <a:pt x="1726643" y="1194827"/>
                  </a:lnTo>
                  <a:lnTo>
                    <a:pt x="1740028" y="1172832"/>
                  </a:lnTo>
                  <a:lnTo>
                    <a:pt x="1753413" y="1150779"/>
                  </a:lnTo>
                  <a:lnTo>
                    <a:pt x="1766797" y="1128678"/>
                  </a:lnTo>
                  <a:lnTo>
                    <a:pt x="1780182" y="1106535"/>
                  </a:lnTo>
                  <a:lnTo>
                    <a:pt x="1793567" y="1084389"/>
                  </a:lnTo>
                  <a:lnTo>
                    <a:pt x="1806952" y="1062255"/>
                  </a:lnTo>
                  <a:lnTo>
                    <a:pt x="1820337" y="1040149"/>
                  </a:lnTo>
                  <a:lnTo>
                    <a:pt x="1833722" y="1018122"/>
                  </a:lnTo>
                  <a:lnTo>
                    <a:pt x="1847106" y="996170"/>
                  </a:lnTo>
                  <a:lnTo>
                    <a:pt x="1860491" y="974301"/>
                  </a:lnTo>
                  <a:lnTo>
                    <a:pt x="1873876" y="952579"/>
                  </a:lnTo>
                  <a:lnTo>
                    <a:pt x="1887261" y="931015"/>
                  </a:lnTo>
                  <a:lnTo>
                    <a:pt x="1900646" y="909592"/>
                  </a:lnTo>
                  <a:lnTo>
                    <a:pt x="1914031" y="888332"/>
                  </a:lnTo>
                  <a:lnTo>
                    <a:pt x="1927415" y="867345"/>
                  </a:lnTo>
                  <a:lnTo>
                    <a:pt x="1940800" y="846549"/>
                  </a:lnTo>
                  <a:lnTo>
                    <a:pt x="1954185" y="825950"/>
                  </a:lnTo>
                  <a:lnTo>
                    <a:pt x="1967570" y="805646"/>
                  </a:lnTo>
                  <a:lnTo>
                    <a:pt x="1980955" y="785626"/>
                  </a:lnTo>
                  <a:lnTo>
                    <a:pt x="1994340" y="765839"/>
                  </a:lnTo>
                  <a:lnTo>
                    <a:pt x="2007724" y="746304"/>
                  </a:lnTo>
                  <a:lnTo>
                    <a:pt x="2021109" y="727166"/>
                  </a:lnTo>
                  <a:lnTo>
                    <a:pt x="2034494" y="708284"/>
                  </a:lnTo>
                  <a:lnTo>
                    <a:pt x="2047879" y="689658"/>
                  </a:lnTo>
                  <a:lnTo>
                    <a:pt x="2061264" y="671389"/>
                  </a:lnTo>
                  <a:lnTo>
                    <a:pt x="2074649" y="653455"/>
                  </a:lnTo>
                  <a:lnTo>
                    <a:pt x="2088033" y="635780"/>
                  </a:lnTo>
                  <a:lnTo>
                    <a:pt x="2101418" y="618373"/>
                  </a:lnTo>
                  <a:lnTo>
                    <a:pt x="2114803" y="601381"/>
                  </a:lnTo>
                  <a:lnTo>
                    <a:pt x="2128188" y="584636"/>
                  </a:lnTo>
                  <a:lnTo>
                    <a:pt x="2141573" y="568136"/>
                  </a:lnTo>
                  <a:lnTo>
                    <a:pt x="2154958" y="551957"/>
                  </a:lnTo>
                  <a:lnTo>
                    <a:pt x="2168342" y="536075"/>
                  </a:lnTo>
                  <a:lnTo>
                    <a:pt x="2181727" y="520410"/>
                  </a:lnTo>
                  <a:lnTo>
                    <a:pt x="2195112" y="504958"/>
                  </a:lnTo>
                  <a:lnTo>
                    <a:pt x="2208497" y="489833"/>
                  </a:lnTo>
                  <a:lnTo>
                    <a:pt x="2221882" y="474889"/>
                  </a:lnTo>
                  <a:lnTo>
                    <a:pt x="2235267" y="460119"/>
                  </a:lnTo>
                  <a:lnTo>
                    <a:pt x="2248651" y="445566"/>
                  </a:lnTo>
                  <a:lnTo>
                    <a:pt x="2262036" y="431209"/>
                  </a:lnTo>
                  <a:lnTo>
                    <a:pt x="2275421" y="416985"/>
                  </a:lnTo>
                  <a:lnTo>
                    <a:pt x="2288806" y="402891"/>
                  </a:lnTo>
                  <a:lnTo>
                    <a:pt x="2302191" y="388979"/>
                  </a:lnTo>
                  <a:lnTo>
                    <a:pt x="2315576" y="375167"/>
                  </a:lnTo>
                  <a:lnTo>
                    <a:pt x="2328960" y="361446"/>
                  </a:lnTo>
                  <a:lnTo>
                    <a:pt x="2342345" y="347833"/>
                  </a:lnTo>
                  <a:lnTo>
                    <a:pt x="2355730" y="334317"/>
                  </a:lnTo>
                  <a:lnTo>
                    <a:pt x="2369115" y="320867"/>
                  </a:lnTo>
                  <a:lnTo>
                    <a:pt x="2382500" y="307478"/>
                  </a:lnTo>
                  <a:lnTo>
                    <a:pt x="2395885" y="294180"/>
                  </a:lnTo>
                  <a:lnTo>
                    <a:pt x="2409269" y="280939"/>
                  </a:lnTo>
                  <a:lnTo>
                    <a:pt x="2422654" y="267753"/>
                  </a:lnTo>
                  <a:lnTo>
                    <a:pt x="2436039" y="254637"/>
                  </a:lnTo>
                  <a:lnTo>
                    <a:pt x="2449424" y="241606"/>
                  </a:lnTo>
                  <a:lnTo>
                    <a:pt x="2462809" y="228644"/>
                  </a:lnTo>
                  <a:lnTo>
                    <a:pt x="2476194" y="215753"/>
                  </a:lnTo>
                  <a:lnTo>
                    <a:pt x="2489578" y="202996"/>
                  </a:lnTo>
                  <a:lnTo>
                    <a:pt x="2502963" y="190352"/>
                  </a:lnTo>
                  <a:lnTo>
                    <a:pt x="2516348" y="177820"/>
                  </a:lnTo>
                  <a:lnTo>
                    <a:pt x="2529733" y="165447"/>
                  </a:lnTo>
                  <a:lnTo>
                    <a:pt x="2543118" y="153292"/>
                  </a:lnTo>
                  <a:lnTo>
                    <a:pt x="2556503" y="141316"/>
                  </a:lnTo>
                  <a:lnTo>
                    <a:pt x="2569887" y="129529"/>
                  </a:lnTo>
                  <a:lnTo>
                    <a:pt x="2583272" y="118089"/>
                  </a:lnTo>
                  <a:lnTo>
                    <a:pt x="2596657" y="106936"/>
                  </a:lnTo>
                  <a:lnTo>
                    <a:pt x="2610042" y="96063"/>
                  </a:lnTo>
                  <a:lnTo>
                    <a:pt x="2623427" y="85560"/>
                  </a:lnTo>
                  <a:lnTo>
                    <a:pt x="2636812" y="75558"/>
                  </a:lnTo>
                  <a:lnTo>
                    <a:pt x="2650196" y="65941"/>
                  </a:lnTo>
                  <a:lnTo>
                    <a:pt x="2663581" y="56725"/>
                  </a:lnTo>
                  <a:lnTo>
                    <a:pt x="2676966" y="48189"/>
                  </a:lnTo>
                  <a:lnTo>
                    <a:pt x="2690351" y="40206"/>
                  </a:lnTo>
                  <a:lnTo>
                    <a:pt x="2703736" y="32738"/>
                  </a:lnTo>
                  <a:lnTo>
                    <a:pt x="2717121" y="25914"/>
                  </a:lnTo>
                  <a:lnTo>
                    <a:pt x="2730505" y="19953"/>
                  </a:lnTo>
                  <a:lnTo>
                    <a:pt x="2743890" y="14616"/>
                  </a:lnTo>
                  <a:lnTo>
                    <a:pt x="2757275" y="9921"/>
                  </a:lnTo>
                  <a:lnTo>
                    <a:pt x="2770660" y="6248"/>
                  </a:lnTo>
                  <a:lnTo>
                    <a:pt x="2784045" y="3400"/>
                  </a:lnTo>
                  <a:lnTo>
                    <a:pt x="2797430" y="1289"/>
                  </a:lnTo>
                  <a:lnTo>
                    <a:pt x="2810814" y="58"/>
                  </a:lnTo>
                  <a:lnTo>
                    <a:pt x="2824199" y="0"/>
                  </a:lnTo>
                  <a:lnTo>
                    <a:pt x="2837584" y="750"/>
                  </a:lnTo>
                  <a:lnTo>
                    <a:pt x="2850969" y="2318"/>
                  </a:lnTo>
                  <a:lnTo>
                    <a:pt x="2864354" y="5122"/>
                  </a:lnTo>
                  <a:lnTo>
                    <a:pt x="2877739" y="8923"/>
                  </a:lnTo>
                  <a:lnTo>
                    <a:pt x="2891123" y="13577"/>
                  </a:lnTo>
                  <a:lnTo>
                    <a:pt x="2904508" y="19208"/>
                  </a:lnTo>
                  <a:lnTo>
                    <a:pt x="2917893" y="26139"/>
                  </a:lnTo>
                  <a:lnTo>
                    <a:pt x="2931278" y="33923"/>
                  </a:lnTo>
                  <a:lnTo>
                    <a:pt x="2944663" y="42554"/>
                  </a:lnTo>
                  <a:lnTo>
                    <a:pt x="2958048" y="52406"/>
                  </a:lnTo>
                  <a:lnTo>
                    <a:pt x="2971432" y="63239"/>
                  </a:lnTo>
                  <a:lnTo>
                    <a:pt x="2984817" y="74873"/>
                  </a:lnTo>
                  <a:lnTo>
                    <a:pt x="2998202" y="87387"/>
                  </a:lnTo>
                  <a:lnTo>
                    <a:pt x="3011587" y="101064"/>
                  </a:lnTo>
                  <a:lnTo>
                    <a:pt x="3024972" y="115459"/>
                  </a:lnTo>
                  <a:lnTo>
                    <a:pt x="3038357" y="130556"/>
                  </a:lnTo>
                  <a:lnTo>
                    <a:pt x="3051741" y="146606"/>
                  </a:lnTo>
                  <a:lnTo>
                    <a:pt x="3065126" y="163406"/>
                  </a:lnTo>
                  <a:lnTo>
                    <a:pt x="3078511" y="180786"/>
                  </a:lnTo>
                  <a:lnTo>
                    <a:pt x="3091896" y="198771"/>
                  </a:lnTo>
                  <a:lnTo>
                    <a:pt x="3105281" y="217529"/>
                  </a:lnTo>
                  <a:lnTo>
                    <a:pt x="3118666" y="236719"/>
                  </a:lnTo>
                  <a:lnTo>
                    <a:pt x="3132050" y="256320"/>
                  </a:lnTo>
                  <a:lnTo>
                    <a:pt x="3145435" y="276425"/>
                  </a:lnTo>
                  <a:lnTo>
                    <a:pt x="3158820" y="296893"/>
                  </a:lnTo>
                  <a:lnTo>
                    <a:pt x="3172205" y="317608"/>
                  </a:lnTo>
                  <a:lnTo>
                    <a:pt x="3185590" y="338555"/>
                  </a:lnTo>
                  <a:lnTo>
                    <a:pt x="3198975" y="359738"/>
                  </a:lnTo>
                  <a:lnTo>
                    <a:pt x="3212359" y="381004"/>
                  </a:lnTo>
                  <a:lnTo>
                    <a:pt x="3225744" y="402329"/>
                  </a:lnTo>
                  <a:lnTo>
                    <a:pt x="3239129" y="423668"/>
                  </a:lnTo>
                  <a:lnTo>
                    <a:pt x="3252514" y="444935"/>
                  </a:lnTo>
                  <a:lnTo>
                    <a:pt x="3265899" y="466109"/>
                  </a:lnTo>
                  <a:lnTo>
                    <a:pt x="3279284" y="487161"/>
                  </a:lnTo>
                  <a:lnTo>
                    <a:pt x="3292668" y="507928"/>
                  </a:lnTo>
                  <a:lnTo>
                    <a:pt x="3306053" y="528468"/>
                  </a:lnTo>
                  <a:lnTo>
                    <a:pt x="3319438" y="548766"/>
                  </a:lnTo>
                  <a:lnTo>
                    <a:pt x="3332823" y="568688"/>
                  </a:lnTo>
                  <a:lnTo>
                    <a:pt x="3346208" y="588195"/>
                  </a:lnTo>
                  <a:lnTo>
                    <a:pt x="3359593" y="607360"/>
                  </a:lnTo>
                  <a:lnTo>
                    <a:pt x="3372977" y="626166"/>
                  </a:lnTo>
                  <a:lnTo>
                    <a:pt x="3386362" y="644341"/>
                  </a:lnTo>
                  <a:lnTo>
                    <a:pt x="3399747" y="662108"/>
                  </a:lnTo>
                  <a:lnTo>
                    <a:pt x="3413132" y="679464"/>
                  </a:lnTo>
                  <a:lnTo>
                    <a:pt x="3426517" y="696257"/>
                  </a:lnTo>
                  <a:lnTo>
                    <a:pt x="3439902" y="712476"/>
                  </a:lnTo>
                  <a:lnTo>
                    <a:pt x="3453286" y="728261"/>
                  </a:lnTo>
                  <a:lnTo>
                    <a:pt x="3466671" y="743610"/>
                  </a:lnTo>
                  <a:lnTo>
                    <a:pt x="3480056" y="758249"/>
                  </a:lnTo>
                  <a:lnTo>
                    <a:pt x="3493441" y="772459"/>
                  </a:lnTo>
                  <a:lnTo>
                    <a:pt x="3506826" y="786252"/>
                  </a:lnTo>
                  <a:lnTo>
                    <a:pt x="3520211" y="799513"/>
                  </a:lnTo>
                  <a:lnTo>
                    <a:pt x="3533595" y="812248"/>
                  </a:lnTo>
                  <a:lnTo>
                    <a:pt x="3546980" y="824611"/>
                  </a:lnTo>
                  <a:lnTo>
                    <a:pt x="3560365" y="836610"/>
                  </a:lnTo>
                  <a:lnTo>
                    <a:pt x="3573750" y="848063"/>
                  </a:lnTo>
                  <a:lnTo>
                    <a:pt x="3587135" y="859198"/>
                  </a:lnTo>
                  <a:lnTo>
                    <a:pt x="3600520" y="870039"/>
                  </a:lnTo>
                  <a:lnTo>
                    <a:pt x="3613904" y="880531"/>
                  </a:lnTo>
                  <a:lnTo>
                    <a:pt x="3627289" y="890693"/>
                  </a:lnTo>
                  <a:lnTo>
                    <a:pt x="3640674" y="900642"/>
                  </a:lnTo>
                  <a:lnTo>
                    <a:pt x="3654059" y="910390"/>
                  </a:lnTo>
                  <a:lnTo>
                    <a:pt x="3667444" y="919871"/>
                  </a:lnTo>
                  <a:lnTo>
                    <a:pt x="3680829" y="929210"/>
                  </a:lnTo>
                  <a:lnTo>
                    <a:pt x="3694213" y="938431"/>
                  </a:lnTo>
                  <a:lnTo>
                    <a:pt x="3707598" y="947528"/>
                  </a:lnTo>
                  <a:lnTo>
                    <a:pt x="3720983" y="956532"/>
                  </a:lnTo>
                  <a:lnTo>
                    <a:pt x="3734368" y="965493"/>
                  </a:lnTo>
                  <a:lnTo>
                    <a:pt x="3747753" y="974419"/>
                  </a:lnTo>
                  <a:lnTo>
                    <a:pt x="3761138" y="983333"/>
                  </a:lnTo>
                  <a:lnTo>
                    <a:pt x="3774522" y="992263"/>
                  </a:lnTo>
                  <a:lnTo>
                    <a:pt x="3787907" y="1001218"/>
                  </a:lnTo>
                  <a:lnTo>
                    <a:pt x="3801292" y="1010218"/>
                  </a:lnTo>
                  <a:lnTo>
                    <a:pt x="3814677" y="1019297"/>
                  </a:lnTo>
                  <a:lnTo>
                    <a:pt x="3828062" y="1028440"/>
                  </a:lnTo>
                  <a:lnTo>
                    <a:pt x="3841447" y="1037653"/>
                  </a:lnTo>
                  <a:lnTo>
                    <a:pt x="3854831" y="1046988"/>
                  </a:lnTo>
                  <a:lnTo>
                    <a:pt x="3868216" y="1056418"/>
                  </a:lnTo>
                  <a:lnTo>
                    <a:pt x="3881601" y="1065935"/>
                  </a:lnTo>
                  <a:lnTo>
                    <a:pt x="3894986" y="1075558"/>
                  </a:lnTo>
                  <a:lnTo>
                    <a:pt x="3908371" y="1085312"/>
                  </a:lnTo>
                  <a:lnTo>
                    <a:pt x="3921756" y="1095152"/>
                  </a:lnTo>
                  <a:lnTo>
                    <a:pt x="3935140" y="1105078"/>
                  </a:lnTo>
                  <a:lnTo>
                    <a:pt x="3948525" y="1115126"/>
                  </a:lnTo>
                  <a:lnTo>
                    <a:pt x="3961910" y="1125258"/>
                  </a:lnTo>
                  <a:lnTo>
                    <a:pt x="3975295" y="1135460"/>
                  </a:lnTo>
                  <a:lnTo>
                    <a:pt x="3988680" y="1145736"/>
                  </a:lnTo>
                  <a:lnTo>
                    <a:pt x="4002065" y="1156092"/>
                  </a:lnTo>
                  <a:lnTo>
                    <a:pt x="4015449" y="1166493"/>
                  </a:lnTo>
                  <a:lnTo>
                    <a:pt x="4028834" y="1176933"/>
                  </a:lnTo>
                  <a:lnTo>
                    <a:pt x="4042219" y="1187419"/>
                  </a:lnTo>
                  <a:lnTo>
                    <a:pt x="4055604" y="1197927"/>
                  </a:lnTo>
                  <a:lnTo>
                    <a:pt x="4068989" y="1208448"/>
                  </a:lnTo>
                  <a:lnTo>
                    <a:pt x="4082374" y="1218977"/>
                  </a:lnTo>
                  <a:lnTo>
                    <a:pt x="4095758" y="1229503"/>
                  </a:lnTo>
                  <a:lnTo>
                    <a:pt x="4109143" y="1240018"/>
                  </a:lnTo>
                  <a:lnTo>
                    <a:pt x="4122528" y="1250521"/>
                  </a:lnTo>
                  <a:lnTo>
                    <a:pt x="4135913" y="1260996"/>
                  </a:lnTo>
                  <a:lnTo>
                    <a:pt x="4149298" y="1271443"/>
                  </a:lnTo>
                  <a:lnTo>
                    <a:pt x="4162683" y="1281864"/>
                  </a:lnTo>
                  <a:lnTo>
                    <a:pt x="4176067" y="1292254"/>
                  </a:lnTo>
                  <a:lnTo>
                    <a:pt x="4189452" y="1302601"/>
                  </a:lnTo>
                  <a:lnTo>
                    <a:pt x="4202837" y="1312921"/>
                  </a:lnTo>
                  <a:lnTo>
                    <a:pt x="4216222" y="1323214"/>
                  </a:lnTo>
                  <a:lnTo>
                    <a:pt x="4229607" y="1333475"/>
                  </a:lnTo>
                  <a:lnTo>
                    <a:pt x="4242992" y="1343714"/>
                  </a:lnTo>
                  <a:lnTo>
                    <a:pt x="4256376" y="1353940"/>
                  </a:lnTo>
                  <a:lnTo>
                    <a:pt x="4269761" y="1364157"/>
                  </a:lnTo>
                  <a:lnTo>
                    <a:pt x="4283146" y="1374376"/>
                  </a:lnTo>
                  <a:lnTo>
                    <a:pt x="4296531" y="1384607"/>
                  </a:lnTo>
                  <a:lnTo>
                    <a:pt x="4309916" y="1394855"/>
                  </a:lnTo>
                  <a:lnTo>
                    <a:pt x="4323301" y="1405141"/>
                  </a:lnTo>
                  <a:lnTo>
                    <a:pt x="4336685" y="1415479"/>
                  </a:lnTo>
                  <a:lnTo>
                    <a:pt x="4350070" y="1425868"/>
                  </a:lnTo>
                  <a:lnTo>
                    <a:pt x="4363455" y="1436320"/>
                  </a:lnTo>
                  <a:lnTo>
                    <a:pt x="4376840" y="1446888"/>
                  </a:lnTo>
                  <a:lnTo>
                    <a:pt x="4390225" y="1457547"/>
                  </a:lnTo>
                  <a:lnTo>
                    <a:pt x="4403610" y="1468300"/>
                  </a:lnTo>
                  <a:lnTo>
                    <a:pt x="4416994" y="1479202"/>
                  </a:lnTo>
                  <a:lnTo>
                    <a:pt x="4430379" y="1490261"/>
                  </a:lnTo>
                  <a:lnTo>
                    <a:pt x="4443764" y="1501451"/>
                  </a:lnTo>
                  <a:lnTo>
                    <a:pt x="4457149" y="1512786"/>
                  </a:lnTo>
                  <a:lnTo>
                    <a:pt x="4470534" y="1524365"/>
                  </a:lnTo>
                  <a:lnTo>
                    <a:pt x="4483919" y="1536108"/>
                  </a:lnTo>
                  <a:lnTo>
                    <a:pt x="4497303" y="1548017"/>
                  </a:lnTo>
                  <a:lnTo>
                    <a:pt x="4510688" y="1560163"/>
                  </a:lnTo>
                  <a:lnTo>
                    <a:pt x="4524073" y="1572546"/>
                  </a:lnTo>
                  <a:lnTo>
                    <a:pt x="4537458" y="1585114"/>
                  </a:lnTo>
                  <a:lnTo>
                    <a:pt x="4550843" y="1597875"/>
                  </a:lnTo>
                  <a:lnTo>
                    <a:pt x="4564228" y="1610949"/>
                  </a:lnTo>
                  <a:lnTo>
                    <a:pt x="4577612" y="1624216"/>
                  </a:lnTo>
                  <a:lnTo>
                    <a:pt x="4590997" y="1637675"/>
                  </a:lnTo>
                  <a:lnTo>
                    <a:pt x="4604382" y="1651389"/>
                  </a:lnTo>
                  <a:lnTo>
                    <a:pt x="4617767" y="1665350"/>
                  </a:lnTo>
                  <a:lnTo>
                    <a:pt x="4631152" y="1679492"/>
                  </a:lnTo>
                  <a:lnTo>
                    <a:pt x="4644537" y="1693815"/>
                  </a:lnTo>
                  <a:lnTo>
                    <a:pt x="4657921" y="1708418"/>
                  </a:lnTo>
                  <a:lnTo>
                    <a:pt x="4671306" y="1723182"/>
                  </a:lnTo>
                  <a:lnTo>
                    <a:pt x="4684691" y="1738098"/>
                  </a:lnTo>
                  <a:lnTo>
                    <a:pt x="4698076" y="1753205"/>
                  </a:lnTo>
                  <a:lnTo>
                    <a:pt x="4711461" y="1768485"/>
                  </a:lnTo>
                  <a:lnTo>
                    <a:pt x="4724846" y="1783881"/>
                  </a:lnTo>
                  <a:lnTo>
                    <a:pt x="4738230" y="1799388"/>
                  </a:lnTo>
                  <a:lnTo>
                    <a:pt x="4751615" y="1815045"/>
                  </a:lnTo>
                  <a:lnTo>
                    <a:pt x="4765000" y="1830775"/>
                  </a:lnTo>
                  <a:lnTo>
                    <a:pt x="4778385" y="1846568"/>
                  </a:lnTo>
                  <a:lnTo>
                    <a:pt x="4791770" y="1862426"/>
                  </a:lnTo>
                  <a:lnTo>
                    <a:pt x="4805155" y="1878323"/>
                  </a:lnTo>
                  <a:lnTo>
                    <a:pt x="4818539" y="1894231"/>
                  </a:lnTo>
                  <a:lnTo>
                    <a:pt x="4831924" y="1910144"/>
                  </a:lnTo>
                  <a:lnTo>
                    <a:pt x="4845309" y="1926030"/>
                  </a:lnTo>
                  <a:lnTo>
                    <a:pt x="4858694" y="1941874"/>
                  </a:lnTo>
                  <a:lnTo>
                    <a:pt x="4872079" y="1957670"/>
                  </a:lnTo>
                  <a:lnTo>
                    <a:pt x="4885464" y="1973390"/>
                  </a:lnTo>
                  <a:lnTo>
                    <a:pt x="4898848" y="1988995"/>
                  </a:lnTo>
                  <a:lnTo>
                    <a:pt x="4912233" y="2004502"/>
                  </a:lnTo>
                  <a:lnTo>
                    <a:pt x="4925618" y="2019906"/>
                  </a:lnTo>
                  <a:lnTo>
                    <a:pt x="4939003" y="2035118"/>
                  </a:lnTo>
                  <a:lnTo>
                    <a:pt x="4952388" y="2050179"/>
                  </a:lnTo>
                  <a:lnTo>
                    <a:pt x="4965773" y="2065094"/>
                  </a:lnTo>
                  <a:lnTo>
                    <a:pt x="4979157" y="2079817"/>
                  </a:lnTo>
                  <a:lnTo>
                    <a:pt x="4992542" y="2094296"/>
                  </a:lnTo>
                  <a:lnTo>
                    <a:pt x="5005927" y="2108595"/>
                  </a:lnTo>
                  <a:lnTo>
                    <a:pt x="5019312" y="2122709"/>
                  </a:lnTo>
                  <a:lnTo>
                    <a:pt x="5032697" y="2136519"/>
                  </a:lnTo>
                  <a:lnTo>
                    <a:pt x="5046082" y="2150103"/>
                  </a:lnTo>
                  <a:lnTo>
                    <a:pt x="5059466" y="2163477"/>
                  </a:lnTo>
                  <a:lnTo>
                    <a:pt x="5072851" y="2176594"/>
                  </a:lnTo>
                  <a:lnTo>
                    <a:pt x="5086236" y="2189392"/>
                  </a:lnTo>
                  <a:lnTo>
                    <a:pt x="5099621" y="2201967"/>
                  </a:lnTo>
                  <a:lnTo>
                    <a:pt x="5113006" y="2214318"/>
                  </a:lnTo>
                  <a:lnTo>
                    <a:pt x="5126391" y="2226322"/>
                  </a:lnTo>
                  <a:lnTo>
                    <a:pt x="5139775" y="2238067"/>
                  </a:lnTo>
                  <a:lnTo>
                    <a:pt x="5153160" y="2249584"/>
                  </a:lnTo>
                  <a:lnTo>
                    <a:pt x="5166545" y="2260831"/>
                  </a:lnTo>
                  <a:lnTo>
                    <a:pt x="5179930" y="2271743"/>
                  </a:lnTo>
                  <a:lnTo>
                    <a:pt x="5193315" y="2282431"/>
                  </a:lnTo>
                  <a:lnTo>
                    <a:pt x="5206700" y="2292896"/>
                  </a:lnTo>
                  <a:lnTo>
                    <a:pt x="5220084" y="2303031"/>
                  </a:lnTo>
                  <a:lnTo>
                    <a:pt x="5233469" y="2312917"/>
                  </a:lnTo>
                  <a:lnTo>
                    <a:pt x="5246854" y="2322593"/>
                  </a:lnTo>
                  <a:lnTo>
                    <a:pt x="5260239" y="2332027"/>
                  </a:lnTo>
                  <a:lnTo>
                    <a:pt x="5273624" y="2341159"/>
                  </a:lnTo>
                  <a:lnTo>
                    <a:pt x="5287009" y="2350097"/>
                  </a:lnTo>
                  <a:lnTo>
                    <a:pt x="5300393" y="2358842"/>
                  </a:lnTo>
                  <a:lnTo>
                    <a:pt x="5313778" y="2367316"/>
                  </a:lnTo>
                  <a:lnTo>
                    <a:pt x="5327163" y="2375581"/>
                  </a:lnTo>
                  <a:lnTo>
                    <a:pt x="5340548" y="2383674"/>
                  </a:lnTo>
                  <a:lnTo>
                    <a:pt x="5353933" y="2391580"/>
                  </a:lnTo>
                  <a:lnTo>
                    <a:pt x="5367318" y="2399246"/>
                  </a:lnTo>
                  <a:lnTo>
                    <a:pt x="5380702" y="2406763"/>
                  </a:lnTo>
                  <a:lnTo>
                    <a:pt x="5394087" y="2414135"/>
                  </a:lnTo>
                  <a:lnTo>
                    <a:pt x="5407472" y="2421309"/>
                  </a:lnTo>
                  <a:lnTo>
                    <a:pt x="5420857" y="2428328"/>
                  </a:lnTo>
                  <a:lnTo>
                    <a:pt x="5434242" y="2435225"/>
                  </a:lnTo>
                  <a:lnTo>
                    <a:pt x="5447627" y="2441992"/>
                  </a:lnTo>
                  <a:lnTo>
                    <a:pt x="5461011" y="2448590"/>
                  </a:lnTo>
                  <a:lnTo>
                    <a:pt x="5474396" y="2455089"/>
                  </a:lnTo>
                  <a:lnTo>
                    <a:pt x="5487781" y="2461490"/>
                  </a:lnTo>
                  <a:lnTo>
                    <a:pt x="5501166" y="2467763"/>
                  </a:lnTo>
                  <a:lnTo>
                    <a:pt x="5514551" y="2473933"/>
                  </a:lnTo>
                  <a:lnTo>
                    <a:pt x="5527936" y="2480026"/>
                  </a:lnTo>
                  <a:lnTo>
                    <a:pt x="5541320" y="2486038"/>
                  </a:lnTo>
                  <a:lnTo>
                    <a:pt x="5554705" y="2491943"/>
                  </a:lnTo>
                  <a:lnTo>
                    <a:pt x="5568090" y="2497787"/>
                  </a:lnTo>
                  <a:lnTo>
                    <a:pt x="5581475" y="2503571"/>
                  </a:lnTo>
                  <a:lnTo>
                    <a:pt x="5594860" y="2509277"/>
                  </a:lnTo>
                  <a:lnTo>
                    <a:pt x="5608245" y="2514919"/>
                  </a:lnTo>
                  <a:lnTo>
                    <a:pt x="5621629" y="2520513"/>
                  </a:lnTo>
                  <a:lnTo>
                    <a:pt x="5635014" y="2526058"/>
                  </a:lnTo>
                  <a:lnTo>
                    <a:pt x="5648399" y="2531534"/>
                  </a:lnTo>
                  <a:lnTo>
                    <a:pt x="5661784" y="2536969"/>
                  </a:lnTo>
                  <a:lnTo>
                    <a:pt x="5675169" y="2542363"/>
                  </a:lnTo>
                  <a:lnTo>
                    <a:pt x="5688554" y="2547705"/>
                  </a:lnTo>
                  <a:lnTo>
                    <a:pt x="5701938" y="2552998"/>
                  </a:lnTo>
                  <a:lnTo>
                    <a:pt x="5715323" y="2558253"/>
                  </a:lnTo>
                  <a:lnTo>
                    <a:pt x="5728708" y="2563470"/>
                  </a:lnTo>
                  <a:lnTo>
                    <a:pt x="5742093" y="2568624"/>
                  </a:lnTo>
                  <a:lnTo>
                    <a:pt x="5755478" y="2573739"/>
                  </a:lnTo>
                  <a:lnTo>
                    <a:pt x="5768863" y="2578815"/>
                  </a:lnTo>
                  <a:lnTo>
                    <a:pt x="5782247" y="2583835"/>
                  </a:lnTo>
                  <a:lnTo>
                    <a:pt x="5795632" y="2588798"/>
                  </a:lnTo>
                  <a:lnTo>
                    <a:pt x="5809017" y="2593715"/>
                  </a:lnTo>
                  <a:lnTo>
                    <a:pt x="5822402" y="2598586"/>
                  </a:lnTo>
                  <a:lnTo>
                    <a:pt x="5835787" y="2603375"/>
                  </a:lnTo>
                  <a:lnTo>
                    <a:pt x="5849172" y="2608110"/>
                  </a:lnTo>
                  <a:lnTo>
                    <a:pt x="5862556" y="2612790"/>
                  </a:lnTo>
                  <a:lnTo>
                    <a:pt x="5875941" y="2617394"/>
                  </a:lnTo>
                  <a:lnTo>
                    <a:pt x="5889326" y="2621915"/>
                  </a:lnTo>
                  <a:lnTo>
                    <a:pt x="5902711" y="2626371"/>
                  </a:lnTo>
                  <a:lnTo>
                    <a:pt x="5916096" y="2630761"/>
                  </a:lnTo>
                  <a:lnTo>
                    <a:pt x="5929481" y="2635034"/>
                  </a:lnTo>
                  <a:lnTo>
                    <a:pt x="5942865" y="2639229"/>
                  </a:lnTo>
                  <a:lnTo>
                    <a:pt x="5956250" y="2643348"/>
                  </a:lnTo>
                  <a:lnTo>
                    <a:pt x="5969635" y="2647362"/>
                  </a:lnTo>
                  <a:lnTo>
                    <a:pt x="5983020" y="2651262"/>
                  </a:lnTo>
                  <a:lnTo>
                    <a:pt x="5996405" y="2655074"/>
                  </a:lnTo>
                  <a:lnTo>
                    <a:pt x="6009790" y="2658797"/>
                  </a:lnTo>
                  <a:lnTo>
                    <a:pt x="6023174" y="2662370"/>
                  </a:lnTo>
                  <a:lnTo>
                    <a:pt x="6036559" y="2665843"/>
                  </a:lnTo>
                  <a:lnTo>
                    <a:pt x="6049944" y="2669219"/>
                  </a:lnTo>
                  <a:lnTo>
                    <a:pt x="6063329" y="2672468"/>
                  </a:lnTo>
                  <a:lnTo>
                    <a:pt x="6076714" y="2675575"/>
                  </a:lnTo>
                  <a:lnTo>
                    <a:pt x="6090099" y="2678579"/>
                  </a:lnTo>
                  <a:lnTo>
                    <a:pt x="6103483" y="2681478"/>
                  </a:lnTo>
                  <a:lnTo>
                    <a:pt x="6116868" y="2684209"/>
                  </a:lnTo>
                  <a:lnTo>
                    <a:pt x="6130253" y="2686825"/>
                  </a:lnTo>
                  <a:lnTo>
                    <a:pt x="6143638" y="2689333"/>
                  </a:lnTo>
                  <a:lnTo>
                    <a:pt x="6157023" y="2691707"/>
                  </a:lnTo>
                  <a:lnTo>
                    <a:pt x="6170408" y="2693928"/>
                  </a:lnTo>
                  <a:lnTo>
                    <a:pt x="6183792" y="2696042"/>
                  </a:lnTo>
                  <a:lnTo>
                    <a:pt x="6197177" y="2698049"/>
                  </a:lnTo>
                  <a:lnTo>
                    <a:pt x="6210562" y="2699891"/>
                  </a:lnTo>
                  <a:lnTo>
                    <a:pt x="6223947" y="2701618"/>
                  </a:lnTo>
                  <a:lnTo>
                    <a:pt x="6237332" y="2703243"/>
                  </a:lnTo>
                  <a:lnTo>
                    <a:pt x="6250717" y="2704743"/>
                  </a:lnTo>
                  <a:lnTo>
                    <a:pt x="6264101" y="2706102"/>
                  </a:lnTo>
                  <a:lnTo>
                    <a:pt x="6277486" y="2707364"/>
                  </a:lnTo>
                  <a:lnTo>
                    <a:pt x="6290871" y="2708533"/>
                  </a:lnTo>
                  <a:lnTo>
                    <a:pt x="6304256" y="2709562"/>
                  </a:lnTo>
                  <a:lnTo>
                    <a:pt x="6317641" y="2710495"/>
                  </a:lnTo>
                  <a:lnTo>
                    <a:pt x="6331026" y="2711344"/>
                  </a:lnTo>
                  <a:lnTo>
                    <a:pt x="6344410" y="2712097"/>
                  </a:lnTo>
                  <a:lnTo>
                    <a:pt x="6357795" y="2712740"/>
                  </a:lnTo>
                  <a:lnTo>
                    <a:pt x="6371180" y="2713313"/>
                  </a:lnTo>
                  <a:lnTo>
                    <a:pt x="6384565" y="2713818"/>
                  </a:lnTo>
                  <a:lnTo>
                    <a:pt x="6397950" y="2714229"/>
                  </a:lnTo>
                  <a:lnTo>
                    <a:pt x="6411335" y="2714576"/>
                  </a:lnTo>
                  <a:lnTo>
                    <a:pt x="6424719" y="2714870"/>
                  </a:lnTo>
                  <a:lnTo>
                    <a:pt x="6438104" y="2715107"/>
                  </a:lnTo>
                  <a:lnTo>
                    <a:pt x="6451489" y="2715282"/>
                  </a:lnTo>
                  <a:lnTo>
                    <a:pt x="6464874" y="2715421"/>
                  </a:lnTo>
                  <a:lnTo>
                    <a:pt x="6478259" y="2715527"/>
                  </a:lnTo>
                  <a:lnTo>
                    <a:pt x="6491644" y="2715592"/>
                  </a:lnTo>
                  <a:lnTo>
                    <a:pt x="6505028" y="2715633"/>
                  </a:lnTo>
                  <a:lnTo>
                    <a:pt x="6518413" y="2715658"/>
                  </a:lnTo>
                  <a:lnTo>
                    <a:pt x="6531798" y="2715669"/>
                  </a:lnTo>
                  <a:lnTo>
                    <a:pt x="6545183" y="2715669"/>
                  </a:lnTo>
                  <a:lnTo>
                    <a:pt x="6558568" y="2715670"/>
                  </a:lnTo>
                  <a:lnTo>
                    <a:pt x="6571953" y="2715672"/>
                  </a:lnTo>
                  <a:lnTo>
                    <a:pt x="6585337" y="2715685"/>
                  </a:lnTo>
                  <a:lnTo>
                    <a:pt x="6598722" y="2715713"/>
                  </a:lnTo>
                  <a:lnTo>
                    <a:pt x="6612107" y="2715757"/>
                  </a:lnTo>
                  <a:lnTo>
                    <a:pt x="6625492" y="2715822"/>
                  </a:lnTo>
                  <a:lnTo>
                    <a:pt x="6638877" y="2715924"/>
                  </a:lnTo>
                  <a:lnTo>
                    <a:pt x="6652262" y="2716054"/>
                  </a:lnTo>
                  <a:lnTo>
                    <a:pt x="6665646" y="2716213"/>
                  </a:lnTo>
                  <a:lnTo>
                    <a:pt x="6679031" y="2716419"/>
                  </a:lnTo>
                  <a:lnTo>
                    <a:pt x="6692416" y="2716670"/>
                  </a:lnTo>
                  <a:lnTo>
                    <a:pt x="6705801" y="2716958"/>
                  </a:lnTo>
                  <a:lnTo>
                    <a:pt x="6719186" y="2717289"/>
                  </a:lnTo>
                  <a:lnTo>
                    <a:pt x="6732571" y="2717686"/>
                  </a:lnTo>
                  <a:lnTo>
                    <a:pt x="6745955" y="2718125"/>
                  </a:lnTo>
                  <a:lnTo>
                    <a:pt x="6759340" y="2718608"/>
                  </a:lnTo>
                  <a:lnTo>
                    <a:pt x="6772725" y="2719154"/>
                  </a:lnTo>
                  <a:lnTo>
                    <a:pt x="6786110" y="2719756"/>
                  </a:lnTo>
                  <a:lnTo>
                    <a:pt x="6799495" y="2720404"/>
                  </a:lnTo>
                  <a:lnTo>
                    <a:pt x="6812880" y="2721099"/>
                  </a:lnTo>
                  <a:lnTo>
                    <a:pt x="6826264" y="2721864"/>
                  </a:lnTo>
                  <a:lnTo>
                    <a:pt x="6839649" y="2722673"/>
                  </a:lnTo>
                  <a:lnTo>
                    <a:pt x="6839649" y="2778734"/>
                  </a:lnTo>
                  <a:lnTo>
                    <a:pt x="6826264" y="2778734"/>
                  </a:lnTo>
                  <a:lnTo>
                    <a:pt x="6812880" y="2778734"/>
                  </a:lnTo>
                  <a:lnTo>
                    <a:pt x="6799495" y="2778734"/>
                  </a:lnTo>
                  <a:lnTo>
                    <a:pt x="6786110" y="2778734"/>
                  </a:lnTo>
                  <a:lnTo>
                    <a:pt x="6772725" y="2778734"/>
                  </a:lnTo>
                  <a:lnTo>
                    <a:pt x="6759340" y="2778734"/>
                  </a:lnTo>
                  <a:lnTo>
                    <a:pt x="6745955" y="2778734"/>
                  </a:lnTo>
                  <a:lnTo>
                    <a:pt x="6732571" y="2778734"/>
                  </a:lnTo>
                  <a:lnTo>
                    <a:pt x="6719186" y="2778734"/>
                  </a:lnTo>
                  <a:lnTo>
                    <a:pt x="6705801" y="2778734"/>
                  </a:lnTo>
                  <a:lnTo>
                    <a:pt x="6692416" y="2778734"/>
                  </a:lnTo>
                  <a:lnTo>
                    <a:pt x="6679031" y="2778734"/>
                  </a:lnTo>
                  <a:lnTo>
                    <a:pt x="6665646" y="2778734"/>
                  </a:lnTo>
                  <a:lnTo>
                    <a:pt x="6652262" y="2778734"/>
                  </a:lnTo>
                  <a:lnTo>
                    <a:pt x="6638877" y="2778734"/>
                  </a:lnTo>
                  <a:lnTo>
                    <a:pt x="6625492" y="2778734"/>
                  </a:lnTo>
                  <a:lnTo>
                    <a:pt x="6612107" y="2778734"/>
                  </a:lnTo>
                  <a:lnTo>
                    <a:pt x="6598722" y="2778734"/>
                  </a:lnTo>
                  <a:lnTo>
                    <a:pt x="6585337" y="2778734"/>
                  </a:lnTo>
                  <a:lnTo>
                    <a:pt x="6571953" y="2778734"/>
                  </a:lnTo>
                  <a:lnTo>
                    <a:pt x="6558568" y="2778734"/>
                  </a:lnTo>
                  <a:lnTo>
                    <a:pt x="6545183" y="2778734"/>
                  </a:lnTo>
                  <a:lnTo>
                    <a:pt x="6531798" y="2778734"/>
                  </a:lnTo>
                  <a:lnTo>
                    <a:pt x="6518413" y="2778734"/>
                  </a:lnTo>
                  <a:lnTo>
                    <a:pt x="6505028" y="2778734"/>
                  </a:lnTo>
                  <a:lnTo>
                    <a:pt x="6491644" y="2778734"/>
                  </a:lnTo>
                  <a:lnTo>
                    <a:pt x="6478259" y="2778734"/>
                  </a:lnTo>
                  <a:lnTo>
                    <a:pt x="6464874" y="2778734"/>
                  </a:lnTo>
                  <a:lnTo>
                    <a:pt x="6451489" y="2778734"/>
                  </a:lnTo>
                  <a:lnTo>
                    <a:pt x="6438104" y="2778734"/>
                  </a:lnTo>
                  <a:lnTo>
                    <a:pt x="6424719" y="2778734"/>
                  </a:lnTo>
                  <a:lnTo>
                    <a:pt x="6411335" y="2778734"/>
                  </a:lnTo>
                  <a:lnTo>
                    <a:pt x="6397950" y="2778734"/>
                  </a:lnTo>
                  <a:lnTo>
                    <a:pt x="6384565" y="2778734"/>
                  </a:lnTo>
                  <a:lnTo>
                    <a:pt x="6371180" y="2778734"/>
                  </a:lnTo>
                  <a:lnTo>
                    <a:pt x="6357795" y="2778734"/>
                  </a:lnTo>
                  <a:lnTo>
                    <a:pt x="6344410" y="2778734"/>
                  </a:lnTo>
                  <a:lnTo>
                    <a:pt x="6331026" y="2778734"/>
                  </a:lnTo>
                  <a:lnTo>
                    <a:pt x="6317641" y="2778734"/>
                  </a:lnTo>
                  <a:lnTo>
                    <a:pt x="6304256" y="2778734"/>
                  </a:lnTo>
                  <a:lnTo>
                    <a:pt x="6290871" y="2778734"/>
                  </a:lnTo>
                  <a:lnTo>
                    <a:pt x="6277486" y="2778734"/>
                  </a:lnTo>
                  <a:lnTo>
                    <a:pt x="6264101" y="2778734"/>
                  </a:lnTo>
                  <a:lnTo>
                    <a:pt x="6250717" y="2778734"/>
                  </a:lnTo>
                  <a:lnTo>
                    <a:pt x="6237332" y="2778734"/>
                  </a:lnTo>
                  <a:lnTo>
                    <a:pt x="6223947" y="2778734"/>
                  </a:lnTo>
                  <a:lnTo>
                    <a:pt x="6210562" y="2778734"/>
                  </a:lnTo>
                  <a:lnTo>
                    <a:pt x="6197177" y="2778734"/>
                  </a:lnTo>
                  <a:lnTo>
                    <a:pt x="6183792" y="2778734"/>
                  </a:lnTo>
                  <a:lnTo>
                    <a:pt x="6170408" y="2778734"/>
                  </a:lnTo>
                  <a:lnTo>
                    <a:pt x="6157023" y="2778734"/>
                  </a:lnTo>
                  <a:lnTo>
                    <a:pt x="6143638" y="2778734"/>
                  </a:lnTo>
                  <a:lnTo>
                    <a:pt x="6130253" y="2778734"/>
                  </a:lnTo>
                  <a:lnTo>
                    <a:pt x="6116868" y="2778734"/>
                  </a:lnTo>
                  <a:lnTo>
                    <a:pt x="6103483" y="2778734"/>
                  </a:lnTo>
                  <a:lnTo>
                    <a:pt x="6090099" y="2778734"/>
                  </a:lnTo>
                  <a:lnTo>
                    <a:pt x="6076714" y="2778734"/>
                  </a:lnTo>
                  <a:lnTo>
                    <a:pt x="6063329" y="2778734"/>
                  </a:lnTo>
                  <a:lnTo>
                    <a:pt x="6049944" y="2778734"/>
                  </a:lnTo>
                  <a:lnTo>
                    <a:pt x="6036559" y="2778734"/>
                  </a:lnTo>
                  <a:lnTo>
                    <a:pt x="6023174" y="2778734"/>
                  </a:lnTo>
                  <a:lnTo>
                    <a:pt x="6009790" y="2778734"/>
                  </a:lnTo>
                  <a:lnTo>
                    <a:pt x="5996405" y="2778734"/>
                  </a:lnTo>
                  <a:lnTo>
                    <a:pt x="5983020" y="2778734"/>
                  </a:lnTo>
                  <a:lnTo>
                    <a:pt x="5969635" y="2778734"/>
                  </a:lnTo>
                  <a:lnTo>
                    <a:pt x="5956250" y="2778734"/>
                  </a:lnTo>
                  <a:lnTo>
                    <a:pt x="5942865" y="2778734"/>
                  </a:lnTo>
                  <a:lnTo>
                    <a:pt x="5929481" y="2778734"/>
                  </a:lnTo>
                  <a:lnTo>
                    <a:pt x="5916096" y="2778734"/>
                  </a:lnTo>
                  <a:lnTo>
                    <a:pt x="5902711" y="2778734"/>
                  </a:lnTo>
                  <a:lnTo>
                    <a:pt x="5889326" y="2778734"/>
                  </a:lnTo>
                  <a:lnTo>
                    <a:pt x="5875941" y="2778734"/>
                  </a:lnTo>
                  <a:lnTo>
                    <a:pt x="5862556" y="2778734"/>
                  </a:lnTo>
                  <a:lnTo>
                    <a:pt x="5849172" y="2778734"/>
                  </a:lnTo>
                  <a:lnTo>
                    <a:pt x="5835787" y="2778734"/>
                  </a:lnTo>
                  <a:lnTo>
                    <a:pt x="5822402" y="2778734"/>
                  </a:lnTo>
                  <a:lnTo>
                    <a:pt x="5809017" y="2778734"/>
                  </a:lnTo>
                  <a:lnTo>
                    <a:pt x="5795632" y="2778734"/>
                  </a:lnTo>
                  <a:lnTo>
                    <a:pt x="5782247" y="2778734"/>
                  </a:lnTo>
                  <a:lnTo>
                    <a:pt x="5768863" y="2778734"/>
                  </a:lnTo>
                  <a:lnTo>
                    <a:pt x="5755478" y="2778734"/>
                  </a:lnTo>
                  <a:lnTo>
                    <a:pt x="5742093" y="2778734"/>
                  </a:lnTo>
                  <a:lnTo>
                    <a:pt x="5728708" y="2778734"/>
                  </a:lnTo>
                  <a:lnTo>
                    <a:pt x="5715323" y="2778734"/>
                  </a:lnTo>
                  <a:lnTo>
                    <a:pt x="5701938" y="2778734"/>
                  </a:lnTo>
                  <a:lnTo>
                    <a:pt x="5688554" y="2778734"/>
                  </a:lnTo>
                  <a:lnTo>
                    <a:pt x="5675169" y="2778734"/>
                  </a:lnTo>
                  <a:lnTo>
                    <a:pt x="5661784" y="2778734"/>
                  </a:lnTo>
                  <a:lnTo>
                    <a:pt x="5648399" y="2778734"/>
                  </a:lnTo>
                  <a:lnTo>
                    <a:pt x="5635014" y="2778734"/>
                  </a:lnTo>
                  <a:lnTo>
                    <a:pt x="5621629" y="2778734"/>
                  </a:lnTo>
                  <a:lnTo>
                    <a:pt x="5608245" y="2778734"/>
                  </a:lnTo>
                  <a:lnTo>
                    <a:pt x="5594860" y="2778734"/>
                  </a:lnTo>
                  <a:lnTo>
                    <a:pt x="5581475" y="2778734"/>
                  </a:lnTo>
                  <a:lnTo>
                    <a:pt x="5568090" y="2778734"/>
                  </a:lnTo>
                  <a:lnTo>
                    <a:pt x="5554705" y="2778734"/>
                  </a:lnTo>
                  <a:lnTo>
                    <a:pt x="5541320" y="2778734"/>
                  </a:lnTo>
                  <a:lnTo>
                    <a:pt x="5527936" y="2778734"/>
                  </a:lnTo>
                  <a:lnTo>
                    <a:pt x="5514551" y="2778734"/>
                  </a:lnTo>
                  <a:lnTo>
                    <a:pt x="5501166" y="2778734"/>
                  </a:lnTo>
                  <a:lnTo>
                    <a:pt x="5487781" y="2778734"/>
                  </a:lnTo>
                  <a:lnTo>
                    <a:pt x="5474396" y="2778734"/>
                  </a:lnTo>
                  <a:lnTo>
                    <a:pt x="5461011" y="2778734"/>
                  </a:lnTo>
                  <a:lnTo>
                    <a:pt x="5447627" y="2778734"/>
                  </a:lnTo>
                  <a:lnTo>
                    <a:pt x="5434242" y="2778734"/>
                  </a:lnTo>
                  <a:lnTo>
                    <a:pt x="5420857" y="2778734"/>
                  </a:lnTo>
                  <a:lnTo>
                    <a:pt x="5407472" y="2778734"/>
                  </a:lnTo>
                  <a:lnTo>
                    <a:pt x="5394087" y="2778734"/>
                  </a:lnTo>
                  <a:lnTo>
                    <a:pt x="5380702" y="2778734"/>
                  </a:lnTo>
                  <a:lnTo>
                    <a:pt x="5367318" y="2778734"/>
                  </a:lnTo>
                  <a:lnTo>
                    <a:pt x="5353933" y="2778734"/>
                  </a:lnTo>
                  <a:lnTo>
                    <a:pt x="5340548" y="2778734"/>
                  </a:lnTo>
                  <a:lnTo>
                    <a:pt x="5327163" y="2778734"/>
                  </a:lnTo>
                  <a:lnTo>
                    <a:pt x="5313778" y="2778734"/>
                  </a:lnTo>
                  <a:lnTo>
                    <a:pt x="5300393" y="2778734"/>
                  </a:lnTo>
                  <a:lnTo>
                    <a:pt x="5287009" y="2778734"/>
                  </a:lnTo>
                  <a:lnTo>
                    <a:pt x="5273624" y="2778734"/>
                  </a:lnTo>
                  <a:lnTo>
                    <a:pt x="5260239" y="2778734"/>
                  </a:lnTo>
                  <a:lnTo>
                    <a:pt x="5246854" y="2778734"/>
                  </a:lnTo>
                  <a:lnTo>
                    <a:pt x="5233469" y="2778734"/>
                  </a:lnTo>
                  <a:lnTo>
                    <a:pt x="5220084" y="2778734"/>
                  </a:lnTo>
                  <a:lnTo>
                    <a:pt x="5206700" y="2778734"/>
                  </a:lnTo>
                  <a:lnTo>
                    <a:pt x="5193315" y="2778734"/>
                  </a:lnTo>
                  <a:lnTo>
                    <a:pt x="5179930" y="2778734"/>
                  </a:lnTo>
                  <a:lnTo>
                    <a:pt x="5166545" y="2778734"/>
                  </a:lnTo>
                  <a:lnTo>
                    <a:pt x="5153160" y="2778734"/>
                  </a:lnTo>
                  <a:lnTo>
                    <a:pt x="5139775" y="2778734"/>
                  </a:lnTo>
                  <a:lnTo>
                    <a:pt x="5126391" y="2778734"/>
                  </a:lnTo>
                  <a:lnTo>
                    <a:pt x="5113006" y="2778734"/>
                  </a:lnTo>
                  <a:lnTo>
                    <a:pt x="5099621" y="2778734"/>
                  </a:lnTo>
                  <a:lnTo>
                    <a:pt x="5086236" y="2778734"/>
                  </a:lnTo>
                  <a:lnTo>
                    <a:pt x="5072851" y="2778734"/>
                  </a:lnTo>
                  <a:lnTo>
                    <a:pt x="5059466" y="2778734"/>
                  </a:lnTo>
                  <a:lnTo>
                    <a:pt x="5046082" y="2778734"/>
                  </a:lnTo>
                  <a:lnTo>
                    <a:pt x="5032697" y="2778734"/>
                  </a:lnTo>
                  <a:lnTo>
                    <a:pt x="5019312" y="2778734"/>
                  </a:lnTo>
                  <a:lnTo>
                    <a:pt x="5005927" y="2778734"/>
                  </a:lnTo>
                  <a:lnTo>
                    <a:pt x="4992542" y="2778734"/>
                  </a:lnTo>
                  <a:lnTo>
                    <a:pt x="4979157" y="2778734"/>
                  </a:lnTo>
                  <a:lnTo>
                    <a:pt x="4965773" y="2778734"/>
                  </a:lnTo>
                  <a:lnTo>
                    <a:pt x="4952388" y="2778734"/>
                  </a:lnTo>
                  <a:lnTo>
                    <a:pt x="4939003" y="2778734"/>
                  </a:lnTo>
                  <a:lnTo>
                    <a:pt x="4925618" y="2778734"/>
                  </a:lnTo>
                  <a:lnTo>
                    <a:pt x="4912233" y="2778734"/>
                  </a:lnTo>
                  <a:lnTo>
                    <a:pt x="4898848" y="2778734"/>
                  </a:lnTo>
                  <a:lnTo>
                    <a:pt x="4885464" y="2778734"/>
                  </a:lnTo>
                  <a:lnTo>
                    <a:pt x="4872079" y="2778734"/>
                  </a:lnTo>
                  <a:lnTo>
                    <a:pt x="4858694" y="2778734"/>
                  </a:lnTo>
                  <a:lnTo>
                    <a:pt x="4845309" y="2778734"/>
                  </a:lnTo>
                  <a:lnTo>
                    <a:pt x="4831924" y="2778734"/>
                  </a:lnTo>
                  <a:lnTo>
                    <a:pt x="4818539" y="2778734"/>
                  </a:lnTo>
                  <a:lnTo>
                    <a:pt x="4805155" y="2778734"/>
                  </a:lnTo>
                  <a:lnTo>
                    <a:pt x="4791770" y="2778734"/>
                  </a:lnTo>
                  <a:lnTo>
                    <a:pt x="4778385" y="2778734"/>
                  </a:lnTo>
                  <a:lnTo>
                    <a:pt x="4765000" y="2778734"/>
                  </a:lnTo>
                  <a:lnTo>
                    <a:pt x="4751615" y="2778734"/>
                  </a:lnTo>
                  <a:lnTo>
                    <a:pt x="4738230" y="2778734"/>
                  </a:lnTo>
                  <a:lnTo>
                    <a:pt x="4724846" y="2778734"/>
                  </a:lnTo>
                  <a:lnTo>
                    <a:pt x="4711461" y="2778734"/>
                  </a:lnTo>
                  <a:lnTo>
                    <a:pt x="4698076" y="2778734"/>
                  </a:lnTo>
                  <a:lnTo>
                    <a:pt x="4684691" y="2778734"/>
                  </a:lnTo>
                  <a:lnTo>
                    <a:pt x="4671306" y="2778734"/>
                  </a:lnTo>
                  <a:lnTo>
                    <a:pt x="4657921" y="2778734"/>
                  </a:lnTo>
                  <a:lnTo>
                    <a:pt x="4644537" y="2778734"/>
                  </a:lnTo>
                  <a:lnTo>
                    <a:pt x="4631152" y="2778734"/>
                  </a:lnTo>
                  <a:lnTo>
                    <a:pt x="4617767" y="2778734"/>
                  </a:lnTo>
                  <a:lnTo>
                    <a:pt x="4604382" y="2778734"/>
                  </a:lnTo>
                  <a:lnTo>
                    <a:pt x="4590997" y="2778734"/>
                  </a:lnTo>
                  <a:lnTo>
                    <a:pt x="4577612" y="2778734"/>
                  </a:lnTo>
                  <a:lnTo>
                    <a:pt x="4564228" y="2778734"/>
                  </a:lnTo>
                  <a:lnTo>
                    <a:pt x="4550843" y="2778734"/>
                  </a:lnTo>
                  <a:lnTo>
                    <a:pt x="4537458" y="2778734"/>
                  </a:lnTo>
                  <a:lnTo>
                    <a:pt x="4524073" y="2778734"/>
                  </a:lnTo>
                  <a:lnTo>
                    <a:pt x="4510688" y="2778734"/>
                  </a:lnTo>
                  <a:lnTo>
                    <a:pt x="4497303" y="2778734"/>
                  </a:lnTo>
                  <a:lnTo>
                    <a:pt x="4483919" y="2778734"/>
                  </a:lnTo>
                  <a:lnTo>
                    <a:pt x="4470534" y="2778734"/>
                  </a:lnTo>
                  <a:lnTo>
                    <a:pt x="4457149" y="2778734"/>
                  </a:lnTo>
                  <a:lnTo>
                    <a:pt x="4443764" y="2778734"/>
                  </a:lnTo>
                  <a:lnTo>
                    <a:pt x="4430379" y="2778734"/>
                  </a:lnTo>
                  <a:lnTo>
                    <a:pt x="4416994" y="2778734"/>
                  </a:lnTo>
                  <a:lnTo>
                    <a:pt x="4403610" y="2778734"/>
                  </a:lnTo>
                  <a:lnTo>
                    <a:pt x="4390225" y="2778734"/>
                  </a:lnTo>
                  <a:lnTo>
                    <a:pt x="4376840" y="2778734"/>
                  </a:lnTo>
                  <a:lnTo>
                    <a:pt x="4363455" y="2778734"/>
                  </a:lnTo>
                  <a:lnTo>
                    <a:pt x="4350070" y="2778734"/>
                  </a:lnTo>
                  <a:lnTo>
                    <a:pt x="4336685" y="2778734"/>
                  </a:lnTo>
                  <a:lnTo>
                    <a:pt x="4323301" y="2778734"/>
                  </a:lnTo>
                  <a:lnTo>
                    <a:pt x="4309916" y="2778734"/>
                  </a:lnTo>
                  <a:lnTo>
                    <a:pt x="4296531" y="2778734"/>
                  </a:lnTo>
                  <a:lnTo>
                    <a:pt x="4283146" y="2778734"/>
                  </a:lnTo>
                  <a:lnTo>
                    <a:pt x="4269761" y="2778734"/>
                  </a:lnTo>
                  <a:lnTo>
                    <a:pt x="4256376" y="2778734"/>
                  </a:lnTo>
                  <a:lnTo>
                    <a:pt x="4242992" y="2778734"/>
                  </a:lnTo>
                  <a:lnTo>
                    <a:pt x="4229607" y="2778734"/>
                  </a:lnTo>
                  <a:lnTo>
                    <a:pt x="4216222" y="2778734"/>
                  </a:lnTo>
                  <a:lnTo>
                    <a:pt x="4202837" y="2778734"/>
                  </a:lnTo>
                  <a:lnTo>
                    <a:pt x="4189452" y="2778734"/>
                  </a:lnTo>
                  <a:lnTo>
                    <a:pt x="4176067" y="2778734"/>
                  </a:lnTo>
                  <a:lnTo>
                    <a:pt x="4162683" y="2778734"/>
                  </a:lnTo>
                  <a:lnTo>
                    <a:pt x="4149298" y="2778734"/>
                  </a:lnTo>
                  <a:lnTo>
                    <a:pt x="4135913" y="2778734"/>
                  </a:lnTo>
                  <a:lnTo>
                    <a:pt x="4122528" y="2778734"/>
                  </a:lnTo>
                  <a:lnTo>
                    <a:pt x="4109143" y="2778734"/>
                  </a:lnTo>
                  <a:lnTo>
                    <a:pt x="4095758" y="2778734"/>
                  </a:lnTo>
                  <a:lnTo>
                    <a:pt x="4082374" y="2778734"/>
                  </a:lnTo>
                  <a:lnTo>
                    <a:pt x="4068989" y="2778734"/>
                  </a:lnTo>
                  <a:lnTo>
                    <a:pt x="4055604" y="2778734"/>
                  </a:lnTo>
                  <a:lnTo>
                    <a:pt x="4042219" y="2778734"/>
                  </a:lnTo>
                  <a:lnTo>
                    <a:pt x="4028834" y="2778734"/>
                  </a:lnTo>
                  <a:lnTo>
                    <a:pt x="4015449" y="2778734"/>
                  </a:lnTo>
                  <a:lnTo>
                    <a:pt x="4002065" y="2778734"/>
                  </a:lnTo>
                  <a:lnTo>
                    <a:pt x="3988680" y="2778734"/>
                  </a:lnTo>
                  <a:lnTo>
                    <a:pt x="3975295" y="2778734"/>
                  </a:lnTo>
                  <a:lnTo>
                    <a:pt x="3961910" y="2778734"/>
                  </a:lnTo>
                  <a:lnTo>
                    <a:pt x="3948525" y="2778734"/>
                  </a:lnTo>
                  <a:lnTo>
                    <a:pt x="3935140" y="2778734"/>
                  </a:lnTo>
                  <a:lnTo>
                    <a:pt x="3921756" y="2778734"/>
                  </a:lnTo>
                  <a:lnTo>
                    <a:pt x="3908371" y="2778734"/>
                  </a:lnTo>
                  <a:lnTo>
                    <a:pt x="3894986" y="2778734"/>
                  </a:lnTo>
                  <a:lnTo>
                    <a:pt x="3881601" y="2778734"/>
                  </a:lnTo>
                  <a:lnTo>
                    <a:pt x="3868216" y="2778734"/>
                  </a:lnTo>
                  <a:lnTo>
                    <a:pt x="3854831" y="2778734"/>
                  </a:lnTo>
                  <a:lnTo>
                    <a:pt x="3841447" y="2778734"/>
                  </a:lnTo>
                  <a:lnTo>
                    <a:pt x="3828062" y="2778734"/>
                  </a:lnTo>
                  <a:lnTo>
                    <a:pt x="3814677" y="2778734"/>
                  </a:lnTo>
                  <a:lnTo>
                    <a:pt x="3801292" y="2778734"/>
                  </a:lnTo>
                  <a:lnTo>
                    <a:pt x="3787907" y="2778734"/>
                  </a:lnTo>
                  <a:lnTo>
                    <a:pt x="3774522" y="2778734"/>
                  </a:lnTo>
                  <a:lnTo>
                    <a:pt x="3761138" y="2778734"/>
                  </a:lnTo>
                  <a:lnTo>
                    <a:pt x="3747753" y="2778734"/>
                  </a:lnTo>
                  <a:lnTo>
                    <a:pt x="3734368" y="2778734"/>
                  </a:lnTo>
                  <a:lnTo>
                    <a:pt x="3720983" y="2778734"/>
                  </a:lnTo>
                  <a:lnTo>
                    <a:pt x="3707598" y="2778734"/>
                  </a:lnTo>
                  <a:lnTo>
                    <a:pt x="3694213" y="2778734"/>
                  </a:lnTo>
                  <a:lnTo>
                    <a:pt x="3680829" y="2778734"/>
                  </a:lnTo>
                  <a:lnTo>
                    <a:pt x="3667444" y="2778734"/>
                  </a:lnTo>
                  <a:lnTo>
                    <a:pt x="3654059" y="2778734"/>
                  </a:lnTo>
                  <a:lnTo>
                    <a:pt x="3640674" y="2778734"/>
                  </a:lnTo>
                  <a:lnTo>
                    <a:pt x="3627289" y="2778734"/>
                  </a:lnTo>
                  <a:lnTo>
                    <a:pt x="3613904" y="2778734"/>
                  </a:lnTo>
                  <a:lnTo>
                    <a:pt x="3600520" y="2778734"/>
                  </a:lnTo>
                  <a:lnTo>
                    <a:pt x="3587135" y="2778734"/>
                  </a:lnTo>
                  <a:lnTo>
                    <a:pt x="3573750" y="2778734"/>
                  </a:lnTo>
                  <a:lnTo>
                    <a:pt x="3560365" y="2778734"/>
                  </a:lnTo>
                  <a:lnTo>
                    <a:pt x="3546980" y="2778734"/>
                  </a:lnTo>
                  <a:lnTo>
                    <a:pt x="3533595" y="2778734"/>
                  </a:lnTo>
                  <a:lnTo>
                    <a:pt x="3520211" y="2778734"/>
                  </a:lnTo>
                  <a:lnTo>
                    <a:pt x="3506826" y="2778734"/>
                  </a:lnTo>
                  <a:lnTo>
                    <a:pt x="3493441" y="2778734"/>
                  </a:lnTo>
                  <a:lnTo>
                    <a:pt x="3480056" y="2778734"/>
                  </a:lnTo>
                  <a:lnTo>
                    <a:pt x="3466671" y="2778734"/>
                  </a:lnTo>
                  <a:lnTo>
                    <a:pt x="3453286" y="2778734"/>
                  </a:lnTo>
                  <a:lnTo>
                    <a:pt x="3439902" y="2778734"/>
                  </a:lnTo>
                  <a:lnTo>
                    <a:pt x="3426517" y="2778734"/>
                  </a:lnTo>
                  <a:lnTo>
                    <a:pt x="3413132" y="2778734"/>
                  </a:lnTo>
                  <a:lnTo>
                    <a:pt x="3399747" y="2778734"/>
                  </a:lnTo>
                  <a:lnTo>
                    <a:pt x="3386362" y="2778734"/>
                  </a:lnTo>
                  <a:lnTo>
                    <a:pt x="3372977" y="2778734"/>
                  </a:lnTo>
                  <a:lnTo>
                    <a:pt x="3359593" y="2778734"/>
                  </a:lnTo>
                  <a:lnTo>
                    <a:pt x="3346208" y="2778734"/>
                  </a:lnTo>
                  <a:lnTo>
                    <a:pt x="3332823" y="2778734"/>
                  </a:lnTo>
                  <a:lnTo>
                    <a:pt x="3319438" y="2778734"/>
                  </a:lnTo>
                  <a:lnTo>
                    <a:pt x="3306053" y="2778734"/>
                  </a:lnTo>
                  <a:lnTo>
                    <a:pt x="3292668" y="2778734"/>
                  </a:lnTo>
                  <a:lnTo>
                    <a:pt x="3279284" y="2778734"/>
                  </a:lnTo>
                  <a:lnTo>
                    <a:pt x="3265899" y="2778734"/>
                  </a:lnTo>
                  <a:lnTo>
                    <a:pt x="3252514" y="2778734"/>
                  </a:lnTo>
                  <a:lnTo>
                    <a:pt x="3239129" y="2778734"/>
                  </a:lnTo>
                  <a:lnTo>
                    <a:pt x="3225744" y="2778734"/>
                  </a:lnTo>
                  <a:lnTo>
                    <a:pt x="3212359" y="2778734"/>
                  </a:lnTo>
                  <a:lnTo>
                    <a:pt x="3198975" y="2778734"/>
                  </a:lnTo>
                  <a:lnTo>
                    <a:pt x="3185590" y="2778734"/>
                  </a:lnTo>
                  <a:lnTo>
                    <a:pt x="3172205" y="2778734"/>
                  </a:lnTo>
                  <a:lnTo>
                    <a:pt x="3158820" y="2778734"/>
                  </a:lnTo>
                  <a:lnTo>
                    <a:pt x="3145435" y="2778734"/>
                  </a:lnTo>
                  <a:lnTo>
                    <a:pt x="3132050" y="2778734"/>
                  </a:lnTo>
                  <a:lnTo>
                    <a:pt x="3118666" y="2778734"/>
                  </a:lnTo>
                  <a:lnTo>
                    <a:pt x="3105281" y="2778734"/>
                  </a:lnTo>
                  <a:lnTo>
                    <a:pt x="3091896" y="2778734"/>
                  </a:lnTo>
                  <a:lnTo>
                    <a:pt x="3078511" y="2778734"/>
                  </a:lnTo>
                  <a:lnTo>
                    <a:pt x="3065126" y="2778734"/>
                  </a:lnTo>
                  <a:lnTo>
                    <a:pt x="3051741" y="2778734"/>
                  </a:lnTo>
                  <a:lnTo>
                    <a:pt x="3038357" y="2778734"/>
                  </a:lnTo>
                  <a:lnTo>
                    <a:pt x="3024972" y="2778734"/>
                  </a:lnTo>
                  <a:lnTo>
                    <a:pt x="3011587" y="2778734"/>
                  </a:lnTo>
                  <a:lnTo>
                    <a:pt x="2998202" y="2778734"/>
                  </a:lnTo>
                  <a:lnTo>
                    <a:pt x="2984817" y="2778734"/>
                  </a:lnTo>
                  <a:lnTo>
                    <a:pt x="2971432" y="2778734"/>
                  </a:lnTo>
                  <a:lnTo>
                    <a:pt x="2958048" y="2778734"/>
                  </a:lnTo>
                  <a:lnTo>
                    <a:pt x="2944663" y="2778734"/>
                  </a:lnTo>
                  <a:lnTo>
                    <a:pt x="2931278" y="2778734"/>
                  </a:lnTo>
                  <a:lnTo>
                    <a:pt x="2917893" y="2778734"/>
                  </a:lnTo>
                  <a:lnTo>
                    <a:pt x="2904508" y="2778734"/>
                  </a:lnTo>
                  <a:lnTo>
                    <a:pt x="2891123" y="2778734"/>
                  </a:lnTo>
                  <a:lnTo>
                    <a:pt x="2877739" y="2778734"/>
                  </a:lnTo>
                  <a:lnTo>
                    <a:pt x="2864354" y="2778734"/>
                  </a:lnTo>
                  <a:lnTo>
                    <a:pt x="2850969" y="2778734"/>
                  </a:lnTo>
                  <a:lnTo>
                    <a:pt x="2837584" y="2778734"/>
                  </a:lnTo>
                  <a:lnTo>
                    <a:pt x="2824199" y="2778734"/>
                  </a:lnTo>
                  <a:lnTo>
                    <a:pt x="2810814" y="2778734"/>
                  </a:lnTo>
                  <a:lnTo>
                    <a:pt x="2797430" y="2778734"/>
                  </a:lnTo>
                  <a:lnTo>
                    <a:pt x="2784045" y="2778734"/>
                  </a:lnTo>
                  <a:lnTo>
                    <a:pt x="2770660" y="2778734"/>
                  </a:lnTo>
                  <a:lnTo>
                    <a:pt x="2757275" y="2778734"/>
                  </a:lnTo>
                  <a:lnTo>
                    <a:pt x="2743890" y="2778734"/>
                  </a:lnTo>
                  <a:lnTo>
                    <a:pt x="2730505" y="2778734"/>
                  </a:lnTo>
                  <a:lnTo>
                    <a:pt x="2717121" y="2778734"/>
                  </a:lnTo>
                  <a:lnTo>
                    <a:pt x="2703736" y="2778734"/>
                  </a:lnTo>
                  <a:lnTo>
                    <a:pt x="2690351" y="2778734"/>
                  </a:lnTo>
                  <a:lnTo>
                    <a:pt x="2676966" y="2778734"/>
                  </a:lnTo>
                  <a:lnTo>
                    <a:pt x="2663581" y="2778734"/>
                  </a:lnTo>
                  <a:lnTo>
                    <a:pt x="2650196" y="2778734"/>
                  </a:lnTo>
                  <a:lnTo>
                    <a:pt x="2636812" y="2778734"/>
                  </a:lnTo>
                  <a:lnTo>
                    <a:pt x="2623427" y="2778734"/>
                  </a:lnTo>
                  <a:lnTo>
                    <a:pt x="2610042" y="2778734"/>
                  </a:lnTo>
                  <a:lnTo>
                    <a:pt x="2596657" y="2778734"/>
                  </a:lnTo>
                  <a:lnTo>
                    <a:pt x="2583272" y="2778734"/>
                  </a:lnTo>
                  <a:lnTo>
                    <a:pt x="2569887" y="2778734"/>
                  </a:lnTo>
                  <a:lnTo>
                    <a:pt x="2556503" y="2778734"/>
                  </a:lnTo>
                  <a:lnTo>
                    <a:pt x="2543118" y="2778734"/>
                  </a:lnTo>
                  <a:lnTo>
                    <a:pt x="2529733" y="2778734"/>
                  </a:lnTo>
                  <a:lnTo>
                    <a:pt x="2516348" y="2778734"/>
                  </a:lnTo>
                  <a:lnTo>
                    <a:pt x="2502963" y="2778734"/>
                  </a:lnTo>
                  <a:lnTo>
                    <a:pt x="2489578" y="2778734"/>
                  </a:lnTo>
                  <a:lnTo>
                    <a:pt x="2476194" y="2778734"/>
                  </a:lnTo>
                  <a:lnTo>
                    <a:pt x="2462809" y="2778734"/>
                  </a:lnTo>
                  <a:lnTo>
                    <a:pt x="2449424" y="2778734"/>
                  </a:lnTo>
                  <a:lnTo>
                    <a:pt x="2436039" y="2778734"/>
                  </a:lnTo>
                  <a:lnTo>
                    <a:pt x="2422654" y="2778734"/>
                  </a:lnTo>
                  <a:lnTo>
                    <a:pt x="2409269" y="2778734"/>
                  </a:lnTo>
                  <a:lnTo>
                    <a:pt x="2395885" y="2778734"/>
                  </a:lnTo>
                  <a:lnTo>
                    <a:pt x="2382500" y="2778734"/>
                  </a:lnTo>
                  <a:lnTo>
                    <a:pt x="2369115" y="2778734"/>
                  </a:lnTo>
                  <a:lnTo>
                    <a:pt x="2355730" y="2778734"/>
                  </a:lnTo>
                  <a:lnTo>
                    <a:pt x="2342345" y="2778734"/>
                  </a:lnTo>
                  <a:lnTo>
                    <a:pt x="2328960" y="2778734"/>
                  </a:lnTo>
                  <a:lnTo>
                    <a:pt x="2315576" y="2778734"/>
                  </a:lnTo>
                  <a:lnTo>
                    <a:pt x="2302191" y="2778734"/>
                  </a:lnTo>
                  <a:lnTo>
                    <a:pt x="2288806" y="2778734"/>
                  </a:lnTo>
                  <a:lnTo>
                    <a:pt x="2275421" y="2778734"/>
                  </a:lnTo>
                  <a:lnTo>
                    <a:pt x="2262036" y="2778734"/>
                  </a:lnTo>
                  <a:lnTo>
                    <a:pt x="2248651" y="2778734"/>
                  </a:lnTo>
                  <a:lnTo>
                    <a:pt x="2235267" y="2778734"/>
                  </a:lnTo>
                  <a:lnTo>
                    <a:pt x="2221882" y="2778734"/>
                  </a:lnTo>
                  <a:lnTo>
                    <a:pt x="2208497" y="2778734"/>
                  </a:lnTo>
                  <a:lnTo>
                    <a:pt x="2195112" y="2778734"/>
                  </a:lnTo>
                  <a:lnTo>
                    <a:pt x="2181727" y="2778734"/>
                  </a:lnTo>
                  <a:lnTo>
                    <a:pt x="2168342" y="2778734"/>
                  </a:lnTo>
                  <a:lnTo>
                    <a:pt x="2154958" y="2778734"/>
                  </a:lnTo>
                  <a:lnTo>
                    <a:pt x="2141573" y="2778734"/>
                  </a:lnTo>
                  <a:lnTo>
                    <a:pt x="2128188" y="2778734"/>
                  </a:lnTo>
                  <a:lnTo>
                    <a:pt x="2114803" y="2778734"/>
                  </a:lnTo>
                  <a:lnTo>
                    <a:pt x="2101418" y="2778734"/>
                  </a:lnTo>
                  <a:lnTo>
                    <a:pt x="2088033" y="2778734"/>
                  </a:lnTo>
                  <a:lnTo>
                    <a:pt x="2074649" y="2778734"/>
                  </a:lnTo>
                  <a:lnTo>
                    <a:pt x="2061264" y="2778734"/>
                  </a:lnTo>
                  <a:lnTo>
                    <a:pt x="2047879" y="2778734"/>
                  </a:lnTo>
                  <a:lnTo>
                    <a:pt x="2034494" y="2778734"/>
                  </a:lnTo>
                  <a:lnTo>
                    <a:pt x="2021109" y="2778734"/>
                  </a:lnTo>
                  <a:lnTo>
                    <a:pt x="2007724" y="2778734"/>
                  </a:lnTo>
                  <a:lnTo>
                    <a:pt x="1994340" y="2778734"/>
                  </a:lnTo>
                  <a:lnTo>
                    <a:pt x="1980955" y="2778734"/>
                  </a:lnTo>
                  <a:lnTo>
                    <a:pt x="1967570" y="2778734"/>
                  </a:lnTo>
                  <a:lnTo>
                    <a:pt x="1954185" y="2778734"/>
                  </a:lnTo>
                  <a:lnTo>
                    <a:pt x="1940800" y="2778734"/>
                  </a:lnTo>
                  <a:lnTo>
                    <a:pt x="1927415" y="2778734"/>
                  </a:lnTo>
                  <a:lnTo>
                    <a:pt x="1914031" y="2778734"/>
                  </a:lnTo>
                  <a:lnTo>
                    <a:pt x="1900646" y="2778734"/>
                  </a:lnTo>
                  <a:lnTo>
                    <a:pt x="1887261" y="2778734"/>
                  </a:lnTo>
                  <a:lnTo>
                    <a:pt x="1873876" y="2778734"/>
                  </a:lnTo>
                  <a:lnTo>
                    <a:pt x="1860491" y="2778734"/>
                  </a:lnTo>
                  <a:lnTo>
                    <a:pt x="1847106" y="2778734"/>
                  </a:lnTo>
                  <a:lnTo>
                    <a:pt x="1833722" y="2778734"/>
                  </a:lnTo>
                  <a:lnTo>
                    <a:pt x="1820337" y="2778734"/>
                  </a:lnTo>
                  <a:lnTo>
                    <a:pt x="1806952" y="2778734"/>
                  </a:lnTo>
                  <a:lnTo>
                    <a:pt x="1793567" y="2778734"/>
                  </a:lnTo>
                  <a:lnTo>
                    <a:pt x="1780182" y="2778734"/>
                  </a:lnTo>
                  <a:lnTo>
                    <a:pt x="1766797" y="2778734"/>
                  </a:lnTo>
                  <a:lnTo>
                    <a:pt x="1753413" y="2778734"/>
                  </a:lnTo>
                  <a:lnTo>
                    <a:pt x="1740028" y="2778734"/>
                  </a:lnTo>
                  <a:lnTo>
                    <a:pt x="1726643" y="2778734"/>
                  </a:lnTo>
                  <a:lnTo>
                    <a:pt x="1713258" y="2778734"/>
                  </a:lnTo>
                  <a:lnTo>
                    <a:pt x="1699873" y="2778734"/>
                  </a:lnTo>
                  <a:lnTo>
                    <a:pt x="1686488" y="2778734"/>
                  </a:lnTo>
                  <a:lnTo>
                    <a:pt x="1673104" y="2778734"/>
                  </a:lnTo>
                  <a:lnTo>
                    <a:pt x="1659719" y="2778734"/>
                  </a:lnTo>
                  <a:lnTo>
                    <a:pt x="1646334" y="2778734"/>
                  </a:lnTo>
                  <a:lnTo>
                    <a:pt x="1632949" y="2778734"/>
                  </a:lnTo>
                  <a:lnTo>
                    <a:pt x="1619564" y="2778734"/>
                  </a:lnTo>
                  <a:lnTo>
                    <a:pt x="1606179" y="2778734"/>
                  </a:lnTo>
                  <a:lnTo>
                    <a:pt x="1592795" y="2778734"/>
                  </a:lnTo>
                  <a:lnTo>
                    <a:pt x="1579410" y="2778734"/>
                  </a:lnTo>
                  <a:lnTo>
                    <a:pt x="1566025" y="2778734"/>
                  </a:lnTo>
                  <a:lnTo>
                    <a:pt x="1552640" y="2778734"/>
                  </a:lnTo>
                  <a:lnTo>
                    <a:pt x="1539255" y="2778734"/>
                  </a:lnTo>
                  <a:lnTo>
                    <a:pt x="1525870" y="2778734"/>
                  </a:lnTo>
                  <a:lnTo>
                    <a:pt x="1512486" y="2778734"/>
                  </a:lnTo>
                  <a:lnTo>
                    <a:pt x="1499101" y="2778734"/>
                  </a:lnTo>
                  <a:lnTo>
                    <a:pt x="1485716" y="2778734"/>
                  </a:lnTo>
                  <a:lnTo>
                    <a:pt x="1472331" y="2778734"/>
                  </a:lnTo>
                  <a:lnTo>
                    <a:pt x="1458946" y="2778734"/>
                  </a:lnTo>
                  <a:lnTo>
                    <a:pt x="1445561" y="2778734"/>
                  </a:lnTo>
                  <a:lnTo>
                    <a:pt x="1432177" y="2778734"/>
                  </a:lnTo>
                  <a:lnTo>
                    <a:pt x="1418792" y="2778734"/>
                  </a:lnTo>
                  <a:lnTo>
                    <a:pt x="1405407" y="2778734"/>
                  </a:lnTo>
                  <a:lnTo>
                    <a:pt x="1392022" y="2778734"/>
                  </a:lnTo>
                  <a:lnTo>
                    <a:pt x="1378637" y="2778734"/>
                  </a:lnTo>
                  <a:lnTo>
                    <a:pt x="1365252" y="2778734"/>
                  </a:lnTo>
                  <a:lnTo>
                    <a:pt x="1351868" y="2778734"/>
                  </a:lnTo>
                  <a:lnTo>
                    <a:pt x="1338483" y="2778734"/>
                  </a:lnTo>
                  <a:lnTo>
                    <a:pt x="1325098" y="2778734"/>
                  </a:lnTo>
                  <a:lnTo>
                    <a:pt x="1311713" y="2778734"/>
                  </a:lnTo>
                  <a:lnTo>
                    <a:pt x="1298328" y="2778734"/>
                  </a:lnTo>
                  <a:lnTo>
                    <a:pt x="1284943" y="2778734"/>
                  </a:lnTo>
                  <a:lnTo>
                    <a:pt x="1271559" y="2778734"/>
                  </a:lnTo>
                  <a:lnTo>
                    <a:pt x="1258174" y="2778734"/>
                  </a:lnTo>
                  <a:lnTo>
                    <a:pt x="1244789" y="2778734"/>
                  </a:lnTo>
                  <a:lnTo>
                    <a:pt x="1231404" y="2778734"/>
                  </a:lnTo>
                  <a:lnTo>
                    <a:pt x="1218019" y="2778734"/>
                  </a:lnTo>
                  <a:lnTo>
                    <a:pt x="1204634" y="2778734"/>
                  </a:lnTo>
                  <a:lnTo>
                    <a:pt x="1191250" y="2778734"/>
                  </a:lnTo>
                  <a:lnTo>
                    <a:pt x="1177865" y="2778734"/>
                  </a:lnTo>
                  <a:lnTo>
                    <a:pt x="1164480" y="2778734"/>
                  </a:lnTo>
                  <a:lnTo>
                    <a:pt x="1151095" y="2778734"/>
                  </a:lnTo>
                  <a:lnTo>
                    <a:pt x="1137710" y="2778734"/>
                  </a:lnTo>
                  <a:lnTo>
                    <a:pt x="1124325" y="2778734"/>
                  </a:lnTo>
                  <a:lnTo>
                    <a:pt x="1110941" y="2778734"/>
                  </a:lnTo>
                  <a:lnTo>
                    <a:pt x="1097556" y="2778734"/>
                  </a:lnTo>
                  <a:lnTo>
                    <a:pt x="1084171" y="2778734"/>
                  </a:lnTo>
                  <a:lnTo>
                    <a:pt x="1070786" y="2778734"/>
                  </a:lnTo>
                  <a:lnTo>
                    <a:pt x="1057401" y="2778734"/>
                  </a:lnTo>
                  <a:lnTo>
                    <a:pt x="1044016" y="2778734"/>
                  </a:lnTo>
                  <a:lnTo>
                    <a:pt x="1030632" y="2778734"/>
                  </a:lnTo>
                  <a:lnTo>
                    <a:pt x="1017247" y="2778734"/>
                  </a:lnTo>
                  <a:lnTo>
                    <a:pt x="1003862" y="2778734"/>
                  </a:lnTo>
                  <a:lnTo>
                    <a:pt x="990477" y="2778734"/>
                  </a:lnTo>
                  <a:lnTo>
                    <a:pt x="977092" y="2778734"/>
                  </a:lnTo>
                  <a:lnTo>
                    <a:pt x="963707" y="2778734"/>
                  </a:lnTo>
                  <a:lnTo>
                    <a:pt x="950323" y="2778734"/>
                  </a:lnTo>
                  <a:lnTo>
                    <a:pt x="936938" y="2778734"/>
                  </a:lnTo>
                  <a:lnTo>
                    <a:pt x="923553" y="2778734"/>
                  </a:lnTo>
                  <a:lnTo>
                    <a:pt x="910168" y="2778734"/>
                  </a:lnTo>
                  <a:lnTo>
                    <a:pt x="896783" y="2778734"/>
                  </a:lnTo>
                  <a:lnTo>
                    <a:pt x="883398" y="2778734"/>
                  </a:lnTo>
                  <a:lnTo>
                    <a:pt x="870014" y="2778734"/>
                  </a:lnTo>
                  <a:lnTo>
                    <a:pt x="856629" y="2778734"/>
                  </a:lnTo>
                  <a:lnTo>
                    <a:pt x="843244" y="2778734"/>
                  </a:lnTo>
                  <a:lnTo>
                    <a:pt x="829859" y="2778734"/>
                  </a:lnTo>
                  <a:lnTo>
                    <a:pt x="816474" y="2778734"/>
                  </a:lnTo>
                  <a:lnTo>
                    <a:pt x="803089" y="2778734"/>
                  </a:lnTo>
                  <a:lnTo>
                    <a:pt x="789705" y="2778734"/>
                  </a:lnTo>
                  <a:lnTo>
                    <a:pt x="776320" y="2778734"/>
                  </a:lnTo>
                  <a:lnTo>
                    <a:pt x="762935" y="2778734"/>
                  </a:lnTo>
                  <a:lnTo>
                    <a:pt x="749550" y="2778734"/>
                  </a:lnTo>
                  <a:lnTo>
                    <a:pt x="736165" y="2778734"/>
                  </a:lnTo>
                  <a:lnTo>
                    <a:pt x="722780" y="2778734"/>
                  </a:lnTo>
                  <a:lnTo>
                    <a:pt x="709396" y="2778734"/>
                  </a:lnTo>
                  <a:lnTo>
                    <a:pt x="696011" y="2778734"/>
                  </a:lnTo>
                  <a:lnTo>
                    <a:pt x="682626" y="2778734"/>
                  </a:lnTo>
                  <a:lnTo>
                    <a:pt x="669241" y="2778734"/>
                  </a:lnTo>
                  <a:lnTo>
                    <a:pt x="655856" y="2778734"/>
                  </a:lnTo>
                  <a:lnTo>
                    <a:pt x="642471" y="2778734"/>
                  </a:lnTo>
                  <a:lnTo>
                    <a:pt x="629087" y="2778734"/>
                  </a:lnTo>
                  <a:lnTo>
                    <a:pt x="615702" y="2778734"/>
                  </a:lnTo>
                  <a:lnTo>
                    <a:pt x="602317" y="2778734"/>
                  </a:lnTo>
                  <a:lnTo>
                    <a:pt x="588932" y="2778734"/>
                  </a:lnTo>
                  <a:lnTo>
                    <a:pt x="575547" y="2778734"/>
                  </a:lnTo>
                  <a:lnTo>
                    <a:pt x="562162" y="2778734"/>
                  </a:lnTo>
                  <a:lnTo>
                    <a:pt x="548778" y="2778734"/>
                  </a:lnTo>
                  <a:lnTo>
                    <a:pt x="535393" y="2778734"/>
                  </a:lnTo>
                  <a:lnTo>
                    <a:pt x="522008" y="2778734"/>
                  </a:lnTo>
                  <a:lnTo>
                    <a:pt x="508623" y="2778734"/>
                  </a:lnTo>
                  <a:lnTo>
                    <a:pt x="495238" y="2778734"/>
                  </a:lnTo>
                  <a:lnTo>
                    <a:pt x="481853" y="2778734"/>
                  </a:lnTo>
                  <a:lnTo>
                    <a:pt x="468469" y="2778734"/>
                  </a:lnTo>
                  <a:lnTo>
                    <a:pt x="455084" y="2778734"/>
                  </a:lnTo>
                  <a:lnTo>
                    <a:pt x="441699" y="2778734"/>
                  </a:lnTo>
                  <a:lnTo>
                    <a:pt x="428314" y="2778734"/>
                  </a:lnTo>
                  <a:lnTo>
                    <a:pt x="414929" y="2778734"/>
                  </a:lnTo>
                  <a:lnTo>
                    <a:pt x="401544" y="2778734"/>
                  </a:lnTo>
                  <a:lnTo>
                    <a:pt x="388160" y="2778734"/>
                  </a:lnTo>
                  <a:lnTo>
                    <a:pt x="374775" y="2778734"/>
                  </a:lnTo>
                  <a:lnTo>
                    <a:pt x="361390" y="2778734"/>
                  </a:lnTo>
                  <a:lnTo>
                    <a:pt x="348005" y="2778734"/>
                  </a:lnTo>
                  <a:lnTo>
                    <a:pt x="334620" y="2778734"/>
                  </a:lnTo>
                  <a:lnTo>
                    <a:pt x="321235" y="2778734"/>
                  </a:lnTo>
                  <a:lnTo>
                    <a:pt x="307851" y="2778734"/>
                  </a:lnTo>
                  <a:lnTo>
                    <a:pt x="294466" y="2778734"/>
                  </a:lnTo>
                  <a:lnTo>
                    <a:pt x="281081" y="2778734"/>
                  </a:lnTo>
                  <a:lnTo>
                    <a:pt x="267696" y="2778734"/>
                  </a:lnTo>
                  <a:lnTo>
                    <a:pt x="254311" y="2778734"/>
                  </a:lnTo>
                  <a:lnTo>
                    <a:pt x="240926" y="2778734"/>
                  </a:lnTo>
                  <a:lnTo>
                    <a:pt x="227542" y="2778734"/>
                  </a:lnTo>
                  <a:lnTo>
                    <a:pt x="214157" y="2778734"/>
                  </a:lnTo>
                  <a:lnTo>
                    <a:pt x="200772" y="2778734"/>
                  </a:lnTo>
                  <a:lnTo>
                    <a:pt x="187387" y="2778734"/>
                  </a:lnTo>
                  <a:lnTo>
                    <a:pt x="174002" y="2778734"/>
                  </a:lnTo>
                  <a:lnTo>
                    <a:pt x="160617" y="2778734"/>
                  </a:lnTo>
                  <a:lnTo>
                    <a:pt x="147233" y="2778734"/>
                  </a:lnTo>
                  <a:lnTo>
                    <a:pt x="133848" y="2778734"/>
                  </a:lnTo>
                  <a:lnTo>
                    <a:pt x="120463" y="2778734"/>
                  </a:lnTo>
                  <a:lnTo>
                    <a:pt x="107078" y="2778734"/>
                  </a:lnTo>
                  <a:lnTo>
                    <a:pt x="93693" y="2778734"/>
                  </a:lnTo>
                  <a:lnTo>
                    <a:pt x="80308" y="2778734"/>
                  </a:lnTo>
                  <a:lnTo>
                    <a:pt x="66924" y="2778734"/>
                  </a:lnTo>
                  <a:lnTo>
                    <a:pt x="53539" y="2778734"/>
                  </a:lnTo>
                  <a:lnTo>
                    <a:pt x="40154" y="2778734"/>
                  </a:lnTo>
                  <a:lnTo>
                    <a:pt x="26769" y="2778734"/>
                  </a:lnTo>
                  <a:lnTo>
                    <a:pt x="13384" y="2778734"/>
                  </a:lnTo>
                  <a:lnTo>
                    <a:pt x="0" y="2778734"/>
                  </a:lnTo>
                  <a:close/>
                </a:path>
              </a:pathLst>
            </a:custGeom>
            <a:solidFill>
              <a:srgbClr val="7F7F7F">
                <a:alpha val="34901"/>
              </a:srgbClr>
            </a:solidFill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1429252" y="2768891"/>
              <a:ext cx="6839649" cy="2722673"/>
            </a:xfrm>
            <a:custGeom>
              <a:avLst/>
              <a:pathLst>
                <a:path w="6839649" h="2722673">
                  <a:moveTo>
                    <a:pt x="0" y="2632813"/>
                  </a:moveTo>
                  <a:lnTo>
                    <a:pt x="13384" y="2629424"/>
                  </a:lnTo>
                  <a:lnTo>
                    <a:pt x="26769" y="2626083"/>
                  </a:lnTo>
                  <a:lnTo>
                    <a:pt x="40154" y="2622823"/>
                  </a:lnTo>
                  <a:lnTo>
                    <a:pt x="53539" y="2619617"/>
                  </a:lnTo>
                  <a:lnTo>
                    <a:pt x="66924" y="2616463"/>
                  </a:lnTo>
                  <a:lnTo>
                    <a:pt x="80308" y="2613372"/>
                  </a:lnTo>
                  <a:lnTo>
                    <a:pt x="93693" y="2610351"/>
                  </a:lnTo>
                  <a:lnTo>
                    <a:pt x="107078" y="2607375"/>
                  </a:lnTo>
                  <a:lnTo>
                    <a:pt x="120463" y="2604445"/>
                  </a:lnTo>
                  <a:lnTo>
                    <a:pt x="133848" y="2601579"/>
                  </a:lnTo>
                  <a:lnTo>
                    <a:pt x="147233" y="2598749"/>
                  </a:lnTo>
                  <a:lnTo>
                    <a:pt x="160617" y="2595950"/>
                  </a:lnTo>
                  <a:lnTo>
                    <a:pt x="174002" y="2593183"/>
                  </a:lnTo>
                  <a:lnTo>
                    <a:pt x="187387" y="2590439"/>
                  </a:lnTo>
                  <a:lnTo>
                    <a:pt x="200772" y="2587703"/>
                  </a:lnTo>
                  <a:lnTo>
                    <a:pt x="214157" y="2584971"/>
                  </a:lnTo>
                  <a:lnTo>
                    <a:pt x="227542" y="2582228"/>
                  </a:lnTo>
                  <a:lnTo>
                    <a:pt x="240926" y="2579461"/>
                  </a:lnTo>
                  <a:lnTo>
                    <a:pt x="254311" y="2576668"/>
                  </a:lnTo>
                  <a:lnTo>
                    <a:pt x="267696" y="2573831"/>
                  </a:lnTo>
                  <a:lnTo>
                    <a:pt x="281081" y="2570921"/>
                  </a:lnTo>
                  <a:lnTo>
                    <a:pt x="294466" y="2567947"/>
                  </a:lnTo>
                  <a:lnTo>
                    <a:pt x="307851" y="2564903"/>
                  </a:lnTo>
                  <a:lnTo>
                    <a:pt x="321235" y="2561732"/>
                  </a:lnTo>
                  <a:lnTo>
                    <a:pt x="334620" y="2558445"/>
                  </a:lnTo>
                  <a:lnTo>
                    <a:pt x="348005" y="2555049"/>
                  </a:lnTo>
                  <a:lnTo>
                    <a:pt x="361390" y="2551514"/>
                  </a:lnTo>
                  <a:lnTo>
                    <a:pt x="374775" y="2547777"/>
                  </a:lnTo>
                  <a:lnTo>
                    <a:pt x="388160" y="2543891"/>
                  </a:lnTo>
                  <a:lnTo>
                    <a:pt x="401544" y="2539850"/>
                  </a:lnTo>
                  <a:lnTo>
                    <a:pt x="414929" y="2535557"/>
                  </a:lnTo>
                  <a:lnTo>
                    <a:pt x="428314" y="2531049"/>
                  </a:lnTo>
                  <a:lnTo>
                    <a:pt x="441699" y="2526349"/>
                  </a:lnTo>
                  <a:lnTo>
                    <a:pt x="455084" y="2521420"/>
                  </a:lnTo>
                  <a:lnTo>
                    <a:pt x="468469" y="2516170"/>
                  </a:lnTo>
                  <a:lnTo>
                    <a:pt x="481853" y="2510698"/>
                  </a:lnTo>
                  <a:lnTo>
                    <a:pt x="495238" y="2505000"/>
                  </a:lnTo>
                  <a:lnTo>
                    <a:pt x="508623" y="2498956"/>
                  </a:lnTo>
                  <a:lnTo>
                    <a:pt x="522008" y="2492622"/>
                  </a:lnTo>
                  <a:lnTo>
                    <a:pt x="535393" y="2486039"/>
                  </a:lnTo>
                  <a:lnTo>
                    <a:pt x="548778" y="2479174"/>
                  </a:lnTo>
                  <a:lnTo>
                    <a:pt x="562162" y="2471916"/>
                  </a:lnTo>
                  <a:lnTo>
                    <a:pt x="575547" y="2464397"/>
                  </a:lnTo>
                  <a:lnTo>
                    <a:pt x="588932" y="2456618"/>
                  </a:lnTo>
                  <a:lnTo>
                    <a:pt x="602317" y="2448462"/>
                  </a:lnTo>
                  <a:lnTo>
                    <a:pt x="615702" y="2439988"/>
                  </a:lnTo>
                  <a:lnTo>
                    <a:pt x="629087" y="2431253"/>
                  </a:lnTo>
                  <a:lnTo>
                    <a:pt x="642471" y="2422235"/>
                  </a:lnTo>
                  <a:lnTo>
                    <a:pt x="655856" y="2412819"/>
                  </a:lnTo>
                  <a:lnTo>
                    <a:pt x="669241" y="2403154"/>
                  </a:lnTo>
                  <a:lnTo>
                    <a:pt x="682626" y="2393243"/>
                  </a:lnTo>
                  <a:lnTo>
                    <a:pt x="696011" y="2382990"/>
                  </a:lnTo>
                  <a:lnTo>
                    <a:pt x="709396" y="2372451"/>
                  </a:lnTo>
                  <a:lnTo>
                    <a:pt x="722780" y="2361686"/>
                  </a:lnTo>
                  <a:lnTo>
                    <a:pt x="736165" y="2350685"/>
                  </a:lnTo>
                  <a:lnTo>
                    <a:pt x="749550" y="2339353"/>
                  </a:lnTo>
                  <a:lnTo>
                    <a:pt x="762935" y="2327825"/>
                  </a:lnTo>
                  <a:lnTo>
                    <a:pt x="776320" y="2316106"/>
                  </a:lnTo>
                  <a:lnTo>
                    <a:pt x="789705" y="2304136"/>
                  </a:lnTo>
                  <a:lnTo>
                    <a:pt x="803089" y="2291955"/>
                  </a:lnTo>
                  <a:lnTo>
                    <a:pt x="816474" y="2279616"/>
                  </a:lnTo>
                  <a:lnTo>
                    <a:pt x="829859" y="2267120"/>
                  </a:lnTo>
                  <a:lnTo>
                    <a:pt x="843244" y="2254405"/>
                  </a:lnTo>
                  <a:lnTo>
                    <a:pt x="856629" y="2241570"/>
                  </a:lnTo>
                  <a:lnTo>
                    <a:pt x="870014" y="2228619"/>
                  </a:lnTo>
                  <a:lnTo>
                    <a:pt x="883398" y="2215526"/>
                  </a:lnTo>
                  <a:lnTo>
                    <a:pt x="896783" y="2202315"/>
                  </a:lnTo>
                  <a:lnTo>
                    <a:pt x="910168" y="2189024"/>
                  </a:lnTo>
                  <a:lnTo>
                    <a:pt x="923553" y="2175656"/>
                  </a:lnTo>
                  <a:lnTo>
                    <a:pt x="936938" y="2162184"/>
                  </a:lnTo>
                  <a:lnTo>
                    <a:pt x="950323" y="2148662"/>
                  </a:lnTo>
                  <a:lnTo>
                    <a:pt x="963707" y="2135093"/>
                  </a:lnTo>
                  <a:lnTo>
                    <a:pt x="977092" y="2121470"/>
                  </a:lnTo>
                  <a:lnTo>
                    <a:pt x="990477" y="2107807"/>
                  </a:lnTo>
                  <a:lnTo>
                    <a:pt x="1003862" y="2094119"/>
                  </a:lnTo>
                  <a:lnTo>
                    <a:pt x="1017247" y="2080408"/>
                  </a:lnTo>
                  <a:lnTo>
                    <a:pt x="1030632" y="2066670"/>
                  </a:lnTo>
                  <a:lnTo>
                    <a:pt x="1044016" y="2052920"/>
                  </a:lnTo>
                  <a:lnTo>
                    <a:pt x="1057401" y="2039158"/>
                  </a:lnTo>
                  <a:lnTo>
                    <a:pt x="1070786" y="2025384"/>
                  </a:lnTo>
                  <a:lnTo>
                    <a:pt x="1084171" y="2011597"/>
                  </a:lnTo>
                  <a:lnTo>
                    <a:pt x="1097556" y="1997800"/>
                  </a:lnTo>
                  <a:lnTo>
                    <a:pt x="1110941" y="1983993"/>
                  </a:lnTo>
                  <a:lnTo>
                    <a:pt x="1124325" y="1970163"/>
                  </a:lnTo>
                  <a:lnTo>
                    <a:pt x="1137710" y="1956314"/>
                  </a:lnTo>
                  <a:lnTo>
                    <a:pt x="1151095" y="1942444"/>
                  </a:lnTo>
                  <a:lnTo>
                    <a:pt x="1164480" y="1928541"/>
                  </a:lnTo>
                  <a:lnTo>
                    <a:pt x="1177865" y="1914592"/>
                  </a:lnTo>
                  <a:lnTo>
                    <a:pt x="1191250" y="1900602"/>
                  </a:lnTo>
                  <a:lnTo>
                    <a:pt x="1204634" y="1886568"/>
                  </a:lnTo>
                  <a:lnTo>
                    <a:pt x="1218019" y="1872446"/>
                  </a:lnTo>
                  <a:lnTo>
                    <a:pt x="1231404" y="1858253"/>
                  </a:lnTo>
                  <a:lnTo>
                    <a:pt x="1244789" y="1843988"/>
                  </a:lnTo>
                  <a:lnTo>
                    <a:pt x="1258174" y="1829621"/>
                  </a:lnTo>
                  <a:lnTo>
                    <a:pt x="1271559" y="1815122"/>
                  </a:lnTo>
                  <a:lnTo>
                    <a:pt x="1284943" y="1800518"/>
                  </a:lnTo>
                  <a:lnTo>
                    <a:pt x="1298328" y="1785804"/>
                  </a:lnTo>
                  <a:lnTo>
                    <a:pt x="1311713" y="1770894"/>
                  </a:lnTo>
                  <a:lnTo>
                    <a:pt x="1325098" y="1755834"/>
                  </a:lnTo>
                  <a:lnTo>
                    <a:pt x="1338483" y="1740629"/>
                  </a:lnTo>
                  <a:lnTo>
                    <a:pt x="1351868" y="1725235"/>
                  </a:lnTo>
                  <a:lnTo>
                    <a:pt x="1365252" y="1709603"/>
                  </a:lnTo>
                  <a:lnTo>
                    <a:pt x="1378637" y="1693793"/>
                  </a:lnTo>
                  <a:lnTo>
                    <a:pt x="1392022" y="1677801"/>
                  </a:lnTo>
                  <a:lnTo>
                    <a:pt x="1405407" y="1661510"/>
                  </a:lnTo>
                  <a:lnTo>
                    <a:pt x="1418792" y="1644993"/>
                  </a:lnTo>
                  <a:lnTo>
                    <a:pt x="1432177" y="1628268"/>
                  </a:lnTo>
                  <a:lnTo>
                    <a:pt x="1445561" y="1611284"/>
                  </a:lnTo>
                  <a:lnTo>
                    <a:pt x="1458946" y="1593979"/>
                  </a:lnTo>
                  <a:lnTo>
                    <a:pt x="1472331" y="1576447"/>
                  </a:lnTo>
                  <a:lnTo>
                    <a:pt x="1485716" y="1558687"/>
                  </a:lnTo>
                  <a:lnTo>
                    <a:pt x="1499101" y="1540573"/>
                  </a:lnTo>
                  <a:lnTo>
                    <a:pt x="1512486" y="1522195"/>
                  </a:lnTo>
                  <a:lnTo>
                    <a:pt x="1525870" y="1503583"/>
                  </a:lnTo>
                  <a:lnTo>
                    <a:pt x="1539255" y="1484694"/>
                  </a:lnTo>
                  <a:lnTo>
                    <a:pt x="1552640" y="1465465"/>
                  </a:lnTo>
                  <a:lnTo>
                    <a:pt x="1566025" y="1446010"/>
                  </a:lnTo>
                  <a:lnTo>
                    <a:pt x="1579410" y="1426329"/>
                  </a:lnTo>
                  <a:lnTo>
                    <a:pt x="1592795" y="1406322"/>
                  </a:lnTo>
                  <a:lnTo>
                    <a:pt x="1606179" y="1386073"/>
                  </a:lnTo>
                  <a:lnTo>
                    <a:pt x="1619564" y="1365622"/>
                  </a:lnTo>
                  <a:lnTo>
                    <a:pt x="1632949" y="1344943"/>
                  </a:lnTo>
                  <a:lnTo>
                    <a:pt x="1646334" y="1323993"/>
                  </a:lnTo>
                  <a:lnTo>
                    <a:pt x="1659719" y="1302875"/>
                  </a:lnTo>
                  <a:lnTo>
                    <a:pt x="1673104" y="1281595"/>
                  </a:lnTo>
                  <a:lnTo>
                    <a:pt x="1686488" y="1260100"/>
                  </a:lnTo>
                  <a:lnTo>
                    <a:pt x="1699873" y="1238457"/>
                  </a:lnTo>
                  <a:lnTo>
                    <a:pt x="1713258" y="1216700"/>
                  </a:lnTo>
                  <a:lnTo>
                    <a:pt x="1726643" y="1194827"/>
                  </a:lnTo>
                  <a:lnTo>
                    <a:pt x="1740028" y="1172832"/>
                  </a:lnTo>
                  <a:lnTo>
                    <a:pt x="1753413" y="1150779"/>
                  </a:lnTo>
                  <a:lnTo>
                    <a:pt x="1766797" y="1128678"/>
                  </a:lnTo>
                  <a:lnTo>
                    <a:pt x="1780182" y="1106535"/>
                  </a:lnTo>
                  <a:lnTo>
                    <a:pt x="1793567" y="1084389"/>
                  </a:lnTo>
                  <a:lnTo>
                    <a:pt x="1806952" y="1062255"/>
                  </a:lnTo>
                  <a:lnTo>
                    <a:pt x="1820337" y="1040149"/>
                  </a:lnTo>
                  <a:lnTo>
                    <a:pt x="1833722" y="1018122"/>
                  </a:lnTo>
                  <a:lnTo>
                    <a:pt x="1847106" y="996170"/>
                  </a:lnTo>
                  <a:lnTo>
                    <a:pt x="1860491" y="974301"/>
                  </a:lnTo>
                  <a:lnTo>
                    <a:pt x="1873876" y="952579"/>
                  </a:lnTo>
                  <a:lnTo>
                    <a:pt x="1887261" y="931015"/>
                  </a:lnTo>
                  <a:lnTo>
                    <a:pt x="1900646" y="909592"/>
                  </a:lnTo>
                  <a:lnTo>
                    <a:pt x="1914031" y="888332"/>
                  </a:lnTo>
                  <a:lnTo>
                    <a:pt x="1927415" y="867345"/>
                  </a:lnTo>
                  <a:lnTo>
                    <a:pt x="1940800" y="846549"/>
                  </a:lnTo>
                  <a:lnTo>
                    <a:pt x="1954185" y="825950"/>
                  </a:lnTo>
                  <a:lnTo>
                    <a:pt x="1967570" y="805646"/>
                  </a:lnTo>
                  <a:lnTo>
                    <a:pt x="1980955" y="785626"/>
                  </a:lnTo>
                  <a:lnTo>
                    <a:pt x="1994340" y="765839"/>
                  </a:lnTo>
                  <a:lnTo>
                    <a:pt x="2007724" y="746304"/>
                  </a:lnTo>
                  <a:lnTo>
                    <a:pt x="2021109" y="727166"/>
                  </a:lnTo>
                  <a:lnTo>
                    <a:pt x="2034494" y="708284"/>
                  </a:lnTo>
                  <a:lnTo>
                    <a:pt x="2047879" y="689658"/>
                  </a:lnTo>
                  <a:lnTo>
                    <a:pt x="2061264" y="671389"/>
                  </a:lnTo>
                  <a:lnTo>
                    <a:pt x="2074649" y="653455"/>
                  </a:lnTo>
                  <a:lnTo>
                    <a:pt x="2088033" y="635780"/>
                  </a:lnTo>
                  <a:lnTo>
                    <a:pt x="2101418" y="618373"/>
                  </a:lnTo>
                  <a:lnTo>
                    <a:pt x="2114803" y="601381"/>
                  </a:lnTo>
                  <a:lnTo>
                    <a:pt x="2128188" y="584636"/>
                  </a:lnTo>
                  <a:lnTo>
                    <a:pt x="2141573" y="568136"/>
                  </a:lnTo>
                  <a:lnTo>
                    <a:pt x="2154958" y="551957"/>
                  </a:lnTo>
                  <a:lnTo>
                    <a:pt x="2168342" y="536075"/>
                  </a:lnTo>
                  <a:lnTo>
                    <a:pt x="2181727" y="520410"/>
                  </a:lnTo>
                  <a:lnTo>
                    <a:pt x="2195112" y="504958"/>
                  </a:lnTo>
                  <a:lnTo>
                    <a:pt x="2208497" y="489833"/>
                  </a:lnTo>
                  <a:lnTo>
                    <a:pt x="2221882" y="474889"/>
                  </a:lnTo>
                  <a:lnTo>
                    <a:pt x="2235267" y="460119"/>
                  </a:lnTo>
                  <a:lnTo>
                    <a:pt x="2248651" y="445566"/>
                  </a:lnTo>
                  <a:lnTo>
                    <a:pt x="2262036" y="431209"/>
                  </a:lnTo>
                  <a:lnTo>
                    <a:pt x="2275421" y="416985"/>
                  </a:lnTo>
                  <a:lnTo>
                    <a:pt x="2288806" y="402891"/>
                  </a:lnTo>
                  <a:lnTo>
                    <a:pt x="2302191" y="388979"/>
                  </a:lnTo>
                  <a:lnTo>
                    <a:pt x="2315576" y="375167"/>
                  </a:lnTo>
                  <a:lnTo>
                    <a:pt x="2328960" y="361446"/>
                  </a:lnTo>
                  <a:lnTo>
                    <a:pt x="2342345" y="347833"/>
                  </a:lnTo>
                  <a:lnTo>
                    <a:pt x="2355730" y="334317"/>
                  </a:lnTo>
                  <a:lnTo>
                    <a:pt x="2369115" y="320867"/>
                  </a:lnTo>
                  <a:lnTo>
                    <a:pt x="2382500" y="307478"/>
                  </a:lnTo>
                  <a:lnTo>
                    <a:pt x="2395885" y="294180"/>
                  </a:lnTo>
                  <a:lnTo>
                    <a:pt x="2409269" y="280939"/>
                  </a:lnTo>
                  <a:lnTo>
                    <a:pt x="2422654" y="267753"/>
                  </a:lnTo>
                  <a:lnTo>
                    <a:pt x="2436039" y="254637"/>
                  </a:lnTo>
                  <a:lnTo>
                    <a:pt x="2449424" y="241606"/>
                  </a:lnTo>
                  <a:lnTo>
                    <a:pt x="2462809" y="228644"/>
                  </a:lnTo>
                  <a:lnTo>
                    <a:pt x="2476194" y="215753"/>
                  </a:lnTo>
                  <a:lnTo>
                    <a:pt x="2489578" y="202996"/>
                  </a:lnTo>
                  <a:lnTo>
                    <a:pt x="2502963" y="190352"/>
                  </a:lnTo>
                  <a:lnTo>
                    <a:pt x="2516348" y="177820"/>
                  </a:lnTo>
                  <a:lnTo>
                    <a:pt x="2529733" y="165447"/>
                  </a:lnTo>
                  <a:lnTo>
                    <a:pt x="2543118" y="153292"/>
                  </a:lnTo>
                  <a:lnTo>
                    <a:pt x="2556503" y="141316"/>
                  </a:lnTo>
                  <a:lnTo>
                    <a:pt x="2569887" y="129529"/>
                  </a:lnTo>
                  <a:lnTo>
                    <a:pt x="2583272" y="118089"/>
                  </a:lnTo>
                  <a:lnTo>
                    <a:pt x="2596657" y="106936"/>
                  </a:lnTo>
                  <a:lnTo>
                    <a:pt x="2610042" y="96063"/>
                  </a:lnTo>
                  <a:lnTo>
                    <a:pt x="2623427" y="85560"/>
                  </a:lnTo>
                  <a:lnTo>
                    <a:pt x="2636812" y="75558"/>
                  </a:lnTo>
                  <a:lnTo>
                    <a:pt x="2650196" y="65941"/>
                  </a:lnTo>
                  <a:lnTo>
                    <a:pt x="2663581" y="56725"/>
                  </a:lnTo>
                  <a:lnTo>
                    <a:pt x="2676966" y="48189"/>
                  </a:lnTo>
                  <a:lnTo>
                    <a:pt x="2690351" y="40206"/>
                  </a:lnTo>
                  <a:lnTo>
                    <a:pt x="2703736" y="32738"/>
                  </a:lnTo>
                  <a:lnTo>
                    <a:pt x="2717121" y="25914"/>
                  </a:lnTo>
                  <a:lnTo>
                    <a:pt x="2730505" y="19953"/>
                  </a:lnTo>
                  <a:lnTo>
                    <a:pt x="2743890" y="14616"/>
                  </a:lnTo>
                  <a:lnTo>
                    <a:pt x="2757275" y="9921"/>
                  </a:lnTo>
                  <a:lnTo>
                    <a:pt x="2770660" y="6248"/>
                  </a:lnTo>
                  <a:lnTo>
                    <a:pt x="2784045" y="3400"/>
                  </a:lnTo>
                  <a:lnTo>
                    <a:pt x="2797430" y="1289"/>
                  </a:lnTo>
                  <a:lnTo>
                    <a:pt x="2810814" y="58"/>
                  </a:lnTo>
                  <a:lnTo>
                    <a:pt x="2824199" y="0"/>
                  </a:lnTo>
                  <a:lnTo>
                    <a:pt x="2837584" y="750"/>
                  </a:lnTo>
                  <a:lnTo>
                    <a:pt x="2850969" y="2318"/>
                  </a:lnTo>
                  <a:lnTo>
                    <a:pt x="2864354" y="5122"/>
                  </a:lnTo>
                  <a:lnTo>
                    <a:pt x="2877739" y="8923"/>
                  </a:lnTo>
                  <a:lnTo>
                    <a:pt x="2891123" y="13577"/>
                  </a:lnTo>
                  <a:lnTo>
                    <a:pt x="2904508" y="19208"/>
                  </a:lnTo>
                  <a:lnTo>
                    <a:pt x="2917893" y="26139"/>
                  </a:lnTo>
                  <a:lnTo>
                    <a:pt x="2931278" y="33923"/>
                  </a:lnTo>
                  <a:lnTo>
                    <a:pt x="2944663" y="42554"/>
                  </a:lnTo>
                  <a:lnTo>
                    <a:pt x="2958048" y="52406"/>
                  </a:lnTo>
                  <a:lnTo>
                    <a:pt x="2971432" y="63239"/>
                  </a:lnTo>
                  <a:lnTo>
                    <a:pt x="2984817" y="74873"/>
                  </a:lnTo>
                  <a:lnTo>
                    <a:pt x="2998202" y="87387"/>
                  </a:lnTo>
                  <a:lnTo>
                    <a:pt x="3011587" y="101064"/>
                  </a:lnTo>
                  <a:lnTo>
                    <a:pt x="3024972" y="115459"/>
                  </a:lnTo>
                  <a:lnTo>
                    <a:pt x="3038357" y="130556"/>
                  </a:lnTo>
                  <a:lnTo>
                    <a:pt x="3051741" y="146606"/>
                  </a:lnTo>
                  <a:lnTo>
                    <a:pt x="3065126" y="163406"/>
                  </a:lnTo>
                  <a:lnTo>
                    <a:pt x="3078511" y="180786"/>
                  </a:lnTo>
                  <a:lnTo>
                    <a:pt x="3091896" y="198771"/>
                  </a:lnTo>
                  <a:lnTo>
                    <a:pt x="3105281" y="217529"/>
                  </a:lnTo>
                  <a:lnTo>
                    <a:pt x="3118666" y="236719"/>
                  </a:lnTo>
                  <a:lnTo>
                    <a:pt x="3132050" y="256320"/>
                  </a:lnTo>
                  <a:lnTo>
                    <a:pt x="3145435" y="276425"/>
                  </a:lnTo>
                  <a:lnTo>
                    <a:pt x="3158820" y="296893"/>
                  </a:lnTo>
                  <a:lnTo>
                    <a:pt x="3172205" y="317608"/>
                  </a:lnTo>
                  <a:lnTo>
                    <a:pt x="3185590" y="338555"/>
                  </a:lnTo>
                  <a:lnTo>
                    <a:pt x="3198975" y="359738"/>
                  </a:lnTo>
                  <a:lnTo>
                    <a:pt x="3212359" y="381004"/>
                  </a:lnTo>
                  <a:lnTo>
                    <a:pt x="3225744" y="402329"/>
                  </a:lnTo>
                  <a:lnTo>
                    <a:pt x="3239129" y="423668"/>
                  </a:lnTo>
                  <a:lnTo>
                    <a:pt x="3252514" y="444935"/>
                  </a:lnTo>
                  <a:lnTo>
                    <a:pt x="3265899" y="466109"/>
                  </a:lnTo>
                  <a:lnTo>
                    <a:pt x="3279284" y="487161"/>
                  </a:lnTo>
                  <a:lnTo>
                    <a:pt x="3292668" y="507928"/>
                  </a:lnTo>
                  <a:lnTo>
                    <a:pt x="3306053" y="528468"/>
                  </a:lnTo>
                  <a:lnTo>
                    <a:pt x="3319438" y="548766"/>
                  </a:lnTo>
                  <a:lnTo>
                    <a:pt x="3332823" y="568688"/>
                  </a:lnTo>
                  <a:lnTo>
                    <a:pt x="3346208" y="588195"/>
                  </a:lnTo>
                  <a:lnTo>
                    <a:pt x="3359593" y="607360"/>
                  </a:lnTo>
                  <a:lnTo>
                    <a:pt x="3372977" y="626166"/>
                  </a:lnTo>
                  <a:lnTo>
                    <a:pt x="3386362" y="644341"/>
                  </a:lnTo>
                  <a:lnTo>
                    <a:pt x="3399747" y="662108"/>
                  </a:lnTo>
                  <a:lnTo>
                    <a:pt x="3413132" y="679464"/>
                  </a:lnTo>
                  <a:lnTo>
                    <a:pt x="3426517" y="696257"/>
                  </a:lnTo>
                  <a:lnTo>
                    <a:pt x="3439902" y="712476"/>
                  </a:lnTo>
                  <a:lnTo>
                    <a:pt x="3453286" y="728261"/>
                  </a:lnTo>
                  <a:lnTo>
                    <a:pt x="3466671" y="743610"/>
                  </a:lnTo>
                  <a:lnTo>
                    <a:pt x="3480056" y="758249"/>
                  </a:lnTo>
                  <a:lnTo>
                    <a:pt x="3493441" y="772459"/>
                  </a:lnTo>
                  <a:lnTo>
                    <a:pt x="3506826" y="786252"/>
                  </a:lnTo>
                  <a:lnTo>
                    <a:pt x="3520211" y="799513"/>
                  </a:lnTo>
                  <a:lnTo>
                    <a:pt x="3533595" y="812248"/>
                  </a:lnTo>
                  <a:lnTo>
                    <a:pt x="3546980" y="824611"/>
                  </a:lnTo>
                  <a:lnTo>
                    <a:pt x="3560365" y="836610"/>
                  </a:lnTo>
                  <a:lnTo>
                    <a:pt x="3573750" y="848063"/>
                  </a:lnTo>
                  <a:lnTo>
                    <a:pt x="3587135" y="859198"/>
                  </a:lnTo>
                  <a:lnTo>
                    <a:pt x="3600520" y="870039"/>
                  </a:lnTo>
                  <a:lnTo>
                    <a:pt x="3613904" y="880531"/>
                  </a:lnTo>
                  <a:lnTo>
                    <a:pt x="3627289" y="890693"/>
                  </a:lnTo>
                  <a:lnTo>
                    <a:pt x="3640674" y="900642"/>
                  </a:lnTo>
                  <a:lnTo>
                    <a:pt x="3654059" y="910390"/>
                  </a:lnTo>
                  <a:lnTo>
                    <a:pt x="3667444" y="919871"/>
                  </a:lnTo>
                  <a:lnTo>
                    <a:pt x="3680829" y="929210"/>
                  </a:lnTo>
                  <a:lnTo>
                    <a:pt x="3694213" y="938431"/>
                  </a:lnTo>
                  <a:lnTo>
                    <a:pt x="3707598" y="947528"/>
                  </a:lnTo>
                  <a:lnTo>
                    <a:pt x="3720983" y="956532"/>
                  </a:lnTo>
                  <a:lnTo>
                    <a:pt x="3734368" y="965493"/>
                  </a:lnTo>
                  <a:lnTo>
                    <a:pt x="3747753" y="974419"/>
                  </a:lnTo>
                  <a:lnTo>
                    <a:pt x="3761138" y="983333"/>
                  </a:lnTo>
                  <a:lnTo>
                    <a:pt x="3774522" y="992263"/>
                  </a:lnTo>
                  <a:lnTo>
                    <a:pt x="3787907" y="1001218"/>
                  </a:lnTo>
                  <a:lnTo>
                    <a:pt x="3801292" y="1010218"/>
                  </a:lnTo>
                  <a:lnTo>
                    <a:pt x="3814677" y="1019297"/>
                  </a:lnTo>
                  <a:lnTo>
                    <a:pt x="3828062" y="1028440"/>
                  </a:lnTo>
                  <a:lnTo>
                    <a:pt x="3841447" y="1037653"/>
                  </a:lnTo>
                  <a:lnTo>
                    <a:pt x="3854831" y="1046988"/>
                  </a:lnTo>
                  <a:lnTo>
                    <a:pt x="3868216" y="1056418"/>
                  </a:lnTo>
                  <a:lnTo>
                    <a:pt x="3881601" y="1065935"/>
                  </a:lnTo>
                  <a:lnTo>
                    <a:pt x="3894986" y="1075558"/>
                  </a:lnTo>
                  <a:lnTo>
                    <a:pt x="3908371" y="1085312"/>
                  </a:lnTo>
                  <a:lnTo>
                    <a:pt x="3921756" y="1095152"/>
                  </a:lnTo>
                  <a:lnTo>
                    <a:pt x="3935140" y="1105078"/>
                  </a:lnTo>
                  <a:lnTo>
                    <a:pt x="3948525" y="1115126"/>
                  </a:lnTo>
                  <a:lnTo>
                    <a:pt x="3961910" y="1125258"/>
                  </a:lnTo>
                  <a:lnTo>
                    <a:pt x="3975295" y="1135460"/>
                  </a:lnTo>
                  <a:lnTo>
                    <a:pt x="3988680" y="1145736"/>
                  </a:lnTo>
                  <a:lnTo>
                    <a:pt x="4002065" y="1156092"/>
                  </a:lnTo>
                  <a:lnTo>
                    <a:pt x="4015449" y="1166493"/>
                  </a:lnTo>
                  <a:lnTo>
                    <a:pt x="4028834" y="1176933"/>
                  </a:lnTo>
                  <a:lnTo>
                    <a:pt x="4042219" y="1187419"/>
                  </a:lnTo>
                  <a:lnTo>
                    <a:pt x="4055604" y="1197927"/>
                  </a:lnTo>
                  <a:lnTo>
                    <a:pt x="4068989" y="1208448"/>
                  </a:lnTo>
                  <a:lnTo>
                    <a:pt x="4082374" y="1218977"/>
                  </a:lnTo>
                  <a:lnTo>
                    <a:pt x="4095758" y="1229503"/>
                  </a:lnTo>
                  <a:lnTo>
                    <a:pt x="4109143" y="1240018"/>
                  </a:lnTo>
                  <a:lnTo>
                    <a:pt x="4122528" y="1250521"/>
                  </a:lnTo>
                  <a:lnTo>
                    <a:pt x="4135913" y="1260996"/>
                  </a:lnTo>
                  <a:lnTo>
                    <a:pt x="4149298" y="1271443"/>
                  </a:lnTo>
                  <a:lnTo>
                    <a:pt x="4162683" y="1281864"/>
                  </a:lnTo>
                  <a:lnTo>
                    <a:pt x="4176067" y="1292254"/>
                  </a:lnTo>
                  <a:lnTo>
                    <a:pt x="4189452" y="1302601"/>
                  </a:lnTo>
                  <a:lnTo>
                    <a:pt x="4202837" y="1312921"/>
                  </a:lnTo>
                  <a:lnTo>
                    <a:pt x="4216222" y="1323214"/>
                  </a:lnTo>
                  <a:lnTo>
                    <a:pt x="4229607" y="1333475"/>
                  </a:lnTo>
                  <a:lnTo>
                    <a:pt x="4242992" y="1343714"/>
                  </a:lnTo>
                  <a:lnTo>
                    <a:pt x="4256376" y="1353940"/>
                  </a:lnTo>
                  <a:lnTo>
                    <a:pt x="4269761" y="1364157"/>
                  </a:lnTo>
                  <a:lnTo>
                    <a:pt x="4283146" y="1374376"/>
                  </a:lnTo>
                  <a:lnTo>
                    <a:pt x="4296531" y="1384607"/>
                  </a:lnTo>
                  <a:lnTo>
                    <a:pt x="4309916" y="1394855"/>
                  </a:lnTo>
                  <a:lnTo>
                    <a:pt x="4323301" y="1405141"/>
                  </a:lnTo>
                  <a:lnTo>
                    <a:pt x="4336685" y="1415479"/>
                  </a:lnTo>
                  <a:lnTo>
                    <a:pt x="4350070" y="1425868"/>
                  </a:lnTo>
                  <a:lnTo>
                    <a:pt x="4363455" y="1436320"/>
                  </a:lnTo>
                  <a:lnTo>
                    <a:pt x="4376840" y="1446888"/>
                  </a:lnTo>
                  <a:lnTo>
                    <a:pt x="4390225" y="1457547"/>
                  </a:lnTo>
                  <a:lnTo>
                    <a:pt x="4403610" y="1468300"/>
                  </a:lnTo>
                  <a:lnTo>
                    <a:pt x="4416994" y="1479202"/>
                  </a:lnTo>
                  <a:lnTo>
                    <a:pt x="4430379" y="1490261"/>
                  </a:lnTo>
                  <a:lnTo>
                    <a:pt x="4443764" y="1501451"/>
                  </a:lnTo>
                  <a:lnTo>
                    <a:pt x="4457149" y="1512786"/>
                  </a:lnTo>
                  <a:lnTo>
                    <a:pt x="4470534" y="1524365"/>
                  </a:lnTo>
                  <a:lnTo>
                    <a:pt x="4483919" y="1536108"/>
                  </a:lnTo>
                  <a:lnTo>
                    <a:pt x="4497303" y="1548017"/>
                  </a:lnTo>
                  <a:lnTo>
                    <a:pt x="4510688" y="1560163"/>
                  </a:lnTo>
                  <a:lnTo>
                    <a:pt x="4524073" y="1572546"/>
                  </a:lnTo>
                  <a:lnTo>
                    <a:pt x="4537458" y="1585114"/>
                  </a:lnTo>
                  <a:lnTo>
                    <a:pt x="4550843" y="1597875"/>
                  </a:lnTo>
                  <a:lnTo>
                    <a:pt x="4564228" y="1610949"/>
                  </a:lnTo>
                  <a:lnTo>
                    <a:pt x="4577612" y="1624216"/>
                  </a:lnTo>
                  <a:lnTo>
                    <a:pt x="4590997" y="1637675"/>
                  </a:lnTo>
                  <a:lnTo>
                    <a:pt x="4604382" y="1651389"/>
                  </a:lnTo>
                  <a:lnTo>
                    <a:pt x="4617767" y="1665350"/>
                  </a:lnTo>
                  <a:lnTo>
                    <a:pt x="4631152" y="1679492"/>
                  </a:lnTo>
                  <a:lnTo>
                    <a:pt x="4644537" y="1693815"/>
                  </a:lnTo>
                  <a:lnTo>
                    <a:pt x="4657921" y="1708418"/>
                  </a:lnTo>
                  <a:lnTo>
                    <a:pt x="4671306" y="1723182"/>
                  </a:lnTo>
                  <a:lnTo>
                    <a:pt x="4684691" y="1738098"/>
                  </a:lnTo>
                  <a:lnTo>
                    <a:pt x="4698076" y="1753205"/>
                  </a:lnTo>
                  <a:lnTo>
                    <a:pt x="4711461" y="1768485"/>
                  </a:lnTo>
                  <a:lnTo>
                    <a:pt x="4724846" y="1783881"/>
                  </a:lnTo>
                  <a:lnTo>
                    <a:pt x="4738230" y="1799388"/>
                  </a:lnTo>
                  <a:lnTo>
                    <a:pt x="4751615" y="1815045"/>
                  </a:lnTo>
                  <a:lnTo>
                    <a:pt x="4765000" y="1830775"/>
                  </a:lnTo>
                  <a:lnTo>
                    <a:pt x="4778385" y="1846568"/>
                  </a:lnTo>
                  <a:lnTo>
                    <a:pt x="4791770" y="1862426"/>
                  </a:lnTo>
                  <a:lnTo>
                    <a:pt x="4805155" y="1878323"/>
                  </a:lnTo>
                  <a:lnTo>
                    <a:pt x="4818539" y="1894231"/>
                  </a:lnTo>
                  <a:lnTo>
                    <a:pt x="4831924" y="1910144"/>
                  </a:lnTo>
                  <a:lnTo>
                    <a:pt x="4845309" y="1926030"/>
                  </a:lnTo>
                  <a:lnTo>
                    <a:pt x="4858694" y="1941874"/>
                  </a:lnTo>
                  <a:lnTo>
                    <a:pt x="4872079" y="1957670"/>
                  </a:lnTo>
                  <a:lnTo>
                    <a:pt x="4885464" y="1973390"/>
                  </a:lnTo>
                  <a:lnTo>
                    <a:pt x="4898848" y="1988995"/>
                  </a:lnTo>
                  <a:lnTo>
                    <a:pt x="4912233" y="2004502"/>
                  </a:lnTo>
                  <a:lnTo>
                    <a:pt x="4925618" y="2019906"/>
                  </a:lnTo>
                  <a:lnTo>
                    <a:pt x="4939003" y="2035118"/>
                  </a:lnTo>
                  <a:lnTo>
                    <a:pt x="4952388" y="2050179"/>
                  </a:lnTo>
                  <a:lnTo>
                    <a:pt x="4965773" y="2065094"/>
                  </a:lnTo>
                  <a:lnTo>
                    <a:pt x="4979157" y="2079817"/>
                  </a:lnTo>
                  <a:lnTo>
                    <a:pt x="4992542" y="2094296"/>
                  </a:lnTo>
                  <a:lnTo>
                    <a:pt x="5005927" y="2108595"/>
                  </a:lnTo>
                  <a:lnTo>
                    <a:pt x="5019312" y="2122709"/>
                  </a:lnTo>
                  <a:lnTo>
                    <a:pt x="5032697" y="2136519"/>
                  </a:lnTo>
                  <a:lnTo>
                    <a:pt x="5046082" y="2150103"/>
                  </a:lnTo>
                  <a:lnTo>
                    <a:pt x="5059466" y="2163477"/>
                  </a:lnTo>
                  <a:lnTo>
                    <a:pt x="5072851" y="2176594"/>
                  </a:lnTo>
                  <a:lnTo>
                    <a:pt x="5086236" y="2189392"/>
                  </a:lnTo>
                  <a:lnTo>
                    <a:pt x="5099621" y="2201967"/>
                  </a:lnTo>
                  <a:lnTo>
                    <a:pt x="5113006" y="2214318"/>
                  </a:lnTo>
                  <a:lnTo>
                    <a:pt x="5126391" y="2226322"/>
                  </a:lnTo>
                  <a:lnTo>
                    <a:pt x="5139775" y="2238067"/>
                  </a:lnTo>
                  <a:lnTo>
                    <a:pt x="5153160" y="2249584"/>
                  </a:lnTo>
                  <a:lnTo>
                    <a:pt x="5166545" y="2260831"/>
                  </a:lnTo>
                  <a:lnTo>
                    <a:pt x="5179930" y="2271743"/>
                  </a:lnTo>
                  <a:lnTo>
                    <a:pt x="5193315" y="2282431"/>
                  </a:lnTo>
                  <a:lnTo>
                    <a:pt x="5206700" y="2292896"/>
                  </a:lnTo>
                  <a:lnTo>
                    <a:pt x="5220084" y="2303031"/>
                  </a:lnTo>
                  <a:lnTo>
                    <a:pt x="5233469" y="2312917"/>
                  </a:lnTo>
                  <a:lnTo>
                    <a:pt x="5246854" y="2322593"/>
                  </a:lnTo>
                  <a:lnTo>
                    <a:pt x="5260239" y="2332027"/>
                  </a:lnTo>
                  <a:lnTo>
                    <a:pt x="5273624" y="2341159"/>
                  </a:lnTo>
                  <a:lnTo>
                    <a:pt x="5287009" y="2350097"/>
                  </a:lnTo>
                  <a:lnTo>
                    <a:pt x="5300393" y="2358842"/>
                  </a:lnTo>
                  <a:lnTo>
                    <a:pt x="5313778" y="2367316"/>
                  </a:lnTo>
                  <a:lnTo>
                    <a:pt x="5327163" y="2375581"/>
                  </a:lnTo>
                  <a:lnTo>
                    <a:pt x="5340548" y="2383674"/>
                  </a:lnTo>
                  <a:lnTo>
                    <a:pt x="5353933" y="2391580"/>
                  </a:lnTo>
                  <a:lnTo>
                    <a:pt x="5367318" y="2399246"/>
                  </a:lnTo>
                  <a:lnTo>
                    <a:pt x="5380702" y="2406763"/>
                  </a:lnTo>
                  <a:lnTo>
                    <a:pt x="5394087" y="2414135"/>
                  </a:lnTo>
                  <a:lnTo>
                    <a:pt x="5407472" y="2421309"/>
                  </a:lnTo>
                  <a:lnTo>
                    <a:pt x="5420857" y="2428328"/>
                  </a:lnTo>
                  <a:lnTo>
                    <a:pt x="5434242" y="2435225"/>
                  </a:lnTo>
                  <a:lnTo>
                    <a:pt x="5447627" y="2441992"/>
                  </a:lnTo>
                  <a:lnTo>
                    <a:pt x="5461011" y="2448590"/>
                  </a:lnTo>
                  <a:lnTo>
                    <a:pt x="5474396" y="2455089"/>
                  </a:lnTo>
                  <a:lnTo>
                    <a:pt x="5487781" y="2461490"/>
                  </a:lnTo>
                  <a:lnTo>
                    <a:pt x="5501166" y="2467763"/>
                  </a:lnTo>
                  <a:lnTo>
                    <a:pt x="5514551" y="2473933"/>
                  </a:lnTo>
                  <a:lnTo>
                    <a:pt x="5527936" y="2480026"/>
                  </a:lnTo>
                  <a:lnTo>
                    <a:pt x="5541320" y="2486038"/>
                  </a:lnTo>
                  <a:lnTo>
                    <a:pt x="5554705" y="2491943"/>
                  </a:lnTo>
                  <a:lnTo>
                    <a:pt x="5568090" y="2497787"/>
                  </a:lnTo>
                  <a:lnTo>
                    <a:pt x="5581475" y="2503571"/>
                  </a:lnTo>
                  <a:lnTo>
                    <a:pt x="5594860" y="2509277"/>
                  </a:lnTo>
                  <a:lnTo>
                    <a:pt x="5608245" y="2514919"/>
                  </a:lnTo>
                  <a:lnTo>
                    <a:pt x="5621629" y="2520513"/>
                  </a:lnTo>
                  <a:lnTo>
                    <a:pt x="5635014" y="2526058"/>
                  </a:lnTo>
                  <a:lnTo>
                    <a:pt x="5648399" y="2531534"/>
                  </a:lnTo>
                  <a:lnTo>
                    <a:pt x="5661784" y="2536969"/>
                  </a:lnTo>
                  <a:lnTo>
                    <a:pt x="5675169" y="2542363"/>
                  </a:lnTo>
                  <a:lnTo>
                    <a:pt x="5688554" y="2547705"/>
                  </a:lnTo>
                  <a:lnTo>
                    <a:pt x="5701938" y="2552998"/>
                  </a:lnTo>
                  <a:lnTo>
                    <a:pt x="5715323" y="2558253"/>
                  </a:lnTo>
                  <a:lnTo>
                    <a:pt x="5728708" y="2563470"/>
                  </a:lnTo>
                  <a:lnTo>
                    <a:pt x="5742093" y="2568624"/>
                  </a:lnTo>
                  <a:lnTo>
                    <a:pt x="5755478" y="2573739"/>
                  </a:lnTo>
                  <a:lnTo>
                    <a:pt x="5768863" y="2578815"/>
                  </a:lnTo>
                  <a:lnTo>
                    <a:pt x="5782247" y="2583835"/>
                  </a:lnTo>
                  <a:lnTo>
                    <a:pt x="5795632" y="2588798"/>
                  </a:lnTo>
                  <a:lnTo>
                    <a:pt x="5809017" y="2593715"/>
                  </a:lnTo>
                  <a:lnTo>
                    <a:pt x="5822402" y="2598586"/>
                  </a:lnTo>
                  <a:lnTo>
                    <a:pt x="5835787" y="2603375"/>
                  </a:lnTo>
                  <a:lnTo>
                    <a:pt x="5849172" y="2608110"/>
                  </a:lnTo>
                  <a:lnTo>
                    <a:pt x="5862556" y="2612790"/>
                  </a:lnTo>
                  <a:lnTo>
                    <a:pt x="5875941" y="2617394"/>
                  </a:lnTo>
                  <a:lnTo>
                    <a:pt x="5889326" y="2621915"/>
                  </a:lnTo>
                  <a:lnTo>
                    <a:pt x="5902711" y="2626371"/>
                  </a:lnTo>
                  <a:lnTo>
                    <a:pt x="5916096" y="2630761"/>
                  </a:lnTo>
                  <a:lnTo>
                    <a:pt x="5929481" y="2635034"/>
                  </a:lnTo>
                  <a:lnTo>
                    <a:pt x="5942865" y="2639229"/>
                  </a:lnTo>
                  <a:lnTo>
                    <a:pt x="5956250" y="2643348"/>
                  </a:lnTo>
                  <a:lnTo>
                    <a:pt x="5969635" y="2647362"/>
                  </a:lnTo>
                  <a:lnTo>
                    <a:pt x="5983020" y="2651262"/>
                  </a:lnTo>
                  <a:lnTo>
                    <a:pt x="5996405" y="2655074"/>
                  </a:lnTo>
                  <a:lnTo>
                    <a:pt x="6009790" y="2658797"/>
                  </a:lnTo>
                  <a:lnTo>
                    <a:pt x="6023174" y="2662370"/>
                  </a:lnTo>
                  <a:lnTo>
                    <a:pt x="6036559" y="2665843"/>
                  </a:lnTo>
                  <a:lnTo>
                    <a:pt x="6049944" y="2669219"/>
                  </a:lnTo>
                  <a:lnTo>
                    <a:pt x="6063329" y="2672468"/>
                  </a:lnTo>
                  <a:lnTo>
                    <a:pt x="6076714" y="2675575"/>
                  </a:lnTo>
                  <a:lnTo>
                    <a:pt x="6090099" y="2678579"/>
                  </a:lnTo>
                  <a:lnTo>
                    <a:pt x="6103483" y="2681478"/>
                  </a:lnTo>
                  <a:lnTo>
                    <a:pt x="6116868" y="2684209"/>
                  </a:lnTo>
                  <a:lnTo>
                    <a:pt x="6130253" y="2686825"/>
                  </a:lnTo>
                  <a:lnTo>
                    <a:pt x="6143638" y="2689333"/>
                  </a:lnTo>
                  <a:lnTo>
                    <a:pt x="6157023" y="2691707"/>
                  </a:lnTo>
                  <a:lnTo>
                    <a:pt x="6170408" y="2693928"/>
                  </a:lnTo>
                  <a:lnTo>
                    <a:pt x="6183792" y="2696042"/>
                  </a:lnTo>
                  <a:lnTo>
                    <a:pt x="6197177" y="2698049"/>
                  </a:lnTo>
                  <a:lnTo>
                    <a:pt x="6210562" y="2699891"/>
                  </a:lnTo>
                  <a:lnTo>
                    <a:pt x="6223947" y="2701618"/>
                  </a:lnTo>
                  <a:lnTo>
                    <a:pt x="6237332" y="2703243"/>
                  </a:lnTo>
                  <a:lnTo>
                    <a:pt x="6250717" y="2704743"/>
                  </a:lnTo>
                  <a:lnTo>
                    <a:pt x="6264101" y="2706102"/>
                  </a:lnTo>
                  <a:lnTo>
                    <a:pt x="6277486" y="2707364"/>
                  </a:lnTo>
                  <a:lnTo>
                    <a:pt x="6290871" y="2708533"/>
                  </a:lnTo>
                  <a:lnTo>
                    <a:pt x="6304256" y="2709562"/>
                  </a:lnTo>
                  <a:lnTo>
                    <a:pt x="6317641" y="2710495"/>
                  </a:lnTo>
                  <a:lnTo>
                    <a:pt x="6331026" y="2711344"/>
                  </a:lnTo>
                  <a:lnTo>
                    <a:pt x="6344410" y="2712097"/>
                  </a:lnTo>
                  <a:lnTo>
                    <a:pt x="6357795" y="2712740"/>
                  </a:lnTo>
                  <a:lnTo>
                    <a:pt x="6371180" y="2713313"/>
                  </a:lnTo>
                  <a:lnTo>
                    <a:pt x="6384565" y="2713818"/>
                  </a:lnTo>
                  <a:lnTo>
                    <a:pt x="6397950" y="2714229"/>
                  </a:lnTo>
                  <a:lnTo>
                    <a:pt x="6411335" y="2714576"/>
                  </a:lnTo>
                  <a:lnTo>
                    <a:pt x="6424719" y="2714870"/>
                  </a:lnTo>
                  <a:lnTo>
                    <a:pt x="6438104" y="2715107"/>
                  </a:lnTo>
                  <a:lnTo>
                    <a:pt x="6451489" y="2715282"/>
                  </a:lnTo>
                  <a:lnTo>
                    <a:pt x="6464874" y="2715421"/>
                  </a:lnTo>
                  <a:lnTo>
                    <a:pt x="6478259" y="2715527"/>
                  </a:lnTo>
                  <a:lnTo>
                    <a:pt x="6491644" y="2715592"/>
                  </a:lnTo>
                  <a:lnTo>
                    <a:pt x="6505028" y="2715633"/>
                  </a:lnTo>
                  <a:lnTo>
                    <a:pt x="6518413" y="2715658"/>
                  </a:lnTo>
                  <a:lnTo>
                    <a:pt x="6531798" y="2715669"/>
                  </a:lnTo>
                  <a:lnTo>
                    <a:pt x="6545183" y="2715669"/>
                  </a:lnTo>
                  <a:lnTo>
                    <a:pt x="6558568" y="2715670"/>
                  </a:lnTo>
                  <a:lnTo>
                    <a:pt x="6571953" y="2715672"/>
                  </a:lnTo>
                  <a:lnTo>
                    <a:pt x="6585337" y="2715685"/>
                  </a:lnTo>
                  <a:lnTo>
                    <a:pt x="6598722" y="2715713"/>
                  </a:lnTo>
                  <a:lnTo>
                    <a:pt x="6612107" y="2715757"/>
                  </a:lnTo>
                  <a:lnTo>
                    <a:pt x="6625492" y="2715822"/>
                  </a:lnTo>
                  <a:lnTo>
                    <a:pt x="6638877" y="2715924"/>
                  </a:lnTo>
                  <a:lnTo>
                    <a:pt x="6652262" y="2716054"/>
                  </a:lnTo>
                  <a:lnTo>
                    <a:pt x="6665646" y="2716213"/>
                  </a:lnTo>
                  <a:lnTo>
                    <a:pt x="6679031" y="2716419"/>
                  </a:lnTo>
                  <a:lnTo>
                    <a:pt x="6692416" y="2716670"/>
                  </a:lnTo>
                  <a:lnTo>
                    <a:pt x="6705801" y="2716958"/>
                  </a:lnTo>
                  <a:lnTo>
                    <a:pt x="6719186" y="2717289"/>
                  </a:lnTo>
                  <a:lnTo>
                    <a:pt x="6732571" y="2717686"/>
                  </a:lnTo>
                  <a:lnTo>
                    <a:pt x="6745955" y="2718125"/>
                  </a:lnTo>
                  <a:lnTo>
                    <a:pt x="6759340" y="2718608"/>
                  </a:lnTo>
                  <a:lnTo>
                    <a:pt x="6772725" y="2719154"/>
                  </a:lnTo>
                  <a:lnTo>
                    <a:pt x="6786110" y="2719756"/>
                  </a:lnTo>
                  <a:lnTo>
                    <a:pt x="6799495" y="2720404"/>
                  </a:lnTo>
                  <a:lnTo>
                    <a:pt x="6812880" y="2721099"/>
                  </a:lnTo>
                  <a:lnTo>
                    <a:pt x="6826264" y="2721864"/>
                  </a:lnTo>
                  <a:lnTo>
                    <a:pt x="6839649" y="2722673"/>
                  </a:lnTo>
                </a:path>
              </a:pathLst>
            </a:custGeom>
            <a:ln w="24391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284288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D4D4D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103339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1681" cap="flat">
              <a:solidFill>
                <a:srgbClr val="E31A1C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307300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1681" cap="flat">
              <a:solidFill>
                <a:srgbClr val="7F7F7F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1" name="tx31"/>
            <p:cNvSpPr/>
            <p:nvPr/>
          </p:nvSpPr>
          <p:spPr>
            <a:xfrm>
              <a:off x="714085" y="5503917"/>
              <a:ext cx="30486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714085" y="4866061"/>
              <a:ext cx="30486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0.005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714085" y="4228205"/>
              <a:ext cx="30486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0.010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714085" y="3590349"/>
              <a:ext cx="30486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0.015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714085" y="2952493"/>
              <a:ext cx="30486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0.020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1111662" y="5754886"/>
              <a:ext cx="17611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2653947" y="5754886"/>
              <a:ext cx="17611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4250410" y="5754886"/>
              <a:ext cx="67757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5758816" y="5754886"/>
              <a:ext cx="13551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7301100" y="5754886"/>
              <a:ext cx="13551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2897061" y="5907235"/>
              <a:ext cx="3904030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42" name="tx42"/>
            <p:cNvSpPr/>
            <p:nvPr/>
          </p:nvSpPr>
          <p:spPr>
            <a:xfrm rot="-5400000">
              <a:off x="333730" y="4103577"/>
              <a:ext cx="508132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Density</a:t>
              </a:r>
            </a:p>
          </p:txBody>
        </p:sp>
        <p:sp>
          <p:nvSpPr>
            <p:cNvPr id="43" name="rc43"/>
            <p:cNvSpPr/>
            <p:nvPr/>
          </p:nvSpPr>
          <p:spPr>
            <a:xfrm>
              <a:off x="4005253" y="2198953"/>
              <a:ext cx="187055" cy="187055"/>
            </a:xfrm>
            <a:prstGeom prst="rect">
              <a:avLst/>
            </a:prstGeom>
            <a:solidFill>
              <a:srgbClr val="E31A1C">
                <a:alpha val="34901"/>
              </a:srgbClr>
            </a:solidFill>
            <a:ln w="24391" cap="flat">
              <a:solidFill>
                <a:srgbClr val="E31A1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4938805" y="2198953"/>
              <a:ext cx="187055" cy="187055"/>
            </a:xfrm>
            <a:prstGeom prst="rect">
              <a:avLst/>
            </a:prstGeom>
            <a:solidFill>
              <a:srgbClr val="7F7F7F">
                <a:alpha val="34901"/>
              </a:srgbClr>
            </a:solidFill>
            <a:ln w="24391" cap="flat">
              <a:solidFill>
                <a:srgbClr val="7F7F7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tx45"/>
            <p:cNvSpPr/>
            <p:nvPr/>
          </p:nvSpPr>
          <p:spPr>
            <a:xfrm>
              <a:off x="4284425" y="2248772"/>
              <a:ext cx="56226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Age &gt;= 80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5217976" y="2248772"/>
              <a:ext cx="49112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Age &lt; 80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1087269" y="1923572"/>
              <a:ext cx="544580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Age &gt;= 80: N = 18, median = 13.3 %   |   Age &lt; 80: N = 304, median = 0.4 %   |   Mann-Whitney U p = 0.044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087269" y="1676115"/>
              <a:ext cx="2844332" cy="1311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 by Age &gt;= 80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2026-10-16T11:37:00Z</dcterms:modified>
  <cp:category/>
</cp:coreProperties>
</file>