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759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875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4745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0738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673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755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674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27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873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1376"/>
              <a:ext cx="6839649" cy="2026249"/>
            </a:xfrm>
            <a:custGeom>
              <a:avLst/>
              <a:pathLst>
                <a:path w="6839649" h="2026249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  <a:lnTo>
                    <a:pt x="6839649" y="2026249"/>
                  </a:lnTo>
                  <a:lnTo>
                    <a:pt x="6826264" y="2026249"/>
                  </a:lnTo>
                  <a:lnTo>
                    <a:pt x="6812880" y="2026249"/>
                  </a:lnTo>
                  <a:lnTo>
                    <a:pt x="6799495" y="2026249"/>
                  </a:lnTo>
                  <a:lnTo>
                    <a:pt x="6786110" y="2026249"/>
                  </a:lnTo>
                  <a:lnTo>
                    <a:pt x="6772725" y="2026249"/>
                  </a:lnTo>
                  <a:lnTo>
                    <a:pt x="6759340" y="2026249"/>
                  </a:lnTo>
                  <a:lnTo>
                    <a:pt x="6745955" y="2026249"/>
                  </a:lnTo>
                  <a:lnTo>
                    <a:pt x="6732571" y="2026249"/>
                  </a:lnTo>
                  <a:lnTo>
                    <a:pt x="6719186" y="2026249"/>
                  </a:lnTo>
                  <a:lnTo>
                    <a:pt x="6705801" y="2026249"/>
                  </a:lnTo>
                  <a:lnTo>
                    <a:pt x="6692416" y="2026249"/>
                  </a:lnTo>
                  <a:lnTo>
                    <a:pt x="6679031" y="2026249"/>
                  </a:lnTo>
                  <a:lnTo>
                    <a:pt x="6665646" y="2026249"/>
                  </a:lnTo>
                  <a:lnTo>
                    <a:pt x="6652262" y="2026249"/>
                  </a:lnTo>
                  <a:lnTo>
                    <a:pt x="6638877" y="2026249"/>
                  </a:lnTo>
                  <a:lnTo>
                    <a:pt x="6625492" y="2026249"/>
                  </a:lnTo>
                  <a:lnTo>
                    <a:pt x="6612107" y="2026249"/>
                  </a:lnTo>
                  <a:lnTo>
                    <a:pt x="6598722" y="2026249"/>
                  </a:lnTo>
                  <a:lnTo>
                    <a:pt x="6585337" y="2026249"/>
                  </a:lnTo>
                  <a:lnTo>
                    <a:pt x="6571953" y="2026249"/>
                  </a:lnTo>
                  <a:lnTo>
                    <a:pt x="6558568" y="2026249"/>
                  </a:lnTo>
                  <a:lnTo>
                    <a:pt x="6545183" y="2026249"/>
                  </a:lnTo>
                  <a:lnTo>
                    <a:pt x="6531798" y="2026249"/>
                  </a:lnTo>
                  <a:lnTo>
                    <a:pt x="6518413" y="2026249"/>
                  </a:lnTo>
                  <a:lnTo>
                    <a:pt x="6505028" y="2026249"/>
                  </a:lnTo>
                  <a:lnTo>
                    <a:pt x="6491644" y="2026249"/>
                  </a:lnTo>
                  <a:lnTo>
                    <a:pt x="6478259" y="2026249"/>
                  </a:lnTo>
                  <a:lnTo>
                    <a:pt x="6464874" y="2026249"/>
                  </a:lnTo>
                  <a:lnTo>
                    <a:pt x="6451489" y="2026249"/>
                  </a:lnTo>
                  <a:lnTo>
                    <a:pt x="6438104" y="2026249"/>
                  </a:lnTo>
                  <a:lnTo>
                    <a:pt x="6424719" y="2026249"/>
                  </a:lnTo>
                  <a:lnTo>
                    <a:pt x="6411335" y="2026249"/>
                  </a:lnTo>
                  <a:lnTo>
                    <a:pt x="6397950" y="2026249"/>
                  </a:lnTo>
                  <a:lnTo>
                    <a:pt x="6384565" y="2026249"/>
                  </a:lnTo>
                  <a:lnTo>
                    <a:pt x="6371180" y="2026249"/>
                  </a:lnTo>
                  <a:lnTo>
                    <a:pt x="6357795" y="2026249"/>
                  </a:lnTo>
                  <a:lnTo>
                    <a:pt x="6344410" y="2026249"/>
                  </a:lnTo>
                  <a:lnTo>
                    <a:pt x="6331026" y="2026249"/>
                  </a:lnTo>
                  <a:lnTo>
                    <a:pt x="6317641" y="2026249"/>
                  </a:lnTo>
                  <a:lnTo>
                    <a:pt x="6304256" y="2026249"/>
                  </a:lnTo>
                  <a:lnTo>
                    <a:pt x="6290871" y="2026249"/>
                  </a:lnTo>
                  <a:lnTo>
                    <a:pt x="6277486" y="2026249"/>
                  </a:lnTo>
                  <a:lnTo>
                    <a:pt x="6264101" y="2026249"/>
                  </a:lnTo>
                  <a:lnTo>
                    <a:pt x="6250717" y="2026249"/>
                  </a:lnTo>
                  <a:lnTo>
                    <a:pt x="6237332" y="2026249"/>
                  </a:lnTo>
                  <a:lnTo>
                    <a:pt x="6223947" y="2026249"/>
                  </a:lnTo>
                  <a:lnTo>
                    <a:pt x="6210562" y="2026249"/>
                  </a:lnTo>
                  <a:lnTo>
                    <a:pt x="6197177" y="2026249"/>
                  </a:lnTo>
                  <a:lnTo>
                    <a:pt x="6183792" y="2026249"/>
                  </a:lnTo>
                  <a:lnTo>
                    <a:pt x="6170408" y="2026249"/>
                  </a:lnTo>
                  <a:lnTo>
                    <a:pt x="6157023" y="2026249"/>
                  </a:lnTo>
                  <a:lnTo>
                    <a:pt x="6143638" y="2026249"/>
                  </a:lnTo>
                  <a:lnTo>
                    <a:pt x="6130253" y="2026249"/>
                  </a:lnTo>
                  <a:lnTo>
                    <a:pt x="6116868" y="2026249"/>
                  </a:lnTo>
                  <a:lnTo>
                    <a:pt x="6103483" y="2026249"/>
                  </a:lnTo>
                  <a:lnTo>
                    <a:pt x="6090099" y="2026249"/>
                  </a:lnTo>
                  <a:lnTo>
                    <a:pt x="6076714" y="2026249"/>
                  </a:lnTo>
                  <a:lnTo>
                    <a:pt x="6063329" y="2026249"/>
                  </a:lnTo>
                  <a:lnTo>
                    <a:pt x="6049944" y="2026249"/>
                  </a:lnTo>
                  <a:lnTo>
                    <a:pt x="6036559" y="2026249"/>
                  </a:lnTo>
                  <a:lnTo>
                    <a:pt x="6023174" y="2026249"/>
                  </a:lnTo>
                  <a:lnTo>
                    <a:pt x="6009790" y="2026249"/>
                  </a:lnTo>
                  <a:lnTo>
                    <a:pt x="5996405" y="2026249"/>
                  </a:lnTo>
                  <a:lnTo>
                    <a:pt x="5983020" y="2026249"/>
                  </a:lnTo>
                  <a:lnTo>
                    <a:pt x="5969635" y="2026249"/>
                  </a:lnTo>
                  <a:lnTo>
                    <a:pt x="5956250" y="2026249"/>
                  </a:lnTo>
                  <a:lnTo>
                    <a:pt x="5942865" y="2026249"/>
                  </a:lnTo>
                  <a:lnTo>
                    <a:pt x="5929481" y="2026249"/>
                  </a:lnTo>
                  <a:lnTo>
                    <a:pt x="5916096" y="2026249"/>
                  </a:lnTo>
                  <a:lnTo>
                    <a:pt x="5902711" y="2026249"/>
                  </a:lnTo>
                  <a:lnTo>
                    <a:pt x="5889326" y="2026249"/>
                  </a:lnTo>
                  <a:lnTo>
                    <a:pt x="5875941" y="2026249"/>
                  </a:lnTo>
                  <a:lnTo>
                    <a:pt x="5862556" y="2026249"/>
                  </a:lnTo>
                  <a:lnTo>
                    <a:pt x="5849172" y="2026249"/>
                  </a:lnTo>
                  <a:lnTo>
                    <a:pt x="5835787" y="2026249"/>
                  </a:lnTo>
                  <a:lnTo>
                    <a:pt x="5822402" y="2026249"/>
                  </a:lnTo>
                  <a:lnTo>
                    <a:pt x="5809017" y="2026249"/>
                  </a:lnTo>
                  <a:lnTo>
                    <a:pt x="5795632" y="2026249"/>
                  </a:lnTo>
                  <a:lnTo>
                    <a:pt x="5782247" y="2026249"/>
                  </a:lnTo>
                  <a:lnTo>
                    <a:pt x="5768863" y="2026249"/>
                  </a:lnTo>
                  <a:lnTo>
                    <a:pt x="5755478" y="2026249"/>
                  </a:lnTo>
                  <a:lnTo>
                    <a:pt x="5742093" y="2026249"/>
                  </a:lnTo>
                  <a:lnTo>
                    <a:pt x="5728708" y="2026249"/>
                  </a:lnTo>
                  <a:lnTo>
                    <a:pt x="5715323" y="2026249"/>
                  </a:lnTo>
                  <a:lnTo>
                    <a:pt x="5701938" y="2026249"/>
                  </a:lnTo>
                  <a:lnTo>
                    <a:pt x="5688554" y="2026249"/>
                  </a:lnTo>
                  <a:lnTo>
                    <a:pt x="5675169" y="2026249"/>
                  </a:lnTo>
                  <a:lnTo>
                    <a:pt x="5661784" y="2026249"/>
                  </a:lnTo>
                  <a:lnTo>
                    <a:pt x="5648399" y="2026249"/>
                  </a:lnTo>
                  <a:lnTo>
                    <a:pt x="5635014" y="2026249"/>
                  </a:lnTo>
                  <a:lnTo>
                    <a:pt x="5621629" y="2026249"/>
                  </a:lnTo>
                  <a:lnTo>
                    <a:pt x="5608245" y="2026249"/>
                  </a:lnTo>
                  <a:lnTo>
                    <a:pt x="5594860" y="2026249"/>
                  </a:lnTo>
                  <a:lnTo>
                    <a:pt x="5581475" y="2026249"/>
                  </a:lnTo>
                  <a:lnTo>
                    <a:pt x="5568090" y="2026249"/>
                  </a:lnTo>
                  <a:lnTo>
                    <a:pt x="5554705" y="2026249"/>
                  </a:lnTo>
                  <a:lnTo>
                    <a:pt x="5541320" y="2026249"/>
                  </a:lnTo>
                  <a:lnTo>
                    <a:pt x="5527936" y="2026249"/>
                  </a:lnTo>
                  <a:lnTo>
                    <a:pt x="5514551" y="2026249"/>
                  </a:lnTo>
                  <a:lnTo>
                    <a:pt x="5501166" y="2026249"/>
                  </a:lnTo>
                  <a:lnTo>
                    <a:pt x="5487781" y="2026249"/>
                  </a:lnTo>
                  <a:lnTo>
                    <a:pt x="5474396" y="2026249"/>
                  </a:lnTo>
                  <a:lnTo>
                    <a:pt x="5461011" y="2026249"/>
                  </a:lnTo>
                  <a:lnTo>
                    <a:pt x="5447627" y="2026249"/>
                  </a:lnTo>
                  <a:lnTo>
                    <a:pt x="5434242" y="2026249"/>
                  </a:lnTo>
                  <a:lnTo>
                    <a:pt x="5420857" y="2026249"/>
                  </a:lnTo>
                  <a:lnTo>
                    <a:pt x="5407472" y="2026249"/>
                  </a:lnTo>
                  <a:lnTo>
                    <a:pt x="5394087" y="2026249"/>
                  </a:lnTo>
                  <a:lnTo>
                    <a:pt x="5380702" y="2026249"/>
                  </a:lnTo>
                  <a:lnTo>
                    <a:pt x="5367318" y="2026249"/>
                  </a:lnTo>
                  <a:lnTo>
                    <a:pt x="5353933" y="2026249"/>
                  </a:lnTo>
                  <a:lnTo>
                    <a:pt x="5340548" y="2026249"/>
                  </a:lnTo>
                  <a:lnTo>
                    <a:pt x="5327163" y="2026249"/>
                  </a:lnTo>
                  <a:lnTo>
                    <a:pt x="5313778" y="2026249"/>
                  </a:lnTo>
                  <a:lnTo>
                    <a:pt x="5300393" y="2026249"/>
                  </a:lnTo>
                  <a:lnTo>
                    <a:pt x="5287009" y="2026249"/>
                  </a:lnTo>
                  <a:lnTo>
                    <a:pt x="5273624" y="2026249"/>
                  </a:lnTo>
                  <a:lnTo>
                    <a:pt x="5260239" y="2026249"/>
                  </a:lnTo>
                  <a:lnTo>
                    <a:pt x="5246854" y="2026249"/>
                  </a:lnTo>
                  <a:lnTo>
                    <a:pt x="5233469" y="2026249"/>
                  </a:lnTo>
                  <a:lnTo>
                    <a:pt x="5220084" y="2026249"/>
                  </a:lnTo>
                  <a:lnTo>
                    <a:pt x="5206700" y="2026249"/>
                  </a:lnTo>
                  <a:lnTo>
                    <a:pt x="5193315" y="2026249"/>
                  </a:lnTo>
                  <a:lnTo>
                    <a:pt x="5179930" y="2026249"/>
                  </a:lnTo>
                  <a:lnTo>
                    <a:pt x="5166545" y="2026249"/>
                  </a:lnTo>
                  <a:lnTo>
                    <a:pt x="5153160" y="2026249"/>
                  </a:lnTo>
                  <a:lnTo>
                    <a:pt x="5139775" y="2026249"/>
                  </a:lnTo>
                  <a:lnTo>
                    <a:pt x="5126391" y="2026249"/>
                  </a:lnTo>
                  <a:lnTo>
                    <a:pt x="5113006" y="2026249"/>
                  </a:lnTo>
                  <a:lnTo>
                    <a:pt x="5099621" y="2026249"/>
                  </a:lnTo>
                  <a:lnTo>
                    <a:pt x="5086236" y="2026249"/>
                  </a:lnTo>
                  <a:lnTo>
                    <a:pt x="5072851" y="2026249"/>
                  </a:lnTo>
                  <a:lnTo>
                    <a:pt x="5059466" y="2026249"/>
                  </a:lnTo>
                  <a:lnTo>
                    <a:pt x="5046082" y="2026249"/>
                  </a:lnTo>
                  <a:lnTo>
                    <a:pt x="5032697" y="2026249"/>
                  </a:lnTo>
                  <a:lnTo>
                    <a:pt x="5019312" y="2026249"/>
                  </a:lnTo>
                  <a:lnTo>
                    <a:pt x="5005927" y="2026249"/>
                  </a:lnTo>
                  <a:lnTo>
                    <a:pt x="4992542" y="2026249"/>
                  </a:lnTo>
                  <a:lnTo>
                    <a:pt x="4979157" y="2026249"/>
                  </a:lnTo>
                  <a:lnTo>
                    <a:pt x="4965773" y="2026249"/>
                  </a:lnTo>
                  <a:lnTo>
                    <a:pt x="4952388" y="2026249"/>
                  </a:lnTo>
                  <a:lnTo>
                    <a:pt x="4939003" y="2026249"/>
                  </a:lnTo>
                  <a:lnTo>
                    <a:pt x="4925618" y="2026249"/>
                  </a:lnTo>
                  <a:lnTo>
                    <a:pt x="4912233" y="2026249"/>
                  </a:lnTo>
                  <a:lnTo>
                    <a:pt x="4898848" y="2026249"/>
                  </a:lnTo>
                  <a:lnTo>
                    <a:pt x="4885464" y="2026249"/>
                  </a:lnTo>
                  <a:lnTo>
                    <a:pt x="4872079" y="2026249"/>
                  </a:lnTo>
                  <a:lnTo>
                    <a:pt x="4858694" y="2026249"/>
                  </a:lnTo>
                  <a:lnTo>
                    <a:pt x="4845309" y="2026249"/>
                  </a:lnTo>
                  <a:lnTo>
                    <a:pt x="4831924" y="2026249"/>
                  </a:lnTo>
                  <a:lnTo>
                    <a:pt x="4818539" y="2026249"/>
                  </a:lnTo>
                  <a:lnTo>
                    <a:pt x="4805155" y="2026249"/>
                  </a:lnTo>
                  <a:lnTo>
                    <a:pt x="4791770" y="2026249"/>
                  </a:lnTo>
                  <a:lnTo>
                    <a:pt x="4778385" y="2026249"/>
                  </a:lnTo>
                  <a:lnTo>
                    <a:pt x="4765000" y="2026249"/>
                  </a:lnTo>
                  <a:lnTo>
                    <a:pt x="4751615" y="2026249"/>
                  </a:lnTo>
                  <a:lnTo>
                    <a:pt x="4738230" y="2026249"/>
                  </a:lnTo>
                  <a:lnTo>
                    <a:pt x="4724846" y="2026249"/>
                  </a:lnTo>
                  <a:lnTo>
                    <a:pt x="4711461" y="2026249"/>
                  </a:lnTo>
                  <a:lnTo>
                    <a:pt x="4698076" y="2026249"/>
                  </a:lnTo>
                  <a:lnTo>
                    <a:pt x="4684691" y="2026249"/>
                  </a:lnTo>
                  <a:lnTo>
                    <a:pt x="4671306" y="2026249"/>
                  </a:lnTo>
                  <a:lnTo>
                    <a:pt x="4657921" y="2026249"/>
                  </a:lnTo>
                  <a:lnTo>
                    <a:pt x="4644537" y="2026249"/>
                  </a:lnTo>
                  <a:lnTo>
                    <a:pt x="4631152" y="2026249"/>
                  </a:lnTo>
                  <a:lnTo>
                    <a:pt x="4617767" y="2026249"/>
                  </a:lnTo>
                  <a:lnTo>
                    <a:pt x="4604382" y="2026249"/>
                  </a:lnTo>
                  <a:lnTo>
                    <a:pt x="4590997" y="2026249"/>
                  </a:lnTo>
                  <a:lnTo>
                    <a:pt x="4577612" y="2026249"/>
                  </a:lnTo>
                  <a:lnTo>
                    <a:pt x="4564228" y="2026249"/>
                  </a:lnTo>
                  <a:lnTo>
                    <a:pt x="4550843" y="2026249"/>
                  </a:lnTo>
                  <a:lnTo>
                    <a:pt x="4537458" y="2026249"/>
                  </a:lnTo>
                  <a:lnTo>
                    <a:pt x="4524073" y="2026249"/>
                  </a:lnTo>
                  <a:lnTo>
                    <a:pt x="4510688" y="2026249"/>
                  </a:lnTo>
                  <a:lnTo>
                    <a:pt x="4497303" y="2026249"/>
                  </a:lnTo>
                  <a:lnTo>
                    <a:pt x="4483919" y="2026249"/>
                  </a:lnTo>
                  <a:lnTo>
                    <a:pt x="4470534" y="2026249"/>
                  </a:lnTo>
                  <a:lnTo>
                    <a:pt x="4457149" y="2026249"/>
                  </a:lnTo>
                  <a:lnTo>
                    <a:pt x="4443764" y="2026249"/>
                  </a:lnTo>
                  <a:lnTo>
                    <a:pt x="4430379" y="2026249"/>
                  </a:lnTo>
                  <a:lnTo>
                    <a:pt x="4416994" y="2026249"/>
                  </a:lnTo>
                  <a:lnTo>
                    <a:pt x="4403610" y="2026249"/>
                  </a:lnTo>
                  <a:lnTo>
                    <a:pt x="4390225" y="2026249"/>
                  </a:lnTo>
                  <a:lnTo>
                    <a:pt x="4376840" y="2026249"/>
                  </a:lnTo>
                  <a:lnTo>
                    <a:pt x="4363455" y="2026249"/>
                  </a:lnTo>
                  <a:lnTo>
                    <a:pt x="4350070" y="2026249"/>
                  </a:lnTo>
                  <a:lnTo>
                    <a:pt x="4336685" y="2026249"/>
                  </a:lnTo>
                  <a:lnTo>
                    <a:pt x="4323301" y="2026249"/>
                  </a:lnTo>
                  <a:lnTo>
                    <a:pt x="4309916" y="2026249"/>
                  </a:lnTo>
                  <a:lnTo>
                    <a:pt x="4296531" y="2026249"/>
                  </a:lnTo>
                  <a:lnTo>
                    <a:pt x="4283146" y="2026249"/>
                  </a:lnTo>
                  <a:lnTo>
                    <a:pt x="4269761" y="2026249"/>
                  </a:lnTo>
                  <a:lnTo>
                    <a:pt x="4256376" y="2026249"/>
                  </a:lnTo>
                  <a:lnTo>
                    <a:pt x="4242992" y="2026249"/>
                  </a:lnTo>
                  <a:lnTo>
                    <a:pt x="4229607" y="2026249"/>
                  </a:lnTo>
                  <a:lnTo>
                    <a:pt x="4216222" y="2026249"/>
                  </a:lnTo>
                  <a:lnTo>
                    <a:pt x="4202837" y="2026249"/>
                  </a:lnTo>
                  <a:lnTo>
                    <a:pt x="4189452" y="2026249"/>
                  </a:lnTo>
                  <a:lnTo>
                    <a:pt x="4176067" y="2026249"/>
                  </a:lnTo>
                  <a:lnTo>
                    <a:pt x="4162683" y="2026249"/>
                  </a:lnTo>
                  <a:lnTo>
                    <a:pt x="4149298" y="2026249"/>
                  </a:lnTo>
                  <a:lnTo>
                    <a:pt x="4135913" y="2026249"/>
                  </a:lnTo>
                  <a:lnTo>
                    <a:pt x="4122528" y="2026249"/>
                  </a:lnTo>
                  <a:lnTo>
                    <a:pt x="4109143" y="2026249"/>
                  </a:lnTo>
                  <a:lnTo>
                    <a:pt x="4095758" y="2026249"/>
                  </a:lnTo>
                  <a:lnTo>
                    <a:pt x="4082374" y="2026249"/>
                  </a:lnTo>
                  <a:lnTo>
                    <a:pt x="4068989" y="2026249"/>
                  </a:lnTo>
                  <a:lnTo>
                    <a:pt x="4055604" y="2026249"/>
                  </a:lnTo>
                  <a:lnTo>
                    <a:pt x="4042219" y="2026249"/>
                  </a:lnTo>
                  <a:lnTo>
                    <a:pt x="4028834" y="2026249"/>
                  </a:lnTo>
                  <a:lnTo>
                    <a:pt x="4015449" y="2026249"/>
                  </a:lnTo>
                  <a:lnTo>
                    <a:pt x="4002065" y="2026249"/>
                  </a:lnTo>
                  <a:lnTo>
                    <a:pt x="3988680" y="2026249"/>
                  </a:lnTo>
                  <a:lnTo>
                    <a:pt x="3975295" y="2026249"/>
                  </a:lnTo>
                  <a:lnTo>
                    <a:pt x="3961910" y="2026249"/>
                  </a:lnTo>
                  <a:lnTo>
                    <a:pt x="3948525" y="2026249"/>
                  </a:lnTo>
                  <a:lnTo>
                    <a:pt x="3935140" y="2026249"/>
                  </a:lnTo>
                  <a:lnTo>
                    <a:pt x="3921756" y="2026249"/>
                  </a:lnTo>
                  <a:lnTo>
                    <a:pt x="3908371" y="2026249"/>
                  </a:lnTo>
                  <a:lnTo>
                    <a:pt x="3894986" y="2026249"/>
                  </a:lnTo>
                  <a:lnTo>
                    <a:pt x="3881601" y="2026249"/>
                  </a:lnTo>
                  <a:lnTo>
                    <a:pt x="3868216" y="2026249"/>
                  </a:lnTo>
                  <a:lnTo>
                    <a:pt x="3854831" y="2026249"/>
                  </a:lnTo>
                  <a:lnTo>
                    <a:pt x="3841447" y="2026249"/>
                  </a:lnTo>
                  <a:lnTo>
                    <a:pt x="3828062" y="2026249"/>
                  </a:lnTo>
                  <a:lnTo>
                    <a:pt x="3814677" y="2026249"/>
                  </a:lnTo>
                  <a:lnTo>
                    <a:pt x="3801292" y="2026249"/>
                  </a:lnTo>
                  <a:lnTo>
                    <a:pt x="3787907" y="2026249"/>
                  </a:lnTo>
                  <a:lnTo>
                    <a:pt x="3774522" y="2026249"/>
                  </a:lnTo>
                  <a:lnTo>
                    <a:pt x="3761138" y="2026249"/>
                  </a:lnTo>
                  <a:lnTo>
                    <a:pt x="3747753" y="2026249"/>
                  </a:lnTo>
                  <a:lnTo>
                    <a:pt x="3734368" y="2026249"/>
                  </a:lnTo>
                  <a:lnTo>
                    <a:pt x="3720983" y="2026249"/>
                  </a:lnTo>
                  <a:lnTo>
                    <a:pt x="3707598" y="2026249"/>
                  </a:lnTo>
                  <a:lnTo>
                    <a:pt x="3694213" y="2026249"/>
                  </a:lnTo>
                  <a:lnTo>
                    <a:pt x="3680829" y="2026249"/>
                  </a:lnTo>
                  <a:lnTo>
                    <a:pt x="3667444" y="2026249"/>
                  </a:lnTo>
                  <a:lnTo>
                    <a:pt x="3654059" y="2026249"/>
                  </a:lnTo>
                  <a:lnTo>
                    <a:pt x="3640674" y="2026249"/>
                  </a:lnTo>
                  <a:lnTo>
                    <a:pt x="3627289" y="2026249"/>
                  </a:lnTo>
                  <a:lnTo>
                    <a:pt x="3613904" y="2026249"/>
                  </a:lnTo>
                  <a:lnTo>
                    <a:pt x="3600520" y="2026249"/>
                  </a:lnTo>
                  <a:lnTo>
                    <a:pt x="3587135" y="2026249"/>
                  </a:lnTo>
                  <a:lnTo>
                    <a:pt x="3573750" y="2026249"/>
                  </a:lnTo>
                  <a:lnTo>
                    <a:pt x="3560365" y="2026249"/>
                  </a:lnTo>
                  <a:lnTo>
                    <a:pt x="3546980" y="2026249"/>
                  </a:lnTo>
                  <a:lnTo>
                    <a:pt x="3533595" y="2026249"/>
                  </a:lnTo>
                  <a:lnTo>
                    <a:pt x="3520211" y="2026249"/>
                  </a:lnTo>
                  <a:lnTo>
                    <a:pt x="3506826" y="2026249"/>
                  </a:lnTo>
                  <a:lnTo>
                    <a:pt x="3493441" y="2026249"/>
                  </a:lnTo>
                  <a:lnTo>
                    <a:pt x="3480056" y="2026249"/>
                  </a:lnTo>
                  <a:lnTo>
                    <a:pt x="3466671" y="2026249"/>
                  </a:lnTo>
                  <a:lnTo>
                    <a:pt x="3453286" y="2026249"/>
                  </a:lnTo>
                  <a:lnTo>
                    <a:pt x="3439902" y="2026249"/>
                  </a:lnTo>
                  <a:lnTo>
                    <a:pt x="3426517" y="2026249"/>
                  </a:lnTo>
                  <a:lnTo>
                    <a:pt x="3413132" y="2026249"/>
                  </a:lnTo>
                  <a:lnTo>
                    <a:pt x="3399747" y="2026249"/>
                  </a:lnTo>
                  <a:lnTo>
                    <a:pt x="3386362" y="2026249"/>
                  </a:lnTo>
                  <a:lnTo>
                    <a:pt x="3372977" y="2026249"/>
                  </a:lnTo>
                  <a:lnTo>
                    <a:pt x="3359593" y="2026249"/>
                  </a:lnTo>
                  <a:lnTo>
                    <a:pt x="3346208" y="2026249"/>
                  </a:lnTo>
                  <a:lnTo>
                    <a:pt x="3332823" y="2026249"/>
                  </a:lnTo>
                  <a:lnTo>
                    <a:pt x="3319438" y="2026249"/>
                  </a:lnTo>
                  <a:lnTo>
                    <a:pt x="3306053" y="2026249"/>
                  </a:lnTo>
                  <a:lnTo>
                    <a:pt x="3292668" y="2026249"/>
                  </a:lnTo>
                  <a:lnTo>
                    <a:pt x="3279284" y="2026249"/>
                  </a:lnTo>
                  <a:lnTo>
                    <a:pt x="3265899" y="2026249"/>
                  </a:lnTo>
                  <a:lnTo>
                    <a:pt x="3252514" y="2026249"/>
                  </a:lnTo>
                  <a:lnTo>
                    <a:pt x="3239129" y="2026249"/>
                  </a:lnTo>
                  <a:lnTo>
                    <a:pt x="3225744" y="2026249"/>
                  </a:lnTo>
                  <a:lnTo>
                    <a:pt x="3212359" y="2026249"/>
                  </a:lnTo>
                  <a:lnTo>
                    <a:pt x="3198975" y="2026249"/>
                  </a:lnTo>
                  <a:lnTo>
                    <a:pt x="3185590" y="2026249"/>
                  </a:lnTo>
                  <a:lnTo>
                    <a:pt x="3172205" y="2026249"/>
                  </a:lnTo>
                  <a:lnTo>
                    <a:pt x="3158820" y="2026249"/>
                  </a:lnTo>
                  <a:lnTo>
                    <a:pt x="3145435" y="2026249"/>
                  </a:lnTo>
                  <a:lnTo>
                    <a:pt x="3132050" y="2026249"/>
                  </a:lnTo>
                  <a:lnTo>
                    <a:pt x="3118666" y="2026249"/>
                  </a:lnTo>
                  <a:lnTo>
                    <a:pt x="3105281" y="2026249"/>
                  </a:lnTo>
                  <a:lnTo>
                    <a:pt x="3091896" y="2026249"/>
                  </a:lnTo>
                  <a:lnTo>
                    <a:pt x="3078511" y="2026249"/>
                  </a:lnTo>
                  <a:lnTo>
                    <a:pt x="3065126" y="2026249"/>
                  </a:lnTo>
                  <a:lnTo>
                    <a:pt x="3051741" y="2026249"/>
                  </a:lnTo>
                  <a:lnTo>
                    <a:pt x="3038357" y="2026249"/>
                  </a:lnTo>
                  <a:lnTo>
                    <a:pt x="3024972" y="2026249"/>
                  </a:lnTo>
                  <a:lnTo>
                    <a:pt x="3011587" y="2026249"/>
                  </a:lnTo>
                  <a:lnTo>
                    <a:pt x="2998202" y="2026249"/>
                  </a:lnTo>
                  <a:lnTo>
                    <a:pt x="2984817" y="2026249"/>
                  </a:lnTo>
                  <a:lnTo>
                    <a:pt x="2971432" y="2026249"/>
                  </a:lnTo>
                  <a:lnTo>
                    <a:pt x="2958048" y="2026249"/>
                  </a:lnTo>
                  <a:lnTo>
                    <a:pt x="2944663" y="2026249"/>
                  </a:lnTo>
                  <a:lnTo>
                    <a:pt x="2931278" y="2026249"/>
                  </a:lnTo>
                  <a:lnTo>
                    <a:pt x="2917893" y="2026249"/>
                  </a:lnTo>
                  <a:lnTo>
                    <a:pt x="2904508" y="2026249"/>
                  </a:lnTo>
                  <a:lnTo>
                    <a:pt x="2891123" y="2026249"/>
                  </a:lnTo>
                  <a:lnTo>
                    <a:pt x="2877739" y="2026249"/>
                  </a:lnTo>
                  <a:lnTo>
                    <a:pt x="2864354" y="2026249"/>
                  </a:lnTo>
                  <a:lnTo>
                    <a:pt x="2850969" y="2026249"/>
                  </a:lnTo>
                  <a:lnTo>
                    <a:pt x="2837584" y="2026249"/>
                  </a:lnTo>
                  <a:lnTo>
                    <a:pt x="2824199" y="2026249"/>
                  </a:lnTo>
                  <a:lnTo>
                    <a:pt x="2810814" y="2026249"/>
                  </a:lnTo>
                  <a:lnTo>
                    <a:pt x="2797430" y="2026249"/>
                  </a:lnTo>
                  <a:lnTo>
                    <a:pt x="2784045" y="2026249"/>
                  </a:lnTo>
                  <a:lnTo>
                    <a:pt x="2770660" y="2026249"/>
                  </a:lnTo>
                  <a:lnTo>
                    <a:pt x="2757275" y="2026249"/>
                  </a:lnTo>
                  <a:lnTo>
                    <a:pt x="2743890" y="2026249"/>
                  </a:lnTo>
                  <a:lnTo>
                    <a:pt x="2730505" y="2026249"/>
                  </a:lnTo>
                  <a:lnTo>
                    <a:pt x="2717121" y="2026249"/>
                  </a:lnTo>
                  <a:lnTo>
                    <a:pt x="2703736" y="2026249"/>
                  </a:lnTo>
                  <a:lnTo>
                    <a:pt x="2690351" y="2026249"/>
                  </a:lnTo>
                  <a:lnTo>
                    <a:pt x="2676966" y="2026249"/>
                  </a:lnTo>
                  <a:lnTo>
                    <a:pt x="2663581" y="2026249"/>
                  </a:lnTo>
                  <a:lnTo>
                    <a:pt x="2650196" y="2026249"/>
                  </a:lnTo>
                  <a:lnTo>
                    <a:pt x="2636812" y="2026249"/>
                  </a:lnTo>
                  <a:lnTo>
                    <a:pt x="2623427" y="2026249"/>
                  </a:lnTo>
                  <a:lnTo>
                    <a:pt x="2610042" y="2026249"/>
                  </a:lnTo>
                  <a:lnTo>
                    <a:pt x="2596657" y="2026249"/>
                  </a:lnTo>
                  <a:lnTo>
                    <a:pt x="2583272" y="2026249"/>
                  </a:lnTo>
                  <a:lnTo>
                    <a:pt x="2569887" y="2026249"/>
                  </a:lnTo>
                  <a:lnTo>
                    <a:pt x="2556503" y="2026249"/>
                  </a:lnTo>
                  <a:lnTo>
                    <a:pt x="2543118" y="2026249"/>
                  </a:lnTo>
                  <a:lnTo>
                    <a:pt x="2529733" y="2026249"/>
                  </a:lnTo>
                  <a:lnTo>
                    <a:pt x="2516348" y="2026249"/>
                  </a:lnTo>
                  <a:lnTo>
                    <a:pt x="2502963" y="2026249"/>
                  </a:lnTo>
                  <a:lnTo>
                    <a:pt x="2489578" y="2026249"/>
                  </a:lnTo>
                  <a:lnTo>
                    <a:pt x="2476194" y="2026249"/>
                  </a:lnTo>
                  <a:lnTo>
                    <a:pt x="2462809" y="2026249"/>
                  </a:lnTo>
                  <a:lnTo>
                    <a:pt x="2449424" y="2026249"/>
                  </a:lnTo>
                  <a:lnTo>
                    <a:pt x="2436039" y="2026249"/>
                  </a:lnTo>
                  <a:lnTo>
                    <a:pt x="2422654" y="2026249"/>
                  </a:lnTo>
                  <a:lnTo>
                    <a:pt x="2409269" y="2026249"/>
                  </a:lnTo>
                  <a:lnTo>
                    <a:pt x="2395885" y="2026249"/>
                  </a:lnTo>
                  <a:lnTo>
                    <a:pt x="2382500" y="2026249"/>
                  </a:lnTo>
                  <a:lnTo>
                    <a:pt x="2369115" y="2026249"/>
                  </a:lnTo>
                  <a:lnTo>
                    <a:pt x="2355730" y="2026249"/>
                  </a:lnTo>
                  <a:lnTo>
                    <a:pt x="2342345" y="2026249"/>
                  </a:lnTo>
                  <a:lnTo>
                    <a:pt x="2328960" y="2026249"/>
                  </a:lnTo>
                  <a:lnTo>
                    <a:pt x="2315576" y="2026249"/>
                  </a:lnTo>
                  <a:lnTo>
                    <a:pt x="2302191" y="2026249"/>
                  </a:lnTo>
                  <a:lnTo>
                    <a:pt x="2288806" y="2026249"/>
                  </a:lnTo>
                  <a:lnTo>
                    <a:pt x="2275421" y="2026249"/>
                  </a:lnTo>
                  <a:lnTo>
                    <a:pt x="2262036" y="2026249"/>
                  </a:lnTo>
                  <a:lnTo>
                    <a:pt x="2248651" y="2026249"/>
                  </a:lnTo>
                  <a:lnTo>
                    <a:pt x="2235267" y="2026249"/>
                  </a:lnTo>
                  <a:lnTo>
                    <a:pt x="2221882" y="2026249"/>
                  </a:lnTo>
                  <a:lnTo>
                    <a:pt x="2208497" y="2026249"/>
                  </a:lnTo>
                  <a:lnTo>
                    <a:pt x="2195112" y="2026249"/>
                  </a:lnTo>
                  <a:lnTo>
                    <a:pt x="2181727" y="2026249"/>
                  </a:lnTo>
                  <a:lnTo>
                    <a:pt x="2168342" y="2026249"/>
                  </a:lnTo>
                  <a:lnTo>
                    <a:pt x="2154958" y="2026249"/>
                  </a:lnTo>
                  <a:lnTo>
                    <a:pt x="2141573" y="2026249"/>
                  </a:lnTo>
                  <a:lnTo>
                    <a:pt x="2128188" y="2026249"/>
                  </a:lnTo>
                  <a:lnTo>
                    <a:pt x="2114803" y="2026249"/>
                  </a:lnTo>
                  <a:lnTo>
                    <a:pt x="2101418" y="2026249"/>
                  </a:lnTo>
                  <a:lnTo>
                    <a:pt x="2088033" y="2026249"/>
                  </a:lnTo>
                  <a:lnTo>
                    <a:pt x="2074649" y="2026249"/>
                  </a:lnTo>
                  <a:lnTo>
                    <a:pt x="2061264" y="2026249"/>
                  </a:lnTo>
                  <a:lnTo>
                    <a:pt x="2047879" y="2026249"/>
                  </a:lnTo>
                  <a:lnTo>
                    <a:pt x="2034494" y="2026249"/>
                  </a:lnTo>
                  <a:lnTo>
                    <a:pt x="2021109" y="2026249"/>
                  </a:lnTo>
                  <a:lnTo>
                    <a:pt x="2007724" y="2026249"/>
                  </a:lnTo>
                  <a:lnTo>
                    <a:pt x="1994340" y="2026249"/>
                  </a:lnTo>
                  <a:lnTo>
                    <a:pt x="1980955" y="2026249"/>
                  </a:lnTo>
                  <a:lnTo>
                    <a:pt x="1967570" y="2026249"/>
                  </a:lnTo>
                  <a:lnTo>
                    <a:pt x="1954185" y="2026249"/>
                  </a:lnTo>
                  <a:lnTo>
                    <a:pt x="1940800" y="2026249"/>
                  </a:lnTo>
                  <a:lnTo>
                    <a:pt x="1927415" y="2026249"/>
                  </a:lnTo>
                  <a:lnTo>
                    <a:pt x="1914031" y="2026249"/>
                  </a:lnTo>
                  <a:lnTo>
                    <a:pt x="1900646" y="2026249"/>
                  </a:lnTo>
                  <a:lnTo>
                    <a:pt x="1887261" y="2026249"/>
                  </a:lnTo>
                  <a:lnTo>
                    <a:pt x="1873876" y="2026249"/>
                  </a:lnTo>
                  <a:lnTo>
                    <a:pt x="1860491" y="2026249"/>
                  </a:lnTo>
                  <a:lnTo>
                    <a:pt x="1847106" y="2026249"/>
                  </a:lnTo>
                  <a:lnTo>
                    <a:pt x="1833722" y="2026249"/>
                  </a:lnTo>
                  <a:lnTo>
                    <a:pt x="1820337" y="2026249"/>
                  </a:lnTo>
                  <a:lnTo>
                    <a:pt x="1806952" y="2026249"/>
                  </a:lnTo>
                  <a:lnTo>
                    <a:pt x="1793567" y="2026249"/>
                  </a:lnTo>
                  <a:lnTo>
                    <a:pt x="1780182" y="2026249"/>
                  </a:lnTo>
                  <a:lnTo>
                    <a:pt x="1766797" y="2026249"/>
                  </a:lnTo>
                  <a:lnTo>
                    <a:pt x="1753413" y="2026249"/>
                  </a:lnTo>
                  <a:lnTo>
                    <a:pt x="1740028" y="2026249"/>
                  </a:lnTo>
                  <a:lnTo>
                    <a:pt x="1726643" y="2026249"/>
                  </a:lnTo>
                  <a:lnTo>
                    <a:pt x="1713258" y="2026249"/>
                  </a:lnTo>
                  <a:lnTo>
                    <a:pt x="1699873" y="2026249"/>
                  </a:lnTo>
                  <a:lnTo>
                    <a:pt x="1686488" y="2026249"/>
                  </a:lnTo>
                  <a:lnTo>
                    <a:pt x="1673104" y="2026249"/>
                  </a:lnTo>
                  <a:lnTo>
                    <a:pt x="1659719" y="2026249"/>
                  </a:lnTo>
                  <a:lnTo>
                    <a:pt x="1646334" y="2026249"/>
                  </a:lnTo>
                  <a:lnTo>
                    <a:pt x="1632949" y="2026249"/>
                  </a:lnTo>
                  <a:lnTo>
                    <a:pt x="1619564" y="2026249"/>
                  </a:lnTo>
                  <a:lnTo>
                    <a:pt x="1606179" y="2026249"/>
                  </a:lnTo>
                  <a:lnTo>
                    <a:pt x="1592795" y="2026249"/>
                  </a:lnTo>
                  <a:lnTo>
                    <a:pt x="1579410" y="2026249"/>
                  </a:lnTo>
                  <a:lnTo>
                    <a:pt x="1566025" y="2026249"/>
                  </a:lnTo>
                  <a:lnTo>
                    <a:pt x="1552640" y="2026249"/>
                  </a:lnTo>
                  <a:lnTo>
                    <a:pt x="1539255" y="2026249"/>
                  </a:lnTo>
                  <a:lnTo>
                    <a:pt x="1525870" y="2026249"/>
                  </a:lnTo>
                  <a:lnTo>
                    <a:pt x="1512486" y="2026249"/>
                  </a:lnTo>
                  <a:lnTo>
                    <a:pt x="1499101" y="2026249"/>
                  </a:lnTo>
                  <a:lnTo>
                    <a:pt x="1485716" y="2026249"/>
                  </a:lnTo>
                  <a:lnTo>
                    <a:pt x="1472331" y="2026249"/>
                  </a:lnTo>
                  <a:lnTo>
                    <a:pt x="1458946" y="2026249"/>
                  </a:lnTo>
                  <a:lnTo>
                    <a:pt x="1445561" y="2026249"/>
                  </a:lnTo>
                  <a:lnTo>
                    <a:pt x="1432177" y="2026249"/>
                  </a:lnTo>
                  <a:lnTo>
                    <a:pt x="1418792" y="2026249"/>
                  </a:lnTo>
                  <a:lnTo>
                    <a:pt x="1405407" y="2026249"/>
                  </a:lnTo>
                  <a:lnTo>
                    <a:pt x="1392022" y="2026249"/>
                  </a:lnTo>
                  <a:lnTo>
                    <a:pt x="1378637" y="2026249"/>
                  </a:lnTo>
                  <a:lnTo>
                    <a:pt x="1365252" y="2026249"/>
                  </a:lnTo>
                  <a:lnTo>
                    <a:pt x="1351868" y="2026249"/>
                  </a:lnTo>
                  <a:lnTo>
                    <a:pt x="1338483" y="2026249"/>
                  </a:lnTo>
                  <a:lnTo>
                    <a:pt x="1325098" y="2026249"/>
                  </a:lnTo>
                  <a:lnTo>
                    <a:pt x="1311713" y="2026249"/>
                  </a:lnTo>
                  <a:lnTo>
                    <a:pt x="1298328" y="2026249"/>
                  </a:lnTo>
                  <a:lnTo>
                    <a:pt x="1284943" y="2026249"/>
                  </a:lnTo>
                  <a:lnTo>
                    <a:pt x="1271559" y="2026249"/>
                  </a:lnTo>
                  <a:lnTo>
                    <a:pt x="1258174" y="2026249"/>
                  </a:lnTo>
                  <a:lnTo>
                    <a:pt x="1244789" y="2026249"/>
                  </a:lnTo>
                  <a:lnTo>
                    <a:pt x="1231404" y="2026249"/>
                  </a:lnTo>
                  <a:lnTo>
                    <a:pt x="1218019" y="2026249"/>
                  </a:lnTo>
                  <a:lnTo>
                    <a:pt x="1204634" y="2026249"/>
                  </a:lnTo>
                  <a:lnTo>
                    <a:pt x="1191250" y="2026249"/>
                  </a:lnTo>
                  <a:lnTo>
                    <a:pt x="1177865" y="2026249"/>
                  </a:lnTo>
                  <a:lnTo>
                    <a:pt x="1164480" y="2026249"/>
                  </a:lnTo>
                  <a:lnTo>
                    <a:pt x="1151095" y="2026249"/>
                  </a:lnTo>
                  <a:lnTo>
                    <a:pt x="1137710" y="2026249"/>
                  </a:lnTo>
                  <a:lnTo>
                    <a:pt x="1124325" y="2026249"/>
                  </a:lnTo>
                  <a:lnTo>
                    <a:pt x="1110941" y="2026249"/>
                  </a:lnTo>
                  <a:lnTo>
                    <a:pt x="1097556" y="2026249"/>
                  </a:lnTo>
                  <a:lnTo>
                    <a:pt x="1084171" y="2026249"/>
                  </a:lnTo>
                  <a:lnTo>
                    <a:pt x="1070786" y="2026249"/>
                  </a:lnTo>
                  <a:lnTo>
                    <a:pt x="1057401" y="2026249"/>
                  </a:lnTo>
                  <a:lnTo>
                    <a:pt x="1044016" y="2026249"/>
                  </a:lnTo>
                  <a:lnTo>
                    <a:pt x="1030632" y="2026249"/>
                  </a:lnTo>
                  <a:lnTo>
                    <a:pt x="1017247" y="2026249"/>
                  </a:lnTo>
                  <a:lnTo>
                    <a:pt x="1003862" y="2026249"/>
                  </a:lnTo>
                  <a:lnTo>
                    <a:pt x="990477" y="2026249"/>
                  </a:lnTo>
                  <a:lnTo>
                    <a:pt x="977092" y="2026249"/>
                  </a:lnTo>
                  <a:lnTo>
                    <a:pt x="963707" y="2026249"/>
                  </a:lnTo>
                  <a:lnTo>
                    <a:pt x="950323" y="2026249"/>
                  </a:lnTo>
                  <a:lnTo>
                    <a:pt x="936938" y="2026249"/>
                  </a:lnTo>
                  <a:lnTo>
                    <a:pt x="923553" y="2026249"/>
                  </a:lnTo>
                  <a:lnTo>
                    <a:pt x="910168" y="2026249"/>
                  </a:lnTo>
                  <a:lnTo>
                    <a:pt x="896783" y="2026249"/>
                  </a:lnTo>
                  <a:lnTo>
                    <a:pt x="883398" y="2026249"/>
                  </a:lnTo>
                  <a:lnTo>
                    <a:pt x="870014" y="2026249"/>
                  </a:lnTo>
                  <a:lnTo>
                    <a:pt x="856629" y="2026249"/>
                  </a:lnTo>
                  <a:lnTo>
                    <a:pt x="843244" y="2026249"/>
                  </a:lnTo>
                  <a:lnTo>
                    <a:pt x="829859" y="2026249"/>
                  </a:lnTo>
                  <a:lnTo>
                    <a:pt x="816474" y="2026249"/>
                  </a:lnTo>
                  <a:lnTo>
                    <a:pt x="803089" y="2026249"/>
                  </a:lnTo>
                  <a:lnTo>
                    <a:pt x="789705" y="2026249"/>
                  </a:lnTo>
                  <a:lnTo>
                    <a:pt x="776320" y="2026249"/>
                  </a:lnTo>
                  <a:lnTo>
                    <a:pt x="762935" y="2026249"/>
                  </a:lnTo>
                  <a:lnTo>
                    <a:pt x="749550" y="2026249"/>
                  </a:lnTo>
                  <a:lnTo>
                    <a:pt x="736165" y="2026249"/>
                  </a:lnTo>
                  <a:lnTo>
                    <a:pt x="722780" y="2026249"/>
                  </a:lnTo>
                  <a:lnTo>
                    <a:pt x="709396" y="2026249"/>
                  </a:lnTo>
                  <a:lnTo>
                    <a:pt x="696011" y="2026249"/>
                  </a:lnTo>
                  <a:lnTo>
                    <a:pt x="682626" y="2026249"/>
                  </a:lnTo>
                  <a:lnTo>
                    <a:pt x="669241" y="2026249"/>
                  </a:lnTo>
                  <a:lnTo>
                    <a:pt x="655856" y="2026249"/>
                  </a:lnTo>
                  <a:lnTo>
                    <a:pt x="642471" y="2026249"/>
                  </a:lnTo>
                  <a:lnTo>
                    <a:pt x="629087" y="2026249"/>
                  </a:lnTo>
                  <a:lnTo>
                    <a:pt x="615702" y="2026249"/>
                  </a:lnTo>
                  <a:lnTo>
                    <a:pt x="602317" y="2026249"/>
                  </a:lnTo>
                  <a:lnTo>
                    <a:pt x="588932" y="2026249"/>
                  </a:lnTo>
                  <a:lnTo>
                    <a:pt x="575547" y="2026249"/>
                  </a:lnTo>
                  <a:lnTo>
                    <a:pt x="562162" y="2026249"/>
                  </a:lnTo>
                  <a:lnTo>
                    <a:pt x="548778" y="2026249"/>
                  </a:lnTo>
                  <a:lnTo>
                    <a:pt x="535393" y="2026249"/>
                  </a:lnTo>
                  <a:lnTo>
                    <a:pt x="522008" y="2026249"/>
                  </a:lnTo>
                  <a:lnTo>
                    <a:pt x="508623" y="2026249"/>
                  </a:lnTo>
                  <a:lnTo>
                    <a:pt x="495238" y="2026249"/>
                  </a:lnTo>
                  <a:lnTo>
                    <a:pt x="481853" y="2026249"/>
                  </a:lnTo>
                  <a:lnTo>
                    <a:pt x="468469" y="2026249"/>
                  </a:lnTo>
                  <a:lnTo>
                    <a:pt x="455084" y="2026249"/>
                  </a:lnTo>
                  <a:lnTo>
                    <a:pt x="441699" y="2026249"/>
                  </a:lnTo>
                  <a:lnTo>
                    <a:pt x="428314" y="2026249"/>
                  </a:lnTo>
                  <a:lnTo>
                    <a:pt x="414929" y="2026249"/>
                  </a:lnTo>
                  <a:lnTo>
                    <a:pt x="401544" y="2026249"/>
                  </a:lnTo>
                  <a:lnTo>
                    <a:pt x="388160" y="2026249"/>
                  </a:lnTo>
                  <a:lnTo>
                    <a:pt x="374775" y="2026249"/>
                  </a:lnTo>
                  <a:lnTo>
                    <a:pt x="361390" y="2026249"/>
                  </a:lnTo>
                  <a:lnTo>
                    <a:pt x="348005" y="2026249"/>
                  </a:lnTo>
                  <a:lnTo>
                    <a:pt x="334620" y="2026249"/>
                  </a:lnTo>
                  <a:lnTo>
                    <a:pt x="321235" y="2026249"/>
                  </a:lnTo>
                  <a:lnTo>
                    <a:pt x="307851" y="2026249"/>
                  </a:lnTo>
                  <a:lnTo>
                    <a:pt x="294466" y="2026249"/>
                  </a:lnTo>
                  <a:lnTo>
                    <a:pt x="281081" y="2026249"/>
                  </a:lnTo>
                  <a:lnTo>
                    <a:pt x="267696" y="2026249"/>
                  </a:lnTo>
                  <a:lnTo>
                    <a:pt x="254311" y="2026249"/>
                  </a:lnTo>
                  <a:lnTo>
                    <a:pt x="240926" y="2026249"/>
                  </a:lnTo>
                  <a:lnTo>
                    <a:pt x="227542" y="2026249"/>
                  </a:lnTo>
                  <a:lnTo>
                    <a:pt x="214157" y="2026249"/>
                  </a:lnTo>
                  <a:lnTo>
                    <a:pt x="200772" y="2026249"/>
                  </a:lnTo>
                  <a:lnTo>
                    <a:pt x="187387" y="2026249"/>
                  </a:lnTo>
                  <a:lnTo>
                    <a:pt x="174002" y="2026249"/>
                  </a:lnTo>
                  <a:lnTo>
                    <a:pt x="160617" y="2026249"/>
                  </a:lnTo>
                  <a:lnTo>
                    <a:pt x="147233" y="2026249"/>
                  </a:lnTo>
                  <a:lnTo>
                    <a:pt x="133848" y="2026249"/>
                  </a:lnTo>
                  <a:lnTo>
                    <a:pt x="120463" y="2026249"/>
                  </a:lnTo>
                  <a:lnTo>
                    <a:pt x="107078" y="2026249"/>
                  </a:lnTo>
                  <a:lnTo>
                    <a:pt x="93693" y="2026249"/>
                  </a:lnTo>
                  <a:lnTo>
                    <a:pt x="80308" y="2026249"/>
                  </a:lnTo>
                  <a:lnTo>
                    <a:pt x="66924" y="2026249"/>
                  </a:lnTo>
                  <a:lnTo>
                    <a:pt x="53539" y="2026249"/>
                  </a:lnTo>
                  <a:lnTo>
                    <a:pt x="40154" y="2026249"/>
                  </a:lnTo>
                  <a:lnTo>
                    <a:pt x="26769" y="2026249"/>
                  </a:lnTo>
                  <a:lnTo>
                    <a:pt x="13384" y="2026249"/>
                  </a:lnTo>
                  <a:lnTo>
                    <a:pt x="0" y="2026249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1376"/>
              <a:ext cx="6839649" cy="2011367"/>
            </a:xfrm>
            <a:custGeom>
              <a:avLst/>
              <a:pathLst>
                <a:path w="6839649" h="2011367">
                  <a:moveTo>
                    <a:pt x="0" y="2011367"/>
                  </a:moveTo>
                  <a:lnTo>
                    <a:pt x="13384" y="2010499"/>
                  </a:lnTo>
                  <a:lnTo>
                    <a:pt x="26769" y="2009580"/>
                  </a:lnTo>
                  <a:lnTo>
                    <a:pt x="40154" y="2008633"/>
                  </a:lnTo>
                  <a:lnTo>
                    <a:pt x="53539" y="2007612"/>
                  </a:lnTo>
                  <a:lnTo>
                    <a:pt x="66924" y="2006569"/>
                  </a:lnTo>
                  <a:lnTo>
                    <a:pt x="80308" y="2005447"/>
                  </a:lnTo>
                  <a:lnTo>
                    <a:pt x="93693" y="2004290"/>
                  </a:lnTo>
                  <a:lnTo>
                    <a:pt x="107078" y="2003071"/>
                  </a:lnTo>
                  <a:lnTo>
                    <a:pt x="120463" y="2001789"/>
                  </a:lnTo>
                  <a:lnTo>
                    <a:pt x="133848" y="2000467"/>
                  </a:lnTo>
                  <a:lnTo>
                    <a:pt x="147233" y="1999051"/>
                  </a:lnTo>
                  <a:lnTo>
                    <a:pt x="160617" y="1997608"/>
                  </a:lnTo>
                  <a:lnTo>
                    <a:pt x="174002" y="1996058"/>
                  </a:lnTo>
                  <a:lnTo>
                    <a:pt x="187387" y="1994467"/>
                  </a:lnTo>
                  <a:lnTo>
                    <a:pt x="200772" y="1992792"/>
                  </a:lnTo>
                  <a:lnTo>
                    <a:pt x="214157" y="1991042"/>
                  </a:lnTo>
                  <a:lnTo>
                    <a:pt x="227542" y="1989235"/>
                  </a:lnTo>
                  <a:lnTo>
                    <a:pt x="240926" y="1987315"/>
                  </a:lnTo>
                  <a:lnTo>
                    <a:pt x="254311" y="1985359"/>
                  </a:lnTo>
                  <a:lnTo>
                    <a:pt x="267696" y="1983264"/>
                  </a:lnTo>
                  <a:lnTo>
                    <a:pt x="281081" y="1981123"/>
                  </a:lnTo>
                  <a:lnTo>
                    <a:pt x="294466" y="1978871"/>
                  </a:lnTo>
                  <a:lnTo>
                    <a:pt x="307851" y="1976531"/>
                  </a:lnTo>
                  <a:lnTo>
                    <a:pt x="321235" y="1974115"/>
                  </a:lnTo>
                  <a:lnTo>
                    <a:pt x="334620" y="1971563"/>
                  </a:lnTo>
                  <a:lnTo>
                    <a:pt x="348005" y="1968970"/>
                  </a:lnTo>
                  <a:lnTo>
                    <a:pt x="361390" y="1966198"/>
                  </a:lnTo>
                  <a:lnTo>
                    <a:pt x="374775" y="1963376"/>
                  </a:lnTo>
                  <a:lnTo>
                    <a:pt x="388160" y="1960413"/>
                  </a:lnTo>
                  <a:lnTo>
                    <a:pt x="401544" y="1957349"/>
                  </a:lnTo>
                  <a:lnTo>
                    <a:pt x="414929" y="1954186"/>
                  </a:lnTo>
                  <a:lnTo>
                    <a:pt x="428314" y="1950867"/>
                  </a:lnTo>
                  <a:lnTo>
                    <a:pt x="441699" y="1947495"/>
                  </a:lnTo>
                  <a:lnTo>
                    <a:pt x="455084" y="1943908"/>
                  </a:lnTo>
                  <a:lnTo>
                    <a:pt x="468469" y="1940267"/>
                  </a:lnTo>
                  <a:lnTo>
                    <a:pt x="481853" y="1936450"/>
                  </a:lnTo>
                  <a:lnTo>
                    <a:pt x="495238" y="1932522"/>
                  </a:lnTo>
                  <a:lnTo>
                    <a:pt x="508623" y="1928469"/>
                  </a:lnTo>
                  <a:lnTo>
                    <a:pt x="522008" y="1924242"/>
                  </a:lnTo>
                  <a:lnTo>
                    <a:pt x="535393" y="1919944"/>
                  </a:lnTo>
                  <a:lnTo>
                    <a:pt x="548778" y="1915405"/>
                  </a:lnTo>
                  <a:lnTo>
                    <a:pt x="562162" y="1910803"/>
                  </a:lnTo>
                  <a:lnTo>
                    <a:pt x="575547" y="1905988"/>
                  </a:lnTo>
                  <a:lnTo>
                    <a:pt x="588932" y="1901057"/>
                  </a:lnTo>
                  <a:lnTo>
                    <a:pt x="602317" y="1895972"/>
                  </a:lnTo>
                  <a:lnTo>
                    <a:pt x="615702" y="1890699"/>
                  </a:lnTo>
                  <a:lnTo>
                    <a:pt x="629087" y="1885335"/>
                  </a:lnTo>
                  <a:lnTo>
                    <a:pt x="642471" y="1879708"/>
                  </a:lnTo>
                  <a:lnTo>
                    <a:pt x="655856" y="1874011"/>
                  </a:lnTo>
                  <a:lnTo>
                    <a:pt x="669241" y="1868065"/>
                  </a:lnTo>
                  <a:lnTo>
                    <a:pt x="682626" y="1862000"/>
                  </a:lnTo>
                  <a:lnTo>
                    <a:pt x="696011" y="1855753"/>
                  </a:lnTo>
                  <a:lnTo>
                    <a:pt x="709396" y="1849309"/>
                  </a:lnTo>
                  <a:lnTo>
                    <a:pt x="722780" y="1842753"/>
                  </a:lnTo>
                  <a:lnTo>
                    <a:pt x="736165" y="1835920"/>
                  </a:lnTo>
                  <a:lnTo>
                    <a:pt x="749550" y="1829011"/>
                  </a:lnTo>
                  <a:lnTo>
                    <a:pt x="762935" y="1821820"/>
                  </a:lnTo>
                  <a:lnTo>
                    <a:pt x="776320" y="1814511"/>
                  </a:lnTo>
                  <a:lnTo>
                    <a:pt x="789705" y="1806995"/>
                  </a:lnTo>
                  <a:lnTo>
                    <a:pt x="803089" y="1799279"/>
                  </a:lnTo>
                  <a:lnTo>
                    <a:pt x="816474" y="1791432"/>
                  </a:lnTo>
                  <a:lnTo>
                    <a:pt x="829859" y="1783302"/>
                  </a:lnTo>
                  <a:lnTo>
                    <a:pt x="843244" y="1775092"/>
                  </a:lnTo>
                  <a:lnTo>
                    <a:pt x="856629" y="1766573"/>
                  </a:lnTo>
                  <a:lnTo>
                    <a:pt x="870014" y="1757942"/>
                  </a:lnTo>
                  <a:lnTo>
                    <a:pt x="883398" y="1749083"/>
                  </a:lnTo>
                  <a:lnTo>
                    <a:pt x="896783" y="1740029"/>
                  </a:lnTo>
                  <a:lnTo>
                    <a:pt x="910168" y="1730828"/>
                  </a:lnTo>
                  <a:lnTo>
                    <a:pt x="923553" y="1721349"/>
                  </a:lnTo>
                  <a:lnTo>
                    <a:pt x="936938" y="1711787"/>
                  </a:lnTo>
                  <a:lnTo>
                    <a:pt x="950323" y="1701899"/>
                  </a:lnTo>
                  <a:lnTo>
                    <a:pt x="963707" y="1691912"/>
                  </a:lnTo>
                  <a:lnTo>
                    <a:pt x="977092" y="1681681"/>
                  </a:lnTo>
                  <a:lnTo>
                    <a:pt x="990477" y="1671269"/>
                  </a:lnTo>
                  <a:lnTo>
                    <a:pt x="1003862" y="1660698"/>
                  </a:lnTo>
                  <a:lnTo>
                    <a:pt x="1017247" y="1649865"/>
                  </a:lnTo>
                  <a:lnTo>
                    <a:pt x="1030632" y="1638950"/>
                  </a:lnTo>
                  <a:lnTo>
                    <a:pt x="1044016" y="1627705"/>
                  </a:lnTo>
                  <a:lnTo>
                    <a:pt x="1057401" y="1616375"/>
                  </a:lnTo>
                  <a:lnTo>
                    <a:pt x="1070786" y="1604799"/>
                  </a:lnTo>
                  <a:lnTo>
                    <a:pt x="1084171" y="1593062"/>
                  </a:lnTo>
                  <a:lnTo>
                    <a:pt x="1097556" y="1581161"/>
                  </a:lnTo>
                  <a:lnTo>
                    <a:pt x="1110941" y="1569024"/>
                  </a:lnTo>
                  <a:lnTo>
                    <a:pt x="1124325" y="1556803"/>
                  </a:lnTo>
                  <a:lnTo>
                    <a:pt x="1137710" y="1544277"/>
                  </a:lnTo>
                  <a:lnTo>
                    <a:pt x="1151095" y="1531677"/>
                  </a:lnTo>
                  <a:lnTo>
                    <a:pt x="1164480" y="1518841"/>
                  </a:lnTo>
                  <a:lnTo>
                    <a:pt x="1177865" y="1505869"/>
                  </a:lnTo>
                  <a:lnTo>
                    <a:pt x="1191250" y="1492739"/>
                  </a:lnTo>
                  <a:lnTo>
                    <a:pt x="1204634" y="1479408"/>
                  </a:lnTo>
                  <a:lnTo>
                    <a:pt x="1218019" y="1465993"/>
                  </a:lnTo>
                  <a:lnTo>
                    <a:pt x="1231404" y="1452319"/>
                  </a:lnTo>
                  <a:lnTo>
                    <a:pt x="1244789" y="1438582"/>
                  </a:lnTo>
                  <a:lnTo>
                    <a:pt x="1258174" y="1424633"/>
                  </a:lnTo>
                  <a:lnTo>
                    <a:pt x="1271559" y="1410577"/>
                  </a:lnTo>
                  <a:lnTo>
                    <a:pt x="1284943" y="1396379"/>
                  </a:lnTo>
                  <a:lnTo>
                    <a:pt x="1298328" y="1382024"/>
                  </a:lnTo>
                  <a:lnTo>
                    <a:pt x="1311713" y="1367591"/>
                  </a:lnTo>
                  <a:lnTo>
                    <a:pt x="1325098" y="1352959"/>
                  </a:lnTo>
                  <a:lnTo>
                    <a:pt x="1338483" y="1338275"/>
                  </a:lnTo>
                  <a:lnTo>
                    <a:pt x="1351868" y="1323418"/>
                  </a:lnTo>
                  <a:lnTo>
                    <a:pt x="1365252" y="1308487"/>
                  </a:lnTo>
                  <a:lnTo>
                    <a:pt x="1378637" y="1293442"/>
                  </a:lnTo>
                  <a:lnTo>
                    <a:pt x="1392022" y="1278289"/>
                  </a:lnTo>
                  <a:lnTo>
                    <a:pt x="1405407" y="1263073"/>
                  </a:lnTo>
                  <a:lnTo>
                    <a:pt x="1418792" y="1247722"/>
                  </a:lnTo>
                  <a:lnTo>
                    <a:pt x="1432177" y="1232337"/>
                  </a:lnTo>
                  <a:lnTo>
                    <a:pt x="1445561" y="1216832"/>
                  </a:lnTo>
                  <a:lnTo>
                    <a:pt x="1458946" y="1201286"/>
                  </a:lnTo>
                  <a:lnTo>
                    <a:pt x="1472331" y="1185665"/>
                  </a:lnTo>
                  <a:lnTo>
                    <a:pt x="1485716" y="1169986"/>
                  </a:lnTo>
                  <a:lnTo>
                    <a:pt x="1499101" y="1154269"/>
                  </a:lnTo>
                  <a:lnTo>
                    <a:pt x="1512486" y="1138487"/>
                  </a:lnTo>
                  <a:lnTo>
                    <a:pt x="1525870" y="1122688"/>
                  </a:lnTo>
                  <a:lnTo>
                    <a:pt x="1539255" y="1106838"/>
                  </a:lnTo>
                  <a:lnTo>
                    <a:pt x="1552640" y="1090976"/>
                  </a:lnTo>
                  <a:lnTo>
                    <a:pt x="1566025" y="1075090"/>
                  </a:lnTo>
                  <a:lnTo>
                    <a:pt x="1579410" y="1059196"/>
                  </a:lnTo>
                  <a:lnTo>
                    <a:pt x="1592795" y="1043295"/>
                  </a:lnTo>
                  <a:lnTo>
                    <a:pt x="1606179" y="1027399"/>
                  </a:lnTo>
                  <a:lnTo>
                    <a:pt x="1619564" y="1011507"/>
                  </a:lnTo>
                  <a:lnTo>
                    <a:pt x="1632949" y="995641"/>
                  </a:lnTo>
                  <a:lnTo>
                    <a:pt x="1646334" y="979789"/>
                  </a:lnTo>
                  <a:lnTo>
                    <a:pt x="1659719" y="963972"/>
                  </a:lnTo>
                  <a:lnTo>
                    <a:pt x="1673104" y="948193"/>
                  </a:lnTo>
                  <a:lnTo>
                    <a:pt x="1686488" y="932447"/>
                  </a:lnTo>
                  <a:lnTo>
                    <a:pt x="1699873" y="916772"/>
                  </a:lnTo>
                  <a:lnTo>
                    <a:pt x="1713258" y="901119"/>
                  </a:lnTo>
                  <a:lnTo>
                    <a:pt x="1726643" y="885578"/>
                  </a:lnTo>
                  <a:lnTo>
                    <a:pt x="1740028" y="870071"/>
                  </a:lnTo>
                  <a:lnTo>
                    <a:pt x="1753413" y="854664"/>
                  </a:lnTo>
                  <a:lnTo>
                    <a:pt x="1766797" y="839334"/>
                  </a:lnTo>
                  <a:lnTo>
                    <a:pt x="1780182" y="824081"/>
                  </a:lnTo>
                  <a:lnTo>
                    <a:pt x="1793567" y="808957"/>
                  </a:lnTo>
                  <a:lnTo>
                    <a:pt x="1806952" y="793880"/>
                  </a:lnTo>
                  <a:lnTo>
                    <a:pt x="1820337" y="778991"/>
                  </a:lnTo>
                  <a:lnTo>
                    <a:pt x="1833722" y="764154"/>
                  </a:lnTo>
                  <a:lnTo>
                    <a:pt x="1847106" y="749484"/>
                  </a:lnTo>
                  <a:lnTo>
                    <a:pt x="1860491" y="734920"/>
                  </a:lnTo>
                  <a:lnTo>
                    <a:pt x="1873876" y="720481"/>
                  </a:lnTo>
                  <a:lnTo>
                    <a:pt x="1887261" y="706216"/>
                  </a:lnTo>
                  <a:lnTo>
                    <a:pt x="1900646" y="692026"/>
                  </a:lnTo>
                  <a:lnTo>
                    <a:pt x="1914031" y="678087"/>
                  </a:lnTo>
                  <a:lnTo>
                    <a:pt x="1927415" y="664214"/>
                  </a:lnTo>
                  <a:lnTo>
                    <a:pt x="1940800" y="650572"/>
                  </a:lnTo>
                  <a:lnTo>
                    <a:pt x="1954185" y="637055"/>
                  </a:lnTo>
                  <a:lnTo>
                    <a:pt x="1967570" y="623710"/>
                  </a:lnTo>
                  <a:lnTo>
                    <a:pt x="1980955" y="610570"/>
                  </a:lnTo>
                  <a:lnTo>
                    <a:pt x="1994340" y="597535"/>
                  </a:lnTo>
                  <a:lnTo>
                    <a:pt x="2007724" y="584793"/>
                  </a:lnTo>
                  <a:lnTo>
                    <a:pt x="2021109" y="572130"/>
                  </a:lnTo>
                  <a:lnTo>
                    <a:pt x="2034494" y="559753"/>
                  </a:lnTo>
                  <a:lnTo>
                    <a:pt x="2047879" y="547510"/>
                  </a:lnTo>
                  <a:lnTo>
                    <a:pt x="2061264" y="535478"/>
                  </a:lnTo>
                  <a:lnTo>
                    <a:pt x="2074649" y="523668"/>
                  </a:lnTo>
                  <a:lnTo>
                    <a:pt x="2088033" y="511990"/>
                  </a:lnTo>
                  <a:lnTo>
                    <a:pt x="2101418" y="500628"/>
                  </a:lnTo>
                  <a:lnTo>
                    <a:pt x="2114803" y="489353"/>
                  </a:lnTo>
                  <a:lnTo>
                    <a:pt x="2128188" y="478405"/>
                  </a:lnTo>
                  <a:lnTo>
                    <a:pt x="2141573" y="467589"/>
                  </a:lnTo>
                  <a:lnTo>
                    <a:pt x="2154958" y="457014"/>
                  </a:lnTo>
                  <a:lnTo>
                    <a:pt x="2168342" y="446664"/>
                  </a:lnTo>
                  <a:lnTo>
                    <a:pt x="2181727" y="436466"/>
                  </a:lnTo>
                  <a:lnTo>
                    <a:pt x="2195112" y="426585"/>
                  </a:lnTo>
                  <a:lnTo>
                    <a:pt x="2208497" y="416796"/>
                  </a:lnTo>
                  <a:lnTo>
                    <a:pt x="2221882" y="407357"/>
                  </a:lnTo>
                  <a:lnTo>
                    <a:pt x="2235267" y="398038"/>
                  </a:lnTo>
                  <a:lnTo>
                    <a:pt x="2248651" y="388978"/>
                  </a:lnTo>
                  <a:lnTo>
                    <a:pt x="2262036" y="380128"/>
                  </a:lnTo>
                  <a:lnTo>
                    <a:pt x="2275421" y="371445"/>
                  </a:lnTo>
                  <a:lnTo>
                    <a:pt x="2288806" y="363060"/>
                  </a:lnTo>
                  <a:lnTo>
                    <a:pt x="2302191" y="354765"/>
                  </a:lnTo>
                  <a:lnTo>
                    <a:pt x="2315576" y="346823"/>
                  </a:lnTo>
                  <a:lnTo>
                    <a:pt x="2328960" y="338982"/>
                  </a:lnTo>
                  <a:lnTo>
                    <a:pt x="2342345" y="331402"/>
                  </a:lnTo>
                  <a:lnTo>
                    <a:pt x="2355730" y="324006"/>
                  </a:lnTo>
                  <a:lnTo>
                    <a:pt x="2369115" y="316780"/>
                  </a:lnTo>
                  <a:lnTo>
                    <a:pt x="2382500" y="309817"/>
                  </a:lnTo>
                  <a:lnTo>
                    <a:pt x="2395885" y="302937"/>
                  </a:lnTo>
                  <a:lnTo>
                    <a:pt x="2409269" y="296390"/>
                  </a:lnTo>
                  <a:lnTo>
                    <a:pt x="2422654" y="289923"/>
                  </a:lnTo>
                  <a:lnTo>
                    <a:pt x="2436039" y="283700"/>
                  </a:lnTo>
                  <a:lnTo>
                    <a:pt x="2449424" y="277629"/>
                  </a:lnTo>
                  <a:lnTo>
                    <a:pt x="2462809" y="271716"/>
                  </a:lnTo>
                  <a:lnTo>
                    <a:pt x="2476194" y="266022"/>
                  </a:lnTo>
                  <a:lnTo>
                    <a:pt x="2489578" y="260407"/>
                  </a:lnTo>
                  <a:lnTo>
                    <a:pt x="2502963" y="255068"/>
                  </a:lnTo>
                  <a:lnTo>
                    <a:pt x="2516348" y="249795"/>
                  </a:lnTo>
                  <a:lnTo>
                    <a:pt x="2529733" y="244733"/>
                  </a:lnTo>
                  <a:lnTo>
                    <a:pt x="2543118" y="239786"/>
                  </a:lnTo>
                  <a:lnTo>
                    <a:pt x="2556503" y="234978"/>
                  </a:lnTo>
                  <a:lnTo>
                    <a:pt x="2569887" y="230334"/>
                  </a:lnTo>
                  <a:lnTo>
                    <a:pt x="2583272" y="225762"/>
                  </a:lnTo>
                  <a:lnTo>
                    <a:pt x="2596657" y="221397"/>
                  </a:lnTo>
                  <a:lnTo>
                    <a:pt x="2610042" y="217083"/>
                  </a:lnTo>
                  <a:lnTo>
                    <a:pt x="2623427" y="212935"/>
                  </a:lnTo>
                  <a:lnTo>
                    <a:pt x="2636812" y="208867"/>
                  </a:lnTo>
                  <a:lnTo>
                    <a:pt x="2650196" y="204906"/>
                  </a:lnTo>
                  <a:lnTo>
                    <a:pt x="2663581" y="201058"/>
                  </a:lnTo>
                  <a:lnTo>
                    <a:pt x="2676966" y="197267"/>
                  </a:lnTo>
                  <a:lnTo>
                    <a:pt x="2690351" y="193614"/>
                  </a:lnTo>
                  <a:lnTo>
                    <a:pt x="2703736" y="189996"/>
                  </a:lnTo>
                  <a:lnTo>
                    <a:pt x="2717121" y="186494"/>
                  </a:lnTo>
                  <a:lnTo>
                    <a:pt x="2730505" y="183038"/>
                  </a:lnTo>
                  <a:lnTo>
                    <a:pt x="2743890" y="179655"/>
                  </a:lnTo>
                  <a:lnTo>
                    <a:pt x="2757275" y="176338"/>
                  </a:lnTo>
                  <a:lnTo>
                    <a:pt x="2770660" y="173059"/>
                  </a:lnTo>
                  <a:lnTo>
                    <a:pt x="2784045" y="169857"/>
                  </a:lnTo>
                  <a:lnTo>
                    <a:pt x="2797430" y="166675"/>
                  </a:lnTo>
                  <a:lnTo>
                    <a:pt x="2810814" y="163558"/>
                  </a:lnTo>
                  <a:lnTo>
                    <a:pt x="2824199" y="160462"/>
                  </a:lnTo>
                  <a:lnTo>
                    <a:pt x="2837584" y="157406"/>
                  </a:lnTo>
                  <a:lnTo>
                    <a:pt x="2850969" y="154376"/>
                  </a:lnTo>
                  <a:lnTo>
                    <a:pt x="2864354" y="151367"/>
                  </a:lnTo>
                  <a:lnTo>
                    <a:pt x="2877739" y="148386"/>
                  </a:lnTo>
                  <a:lnTo>
                    <a:pt x="2891123" y="145413"/>
                  </a:lnTo>
                  <a:lnTo>
                    <a:pt x="2904508" y="142462"/>
                  </a:lnTo>
                  <a:lnTo>
                    <a:pt x="2917893" y="139516"/>
                  </a:lnTo>
                  <a:lnTo>
                    <a:pt x="2931278" y="136580"/>
                  </a:lnTo>
                  <a:lnTo>
                    <a:pt x="2944663" y="133647"/>
                  </a:lnTo>
                  <a:lnTo>
                    <a:pt x="2958048" y="130717"/>
                  </a:lnTo>
                  <a:lnTo>
                    <a:pt x="2971432" y="127787"/>
                  </a:lnTo>
                  <a:lnTo>
                    <a:pt x="2984817" y="124856"/>
                  </a:lnTo>
                  <a:lnTo>
                    <a:pt x="2998202" y="121919"/>
                  </a:lnTo>
                  <a:lnTo>
                    <a:pt x="3011587" y="118978"/>
                  </a:lnTo>
                  <a:lnTo>
                    <a:pt x="3024972" y="116030"/>
                  </a:lnTo>
                  <a:lnTo>
                    <a:pt x="3038357" y="113075"/>
                  </a:lnTo>
                  <a:lnTo>
                    <a:pt x="3051741" y="110113"/>
                  </a:lnTo>
                  <a:lnTo>
                    <a:pt x="3065126" y="107139"/>
                  </a:lnTo>
                  <a:lnTo>
                    <a:pt x="3078511" y="104162"/>
                  </a:lnTo>
                  <a:lnTo>
                    <a:pt x="3091896" y="101170"/>
                  </a:lnTo>
                  <a:lnTo>
                    <a:pt x="3105281" y="98174"/>
                  </a:lnTo>
                  <a:lnTo>
                    <a:pt x="3118666" y="95168"/>
                  </a:lnTo>
                  <a:lnTo>
                    <a:pt x="3132050" y="92156"/>
                  </a:lnTo>
                  <a:lnTo>
                    <a:pt x="3145435" y="89139"/>
                  </a:lnTo>
                  <a:lnTo>
                    <a:pt x="3158820" y="86116"/>
                  </a:lnTo>
                  <a:lnTo>
                    <a:pt x="3172205" y="83092"/>
                  </a:lnTo>
                  <a:lnTo>
                    <a:pt x="3185590" y="80066"/>
                  </a:lnTo>
                  <a:lnTo>
                    <a:pt x="3198975" y="77042"/>
                  </a:lnTo>
                  <a:lnTo>
                    <a:pt x="3212359" y="74022"/>
                  </a:lnTo>
                  <a:lnTo>
                    <a:pt x="3225744" y="71007"/>
                  </a:lnTo>
                  <a:lnTo>
                    <a:pt x="3239129" y="68000"/>
                  </a:lnTo>
                  <a:lnTo>
                    <a:pt x="3252514" y="65009"/>
                  </a:lnTo>
                  <a:lnTo>
                    <a:pt x="3265899" y="62025"/>
                  </a:lnTo>
                  <a:lnTo>
                    <a:pt x="3279284" y="59071"/>
                  </a:lnTo>
                  <a:lnTo>
                    <a:pt x="3292668" y="56127"/>
                  </a:lnTo>
                  <a:lnTo>
                    <a:pt x="3306053" y="53219"/>
                  </a:lnTo>
                  <a:lnTo>
                    <a:pt x="3319438" y="50334"/>
                  </a:lnTo>
                  <a:lnTo>
                    <a:pt x="3332823" y="47482"/>
                  </a:lnTo>
                  <a:lnTo>
                    <a:pt x="3346208" y="44675"/>
                  </a:lnTo>
                  <a:lnTo>
                    <a:pt x="3359593" y="41892"/>
                  </a:lnTo>
                  <a:lnTo>
                    <a:pt x="3372977" y="39182"/>
                  </a:lnTo>
                  <a:lnTo>
                    <a:pt x="3386362" y="36494"/>
                  </a:lnTo>
                  <a:lnTo>
                    <a:pt x="3399747" y="33890"/>
                  </a:lnTo>
                  <a:lnTo>
                    <a:pt x="3413132" y="31327"/>
                  </a:lnTo>
                  <a:lnTo>
                    <a:pt x="3426517" y="28833"/>
                  </a:lnTo>
                  <a:lnTo>
                    <a:pt x="3439902" y="26417"/>
                  </a:lnTo>
                  <a:lnTo>
                    <a:pt x="3453286" y="24048"/>
                  </a:lnTo>
                  <a:lnTo>
                    <a:pt x="3466671" y="21801"/>
                  </a:lnTo>
                  <a:lnTo>
                    <a:pt x="3480056" y="19590"/>
                  </a:lnTo>
                  <a:lnTo>
                    <a:pt x="3493441" y="17518"/>
                  </a:lnTo>
                  <a:lnTo>
                    <a:pt x="3506826" y="15506"/>
                  </a:lnTo>
                  <a:lnTo>
                    <a:pt x="3520211" y="13605"/>
                  </a:lnTo>
                  <a:lnTo>
                    <a:pt x="3533595" y="11814"/>
                  </a:lnTo>
                  <a:lnTo>
                    <a:pt x="3546980" y="10100"/>
                  </a:lnTo>
                  <a:lnTo>
                    <a:pt x="3560365" y="8552"/>
                  </a:lnTo>
                  <a:lnTo>
                    <a:pt x="3573750" y="7054"/>
                  </a:lnTo>
                  <a:lnTo>
                    <a:pt x="3587135" y="5757"/>
                  </a:lnTo>
                  <a:lnTo>
                    <a:pt x="3600520" y="4532"/>
                  </a:lnTo>
                  <a:lnTo>
                    <a:pt x="3613904" y="3465"/>
                  </a:lnTo>
                  <a:lnTo>
                    <a:pt x="3627289" y="2532"/>
                  </a:lnTo>
                  <a:lnTo>
                    <a:pt x="3640674" y="1709"/>
                  </a:lnTo>
                  <a:lnTo>
                    <a:pt x="3654059" y="1089"/>
                  </a:lnTo>
                  <a:lnTo>
                    <a:pt x="3667444" y="532"/>
                  </a:lnTo>
                  <a:lnTo>
                    <a:pt x="3680829" y="235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4"/>
                  </a:lnTo>
                  <a:lnTo>
                    <a:pt x="3734368" y="410"/>
                  </a:lnTo>
                  <a:lnTo>
                    <a:pt x="3747753" y="914"/>
                  </a:lnTo>
                  <a:lnTo>
                    <a:pt x="3761138" y="1492"/>
                  </a:lnTo>
                  <a:lnTo>
                    <a:pt x="3774522" y="2379"/>
                  </a:lnTo>
                  <a:lnTo>
                    <a:pt x="3787907" y="3344"/>
                  </a:lnTo>
                  <a:lnTo>
                    <a:pt x="3801292" y="4551"/>
                  </a:lnTo>
                  <a:lnTo>
                    <a:pt x="3814677" y="5915"/>
                  </a:lnTo>
                  <a:lnTo>
                    <a:pt x="3828062" y="7448"/>
                  </a:lnTo>
                  <a:lnTo>
                    <a:pt x="3841447" y="9220"/>
                  </a:lnTo>
                  <a:lnTo>
                    <a:pt x="3854831" y="11085"/>
                  </a:lnTo>
                  <a:lnTo>
                    <a:pt x="3868216" y="13273"/>
                  </a:lnTo>
                  <a:lnTo>
                    <a:pt x="3881601" y="15544"/>
                  </a:lnTo>
                  <a:lnTo>
                    <a:pt x="3894986" y="18085"/>
                  </a:lnTo>
                  <a:lnTo>
                    <a:pt x="3908371" y="20778"/>
                  </a:lnTo>
                  <a:lnTo>
                    <a:pt x="3921756" y="23662"/>
                  </a:lnTo>
                  <a:lnTo>
                    <a:pt x="3935140" y="26782"/>
                  </a:lnTo>
                  <a:lnTo>
                    <a:pt x="3948525" y="30010"/>
                  </a:lnTo>
                  <a:lnTo>
                    <a:pt x="3961910" y="33558"/>
                  </a:lnTo>
                  <a:lnTo>
                    <a:pt x="3975295" y="37188"/>
                  </a:lnTo>
                  <a:lnTo>
                    <a:pt x="3988680" y="41104"/>
                  </a:lnTo>
                  <a:lnTo>
                    <a:pt x="4002065" y="45160"/>
                  </a:lnTo>
                  <a:lnTo>
                    <a:pt x="4015449" y="49417"/>
                  </a:lnTo>
                  <a:lnTo>
                    <a:pt x="4028834" y="53895"/>
                  </a:lnTo>
                  <a:lnTo>
                    <a:pt x="4042219" y="58491"/>
                  </a:lnTo>
                  <a:lnTo>
                    <a:pt x="4055604" y="63385"/>
                  </a:lnTo>
                  <a:lnTo>
                    <a:pt x="4068989" y="68359"/>
                  </a:lnTo>
                  <a:lnTo>
                    <a:pt x="4082374" y="73618"/>
                  </a:lnTo>
                  <a:lnTo>
                    <a:pt x="4095758" y="78998"/>
                  </a:lnTo>
                  <a:lnTo>
                    <a:pt x="4109143" y="84580"/>
                  </a:lnTo>
                  <a:lnTo>
                    <a:pt x="4122528" y="90356"/>
                  </a:lnTo>
                  <a:lnTo>
                    <a:pt x="4135913" y="96254"/>
                  </a:lnTo>
                  <a:lnTo>
                    <a:pt x="4149298" y="102415"/>
                  </a:lnTo>
                  <a:lnTo>
                    <a:pt x="4162683" y="108650"/>
                  </a:lnTo>
                  <a:lnTo>
                    <a:pt x="4176067" y="115154"/>
                  </a:lnTo>
                  <a:lnTo>
                    <a:pt x="4189452" y="121756"/>
                  </a:lnTo>
                  <a:lnTo>
                    <a:pt x="4202837" y="128548"/>
                  </a:lnTo>
                  <a:lnTo>
                    <a:pt x="4216222" y="135502"/>
                  </a:lnTo>
                  <a:lnTo>
                    <a:pt x="4229607" y="142573"/>
                  </a:lnTo>
                  <a:lnTo>
                    <a:pt x="4242992" y="149863"/>
                  </a:lnTo>
                  <a:lnTo>
                    <a:pt x="4256376" y="157217"/>
                  </a:lnTo>
                  <a:lnTo>
                    <a:pt x="4269761" y="164809"/>
                  </a:lnTo>
                  <a:lnTo>
                    <a:pt x="4283146" y="172476"/>
                  </a:lnTo>
                  <a:lnTo>
                    <a:pt x="4296531" y="180311"/>
                  </a:lnTo>
                  <a:lnTo>
                    <a:pt x="4309916" y="188271"/>
                  </a:lnTo>
                  <a:lnTo>
                    <a:pt x="4323301" y="196335"/>
                  </a:lnTo>
                  <a:lnTo>
                    <a:pt x="4336685" y="204570"/>
                  </a:lnTo>
                  <a:lnTo>
                    <a:pt x="4350070" y="212856"/>
                  </a:lnTo>
                  <a:lnTo>
                    <a:pt x="4363455" y="221338"/>
                  </a:lnTo>
                  <a:lnTo>
                    <a:pt x="4376840" y="229871"/>
                  </a:lnTo>
                  <a:lnTo>
                    <a:pt x="4390225" y="238541"/>
                  </a:lnTo>
                  <a:lnTo>
                    <a:pt x="4403610" y="247300"/>
                  </a:lnTo>
                  <a:lnTo>
                    <a:pt x="4416994" y="256144"/>
                  </a:lnTo>
                  <a:lnTo>
                    <a:pt x="4430379" y="265108"/>
                  </a:lnTo>
                  <a:lnTo>
                    <a:pt x="4443764" y="274110"/>
                  </a:lnTo>
                  <a:lnTo>
                    <a:pt x="4457149" y="283256"/>
                  </a:lnTo>
                  <a:lnTo>
                    <a:pt x="4470534" y="292434"/>
                  </a:lnTo>
                  <a:lnTo>
                    <a:pt x="4483919" y="301711"/>
                  </a:lnTo>
                  <a:lnTo>
                    <a:pt x="4497303" y="311042"/>
                  </a:lnTo>
                  <a:lnTo>
                    <a:pt x="4510688" y="320434"/>
                  </a:lnTo>
                  <a:lnTo>
                    <a:pt x="4524073" y="329898"/>
                  </a:lnTo>
                  <a:lnTo>
                    <a:pt x="4537458" y="339391"/>
                  </a:lnTo>
                  <a:lnTo>
                    <a:pt x="4550843" y="348966"/>
                  </a:lnTo>
                  <a:lnTo>
                    <a:pt x="4564228" y="358559"/>
                  </a:lnTo>
                  <a:lnTo>
                    <a:pt x="4577612" y="368211"/>
                  </a:lnTo>
                  <a:lnTo>
                    <a:pt x="4590997" y="377888"/>
                  </a:lnTo>
                  <a:lnTo>
                    <a:pt x="4604382" y="387598"/>
                  </a:lnTo>
                  <a:lnTo>
                    <a:pt x="4617767" y="397339"/>
                  </a:lnTo>
                  <a:lnTo>
                    <a:pt x="4631152" y="407094"/>
                  </a:lnTo>
                  <a:lnTo>
                    <a:pt x="4644537" y="416880"/>
                  </a:lnTo>
                  <a:lnTo>
                    <a:pt x="4657921" y="426671"/>
                  </a:lnTo>
                  <a:lnTo>
                    <a:pt x="4671306" y="436479"/>
                  </a:lnTo>
                  <a:lnTo>
                    <a:pt x="4684691" y="446291"/>
                  </a:lnTo>
                  <a:lnTo>
                    <a:pt x="4698076" y="456108"/>
                  </a:lnTo>
                  <a:lnTo>
                    <a:pt x="4711461" y="465924"/>
                  </a:lnTo>
                  <a:lnTo>
                    <a:pt x="4724846" y="475738"/>
                  </a:lnTo>
                  <a:lnTo>
                    <a:pt x="4738230" y="485541"/>
                  </a:lnTo>
                  <a:lnTo>
                    <a:pt x="4751615" y="495340"/>
                  </a:lnTo>
                  <a:lnTo>
                    <a:pt x="4765000" y="505118"/>
                  </a:lnTo>
                  <a:lnTo>
                    <a:pt x="4778385" y="514886"/>
                  </a:lnTo>
                  <a:lnTo>
                    <a:pt x="4791770" y="524633"/>
                  </a:lnTo>
                  <a:lnTo>
                    <a:pt x="4805155" y="534356"/>
                  </a:lnTo>
                  <a:lnTo>
                    <a:pt x="4818539" y="544063"/>
                  </a:lnTo>
                  <a:lnTo>
                    <a:pt x="4831924" y="553730"/>
                  </a:lnTo>
                  <a:lnTo>
                    <a:pt x="4845309" y="563385"/>
                  </a:lnTo>
                  <a:lnTo>
                    <a:pt x="4858694" y="572991"/>
                  </a:lnTo>
                  <a:lnTo>
                    <a:pt x="4872079" y="582577"/>
                  </a:lnTo>
                  <a:lnTo>
                    <a:pt x="4885464" y="592123"/>
                  </a:lnTo>
                  <a:lnTo>
                    <a:pt x="4898848" y="601633"/>
                  </a:lnTo>
                  <a:lnTo>
                    <a:pt x="4912233" y="611114"/>
                  </a:lnTo>
                  <a:lnTo>
                    <a:pt x="4925618" y="620540"/>
                  </a:lnTo>
                  <a:lnTo>
                    <a:pt x="4939003" y="629949"/>
                  </a:lnTo>
                  <a:lnTo>
                    <a:pt x="4952388" y="639290"/>
                  </a:lnTo>
                  <a:lnTo>
                    <a:pt x="4965773" y="648609"/>
                  </a:lnTo>
                  <a:lnTo>
                    <a:pt x="4979157" y="657877"/>
                  </a:lnTo>
                  <a:lnTo>
                    <a:pt x="4992542" y="667103"/>
                  </a:lnTo>
                  <a:lnTo>
                    <a:pt x="5005927" y="676294"/>
                  </a:lnTo>
                  <a:lnTo>
                    <a:pt x="5019312" y="685425"/>
                  </a:lnTo>
                  <a:lnTo>
                    <a:pt x="5032697" y="694538"/>
                  </a:lnTo>
                  <a:lnTo>
                    <a:pt x="5046082" y="703577"/>
                  </a:lnTo>
                  <a:lnTo>
                    <a:pt x="5059466" y="712595"/>
                  </a:lnTo>
                  <a:lnTo>
                    <a:pt x="5072851" y="721557"/>
                  </a:lnTo>
                  <a:lnTo>
                    <a:pt x="5086236" y="730482"/>
                  </a:lnTo>
                  <a:lnTo>
                    <a:pt x="5099621" y="739371"/>
                  </a:lnTo>
                  <a:lnTo>
                    <a:pt x="5113006" y="748206"/>
                  </a:lnTo>
                  <a:lnTo>
                    <a:pt x="5126391" y="757022"/>
                  </a:lnTo>
                  <a:lnTo>
                    <a:pt x="5139775" y="765770"/>
                  </a:lnTo>
                  <a:lnTo>
                    <a:pt x="5153160" y="774502"/>
                  </a:lnTo>
                  <a:lnTo>
                    <a:pt x="5166545" y="783184"/>
                  </a:lnTo>
                  <a:lnTo>
                    <a:pt x="5179930" y="791837"/>
                  </a:lnTo>
                  <a:lnTo>
                    <a:pt x="5193315" y="800457"/>
                  </a:lnTo>
                  <a:lnTo>
                    <a:pt x="5206700" y="809036"/>
                  </a:lnTo>
                  <a:lnTo>
                    <a:pt x="5220084" y="817599"/>
                  </a:lnTo>
                  <a:lnTo>
                    <a:pt x="5233469" y="826112"/>
                  </a:lnTo>
                  <a:lnTo>
                    <a:pt x="5246854" y="834613"/>
                  </a:lnTo>
                  <a:lnTo>
                    <a:pt x="5260239" y="843076"/>
                  </a:lnTo>
                  <a:lnTo>
                    <a:pt x="5273624" y="851522"/>
                  </a:lnTo>
                  <a:lnTo>
                    <a:pt x="5287009" y="859944"/>
                  </a:lnTo>
                  <a:lnTo>
                    <a:pt x="5300393" y="868342"/>
                  </a:lnTo>
                  <a:lnTo>
                    <a:pt x="5313778" y="876729"/>
                  </a:lnTo>
                  <a:lnTo>
                    <a:pt x="5327163" y="885088"/>
                  </a:lnTo>
                  <a:lnTo>
                    <a:pt x="5340548" y="893442"/>
                  </a:lnTo>
                  <a:lnTo>
                    <a:pt x="5353933" y="901776"/>
                  </a:lnTo>
                  <a:lnTo>
                    <a:pt x="5367318" y="910103"/>
                  </a:lnTo>
                  <a:lnTo>
                    <a:pt x="5380702" y="918420"/>
                  </a:lnTo>
                  <a:lnTo>
                    <a:pt x="5394087" y="926730"/>
                  </a:lnTo>
                  <a:lnTo>
                    <a:pt x="5407472" y="935037"/>
                  </a:lnTo>
                  <a:lnTo>
                    <a:pt x="5420857" y="943339"/>
                  </a:lnTo>
                  <a:lnTo>
                    <a:pt x="5434242" y="951642"/>
                  </a:lnTo>
                  <a:lnTo>
                    <a:pt x="5447627" y="959946"/>
                  </a:lnTo>
                  <a:lnTo>
                    <a:pt x="5461011" y="968253"/>
                  </a:lnTo>
                  <a:lnTo>
                    <a:pt x="5474396" y="976564"/>
                  </a:lnTo>
                  <a:lnTo>
                    <a:pt x="5487781" y="984884"/>
                  </a:lnTo>
                  <a:lnTo>
                    <a:pt x="5501166" y="993210"/>
                  </a:lnTo>
                  <a:lnTo>
                    <a:pt x="5514551" y="1001552"/>
                  </a:lnTo>
                  <a:lnTo>
                    <a:pt x="5527936" y="1009898"/>
                  </a:lnTo>
                  <a:lnTo>
                    <a:pt x="5541320" y="1018267"/>
                  </a:lnTo>
                  <a:lnTo>
                    <a:pt x="5554705" y="1026646"/>
                  </a:lnTo>
                  <a:lnTo>
                    <a:pt x="5568090" y="1035044"/>
                  </a:lnTo>
                  <a:lnTo>
                    <a:pt x="5581475" y="1043462"/>
                  </a:lnTo>
                  <a:lnTo>
                    <a:pt x="5594860" y="1051894"/>
                  </a:lnTo>
                  <a:lnTo>
                    <a:pt x="5608245" y="1060357"/>
                  </a:lnTo>
                  <a:lnTo>
                    <a:pt x="5621629" y="1068830"/>
                  </a:lnTo>
                  <a:lnTo>
                    <a:pt x="5635014" y="1077341"/>
                  </a:lnTo>
                  <a:lnTo>
                    <a:pt x="5648399" y="1085866"/>
                  </a:lnTo>
                  <a:lnTo>
                    <a:pt x="5661784" y="1094422"/>
                  </a:lnTo>
                  <a:lnTo>
                    <a:pt x="5675169" y="1103004"/>
                  </a:lnTo>
                  <a:lnTo>
                    <a:pt x="5688554" y="1111607"/>
                  </a:lnTo>
                  <a:lnTo>
                    <a:pt x="5701938" y="1120249"/>
                  </a:lnTo>
                  <a:lnTo>
                    <a:pt x="5715323" y="1128902"/>
                  </a:lnTo>
                  <a:lnTo>
                    <a:pt x="5728708" y="1137605"/>
                  </a:lnTo>
                  <a:lnTo>
                    <a:pt x="5742093" y="1146322"/>
                  </a:lnTo>
                  <a:lnTo>
                    <a:pt x="5755478" y="1155077"/>
                  </a:lnTo>
                  <a:lnTo>
                    <a:pt x="5768863" y="1163859"/>
                  </a:lnTo>
                  <a:lnTo>
                    <a:pt x="5782247" y="1172666"/>
                  </a:lnTo>
                  <a:lnTo>
                    <a:pt x="5795632" y="1181511"/>
                  </a:lnTo>
                  <a:lnTo>
                    <a:pt x="5809017" y="1190370"/>
                  </a:lnTo>
                  <a:lnTo>
                    <a:pt x="5822402" y="1199280"/>
                  </a:lnTo>
                  <a:lnTo>
                    <a:pt x="5835787" y="1208201"/>
                  </a:lnTo>
                  <a:lnTo>
                    <a:pt x="5849172" y="1217160"/>
                  </a:lnTo>
                  <a:lnTo>
                    <a:pt x="5862556" y="1226142"/>
                  </a:lnTo>
                  <a:lnTo>
                    <a:pt x="5875941" y="1235150"/>
                  </a:lnTo>
                  <a:lnTo>
                    <a:pt x="5889326" y="1244189"/>
                  </a:lnTo>
                  <a:lnTo>
                    <a:pt x="5902711" y="1253242"/>
                  </a:lnTo>
                  <a:lnTo>
                    <a:pt x="5916096" y="1262335"/>
                  </a:lnTo>
                  <a:lnTo>
                    <a:pt x="5929481" y="1271437"/>
                  </a:lnTo>
                  <a:lnTo>
                    <a:pt x="5942865" y="1280570"/>
                  </a:lnTo>
                  <a:lnTo>
                    <a:pt x="5956250" y="1289718"/>
                  </a:lnTo>
                  <a:lnTo>
                    <a:pt x="5969635" y="1298886"/>
                  </a:lnTo>
                  <a:lnTo>
                    <a:pt x="5983020" y="1308074"/>
                  </a:lnTo>
                  <a:lnTo>
                    <a:pt x="5996405" y="1317272"/>
                  </a:lnTo>
                  <a:lnTo>
                    <a:pt x="6009790" y="1326492"/>
                  </a:lnTo>
                  <a:lnTo>
                    <a:pt x="6023174" y="1335717"/>
                  </a:lnTo>
                  <a:lnTo>
                    <a:pt x="6036559" y="1344959"/>
                  </a:lnTo>
                  <a:lnTo>
                    <a:pt x="6049944" y="1354206"/>
                  </a:lnTo>
                  <a:lnTo>
                    <a:pt x="6063329" y="1363461"/>
                  </a:lnTo>
                  <a:lnTo>
                    <a:pt x="6076714" y="1372721"/>
                  </a:lnTo>
                  <a:lnTo>
                    <a:pt x="6090099" y="1381983"/>
                  </a:lnTo>
                  <a:lnTo>
                    <a:pt x="6103483" y="1391246"/>
                  </a:lnTo>
                  <a:lnTo>
                    <a:pt x="6116868" y="1400508"/>
                  </a:lnTo>
                  <a:lnTo>
                    <a:pt x="6130253" y="1409765"/>
                  </a:lnTo>
                  <a:lnTo>
                    <a:pt x="6143638" y="1419016"/>
                  </a:lnTo>
                  <a:lnTo>
                    <a:pt x="6157023" y="1428259"/>
                  </a:lnTo>
                  <a:lnTo>
                    <a:pt x="6170408" y="1437489"/>
                  </a:lnTo>
                  <a:lnTo>
                    <a:pt x="6183792" y="1446711"/>
                  </a:lnTo>
                  <a:lnTo>
                    <a:pt x="6197177" y="1455909"/>
                  </a:lnTo>
                  <a:lnTo>
                    <a:pt x="6210562" y="1465099"/>
                  </a:lnTo>
                  <a:lnTo>
                    <a:pt x="6223947" y="1474256"/>
                  </a:lnTo>
                  <a:lnTo>
                    <a:pt x="6237332" y="1483398"/>
                  </a:lnTo>
                  <a:lnTo>
                    <a:pt x="6250717" y="1492510"/>
                  </a:lnTo>
                  <a:lnTo>
                    <a:pt x="6264101" y="1501593"/>
                  </a:lnTo>
                  <a:lnTo>
                    <a:pt x="6277486" y="1510653"/>
                  </a:lnTo>
                  <a:lnTo>
                    <a:pt x="6290871" y="1519664"/>
                  </a:lnTo>
                  <a:lnTo>
                    <a:pt x="6304256" y="1528660"/>
                  </a:lnTo>
                  <a:lnTo>
                    <a:pt x="6317641" y="1537592"/>
                  </a:lnTo>
                  <a:lnTo>
                    <a:pt x="6331026" y="1546501"/>
                  </a:lnTo>
                  <a:lnTo>
                    <a:pt x="6344410" y="1555355"/>
                  </a:lnTo>
                  <a:lnTo>
                    <a:pt x="6357795" y="1564165"/>
                  </a:lnTo>
                  <a:lnTo>
                    <a:pt x="6371180" y="1572936"/>
                  </a:lnTo>
                  <a:lnTo>
                    <a:pt x="6384565" y="1581634"/>
                  </a:lnTo>
                  <a:lnTo>
                    <a:pt x="6397950" y="1590311"/>
                  </a:lnTo>
                  <a:lnTo>
                    <a:pt x="6411335" y="1598889"/>
                  </a:lnTo>
                  <a:lnTo>
                    <a:pt x="6424719" y="1607440"/>
                  </a:lnTo>
                  <a:lnTo>
                    <a:pt x="6438104" y="1615910"/>
                  </a:lnTo>
                  <a:lnTo>
                    <a:pt x="6451489" y="1624324"/>
                  </a:lnTo>
                  <a:lnTo>
                    <a:pt x="6464874" y="1632679"/>
                  </a:lnTo>
                  <a:lnTo>
                    <a:pt x="6478259" y="1640945"/>
                  </a:lnTo>
                  <a:lnTo>
                    <a:pt x="6491644" y="1649178"/>
                  </a:lnTo>
                  <a:lnTo>
                    <a:pt x="6505028" y="1657286"/>
                  </a:lnTo>
                  <a:lnTo>
                    <a:pt x="6518413" y="1665361"/>
                  </a:lnTo>
                  <a:lnTo>
                    <a:pt x="6531798" y="1673330"/>
                  </a:lnTo>
                  <a:lnTo>
                    <a:pt x="6545183" y="1681234"/>
                  </a:lnTo>
                  <a:lnTo>
                    <a:pt x="6558568" y="1689062"/>
                  </a:lnTo>
                  <a:lnTo>
                    <a:pt x="6571953" y="1696786"/>
                  </a:lnTo>
                  <a:lnTo>
                    <a:pt x="6585337" y="1704466"/>
                  </a:lnTo>
                  <a:lnTo>
                    <a:pt x="6598722" y="1712001"/>
                  </a:lnTo>
                  <a:lnTo>
                    <a:pt x="6612107" y="1719499"/>
                  </a:lnTo>
                  <a:lnTo>
                    <a:pt x="6625492" y="1726867"/>
                  </a:lnTo>
                  <a:lnTo>
                    <a:pt x="6638877" y="1734166"/>
                  </a:lnTo>
                  <a:lnTo>
                    <a:pt x="6652262" y="1741372"/>
                  </a:lnTo>
                  <a:lnTo>
                    <a:pt x="6665646" y="1748465"/>
                  </a:lnTo>
                  <a:lnTo>
                    <a:pt x="6679031" y="1755503"/>
                  </a:lnTo>
                  <a:lnTo>
                    <a:pt x="6692416" y="1762385"/>
                  </a:lnTo>
                  <a:lnTo>
                    <a:pt x="6705801" y="1769225"/>
                  </a:lnTo>
                  <a:lnTo>
                    <a:pt x="6719186" y="1775917"/>
                  </a:lnTo>
                  <a:lnTo>
                    <a:pt x="6732571" y="1782538"/>
                  </a:lnTo>
                  <a:lnTo>
                    <a:pt x="6745955" y="1789052"/>
                  </a:lnTo>
                  <a:lnTo>
                    <a:pt x="6759340" y="1795451"/>
                  </a:lnTo>
                  <a:lnTo>
                    <a:pt x="6772725" y="1801783"/>
                  </a:lnTo>
                  <a:lnTo>
                    <a:pt x="6786110" y="1807956"/>
                  </a:lnTo>
                  <a:lnTo>
                    <a:pt x="6799495" y="1814084"/>
                  </a:lnTo>
                  <a:lnTo>
                    <a:pt x="6812880" y="1820049"/>
                  </a:lnTo>
                  <a:lnTo>
                    <a:pt x="6826264" y="1825947"/>
                  </a:lnTo>
                  <a:lnTo>
                    <a:pt x="6839649" y="1831726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89"/>
            </a:xfrm>
            <a:custGeom>
              <a:avLst/>
              <a:pathLst>
                <a:path w="6839649" h="2722689">
                  <a:moveTo>
                    <a:pt x="0" y="2632802"/>
                  </a:moveTo>
                  <a:lnTo>
                    <a:pt x="13384" y="2629413"/>
                  </a:lnTo>
                  <a:lnTo>
                    <a:pt x="26769" y="2626072"/>
                  </a:lnTo>
                  <a:lnTo>
                    <a:pt x="40154" y="2622805"/>
                  </a:lnTo>
                  <a:lnTo>
                    <a:pt x="53539" y="2619597"/>
                  </a:lnTo>
                  <a:lnTo>
                    <a:pt x="66924" y="2616440"/>
                  </a:lnTo>
                  <a:lnTo>
                    <a:pt x="80308" y="2613340"/>
                  </a:lnTo>
                  <a:lnTo>
                    <a:pt x="93693" y="2610313"/>
                  </a:lnTo>
                  <a:lnTo>
                    <a:pt x="107078" y="2607332"/>
                  </a:lnTo>
                  <a:lnTo>
                    <a:pt x="120463" y="2604394"/>
                  </a:lnTo>
                  <a:lnTo>
                    <a:pt x="133848" y="2601514"/>
                  </a:lnTo>
                  <a:lnTo>
                    <a:pt x="147233" y="2598674"/>
                  </a:lnTo>
                  <a:lnTo>
                    <a:pt x="160617" y="2595863"/>
                  </a:lnTo>
                  <a:lnTo>
                    <a:pt x="174002" y="2593080"/>
                  </a:lnTo>
                  <a:lnTo>
                    <a:pt x="187387" y="2590320"/>
                  </a:lnTo>
                  <a:lnTo>
                    <a:pt x="200772" y="2587565"/>
                  </a:lnTo>
                  <a:lnTo>
                    <a:pt x="214157" y="2584812"/>
                  </a:lnTo>
                  <a:lnTo>
                    <a:pt x="227542" y="2582047"/>
                  </a:lnTo>
                  <a:lnTo>
                    <a:pt x="240926" y="2579255"/>
                  </a:lnTo>
                  <a:lnTo>
                    <a:pt x="254311" y="2576432"/>
                  </a:lnTo>
                  <a:lnTo>
                    <a:pt x="267696" y="2573569"/>
                  </a:lnTo>
                  <a:lnTo>
                    <a:pt x="281081" y="2570623"/>
                  </a:lnTo>
                  <a:lnTo>
                    <a:pt x="294466" y="2567611"/>
                  </a:lnTo>
                  <a:lnTo>
                    <a:pt x="307851" y="2564524"/>
                  </a:lnTo>
                  <a:lnTo>
                    <a:pt x="321235" y="2561315"/>
                  </a:lnTo>
                  <a:lnTo>
                    <a:pt x="334620" y="2557977"/>
                  </a:lnTo>
                  <a:lnTo>
                    <a:pt x="348005" y="2554525"/>
                  </a:lnTo>
                  <a:lnTo>
                    <a:pt x="361390" y="2550941"/>
                  </a:lnTo>
                  <a:lnTo>
                    <a:pt x="374775" y="2547138"/>
                  </a:lnTo>
                  <a:lnTo>
                    <a:pt x="388160" y="2543180"/>
                  </a:lnTo>
                  <a:lnTo>
                    <a:pt x="401544" y="2539061"/>
                  </a:lnTo>
                  <a:lnTo>
                    <a:pt x="414929" y="2534698"/>
                  </a:lnTo>
                  <a:lnTo>
                    <a:pt x="428314" y="2530097"/>
                  </a:lnTo>
                  <a:lnTo>
                    <a:pt x="441699" y="2525297"/>
                  </a:lnTo>
                  <a:lnTo>
                    <a:pt x="455084" y="2520279"/>
                  </a:lnTo>
                  <a:lnTo>
                    <a:pt x="468469" y="2514912"/>
                  </a:lnTo>
                  <a:lnTo>
                    <a:pt x="481853" y="2509313"/>
                  </a:lnTo>
                  <a:lnTo>
                    <a:pt x="495238" y="2503480"/>
                  </a:lnTo>
                  <a:lnTo>
                    <a:pt x="508623" y="2497310"/>
                  </a:lnTo>
                  <a:lnTo>
                    <a:pt x="522008" y="2490817"/>
                  </a:lnTo>
                  <a:lnTo>
                    <a:pt x="535393" y="2484066"/>
                  </a:lnTo>
                  <a:lnTo>
                    <a:pt x="548778" y="2477042"/>
                  </a:lnTo>
                  <a:lnTo>
                    <a:pt x="562162" y="2469587"/>
                  </a:lnTo>
                  <a:lnTo>
                    <a:pt x="575547" y="2461859"/>
                  </a:lnTo>
                  <a:lnTo>
                    <a:pt x="588932" y="2453859"/>
                  </a:lnTo>
                  <a:lnTo>
                    <a:pt x="602317" y="2445487"/>
                  </a:lnTo>
                  <a:lnTo>
                    <a:pt x="615702" y="2436757"/>
                  </a:lnTo>
                  <a:lnTo>
                    <a:pt x="629087" y="2427754"/>
                  </a:lnTo>
                  <a:lnTo>
                    <a:pt x="642471" y="2418473"/>
                  </a:lnTo>
                  <a:lnTo>
                    <a:pt x="655856" y="2408749"/>
                  </a:lnTo>
                  <a:lnTo>
                    <a:pt x="669241" y="2398761"/>
                  </a:lnTo>
                  <a:lnTo>
                    <a:pt x="682626" y="2388511"/>
                  </a:lnTo>
                  <a:lnTo>
                    <a:pt x="696011" y="2377918"/>
                  </a:lnTo>
                  <a:lnTo>
                    <a:pt x="709396" y="2366996"/>
                  </a:lnTo>
                  <a:lnTo>
                    <a:pt x="722780" y="2355833"/>
                  </a:lnTo>
                  <a:lnTo>
                    <a:pt x="736165" y="2344432"/>
                  </a:lnTo>
                  <a:lnTo>
                    <a:pt x="749550" y="2332656"/>
                  </a:lnTo>
                  <a:lnTo>
                    <a:pt x="762935" y="2320667"/>
                  </a:lnTo>
                  <a:lnTo>
                    <a:pt x="776320" y="2308470"/>
                  </a:lnTo>
                  <a:lnTo>
                    <a:pt x="789705" y="2296011"/>
                  </a:lnTo>
                  <a:lnTo>
                    <a:pt x="803089" y="2283305"/>
                  </a:lnTo>
                  <a:lnTo>
                    <a:pt x="816474" y="2270426"/>
                  </a:lnTo>
                  <a:lnTo>
                    <a:pt x="829859" y="2257378"/>
                  </a:lnTo>
                  <a:lnTo>
                    <a:pt x="843244" y="2244082"/>
                  </a:lnTo>
                  <a:lnTo>
                    <a:pt x="856629" y="2230646"/>
                  </a:lnTo>
                  <a:lnTo>
                    <a:pt x="870014" y="2217080"/>
                  </a:lnTo>
                  <a:lnTo>
                    <a:pt x="883398" y="2203359"/>
                  </a:lnTo>
                  <a:lnTo>
                    <a:pt x="896783" y="2189496"/>
                  </a:lnTo>
                  <a:lnTo>
                    <a:pt x="910168" y="2175540"/>
                  </a:lnTo>
                  <a:lnTo>
                    <a:pt x="923553" y="2161497"/>
                  </a:lnTo>
                  <a:lnTo>
                    <a:pt x="936938" y="2147335"/>
                  </a:lnTo>
                  <a:lnTo>
                    <a:pt x="950323" y="2133111"/>
                  </a:lnTo>
                  <a:lnTo>
                    <a:pt x="963707" y="2118833"/>
                  </a:lnTo>
                  <a:lnTo>
                    <a:pt x="977092" y="2104495"/>
                  </a:lnTo>
                  <a:lnTo>
                    <a:pt x="990477" y="2090109"/>
                  </a:lnTo>
                  <a:lnTo>
                    <a:pt x="1003862" y="2075696"/>
                  </a:lnTo>
                  <a:lnTo>
                    <a:pt x="1017247" y="2061259"/>
                  </a:lnTo>
                  <a:lnTo>
                    <a:pt x="1030632" y="2046797"/>
                  </a:lnTo>
                  <a:lnTo>
                    <a:pt x="1044016" y="2032326"/>
                  </a:lnTo>
                  <a:lnTo>
                    <a:pt x="1057401" y="2017848"/>
                  </a:lnTo>
                  <a:lnTo>
                    <a:pt x="1070786" y="2003367"/>
                  </a:lnTo>
                  <a:lnTo>
                    <a:pt x="1084171" y="1988886"/>
                  </a:lnTo>
                  <a:lnTo>
                    <a:pt x="1097556" y="1974407"/>
                  </a:lnTo>
                  <a:lnTo>
                    <a:pt x="1110941" y="1959930"/>
                  </a:lnTo>
                  <a:lnTo>
                    <a:pt x="1124325" y="1945456"/>
                  </a:lnTo>
                  <a:lnTo>
                    <a:pt x="1137710" y="1930983"/>
                  </a:lnTo>
                  <a:lnTo>
                    <a:pt x="1151095" y="1916508"/>
                  </a:lnTo>
                  <a:lnTo>
                    <a:pt x="1164480" y="1902028"/>
                  </a:lnTo>
                  <a:lnTo>
                    <a:pt x="1177865" y="1887536"/>
                  </a:lnTo>
                  <a:lnTo>
                    <a:pt x="1191250" y="1873029"/>
                  </a:lnTo>
                  <a:lnTo>
                    <a:pt x="1204634" y="1858505"/>
                  </a:lnTo>
                  <a:lnTo>
                    <a:pt x="1218019" y="1843942"/>
                  </a:lnTo>
                  <a:lnTo>
                    <a:pt x="1231404" y="1829340"/>
                  </a:lnTo>
                  <a:lnTo>
                    <a:pt x="1244789" y="1814699"/>
                  </a:lnTo>
                  <a:lnTo>
                    <a:pt x="1258174" y="1800002"/>
                  </a:lnTo>
                  <a:lnTo>
                    <a:pt x="1271559" y="1785220"/>
                  </a:lnTo>
                  <a:lnTo>
                    <a:pt x="1284943" y="1770369"/>
                  </a:lnTo>
                  <a:lnTo>
                    <a:pt x="1298328" y="1755445"/>
                  </a:lnTo>
                  <a:lnTo>
                    <a:pt x="1311713" y="1740392"/>
                  </a:lnTo>
                  <a:lnTo>
                    <a:pt x="1325098" y="1725226"/>
                  </a:lnTo>
                  <a:lnTo>
                    <a:pt x="1338483" y="1709954"/>
                  </a:lnTo>
                  <a:lnTo>
                    <a:pt x="1351868" y="1694549"/>
                  </a:lnTo>
                  <a:lnTo>
                    <a:pt x="1365252" y="1678956"/>
                  </a:lnTo>
                  <a:lnTo>
                    <a:pt x="1378637" y="1663224"/>
                  </a:lnTo>
                  <a:lnTo>
                    <a:pt x="1392022" y="1647350"/>
                  </a:lnTo>
                  <a:lnTo>
                    <a:pt x="1405407" y="1631246"/>
                  </a:lnTo>
                  <a:lnTo>
                    <a:pt x="1418792" y="1614949"/>
                  </a:lnTo>
                  <a:lnTo>
                    <a:pt x="1432177" y="1598480"/>
                  </a:lnTo>
                  <a:lnTo>
                    <a:pt x="1445561" y="1581808"/>
                  </a:lnTo>
                  <a:lnTo>
                    <a:pt x="1458946" y="1564856"/>
                  </a:lnTo>
                  <a:lnTo>
                    <a:pt x="1472331" y="1547710"/>
                  </a:lnTo>
                  <a:lnTo>
                    <a:pt x="1485716" y="1530369"/>
                  </a:lnTo>
                  <a:lnTo>
                    <a:pt x="1499101" y="1512733"/>
                  </a:lnTo>
                  <a:lnTo>
                    <a:pt x="1512486" y="1494853"/>
                  </a:lnTo>
                  <a:lnTo>
                    <a:pt x="1525870" y="1476767"/>
                  </a:lnTo>
                  <a:lnTo>
                    <a:pt x="1539255" y="1458447"/>
                  </a:lnTo>
                  <a:lnTo>
                    <a:pt x="1552640" y="1439809"/>
                  </a:lnTo>
                  <a:lnTo>
                    <a:pt x="1566025" y="1420966"/>
                  </a:lnTo>
                  <a:lnTo>
                    <a:pt x="1579410" y="1401918"/>
                  </a:lnTo>
                  <a:lnTo>
                    <a:pt x="1592795" y="1382579"/>
                  </a:lnTo>
                  <a:lnTo>
                    <a:pt x="1606179" y="1363006"/>
                  </a:lnTo>
                  <a:lnTo>
                    <a:pt x="1619564" y="1343243"/>
                  </a:lnTo>
                  <a:lnTo>
                    <a:pt x="1632949" y="1323276"/>
                  </a:lnTo>
                  <a:lnTo>
                    <a:pt x="1646334" y="1303039"/>
                  </a:lnTo>
                  <a:lnTo>
                    <a:pt x="1659719" y="1282642"/>
                  </a:lnTo>
                  <a:lnTo>
                    <a:pt x="1673104" y="1262089"/>
                  </a:lnTo>
                  <a:lnTo>
                    <a:pt x="1686488" y="1241330"/>
                  </a:lnTo>
                  <a:lnTo>
                    <a:pt x="1699873" y="1220416"/>
                  </a:lnTo>
                  <a:lnTo>
                    <a:pt x="1713258" y="1199388"/>
                  </a:lnTo>
                  <a:lnTo>
                    <a:pt x="1726643" y="1178245"/>
                  </a:lnTo>
                  <a:lnTo>
                    <a:pt x="1740028" y="1156967"/>
                  </a:lnTo>
                  <a:lnTo>
                    <a:pt x="1753413" y="1135625"/>
                  </a:lnTo>
                  <a:lnTo>
                    <a:pt x="1766797" y="1114227"/>
                  </a:lnTo>
                  <a:lnTo>
                    <a:pt x="1780182" y="1092775"/>
                  </a:lnTo>
                  <a:lnTo>
                    <a:pt x="1793567" y="1071305"/>
                  </a:lnTo>
                  <a:lnTo>
                    <a:pt x="1806952" y="1049836"/>
                  </a:lnTo>
                  <a:lnTo>
                    <a:pt x="1820337" y="1028379"/>
                  </a:lnTo>
                  <a:lnTo>
                    <a:pt x="1833722" y="1006980"/>
                  </a:lnTo>
                  <a:lnTo>
                    <a:pt x="1847106" y="985640"/>
                  </a:lnTo>
                  <a:lnTo>
                    <a:pt x="1860491" y="964369"/>
                  </a:lnTo>
                  <a:lnTo>
                    <a:pt x="1873876" y="943217"/>
                  </a:lnTo>
                  <a:lnTo>
                    <a:pt x="1887261" y="922206"/>
                  </a:lnTo>
                  <a:lnTo>
                    <a:pt x="1900646" y="901319"/>
                  </a:lnTo>
                  <a:lnTo>
                    <a:pt x="1914031" y="880570"/>
                  </a:lnTo>
                  <a:lnTo>
                    <a:pt x="1927415" y="860071"/>
                  </a:lnTo>
                  <a:lnTo>
                    <a:pt x="1940800" y="839745"/>
                  </a:lnTo>
                  <a:lnTo>
                    <a:pt x="1954185" y="819599"/>
                  </a:lnTo>
                  <a:lnTo>
                    <a:pt x="1967570" y="799712"/>
                  </a:lnTo>
                  <a:lnTo>
                    <a:pt x="1980955" y="780096"/>
                  </a:lnTo>
                  <a:lnTo>
                    <a:pt x="1994340" y="760696"/>
                  </a:lnTo>
                  <a:lnTo>
                    <a:pt x="2007724" y="741519"/>
                  </a:lnTo>
                  <a:lnTo>
                    <a:pt x="2021109" y="722721"/>
                  </a:lnTo>
                  <a:lnTo>
                    <a:pt x="2034494" y="704161"/>
                  </a:lnTo>
                  <a:lnTo>
                    <a:pt x="2047879" y="685842"/>
                  </a:lnTo>
                  <a:lnTo>
                    <a:pt x="2061264" y="667847"/>
                  </a:lnTo>
                  <a:lnTo>
                    <a:pt x="2074649" y="650177"/>
                  </a:lnTo>
                  <a:lnTo>
                    <a:pt x="2088033" y="632751"/>
                  </a:lnTo>
                  <a:lnTo>
                    <a:pt x="2101418" y="615571"/>
                  </a:lnTo>
                  <a:lnTo>
                    <a:pt x="2114803" y="598788"/>
                  </a:lnTo>
                  <a:lnTo>
                    <a:pt x="2128188" y="582241"/>
                  </a:lnTo>
                  <a:lnTo>
                    <a:pt x="2141573" y="565926"/>
                  </a:lnTo>
                  <a:lnTo>
                    <a:pt x="2154958" y="549907"/>
                  </a:lnTo>
                  <a:lnTo>
                    <a:pt x="2168342" y="534179"/>
                  </a:lnTo>
                  <a:lnTo>
                    <a:pt x="2181727" y="518657"/>
                  </a:lnTo>
                  <a:lnTo>
                    <a:pt x="2195112" y="503336"/>
                  </a:lnTo>
                  <a:lnTo>
                    <a:pt x="2208497" y="488322"/>
                  </a:lnTo>
                  <a:lnTo>
                    <a:pt x="2221882" y="473486"/>
                  </a:lnTo>
                  <a:lnTo>
                    <a:pt x="2235267" y="458816"/>
                  </a:lnTo>
                  <a:lnTo>
                    <a:pt x="2248651" y="444347"/>
                  </a:lnTo>
                  <a:lnTo>
                    <a:pt x="2262036" y="430069"/>
                  </a:lnTo>
                  <a:lnTo>
                    <a:pt x="2275421" y="415919"/>
                  </a:lnTo>
                  <a:lnTo>
                    <a:pt x="2288806" y="401891"/>
                  </a:lnTo>
                  <a:lnTo>
                    <a:pt x="2302191" y="388035"/>
                  </a:lnTo>
                  <a:lnTo>
                    <a:pt x="2315576" y="374276"/>
                  </a:lnTo>
                  <a:lnTo>
                    <a:pt x="2328960" y="360604"/>
                  </a:lnTo>
                  <a:lnTo>
                    <a:pt x="2342345" y="347032"/>
                  </a:lnTo>
                  <a:lnTo>
                    <a:pt x="2355730" y="333555"/>
                  </a:lnTo>
                  <a:lnTo>
                    <a:pt x="2369115" y="320140"/>
                  </a:lnTo>
                  <a:lnTo>
                    <a:pt x="2382500" y="306785"/>
                  </a:lnTo>
                  <a:lnTo>
                    <a:pt x="2395885" y="293515"/>
                  </a:lnTo>
                  <a:lnTo>
                    <a:pt x="2409269" y="280302"/>
                  </a:lnTo>
                  <a:lnTo>
                    <a:pt x="2422654" y="267142"/>
                  </a:lnTo>
                  <a:lnTo>
                    <a:pt x="2436039" y="254049"/>
                  </a:lnTo>
                  <a:lnTo>
                    <a:pt x="2449424" y="241041"/>
                  </a:lnTo>
                  <a:lnTo>
                    <a:pt x="2462809" y="228101"/>
                  </a:lnTo>
                  <a:lnTo>
                    <a:pt x="2476194" y="215232"/>
                  </a:lnTo>
                  <a:lnTo>
                    <a:pt x="2489578" y="202495"/>
                  </a:lnTo>
                  <a:lnTo>
                    <a:pt x="2502963" y="189871"/>
                  </a:lnTo>
                  <a:lnTo>
                    <a:pt x="2516348" y="177361"/>
                  </a:lnTo>
                  <a:lnTo>
                    <a:pt x="2529733" y="165006"/>
                  </a:lnTo>
                  <a:lnTo>
                    <a:pt x="2543118" y="152872"/>
                  </a:lnTo>
                  <a:lnTo>
                    <a:pt x="2556503" y="140918"/>
                  </a:lnTo>
                  <a:lnTo>
                    <a:pt x="2569887" y="129155"/>
                  </a:lnTo>
                  <a:lnTo>
                    <a:pt x="2583272" y="117732"/>
                  </a:lnTo>
                  <a:lnTo>
                    <a:pt x="2596657" y="106602"/>
                  </a:lnTo>
                  <a:lnTo>
                    <a:pt x="2610042" y="95753"/>
                  </a:lnTo>
                  <a:lnTo>
                    <a:pt x="2623427" y="85266"/>
                  </a:lnTo>
                  <a:lnTo>
                    <a:pt x="2636812" y="75289"/>
                  </a:lnTo>
                  <a:lnTo>
                    <a:pt x="2650196" y="65697"/>
                  </a:lnTo>
                  <a:lnTo>
                    <a:pt x="2663581" y="56507"/>
                  </a:lnTo>
                  <a:lnTo>
                    <a:pt x="2676966" y="47986"/>
                  </a:lnTo>
                  <a:lnTo>
                    <a:pt x="2690351" y="40028"/>
                  </a:lnTo>
                  <a:lnTo>
                    <a:pt x="2703736" y="32585"/>
                  </a:lnTo>
                  <a:lnTo>
                    <a:pt x="2717121" y="25774"/>
                  </a:lnTo>
                  <a:lnTo>
                    <a:pt x="2730505" y="19836"/>
                  </a:lnTo>
                  <a:lnTo>
                    <a:pt x="2743890" y="14524"/>
                  </a:lnTo>
                  <a:lnTo>
                    <a:pt x="2757275" y="9851"/>
                  </a:lnTo>
                  <a:lnTo>
                    <a:pt x="2770660" y="6186"/>
                  </a:lnTo>
                  <a:lnTo>
                    <a:pt x="2784045" y="3359"/>
                  </a:lnTo>
                  <a:lnTo>
                    <a:pt x="2797430" y="1268"/>
                  </a:lnTo>
                  <a:lnTo>
                    <a:pt x="2810814" y="41"/>
                  </a:lnTo>
                  <a:lnTo>
                    <a:pt x="2824199" y="0"/>
                  </a:lnTo>
                  <a:lnTo>
                    <a:pt x="2837584" y="765"/>
                  </a:lnTo>
                  <a:lnTo>
                    <a:pt x="2850969" y="2346"/>
                  </a:lnTo>
                  <a:lnTo>
                    <a:pt x="2864354" y="5147"/>
                  </a:lnTo>
                  <a:lnTo>
                    <a:pt x="2877739" y="8958"/>
                  </a:lnTo>
                  <a:lnTo>
                    <a:pt x="2891123" y="13619"/>
                  </a:lnTo>
                  <a:lnTo>
                    <a:pt x="2904508" y="19242"/>
                  </a:lnTo>
                  <a:lnTo>
                    <a:pt x="2917893" y="26176"/>
                  </a:lnTo>
                  <a:lnTo>
                    <a:pt x="2931278" y="33960"/>
                  </a:lnTo>
                  <a:lnTo>
                    <a:pt x="2944663" y="42590"/>
                  </a:lnTo>
                  <a:lnTo>
                    <a:pt x="2958048" y="52426"/>
                  </a:lnTo>
                  <a:lnTo>
                    <a:pt x="2971432" y="63253"/>
                  </a:lnTo>
                  <a:lnTo>
                    <a:pt x="2984817" y="74878"/>
                  </a:lnTo>
                  <a:lnTo>
                    <a:pt x="2998202" y="87373"/>
                  </a:lnTo>
                  <a:lnTo>
                    <a:pt x="3011587" y="101037"/>
                  </a:lnTo>
                  <a:lnTo>
                    <a:pt x="3024972" y="115417"/>
                  </a:lnTo>
                  <a:lnTo>
                    <a:pt x="3038357" y="130497"/>
                  </a:lnTo>
                  <a:lnTo>
                    <a:pt x="3051741" y="146521"/>
                  </a:lnTo>
                  <a:lnTo>
                    <a:pt x="3065126" y="163302"/>
                  </a:lnTo>
                  <a:lnTo>
                    <a:pt x="3078511" y="180660"/>
                  </a:lnTo>
                  <a:lnTo>
                    <a:pt x="3091896" y="198617"/>
                  </a:lnTo>
                  <a:lnTo>
                    <a:pt x="3105281" y="217351"/>
                  </a:lnTo>
                  <a:lnTo>
                    <a:pt x="3118666" y="236516"/>
                  </a:lnTo>
                  <a:lnTo>
                    <a:pt x="3132050" y="256090"/>
                  </a:lnTo>
                  <a:lnTo>
                    <a:pt x="3145435" y="276167"/>
                  </a:lnTo>
                  <a:lnTo>
                    <a:pt x="3158820" y="296608"/>
                  </a:lnTo>
                  <a:lnTo>
                    <a:pt x="3172205" y="317295"/>
                  </a:lnTo>
                  <a:lnTo>
                    <a:pt x="3185590" y="338214"/>
                  </a:lnTo>
                  <a:lnTo>
                    <a:pt x="3198975" y="359371"/>
                  </a:lnTo>
                  <a:lnTo>
                    <a:pt x="3212359" y="380610"/>
                  </a:lnTo>
                  <a:lnTo>
                    <a:pt x="3225744" y="401909"/>
                  </a:lnTo>
                  <a:lnTo>
                    <a:pt x="3239129" y="423222"/>
                  </a:lnTo>
                  <a:lnTo>
                    <a:pt x="3252514" y="444466"/>
                  </a:lnTo>
                  <a:lnTo>
                    <a:pt x="3265899" y="465616"/>
                  </a:lnTo>
                  <a:lnTo>
                    <a:pt x="3279284" y="486646"/>
                  </a:lnTo>
                  <a:lnTo>
                    <a:pt x="3292668" y="507394"/>
                  </a:lnTo>
                  <a:lnTo>
                    <a:pt x="3306053" y="527916"/>
                  </a:lnTo>
                  <a:lnTo>
                    <a:pt x="3319438" y="548195"/>
                  </a:lnTo>
                  <a:lnTo>
                    <a:pt x="3332823" y="568103"/>
                  </a:lnTo>
                  <a:lnTo>
                    <a:pt x="3346208" y="587597"/>
                  </a:lnTo>
                  <a:lnTo>
                    <a:pt x="3359593" y="606751"/>
                  </a:lnTo>
                  <a:lnTo>
                    <a:pt x="3372977" y="625548"/>
                  </a:lnTo>
                  <a:lnTo>
                    <a:pt x="3386362" y="643715"/>
                  </a:lnTo>
                  <a:lnTo>
                    <a:pt x="3399747" y="661477"/>
                  </a:lnTo>
                  <a:lnTo>
                    <a:pt x="3413132" y="678829"/>
                  </a:lnTo>
                  <a:lnTo>
                    <a:pt x="3426517" y="695621"/>
                  </a:lnTo>
                  <a:lnTo>
                    <a:pt x="3439902" y="711841"/>
                  </a:lnTo>
                  <a:lnTo>
                    <a:pt x="3453286" y="727629"/>
                  </a:lnTo>
                  <a:lnTo>
                    <a:pt x="3466671" y="742983"/>
                  </a:lnTo>
                  <a:lnTo>
                    <a:pt x="3480056" y="757628"/>
                  </a:lnTo>
                  <a:lnTo>
                    <a:pt x="3493441" y="771846"/>
                  </a:lnTo>
                  <a:lnTo>
                    <a:pt x="3506826" y="785649"/>
                  </a:lnTo>
                  <a:lnTo>
                    <a:pt x="3520211" y="798920"/>
                  </a:lnTo>
                  <a:lnTo>
                    <a:pt x="3533595" y="811668"/>
                  </a:lnTo>
                  <a:lnTo>
                    <a:pt x="3546980" y="824044"/>
                  </a:lnTo>
                  <a:lnTo>
                    <a:pt x="3560365" y="836058"/>
                  </a:lnTo>
                  <a:lnTo>
                    <a:pt x="3573750" y="847526"/>
                  </a:lnTo>
                  <a:lnTo>
                    <a:pt x="3587135" y="858678"/>
                  </a:lnTo>
                  <a:lnTo>
                    <a:pt x="3600520" y="869536"/>
                  </a:lnTo>
                  <a:lnTo>
                    <a:pt x="3613904" y="880044"/>
                  </a:lnTo>
                  <a:lnTo>
                    <a:pt x="3627289" y="890224"/>
                  </a:lnTo>
                  <a:lnTo>
                    <a:pt x="3640674" y="900191"/>
                  </a:lnTo>
                  <a:lnTo>
                    <a:pt x="3654059" y="909957"/>
                  </a:lnTo>
                  <a:lnTo>
                    <a:pt x="3667444" y="919453"/>
                  </a:lnTo>
                  <a:lnTo>
                    <a:pt x="3680829" y="928810"/>
                  </a:lnTo>
                  <a:lnTo>
                    <a:pt x="3694213" y="938047"/>
                  </a:lnTo>
                  <a:lnTo>
                    <a:pt x="3707598" y="947160"/>
                  </a:lnTo>
                  <a:lnTo>
                    <a:pt x="3720983" y="956180"/>
                  </a:lnTo>
                  <a:lnTo>
                    <a:pt x="3734368" y="965154"/>
                  </a:lnTo>
                  <a:lnTo>
                    <a:pt x="3747753" y="974095"/>
                  </a:lnTo>
                  <a:lnTo>
                    <a:pt x="3761138" y="983020"/>
                  </a:lnTo>
                  <a:lnTo>
                    <a:pt x="3774522" y="991962"/>
                  </a:lnTo>
                  <a:lnTo>
                    <a:pt x="3787907" y="1000928"/>
                  </a:lnTo>
                  <a:lnTo>
                    <a:pt x="3801292" y="1009938"/>
                  </a:lnTo>
                  <a:lnTo>
                    <a:pt x="3814677" y="1019024"/>
                  </a:lnTo>
                  <a:lnTo>
                    <a:pt x="3828062" y="1028174"/>
                  </a:lnTo>
                  <a:lnTo>
                    <a:pt x="3841447" y="1037393"/>
                  </a:lnTo>
                  <a:lnTo>
                    <a:pt x="3854831" y="1046733"/>
                  </a:lnTo>
                  <a:lnTo>
                    <a:pt x="3868216" y="1056166"/>
                  </a:lnTo>
                  <a:lnTo>
                    <a:pt x="3881601" y="1065685"/>
                  </a:lnTo>
                  <a:lnTo>
                    <a:pt x="3894986" y="1075312"/>
                  </a:lnTo>
                  <a:lnTo>
                    <a:pt x="3908371" y="1085065"/>
                  </a:lnTo>
                  <a:lnTo>
                    <a:pt x="3921756" y="1094905"/>
                  </a:lnTo>
                  <a:lnTo>
                    <a:pt x="3935140" y="1104830"/>
                  </a:lnTo>
                  <a:lnTo>
                    <a:pt x="3948525" y="1114878"/>
                  </a:lnTo>
                  <a:lnTo>
                    <a:pt x="3961910" y="1125007"/>
                  </a:lnTo>
                  <a:lnTo>
                    <a:pt x="3975295" y="1135206"/>
                  </a:lnTo>
                  <a:lnTo>
                    <a:pt x="3988680" y="1145480"/>
                  </a:lnTo>
                  <a:lnTo>
                    <a:pt x="4002065" y="1155833"/>
                  </a:lnTo>
                  <a:lnTo>
                    <a:pt x="4015449" y="1166230"/>
                  </a:lnTo>
                  <a:lnTo>
                    <a:pt x="4028834" y="1176667"/>
                  </a:lnTo>
                  <a:lnTo>
                    <a:pt x="4042219" y="1187149"/>
                  </a:lnTo>
                  <a:lnTo>
                    <a:pt x="4055604" y="1197654"/>
                  </a:lnTo>
                  <a:lnTo>
                    <a:pt x="4068989" y="1208172"/>
                  </a:lnTo>
                  <a:lnTo>
                    <a:pt x="4082374" y="1218699"/>
                  </a:lnTo>
                  <a:lnTo>
                    <a:pt x="4095758" y="1229222"/>
                  </a:lnTo>
                  <a:lnTo>
                    <a:pt x="4109143" y="1239736"/>
                  </a:lnTo>
                  <a:lnTo>
                    <a:pt x="4122528" y="1250238"/>
                  </a:lnTo>
                  <a:lnTo>
                    <a:pt x="4135913" y="1260712"/>
                  </a:lnTo>
                  <a:lnTo>
                    <a:pt x="4149298" y="1271159"/>
                  </a:lnTo>
                  <a:lnTo>
                    <a:pt x="4162683" y="1281581"/>
                  </a:lnTo>
                  <a:lnTo>
                    <a:pt x="4176067" y="1291972"/>
                  </a:lnTo>
                  <a:lnTo>
                    <a:pt x="4189452" y="1302321"/>
                  </a:lnTo>
                  <a:lnTo>
                    <a:pt x="4202837" y="1312644"/>
                  </a:lnTo>
                  <a:lnTo>
                    <a:pt x="4216222" y="1322942"/>
                  </a:lnTo>
                  <a:lnTo>
                    <a:pt x="4229607" y="1333206"/>
                  </a:lnTo>
                  <a:lnTo>
                    <a:pt x="4242992" y="1343450"/>
                  </a:lnTo>
                  <a:lnTo>
                    <a:pt x="4256376" y="1353683"/>
                  </a:lnTo>
                  <a:lnTo>
                    <a:pt x="4269761" y="1363906"/>
                  </a:lnTo>
                  <a:lnTo>
                    <a:pt x="4283146" y="1374132"/>
                  </a:lnTo>
                  <a:lnTo>
                    <a:pt x="4296531" y="1384371"/>
                  </a:lnTo>
                  <a:lnTo>
                    <a:pt x="4309916" y="1394626"/>
                  </a:lnTo>
                  <a:lnTo>
                    <a:pt x="4323301" y="1404921"/>
                  </a:lnTo>
                  <a:lnTo>
                    <a:pt x="4336685" y="1415268"/>
                  </a:lnTo>
                  <a:lnTo>
                    <a:pt x="4350070" y="1425666"/>
                  </a:lnTo>
                  <a:lnTo>
                    <a:pt x="4363455" y="1436127"/>
                  </a:lnTo>
                  <a:lnTo>
                    <a:pt x="4376840" y="1446705"/>
                  </a:lnTo>
                  <a:lnTo>
                    <a:pt x="4390225" y="1457372"/>
                  </a:lnTo>
                  <a:lnTo>
                    <a:pt x="4403610" y="1468133"/>
                  </a:lnTo>
                  <a:lnTo>
                    <a:pt x="4416994" y="1479047"/>
                  </a:lnTo>
                  <a:lnTo>
                    <a:pt x="4430379" y="1490113"/>
                  </a:lnTo>
                  <a:lnTo>
                    <a:pt x="4443764" y="1501311"/>
                  </a:lnTo>
                  <a:lnTo>
                    <a:pt x="4457149" y="1512657"/>
                  </a:lnTo>
                  <a:lnTo>
                    <a:pt x="4470534" y="1524242"/>
                  </a:lnTo>
                  <a:lnTo>
                    <a:pt x="4483919" y="1535990"/>
                  </a:lnTo>
                  <a:lnTo>
                    <a:pt x="4497303" y="1547905"/>
                  </a:lnTo>
                  <a:lnTo>
                    <a:pt x="4510688" y="1560061"/>
                  </a:lnTo>
                  <a:lnTo>
                    <a:pt x="4524073" y="1572447"/>
                  </a:lnTo>
                  <a:lnTo>
                    <a:pt x="4537458" y="1585018"/>
                  </a:lnTo>
                  <a:lnTo>
                    <a:pt x="4550843" y="1597787"/>
                  </a:lnTo>
                  <a:lnTo>
                    <a:pt x="4564228" y="1610863"/>
                  </a:lnTo>
                  <a:lnTo>
                    <a:pt x="4577612" y="1624130"/>
                  </a:lnTo>
                  <a:lnTo>
                    <a:pt x="4590997" y="1637589"/>
                  </a:lnTo>
                  <a:lnTo>
                    <a:pt x="4604382" y="1651308"/>
                  </a:lnTo>
                  <a:lnTo>
                    <a:pt x="4617767" y="1665266"/>
                  </a:lnTo>
                  <a:lnTo>
                    <a:pt x="4631152" y="1679406"/>
                  </a:lnTo>
                  <a:lnTo>
                    <a:pt x="4644537" y="1693731"/>
                  </a:lnTo>
                  <a:lnTo>
                    <a:pt x="4657921" y="1708331"/>
                  </a:lnTo>
                  <a:lnTo>
                    <a:pt x="4671306" y="1723090"/>
                  </a:lnTo>
                  <a:lnTo>
                    <a:pt x="4684691" y="1738001"/>
                  </a:lnTo>
                  <a:lnTo>
                    <a:pt x="4698076" y="1753107"/>
                  </a:lnTo>
                  <a:lnTo>
                    <a:pt x="4711461" y="1768381"/>
                  </a:lnTo>
                  <a:lnTo>
                    <a:pt x="4724846" y="1783771"/>
                  </a:lnTo>
                  <a:lnTo>
                    <a:pt x="4738230" y="1799272"/>
                  </a:lnTo>
                  <a:lnTo>
                    <a:pt x="4751615" y="1814924"/>
                  </a:lnTo>
                  <a:lnTo>
                    <a:pt x="4765000" y="1830647"/>
                  </a:lnTo>
                  <a:lnTo>
                    <a:pt x="4778385" y="1846433"/>
                  </a:lnTo>
                  <a:lnTo>
                    <a:pt x="4791770" y="1862285"/>
                  </a:lnTo>
                  <a:lnTo>
                    <a:pt x="4805155" y="1878174"/>
                  </a:lnTo>
                  <a:lnTo>
                    <a:pt x="4818539" y="1894076"/>
                  </a:lnTo>
                  <a:lnTo>
                    <a:pt x="4831924" y="1909982"/>
                  </a:lnTo>
                  <a:lnTo>
                    <a:pt x="4845309" y="1925860"/>
                  </a:lnTo>
                  <a:lnTo>
                    <a:pt x="4858694" y="1941697"/>
                  </a:lnTo>
                  <a:lnTo>
                    <a:pt x="4872079" y="1957488"/>
                  </a:lnTo>
                  <a:lnTo>
                    <a:pt x="4885464" y="1973199"/>
                  </a:lnTo>
                  <a:lnTo>
                    <a:pt x="4898848" y="1988798"/>
                  </a:lnTo>
                  <a:lnTo>
                    <a:pt x="4912233" y="2004301"/>
                  </a:lnTo>
                  <a:lnTo>
                    <a:pt x="4925618" y="2019701"/>
                  </a:lnTo>
                  <a:lnTo>
                    <a:pt x="4939003" y="2034903"/>
                  </a:lnTo>
                  <a:lnTo>
                    <a:pt x="4952388" y="2049961"/>
                  </a:lnTo>
                  <a:lnTo>
                    <a:pt x="4965773" y="2064874"/>
                  </a:lnTo>
                  <a:lnTo>
                    <a:pt x="4979157" y="2079587"/>
                  </a:lnTo>
                  <a:lnTo>
                    <a:pt x="4992542" y="2094065"/>
                  </a:lnTo>
                  <a:lnTo>
                    <a:pt x="5005927" y="2108363"/>
                  </a:lnTo>
                  <a:lnTo>
                    <a:pt x="5019312" y="2122477"/>
                  </a:lnTo>
                  <a:lnTo>
                    <a:pt x="5032697" y="2136279"/>
                  </a:lnTo>
                  <a:lnTo>
                    <a:pt x="5046082" y="2149863"/>
                  </a:lnTo>
                  <a:lnTo>
                    <a:pt x="5059466" y="2163240"/>
                  </a:lnTo>
                  <a:lnTo>
                    <a:pt x="5072851" y="2176348"/>
                  </a:lnTo>
                  <a:lnTo>
                    <a:pt x="5086236" y="2189150"/>
                  </a:lnTo>
                  <a:lnTo>
                    <a:pt x="5099621" y="2201728"/>
                  </a:lnTo>
                  <a:lnTo>
                    <a:pt x="5113006" y="2214083"/>
                  </a:lnTo>
                  <a:lnTo>
                    <a:pt x="5126391" y="2226081"/>
                  </a:lnTo>
                  <a:lnTo>
                    <a:pt x="5139775" y="2237831"/>
                  </a:lnTo>
                  <a:lnTo>
                    <a:pt x="5153160" y="2249353"/>
                  </a:lnTo>
                  <a:lnTo>
                    <a:pt x="5166545" y="2260594"/>
                  </a:lnTo>
                  <a:lnTo>
                    <a:pt x="5179930" y="2271513"/>
                  </a:lnTo>
                  <a:lnTo>
                    <a:pt x="5193315" y="2282207"/>
                  </a:lnTo>
                  <a:lnTo>
                    <a:pt x="5206700" y="2292678"/>
                  </a:lnTo>
                  <a:lnTo>
                    <a:pt x="5220084" y="2302809"/>
                  </a:lnTo>
                  <a:lnTo>
                    <a:pt x="5233469" y="2312703"/>
                  </a:lnTo>
                  <a:lnTo>
                    <a:pt x="5246854" y="2322386"/>
                  </a:lnTo>
                  <a:lnTo>
                    <a:pt x="5260239" y="2331817"/>
                  </a:lnTo>
                  <a:lnTo>
                    <a:pt x="5273624" y="2340958"/>
                  </a:lnTo>
                  <a:lnTo>
                    <a:pt x="5287009" y="2349903"/>
                  </a:lnTo>
                  <a:lnTo>
                    <a:pt x="5300393" y="2358657"/>
                  </a:lnTo>
                  <a:lnTo>
                    <a:pt x="5313778" y="2367128"/>
                  </a:lnTo>
                  <a:lnTo>
                    <a:pt x="5327163" y="2375402"/>
                  </a:lnTo>
                  <a:lnTo>
                    <a:pt x="5340548" y="2383503"/>
                  </a:lnTo>
                  <a:lnTo>
                    <a:pt x="5353933" y="2391408"/>
                  </a:lnTo>
                  <a:lnTo>
                    <a:pt x="5367318" y="2399082"/>
                  </a:lnTo>
                  <a:lnTo>
                    <a:pt x="5380702" y="2406607"/>
                  </a:lnTo>
                  <a:lnTo>
                    <a:pt x="5394087" y="2413987"/>
                  </a:lnTo>
                  <a:lnTo>
                    <a:pt x="5407472" y="2421161"/>
                  </a:lnTo>
                  <a:lnTo>
                    <a:pt x="5420857" y="2428188"/>
                  </a:lnTo>
                  <a:lnTo>
                    <a:pt x="5434242" y="2435092"/>
                  </a:lnTo>
                  <a:lnTo>
                    <a:pt x="5447627" y="2441859"/>
                  </a:lnTo>
                  <a:lnTo>
                    <a:pt x="5461011" y="2448465"/>
                  </a:lnTo>
                  <a:lnTo>
                    <a:pt x="5474396" y="2454970"/>
                  </a:lnTo>
                  <a:lnTo>
                    <a:pt x="5487781" y="2461378"/>
                  </a:lnTo>
                  <a:lnTo>
                    <a:pt x="5501166" y="2467651"/>
                  </a:lnTo>
                  <a:lnTo>
                    <a:pt x="5514551" y="2473828"/>
                  </a:lnTo>
                  <a:lnTo>
                    <a:pt x="5527936" y="2479926"/>
                  </a:lnTo>
                  <a:lnTo>
                    <a:pt x="5541320" y="2485940"/>
                  </a:lnTo>
                  <a:lnTo>
                    <a:pt x="5554705" y="2491850"/>
                  </a:lnTo>
                  <a:lnTo>
                    <a:pt x="5568090" y="2497699"/>
                  </a:lnTo>
                  <a:lnTo>
                    <a:pt x="5581475" y="2503487"/>
                  </a:lnTo>
                  <a:lnTo>
                    <a:pt x="5594860" y="2509194"/>
                  </a:lnTo>
                  <a:lnTo>
                    <a:pt x="5608245" y="2514840"/>
                  </a:lnTo>
                  <a:lnTo>
                    <a:pt x="5621629" y="2520437"/>
                  </a:lnTo>
                  <a:lnTo>
                    <a:pt x="5635014" y="2525983"/>
                  </a:lnTo>
                  <a:lnTo>
                    <a:pt x="5648399" y="2531462"/>
                  </a:lnTo>
                  <a:lnTo>
                    <a:pt x="5661784" y="2536899"/>
                  </a:lnTo>
                  <a:lnTo>
                    <a:pt x="5675169" y="2542297"/>
                  </a:lnTo>
                  <a:lnTo>
                    <a:pt x="5688554" y="2547638"/>
                  </a:lnTo>
                  <a:lnTo>
                    <a:pt x="5701938" y="2552933"/>
                  </a:lnTo>
                  <a:lnTo>
                    <a:pt x="5715323" y="2558190"/>
                  </a:lnTo>
                  <a:lnTo>
                    <a:pt x="5728708" y="2563406"/>
                  </a:lnTo>
                  <a:lnTo>
                    <a:pt x="5742093" y="2568561"/>
                  </a:lnTo>
                  <a:lnTo>
                    <a:pt x="5755478" y="2573678"/>
                  </a:lnTo>
                  <a:lnTo>
                    <a:pt x="5768863" y="2578754"/>
                  </a:lnTo>
                  <a:lnTo>
                    <a:pt x="5782247" y="2583772"/>
                  </a:lnTo>
                  <a:lnTo>
                    <a:pt x="5795632" y="2588736"/>
                  </a:lnTo>
                  <a:lnTo>
                    <a:pt x="5809017" y="2593654"/>
                  </a:lnTo>
                  <a:lnTo>
                    <a:pt x="5822402" y="2598522"/>
                  </a:lnTo>
                  <a:lnTo>
                    <a:pt x="5835787" y="2603311"/>
                  </a:lnTo>
                  <a:lnTo>
                    <a:pt x="5849172" y="2608046"/>
                  </a:lnTo>
                  <a:lnTo>
                    <a:pt x="5862556" y="2612727"/>
                  </a:lnTo>
                  <a:lnTo>
                    <a:pt x="5875941" y="2617327"/>
                  </a:lnTo>
                  <a:lnTo>
                    <a:pt x="5889326" y="2621848"/>
                  </a:lnTo>
                  <a:lnTo>
                    <a:pt x="5902711" y="2626304"/>
                  </a:lnTo>
                  <a:lnTo>
                    <a:pt x="5916096" y="2630690"/>
                  </a:lnTo>
                  <a:lnTo>
                    <a:pt x="5929481" y="2634962"/>
                  </a:lnTo>
                  <a:lnTo>
                    <a:pt x="5942865" y="2639158"/>
                  </a:lnTo>
                  <a:lnTo>
                    <a:pt x="5956250" y="2643277"/>
                  </a:lnTo>
                  <a:lnTo>
                    <a:pt x="5969635" y="2647286"/>
                  </a:lnTo>
                  <a:lnTo>
                    <a:pt x="5983020" y="2651186"/>
                  </a:lnTo>
                  <a:lnTo>
                    <a:pt x="5996405" y="2654999"/>
                  </a:lnTo>
                  <a:lnTo>
                    <a:pt x="6009790" y="2658720"/>
                  </a:lnTo>
                  <a:lnTo>
                    <a:pt x="6023174" y="2662291"/>
                  </a:lnTo>
                  <a:lnTo>
                    <a:pt x="6036559" y="2665765"/>
                  </a:lnTo>
                  <a:lnTo>
                    <a:pt x="6049944" y="2669142"/>
                  </a:lnTo>
                  <a:lnTo>
                    <a:pt x="6063329" y="2672385"/>
                  </a:lnTo>
                  <a:lnTo>
                    <a:pt x="6076714" y="2675494"/>
                  </a:lnTo>
                  <a:lnTo>
                    <a:pt x="6090099" y="2678499"/>
                  </a:lnTo>
                  <a:lnTo>
                    <a:pt x="6103483" y="2681400"/>
                  </a:lnTo>
                  <a:lnTo>
                    <a:pt x="6116868" y="2684126"/>
                  </a:lnTo>
                  <a:lnTo>
                    <a:pt x="6130253" y="2686744"/>
                  </a:lnTo>
                  <a:lnTo>
                    <a:pt x="6143638" y="2689255"/>
                  </a:lnTo>
                  <a:lnTo>
                    <a:pt x="6157023" y="2691623"/>
                  </a:lnTo>
                  <a:lnTo>
                    <a:pt x="6170408" y="2693848"/>
                  </a:lnTo>
                  <a:lnTo>
                    <a:pt x="6183792" y="2695965"/>
                  </a:lnTo>
                  <a:lnTo>
                    <a:pt x="6197177" y="2697975"/>
                  </a:lnTo>
                  <a:lnTo>
                    <a:pt x="6210562" y="2699812"/>
                  </a:lnTo>
                  <a:lnTo>
                    <a:pt x="6223947" y="2701543"/>
                  </a:lnTo>
                  <a:lnTo>
                    <a:pt x="6237332" y="2703171"/>
                  </a:lnTo>
                  <a:lnTo>
                    <a:pt x="6250717" y="2704667"/>
                  </a:lnTo>
                  <a:lnTo>
                    <a:pt x="6264101" y="2706030"/>
                  </a:lnTo>
                  <a:lnTo>
                    <a:pt x="6277486" y="2707297"/>
                  </a:lnTo>
                  <a:lnTo>
                    <a:pt x="6290871" y="2708469"/>
                  </a:lnTo>
                  <a:lnTo>
                    <a:pt x="6304256" y="2709495"/>
                  </a:lnTo>
                  <a:lnTo>
                    <a:pt x="6317641" y="2710433"/>
                  </a:lnTo>
                  <a:lnTo>
                    <a:pt x="6331026" y="2711286"/>
                  </a:lnTo>
                  <a:lnTo>
                    <a:pt x="6344410" y="2712037"/>
                  </a:lnTo>
                  <a:lnTo>
                    <a:pt x="6357795" y="2712685"/>
                  </a:lnTo>
                  <a:lnTo>
                    <a:pt x="6371180" y="2713262"/>
                  </a:lnTo>
                  <a:lnTo>
                    <a:pt x="6384565" y="2713772"/>
                  </a:lnTo>
                  <a:lnTo>
                    <a:pt x="6397950" y="2714182"/>
                  </a:lnTo>
                  <a:lnTo>
                    <a:pt x="6411335" y="2714533"/>
                  </a:lnTo>
                  <a:lnTo>
                    <a:pt x="6424719" y="2714831"/>
                  </a:lnTo>
                  <a:lnTo>
                    <a:pt x="6438104" y="2715069"/>
                  </a:lnTo>
                  <a:lnTo>
                    <a:pt x="6451489" y="2715248"/>
                  </a:lnTo>
                  <a:lnTo>
                    <a:pt x="6464874" y="2715391"/>
                  </a:lnTo>
                  <a:lnTo>
                    <a:pt x="6478259" y="2715500"/>
                  </a:lnTo>
                  <a:lnTo>
                    <a:pt x="6491644" y="2715567"/>
                  </a:lnTo>
                  <a:lnTo>
                    <a:pt x="6505028" y="2715613"/>
                  </a:lnTo>
                  <a:lnTo>
                    <a:pt x="6518413" y="2715641"/>
                  </a:lnTo>
                  <a:lnTo>
                    <a:pt x="6531798" y="2715654"/>
                  </a:lnTo>
                  <a:lnTo>
                    <a:pt x="6545183" y="2715658"/>
                  </a:lnTo>
                  <a:lnTo>
                    <a:pt x="6558568" y="2715661"/>
                  </a:lnTo>
                  <a:lnTo>
                    <a:pt x="6571953" y="2715666"/>
                  </a:lnTo>
                  <a:lnTo>
                    <a:pt x="6585337" y="2715682"/>
                  </a:lnTo>
                  <a:lnTo>
                    <a:pt x="6598722" y="2715712"/>
                  </a:lnTo>
                  <a:lnTo>
                    <a:pt x="6612107" y="2715758"/>
                  </a:lnTo>
                  <a:lnTo>
                    <a:pt x="6625492" y="2715827"/>
                  </a:lnTo>
                  <a:lnTo>
                    <a:pt x="6638877" y="2715930"/>
                  </a:lnTo>
                  <a:lnTo>
                    <a:pt x="6652262" y="2716061"/>
                  </a:lnTo>
                  <a:lnTo>
                    <a:pt x="6665646" y="2716221"/>
                  </a:lnTo>
                  <a:lnTo>
                    <a:pt x="6679031" y="2716431"/>
                  </a:lnTo>
                  <a:lnTo>
                    <a:pt x="6692416" y="2716682"/>
                  </a:lnTo>
                  <a:lnTo>
                    <a:pt x="6705801" y="2716971"/>
                  </a:lnTo>
                  <a:lnTo>
                    <a:pt x="6719186" y="2717306"/>
                  </a:lnTo>
                  <a:lnTo>
                    <a:pt x="6732571" y="2717702"/>
                  </a:lnTo>
                  <a:lnTo>
                    <a:pt x="6745955" y="2718141"/>
                  </a:lnTo>
                  <a:lnTo>
                    <a:pt x="6759340" y="2718623"/>
                  </a:lnTo>
                  <a:lnTo>
                    <a:pt x="6772725" y="2719172"/>
                  </a:lnTo>
                  <a:lnTo>
                    <a:pt x="6786110" y="2719774"/>
                  </a:lnTo>
                  <a:lnTo>
                    <a:pt x="6799495" y="2720419"/>
                  </a:lnTo>
                  <a:lnTo>
                    <a:pt x="6812880" y="2721117"/>
                  </a:lnTo>
                  <a:lnTo>
                    <a:pt x="6826264" y="2721882"/>
                  </a:lnTo>
                  <a:lnTo>
                    <a:pt x="6839649" y="2722689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28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38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37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83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436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305, median = 0.3 %   |   Mann-Whitney U p = 0.042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2026-08-19T20:14:28Z</dcterms:modified>
  <cp:category/>
</cp:coreProperties>
</file>