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23"/>
            </a:xfrm>
            <a:custGeom>
              <a:avLst/>
              <a:pathLst>
                <a:path w="7090630" h="3483723">
                  <a:moveTo>
                    <a:pt x="2602839" y="0"/>
                  </a:moveTo>
                  <a:lnTo>
                    <a:pt x="2650033" y="422472"/>
                  </a:lnTo>
                  <a:lnTo>
                    <a:pt x="2721655" y="952595"/>
                  </a:lnTo>
                  <a:lnTo>
                    <a:pt x="2793278" y="1390916"/>
                  </a:lnTo>
                  <a:lnTo>
                    <a:pt x="2864901" y="1753332"/>
                  </a:lnTo>
                  <a:lnTo>
                    <a:pt x="2936523" y="2052989"/>
                  </a:lnTo>
                  <a:lnTo>
                    <a:pt x="3008146" y="2300754"/>
                  </a:lnTo>
                  <a:lnTo>
                    <a:pt x="3079768" y="2505614"/>
                  </a:lnTo>
                  <a:lnTo>
                    <a:pt x="3151391" y="2650310"/>
                  </a:lnTo>
                  <a:lnTo>
                    <a:pt x="3223013" y="2619825"/>
                  </a:lnTo>
                  <a:lnTo>
                    <a:pt x="3294636" y="2588225"/>
                  </a:lnTo>
                  <a:lnTo>
                    <a:pt x="3366258" y="2555468"/>
                  </a:lnTo>
                  <a:lnTo>
                    <a:pt x="3437881" y="2521514"/>
                  </a:lnTo>
                  <a:lnTo>
                    <a:pt x="3509503" y="2486318"/>
                  </a:lnTo>
                  <a:lnTo>
                    <a:pt x="3581126" y="2449834"/>
                  </a:lnTo>
                  <a:lnTo>
                    <a:pt x="3652748" y="2412016"/>
                  </a:lnTo>
                  <a:lnTo>
                    <a:pt x="3724371" y="2372814"/>
                  </a:lnTo>
                  <a:lnTo>
                    <a:pt x="3795993" y="2332179"/>
                  </a:lnTo>
                  <a:lnTo>
                    <a:pt x="3867616" y="2290057"/>
                  </a:lnTo>
                  <a:lnTo>
                    <a:pt x="3939238" y="2246394"/>
                  </a:lnTo>
                  <a:lnTo>
                    <a:pt x="4010861" y="2201135"/>
                  </a:lnTo>
                  <a:lnTo>
                    <a:pt x="4082483" y="2154219"/>
                  </a:lnTo>
                  <a:lnTo>
                    <a:pt x="4154106" y="2105588"/>
                  </a:lnTo>
                  <a:lnTo>
                    <a:pt x="4225729" y="2055178"/>
                  </a:lnTo>
                  <a:lnTo>
                    <a:pt x="4297351" y="2002924"/>
                  </a:lnTo>
                  <a:lnTo>
                    <a:pt x="4368974" y="1948759"/>
                  </a:lnTo>
                  <a:lnTo>
                    <a:pt x="4440596" y="1892613"/>
                  </a:lnTo>
                  <a:lnTo>
                    <a:pt x="4512219" y="1834412"/>
                  </a:lnTo>
                  <a:lnTo>
                    <a:pt x="4583841" y="1774083"/>
                  </a:lnTo>
                  <a:lnTo>
                    <a:pt x="4655464" y="1711548"/>
                  </a:lnTo>
                  <a:lnTo>
                    <a:pt x="4727086" y="1646724"/>
                  </a:lnTo>
                  <a:lnTo>
                    <a:pt x="4798709" y="1579530"/>
                  </a:lnTo>
                  <a:lnTo>
                    <a:pt x="4870331" y="1509878"/>
                  </a:lnTo>
                  <a:lnTo>
                    <a:pt x="4941954" y="1437678"/>
                  </a:lnTo>
                  <a:lnTo>
                    <a:pt x="5013576" y="1362838"/>
                  </a:lnTo>
                  <a:lnTo>
                    <a:pt x="5085199" y="1285259"/>
                  </a:lnTo>
                  <a:lnTo>
                    <a:pt x="5156821" y="1204844"/>
                  </a:lnTo>
                  <a:lnTo>
                    <a:pt x="5228444" y="1121486"/>
                  </a:lnTo>
                  <a:lnTo>
                    <a:pt x="5300066" y="1035080"/>
                  </a:lnTo>
                  <a:lnTo>
                    <a:pt x="5371689" y="945513"/>
                  </a:lnTo>
                  <a:lnTo>
                    <a:pt x="5443311" y="852670"/>
                  </a:lnTo>
                  <a:lnTo>
                    <a:pt x="5514934" y="756431"/>
                  </a:lnTo>
                  <a:lnTo>
                    <a:pt x="5586557" y="656672"/>
                  </a:lnTo>
                  <a:lnTo>
                    <a:pt x="5658179" y="553264"/>
                  </a:lnTo>
                  <a:lnTo>
                    <a:pt x="5729802" y="446073"/>
                  </a:lnTo>
                  <a:lnTo>
                    <a:pt x="5801424" y="334962"/>
                  </a:lnTo>
                  <a:lnTo>
                    <a:pt x="5873047" y="219786"/>
                  </a:lnTo>
                  <a:lnTo>
                    <a:pt x="5944669" y="100397"/>
                  </a:lnTo>
                  <a:lnTo>
                    <a:pt x="6002774" y="0"/>
                  </a:lnTo>
                  <a:lnTo>
                    <a:pt x="7090630" y="0"/>
                  </a:lnTo>
                  <a:lnTo>
                    <a:pt x="7090630" y="3483723"/>
                  </a:lnTo>
                  <a:lnTo>
                    <a:pt x="7019007" y="3483718"/>
                  </a:lnTo>
                  <a:lnTo>
                    <a:pt x="6947385" y="3483712"/>
                  </a:lnTo>
                  <a:lnTo>
                    <a:pt x="6875762" y="3483705"/>
                  </a:lnTo>
                  <a:lnTo>
                    <a:pt x="6804139" y="3483697"/>
                  </a:lnTo>
                  <a:lnTo>
                    <a:pt x="6732517" y="3483686"/>
                  </a:lnTo>
                  <a:lnTo>
                    <a:pt x="6660894" y="3483674"/>
                  </a:lnTo>
                  <a:lnTo>
                    <a:pt x="6589272" y="3483659"/>
                  </a:lnTo>
                  <a:lnTo>
                    <a:pt x="6517649" y="3483640"/>
                  </a:lnTo>
                  <a:lnTo>
                    <a:pt x="6446027" y="3483618"/>
                  </a:lnTo>
                  <a:lnTo>
                    <a:pt x="6374404" y="3483591"/>
                  </a:lnTo>
                  <a:lnTo>
                    <a:pt x="6302782" y="3483558"/>
                  </a:lnTo>
                  <a:lnTo>
                    <a:pt x="6231159" y="3483519"/>
                  </a:lnTo>
                  <a:lnTo>
                    <a:pt x="6159537" y="3483471"/>
                  </a:lnTo>
                  <a:lnTo>
                    <a:pt x="6087914" y="3483414"/>
                  </a:lnTo>
                  <a:lnTo>
                    <a:pt x="6016292" y="3483344"/>
                  </a:lnTo>
                  <a:lnTo>
                    <a:pt x="5944669" y="3483260"/>
                  </a:lnTo>
                  <a:lnTo>
                    <a:pt x="5873047" y="3483158"/>
                  </a:lnTo>
                  <a:lnTo>
                    <a:pt x="5801424" y="3483035"/>
                  </a:lnTo>
                  <a:lnTo>
                    <a:pt x="5729802" y="3482886"/>
                  </a:lnTo>
                  <a:lnTo>
                    <a:pt x="5658179" y="3482706"/>
                  </a:lnTo>
                  <a:lnTo>
                    <a:pt x="5586557" y="3482488"/>
                  </a:lnTo>
                  <a:lnTo>
                    <a:pt x="5514934" y="3482224"/>
                  </a:lnTo>
                  <a:lnTo>
                    <a:pt x="5443311" y="3481905"/>
                  </a:lnTo>
                  <a:lnTo>
                    <a:pt x="5371689" y="3481519"/>
                  </a:lnTo>
                  <a:lnTo>
                    <a:pt x="5300066" y="3481053"/>
                  </a:lnTo>
                  <a:lnTo>
                    <a:pt x="5228444" y="3480489"/>
                  </a:lnTo>
                  <a:lnTo>
                    <a:pt x="5156821" y="3479807"/>
                  </a:lnTo>
                  <a:lnTo>
                    <a:pt x="5085199" y="3478982"/>
                  </a:lnTo>
                  <a:lnTo>
                    <a:pt x="5013576" y="3477984"/>
                  </a:lnTo>
                  <a:lnTo>
                    <a:pt x="4941954" y="3476777"/>
                  </a:lnTo>
                  <a:lnTo>
                    <a:pt x="4870331" y="3475317"/>
                  </a:lnTo>
                  <a:lnTo>
                    <a:pt x="4798709" y="3473552"/>
                  </a:lnTo>
                  <a:lnTo>
                    <a:pt x="4727086" y="3471416"/>
                  </a:lnTo>
                  <a:lnTo>
                    <a:pt x="4655464" y="3468834"/>
                  </a:lnTo>
                  <a:lnTo>
                    <a:pt x="4583841" y="3465711"/>
                  </a:lnTo>
                  <a:lnTo>
                    <a:pt x="4512219" y="3461933"/>
                  </a:lnTo>
                  <a:lnTo>
                    <a:pt x="4440596" y="3457365"/>
                  </a:lnTo>
                  <a:lnTo>
                    <a:pt x="4368974" y="3451840"/>
                  </a:lnTo>
                  <a:lnTo>
                    <a:pt x="4297351" y="3445157"/>
                  </a:lnTo>
                  <a:lnTo>
                    <a:pt x="4225729" y="3437075"/>
                  </a:lnTo>
                  <a:lnTo>
                    <a:pt x="4154106" y="3427300"/>
                  </a:lnTo>
                  <a:lnTo>
                    <a:pt x="4082483" y="3415478"/>
                  </a:lnTo>
                  <a:lnTo>
                    <a:pt x="4010861" y="3401180"/>
                  </a:lnTo>
                  <a:lnTo>
                    <a:pt x="3939238" y="3383887"/>
                  </a:lnTo>
                  <a:lnTo>
                    <a:pt x="3867616" y="3362973"/>
                  </a:lnTo>
                  <a:lnTo>
                    <a:pt x="3795993" y="3337678"/>
                  </a:lnTo>
                  <a:lnTo>
                    <a:pt x="3724371" y="3307085"/>
                  </a:lnTo>
                  <a:lnTo>
                    <a:pt x="3652748" y="3270085"/>
                  </a:lnTo>
                  <a:lnTo>
                    <a:pt x="3581126" y="3225336"/>
                  </a:lnTo>
                  <a:lnTo>
                    <a:pt x="3509503" y="3171215"/>
                  </a:lnTo>
                  <a:lnTo>
                    <a:pt x="3437881" y="3105759"/>
                  </a:lnTo>
                  <a:lnTo>
                    <a:pt x="3366258" y="3026594"/>
                  </a:lnTo>
                  <a:lnTo>
                    <a:pt x="3294636" y="2930848"/>
                  </a:lnTo>
                  <a:lnTo>
                    <a:pt x="3223013" y="2815049"/>
                  </a:lnTo>
                  <a:lnTo>
                    <a:pt x="3151391" y="2674998"/>
                  </a:lnTo>
                  <a:lnTo>
                    <a:pt x="3079768" y="2679720"/>
                  </a:lnTo>
                  <a:lnTo>
                    <a:pt x="3008146" y="2708092"/>
                  </a:lnTo>
                  <a:lnTo>
                    <a:pt x="2936523" y="2735462"/>
                  </a:lnTo>
                  <a:lnTo>
                    <a:pt x="2864901" y="2761867"/>
                  </a:lnTo>
                  <a:lnTo>
                    <a:pt x="2793278" y="2787340"/>
                  </a:lnTo>
                  <a:lnTo>
                    <a:pt x="2721655" y="2811914"/>
                  </a:lnTo>
                  <a:lnTo>
                    <a:pt x="2650033" y="2835621"/>
                  </a:lnTo>
                  <a:lnTo>
                    <a:pt x="2578410" y="2858492"/>
                  </a:lnTo>
                  <a:lnTo>
                    <a:pt x="2506788" y="2880555"/>
                  </a:lnTo>
                  <a:lnTo>
                    <a:pt x="2435165" y="2901840"/>
                  </a:lnTo>
                  <a:lnTo>
                    <a:pt x="2363543" y="2922374"/>
                  </a:lnTo>
                  <a:lnTo>
                    <a:pt x="2291920" y="2942183"/>
                  </a:lnTo>
                  <a:lnTo>
                    <a:pt x="2220298" y="2961293"/>
                  </a:lnTo>
                  <a:lnTo>
                    <a:pt x="2148675" y="2979729"/>
                  </a:lnTo>
                  <a:lnTo>
                    <a:pt x="2077053" y="2997514"/>
                  </a:lnTo>
                  <a:lnTo>
                    <a:pt x="2005430" y="3014672"/>
                  </a:lnTo>
                  <a:lnTo>
                    <a:pt x="1933808" y="3031224"/>
                  </a:lnTo>
                  <a:lnTo>
                    <a:pt x="1862185" y="3047192"/>
                  </a:lnTo>
                  <a:lnTo>
                    <a:pt x="1790563" y="3062597"/>
                  </a:lnTo>
                  <a:lnTo>
                    <a:pt x="1718940" y="3077458"/>
                  </a:lnTo>
                  <a:lnTo>
                    <a:pt x="1647318" y="3091795"/>
                  </a:lnTo>
                  <a:lnTo>
                    <a:pt x="1575695" y="3105626"/>
                  </a:lnTo>
                  <a:lnTo>
                    <a:pt x="1504073" y="3118969"/>
                  </a:lnTo>
                  <a:lnTo>
                    <a:pt x="1432450" y="3131841"/>
                  </a:lnTo>
                  <a:lnTo>
                    <a:pt x="1360827" y="3144258"/>
                  </a:lnTo>
                  <a:lnTo>
                    <a:pt x="1289205" y="3156238"/>
                  </a:lnTo>
                  <a:lnTo>
                    <a:pt x="1217582" y="3167795"/>
                  </a:lnTo>
                  <a:lnTo>
                    <a:pt x="1145960" y="3178944"/>
                  </a:lnTo>
                  <a:lnTo>
                    <a:pt x="1074337" y="3189699"/>
                  </a:lnTo>
                  <a:lnTo>
                    <a:pt x="1002715" y="3200075"/>
                  </a:lnTo>
                  <a:lnTo>
                    <a:pt x="931092" y="3210085"/>
                  </a:lnTo>
                  <a:lnTo>
                    <a:pt x="859470" y="3219742"/>
                  </a:lnTo>
                  <a:lnTo>
                    <a:pt x="787847" y="3229058"/>
                  </a:lnTo>
                  <a:lnTo>
                    <a:pt x="716225" y="3238045"/>
                  </a:lnTo>
                  <a:lnTo>
                    <a:pt x="644602" y="3246715"/>
                  </a:lnTo>
                  <a:lnTo>
                    <a:pt x="572980" y="3255079"/>
                  </a:lnTo>
                  <a:lnTo>
                    <a:pt x="501357" y="3263148"/>
                  </a:lnTo>
                  <a:lnTo>
                    <a:pt x="429735" y="3270933"/>
                  </a:lnTo>
                  <a:lnTo>
                    <a:pt x="358112" y="3278442"/>
                  </a:lnTo>
                  <a:lnTo>
                    <a:pt x="286490" y="3285687"/>
                  </a:lnTo>
                  <a:lnTo>
                    <a:pt x="214867" y="3292676"/>
                  </a:lnTo>
                  <a:lnTo>
                    <a:pt x="143245" y="3299418"/>
                  </a:lnTo>
                  <a:lnTo>
                    <a:pt x="71622" y="3305922"/>
                  </a:lnTo>
                  <a:lnTo>
                    <a:pt x="0" y="3312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774888" y="2073503"/>
              <a:ext cx="3399934" cy="2650310"/>
            </a:xfrm>
            <a:custGeom>
              <a:avLst/>
              <a:pathLst>
                <a:path w="3399934" h="2650310">
                  <a:moveTo>
                    <a:pt x="0" y="0"/>
                  </a:moveTo>
                  <a:lnTo>
                    <a:pt x="47194" y="422472"/>
                  </a:lnTo>
                  <a:lnTo>
                    <a:pt x="118816" y="952595"/>
                  </a:lnTo>
                  <a:lnTo>
                    <a:pt x="190439" y="1390916"/>
                  </a:lnTo>
                  <a:lnTo>
                    <a:pt x="262061" y="1753332"/>
                  </a:lnTo>
                  <a:lnTo>
                    <a:pt x="333684" y="2052989"/>
                  </a:lnTo>
                  <a:lnTo>
                    <a:pt x="405306" y="2300754"/>
                  </a:lnTo>
                  <a:lnTo>
                    <a:pt x="476929" y="2505614"/>
                  </a:lnTo>
                  <a:lnTo>
                    <a:pt x="548551" y="2650310"/>
                  </a:lnTo>
                  <a:lnTo>
                    <a:pt x="620174" y="2619825"/>
                  </a:lnTo>
                  <a:lnTo>
                    <a:pt x="691796" y="2588225"/>
                  </a:lnTo>
                  <a:lnTo>
                    <a:pt x="763419" y="2555468"/>
                  </a:lnTo>
                  <a:lnTo>
                    <a:pt x="835041" y="2521514"/>
                  </a:lnTo>
                  <a:lnTo>
                    <a:pt x="906664" y="2486318"/>
                  </a:lnTo>
                  <a:lnTo>
                    <a:pt x="978286" y="2449834"/>
                  </a:lnTo>
                  <a:lnTo>
                    <a:pt x="1049909" y="2412016"/>
                  </a:lnTo>
                  <a:lnTo>
                    <a:pt x="1121531" y="2372814"/>
                  </a:lnTo>
                  <a:lnTo>
                    <a:pt x="1193154" y="2332179"/>
                  </a:lnTo>
                  <a:lnTo>
                    <a:pt x="1264777" y="2290057"/>
                  </a:lnTo>
                  <a:lnTo>
                    <a:pt x="1336399" y="2246394"/>
                  </a:lnTo>
                  <a:lnTo>
                    <a:pt x="1408022" y="2201135"/>
                  </a:lnTo>
                  <a:lnTo>
                    <a:pt x="1479644" y="2154219"/>
                  </a:lnTo>
                  <a:lnTo>
                    <a:pt x="1551267" y="2105588"/>
                  </a:lnTo>
                  <a:lnTo>
                    <a:pt x="1622889" y="2055178"/>
                  </a:lnTo>
                  <a:lnTo>
                    <a:pt x="1694512" y="2002924"/>
                  </a:lnTo>
                  <a:lnTo>
                    <a:pt x="1766134" y="1948759"/>
                  </a:lnTo>
                  <a:lnTo>
                    <a:pt x="1837757" y="1892613"/>
                  </a:lnTo>
                  <a:lnTo>
                    <a:pt x="1909379" y="1834412"/>
                  </a:lnTo>
                  <a:lnTo>
                    <a:pt x="1981002" y="1774083"/>
                  </a:lnTo>
                  <a:lnTo>
                    <a:pt x="2052624" y="1711548"/>
                  </a:lnTo>
                  <a:lnTo>
                    <a:pt x="2124247" y="1646724"/>
                  </a:lnTo>
                  <a:lnTo>
                    <a:pt x="2195869" y="1579530"/>
                  </a:lnTo>
                  <a:lnTo>
                    <a:pt x="2267492" y="1509878"/>
                  </a:lnTo>
                  <a:lnTo>
                    <a:pt x="2339114" y="1437678"/>
                  </a:lnTo>
                  <a:lnTo>
                    <a:pt x="2410737" y="1362838"/>
                  </a:lnTo>
                  <a:lnTo>
                    <a:pt x="2482359" y="1285259"/>
                  </a:lnTo>
                  <a:lnTo>
                    <a:pt x="2553982" y="1204844"/>
                  </a:lnTo>
                  <a:lnTo>
                    <a:pt x="2625605" y="1121486"/>
                  </a:lnTo>
                  <a:lnTo>
                    <a:pt x="2697227" y="1035080"/>
                  </a:lnTo>
                  <a:lnTo>
                    <a:pt x="2768850" y="945513"/>
                  </a:lnTo>
                  <a:lnTo>
                    <a:pt x="2840472" y="852670"/>
                  </a:lnTo>
                  <a:lnTo>
                    <a:pt x="2912095" y="756431"/>
                  </a:lnTo>
                  <a:lnTo>
                    <a:pt x="2983717" y="656672"/>
                  </a:lnTo>
                  <a:lnTo>
                    <a:pt x="3055340" y="553264"/>
                  </a:lnTo>
                  <a:lnTo>
                    <a:pt x="3126962" y="446073"/>
                  </a:lnTo>
                  <a:lnTo>
                    <a:pt x="3198585" y="334962"/>
                  </a:lnTo>
                  <a:lnTo>
                    <a:pt x="3270207" y="219786"/>
                  </a:lnTo>
                  <a:lnTo>
                    <a:pt x="3341830" y="100397"/>
                  </a:lnTo>
                  <a:lnTo>
                    <a:pt x="339993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48501"/>
              <a:ext cx="7090630" cy="808725"/>
            </a:xfrm>
            <a:custGeom>
              <a:avLst/>
              <a:pathLst>
                <a:path w="7090630" h="808725">
                  <a:moveTo>
                    <a:pt x="7090630" y="808725"/>
                  </a:moveTo>
                  <a:lnTo>
                    <a:pt x="7019007" y="808720"/>
                  </a:lnTo>
                  <a:lnTo>
                    <a:pt x="6947385" y="808714"/>
                  </a:lnTo>
                  <a:lnTo>
                    <a:pt x="6875762" y="808707"/>
                  </a:lnTo>
                  <a:lnTo>
                    <a:pt x="6804139" y="808699"/>
                  </a:lnTo>
                  <a:lnTo>
                    <a:pt x="6732517" y="808688"/>
                  </a:lnTo>
                  <a:lnTo>
                    <a:pt x="6660894" y="808676"/>
                  </a:lnTo>
                  <a:lnTo>
                    <a:pt x="6589272" y="808661"/>
                  </a:lnTo>
                  <a:lnTo>
                    <a:pt x="6517649" y="808642"/>
                  </a:lnTo>
                  <a:lnTo>
                    <a:pt x="6446027" y="808620"/>
                  </a:lnTo>
                  <a:lnTo>
                    <a:pt x="6374404" y="808593"/>
                  </a:lnTo>
                  <a:lnTo>
                    <a:pt x="6302782" y="808560"/>
                  </a:lnTo>
                  <a:lnTo>
                    <a:pt x="6231159" y="808521"/>
                  </a:lnTo>
                  <a:lnTo>
                    <a:pt x="6159537" y="808473"/>
                  </a:lnTo>
                  <a:lnTo>
                    <a:pt x="6087914" y="808416"/>
                  </a:lnTo>
                  <a:lnTo>
                    <a:pt x="6016292" y="808346"/>
                  </a:lnTo>
                  <a:lnTo>
                    <a:pt x="5944669" y="808262"/>
                  </a:lnTo>
                  <a:lnTo>
                    <a:pt x="5873047" y="808160"/>
                  </a:lnTo>
                  <a:lnTo>
                    <a:pt x="5801424" y="808037"/>
                  </a:lnTo>
                  <a:lnTo>
                    <a:pt x="5729802" y="807888"/>
                  </a:lnTo>
                  <a:lnTo>
                    <a:pt x="5658179" y="807708"/>
                  </a:lnTo>
                  <a:lnTo>
                    <a:pt x="5586557" y="807490"/>
                  </a:lnTo>
                  <a:lnTo>
                    <a:pt x="5514934" y="807226"/>
                  </a:lnTo>
                  <a:lnTo>
                    <a:pt x="5443311" y="806907"/>
                  </a:lnTo>
                  <a:lnTo>
                    <a:pt x="5371689" y="806521"/>
                  </a:lnTo>
                  <a:lnTo>
                    <a:pt x="5300066" y="806055"/>
                  </a:lnTo>
                  <a:lnTo>
                    <a:pt x="5228444" y="805491"/>
                  </a:lnTo>
                  <a:lnTo>
                    <a:pt x="5156821" y="804809"/>
                  </a:lnTo>
                  <a:lnTo>
                    <a:pt x="5085199" y="803984"/>
                  </a:lnTo>
                  <a:lnTo>
                    <a:pt x="5013576" y="802986"/>
                  </a:lnTo>
                  <a:lnTo>
                    <a:pt x="4941954" y="801779"/>
                  </a:lnTo>
                  <a:lnTo>
                    <a:pt x="4870331" y="800319"/>
                  </a:lnTo>
                  <a:lnTo>
                    <a:pt x="4798709" y="798554"/>
                  </a:lnTo>
                  <a:lnTo>
                    <a:pt x="4727086" y="796418"/>
                  </a:lnTo>
                  <a:lnTo>
                    <a:pt x="4655464" y="793836"/>
                  </a:lnTo>
                  <a:lnTo>
                    <a:pt x="4583841" y="790713"/>
                  </a:lnTo>
                  <a:lnTo>
                    <a:pt x="4512219" y="786935"/>
                  </a:lnTo>
                  <a:lnTo>
                    <a:pt x="4440596" y="782367"/>
                  </a:lnTo>
                  <a:lnTo>
                    <a:pt x="4368974" y="776842"/>
                  </a:lnTo>
                  <a:lnTo>
                    <a:pt x="4297351" y="770159"/>
                  </a:lnTo>
                  <a:lnTo>
                    <a:pt x="4225729" y="762077"/>
                  </a:lnTo>
                  <a:lnTo>
                    <a:pt x="4154106" y="752302"/>
                  </a:lnTo>
                  <a:lnTo>
                    <a:pt x="4082483" y="740480"/>
                  </a:lnTo>
                  <a:lnTo>
                    <a:pt x="4010861" y="726182"/>
                  </a:lnTo>
                  <a:lnTo>
                    <a:pt x="3939238" y="708889"/>
                  </a:lnTo>
                  <a:lnTo>
                    <a:pt x="3867616" y="687975"/>
                  </a:lnTo>
                  <a:lnTo>
                    <a:pt x="3795993" y="662680"/>
                  </a:lnTo>
                  <a:lnTo>
                    <a:pt x="3724371" y="632087"/>
                  </a:lnTo>
                  <a:lnTo>
                    <a:pt x="3652748" y="595087"/>
                  </a:lnTo>
                  <a:lnTo>
                    <a:pt x="3581126" y="550338"/>
                  </a:lnTo>
                  <a:lnTo>
                    <a:pt x="3509503" y="496217"/>
                  </a:lnTo>
                  <a:lnTo>
                    <a:pt x="3437881" y="430761"/>
                  </a:lnTo>
                  <a:lnTo>
                    <a:pt x="3366258" y="351596"/>
                  </a:lnTo>
                  <a:lnTo>
                    <a:pt x="3294636" y="255850"/>
                  </a:lnTo>
                  <a:lnTo>
                    <a:pt x="3223013" y="140051"/>
                  </a:lnTo>
                  <a:lnTo>
                    <a:pt x="3151391" y="0"/>
                  </a:lnTo>
                  <a:lnTo>
                    <a:pt x="3079768" y="4722"/>
                  </a:lnTo>
                  <a:lnTo>
                    <a:pt x="3008146" y="33094"/>
                  </a:lnTo>
                  <a:lnTo>
                    <a:pt x="2936523" y="60464"/>
                  </a:lnTo>
                  <a:lnTo>
                    <a:pt x="2864901" y="86869"/>
                  </a:lnTo>
                  <a:lnTo>
                    <a:pt x="2793278" y="112342"/>
                  </a:lnTo>
                  <a:lnTo>
                    <a:pt x="2721655" y="136916"/>
                  </a:lnTo>
                  <a:lnTo>
                    <a:pt x="2650033" y="160623"/>
                  </a:lnTo>
                  <a:lnTo>
                    <a:pt x="2578410" y="183494"/>
                  </a:lnTo>
                  <a:lnTo>
                    <a:pt x="2506788" y="205557"/>
                  </a:lnTo>
                  <a:lnTo>
                    <a:pt x="2435165" y="226842"/>
                  </a:lnTo>
                  <a:lnTo>
                    <a:pt x="2363543" y="247376"/>
                  </a:lnTo>
                  <a:lnTo>
                    <a:pt x="2291920" y="267185"/>
                  </a:lnTo>
                  <a:lnTo>
                    <a:pt x="2220298" y="286295"/>
                  </a:lnTo>
                  <a:lnTo>
                    <a:pt x="2148675" y="304731"/>
                  </a:lnTo>
                  <a:lnTo>
                    <a:pt x="2077053" y="322516"/>
                  </a:lnTo>
                  <a:lnTo>
                    <a:pt x="2005430" y="339674"/>
                  </a:lnTo>
                  <a:lnTo>
                    <a:pt x="1933808" y="356226"/>
                  </a:lnTo>
                  <a:lnTo>
                    <a:pt x="1862185" y="372194"/>
                  </a:lnTo>
                  <a:lnTo>
                    <a:pt x="1790563" y="387599"/>
                  </a:lnTo>
                  <a:lnTo>
                    <a:pt x="1718940" y="402460"/>
                  </a:lnTo>
                  <a:lnTo>
                    <a:pt x="1647318" y="416797"/>
                  </a:lnTo>
                  <a:lnTo>
                    <a:pt x="1575695" y="430628"/>
                  </a:lnTo>
                  <a:lnTo>
                    <a:pt x="1504073" y="443971"/>
                  </a:lnTo>
                  <a:lnTo>
                    <a:pt x="1432450" y="456843"/>
                  </a:lnTo>
                  <a:lnTo>
                    <a:pt x="1360827" y="469260"/>
                  </a:lnTo>
                  <a:lnTo>
                    <a:pt x="1289205" y="481240"/>
                  </a:lnTo>
                  <a:lnTo>
                    <a:pt x="1217582" y="492797"/>
                  </a:lnTo>
                  <a:lnTo>
                    <a:pt x="1145960" y="503946"/>
                  </a:lnTo>
                  <a:lnTo>
                    <a:pt x="1074337" y="514701"/>
                  </a:lnTo>
                  <a:lnTo>
                    <a:pt x="1002715" y="525077"/>
                  </a:lnTo>
                  <a:lnTo>
                    <a:pt x="931092" y="535087"/>
                  </a:lnTo>
                  <a:lnTo>
                    <a:pt x="859470" y="544744"/>
                  </a:lnTo>
                  <a:lnTo>
                    <a:pt x="787847" y="554060"/>
                  </a:lnTo>
                  <a:lnTo>
                    <a:pt x="716225" y="563047"/>
                  </a:lnTo>
                  <a:lnTo>
                    <a:pt x="644602" y="571717"/>
                  </a:lnTo>
                  <a:lnTo>
                    <a:pt x="572980" y="580081"/>
                  </a:lnTo>
                  <a:lnTo>
                    <a:pt x="501357" y="588150"/>
                  </a:lnTo>
                  <a:lnTo>
                    <a:pt x="429735" y="595935"/>
                  </a:lnTo>
                  <a:lnTo>
                    <a:pt x="358112" y="603444"/>
                  </a:lnTo>
                  <a:lnTo>
                    <a:pt x="286490" y="610689"/>
                  </a:lnTo>
                  <a:lnTo>
                    <a:pt x="214867" y="617678"/>
                  </a:lnTo>
                  <a:lnTo>
                    <a:pt x="143245" y="624420"/>
                  </a:lnTo>
                  <a:lnTo>
                    <a:pt x="71622" y="630924"/>
                  </a:lnTo>
                  <a:lnTo>
                    <a:pt x="0" y="6371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81593" y="2073503"/>
              <a:ext cx="5281086" cy="3471934"/>
            </a:xfrm>
            <a:custGeom>
              <a:avLst/>
              <a:pathLst>
                <a:path w="5281086" h="3471934">
                  <a:moveTo>
                    <a:pt x="0" y="0"/>
                  </a:moveTo>
                  <a:lnTo>
                    <a:pt x="52641" y="193847"/>
                  </a:lnTo>
                  <a:lnTo>
                    <a:pt x="124264" y="438016"/>
                  </a:lnTo>
                  <a:lnTo>
                    <a:pt x="195886" y="664063"/>
                  </a:lnTo>
                  <a:lnTo>
                    <a:pt x="267509" y="873333"/>
                  </a:lnTo>
                  <a:lnTo>
                    <a:pt x="339131" y="1067071"/>
                  </a:lnTo>
                  <a:lnTo>
                    <a:pt x="410754" y="1246431"/>
                  </a:lnTo>
                  <a:lnTo>
                    <a:pt x="482376" y="1412479"/>
                  </a:lnTo>
                  <a:lnTo>
                    <a:pt x="553999" y="1566204"/>
                  </a:lnTo>
                  <a:lnTo>
                    <a:pt x="625621" y="1708519"/>
                  </a:lnTo>
                  <a:lnTo>
                    <a:pt x="697244" y="1840273"/>
                  </a:lnTo>
                  <a:lnTo>
                    <a:pt x="768866" y="1962247"/>
                  </a:lnTo>
                  <a:lnTo>
                    <a:pt x="840489" y="2075169"/>
                  </a:lnTo>
                  <a:lnTo>
                    <a:pt x="912111" y="2179711"/>
                  </a:lnTo>
                  <a:lnTo>
                    <a:pt x="983734" y="2276493"/>
                  </a:lnTo>
                  <a:lnTo>
                    <a:pt x="1055357" y="2366092"/>
                  </a:lnTo>
                  <a:lnTo>
                    <a:pt x="1126979" y="2449042"/>
                  </a:lnTo>
                  <a:lnTo>
                    <a:pt x="1198602" y="2525835"/>
                  </a:lnTo>
                  <a:lnTo>
                    <a:pt x="1270224" y="2596929"/>
                  </a:lnTo>
                  <a:lnTo>
                    <a:pt x="1341847" y="2662747"/>
                  </a:lnTo>
                  <a:lnTo>
                    <a:pt x="1413469" y="2723679"/>
                  </a:lnTo>
                  <a:lnTo>
                    <a:pt x="1485092" y="2780090"/>
                  </a:lnTo>
                  <a:lnTo>
                    <a:pt x="1556714" y="2832313"/>
                  </a:lnTo>
                  <a:lnTo>
                    <a:pt x="1628337" y="2880661"/>
                  </a:lnTo>
                  <a:lnTo>
                    <a:pt x="1699959" y="2925421"/>
                  </a:lnTo>
                  <a:lnTo>
                    <a:pt x="1771582" y="2966858"/>
                  </a:lnTo>
                  <a:lnTo>
                    <a:pt x="1843204" y="3005221"/>
                  </a:lnTo>
                  <a:lnTo>
                    <a:pt x="1914827" y="3040736"/>
                  </a:lnTo>
                  <a:lnTo>
                    <a:pt x="1986449" y="3073615"/>
                  </a:lnTo>
                  <a:lnTo>
                    <a:pt x="2058072" y="3104054"/>
                  </a:lnTo>
                  <a:lnTo>
                    <a:pt x="2129694" y="3132234"/>
                  </a:lnTo>
                  <a:lnTo>
                    <a:pt x="2201317" y="3158322"/>
                  </a:lnTo>
                  <a:lnTo>
                    <a:pt x="2272939" y="3182474"/>
                  </a:lnTo>
                  <a:lnTo>
                    <a:pt x="2344562" y="3204834"/>
                  </a:lnTo>
                  <a:lnTo>
                    <a:pt x="2416185" y="3225534"/>
                  </a:lnTo>
                  <a:lnTo>
                    <a:pt x="2487807" y="3244698"/>
                  </a:lnTo>
                  <a:lnTo>
                    <a:pt x="2559430" y="3262440"/>
                  </a:lnTo>
                  <a:lnTo>
                    <a:pt x="2631052" y="3278865"/>
                  </a:lnTo>
                  <a:lnTo>
                    <a:pt x="2702675" y="3294070"/>
                  </a:lnTo>
                  <a:lnTo>
                    <a:pt x="2774297" y="3308148"/>
                  </a:lnTo>
                  <a:lnTo>
                    <a:pt x="2845920" y="3321180"/>
                  </a:lnTo>
                  <a:lnTo>
                    <a:pt x="2917542" y="3333246"/>
                  </a:lnTo>
                  <a:lnTo>
                    <a:pt x="2989165" y="3344415"/>
                  </a:lnTo>
                  <a:lnTo>
                    <a:pt x="3060787" y="3354756"/>
                  </a:lnTo>
                  <a:lnTo>
                    <a:pt x="3132410" y="3364329"/>
                  </a:lnTo>
                  <a:lnTo>
                    <a:pt x="3204032" y="3373192"/>
                  </a:lnTo>
                  <a:lnTo>
                    <a:pt x="3275655" y="3381397"/>
                  </a:lnTo>
                  <a:lnTo>
                    <a:pt x="3347277" y="3388993"/>
                  </a:lnTo>
                  <a:lnTo>
                    <a:pt x="3418900" y="3396026"/>
                  </a:lnTo>
                  <a:lnTo>
                    <a:pt x="3490522" y="3402536"/>
                  </a:lnTo>
                  <a:lnTo>
                    <a:pt x="3562145" y="3408563"/>
                  </a:lnTo>
                  <a:lnTo>
                    <a:pt x="3633767" y="3414143"/>
                  </a:lnTo>
                  <a:lnTo>
                    <a:pt x="3705390" y="3419309"/>
                  </a:lnTo>
                  <a:lnTo>
                    <a:pt x="3777013" y="3424092"/>
                  </a:lnTo>
                  <a:lnTo>
                    <a:pt x="3848635" y="3428519"/>
                  </a:lnTo>
                  <a:lnTo>
                    <a:pt x="3920258" y="3432618"/>
                  </a:lnTo>
                  <a:lnTo>
                    <a:pt x="3991880" y="3436412"/>
                  </a:lnTo>
                  <a:lnTo>
                    <a:pt x="4063503" y="3439925"/>
                  </a:lnTo>
                  <a:lnTo>
                    <a:pt x="4135125" y="3443178"/>
                  </a:lnTo>
                  <a:lnTo>
                    <a:pt x="4206748" y="3446189"/>
                  </a:lnTo>
                  <a:lnTo>
                    <a:pt x="4278370" y="3448976"/>
                  </a:lnTo>
                  <a:lnTo>
                    <a:pt x="4349993" y="3451557"/>
                  </a:lnTo>
                  <a:lnTo>
                    <a:pt x="4421615" y="3453946"/>
                  </a:lnTo>
                  <a:lnTo>
                    <a:pt x="4493238" y="3456157"/>
                  </a:lnTo>
                  <a:lnTo>
                    <a:pt x="4564860" y="3458205"/>
                  </a:lnTo>
                  <a:lnTo>
                    <a:pt x="4636483" y="3460101"/>
                  </a:lnTo>
                  <a:lnTo>
                    <a:pt x="4708105" y="3461856"/>
                  </a:lnTo>
                  <a:lnTo>
                    <a:pt x="4779728" y="3463480"/>
                  </a:lnTo>
                  <a:lnTo>
                    <a:pt x="4851350" y="3464984"/>
                  </a:lnTo>
                  <a:lnTo>
                    <a:pt x="4922973" y="3466377"/>
                  </a:lnTo>
                  <a:lnTo>
                    <a:pt x="4994595" y="3467666"/>
                  </a:lnTo>
                  <a:lnTo>
                    <a:pt x="5066218" y="3468859"/>
                  </a:lnTo>
                  <a:lnTo>
                    <a:pt x="5137841" y="3469964"/>
                  </a:lnTo>
                  <a:lnTo>
                    <a:pt x="5209463" y="3470987"/>
                  </a:lnTo>
                  <a:lnTo>
                    <a:pt x="5281086" y="347193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57581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2.74 (0.63-12.01), p = 0.181  |  per IQR decline (Δ = 25.8 %): 13.48 (0.30-610.81)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75438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2026-10-09T15:07:22Z</dcterms:modified>
  <cp:category/>
</cp:coreProperties>
</file>