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67942"/>
            </a:xfrm>
            <a:custGeom>
              <a:avLst/>
              <a:pathLst>
                <a:path w="7090630" h="3467942">
                  <a:moveTo>
                    <a:pt x="1711285" y="0"/>
                  </a:moveTo>
                  <a:lnTo>
                    <a:pt x="1718940" y="27511"/>
                  </a:lnTo>
                  <a:lnTo>
                    <a:pt x="1790563" y="267084"/>
                  </a:lnTo>
                  <a:lnTo>
                    <a:pt x="1862185" y="490050"/>
                  </a:lnTo>
                  <a:lnTo>
                    <a:pt x="1933808" y="697561"/>
                  </a:lnTo>
                  <a:lnTo>
                    <a:pt x="2005430" y="890688"/>
                  </a:lnTo>
                  <a:lnTo>
                    <a:pt x="2077053" y="1070429"/>
                  </a:lnTo>
                  <a:lnTo>
                    <a:pt x="2148675" y="1237710"/>
                  </a:lnTo>
                  <a:lnTo>
                    <a:pt x="2220298" y="1393397"/>
                  </a:lnTo>
                  <a:lnTo>
                    <a:pt x="2291920" y="1538291"/>
                  </a:lnTo>
                  <a:lnTo>
                    <a:pt x="2363543" y="1673143"/>
                  </a:lnTo>
                  <a:lnTo>
                    <a:pt x="2435165" y="1798646"/>
                  </a:lnTo>
                  <a:lnTo>
                    <a:pt x="2506788" y="1915451"/>
                  </a:lnTo>
                  <a:lnTo>
                    <a:pt x="2578410" y="2024159"/>
                  </a:lnTo>
                  <a:lnTo>
                    <a:pt x="2650033" y="2125332"/>
                  </a:lnTo>
                  <a:lnTo>
                    <a:pt x="2721655" y="2219492"/>
                  </a:lnTo>
                  <a:lnTo>
                    <a:pt x="2793278" y="2307125"/>
                  </a:lnTo>
                  <a:lnTo>
                    <a:pt x="2864901" y="2388683"/>
                  </a:lnTo>
                  <a:lnTo>
                    <a:pt x="2936523" y="2464589"/>
                  </a:lnTo>
                  <a:lnTo>
                    <a:pt x="3008146" y="2535233"/>
                  </a:lnTo>
                  <a:lnTo>
                    <a:pt x="3079768" y="2600980"/>
                  </a:lnTo>
                  <a:lnTo>
                    <a:pt x="3151391" y="2652702"/>
                  </a:lnTo>
                  <a:lnTo>
                    <a:pt x="3223013" y="2640716"/>
                  </a:lnTo>
                  <a:lnTo>
                    <a:pt x="3294636" y="2628558"/>
                  </a:lnTo>
                  <a:lnTo>
                    <a:pt x="3366258" y="2616224"/>
                  </a:lnTo>
                  <a:lnTo>
                    <a:pt x="3437881" y="2603713"/>
                  </a:lnTo>
                  <a:lnTo>
                    <a:pt x="3509503" y="2591021"/>
                  </a:lnTo>
                  <a:lnTo>
                    <a:pt x="3581126" y="2578146"/>
                  </a:lnTo>
                  <a:lnTo>
                    <a:pt x="3652748" y="2565085"/>
                  </a:lnTo>
                  <a:lnTo>
                    <a:pt x="3724371" y="2551836"/>
                  </a:lnTo>
                  <a:lnTo>
                    <a:pt x="3795993" y="2538396"/>
                  </a:lnTo>
                  <a:lnTo>
                    <a:pt x="3867616" y="2524762"/>
                  </a:lnTo>
                  <a:lnTo>
                    <a:pt x="3939238" y="2510931"/>
                  </a:lnTo>
                  <a:lnTo>
                    <a:pt x="4010861" y="2496901"/>
                  </a:lnTo>
                  <a:lnTo>
                    <a:pt x="4082483" y="2482669"/>
                  </a:lnTo>
                  <a:lnTo>
                    <a:pt x="4154106" y="2468231"/>
                  </a:lnTo>
                  <a:lnTo>
                    <a:pt x="4225729" y="2453585"/>
                  </a:lnTo>
                  <a:lnTo>
                    <a:pt x="4297351" y="2438728"/>
                  </a:lnTo>
                  <a:lnTo>
                    <a:pt x="4368974" y="2423657"/>
                  </a:lnTo>
                  <a:lnTo>
                    <a:pt x="4440596" y="2408368"/>
                  </a:lnTo>
                  <a:lnTo>
                    <a:pt x="4512219" y="2392858"/>
                  </a:lnTo>
                  <a:lnTo>
                    <a:pt x="4583841" y="2377126"/>
                  </a:lnTo>
                  <a:lnTo>
                    <a:pt x="4655464" y="2361166"/>
                  </a:lnTo>
                  <a:lnTo>
                    <a:pt x="4727086" y="2344976"/>
                  </a:lnTo>
                  <a:lnTo>
                    <a:pt x="4798709" y="2328552"/>
                  </a:lnTo>
                  <a:lnTo>
                    <a:pt x="4870331" y="2311892"/>
                  </a:lnTo>
                  <a:lnTo>
                    <a:pt x="4941954" y="2294991"/>
                  </a:lnTo>
                  <a:lnTo>
                    <a:pt x="5013576" y="2277847"/>
                  </a:lnTo>
                  <a:lnTo>
                    <a:pt x="5085199" y="2260455"/>
                  </a:lnTo>
                  <a:lnTo>
                    <a:pt x="5156821" y="2242812"/>
                  </a:lnTo>
                  <a:lnTo>
                    <a:pt x="5228444" y="2224916"/>
                  </a:lnTo>
                  <a:lnTo>
                    <a:pt x="5300066" y="2206760"/>
                  </a:lnTo>
                  <a:lnTo>
                    <a:pt x="5371689" y="2188344"/>
                  </a:lnTo>
                  <a:lnTo>
                    <a:pt x="5443311" y="2169661"/>
                  </a:lnTo>
                  <a:lnTo>
                    <a:pt x="5514934" y="2150709"/>
                  </a:lnTo>
                  <a:lnTo>
                    <a:pt x="5586557" y="2131484"/>
                  </a:lnTo>
                  <a:lnTo>
                    <a:pt x="5658179" y="2111981"/>
                  </a:lnTo>
                  <a:lnTo>
                    <a:pt x="5729802" y="2092198"/>
                  </a:lnTo>
                  <a:lnTo>
                    <a:pt x="5801424" y="2072128"/>
                  </a:lnTo>
                  <a:lnTo>
                    <a:pt x="5873047" y="2051770"/>
                  </a:lnTo>
                  <a:lnTo>
                    <a:pt x="5944669" y="2031118"/>
                  </a:lnTo>
                  <a:lnTo>
                    <a:pt x="6016292" y="2010168"/>
                  </a:lnTo>
                  <a:lnTo>
                    <a:pt x="6087914" y="1988915"/>
                  </a:lnTo>
                  <a:lnTo>
                    <a:pt x="6159537" y="1967357"/>
                  </a:lnTo>
                  <a:lnTo>
                    <a:pt x="6231159" y="1945487"/>
                  </a:lnTo>
                  <a:lnTo>
                    <a:pt x="6302782" y="1923302"/>
                  </a:lnTo>
                  <a:lnTo>
                    <a:pt x="6374404" y="1900797"/>
                  </a:lnTo>
                  <a:lnTo>
                    <a:pt x="6446027" y="1877968"/>
                  </a:lnTo>
                  <a:lnTo>
                    <a:pt x="6517649" y="1854809"/>
                  </a:lnTo>
                  <a:lnTo>
                    <a:pt x="6589272" y="1831316"/>
                  </a:lnTo>
                  <a:lnTo>
                    <a:pt x="6660894" y="1807485"/>
                  </a:lnTo>
                  <a:lnTo>
                    <a:pt x="6732517" y="1783309"/>
                  </a:lnTo>
                  <a:lnTo>
                    <a:pt x="6804139" y="1758785"/>
                  </a:lnTo>
                  <a:lnTo>
                    <a:pt x="6875762" y="1733908"/>
                  </a:lnTo>
                  <a:lnTo>
                    <a:pt x="6947385" y="1708671"/>
                  </a:lnTo>
                  <a:lnTo>
                    <a:pt x="7019007" y="1683071"/>
                  </a:lnTo>
                  <a:lnTo>
                    <a:pt x="7090630" y="1657101"/>
                  </a:lnTo>
                  <a:lnTo>
                    <a:pt x="7090630" y="3467942"/>
                  </a:lnTo>
                  <a:lnTo>
                    <a:pt x="7019007" y="3466765"/>
                  </a:lnTo>
                  <a:lnTo>
                    <a:pt x="6947385" y="3465500"/>
                  </a:lnTo>
                  <a:lnTo>
                    <a:pt x="6875762" y="3464142"/>
                  </a:lnTo>
                  <a:lnTo>
                    <a:pt x="6804139" y="3462681"/>
                  </a:lnTo>
                  <a:lnTo>
                    <a:pt x="6732517" y="3461112"/>
                  </a:lnTo>
                  <a:lnTo>
                    <a:pt x="6660894" y="3459427"/>
                  </a:lnTo>
                  <a:lnTo>
                    <a:pt x="6589272" y="3457615"/>
                  </a:lnTo>
                  <a:lnTo>
                    <a:pt x="6517649" y="3455669"/>
                  </a:lnTo>
                  <a:lnTo>
                    <a:pt x="6446027" y="3453578"/>
                  </a:lnTo>
                  <a:lnTo>
                    <a:pt x="6374404" y="3451331"/>
                  </a:lnTo>
                  <a:lnTo>
                    <a:pt x="6302782" y="3448917"/>
                  </a:lnTo>
                  <a:lnTo>
                    <a:pt x="6231159" y="3446323"/>
                  </a:lnTo>
                  <a:lnTo>
                    <a:pt x="6159537" y="3443536"/>
                  </a:lnTo>
                  <a:lnTo>
                    <a:pt x="6087914" y="3440541"/>
                  </a:lnTo>
                  <a:lnTo>
                    <a:pt x="6016292" y="3437323"/>
                  </a:lnTo>
                  <a:lnTo>
                    <a:pt x="5944669" y="3433865"/>
                  </a:lnTo>
                  <a:lnTo>
                    <a:pt x="5873047" y="3430150"/>
                  </a:lnTo>
                  <a:lnTo>
                    <a:pt x="5801424" y="3426159"/>
                  </a:lnTo>
                  <a:lnTo>
                    <a:pt x="5729802" y="3421870"/>
                  </a:lnTo>
                  <a:lnTo>
                    <a:pt x="5658179" y="3417261"/>
                  </a:lnTo>
                  <a:lnTo>
                    <a:pt x="5586557" y="3412309"/>
                  </a:lnTo>
                  <a:lnTo>
                    <a:pt x="5514934" y="3406989"/>
                  </a:lnTo>
                  <a:lnTo>
                    <a:pt x="5443311" y="3401272"/>
                  </a:lnTo>
                  <a:lnTo>
                    <a:pt x="5371689" y="3395129"/>
                  </a:lnTo>
                  <a:lnTo>
                    <a:pt x="5300066" y="3388529"/>
                  </a:lnTo>
                  <a:lnTo>
                    <a:pt x="5228444" y="3381438"/>
                  </a:lnTo>
                  <a:lnTo>
                    <a:pt x="5156821" y="3373818"/>
                  </a:lnTo>
                  <a:lnTo>
                    <a:pt x="5085199" y="3365630"/>
                  </a:lnTo>
                  <a:lnTo>
                    <a:pt x="5013576" y="3356833"/>
                  </a:lnTo>
                  <a:lnTo>
                    <a:pt x="4941954" y="3347381"/>
                  </a:lnTo>
                  <a:lnTo>
                    <a:pt x="4870331" y="3337225"/>
                  </a:lnTo>
                  <a:lnTo>
                    <a:pt x="4798709" y="3326312"/>
                  </a:lnTo>
                  <a:lnTo>
                    <a:pt x="4727086" y="3314587"/>
                  </a:lnTo>
                  <a:lnTo>
                    <a:pt x="4655464" y="3301988"/>
                  </a:lnTo>
                  <a:lnTo>
                    <a:pt x="4583841" y="3288451"/>
                  </a:lnTo>
                  <a:lnTo>
                    <a:pt x="4512219" y="3273905"/>
                  </a:lnTo>
                  <a:lnTo>
                    <a:pt x="4440596" y="3258277"/>
                  </a:lnTo>
                  <a:lnTo>
                    <a:pt x="4368974" y="3241484"/>
                  </a:lnTo>
                  <a:lnTo>
                    <a:pt x="4297351" y="3223441"/>
                  </a:lnTo>
                  <a:lnTo>
                    <a:pt x="4225729" y="3204053"/>
                  </a:lnTo>
                  <a:lnTo>
                    <a:pt x="4154106" y="3183222"/>
                  </a:lnTo>
                  <a:lnTo>
                    <a:pt x="4082483" y="3160840"/>
                  </a:lnTo>
                  <a:lnTo>
                    <a:pt x="4010861" y="3136790"/>
                  </a:lnTo>
                  <a:lnTo>
                    <a:pt x="3939238" y="3110949"/>
                  </a:lnTo>
                  <a:lnTo>
                    <a:pt x="3867616" y="3083184"/>
                  </a:lnTo>
                  <a:lnTo>
                    <a:pt x="3795993" y="3053350"/>
                  </a:lnTo>
                  <a:lnTo>
                    <a:pt x="3724371" y="3021295"/>
                  </a:lnTo>
                  <a:lnTo>
                    <a:pt x="3652748" y="2986852"/>
                  </a:lnTo>
                  <a:lnTo>
                    <a:pt x="3581126" y="2949845"/>
                  </a:lnTo>
                  <a:lnTo>
                    <a:pt x="3509503" y="2910080"/>
                  </a:lnTo>
                  <a:lnTo>
                    <a:pt x="3437881" y="2867354"/>
                  </a:lnTo>
                  <a:lnTo>
                    <a:pt x="3366258" y="2821446"/>
                  </a:lnTo>
                  <a:lnTo>
                    <a:pt x="3294636" y="2772119"/>
                  </a:lnTo>
                  <a:lnTo>
                    <a:pt x="3223013" y="2719118"/>
                  </a:lnTo>
                  <a:lnTo>
                    <a:pt x="3151391" y="2662170"/>
                  </a:lnTo>
                  <a:lnTo>
                    <a:pt x="3079768" y="2664517"/>
                  </a:lnTo>
                  <a:lnTo>
                    <a:pt x="3008146" y="2676164"/>
                  </a:lnTo>
                  <a:lnTo>
                    <a:pt x="2936523" y="2687645"/>
                  </a:lnTo>
                  <a:lnTo>
                    <a:pt x="2864901" y="2698964"/>
                  </a:lnTo>
                  <a:lnTo>
                    <a:pt x="2793278" y="2710121"/>
                  </a:lnTo>
                  <a:lnTo>
                    <a:pt x="2721655" y="2721120"/>
                  </a:lnTo>
                  <a:lnTo>
                    <a:pt x="2650033" y="2731962"/>
                  </a:lnTo>
                  <a:lnTo>
                    <a:pt x="2578410" y="2742650"/>
                  </a:lnTo>
                  <a:lnTo>
                    <a:pt x="2506788" y="2753186"/>
                  </a:lnTo>
                  <a:lnTo>
                    <a:pt x="2435165" y="2763573"/>
                  </a:lnTo>
                  <a:lnTo>
                    <a:pt x="2363543" y="2773812"/>
                  </a:lnTo>
                  <a:lnTo>
                    <a:pt x="2291920" y="2783905"/>
                  </a:lnTo>
                  <a:lnTo>
                    <a:pt x="2220298" y="2793855"/>
                  </a:lnTo>
                  <a:lnTo>
                    <a:pt x="2148675" y="2803663"/>
                  </a:lnTo>
                  <a:lnTo>
                    <a:pt x="2077053" y="2813332"/>
                  </a:lnTo>
                  <a:lnTo>
                    <a:pt x="2005430" y="2822863"/>
                  </a:lnTo>
                  <a:lnTo>
                    <a:pt x="1933808" y="2832259"/>
                  </a:lnTo>
                  <a:lnTo>
                    <a:pt x="1862185" y="2841521"/>
                  </a:lnTo>
                  <a:lnTo>
                    <a:pt x="1790563" y="2850652"/>
                  </a:lnTo>
                  <a:lnTo>
                    <a:pt x="1718940" y="2859653"/>
                  </a:lnTo>
                  <a:lnTo>
                    <a:pt x="1647318" y="2868525"/>
                  </a:lnTo>
                  <a:lnTo>
                    <a:pt x="1575695" y="2877272"/>
                  </a:lnTo>
                  <a:lnTo>
                    <a:pt x="1504073" y="2885894"/>
                  </a:lnTo>
                  <a:lnTo>
                    <a:pt x="1432450" y="2894394"/>
                  </a:lnTo>
                  <a:lnTo>
                    <a:pt x="1360827" y="2902773"/>
                  </a:lnTo>
                  <a:lnTo>
                    <a:pt x="1289205" y="2911033"/>
                  </a:lnTo>
                  <a:lnTo>
                    <a:pt x="1217582" y="2919175"/>
                  </a:lnTo>
                  <a:lnTo>
                    <a:pt x="1145960" y="2927202"/>
                  </a:lnTo>
                  <a:lnTo>
                    <a:pt x="1074337" y="2935114"/>
                  </a:lnTo>
                  <a:lnTo>
                    <a:pt x="1002715" y="2942914"/>
                  </a:lnTo>
                  <a:lnTo>
                    <a:pt x="931092" y="2950603"/>
                  </a:lnTo>
                  <a:lnTo>
                    <a:pt x="859470" y="2958183"/>
                  </a:lnTo>
                  <a:lnTo>
                    <a:pt x="787847" y="2965655"/>
                  </a:lnTo>
                  <a:lnTo>
                    <a:pt x="716225" y="2973021"/>
                  </a:lnTo>
                  <a:lnTo>
                    <a:pt x="644602" y="2980282"/>
                  </a:lnTo>
                  <a:lnTo>
                    <a:pt x="572980" y="2987439"/>
                  </a:lnTo>
                  <a:lnTo>
                    <a:pt x="501357" y="2994496"/>
                  </a:lnTo>
                  <a:lnTo>
                    <a:pt x="429735" y="3001451"/>
                  </a:lnTo>
                  <a:lnTo>
                    <a:pt x="358112" y="3008308"/>
                  </a:lnTo>
                  <a:lnTo>
                    <a:pt x="286490" y="3015067"/>
                  </a:lnTo>
                  <a:lnTo>
                    <a:pt x="214867" y="3021731"/>
                  </a:lnTo>
                  <a:lnTo>
                    <a:pt x="143245" y="3028299"/>
                  </a:lnTo>
                  <a:lnTo>
                    <a:pt x="71622" y="3034774"/>
                  </a:lnTo>
                  <a:lnTo>
                    <a:pt x="0" y="30411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83335" y="2073503"/>
              <a:ext cx="5379344" cy="2652702"/>
            </a:xfrm>
            <a:custGeom>
              <a:avLst/>
              <a:pathLst>
                <a:path w="5379344" h="2652702">
                  <a:moveTo>
                    <a:pt x="0" y="0"/>
                  </a:moveTo>
                  <a:lnTo>
                    <a:pt x="7654" y="27511"/>
                  </a:lnTo>
                  <a:lnTo>
                    <a:pt x="79277" y="267084"/>
                  </a:lnTo>
                  <a:lnTo>
                    <a:pt x="150899" y="490050"/>
                  </a:lnTo>
                  <a:lnTo>
                    <a:pt x="222522" y="697561"/>
                  </a:lnTo>
                  <a:lnTo>
                    <a:pt x="294144" y="890688"/>
                  </a:lnTo>
                  <a:lnTo>
                    <a:pt x="365767" y="1070429"/>
                  </a:lnTo>
                  <a:lnTo>
                    <a:pt x="437389" y="1237710"/>
                  </a:lnTo>
                  <a:lnTo>
                    <a:pt x="509012" y="1393397"/>
                  </a:lnTo>
                  <a:lnTo>
                    <a:pt x="580634" y="1538291"/>
                  </a:lnTo>
                  <a:lnTo>
                    <a:pt x="652257" y="1673143"/>
                  </a:lnTo>
                  <a:lnTo>
                    <a:pt x="723880" y="1798646"/>
                  </a:lnTo>
                  <a:lnTo>
                    <a:pt x="795502" y="1915451"/>
                  </a:lnTo>
                  <a:lnTo>
                    <a:pt x="867125" y="2024159"/>
                  </a:lnTo>
                  <a:lnTo>
                    <a:pt x="938747" y="2125332"/>
                  </a:lnTo>
                  <a:lnTo>
                    <a:pt x="1010370" y="2219492"/>
                  </a:lnTo>
                  <a:lnTo>
                    <a:pt x="1081992" y="2307125"/>
                  </a:lnTo>
                  <a:lnTo>
                    <a:pt x="1153615" y="2388683"/>
                  </a:lnTo>
                  <a:lnTo>
                    <a:pt x="1225237" y="2464589"/>
                  </a:lnTo>
                  <a:lnTo>
                    <a:pt x="1296860" y="2535233"/>
                  </a:lnTo>
                  <a:lnTo>
                    <a:pt x="1368482" y="2600980"/>
                  </a:lnTo>
                  <a:lnTo>
                    <a:pt x="1440105" y="2652702"/>
                  </a:lnTo>
                  <a:lnTo>
                    <a:pt x="1511727" y="2640716"/>
                  </a:lnTo>
                  <a:lnTo>
                    <a:pt x="1583350" y="2628558"/>
                  </a:lnTo>
                  <a:lnTo>
                    <a:pt x="1654972" y="2616224"/>
                  </a:lnTo>
                  <a:lnTo>
                    <a:pt x="1726595" y="2603713"/>
                  </a:lnTo>
                  <a:lnTo>
                    <a:pt x="1798217" y="2591021"/>
                  </a:lnTo>
                  <a:lnTo>
                    <a:pt x="1869840" y="2578146"/>
                  </a:lnTo>
                  <a:lnTo>
                    <a:pt x="1941462" y="2565085"/>
                  </a:lnTo>
                  <a:lnTo>
                    <a:pt x="2013085" y="2551836"/>
                  </a:lnTo>
                  <a:lnTo>
                    <a:pt x="2084708" y="2538396"/>
                  </a:lnTo>
                  <a:lnTo>
                    <a:pt x="2156330" y="2524762"/>
                  </a:lnTo>
                  <a:lnTo>
                    <a:pt x="2227953" y="2510931"/>
                  </a:lnTo>
                  <a:lnTo>
                    <a:pt x="2299575" y="2496901"/>
                  </a:lnTo>
                  <a:lnTo>
                    <a:pt x="2371198" y="2482669"/>
                  </a:lnTo>
                  <a:lnTo>
                    <a:pt x="2442820" y="2468231"/>
                  </a:lnTo>
                  <a:lnTo>
                    <a:pt x="2514443" y="2453585"/>
                  </a:lnTo>
                  <a:lnTo>
                    <a:pt x="2586065" y="2438728"/>
                  </a:lnTo>
                  <a:lnTo>
                    <a:pt x="2657688" y="2423657"/>
                  </a:lnTo>
                  <a:lnTo>
                    <a:pt x="2729310" y="2408368"/>
                  </a:lnTo>
                  <a:lnTo>
                    <a:pt x="2800933" y="2392858"/>
                  </a:lnTo>
                  <a:lnTo>
                    <a:pt x="2872555" y="2377126"/>
                  </a:lnTo>
                  <a:lnTo>
                    <a:pt x="2944178" y="2361166"/>
                  </a:lnTo>
                  <a:lnTo>
                    <a:pt x="3015800" y="2344976"/>
                  </a:lnTo>
                  <a:lnTo>
                    <a:pt x="3087423" y="2328552"/>
                  </a:lnTo>
                  <a:lnTo>
                    <a:pt x="3159045" y="2311892"/>
                  </a:lnTo>
                  <a:lnTo>
                    <a:pt x="3230668" y="2294991"/>
                  </a:lnTo>
                  <a:lnTo>
                    <a:pt x="3302290" y="2277847"/>
                  </a:lnTo>
                  <a:lnTo>
                    <a:pt x="3373913" y="2260455"/>
                  </a:lnTo>
                  <a:lnTo>
                    <a:pt x="3445536" y="2242812"/>
                  </a:lnTo>
                  <a:lnTo>
                    <a:pt x="3517158" y="2224916"/>
                  </a:lnTo>
                  <a:lnTo>
                    <a:pt x="3588781" y="2206760"/>
                  </a:lnTo>
                  <a:lnTo>
                    <a:pt x="3660403" y="2188344"/>
                  </a:lnTo>
                  <a:lnTo>
                    <a:pt x="3732026" y="2169661"/>
                  </a:lnTo>
                  <a:lnTo>
                    <a:pt x="3803648" y="2150709"/>
                  </a:lnTo>
                  <a:lnTo>
                    <a:pt x="3875271" y="2131484"/>
                  </a:lnTo>
                  <a:lnTo>
                    <a:pt x="3946893" y="2111981"/>
                  </a:lnTo>
                  <a:lnTo>
                    <a:pt x="4018516" y="2092198"/>
                  </a:lnTo>
                  <a:lnTo>
                    <a:pt x="4090138" y="2072128"/>
                  </a:lnTo>
                  <a:lnTo>
                    <a:pt x="4161761" y="2051770"/>
                  </a:lnTo>
                  <a:lnTo>
                    <a:pt x="4233383" y="2031118"/>
                  </a:lnTo>
                  <a:lnTo>
                    <a:pt x="4305006" y="2010168"/>
                  </a:lnTo>
                  <a:lnTo>
                    <a:pt x="4376628" y="1988915"/>
                  </a:lnTo>
                  <a:lnTo>
                    <a:pt x="4448251" y="1967357"/>
                  </a:lnTo>
                  <a:lnTo>
                    <a:pt x="4519873" y="1945487"/>
                  </a:lnTo>
                  <a:lnTo>
                    <a:pt x="4591496" y="1923302"/>
                  </a:lnTo>
                  <a:lnTo>
                    <a:pt x="4663118" y="1900797"/>
                  </a:lnTo>
                  <a:lnTo>
                    <a:pt x="4734741" y="1877968"/>
                  </a:lnTo>
                  <a:lnTo>
                    <a:pt x="4806363" y="1854809"/>
                  </a:lnTo>
                  <a:lnTo>
                    <a:pt x="4877986" y="1831316"/>
                  </a:lnTo>
                  <a:lnTo>
                    <a:pt x="4949609" y="1807485"/>
                  </a:lnTo>
                  <a:lnTo>
                    <a:pt x="5021231" y="1783309"/>
                  </a:lnTo>
                  <a:lnTo>
                    <a:pt x="5092854" y="1758785"/>
                  </a:lnTo>
                  <a:lnTo>
                    <a:pt x="5164476" y="1733908"/>
                  </a:lnTo>
                  <a:lnTo>
                    <a:pt x="5236099" y="1708671"/>
                  </a:lnTo>
                  <a:lnTo>
                    <a:pt x="5307721" y="1683071"/>
                  </a:lnTo>
                  <a:lnTo>
                    <a:pt x="5379344" y="1657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5673"/>
              <a:ext cx="7090630" cy="805772"/>
            </a:xfrm>
            <a:custGeom>
              <a:avLst/>
              <a:pathLst>
                <a:path w="7090630" h="805772">
                  <a:moveTo>
                    <a:pt x="7090630" y="805772"/>
                  </a:moveTo>
                  <a:lnTo>
                    <a:pt x="7019007" y="804595"/>
                  </a:lnTo>
                  <a:lnTo>
                    <a:pt x="6947385" y="803330"/>
                  </a:lnTo>
                  <a:lnTo>
                    <a:pt x="6875762" y="801971"/>
                  </a:lnTo>
                  <a:lnTo>
                    <a:pt x="6804139" y="800511"/>
                  </a:lnTo>
                  <a:lnTo>
                    <a:pt x="6732517" y="798942"/>
                  </a:lnTo>
                  <a:lnTo>
                    <a:pt x="6660894" y="797256"/>
                  </a:lnTo>
                  <a:lnTo>
                    <a:pt x="6589272" y="795445"/>
                  </a:lnTo>
                  <a:lnTo>
                    <a:pt x="6517649" y="793499"/>
                  </a:lnTo>
                  <a:lnTo>
                    <a:pt x="6446027" y="791408"/>
                  </a:lnTo>
                  <a:lnTo>
                    <a:pt x="6374404" y="789161"/>
                  </a:lnTo>
                  <a:lnTo>
                    <a:pt x="6302782" y="786747"/>
                  </a:lnTo>
                  <a:lnTo>
                    <a:pt x="6231159" y="784153"/>
                  </a:lnTo>
                  <a:lnTo>
                    <a:pt x="6159537" y="781365"/>
                  </a:lnTo>
                  <a:lnTo>
                    <a:pt x="6087914" y="778370"/>
                  </a:lnTo>
                  <a:lnTo>
                    <a:pt x="6016292" y="775153"/>
                  </a:lnTo>
                  <a:lnTo>
                    <a:pt x="5944669" y="771695"/>
                  </a:lnTo>
                  <a:lnTo>
                    <a:pt x="5873047" y="767980"/>
                  </a:lnTo>
                  <a:lnTo>
                    <a:pt x="5801424" y="763988"/>
                  </a:lnTo>
                  <a:lnTo>
                    <a:pt x="5729802" y="759699"/>
                  </a:lnTo>
                  <a:lnTo>
                    <a:pt x="5658179" y="755091"/>
                  </a:lnTo>
                  <a:lnTo>
                    <a:pt x="5586557" y="750139"/>
                  </a:lnTo>
                  <a:lnTo>
                    <a:pt x="5514934" y="744818"/>
                  </a:lnTo>
                  <a:lnTo>
                    <a:pt x="5443311" y="739102"/>
                  </a:lnTo>
                  <a:lnTo>
                    <a:pt x="5371689" y="732959"/>
                  </a:lnTo>
                  <a:lnTo>
                    <a:pt x="5300066" y="726359"/>
                  </a:lnTo>
                  <a:lnTo>
                    <a:pt x="5228444" y="719267"/>
                  </a:lnTo>
                  <a:lnTo>
                    <a:pt x="5156821" y="711647"/>
                  </a:lnTo>
                  <a:lnTo>
                    <a:pt x="5085199" y="703460"/>
                  </a:lnTo>
                  <a:lnTo>
                    <a:pt x="5013576" y="694663"/>
                  </a:lnTo>
                  <a:lnTo>
                    <a:pt x="4941954" y="685211"/>
                  </a:lnTo>
                  <a:lnTo>
                    <a:pt x="4870331" y="675054"/>
                  </a:lnTo>
                  <a:lnTo>
                    <a:pt x="4798709" y="664142"/>
                  </a:lnTo>
                  <a:lnTo>
                    <a:pt x="4727086" y="652416"/>
                  </a:lnTo>
                  <a:lnTo>
                    <a:pt x="4655464" y="639817"/>
                  </a:lnTo>
                  <a:lnTo>
                    <a:pt x="4583841" y="626280"/>
                  </a:lnTo>
                  <a:lnTo>
                    <a:pt x="4512219" y="611735"/>
                  </a:lnTo>
                  <a:lnTo>
                    <a:pt x="4440596" y="596106"/>
                  </a:lnTo>
                  <a:lnTo>
                    <a:pt x="4368974" y="579314"/>
                  </a:lnTo>
                  <a:lnTo>
                    <a:pt x="4297351" y="561270"/>
                  </a:lnTo>
                  <a:lnTo>
                    <a:pt x="4225729" y="541883"/>
                  </a:lnTo>
                  <a:lnTo>
                    <a:pt x="4154106" y="521052"/>
                  </a:lnTo>
                  <a:lnTo>
                    <a:pt x="4082483" y="498669"/>
                  </a:lnTo>
                  <a:lnTo>
                    <a:pt x="4010861" y="474620"/>
                  </a:lnTo>
                  <a:lnTo>
                    <a:pt x="3939238" y="448779"/>
                  </a:lnTo>
                  <a:lnTo>
                    <a:pt x="3867616" y="421013"/>
                  </a:lnTo>
                  <a:lnTo>
                    <a:pt x="3795993" y="391180"/>
                  </a:lnTo>
                  <a:lnTo>
                    <a:pt x="3724371" y="359125"/>
                  </a:lnTo>
                  <a:lnTo>
                    <a:pt x="3652748" y="324682"/>
                  </a:lnTo>
                  <a:lnTo>
                    <a:pt x="3581126" y="287674"/>
                  </a:lnTo>
                  <a:lnTo>
                    <a:pt x="3509503" y="247910"/>
                  </a:lnTo>
                  <a:lnTo>
                    <a:pt x="3437881" y="205184"/>
                  </a:lnTo>
                  <a:lnTo>
                    <a:pt x="3366258" y="159276"/>
                  </a:lnTo>
                  <a:lnTo>
                    <a:pt x="3294636" y="109949"/>
                  </a:lnTo>
                  <a:lnTo>
                    <a:pt x="3223013" y="56948"/>
                  </a:lnTo>
                  <a:lnTo>
                    <a:pt x="3151391" y="0"/>
                  </a:lnTo>
                  <a:lnTo>
                    <a:pt x="3079768" y="2346"/>
                  </a:lnTo>
                  <a:lnTo>
                    <a:pt x="3008146" y="13993"/>
                  </a:lnTo>
                  <a:lnTo>
                    <a:pt x="2936523" y="25475"/>
                  </a:lnTo>
                  <a:lnTo>
                    <a:pt x="2864901" y="36793"/>
                  </a:lnTo>
                  <a:lnTo>
                    <a:pt x="2793278" y="47951"/>
                  </a:lnTo>
                  <a:lnTo>
                    <a:pt x="2721655" y="58949"/>
                  </a:lnTo>
                  <a:lnTo>
                    <a:pt x="2650033" y="69792"/>
                  </a:lnTo>
                  <a:lnTo>
                    <a:pt x="2578410" y="80480"/>
                  </a:lnTo>
                  <a:lnTo>
                    <a:pt x="2506788" y="91016"/>
                  </a:lnTo>
                  <a:lnTo>
                    <a:pt x="2435165" y="101403"/>
                  </a:lnTo>
                  <a:lnTo>
                    <a:pt x="2363543" y="111641"/>
                  </a:lnTo>
                  <a:lnTo>
                    <a:pt x="2291920" y="121735"/>
                  </a:lnTo>
                  <a:lnTo>
                    <a:pt x="2220298" y="131684"/>
                  </a:lnTo>
                  <a:lnTo>
                    <a:pt x="2148675" y="141493"/>
                  </a:lnTo>
                  <a:lnTo>
                    <a:pt x="2077053" y="151161"/>
                  </a:lnTo>
                  <a:lnTo>
                    <a:pt x="2005430" y="160693"/>
                  </a:lnTo>
                  <a:lnTo>
                    <a:pt x="1933808" y="170089"/>
                  </a:lnTo>
                  <a:lnTo>
                    <a:pt x="1862185" y="179351"/>
                  </a:lnTo>
                  <a:lnTo>
                    <a:pt x="1790563" y="188481"/>
                  </a:lnTo>
                  <a:lnTo>
                    <a:pt x="1718940" y="197482"/>
                  </a:lnTo>
                  <a:lnTo>
                    <a:pt x="1647318" y="206355"/>
                  </a:lnTo>
                  <a:lnTo>
                    <a:pt x="1575695" y="215102"/>
                  </a:lnTo>
                  <a:lnTo>
                    <a:pt x="1504073" y="223724"/>
                  </a:lnTo>
                  <a:lnTo>
                    <a:pt x="1432450" y="232224"/>
                  </a:lnTo>
                  <a:lnTo>
                    <a:pt x="1360827" y="240603"/>
                  </a:lnTo>
                  <a:lnTo>
                    <a:pt x="1289205" y="248862"/>
                  </a:lnTo>
                  <a:lnTo>
                    <a:pt x="1217582" y="257005"/>
                  </a:lnTo>
                  <a:lnTo>
                    <a:pt x="1145960" y="265031"/>
                  </a:lnTo>
                  <a:lnTo>
                    <a:pt x="1074337" y="272944"/>
                  </a:lnTo>
                  <a:lnTo>
                    <a:pt x="1002715" y="280744"/>
                  </a:lnTo>
                  <a:lnTo>
                    <a:pt x="931092" y="288433"/>
                  </a:lnTo>
                  <a:lnTo>
                    <a:pt x="859470" y="296013"/>
                  </a:lnTo>
                  <a:lnTo>
                    <a:pt x="787847" y="303485"/>
                  </a:lnTo>
                  <a:lnTo>
                    <a:pt x="716225" y="310850"/>
                  </a:lnTo>
                  <a:lnTo>
                    <a:pt x="644602" y="318111"/>
                  </a:lnTo>
                  <a:lnTo>
                    <a:pt x="572980" y="325269"/>
                  </a:lnTo>
                  <a:lnTo>
                    <a:pt x="501357" y="332325"/>
                  </a:lnTo>
                  <a:lnTo>
                    <a:pt x="429735" y="339281"/>
                  </a:lnTo>
                  <a:lnTo>
                    <a:pt x="358112" y="346138"/>
                  </a:lnTo>
                  <a:lnTo>
                    <a:pt x="286490" y="352897"/>
                  </a:lnTo>
                  <a:lnTo>
                    <a:pt x="214867" y="359560"/>
                  </a:lnTo>
                  <a:lnTo>
                    <a:pt x="143245" y="366129"/>
                  </a:lnTo>
                  <a:lnTo>
                    <a:pt x="71622" y="372604"/>
                  </a:lnTo>
                  <a:lnTo>
                    <a:pt x="0" y="3789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28548"/>
              <a:ext cx="7090630" cy="2758793"/>
            </a:xfrm>
            <a:custGeom>
              <a:avLst/>
              <a:pathLst>
                <a:path w="7090630" h="2758793">
                  <a:moveTo>
                    <a:pt x="0" y="0"/>
                  </a:moveTo>
                  <a:lnTo>
                    <a:pt x="71622" y="83024"/>
                  </a:lnTo>
                  <a:lnTo>
                    <a:pt x="143245" y="163695"/>
                  </a:lnTo>
                  <a:lnTo>
                    <a:pt x="214867" y="242079"/>
                  </a:lnTo>
                  <a:lnTo>
                    <a:pt x="286490" y="318241"/>
                  </a:lnTo>
                  <a:lnTo>
                    <a:pt x="358112" y="392244"/>
                  </a:lnTo>
                  <a:lnTo>
                    <a:pt x="429735" y="464149"/>
                  </a:lnTo>
                  <a:lnTo>
                    <a:pt x="501357" y="534016"/>
                  </a:lnTo>
                  <a:lnTo>
                    <a:pt x="572980" y="601902"/>
                  </a:lnTo>
                  <a:lnTo>
                    <a:pt x="644602" y="667863"/>
                  </a:lnTo>
                  <a:lnTo>
                    <a:pt x="716225" y="731955"/>
                  </a:lnTo>
                  <a:lnTo>
                    <a:pt x="787847" y="794229"/>
                  </a:lnTo>
                  <a:lnTo>
                    <a:pt x="859470" y="854739"/>
                  </a:lnTo>
                  <a:lnTo>
                    <a:pt x="931092" y="913532"/>
                  </a:lnTo>
                  <a:lnTo>
                    <a:pt x="1002715" y="970660"/>
                  </a:lnTo>
                  <a:lnTo>
                    <a:pt x="1074337" y="1026167"/>
                  </a:lnTo>
                  <a:lnTo>
                    <a:pt x="1145960" y="1080102"/>
                  </a:lnTo>
                  <a:lnTo>
                    <a:pt x="1217582" y="1132507"/>
                  </a:lnTo>
                  <a:lnTo>
                    <a:pt x="1289205" y="1183426"/>
                  </a:lnTo>
                  <a:lnTo>
                    <a:pt x="1360827" y="1232902"/>
                  </a:lnTo>
                  <a:lnTo>
                    <a:pt x="1432450" y="1280976"/>
                  </a:lnTo>
                  <a:lnTo>
                    <a:pt x="1504073" y="1327687"/>
                  </a:lnTo>
                  <a:lnTo>
                    <a:pt x="1575695" y="1373073"/>
                  </a:lnTo>
                  <a:lnTo>
                    <a:pt x="1647318" y="1417173"/>
                  </a:lnTo>
                  <a:lnTo>
                    <a:pt x="1718940" y="1460023"/>
                  </a:lnTo>
                  <a:lnTo>
                    <a:pt x="1790563" y="1501658"/>
                  </a:lnTo>
                  <a:lnTo>
                    <a:pt x="1862185" y="1542112"/>
                  </a:lnTo>
                  <a:lnTo>
                    <a:pt x="1933808" y="1581420"/>
                  </a:lnTo>
                  <a:lnTo>
                    <a:pt x="2005430" y="1619614"/>
                  </a:lnTo>
                  <a:lnTo>
                    <a:pt x="2077053" y="1656725"/>
                  </a:lnTo>
                  <a:lnTo>
                    <a:pt x="2148675" y="1692783"/>
                  </a:lnTo>
                  <a:lnTo>
                    <a:pt x="2220298" y="1727820"/>
                  </a:lnTo>
                  <a:lnTo>
                    <a:pt x="2291920" y="1761863"/>
                  </a:lnTo>
                  <a:lnTo>
                    <a:pt x="2363543" y="1794941"/>
                  </a:lnTo>
                  <a:lnTo>
                    <a:pt x="2435165" y="1827082"/>
                  </a:lnTo>
                  <a:lnTo>
                    <a:pt x="2506788" y="1858311"/>
                  </a:lnTo>
                  <a:lnTo>
                    <a:pt x="2578410" y="1888655"/>
                  </a:lnTo>
                  <a:lnTo>
                    <a:pt x="2650033" y="1918139"/>
                  </a:lnTo>
                  <a:lnTo>
                    <a:pt x="2721655" y="1946787"/>
                  </a:lnTo>
                  <a:lnTo>
                    <a:pt x="2793278" y="1974623"/>
                  </a:lnTo>
                  <a:lnTo>
                    <a:pt x="2864901" y="2001670"/>
                  </a:lnTo>
                  <a:lnTo>
                    <a:pt x="2936523" y="2027950"/>
                  </a:lnTo>
                  <a:lnTo>
                    <a:pt x="3008146" y="2053485"/>
                  </a:lnTo>
                  <a:lnTo>
                    <a:pt x="3079768" y="2078296"/>
                  </a:lnTo>
                  <a:lnTo>
                    <a:pt x="3151391" y="2102404"/>
                  </a:lnTo>
                  <a:lnTo>
                    <a:pt x="3223013" y="2125828"/>
                  </a:lnTo>
                  <a:lnTo>
                    <a:pt x="3294636" y="2148588"/>
                  </a:lnTo>
                  <a:lnTo>
                    <a:pt x="3366258" y="2170704"/>
                  </a:lnTo>
                  <a:lnTo>
                    <a:pt x="3437881" y="2192192"/>
                  </a:lnTo>
                  <a:lnTo>
                    <a:pt x="3509503" y="2213071"/>
                  </a:lnTo>
                  <a:lnTo>
                    <a:pt x="3581126" y="2233358"/>
                  </a:lnTo>
                  <a:lnTo>
                    <a:pt x="3652748" y="2253070"/>
                  </a:lnTo>
                  <a:lnTo>
                    <a:pt x="3724371" y="2272223"/>
                  </a:lnTo>
                  <a:lnTo>
                    <a:pt x="3795993" y="2290833"/>
                  </a:lnTo>
                  <a:lnTo>
                    <a:pt x="3867616" y="2308916"/>
                  </a:lnTo>
                  <a:lnTo>
                    <a:pt x="3939238" y="2326486"/>
                  </a:lnTo>
                  <a:lnTo>
                    <a:pt x="4010861" y="2343558"/>
                  </a:lnTo>
                  <a:lnTo>
                    <a:pt x="4082483" y="2360146"/>
                  </a:lnTo>
                  <a:lnTo>
                    <a:pt x="4154106" y="2376264"/>
                  </a:lnTo>
                  <a:lnTo>
                    <a:pt x="4225729" y="2391924"/>
                  </a:lnTo>
                  <a:lnTo>
                    <a:pt x="4297351" y="2407141"/>
                  </a:lnTo>
                  <a:lnTo>
                    <a:pt x="4368974" y="2421927"/>
                  </a:lnTo>
                  <a:lnTo>
                    <a:pt x="4440596" y="2436293"/>
                  </a:lnTo>
                  <a:lnTo>
                    <a:pt x="4512219" y="2450252"/>
                  </a:lnTo>
                  <a:lnTo>
                    <a:pt x="4583841" y="2463815"/>
                  </a:lnTo>
                  <a:lnTo>
                    <a:pt x="4655464" y="2476994"/>
                  </a:lnTo>
                  <a:lnTo>
                    <a:pt x="4727086" y="2489800"/>
                  </a:lnTo>
                  <a:lnTo>
                    <a:pt x="4798709" y="2502242"/>
                  </a:lnTo>
                  <a:lnTo>
                    <a:pt x="4870331" y="2514331"/>
                  </a:lnTo>
                  <a:lnTo>
                    <a:pt x="4941954" y="2526078"/>
                  </a:lnTo>
                  <a:lnTo>
                    <a:pt x="5013576" y="2537492"/>
                  </a:lnTo>
                  <a:lnTo>
                    <a:pt x="5085199" y="2548582"/>
                  </a:lnTo>
                  <a:lnTo>
                    <a:pt x="5156821" y="2559358"/>
                  </a:lnTo>
                  <a:lnTo>
                    <a:pt x="5228444" y="2569828"/>
                  </a:lnTo>
                  <a:lnTo>
                    <a:pt x="5300066" y="2580002"/>
                  </a:lnTo>
                  <a:lnTo>
                    <a:pt x="5371689" y="2589887"/>
                  </a:lnTo>
                  <a:lnTo>
                    <a:pt x="5443311" y="2599492"/>
                  </a:lnTo>
                  <a:lnTo>
                    <a:pt x="5514934" y="2608825"/>
                  </a:lnTo>
                  <a:lnTo>
                    <a:pt x="5586557" y="2617893"/>
                  </a:lnTo>
                  <a:lnTo>
                    <a:pt x="5658179" y="2626704"/>
                  </a:lnTo>
                  <a:lnTo>
                    <a:pt x="5729802" y="2635265"/>
                  </a:lnTo>
                  <a:lnTo>
                    <a:pt x="5801424" y="2643583"/>
                  </a:lnTo>
                  <a:lnTo>
                    <a:pt x="5873047" y="2651666"/>
                  </a:lnTo>
                  <a:lnTo>
                    <a:pt x="5944669" y="2659519"/>
                  </a:lnTo>
                  <a:lnTo>
                    <a:pt x="6016292" y="2667150"/>
                  </a:lnTo>
                  <a:lnTo>
                    <a:pt x="6087914" y="2674565"/>
                  </a:lnTo>
                  <a:lnTo>
                    <a:pt x="6159537" y="2681769"/>
                  </a:lnTo>
                  <a:lnTo>
                    <a:pt x="6231159" y="2688770"/>
                  </a:lnTo>
                  <a:lnTo>
                    <a:pt x="6302782" y="2695571"/>
                  </a:lnTo>
                  <a:lnTo>
                    <a:pt x="6374404" y="2702180"/>
                  </a:lnTo>
                  <a:lnTo>
                    <a:pt x="6446027" y="2708602"/>
                  </a:lnTo>
                  <a:lnTo>
                    <a:pt x="6517649" y="2714841"/>
                  </a:lnTo>
                  <a:lnTo>
                    <a:pt x="6589272" y="2720904"/>
                  </a:lnTo>
                  <a:lnTo>
                    <a:pt x="6660894" y="2726795"/>
                  </a:lnTo>
                  <a:lnTo>
                    <a:pt x="6732517" y="2732518"/>
                  </a:lnTo>
                  <a:lnTo>
                    <a:pt x="6804139" y="2738080"/>
                  </a:lnTo>
                  <a:lnTo>
                    <a:pt x="6875762" y="2743484"/>
                  </a:lnTo>
                  <a:lnTo>
                    <a:pt x="6947385" y="2748734"/>
                  </a:lnTo>
                  <a:lnTo>
                    <a:pt x="7019007" y="2753836"/>
                  </a:lnTo>
                  <a:lnTo>
                    <a:pt x="7090630" y="27587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1.46 (0.83-2.56), p = 0.191  |  per IQR decline (Δ = 25.8 %): 2.64 (0.62-11.28)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2026-10-09T13:14:14Z</dcterms:modified>
  <cp:category/>
</cp:coreProperties>
</file>