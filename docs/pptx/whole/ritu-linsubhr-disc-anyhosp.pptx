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30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7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7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66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168426"/>
            </a:xfrm>
            <a:custGeom>
              <a:avLst/>
              <a:pathLst>
                <a:path w="7090630" h="3168426">
                  <a:moveTo>
                    <a:pt x="957075" y="0"/>
                  </a:moveTo>
                  <a:lnTo>
                    <a:pt x="1002715" y="62027"/>
                  </a:lnTo>
                  <a:lnTo>
                    <a:pt x="1074337" y="156675"/>
                  </a:lnTo>
                  <a:lnTo>
                    <a:pt x="1145960" y="248705"/>
                  </a:lnTo>
                  <a:lnTo>
                    <a:pt x="1217582" y="338189"/>
                  </a:lnTo>
                  <a:lnTo>
                    <a:pt x="1289205" y="425198"/>
                  </a:lnTo>
                  <a:lnTo>
                    <a:pt x="1360827" y="509801"/>
                  </a:lnTo>
                  <a:lnTo>
                    <a:pt x="1432450" y="592063"/>
                  </a:lnTo>
                  <a:lnTo>
                    <a:pt x="1504073" y="672049"/>
                  </a:lnTo>
                  <a:lnTo>
                    <a:pt x="1575695" y="749824"/>
                  </a:lnTo>
                  <a:lnTo>
                    <a:pt x="1647318" y="825446"/>
                  </a:lnTo>
                  <a:lnTo>
                    <a:pt x="1718940" y="898977"/>
                  </a:lnTo>
                  <a:lnTo>
                    <a:pt x="1790563" y="970475"/>
                  </a:lnTo>
                  <a:lnTo>
                    <a:pt x="1862185" y="1039994"/>
                  </a:lnTo>
                  <a:lnTo>
                    <a:pt x="1933808" y="1107590"/>
                  </a:lnTo>
                  <a:lnTo>
                    <a:pt x="2005430" y="1173317"/>
                  </a:lnTo>
                  <a:lnTo>
                    <a:pt x="2077053" y="1237226"/>
                  </a:lnTo>
                  <a:lnTo>
                    <a:pt x="2148675" y="1299367"/>
                  </a:lnTo>
                  <a:lnTo>
                    <a:pt x="2220298" y="1359789"/>
                  </a:lnTo>
                  <a:lnTo>
                    <a:pt x="2291920" y="1418539"/>
                  </a:lnTo>
                  <a:lnTo>
                    <a:pt x="2363543" y="1475665"/>
                  </a:lnTo>
                  <a:lnTo>
                    <a:pt x="2435165" y="1531210"/>
                  </a:lnTo>
                  <a:lnTo>
                    <a:pt x="2506788" y="1585219"/>
                  </a:lnTo>
                  <a:lnTo>
                    <a:pt x="2578410" y="1637734"/>
                  </a:lnTo>
                  <a:lnTo>
                    <a:pt x="2650033" y="1688797"/>
                  </a:lnTo>
                  <a:lnTo>
                    <a:pt x="2721655" y="1738447"/>
                  </a:lnTo>
                  <a:lnTo>
                    <a:pt x="2793278" y="1786723"/>
                  </a:lnTo>
                  <a:lnTo>
                    <a:pt x="2864901" y="1833664"/>
                  </a:lnTo>
                  <a:lnTo>
                    <a:pt x="2936523" y="1879307"/>
                  </a:lnTo>
                  <a:lnTo>
                    <a:pt x="3008146" y="1923688"/>
                  </a:lnTo>
                  <a:lnTo>
                    <a:pt x="3079768" y="1966840"/>
                  </a:lnTo>
                  <a:lnTo>
                    <a:pt x="3151391" y="2008799"/>
                  </a:lnTo>
                  <a:lnTo>
                    <a:pt x="3223013" y="2049598"/>
                  </a:lnTo>
                  <a:lnTo>
                    <a:pt x="3294636" y="2089268"/>
                  </a:lnTo>
                  <a:lnTo>
                    <a:pt x="3366258" y="2127840"/>
                  </a:lnTo>
                  <a:lnTo>
                    <a:pt x="3437881" y="2165346"/>
                  </a:lnTo>
                  <a:lnTo>
                    <a:pt x="3509503" y="2201814"/>
                  </a:lnTo>
                  <a:lnTo>
                    <a:pt x="3581126" y="2237273"/>
                  </a:lnTo>
                  <a:lnTo>
                    <a:pt x="3652748" y="2271752"/>
                  </a:lnTo>
                  <a:lnTo>
                    <a:pt x="3724371" y="2305277"/>
                  </a:lnTo>
                  <a:lnTo>
                    <a:pt x="3795993" y="2337874"/>
                  </a:lnTo>
                  <a:lnTo>
                    <a:pt x="3867616" y="2369570"/>
                  </a:lnTo>
                  <a:lnTo>
                    <a:pt x="3939238" y="2400389"/>
                  </a:lnTo>
                  <a:lnTo>
                    <a:pt x="4010861" y="2430356"/>
                  </a:lnTo>
                  <a:lnTo>
                    <a:pt x="4082483" y="2459494"/>
                  </a:lnTo>
                  <a:lnTo>
                    <a:pt x="4154106" y="2487826"/>
                  </a:lnTo>
                  <a:lnTo>
                    <a:pt x="4225729" y="2515374"/>
                  </a:lnTo>
                  <a:lnTo>
                    <a:pt x="4297351" y="2542160"/>
                  </a:lnTo>
                  <a:lnTo>
                    <a:pt x="4368974" y="2568205"/>
                  </a:lnTo>
                  <a:lnTo>
                    <a:pt x="4440596" y="2593530"/>
                  </a:lnTo>
                  <a:lnTo>
                    <a:pt x="4512219" y="2618154"/>
                  </a:lnTo>
                  <a:lnTo>
                    <a:pt x="4583841" y="2642097"/>
                  </a:lnTo>
                  <a:lnTo>
                    <a:pt x="4655464" y="2654882"/>
                  </a:lnTo>
                  <a:lnTo>
                    <a:pt x="4727086" y="2656128"/>
                  </a:lnTo>
                  <a:lnTo>
                    <a:pt x="4798709" y="2657372"/>
                  </a:lnTo>
                  <a:lnTo>
                    <a:pt x="4870331" y="2658614"/>
                  </a:lnTo>
                  <a:lnTo>
                    <a:pt x="4941954" y="2659854"/>
                  </a:lnTo>
                  <a:lnTo>
                    <a:pt x="5013576" y="2661092"/>
                  </a:lnTo>
                  <a:lnTo>
                    <a:pt x="5085199" y="2662329"/>
                  </a:lnTo>
                  <a:lnTo>
                    <a:pt x="5156821" y="2663564"/>
                  </a:lnTo>
                  <a:lnTo>
                    <a:pt x="5228444" y="2664797"/>
                  </a:lnTo>
                  <a:lnTo>
                    <a:pt x="5300066" y="2666028"/>
                  </a:lnTo>
                  <a:lnTo>
                    <a:pt x="5371689" y="2667257"/>
                  </a:lnTo>
                  <a:lnTo>
                    <a:pt x="5443311" y="2668484"/>
                  </a:lnTo>
                  <a:lnTo>
                    <a:pt x="5514934" y="2669709"/>
                  </a:lnTo>
                  <a:lnTo>
                    <a:pt x="5586557" y="2670933"/>
                  </a:lnTo>
                  <a:lnTo>
                    <a:pt x="5658179" y="2672155"/>
                  </a:lnTo>
                  <a:lnTo>
                    <a:pt x="5729802" y="2673375"/>
                  </a:lnTo>
                  <a:lnTo>
                    <a:pt x="5801424" y="2674593"/>
                  </a:lnTo>
                  <a:lnTo>
                    <a:pt x="5873047" y="2675809"/>
                  </a:lnTo>
                  <a:lnTo>
                    <a:pt x="5944669" y="2677024"/>
                  </a:lnTo>
                  <a:lnTo>
                    <a:pt x="6016292" y="2678236"/>
                  </a:lnTo>
                  <a:lnTo>
                    <a:pt x="6087914" y="2679447"/>
                  </a:lnTo>
                  <a:lnTo>
                    <a:pt x="6159537" y="2680656"/>
                  </a:lnTo>
                  <a:lnTo>
                    <a:pt x="6231159" y="2681863"/>
                  </a:lnTo>
                  <a:lnTo>
                    <a:pt x="6302782" y="2683068"/>
                  </a:lnTo>
                  <a:lnTo>
                    <a:pt x="6374404" y="2684272"/>
                  </a:lnTo>
                  <a:lnTo>
                    <a:pt x="6446027" y="2685474"/>
                  </a:lnTo>
                  <a:lnTo>
                    <a:pt x="6517649" y="2686674"/>
                  </a:lnTo>
                  <a:lnTo>
                    <a:pt x="6589272" y="2687872"/>
                  </a:lnTo>
                  <a:lnTo>
                    <a:pt x="6660894" y="2689068"/>
                  </a:lnTo>
                  <a:lnTo>
                    <a:pt x="6732517" y="2690263"/>
                  </a:lnTo>
                  <a:lnTo>
                    <a:pt x="6804139" y="2691455"/>
                  </a:lnTo>
                  <a:lnTo>
                    <a:pt x="6875762" y="2692646"/>
                  </a:lnTo>
                  <a:lnTo>
                    <a:pt x="6947385" y="2693835"/>
                  </a:lnTo>
                  <a:lnTo>
                    <a:pt x="7019007" y="2695023"/>
                  </a:lnTo>
                  <a:lnTo>
                    <a:pt x="7090630" y="2696208"/>
                  </a:lnTo>
                  <a:lnTo>
                    <a:pt x="7090630" y="3168426"/>
                  </a:lnTo>
                  <a:lnTo>
                    <a:pt x="7019007" y="3159456"/>
                  </a:lnTo>
                  <a:lnTo>
                    <a:pt x="6947385" y="3150231"/>
                  </a:lnTo>
                  <a:lnTo>
                    <a:pt x="6875762" y="3140743"/>
                  </a:lnTo>
                  <a:lnTo>
                    <a:pt x="6804139" y="3130985"/>
                  </a:lnTo>
                  <a:lnTo>
                    <a:pt x="6732517" y="3120950"/>
                  </a:lnTo>
                  <a:lnTo>
                    <a:pt x="6660894" y="3110629"/>
                  </a:lnTo>
                  <a:lnTo>
                    <a:pt x="6589272" y="3100015"/>
                  </a:lnTo>
                  <a:lnTo>
                    <a:pt x="6517649" y="3089098"/>
                  </a:lnTo>
                  <a:lnTo>
                    <a:pt x="6446027" y="3077871"/>
                  </a:lnTo>
                  <a:lnTo>
                    <a:pt x="6374404" y="3066325"/>
                  </a:lnTo>
                  <a:lnTo>
                    <a:pt x="6302782" y="3054450"/>
                  </a:lnTo>
                  <a:lnTo>
                    <a:pt x="6231159" y="3042238"/>
                  </a:lnTo>
                  <a:lnTo>
                    <a:pt x="6159537" y="3029678"/>
                  </a:lnTo>
                  <a:lnTo>
                    <a:pt x="6087914" y="3016761"/>
                  </a:lnTo>
                  <a:lnTo>
                    <a:pt x="6016292" y="3003476"/>
                  </a:lnTo>
                  <a:lnTo>
                    <a:pt x="5944669" y="2989813"/>
                  </a:lnTo>
                  <a:lnTo>
                    <a:pt x="5873047" y="2975762"/>
                  </a:lnTo>
                  <a:lnTo>
                    <a:pt x="5801424" y="2961311"/>
                  </a:lnTo>
                  <a:lnTo>
                    <a:pt x="5729802" y="2946449"/>
                  </a:lnTo>
                  <a:lnTo>
                    <a:pt x="5658179" y="2931164"/>
                  </a:lnTo>
                  <a:lnTo>
                    <a:pt x="5586557" y="2915444"/>
                  </a:lnTo>
                  <a:lnTo>
                    <a:pt x="5514934" y="2899277"/>
                  </a:lnTo>
                  <a:lnTo>
                    <a:pt x="5443311" y="2882650"/>
                  </a:lnTo>
                  <a:lnTo>
                    <a:pt x="5371689" y="2865550"/>
                  </a:lnTo>
                  <a:lnTo>
                    <a:pt x="5300066" y="2847964"/>
                  </a:lnTo>
                  <a:lnTo>
                    <a:pt x="5228444" y="2829877"/>
                  </a:lnTo>
                  <a:lnTo>
                    <a:pt x="5156821" y="2811276"/>
                  </a:lnTo>
                  <a:lnTo>
                    <a:pt x="5085199" y="2792146"/>
                  </a:lnTo>
                  <a:lnTo>
                    <a:pt x="5013576" y="2772471"/>
                  </a:lnTo>
                  <a:lnTo>
                    <a:pt x="4941954" y="2752237"/>
                  </a:lnTo>
                  <a:lnTo>
                    <a:pt x="4870331" y="2731427"/>
                  </a:lnTo>
                  <a:lnTo>
                    <a:pt x="4798709" y="2710025"/>
                  </a:lnTo>
                  <a:lnTo>
                    <a:pt x="4727086" y="2688015"/>
                  </a:lnTo>
                  <a:lnTo>
                    <a:pt x="4655464" y="2665378"/>
                  </a:lnTo>
                  <a:lnTo>
                    <a:pt x="4583841" y="2653634"/>
                  </a:lnTo>
                  <a:lnTo>
                    <a:pt x="4512219" y="2652384"/>
                  </a:lnTo>
                  <a:lnTo>
                    <a:pt x="4440596" y="2651133"/>
                  </a:lnTo>
                  <a:lnTo>
                    <a:pt x="4368974" y="2649879"/>
                  </a:lnTo>
                  <a:lnTo>
                    <a:pt x="4297351" y="2648624"/>
                  </a:lnTo>
                  <a:lnTo>
                    <a:pt x="4225729" y="2647367"/>
                  </a:lnTo>
                  <a:lnTo>
                    <a:pt x="4154106" y="2646108"/>
                  </a:lnTo>
                  <a:lnTo>
                    <a:pt x="4082483" y="2644847"/>
                  </a:lnTo>
                  <a:lnTo>
                    <a:pt x="4010861" y="2643584"/>
                  </a:lnTo>
                  <a:lnTo>
                    <a:pt x="3939238" y="2642319"/>
                  </a:lnTo>
                  <a:lnTo>
                    <a:pt x="3867616" y="2641052"/>
                  </a:lnTo>
                  <a:lnTo>
                    <a:pt x="3795993" y="2639784"/>
                  </a:lnTo>
                  <a:lnTo>
                    <a:pt x="3724371" y="2638513"/>
                  </a:lnTo>
                  <a:lnTo>
                    <a:pt x="3652748" y="2637241"/>
                  </a:lnTo>
                  <a:lnTo>
                    <a:pt x="3581126" y="2635967"/>
                  </a:lnTo>
                  <a:lnTo>
                    <a:pt x="3509503" y="2634690"/>
                  </a:lnTo>
                  <a:lnTo>
                    <a:pt x="3437881" y="2633412"/>
                  </a:lnTo>
                  <a:lnTo>
                    <a:pt x="3366258" y="2632132"/>
                  </a:lnTo>
                  <a:lnTo>
                    <a:pt x="3294636" y="2630850"/>
                  </a:lnTo>
                  <a:lnTo>
                    <a:pt x="3223013" y="2629566"/>
                  </a:lnTo>
                  <a:lnTo>
                    <a:pt x="3151391" y="2628280"/>
                  </a:lnTo>
                  <a:lnTo>
                    <a:pt x="3079768" y="2626992"/>
                  </a:lnTo>
                  <a:lnTo>
                    <a:pt x="3008146" y="2625703"/>
                  </a:lnTo>
                  <a:lnTo>
                    <a:pt x="2936523" y="2624411"/>
                  </a:lnTo>
                  <a:lnTo>
                    <a:pt x="2864901" y="2623117"/>
                  </a:lnTo>
                  <a:lnTo>
                    <a:pt x="2793278" y="2621822"/>
                  </a:lnTo>
                  <a:lnTo>
                    <a:pt x="2721655" y="2620524"/>
                  </a:lnTo>
                  <a:lnTo>
                    <a:pt x="2650033" y="2619225"/>
                  </a:lnTo>
                  <a:lnTo>
                    <a:pt x="2578410" y="2617923"/>
                  </a:lnTo>
                  <a:lnTo>
                    <a:pt x="2506788" y="2616620"/>
                  </a:lnTo>
                  <a:lnTo>
                    <a:pt x="2435165" y="2615314"/>
                  </a:lnTo>
                  <a:lnTo>
                    <a:pt x="2363543" y="2614007"/>
                  </a:lnTo>
                  <a:lnTo>
                    <a:pt x="2291920" y="2612698"/>
                  </a:lnTo>
                  <a:lnTo>
                    <a:pt x="2220298" y="2611386"/>
                  </a:lnTo>
                  <a:lnTo>
                    <a:pt x="2148675" y="2610073"/>
                  </a:lnTo>
                  <a:lnTo>
                    <a:pt x="2077053" y="2608758"/>
                  </a:lnTo>
                  <a:lnTo>
                    <a:pt x="2005430" y="2607441"/>
                  </a:lnTo>
                  <a:lnTo>
                    <a:pt x="1933808" y="2606122"/>
                  </a:lnTo>
                  <a:lnTo>
                    <a:pt x="1862185" y="2604800"/>
                  </a:lnTo>
                  <a:lnTo>
                    <a:pt x="1790563" y="2603477"/>
                  </a:lnTo>
                  <a:lnTo>
                    <a:pt x="1718940" y="2602152"/>
                  </a:lnTo>
                  <a:lnTo>
                    <a:pt x="1647318" y="2600825"/>
                  </a:lnTo>
                  <a:lnTo>
                    <a:pt x="1575695" y="2599496"/>
                  </a:lnTo>
                  <a:lnTo>
                    <a:pt x="1504073" y="2598165"/>
                  </a:lnTo>
                  <a:lnTo>
                    <a:pt x="1432450" y="2596832"/>
                  </a:lnTo>
                  <a:lnTo>
                    <a:pt x="1360827" y="2595496"/>
                  </a:lnTo>
                  <a:lnTo>
                    <a:pt x="1289205" y="2594159"/>
                  </a:lnTo>
                  <a:lnTo>
                    <a:pt x="1217582" y="2592820"/>
                  </a:lnTo>
                  <a:lnTo>
                    <a:pt x="1145960" y="2591479"/>
                  </a:lnTo>
                  <a:lnTo>
                    <a:pt x="1074337" y="2590136"/>
                  </a:lnTo>
                  <a:lnTo>
                    <a:pt x="1002715" y="2588790"/>
                  </a:lnTo>
                  <a:lnTo>
                    <a:pt x="931092" y="2587443"/>
                  </a:lnTo>
                  <a:lnTo>
                    <a:pt x="859470" y="2586094"/>
                  </a:lnTo>
                  <a:lnTo>
                    <a:pt x="787847" y="2584742"/>
                  </a:lnTo>
                  <a:lnTo>
                    <a:pt x="716225" y="2583389"/>
                  </a:lnTo>
                  <a:lnTo>
                    <a:pt x="644602" y="2582034"/>
                  </a:lnTo>
                  <a:lnTo>
                    <a:pt x="572980" y="2580676"/>
                  </a:lnTo>
                  <a:lnTo>
                    <a:pt x="501357" y="2579317"/>
                  </a:lnTo>
                  <a:lnTo>
                    <a:pt x="429735" y="2577955"/>
                  </a:lnTo>
                  <a:lnTo>
                    <a:pt x="358112" y="2576592"/>
                  </a:lnTo>
                  <a:lnTo>
                    <a:pt x="286490" y="2575226"/>
                  </a:lnTo>
                  <a:lnTo>
                    <a:pt x="214867" y="2573858"/>
                  </a:lnTo>
                  <a:lnTo>
                    <a:pt x="143245" y="2572489"/>
                  </a:lnTo>
                  <a:lnTo>
                    <a:pt x="71622" y="2571117"/>
                  </a:lnTo>
                  <a:lnTo>
                    <a:pt x="0" y="256974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2129125" y="2073503"/>
              <a:ext cx="6133554" cy="2696208"/>
            </a:xfrm>
            <a:custGeom>
              <a:avLst/>
              <a:pathLst>
                <a:path w="6133554" h="2696208">
                  <a:moveTo>
                    <a:pt x="0" y="0"/>
                  </a:moveTo>
                  <a:lnTo>
                    <a:pt x="45639" y="62027"/>
                  </a:lnTo>
                  <a:lnTo>
                    <a:pt x="117262" y="156675"/>
                  </a:lnTo>
                  <a:lnTo>
                    <a:pt x="188884" y="248705"/>
                  </a:lnTo>
                  <a:lnTo>
                    <a:pt x="260507" y="338189"/>
                  </a:lnTo>
                  <a:lnTo>
                    <a:pt x="332129" y="425198"/>
                  </a:lnTo>
                  <a:lnTo>
                    <a:pt x="403752" y="509801"/>
                  </a:lnTo>
                  <a:lnTo>
                    <a:pt x="475374" y="592063"/>
                  </a:lnTo>
                  <a:lnTo>
                    <a:pt x="546997" y="672049"/>
                  </a:lnTo>
                  <a:lnTo>
                    <a:pt x="618619" y="749824"/>
                  </a:lnTo>
                  <a:lnTo>
                    <a:pt x="690242" y="825446"/>
                  </a:lnTo>
                  <a:lnTo>
                    <a:pt x="761864" y="898977"/>
                  </a:lnTo>
                  <a:lnTo>
                    <a:pt x="833487" y="970475"/>
                  </a:lnTo>
                  <a:lnTo>
                    <a:pt x="905109" y="1039994"/>
                  </a:lnTo>
                  <a:lnTo>
                    <a:pt x="976732" y="1107590"/>
                  </a:lnTo>
                  <a:lnTo>
                    <a:pt x="1048354" y="1173317"/>
                  </a:lnTo>
                  <a:lnTo>
                    <a:pt x="1119977" y="1237226"/>
                  </a:lnTo>
                  <a:lnTo>
                    <a:pt x="1191600" y="1299367"/>
                  </a:lnTo>
                  <a:lnTo>
                    <a:pt x="1263222" y="1359789"/>
                  </a:lnTo>
                  <a:lnTo>
                    <a:pt x="1334845" y="1418539"/>
                  </a:lnTo>
                  <a:lnTo>
                    <a:pt x="1406467" y="1475665"/>
                  </a:lnTo>
                  <a:lnTo>
                    <a:pt x="1478090" y="1531210"/>
                  </a:lnTo>
                  <a:lnTo>
                    <a:pt x="1549712" y="1585219"/>
                  </a:lnTo>
                  <a:lnTo>
                    <a:pt x="1621335" y="1637734"/>
                  </a:lnTo>
                  <a:lnTo>
                    <a:pt x="1692957" y="1688797"/>
                  </a:lnTo>
                  <a:lnTo>
                    <a:pt x="1764580" y="1738447"/>
                  </a:lnTo>
                  <a:lnTo>
                    <a:pt x="1836202" y="1786723"/>
                  </a:lnTo>
                  <a:lnTo>
                    <a:pt x="1907825" y="1833664"/>
                  </a:lnTo>
                  <a:lnTo>
                    <a:pt x="1979447" y="1879307"/>
                  </a:lnTo>
                  <a:lnTo>
                    <a:pt x="2051070" y="1923688"/>
                  </a:lnTo>
                  <a:lnTo>
                    <a:pt x="2122692" y="1966840"/>
                  </a:lnTo>
                  <a:lnTo>
                    <a:pt x="2194315" y="2008799"/>
                  </a:lnTo>
                  <a:lnTo>
                    <a:pt x="2265937" y="2049598"/>
                  </a:lnTo>
                  <a:lnTo>
                    <a:pt x="2337560" y="2089268"/>
                  </a:lnTo>
                  <a:lnTo>
                    <a:pt x="2409182" y="2127840"/>
                  </a:lnTo>
                  <a:lnTo>
                    <a:pt x="2480805" y="2165346"/>
                  </a:lnTo>
                  <a:lnTo>
                    <a:pt x="2552428" y="2201814"/>
                  </a:lnTo>
                  <a:lnTo>
                    <a:pt x="2624050" y="2237273"/>
                  </a:lnTo>
                  <a:lnTo>
                    <a:pt x="2695673" y="2271752"/>
                  </a:lnTo>
                  <a:lnTo>
                    <a:pt x="2767295" y="2305277"/>
                  </a:lnTo>
                  <a:lnTo>
                    <a:pt x="2838918" y="2337874"/>
                  </a:lnTo>
                  <a:lnTo>
                    <a:pt x="2910540" y="2369570"/>
                  </a:lnTo>
                  <a:lnTo>
                    <a:pt x="2982163" y="2400389"/>
                  </a:lnTo>
                  <a:lnTo>
                    <a:pt x="3053785" y="2430356"/>
                  </a:lnTo>
                  <a:lnTo>
                    <a:pt x="3125408" y="2459494"/>
                  </a:lnTo>
                  <a:lnTo>
                    <a:pt x="3197030" y="2487826"/>
                  </a:lnTo>
                  <a:lnTo>
                    <a:pt x="3268653" y="2515374"/>
                  </a:lnTo>
                  <a:lnTo>
                    <a:pt x="3340275" y="2542160"/>
                  </a:lnTo>
                  <a:lnTo>
                    <a:pt x="3411898" y="2568205"/>
                  </a:lnTo>
                  <a:lnTo>
                    <a:pt x="3483520" y="2593530"/>
                  </a:lnTo>
                  <a:lnTo>
                    <a:pt x="3555143" y="2618154"/>
                  </a:lnTo>
                  <a:lnTo>
                    <a:pt x="3626765" y="2642097"/>
                  </a:lnTo>
                  <a:lnTo>
                    <a:pt x="3698388" y="2654882"/>
                  </a:lnTo>
                  <a:lnTo>
                    <a:pt x="3770010" y="2656128"/>
                  </a:lnTo>
                  <a:lnTo>
                    <a:pt x="3841633" y="2657372"/>
                  </a:lnTo>
                  <a:lnTo>
                    <a:pt x="3913256" y="2658614"/>
                  </a:lnTo>
                  <a:lnTo>
                    <a:pt x="3984878" y="2659854"/>
                  </a:lnTo>
                  <a:lnTo>
                    <a:pt x="4056501" y="2661092"/>
                  </a:lnTo>
                  <a:lnTo>
                    <a:pt x="4128123" y="2662329"/>
                  </a:lnTo>
                  <a:lnTo>
                    <a:pt x="4199746" y="2663564"/>
                  </a:lnTo>
                  <a:lnTo>
                    <a:pt x="4271368" y="2664797"/>
                  </a:lnTo>
                  <a:lnTo>
                    <a:pt x="4342991" y="2666028"/>
                  </a:lnTo>
                  <a:lnTo>
                    <a:pt x="4414613" y="2667257"/>
                  </a:lnTo>
                  <a:lnTo>
                    <a:pt x="4486236" y="2668484"/>
                  </a:lnTo>
                  <a:lnTo>
                    <a:pt x="4557858" y="2669709"/>
                  </a:lnTo>
                  <a:lnTo>
                    <a:pt x="4629481" y="2670933"/>
                  </a:lnTo>
                  <a:lnTo>
                    <a:pt x="4701103" y="2672155"/>
                  </a:lnTo>
                  <a:lnTo>
                    <a:pt x="4772726" y="2673375"/>
                  </a:lnTo>
                  <a:lnTo>
                    <a:pt x="4844348" y="2674593"/>
                  </a:lnTo>
                  <a:lnTo>
                    <a:pt x="4915971" y="2675809"/>
                  </a:lnTo>
                  <a:lnTo>
                    <a:pt x="4987593" y="2677024"/>
                  </a:lnTo>
                  <a:lnTo>
                    <a:pt x="5059216" y="2678236"/>
                  </a:lnTo>
                  <a:lnTo>
                    <a:pt x="5130838" y="2679447"/>
                  </a:lnTo>
                  <a:lnTo>
                    <a:pt x="5202461" y="2680656"/>
                  </a:lnTo>
                  <a:lnTo>
                    <a:pt x="5274084" y="2681863"/>
                  </a:lnTo>
                  <a:lnTo>
                    <a:pt x="5345706" y="2683068"/>
                  </a:lnTo>
                  <a:lnTo>
                    <a:pt x="5417329" y="2684272"/>
                  </a:lnTo>
                  <a:lnTo>
                    <a:pt x="5488951" y="2685474"/>
                  </a:lnTo>
                  <a:lnTo>
                    <a:pt x="5560574" y="2686674"/>
                  </a:lnTo>
                  <a:lnTo>
                    <a:pt x="5632196" y="2687872"/>
                  </a:lnTo>
                  <a:lnTo>
                    <a:pt x="5703819" y="2689068"/>
                  </a:lnTo>
                  <a:lnTo>
                    <a:pt x="5775441" y="2690263"/>
                  </a:lnTo>
                  <a:lnTo>
                    <a:pt x="5847064" y="2691455"/>
                  </a:lnTo>
                  <a:lnTo>
                    <a:pt x="5918686" y="2692646"/>
                  </a:lnTo>
                  <a:lnTo>
                    <a:pt x="5990309" y="2693835"/>
                  </a:lnTo>
                  <a:lnTo>
                    <a:pt x="6061931" y="2695023"/>
                  </a:lnTo>
                  <a:lnTo>
                    <a:pt x="6133554" y="269620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643246"/>
              <a:ext cx="7090630" cy="598683"/>
            </a:xfrm>
            <a:custGeom>
              <a:avLst/>
              <a:pathLst>
                <a:path w="7090630" h="598683">
                  <a:moveTo>
                    <a:pt x="7090630" y="598683"/>
                  </a:moveTo>
                  <a:lnTo>
                    <a:pt x="7019007" y="589712"/>
                  </a:lnTo>
                  <a:lnTo>
                    <a:pt x="6947385" y="580487"/>
                  </a:lnTo>
                  <a:lnTo>
                    <a:pt x="6875762" y="570999"/>
                  </a:lnTo>
                  <a:lnTo>
                    <a:pt x="6804139" y="561242"/>
                  </a:lnTo>
                  <a:lnTo>
                    <a:pt x="6732517" y="551206"/>
                  </a:lnTo>
                  <a:lnTo>
                    <a:pt x="6660894" y="540886"/>
                  </a:lnTo>
                  <a:lnTo>
                    <a:pt x="6589272" y="530271"/>
                  </a:lnTo>
                  <a:lnTo>
                    <a:pt x="6517649" y="519355"/>
                  </a:lnTo>
                  <a:lnTo>
                    <a:pt x="6446027" y="508128"/>
                  </a:lnTo>
                  <a:lnTo>
                    <a:pt x="6374404" y="496582"/>
                  </a:lnTo>
                  <a:lnTo>
                    <a:pt x="6302782" y="484707"/>
                  </a:lnTo>
                  <a:lnTo>
                    <a:pt x="6231159" y="472494"/>
                  </a:lnTo>
                  <a:lnTo>
                    <a:pt x="6159537" y="459934"/>
                  </a:lnTo>
                  <a:lnTo>
                    <a:pt x="6087914" y="447017"/>
                  </a:lnTo>
                  <a:lnTo>
                    <a:pt x="6016292" y="433732"/>
                  </a:lnTo>
                  <a:lnTo>
                    <a:pt x="5944669" y="420070"/>
                  </a:lnTo>
                  <a:lnTo>
                    <a:pt x="5873047" y="406018"/>
                  </a:lnTo>
                  <a:lnTo>
                    <a:pt x="5801424" y="391567"/>
                  </a:lnTo>
                  <a:lnTo>
                    <a:pt x="5729802" y="376705"/>
                  </a:lnTo>
                  <a:lnTo>
                    <a:pt x="5658179" y="361420"/>
                  </a:lnTo>
                  <a:lnTo>
                    <a:pt x="5586557" y="345701"/>
                  </a:lnTo>
                  <a:lnTo>
                    <a:pt x="5514934" y="329534"/>
                  </a:lnTo>
                  <a:lnTo>
                    <a:pt x="5443311" y="312907"/>
                  </a:lnTo>
                  <a:lnTo>
                    <a:pt x="5371689" y="295807"/>
                  </a:lnTo>
                  <a:lnTo>
                    <a:pt x="5300066" y="278220"/>
                  </a:lnTo>
                  <a:lnTo>
                    <a:pt x="5228444" y="260134"/>
                  </a:lnTo>
                  <a:lnTo>
                    <a:pt x="5156821" y="241533"/>
                  </a:lnTo>
                  <a:lnTo>
                    <a:pt x="5085199" y="222402"/>
                  </a:lnTo>
                  <a:lnTo>
                    <a:pt x="5013576" y="202728"/>
                  </a:lnTo>
                  <a:lnTo>
                    <a:pt x="4941954" y="182494"/>
                  </a:lnTo>
                  <a:lnTo>
                    <a:pt x="4870331" y="161684"/>
                  </a:lnTo>
                  <a:lnTo>
                    <a:pt x="4798709" y="140282"/>
                  </a:lnTo>
                  <a:lnTo>
                    <a:pt x="4727086" y="118271"/>
                  </a:lnTo>
                  <a:lnTo>
                    <a:pt x="4655464" y="95634"/>
                  </a:lnTo>
                  <a:lnTo>
                    <a:pt x="4583841" y="83890"/>
                  </a:lnTo>
                  <a:lnTo>
                    <a:pt x="4512219" y="82641"/>
                  </a:lnTo>
                  <a:lnTo>
                    <a:pt x="4440596" y="81389"/>
                  </a:lnTo>
                  <a:lnTo>
                    <a:pt x="4368974" y="80136"/>
                  </a:lnTo>
                  <a:lnTo>
                    <a:pt x="4297351" y="78881"/>
                  </a:lnTo>
                  <a:lnTo>
                    <a:pt x="4225729" y="77623"/>
                  </a:lnTo>
                  <a:lnTo>
                    <a:pt x="4154106" y="76364"/>
                  </a:lnTo>
                  <a:lnTo>
                    <a:pt x="4082483" y="75103"/>
                  </a:lnTo>
                  <a:lnTo>
                    <a:pt x="4010861" y="73840"/>
                  </a:lnTo>
                  <a:lnTo>
                    <a:pt x="3939238" y="72576"/>
                  </a:lnTo>
                  <a:lnTo>
                    <a:pt x="3867616" y="71309"/>
                  </a:lnTo>
                  <a:lnTo>
                    <a:pt x="3795993" y="70040"/>
                  </a:lnTo>
                  <a:lnTo>
                    <a:pt x="3724371" y="68770"/>
                  </a:lnTo>
                  <a:lnTo>
                    <a:pt x="3652748" y="67497"/>
                  </a:lnTo>
                  <a:lnTo>
                    <a:pt x="3581126" y="66223"/>
                  </a:lnTo>
                  <a:lnTo>
                    <a:pt x="3509503" y="64947"/>
                  </a:lnTo>
                  <a:lnTo>
                    <a:pt x="3437881" y="63669"/>
                  </a:lnTo>
                  <a:lnTo>
                    <a:pt x="3366258" y="62389"/>
                  </a:lnTo>
                  <a:lnTo>
                    <a:pt x="3294636" y="61107"/>
                  </a:lnTo>
                  <a:lnTo>
                    <a:pt x="3223013" y="59823"/>
                  </a:lnTo>
                  <a:lnTo>
                    <a:pt x="3151391" y="58537"/>
                  </a:lnTo>
                  <a:lnTo>
                    <a:pt x="3079768" y="57249"/>
                  </a:lnTo>
                  <a:lnTo>
                    <a:pt x="3008146" y="55959"/>
                  </a:lnTo>
                  <a:lnTo>
                    <a:pt x="2936523" y="54667"/>
                  </a:lnTo>
                  <a:lnTo>
                    <a:pt x="2864901" y="53374"/>
                  </a:lnTo>
                  <a:lnTo>
                    <a:pt x="2793278" y="52078"/>
                  </a:lnTo>
                  <a:lnTo>
                    <a:pt x="2721655" y="50781"/>
                  </a:lnTo>
                  <a:lnTo>
                    <a:pt x="2650033" y="49481"/>
                  </a:lnTo>
                  <a:lnTo>
                    <a:pt x="2578410" y="48180"/>
                  </a:lnTo>
                  <a:lnTo>
                    <a:pt x="2506788" y="46876"/>
                  </a:lnTo>
                  <a:lnTo>
                    <a:pt x="2435165" y="45571"/>
                  </a:lnTo>
                  <a:lnTo>
                    <a:pt x="2363543" y="44264"/>
                  </a:lnTo>
                  <a:lnTo>
                    <a:pt x="2291920" y="42954"/>
                  </a:lnTo>
                  <a:lnTo>
                    <a:pt x="2220298" y="41643"/>
                  </a:lnTo>
                  <a:lnTo>
                    <a:pt x="2148675" y="40330"/>
                  </a:lnTo>
                  <a:lnTo>
                    <a:pt x="2077053" y="39015"/>
                  </a:lnTo>
                  <a:lnTo>
                    <a:pt x="2005430" y="37697"/>
                  </a:lnTo>
                  <a:lnTo>
                    <a:pt x="1933808" y="36378"/>
                  </a:lnTo>
                  <a:lnTo>
                    <a:pt x="1862185" y="35057"/>
                  </a:lnTo>
                  <a:lnTo>
                    <a:pt x="1790563" y="33734"/>
                  </a:lnTo>
                  <a:lnTo>
                    <a:pt x="1718940" y="32409"/>
                  </a:lnTo>
                  <a:lnTo>
                    <a:pt x="1647318" y="31082"/>
                  </a:lnTo>
                  <a:lnTo>
                    <a:pt x="1575695" y="29752"/>
                  </a:lnTo>
                  <a:lnTo>
                    <a:pt x="1504073" y="28421"/>
                  </a:lnTo>
                  <a:lnTo>
                    <a:pt x="1432450" y="27088"/>
                  </a:lnTo>
                  <a:lnTo>
                    <a:pt x="1360827" y="25753"/>
                  </a:lnTo>
                  <a:lnTo>
                    <a:pt x="1289205" y="24416"/>
                  </a:lnTo>
                  <a:lnTo>
                    <a:pt x="1217582" y="23077"/>
                  </a:lnTo>
                  <a:lnTo>
                    <a:pt x="1145960" y="21735"/>
                  </a:lnTo>
                  <a:lnTo>
                    <a:pt x="1074337" y="20392"/>
                  </a:lnTo>
                  <a:lnTo>
                    <a:pt x="1002715" y="19047"/>
                  </a:lnTo>
                  <a:lnTo>
                    <a:pt x="931092" y="17700"/>
                  </a:lnTo>
                  <a:lnTo>
                    <a:pt x="859470" y="16350"/>
                  </a:lnTo>
                  <a:lnTo>
                    <a:pt x="787847" y="14999"/>
                  </a:lnTo>
                  <a:lnTo>
                    <a:pt x="716225" y="13646"/>
                  </a:lnTo>
                  <a:lnTo>
                    <a:pt x="644602" y="12290"/>
                  </a:lnTo>
                  <a:lnTo>
                    <a:pt x="572980" y="10933"/>
                  </a:lnTo>
                  <a:lnTo>
                    <a:pt x="501357" y="9573"/>
                  </a:lnTo>
                  <a:lnTo>
                    <a:pt x="429735" y="8212"/>
                  </a:lnTo>
                  <a:lnTo>
                    <a:pt x="358112" y="6848"/>
                  </a:lnTo>
                  <a:lnTo>
                    <a:pt x="286490" y="5483"/>
                  </a:lnTo>
                  <a:lnTo>
                    <a:pt x="214867" y="4115"/>
                  </a:lnTo>
                  <a:lnTo>
                    <a:pt x="143245" y="2745"/>
                  </a:lnTo>
                  <a:lnTo>
                    <a:pt x="71622" y="137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405102"/>
              <a:ext cx="7090630" cy="1653823"/>
            </a:xfrm>
            <a:custGeom>
              <a:avLst/>
              <a:pathLst>
                <a:path w="7090630" h="1653823">
                  <a:moveTo>
                    <a:pt x="0" y="0"/>
                  </a:moveTo>
                  <a:lnTo>
                    <a:pt x="71622" y="31569"/>
                  </a:lnTo>
                  <a:lnTo>
                    <a:pt x="143245" y="62675"/>
                  </a:lnTo>
                  <a:lnTo>
                    <a:pt x="214867" y="93325"/>
                  </a:lnTo>
                  <a:lnTo>
                    <a:pt x="286490" y="123526"/>
                  </a:lnTo>
                  <a:lnTo>
                    <a:pt x="358112" y="153283"/>
                  </a:lnTo>
                  <a:lnTo>
                    <a:pt x="429735" y="182604"/>
                  </a:lnTo>
                  <a:lnTo>
                    <a:pt x="501357" y="211495"/>
                  </a:lnTo>
                  <a:lnTo>
                    <a:pt x="572980" y="239962"/>
                  </a:lnTo>
                  <a:lnTo>
                    <a:pt x="644602" y="268012"/>
                  </a:lnTo>
                  <a:lnTo>
                    <a:pt x="716225" y="295650"/>
                  </a:lnTo>
                  <a:lnTo>
                    <a:pt x="787847" y="322883"/>
                  </a:lnTo>
                  <a:lnTo>
                    <a:pt x="859470" y="349716"/>
                  </a:lnTo>
                  <a:lnTo>
                    <a:pt x="931092" y="376155"/>
                  </a:lnTo>
                  <a:lnTo>
                    <a:pt x="1002715" y="402207"/>
                  </a:lnTo>
                  <a:lnTo>
                    <a:pt x="1074337" y="427877"/>
                  </a:lnTo>
                  <a:lnTo>
                    <a:pt x="1145960" y="453170"/>
                  </a:lnTo>
                  <a:lnTo>
                    <a:pt x="1217582" y="478092"/>
                  </a:lnTo>
                  <a:lnTo>
                    <a:pt x="1289205" y="502648"/>
                  </a:lnTo>
                  <a:lnTo>
                    <a:pt x="1360827" y="526844"/>
                  </a:lnTo>
                  <a:lnTo>
                    <a:pt x="1432450" y="550686"/>
                  </a:lnTo>
                  <a:lnTo>
                    <a:pt x="1504073" y="574177"/>
                  </a:lnTo>
                  <a:lnTo>
                    <a:pt x="1575695" y="597324"/>
                  </a:lnTo>
                  <a:lnTo>
                    <a:pt x="1647318" y="620132"/>
                  </a:lnTo>
                  <a:lnTo>
                    <a:pt x="1718940" y="642604"/>
                  </a:lnTo>
                  <a:lnTo>
                    <a:pt x="1790563" y="664748"/>
                  </a:lnTo>
                  <a:lnTo>
                    <a:pt x="1862185" y="686566"/>
                  </a:lnTo>
                  <a:lnTo>
                    <a:pt x="1933808" y="708064"/>
                  </a:lnTo>
                  <a:lnTo>
                    <a:pt x="2005430" y="729247"/>
                  </a:lnTo>
                  <a:lnTo>
                    <a:pt x="2077053" y="750120"/>
                  </a:lnTo>
                  <a:lnTo>
                    <a:pt x="2148675" y="770686"/>
                  </a:lnTo>
                  <a:lnTo>
                    <a:pt x="2220298" y="790950"/>
                  </a:lnTo>
                  <a:lnTo>
                    <a:pt x="2291920" y="810917"/>
                  </a:lnTo>
                  <a:lnTo>
                    <a:pt x="2363543" y="830592"/>
                  </a:lnTo>
                  <a:lnTo>
                    <a:pt x="2435165" y="849977"/>
                  </a:lnTo>
                  <a:lnTo>
                    <a:pt x="2506788" y="869079"/>
                  </a:lnTo>
                  <a:lnTo>
                    <a:pt x="2578410" y="887900"/>
                  </a:lnTo>
                  <a:lnTo>
                    <a:pt x="2650033" y="906445"/>
                  </a:lnTo>
                  <a:lnTo>
                    <a:pt x="2721655" y="924718"/>
                  </a:lnTo>
                  <a:lnTo>
                    <a:pt x="2793278" y="942723"/>
                  </a:lnTo>
                  <a:lnTo>
                    <a:pt x="2864901" y="960463"/>
                  </a:lnTo>
                  <a:lnTo>
                    <a:pt x="2936523" y="977944"/>
                  </a:lnTo>
                  <a:lnTo>
                    <a:pt x="3008146" y="995168"/>
                  </a:lnTo>
                  <a:lnTo>
                    <a:pt x="3079768" y="1012140"/>
                  </a:lnTo>
                  <a:lnTo>
                    <a:pt x="3151391" y="1028862"/>
                  </a:lnTo>
                  <a:lnTo>
                    <a:pt x="3223013" y="1045340"/>
                  </a:lnTo>
                  <a:lnTo>
                    <a:pt x="3294636" y="1061575"/>
                  </a:lnTo>
                  <a:lnTo>
                    <a:pt x="3366258" y="1077573"/>
                  </a:lnTo>
                  <a:lnTo>
                    <a:pt x="3437881" y="1093335"/>
                  </a:lnTo>
                  <a:lnTo>
                    <a:pt x="3509503" y="1108867"/>
                  </a:lnTo>
                  <a:lnTo>
                    <a:pt x="3581126" y="1124171"/>
                  </a:lnTo>
                  <a:lnTo>
                    <a:pt x="3652748" y="1139250"/>
                  </a:lnTo>
                  <a:lnTo>
                    <a:pt x="3724371" y="1154108"/>
                  </a:lnTo>
                  <a:lnTo>
                    <a:pt x="3795993" y="1168748"/>
                  </a:lnTo>
                  <a:lnTo>
                    <a:pt x="3867616" y="1183173"/>
                  </a:lnTo>
                  <a:lnTo>
                    <a:pt x="3939238" y="1197387"/>
                  </a:lnTo>
                  <a:lnTo>
                    <a:pt x="4010861" y="1211392"/>
                  </a:lnTo>
                  <a:lnTo>
                    <a:pt x="4082483" y="1225192"/>
                  </a:lnTo>
                  <a:lnTo>
                    <a:pt x="4154106" y="1238789"/>
                  </a:lnTo>
                  <a:lnTo>
                    <a:pt x="4225729" y="1252187"/>
                  </a:lnTo>
                  <a:lnTo>
                    <a:pt x="4297351" y="1265388"/>
                  </a:lnTo>
                  <a:lnTo>
                    <a:pt x="4368974" y="1278396"/>
                  </a:lnTo>
                  <a:lnTo>
                    <a:pt x="4440596" y="1291213"/>
                  </a:lnTo>
                  <a:lnTo>
                    <a:pt x="4512219" y="1303842"/>
                  </a:lnTo>
                  <a:lnTo>
                    <a:pt x="4583841" y="1316286"/>
                  </a:lnTo>
                  <a:lnTo>
                    <a:pt x="4655464" y="1328547"/>
                  </a:lnTo>
                  <a:lnTo>
                    <a:pt x="4727086" y="1340628"/>
                  </a:lnTo>
                  <a:lnTo>
                    <a:pt x="4798709" y="1352532"/>
                  </a:lnTo>
                  <a:lnTo>
                    <a:pt x="4870331" y="1364261"/>
                  </a:lnTo>
                  <a:lnTo>
                    <a:pt x="4941954" y="1375819"/>
                  </a:lnTo>
                  <a:lnTo>
                    <a:pt x="5013576" y="1387207"/>
                  </a:lnTo>
                  <a:lnTo>
                    <a:pt x="5085199" y="1398427"/>
                  </a:lnTo>
                  <a:lnTo>
                    <a:pt x="5156821" y="1409483"/>
                  </a:lnTo>
                  <a:lnTo>
                    <a:pt x="5228444" y="1420377"/>
                  </a:lnTo>
                  <a:lnTo>
                    <a:pt x="5300066" y="1431112"/>
                  </a:lnTo>
                  <a:lnTo>
                    <a:pt x="5371689" y="1441688"/>
                  </a:lnTo>
                  <a:lnTo>
                    <a:pt x="5443311" y="1452110"/>
                  </a:lnTo>
                  <a:lnTo>
                    <a:pt x="5514934" y="1462379"/>
                  </a:lnTo>
                  <a:lnTo>
                    <a:pt x="5586557" y="1472497"/>
                  </a:lnTo>
                  <a:lnTo>
                    <a:pt x="5658179" y="1482466"/>
                  </a:lnTo>
                  <a:lnTo>
                    <a:pt x="5729802" y="1492290"/>
                  </a:lnTo>
                  <a:lnTo>
                    <a:pt x="5801424" y="1501969"/>
                  </a:lnTo>
                  <a:lnTo>
                    <a:pt x="5873047" y="1511507"/>
                  </a:lnTo>
                  <a:lnTo>
                    <a:pt x="5944669" y="1520904"/>
                  </a:lnTo>
                  <a:lnTo>
                    <a:pt x="6016292" y="1530164"/>
                  </a:lnTo>
                  <a:lnTo>
                    <a:pt x="6087914" y="1539287"/>
                  </a:lnTo>
                  <a:lnTo>
                    <a:pt x="6159537" y="1548277"/>
                  </a:lnTo>
                  <a:lnTo>
                    <a:pt x="6231159" y="1557135"/>
                  </a:lnTo>
                  <a:lnTo>
                    <a:pt x="6302782" y="1565863"/>
                  </a:lnTo>
                  <a:lnTo>
                    <a:pt x="6374404" y="1574464"/>
                  </a:lnTo>
                  <a:lnTo>
                    <a:pt x="6446027" y="1582938"/>
                  </a:lnTo>
                  <a:lnTo>
                    <a:pt x="6517649" y="1591287"/>
                  </a:lnTo>
                  <a:lnTo>
                    <a:pt x="6589272" y="1599514"/>
                  </a:lnTo>
                  <a:lnTo>
                    <a:pt x="6660894" y="1607621"/>
                  </a:lnTo>
                  <a:lnTo>
                    <a:pt x="6732517" y="1615608"/>
                  </a:lnTo>
                  <a:lnTo>
                    <a:pt x="6804139" y="1623479"/>
                  </a:lnTo>
                  <a:lnTo>
                    <a:pt x="6875762" y="1631234"/>
                  </a:lnTo>
                  <a:lnTo>
                    <a:pt x="6947385" y="1638875"/>
                  </a:lnTo>
                  <a:lnTo>
                    <a:pt x="7019007" y="1646404"/>
                  </a:lnTo>
                  <a:lnTo>
                    <a:pt x="7090630" y="165382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93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675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8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99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107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443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1.23 (1.02-1.48), p_Bonf = 0.175 (n = 6)  |  per IQR decline (Δ = 21.9): 1.57 (1.05-2.37)  |  IQR: [-10.4,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6666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2026-10-09T15:07:20Z</dcterms:modified>
  <cp:category/>
</cp:coreProperties>
</file>