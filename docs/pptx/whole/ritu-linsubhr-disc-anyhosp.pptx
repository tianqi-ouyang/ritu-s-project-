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25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6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88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6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7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79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169611"/>
            </a:xfrm>
            <a:custGeom>
              <a:avLst/>
              <a:pathLst>
                <a:path w="7090630" h="3169611">
                  <a:moveTo>
                    <a:pt x="948089" y="0"/>
                  </a:moveTo>
                  <a:lnTo>
                    <a:pt x="1002715" y="73989"/>
                  </a:lnTo>
                  <a:lnTo>
                    <a:pt x="1074337" y="168316"/>
                  </a:lnTo>
                  <a:lnTo>
                    <a:pt x="1145960" y="260034"/>
                  </a:lnTo>
                  <a:lnTo>
                    <a:pt x="1217582" y="349214"/>
                  </a:lnTo>
                  <a:lnTo>
                    <a:pt x="1289205" y="435928"/>
                  </a:lnTo>
                  <a:lnTo>
                    <a:pt x="1360827" y="520243"/>
                  </a:lnTo>
                  <a:lnTo>
                    <a:pt x="1432450" y="602225"/>
                  </a:lnTo>
                  <a:lnTo>
                    <a:pt x="1504073" y="681939"/>
                  </a:lnTo>
                  <a:lnTo>
                    <a:pt x="1575695" y="759448"/>
                  </a:lnTo>
                  <a:lnTo>
                    <a:pt x="1647318" y="834813"/>
                  </a:lnTo>
                  <a:lnTo>
                    <a:pt x="1718940" y="908093"/>
                  </a:lnTo>
                  <a:lnTo>
                    <a:pt x="1790563" y="979346"/>
                  </a:lnTo>
                  <a:lnTo>
                    <a:pt x="1862185" y="1048627"/>
                  </a:lnTo>
                  <a:lnTo>
                    <a:pt x="1933808" y="1115992"/>
                  </a:lnTo>
                  <a:lnTo>
                    <a:pt x="2005430" y="1181494"/>
                  </a:lnTo>
                  <a:lnTo>
                    <a:pt x="2077053" y="1245183"/>
                  </a:lnTo>
                  <a:lnTo>
                    <a:pt x="2148675" y="1307111"/>
                  </a:lnTo>
                  <a:lnTo>
                    <a:pt x="2220298" y="1367325"/>
                  </a:lnTo>
                  <a:lnTo>
                    <a:pt x="2291920" y="1425873"/>
                  </a:lnTo>
                  <a:lnTo>
                    <a:pt x="2363543" y="1482802"/>
                  </a:lnTo>
                  <a:lnTo>
                    <a:pt x="2435165" y="1538156"/>
                  </a:lnTo>
                  <a:lnTo>
                    <a:pt x="2506788" y="1591979"/>
                  </a:lnTo>
                  <a:lnTo>
                    <a:pt x="2578410" y="1644313"/>
                  </a:lnTo>
                  <a:lnTo>
                    <a:pt x="2650033" y="1695199"/>
                  </a:lnTo>
                  <a:lnTo>
                    <a:pt x="2721655" y="1744677"/>
                  </a:lnTo>
                  <a:lnTo>
                    <a:pt x="2793278" y="1792787"/>
                  </a:lnTo>
                  <a:lnTo>
                    <a:pt x="2864901" y="1839565"/>
                  </a:lnTo>
                  <a:lnTo>
                    <a:pt x="2936523" y="1885050"/>
                  </a:lnTo>
                  <a:lnTo>
                    <a:pt x="3008146" y="1929276"/>
                  </a:lnTo>
                  <a:lnTo>
                    <a:pt x="3079768" y="1972279"/>
                  </a:lnTo>
                  <a:lnTo>
                    <a:pt x="3151391" y="2014092"/>
                  </a:lnTo>
                  <a:lnTo>
                    <a:pt x="3223013" y="2054748"/>
                  </a:lnTo>
                  <a:lnTo>
                    <a:pt x="3294636" y="2094280"/>
                  </a:lnTo>
                  <a:lnTo>
                    <a:pt x="3366258" y="2132718"/>
                  </a:lnTo>
                  <a:lnTo>
                    <a:pt x="3437881" y="2170093"/>
                  </a:lnTo>
                  <a:lnTo>
                    <a:pt x="3509503" y="2206434"/>
                  </a:lnTo>
                  <a:lnTo>
                    <a:pt x="3581126" y="2241769"/>
                  </a:lnTo>
                  <a:lnTo>
                    <a:pt x="3652748" y="2276127"/>
                  </a:lnTo>
                  <a:lnTo>
                    <a:pt x="3724371" y="2309535"/>
                  </a:lnTo>
                  <a:lnTo>
                    <a:pt x="3795993" y="2342018"/>
                  </a:lnTo>
                  <a:lnTo>
                    <a:pt x="3867616" y="2373603"/>
                  </a:lnTo>
                  <a:lnTo>
                    <a:pt x="3939238" y="2404314"/>
                  </a:lnTo>
                  <a:lnTo>
                    <a:pt x="4010861" y="2434175"/>
                  </a:lnTo>
                  <a:lnTo>
                    <a:pt x="4082483" y="2463210"/>
                  </a:lnTo>
                  <a:lnTo>
                    <a:pt x="4154106" y="2491442"/>
                  </a:lnTo>
                  <a:lnTo>
                    <a:pt x="4225729" y="2518894"/>
                  </a:lnTo>
                  <a:lnTo>
                    <a:pt x="4297351" y="2545585"/>
                  </a:lnTo>
                  <a:lnTo>
                    <a:pt x="4368974" y="2571538"/>
                  </a:lnTo>
                  <a:lnTo>
                    <a:pt x="4440596" y="2596774"/>
                  </a:lnTo>
                  <a:lnTo>
                    <a:pt x="4512219" y="2621311"/>
                  </a:lnTo>
                  <a:lnTo>
                    <a:pt x="4583841" y="2645169"/>
                  </a:lnTo>
                  <a:lnTo>
                    <a:pt x="4655464" y="2654919"/>
                  </a:lnTo>
                  <a:lnTo>
                    <a:pt x="4727086" y="2655959"/>
                  </a:lnTo>
                  <a:lnTo>
                    <a:pt x="4798709" y="2656998"/>
                  </a:lnTo>
                  <a:lnTo>
                    <a:pt x="4870331" y="2658036"/>
                  </a:lnTo>
                  <a:lnTo>
                    <a:pt x="4941954" y="2659072"/>
                  </a:lnTo>
                  <a:lnTo>
                    <a:pt x="5013576" y="2660107"/>
                  </a:lnTo>
                  <a:lnTo>
                    <a:pt x="5085199" y="2661141"/>
                  </a:lnTo>
                  <a:lnTo>
                    <a:pt x="5156821" y="2662173"/>
                  </a:lnTo>
                  <a:lnTo>
                    <a:pt x="5228444" y="2663205"/>
                  </a:lnTo>
                  <a:lnTo>
                    <a:pt x="5300066" y="2664235"/>
                  </a:lnTo>
                  <a:lnTo>
                    <a:pt x="5371689" y="2665263"/>
                  </a:lnTo>
                  <a:lnTo>
                    <a:pt x="5443311" y="2666291"/>
                  </a:lnTo>
                  <a:lnTo>
                    <a:pt x="5514934" y="2667317"/>
                  </a:lnTo>
                  <a:lnTo>
                    <a:pt x="5586557" y="2668341"/>
                  </a:lnTo>
                  <a:lnTo>
                    <a:pt x="5658179" y="2669365"/>
                  </a:lnTo>
                  <a:lnTo>
                    <a:pt x="5729802" y="2670387"/>
                  </a:lnTo>
                  <a:lnTo>
                    <a:pt x="5801424" y="2671408"/>
                  </a:lnTo>
                  <a:lnTo>
                    <a:pt x="5873047" y="2672428"/>
                  </a:lnTo>
                  <a:lnTo>
                    <a:pt x="5944669" y="2673446"/>
                  </a:lnTo>
                  <a:lnTo>
                    <a:pt x="6016292" y="2674463"/>
                  </a:lnTo>
                  <a:lnTo>
                    <a:pt x="6087914" y="2675479"/>
                  </a:lnTo>
                  <a:lnTo>
                    <a:pt x="6159537" y="2676493"/>
                  </a:lnTo>
                  <a:lnTo>
                    <a:pt x="6231159" y="2677506"/>
                  </a:lnTo>
                  <a:lnTo>
                    <a:pt x="6302782" y="2678518"/>
                  </a:lnTo>
                  <a:lnTo>
                    <a:pt x="6374404" y="2679529"/>
                  </a:lnTo>
                  <a:lnTo>
                    <a:pt x="6446027" y="2680539"/>
                  </a:lnTo>
                  <a:lnTo>
                    <a:pt x="6517649" y="2681547"/>
                  </a:lnTo>
                  <a:lnTo>
                    <a:pt x="6589272" y="2682554"/>
                  </a:lnTo>
                  <a:lnTo>
                    <a:pt x="6660894" y="2683559"/>
                  </a:lnTo>
                  <a:lnTo>
                    <a:pt x="6732517" y="2684564"/>
                  </a:lnTo>
                  <a:lnTo>
                    <a:pt x="6804139" y="2685567"/>
                  </a:lnTo>
                  <a:lnTo>
                    <a:pt x="6875762" y="2686569"/>
                  </a:lnTo>
                  <a:lnTo>
                    <a:pt x="6947385" y="2687569"/>
                  </a:lnTo>
                  <a:lnTo>
                    <a:pt x="7019007" y="2688569"/>
                  </a:lnTo>
                  <a:lnTo>
                    <a:pt x="7090630" y="2689567"/>
                  </a:lnTo>
                  <a:lnTo>
                    <a:pt x="7090630" y="3169611"/>
                  </a:lnTo>
                  <a:lnTo>
                    <a:pt x="7019007" y="3160674"/>
                  </a:lnTo>
                  <a:lnTo>
                    <a:pt x="6947385" y="3151482"/>
                  </a:lnTo>
                  <a:lnTo>
                    <a:pt x="6875762" y="3142029"/>
                  </a:lnTo>
                  <a:lnTo>
                    <a:pt x="6804139" y="3132306"/>
                  </a:lnTo>
                  <a:lnTo>
                    <a:pt x="6732517" y="3122308"/>
                  </a:lnTo>
                  <a:lnTo>
                    <a:pt x="6660894" y="3112024"/>
                  </a:lnTo>
                  <a:lnTo>
                    <a:pt x="6589272" y="3101448"/>
                  </a:lnTo>
                  <a:lnTo>
                    <a:pt x="6517649" y="3090572"/>
                  </a:lnTo>
                  <a:lnTo>
                    <a:pt x="6446027" y="3079385"/>
                  </a:lnTo>
                  <a:lnTo>
                    <a:pt x="6374404" y="3067881"/>
                  </a:lnTo>
                  <a:lnTo>
                    <a:pt x="6302782" y="3056049"/>
                  </a:lnTo>
                  <a:lnTo>
                    <a:pt x="6231159" y="3043881"/>
                  </a:lnTo>
                  <a:lnTo>
                    <a:pt x="6159537" y="3031366"/>
                  </a:lnTo>
                  <a:lnTo>
                    <a:pt x="6087914" y="3018495"/>
                  </a:lnTo>
                  <a:lnTo>
                    <a:pt x="6016292" y="3005259"/>
                  </a:lnTo>
                  <a:lnTo>
                    <a:pt x="5944669" y="2991645"/>
                  </a:lnTo>
                  <a:lnTo>
                    <a:pt x="5873047" y="2977644"/>
                  </a:lnTo>
                  <a:lnTo>
                    <a:pt x="5801424" y="2963245"/>
                  </a:lnTo>
                  <a:lnTo>
                    <a:pt x="5729802" y="2948436"/>
                  </a:lnTo>
                  <a:lnTo>
                    <a:pt x="5658179" y="2933206"/>
                  </a:lnTo>
                  <a:lnTo>
                    <a:pt x="5586557" y="2917543"/>
                  </a:lnTo>
                  <a:lnTo>
                    <a:pt x="5514934" y="2901434"/>
                  </a:lnTo>
                  <a:lnTo>
                    <a:pt x="5443311" y="2884867"/>
                  </a:lnTo>
                  <a:lnTo>
                    <a:pt x="5371689" y="2867828"/>
                  </a:lnTo>
                  <a:lnTo>
                    <a:pt x="5300066" y="2850304"/>
                  </a:lnTo>
                  <a:lnTo>
                    <a:pt x="5228444" y="2832282"/>
                  </a:lnTo>
                  <a:lnTo>
                    <a:pt x="5156821" y="2813747"/>
                  </a:lnTo>
                  <a:lnTo>
                    <a:pt x="5085199" y="2794685"/>
                  </a:lnTo>
                  <a:lnTo>
                    <a:pt x="5013576" y="2775081"/>
                  </a:lnTo>
                  <a:lnTo>
                    <a:pt x="4941954" y="2754918"/>
                  </a:lnTo>
                  <a:lnTo>
                    <a:pt x="4870331" y="2734183"/>
                  </a:lnTo>
                  <a:lnTo>
                    <a:pt x="4798709" y="2712857"/>
                  </a:lnTo>
                  <a:lnTo>
                    <a:pt x="4727086" y="2690924"/>
                  </a:lnTo>
                  <a:lnTo>
                    <a:pt x="4655464" y="2668368"/>
                  </a:lnTo>
                  <a:lnTo>
                    <a:pt x="4583841" y="2653877"/>
                  </a:lnTo>
                  <a:lnTo>
                    <a:pt x="4512219" y="2652834"/>
                  </a:lnTo>
                  <a:lnTo>
                    <a:pt x="4440596" y="2651790"/>
                  </a:lnTo>
                  <a:lnTo>
                    <a:pt x="4368974" y="2650744"/>
                  </a:lnTo>
                  <a:lnTo>
                    <a:pt x="4297351" y="2649697"/>
                  </a:lnTo>
                  <a:lnTo>
                    <a:pt x="4225729" y="2648649"/>
                  </a:lnTo>
                  <a:lnTo>
                    <a:pt x="4154106" y="2647600"/>
                  </a:lnTo>
                  <a:lnTo>
                    <a:pt x="4082483" y="2646549"/>
                  </a:lnTo>
                  <a:lnTo>
                    <a:pt x="4010861" y="2645497"/>
                  </a:lnTo>
                  <a:lnTo>
                    <a:pt x="3939238" y="2644443"/>
                  </a:lnTo>
                  <a:lnTo>
                    <a:pt x="3867616" y="2643388"/>
                  </a:lnTo>
                  <a:lnTo>
                    <a:pt x="3795993" y="2642332"/>
                  </a:lnTo>
                  <a:lnTo>
                    <a:pt x="3724371" y="2641275"/>
                  </a:lnTo>
                  <a:lnTo>
                    <a:pt x="3652748" y="2640216"/>
                  </a:lnTo>
                  <a:lnTo>
                    <a:pt x="3581126" y="2639156"/>
                  </a:lnTo>
                  <a:lnTo>
                    <a:pt x="3509503" y="2638095"/>
                  </a:lnTo>
                  <a:lnTo>
                    <a:pt x="3437881" y="2637032"/>
                  </a:lnTo>
                  <a:lnTo>
                    <a:pt x="3366258" y="2635968"/>
                  </a:lnTo>
                  <a:lnTo>
                    <a:pt x="3294636" y="2634902"/>
                  </a:lnTo>
                  <a:lnTo>
                    <a:pt x="3223013" y="2633835"/>
                  </a:lnTo>
                  <a:lnTo>
                    <a:pt x="3151391" y="2632767"/>
                  </a:lnTo>
                  <a:lnTo>
                    <a:pt x="3079768" y="2631698"/>
                  </a:lnTo>
                  <a:lnTo>
                    <a:pt x="3008146" y="2630627"/>
                  </a:lnTo>
                  <a:lnTo>
                    <a:pt x="2936523" y="2629555"/>
                  </a:lnTo>
                  <a:lnTo>
                    <a:pt x="2864901" y="2628481"/>
                  </a:lnTo>
                  <a:lnTo>
                    <a:pt x="2793278" y="2627407"/>
                  </a:lnTo>
                  <a:lnTo>
                    <a:pt x="2721655" y="2626330"/>
                  </a:lnTo>
                  <a:lnTo>
                    <a:pt x="2650033" y="2625253"/>
                  </a:lnTo>
                  <a:lnTo>
                    <a:pt x="2578410" y="2624174"/>
                  </a:lnTo>
                  <a:lnTo>
                    <a:pt x="2506788" y="2623094"/>
                  </a:lnTo>
                  <a:lnTo>
                    <a:pt x="2435165" y="2622012"/>
                  </a:lnTo>
                  <a:lnTo>
                    <a:pt x="2363543" y="2620929"/>
                  </a:lnTo>
                  <a:lnTo>
                    <a:pt x="2291920" y="2619845"/>
                  </a:lnTo>
                  <a:lnTo>
                    <a:pt x="2220298" y="2618759"/>
                  </a:lnTo>
                  <a:lnTo>
                    <a:pt x="2148675" y="2617672"/>
                  </a:lnTo>
                  <a:lnTo>
                    <a:pt x="2077053" y="2616583"/>
                  </a:lnTo>
                  <a:lnTo>
                    <a:pt x="2005430" y="2615494"/>
                  </a:lnTo>
                  <a:lnTo>
                    <a:pt x="1933808" y="2614402"/>
                  </a:lnTo>
                  <a:lnTo>
                    <a:pt x="1862185" y="2613310"/>
                  </a:lnTo>
                  <a:lnTo>
                    <a:pt x="1790563" y="2612216"/>
                  </a:lnTo>
                  <a:lnTo>
                    <a:pt x="1718940" y="2611121"/>
                  </a:lnTo>
                  <a:lnTo>
                    <a:pt x="1647318" y="2610024"/>
                  </a:lnTo>
                  <a:lnTo>
                    <a:pt x="1575695" y="2608926"/>
                  </a:lnTo>
                  <a:lnTo>
                    <a:pt x="1504073" y="2607827"/>
                  </a:lnTo>
                  <a:lnTo>
                    <a:pt x="1432450" y="2606726"/>
                  </a:lnTo>
                  <a:lnTo>
                    <a:pt x="1360827" y="2605624"/>
                  </a:lnTo>
                  <a:lnTo>
                    <a:pt x="1289205" y="2604520"/>
                  </a:lnTo>
                  <a:lnTo>
                    <a:pt x="1217582" y="2603415"/>
                  </a:lnTo>
                  <a:lnTo>
                    <a:pt x="1145960" y="2602309"/>
                  </a:lnTo>
                  <a:lnTo>
                    <a:pt x="1074337" y="2601201"/>
                  </a:lnTo>
                  <a:lnTo>
                    <a:pt x="1002715" y="2600092"/>
                  </a:lnTo>
                  <a:lnTo>
                    <a:pt x="931092" y="2598981"/>
                  </a:lnTo>
                  <a:lnTo>
                    <a:pt x="859470" y="2597869"/>
                  </a:lnTo>
                  <a:lnTo>
                    <a:pt x="787847" y="2596756"/>
                  </a:lnTo>
                  <a:lnTo>
                    <a:pt x="716225" y="2595641"/>
                  </a:lnTo>
                  <a:lnTo>
                    <a:pt x="644602" y="2594525"/>
                  </a:lnTo>
                  <a:lnTo>
                    <a:pt x="572980" y="2593408"/>
                  </a:lnTo>
                  <a:lnTo>
                    <a:pt x="501357" y="2592289"/>
                  </a:lnTo>
                  <a:lnTo>
                    <a:pt x="429735" y="2591168"/>
                  </a:lnTo>
                  <a:lnTo>
                    <a:pt x="358112" y="2590047"/>
                  </a:lnTo>
                  <a:lnTo>
                    <a:pt x="286490" y="2588923"/>
                  </a:lnTo>
                  <a:lnTo>
                    <a:pt x="214867" y="2587799"/>
                  </a:lnTo>
                  <a:lnTo>
                    <a:pt x="143245" y="2586673"/>
                  </a:lnTo>
                  <a:lnTo>
                    <a:pt x="71622" y="2585546"/>
                  </a:lnTo>
                  <a:lnTo>
                    <a:pt x="0" y="25844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20139" y="2073503"/>
              <a:ext cx="6142540" cy="2689567"/>
            </a:xfrm>
            <a:custGeom>
              <a:avLst/>
              <a:pathLst>
                <a:path w="6142540" h="2689567">
                  <a:moveTo>
                    <a:pt x="0" y="0"/>
                  </a:moveTo>
                  <a:lnTo>
                    <a:pt x="54625" y="73989"/>
                  </a:lnTo>
                  <a:lnTo>
                    <a:pt x="126248" y="168316"/>
                  </a:lnTo>
                  <a:lnTo>
                    <a:pt x="197870" y="260034"/>
                  </a:lnTo>
                  <a:lnTo>
                    <a:pt x="269493" y="349214"/>
                  </a:lnTo>
                  <a:lnTo>
                    <a:pt x="341115" y="435928"/>
                  </a:lnTo>
                  <a:lnTo>
                    <a:pt x="412738" y="520243"/>
                  </a:lnTo>
                  <a:lnTo>
                    <a:pt x="484360" y="602225"/>
                  </a:lnTo>
                  <a:lnTo>
                    <a:pt x="555983" y="681939"/>
                  </a:lnTo>
                  <a:lnTo>
                    <a:pt x="627605" y="759448"/>
                  </a:lnTo>
                  <a:lnTo>
                    <a:pt x="699228" y="834813"/>
                  </a:lnTo>
                  <a:lnTo>
                    <a:pt x="770850" y="908093"/>
                  </a:lnTo>
                  <a:lnTo>
                    <a:pt x="842473" y="979346"/>
                  </a:lnTo>
                  <a:lnTo>
                    <a:pt x="914095" y="1048627"/>
                  </a:lnTo>
                  <a:lnTo>
                    <a:pt x="985718" y="1115992"/>
                  </a:lnTo>
                  <a:lnTo>
                    <a:pt x="1057340" y="1181494"/>
                  </a:lnTo>
                  <a:lnTo>
                    <a:pt x="1128963" y="1245183"/>
                  </a:lnTo>
                  <a:lnTo>
                    <a:pt x="1200586" y="1307111"/>
                  </a:lnTo>
                  <a:lnTo>
                    <a:pt x="1272208" y="1367325"/>
                  </a:lnTo>
                  <a:lnTo>
                    <a:pt x="1343831" y="1425873"/>
                  </a:lnTo>
                  <a:lnTo>
                    <a:pt x="1415453" y="1482802"/>
                  </a:lnTo>
                  <a:lnTo>
                    <a:pt x="1487076" y="1538156"/>
                  </a:lnTo>
                  <a:lnTo>
                    <a:pt x="1558698" y="1591979"/>
                  </a:lnTo>
                  <a:lnTo>
                    <a:pt x="1630321" y="1644313"/>
                  </a:lnTo>
                  <a:lnTo>
                    <a:pt x="1701943" y="1695199"/>
                  </a:lnTo>
                  <a:lnTo>
                    <a:pt x="1773566" y="1744677"/>
                  </a:lnTo>
                  <a:lnTo>
                    <a:pt x="1845188" y="1792787"/>
                  </a:lnTo>
                  <a:lnTo>
                    <a:pt x="1916811" y="1839565"/>
                  </a:lnTo>
                  <a:lnTo>
                    <a:pt x="1988433" y="1885050"/>
                  </a:lnTo>
                  <a:lnTo>
                    <a:pt x="2060056" y="1929276"/>
                  </a:lnTo>
                  <a:lnTo>
                    <a:pt x="2131678" y="1972279"/>
                  </a:lnTo>
                  <a:lnTo>
                    <a:pt x="2203301" y="2014092"/>
                  </a:lnTo>
                  <a:lnTo>
                    <a:pt x="2274923" y="2054748"/>
                  </a:lnTo>
                  <a:lnTo>
                    <a:pt x="2346546" y="2094280"/>
                  </a:lnTo>
                  <a:lnTo>
                    <a:pt x="2418168" y="2132718"/>
                  </a:lnTo>
                  <a:lnTo>
                    <a:pt x="2489791" y="2170093"/>
                  </a:lnTo>
                  <a:lnTo>
                    <a:pt x="2561414" y="2206434"/>
                  </a:lnTo>
                  <a:lnTo>
                    <a:pt x="2633036" y="2241769"/>
                  </a:lnTo>
                  <a:lnTo>
                    <a:pt x="2704659" y="2276127"/>
                  </a:lnTo>
                  <a:lnTo>
                    <a:pt x="2776281" y="2309535"/>
                  </a:lnTo>
                  <a:lnTo>
                    <a:pt x="2847904" y="2342018"/>
                  </a:lnTo>
                  <a:lnTo>
                    <a:pt x="2919526" y="2373603"/>
                  </a:lnTo>
                  <a:lnTo>
                    <a:pt x="2991149" y="2404314"/>
                  </a:lnTo>
                  <a:lnTo>
                    <a:pt x="3062771" y="2434175"/>
                  </a:lnTo>
                  <a:lnTo>
                    <a:pt x="3134394" y="2463210"/>
                  </a:lnTo>
                  <a:lnTo>
                    <a:pt x="3206016" y="2491442"/>
                  </a:lnTo>
                  <a:lnTo>
                    <a:pt x="3277639" y="2518894"/>
                  </a:lnTo>
                  <a:lnTo>
                    <a:pt x="3349261" y="2545585"/>
                  </a:lnTo>
                  <a:lnTo>
                    <a:pt x="3420884" y="2571538"/>
                  </a:lnTo>
                  <a:lnTo>
                    <a:pt x="3492506" y="2596774"/>
                  </a:lnTo>
                  <a:lnTo>
                    <a:pt x="3564129" y="2621311"/>
                  </a:lnTo>
                  <a:lnTo>
                    <a:pt x="3635751" y="2645169"/>
                  </a:lnTo>
                  <a:lnTo>
                    <a:pt x="3707374" y="2654919"/>
                  </a:lnTo>
                  <a:lnTo>
                    <a:pt x="3778996" y="2655959"/>
                  </a:lnTo>
                  <a:lnTo>
                    <a:pt x="3850619" y="2656998"/>
                  </a:lnTo>
                  <a:lnTo>
                    <a:pt x="3922242" y="2658036"/>
                  </a:lnTo>
                  <a:lnTo>
                    <a:pt x="3993864" y="2659072"/>
                  </a:lnTo>
                  <a:lnTo>
                    <a:pt x="4065487" y="2660107"/>
                  </a:lnTo>
                  <a:lnTo>
                    <a:pt x="4137109" y="2661141"/>
                  </a:lnTo>
                  <a:lnTo>
                    <a:pt x="4208732" y="2662173"/>
                  </a:lnTo>
                  <a:lnTo>
                    <a:pt x="4280354" y="2663205"/>
                  </a:lnTo>
                  <a:lnTo>
                    <a:pt x="4351977" y="2664235"/>
                  </a:lnTo>
                  <a:lnTo>
                    <a:pt x="4423599" y="2665263"/>
                  </a:lnTo>
                  <a:lnTo>
                    <a:pt x="4495222" y="2666291"/>
                  </a:lnTo>
                  <a:lnTo>
                    <a:pt x="4566844" y="2667317"/>
                  </a:lnTo>
                  <a:lnTo>
                    <a:pt x="4638467" y="2668341"/>
                  </a:lnTo>
                  <a:lnTo>
                    <a:pt x="4710089" y="2669365"/>
                  </a:lnTo>
                  <a:lnTo>
                    <a:pt x="4781712" y="2670387"/>
                  </a:lnTo>
                  <a:lnTo>
                    <a:pt x="4853334" y="2671408"/>
                  </a:lnTo>
                  <a:lnTo>
                    <a:pt x="4924957" y="2672428"/>
                  </a:lnTo>
                  <a:lnTo>
                    <a:pt x="4996579" y="2673446"/>
                  </a:lnTo>
                  <a:lnTo>
                    <a:pt x="5068202" y="2674463"/>
                  </a:lnTo>
                  <a:lnTo>
                    <a:pt x="5139824" y="2675479"/>
                  </a:lnTo>
                  <a:lnTo>
                    <a:pt x="5211447" y="2676493"/>
                  </a:lnTo>
                  <a:lnTo>
                    <a:pt x="5283070" y="2677506"/>
                  </a:lnTo>
                  <a:lnTo>
                    <a:pt x="5354692" y="2678518"/>
                  </a:lnTo>
                  <a:lnTo>
                    <a:pt x="5426315" y="2679529"/>
                  </a:lnTo>
                  <a:lnTo>
                    <a:pt x="5497937" y="2680539"/>
                  </a:lnTo>
                  <a:lnTo>
                    <a:pt x="5569560" y="2681547"/>
                  </a:lnTo>
                  <a:lnTo>
                    <a:pt x="5641182" y="2682554"/>
                  </a:lnTo>
                  <a:lnTo>
                    <a:pt x="5712805" y="2683559"/>
                  </a:lnTo>
                  <a:lnTo>
                    <a:pt x="5784427" y="2684564"/>
                  </a:lnTo>
                  <a:lnTo>
                    <a:pt x="5856050" y="2685567"/>
                  </a:lnTo>
                  <a:lnTo>
                    <a:pt x="5927672" y="2686569"/>
                  </a:lnTo>
                  <a:lnTo>
                    <a:pt x="5999295" y="2687569"/>
                  </a:lnTo>
                  <a:lnTo>
                    <a:pt x="6070917" y="2688569"/>
                  </a:lnTo>
                  <a:lnTo>
                    <a:pt x="6142540" y="26895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657920"/>
              <a:ext cx="7090630" cy="585194"/>
            </a:xfrm>
            <a:custGeom>
              <a:avLst/>
              <a:pathLst>
                <a:path w="7090630" h="585194">
                  <a:moveTo>
                    <a:pt x="7090630" y="585194"/>
                  </a:moveTo>
                  <a:lnTo>
                    <a:pt x="7019007" y="576256"/>
                  </a:lnTo>
                  <a:lnTo>
                    <a:pt x="6947385" y="567065"/>
                  </a:lnTo>
                  <a:lnTo>
                    <a:pt x="6875762" y="557611"/>
                  </a:lnTo>
                  <a:lnTo>
                    <a:pt x="6804139" y="547889"/>
                  </a:lnTo>
                  <a:lnTo>
                    <a:pt x="6732517" y="537890"/>
                  </a:lnTo>
                  <a:lnTo>
                    <a:pt x="6660894" y="527607"/>
                  </a:lnTo>
                  <a:lnTo>
                    <a:pt x="6589272" y="517031"/>
                  </a:lnTo>
                  <a:lnTo>
                    <a:pt x="6517649" y="506154"/>
                  </a:lnTo>
                  <a:lnTo>
                    <a:pt x="6446027" y="494968"/>
                  </a:lnTo>
                  <a:lnTo>
                    <a:pt x="6374404" y="483464"/>
                  </a:lnTo>
                  <a:lnTo>
                    <a:pt x="6302782" y="471632"/>
                  </a:lnTo>
                  <a:lnTo>
                    <a:pt x="6231159" y="459464"/>
                  </a:lnTo>
                  <a:lnTo>
                    <a:pt x="6159537" y="446949"/>
                  </a:lnTo>
                  <a:lnTo>
                    <a:pt x="6087914" y="434078"/>
                  </a:lnTo>
                  <a:lnTo>
                    <a:pt x="6016292" y="420841"/>
                  </a:lnTo>
                  <a:lnTo>
                    <a:pt x="5944669" y="407228"/>
                  </a:lnTo>
                  <a:lnTo>
                    <a:pt x="5873047" y="393227"/>
                  </a:lnTo>
                  <a:lnTo>
                    <a:pt x="5801424" y="378828"/>
                  </a:lnTo>
                  <a:lnTo>
                    <a:pt x="5729802" y="364019"/>
                  </a:lnTo>
                  <a:lnTo>
                    <a:pt x="5658179" y="348789"/>
                  </a:lnTo>
                  <a:lnTo>
                    <a:pt x="5586557" y="333126"/>
                  </a:lnTo>
                  <a:lnTo>
                    <a:pt x="5514934" y="317017"/>
                  </a:lnTo>
                  <a:lnTo>
                    <a:pt x="5443311" y="300449"/>
                  </a:lnTo>
                  <a:lnTo>
                    <a:pt x="5371689" y="283411"/>
                  </a:lnTo>
                  <a:lnTo>
                    <a:pt x="5300066" y="265887"/>
                  </a:lnTo>
                  <a:lnTo>
                    <a:pt x="5228444" y="247865"/>
                  </a:lnTo>
                  <a:lnTo>
                    <a:pt x="5156821" y="229330"/>
                  </a:lnTo>
                  <a:lnTo>
                    <a:pt x="5085199" y="210268"/>
                  </a:lnTo>
                  <a:lnTo>
                    <a:pt x="5013576" y="190664"/>
                  </a:lnTo>
                  <a:lnTo>
                    <a:pt x="4941954" y="170501"/>
                  </a:lnTo>
                  <a:lnTo>
                    <a:pt x="4870331" y="149765"/>
                  </a:lnTo>
                  <a:lnTo>
                    <a:pt x="4798709" y="128440"/>
                  </a:lnTo>
                  <a:lnTo>
                    <a:pt x="4727086" y="106507"/>
                  </a:lnTo>
                  <a:lnTo>
                    <a:pt x="4655464" y="83950"/>
                  </a:lnTo>
                  <a:lnTo>
                    <a:pt x="4583841" y="69460"/>
                  </a:lnTo>
                  <a:lnTo>
                    <a:pt x="4512219" y="68417"/>
                  </a:lnTo>
                  <a:lnTo>
                    <a:pt x="4440596" y="67373"/>
                  </a:lnTo>
                  <a:lnTo>
                    <a:pt x="4368974" y="66327"/>
                  </a:lnTo>
                  <a:lnTo>
                    <a:pt x="4297351" y="65280"/>
                  </a:lnTo>
                  <a:lnTo>
                    <a:pt x="4225729" y="64232"/>
                  </a:lnTo>
                  <a:lnTo>
                    <a:pt x="4154106" y="63182"/>
                  </a:lnTo>
                  <a:lnTo>
                    <a:pt x="4082483" y="62132"/>
                  </a:lnTo>
                  <a:lnTo>
                    <a:pt x="4010861" y="61079"/>
                  </a:lnTo>
                  <a:lnTo>
                    <a:pt x="3939238" y="60026"/>
                  </a:lnTo>
                  <a:lnTo>
                    <a:pt x="3867616" y="58971"/>
                  </a:lnTo>
                  <a:lnTo>
                    <a:pt x="3795993" y="57915"/>
                  </a:lnTo>
                  <a:lnTo>
                    <a:pt x="3724371" y="56858"/>
                  </a:lnTo>
                  <a:lnTo>
                    <a:pt x="3652748" y="55799"/>
                  </a:lnTo>
                  <a:lnTo>
                    <a:pt x="3581126" y="54739"/>
                  </a:lnTo>
                  <a:lnTo>
                    <a:pt x="3509503" y="53677"/>
                  </a:lnTo>
                  <a:lnTo>
                    <a:pt x="3437881" y="52615"/>
                  </a:lnTo>
                  <a:lnTo>
                    <a:pt x="3366258" y="51550"/>
                  </a:lnTo>
                  <a:lnTo>
                    <a:pt x="3294636" y="50485"/>
                  </a:lnTo>
                  <a:lnTo>
                    <a:pt x="3223013" y="49418"/>
                  </a:lnTo>
                  <a:lnTo>
                    <a:pt x="3151391" y="48350"/>
                  </a:lnTo>
                  <a:lnTo>
                    <a:pt x="3079768" y="47281"/>
                  </a:lnTo>
                  <a:lnTo>
                    <a:pt x="3008146" y="46210"/>
                  </a:lnTo>
                  <a:lnTo>
                    <a:pt x="2936523" y="45138"/>
                  </a:lnTo>
                  <a:lnTo>
                    <a:pt x="2864901" y="44064"/>
                  </a:lnTo>
                  <a:lnTo>
                    <a:pt x="2793278" y="42989"/>
                  </a:lnTo>
                  <a:lnTo>
                    <a:pt x="2721655" y="41913"/>
                  </a:lnTo>
                  <a:lnTo>
                    <a:pt x="2650033" y="40836"/>
                  </a:lnTo>
                  <a:lnTo>
                    <a:pt x="2578410" y="39757"/>
                  </a:lnTo>
                  <a:lnTo>
                    <a:pt x="2506788" y="38676"/>
                  </a:lnTo>
                  <a:lnTo>
                    <a:pt x="2435165" y="37595"/>
                  </a:lnTo>
                  <a:lnTo>
                    <a:pt x="2363543" y="36512"/>
                  </a:lnTo>
                  <a:lnTo>
                    <a:pt x="2291920" y="35427"/>
                  </a:lnTo>
                  <a:lnTo>
                    <a:pt x="2220298" y="34342"/>
                  </a:lnTo>
                  <a:lnTo>
                    <a:pt x="2148675" y="33255"/>
                  </a:lnTo>
                  <a:lnTo>
                    <a:pt x="2077053" y="32166"/>
                  </a:lnTo>
                  <a:lnTo>
                    <a:pt x="2005430" y="31076"/>
                  </a:lnTo>
                  <a:lnTo>
                    <a:pt x="1933808" y="29985"/>
                  </a:lnTo>
                  <a:lnTo>
                    <a:pt x="1862185" y="28893"/>
                  </a:lnTo>
                  <a:lnTo>
                    <a:pt x="1790563" y="27799"/>
                  </a:lnTo>
                  <a:lnTo>
                    <a:pt x="1718940" y="26703"/>
                  </a:lnTo>
                  <a:lnTo>
                    <a:pt x="1647318" y="25607"/>
                  </a:lnTo>
                  <a:lnTo>
                    <a:pt x="1575695" y="24509"/>
                  </a:lnTo>
                  <a:lnTo>
                    <a:pt x="1504073" y="23409"/>
                  </a:lnTo>
                  <a:lnTo>
                    <a:pt x="1432450" y="22309"/>
                  </a:lnTo>
                  <a:lnTo>
                    <a:pt x="1360827" y="21206"/>
                  </a:lnTo>
                  <a:lnTo>
                    <a:pt x="1289205" y="20103"/>
                  </a:lnTo>
                  <a:lnTo>
                    <a:pt x="1217582" y="18998"/>
                  </a:lnTo>
                  <a:lnTo>
                    <a:pt x="1145960" y="17891"/>
                  </a:lnTo>
                  <a:lnTo>
                    <a:pt x="1074337" y="16784"/>
                  </a:lnTo>
                  <a:lnTo>
                    <a:pt x="1002715" y="15675"/>
                  </a:lnTo>
                  <a:lnTo>
                    <a:pt x="931092" y="14564"/>
                  </a:lnTo>
                  <a:lnTo>
                    <a:pt x="859470" y="13452"/>
                  </a:lnTo>
                  <a:lnTo>
                    <a:pt x="787847" y="12339"/>
                  </a:lnTo>
                  <a:lnTo>
                    <a:pt x="716225" y="11224"/>
                  </a:lnTo>
                  <a:lnTo>
                    <a:pt x="644602" y="10108"/>
                  </a:lnTo>
                  <a:lnTo>
                    <a:pt x="572980" y="8990"/>
                  </a:lnTo>
                  <a:lnTo>
                    <a:pt x="501357" y="7871"/>
                  </a:lnTo>
                  <a:lnTo>
                    <a:pt x="429735" y="6751"/>
                  </a:lnTo>
                  <a:lnTo>
                    <a:pt x="358112" y="5629"/>
                  </a:lnTo>
                  <a:lnTo>
                    <a:pt x="286490" y="4506"/>
                  </a:lnTo>
                  <a:lnTo>
                    <a:pt x="214867" y="3382"/>
                  </a:lnTo>
                  <a:lnTo>
                    <a:pt x="143245" y="2256"/>
                  </a:lnTo>
                  <a:lnTo>
                    <a:pt x="71622" y="112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426136"/>
              <a:ext cx="7090630" cy="1631633"/>
            </a:xfrm>
            <a:custGeom>
              <a:avLst/>
              <a:pathLst>
                <a:path w="7090630" h="1631633">
                  <a:moveTo>
                    <a:pt x="0" y="0"/>
                  </a:moveTo>
                  <a:lnTo>
                    <a:pt x="71622" y="31003"/>
                  </a:lnTo>
                  <a:lnTo>
                    <a:pt x="143245" y="61555"/>
                  </a:lnTo>
                  <a:lnTo>
                    <a:pt x="214867" y="91663"/>
                  </a:lnTo>
                  <a:lnTo>
                    <a:pt x="286490" y="121333"/>
                  </a:lnTo>
                  <a:lnTo>
                    <a:pt x="358112" y="150572"/>
                  </a:lnTo>
                  <a:lnTo>
                    <a:pt x="429735" y="179385"/>
                  </a:lnTo>
                  <a:lnTo>
                    <a:pt x="501357" y="207778"/>
                  </a:lnTo>
                  <a:lnTo>
                    <a:pt x="572980" y="235759"/>
                  </a:lnTo>
                  <a:lnTo>
                    <a:pt x="644602" y="263333"/>
                  </a:lnTo>
                  <a:lnTo>
                    <a:pt x="716225" y="290505"/>
                  </a:lnTo>
                  <a:lnTo>
                    <a:pt x="787847" y="317282"/>
                  </a:lnTo>
                  <a:lnTo>
                    <a:pt x="859470" y="343670"/>
                  </a:lnTo>
                  <a:lnTo>
                    <a:pt x="931092" y="369674"/>
                  </a:lnTo>
                  <a:lnTo>
                    <a:pt x="1002715" y="395299"/>
                  </a:lnTo>
                  <a:lnTo>
                    <a:pt x="1074337" y="420552"/>
                  </a:lnTo>
                  <a:lnTo>
                    <a:pt x="1145960" y="445437"/>
                  </a:lnTo>
                  <a:lnTo>
                    <a:pt x="1217582" y="469960"/>
                  </a:lnTo>
                  <a:lnTo>
                    <a:pt x="1289205" y="494127"/>
                  </a:lnTo>
                  <a:lnTo>
                    <a:pt x="1360827" y="517942"/>
                  </a:lnTo>
                  <a:lnTo>
                    <a:pt x="1432450" y="541410"/>
                  </a:lnTo>
                  <a:lnTo>
                    <a:pt x="1504073" y="564537"/>
                  </a:lnTo>
                  <a:lnTo>
                    <a:pt x="1575695" y="587328"/>
                  </a:lnTo>
                  <a:lnTo>
                    <a:pt x="1647318" y="609787"/>
                  </a:lnTo>
                  <a:lnTo>
                    <a:pt x="1718940" y="631919"/>
                  </a:lnTo>
                  <a:lnTo>
                    <a:pt x="1790563" y="653729"/>
                  </a:lnTo>
                  <a:lnTo>
                    <a:pt x="1862185" y="675222"/>
                  </a:lnTo>
                  <a:lnTo>
                    <a:pt x="1933808" y="696403"/>
                  </a:lnTo>
                  <a:lnTo>
                    <a:pt x="2005430" y="717275"/>
                  </a:lnTo>
                  <a:lnTo>
                    <a:pt x="2077053" y="737843"/>
                  </a:lnTo>
                  <a:lnTo>
                    <a:pt x="2148675" y="758113"/>
                  </a:lnTo>
                  <a:lnTo>
                    <a:pt x="2220298" y="778087"/>
                  </a:lnTo>
                  <a:lnTo>
                    <a:pt x="2291920" y="797771"/>
                  </a:lnTo>
                  <a:lnTo>
                    <a:pt x="2363543" y="817168"/>
                  </a:lnTo>
                  <a:lnTo>
                    <a:pt x="2435165" y="836284"/>
                  </a:lnTo>
                  <a:lnTo>
                    <a:pt x="2506788" y="855121"/>
                  </a:lnTo>
                  <a:lnTo>
                    <a:pt x="2578410" y="873684"/>
                  </a:lnTo>
                  <a:lnTo>
                    <a:pt x="2650033" y="891977"/>
                  </a:lnTo>
                  <a:lnTo>
                    <a:pt x="2721655" y="910004"/>
                  </a:lnTo>
                  <a:lnTo>
                    <a:pt x="2793278" y="927769"/>
                  </a:lnTo>
                  <a:lnTo>
                    <a:pt x="2864901" y="945275"/>
                  </a:lnTo>
                  <a:lnTo>
                    <a:pt x="2936523" y="962527"/>
                  </a:lnTo>
                  <a:lnTo>
                    <a:pt x="3008146" y="979527"/>
                  </a:lnTo>
                  <a:lnTo>
                    <a:pt x="3079768" y="996281"/>
                  </a:lnTo>
                  <a:lnTo>
                    <a:pt x="3151391" y="1012790"/>
                  </a:lnTo>
                  <a:lnTo>
                    <a:pt x="3223013" y="1029059"/>
                  </a:lnTo>
                  <a:lnTo>
                    <a:pt x="3294636" y="1045092"/>
                  </a:lnTo>
                  <a:lnTo>
                    <a:pt x="3366258" y="1060892"/>
                  </a:lnTo>
                  <a:lnTo>
                    <a:pt x="3437881" y="1076461"/>
                  </a:lnTo>
                  <a:lnTo>
                    <a:pt x="3509503" y="1091804"/>
                  </a:lnTo>
                  <a:lnTo>
                    <a:pt x="3581126" y="1106924"/>
                  </a:lnTo>
                  <a:lnTo>
                    <a:pt x="3652748" y="1121824"/>
                  </a:lnTo>
                  <a:lnTo>
                    <a:pt x="3724371" y="1136507"/>
                  </a:lnTo>
                  <a:lnTo>
                    <a:pt x="3795993" y="1150977"/>
                  </a:lnTo>
                  <a:lnTo>
                    <a:pt x="3867616" y="1165236"/>
                  </a:lnTo>
                  <a:lnTo>
                    <a:pt x="3939238" y="1179287"/>
                  </a:lnTo>
                  <a:lnTo>
                    <a:pt x="4010861" y="1193135"/>
                  </a:lnTo>
                  <a:lnTo>
                    <a:pt x="4082483" y="1206780"/>
                  </a:lnTo>
                  <a:lnTo>
                    <a:pt x="4154106" y="1220227"/>
                  </a:lnTo>
                  <a:lnTo>
                    <a:pt x="4225729" y="1233479"/>
                  </a:lnTo>
                  <a:lnTo>
                    <a:pt x="4297351" y="1246538"/>
                  </a:lnTo>
                  <a:lnTo>
                    <a:pt x="4368974" y="1259407"/>
                  </a:lnTo>
                  <a:lnTo>
                    <a:pt x="4440596" y="1272088"/>
                  </a:lnTo>
                  <a:lnTo>
                    <a:pt x="4512219" y="1284585"/>
                  </a:lnTo>
                  <a:lnTo>
                    <a:pt x="4583841" y="1296901"/>
                  </a:lnTo>
                  <a:lnTo>
                    <a:pt x="4655464" y="1309037"/>
                  </a:lnTo>
                  <a:lnTo>
                    <a:pt x="4727086" y="1320996"/>
                  </a:lnTo>
                  <a:lnTo>
                    <a:pt x="4798709" y="1332782"/>
                  </a:lnTo>
                  <a:lnTo>
                    <a:pt x="4870331" y="1344396"/>
                  </a:lnTo>
                  <a:lnTo>
                    <a:pt x="4941954" y="1355841"/>
                  </a:lnTo>
                  <a:lnTo>
                    <a:pt x="5013576" y="1367120"/>
                  </a:lnTo>
                  <a:lnTo>
                    <a:pt x="5085199" y="1378234"/>
                  </a:lnTo>
                  <a:lnTo>
                    <a:pt x="5156821" y="1389187"/>
                  </a:lnTo>
                  <a:lnTo>
                    <a:pt x="5228444" y="1399981"/>
                  </a:lnTo>
                  <a:lnTo>
                    <a:pt x="5300066" y="1410617"/>
                  </a:lnTo>
                  <a:lnTo>
                    <a:pt x="5371689" y="1421099"/>
                  </a:lnTo>
                  <a:lnTo>
                    <a:pt x="5443311" y="1431428"/>
                  </a:lnTo>
                  <a:lnTo>
                    <a:pt x="5514934" y="1441607"/>
                  </a:lnTo>
                  <a:lnTo>
                    <a:pt x="5586557" y="1451638"/>
                  </a:lnTo>
                  <a:lnTo>
                    <a:pt x="5658179" y="1461523"/>
                  </a:lnTo>
                  <a:lnTo>
                    <a:pt x="5729802" y="1471265"/>
                  </a:lnTo>
                  <a:lnTo>
                    <a:pt x="5801424" y="1480864"/>
                  </a:lnTo>
                  <a:lnTo>
                    <a:pt x="5873047" y="1490324"/>
                  </a:lnTo>
                  <a:lnTo>
                    <a:pt x="5944669" y="1499646"/>
                  </a:lnTo>
                  <a:lnTo>
                    <a:pt x="6016292" y="1508833"/>
                  </a:lnTo>
                  <a:lnTo>
                    <a:pt x="6087914" y="1517886"/>
                  </a:lnTo>
                  <a:lnTo>
                    <a:pt x="6159537" y="1526807"/>
                  </a:lnTo>
                  <a:lnTo>
                    <a:pt x="6231159" y="1535598"/>
                  </a:lnTo>
                  <a:lnTo>
                    <a:pt x="6302782" y="1544262"/>
                  </a:lnTo>
                  <a:lnTo>
                    <a:pt x="6374404" y="1552799"/>
                  </a:lnTo>
                  <a:lnTo>
                    <a:pt x="6446027" y="1561213"/>
                  </a:lnTo>
                  <a:lnTo>
                    <a:pt x="6517649" y="1569504"/>
                  </a:lnTo>
                  <a:lnTo>
                    <a:pt x="6589272" y="1577674"/>
                  </a:lnTo>
                  <a:lnTo>
                    <a:pt x="6660894" y="1585725"/>
                  </a:lnTo>
                  <a:lnTo>
                    <a:pt x="6732517" y="1593660"/>
                  </a:lnTo>
                  <a:lnTo>
                    <a:pt x="6804139" y="1601479"/>
                  </a:lnTo>
                  <a:lnTo>
                    <a:pt x="6875762" y="1609184"/>
                  </a:lnTo>
                  <a:lnTo>
                    <a:pt x="6947385" y="1616777"/>
                  </a:lnTo>
                  <a:lnTo>
                    <a:pt x="7019007" y="1624259"/>
                  </a:lnTo>
                  <a:lnTo>
                    <a:pt x="7090630" y="163163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83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585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4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82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69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1.23 (1.02-1.48), p_Bonf = 0.192 (n = 6)  |  per IQR decline (Δ = 21.9): 1.57 (1.04-2.37)  |  IQR: [-10.5,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2026-10-08T10:07:52Z</dcterms:modified>
  <cp:category/>
</cp:coreProperties>
</file>