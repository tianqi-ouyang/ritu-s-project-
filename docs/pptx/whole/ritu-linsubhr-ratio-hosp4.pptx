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207291" y="2073503"/>
              <a:ext cx="4055387" cy="3483746"/>
            </a:xfrm>
            <a:custGeom>
              <a:avLst/>
              <a:pathLst>
                <a:path w="4055387" h="3483746">
                  <a:moveTo>
                    <a:pt x="29017" y="0"/>
                  </a:moveTo>
                  <a:lnTo>
                    <a:pt x="44526" y="1158189"/>
                  </a:lnTo>
                  <a:lnTo>
                    <a:pt x="116148" y="2750926"/>
                  </a:lnTo>
                  <a:lnTo>
                    <a:pt x="187771" y="3187982"/>
                  </a:lnTo>
                  <a:lnTo>
                    <a:pt x="259393" y="3364376"/>
                  </a:lnTo>
                  <a:lnTo>
                    <a:pt x="331016" y="3435569"/>
                  </a:lnTo>
                  <a:lnTo>
                    <a:pt x="402638" y="3464302"/>
                  </a:lnTo>
                  <a:lnTo>
                    <a:pt x="474261" y="3475899"/>
                  </a:lnTo>
                  <a:lnTo>
                    <a:pt x="545883" y="3480579"/>
                  </a:lnTo>
                  <a:lnTo>
                    <a:pt x="617506" y="3482468"/>
                  </a:lnTo>
                  <a:lnTo>
                    <a:pt x="689128" y="3483230"/>
                  </a:lnTo>
                  <a:lnTo>
                    <a:pt x="760751" y="3483538"/>
                  </a:lnTo>
                  <a:lnTo>
                    <a:pt x="832373" y="3483662"/>
                  </a:lnTo>
                  <a:lnTo>
                    <a:pt x="903996" y="3483712"/>
                  </a:lnTo>
                  <a:lnTo>
                    <a:pt x="975618" y="3483733"/>
                  </a:lnTo>
                  <a:lnTo>
                    <a:pt x="1047241" y="3483741"/>
                  </a:lnTo>
                  <a:lnTo>
                    <a:pt x="1118863" y="3483744"/>
                  </a:lnTo>
                  <a:lnTo>
                    <a:pt x="1190486" y="3483746"/>
                  </a:lnTo>
                  <a:lnTo>
                    <a:pt x="1262109" y="3483746"/>
                  </a:lnTo>
                  <a:lnTo>
                    <a:pt x="1333731" y="3483746"/>
                  </a:lnTo>
                  <a:lnTo>
                    <a:pt x="1405354" y="3483746"/>
                  </a:lnTo>
                  <a:lnTo>
                    <a:pt x="1476976" y="3483746"/>
                  </a:lnTo>
                  <a:lnTo>
                    <a:pt x="1548599" y="3483746"/>
                  </a:lnTo>
                  <a:lnTo>
                    <a:pt x="1620221" y="3483746"/>
                  </a:lnTo>
                  <a:lnTo>
                    <a:pt x="1691844" y="3483746"/>
                  </a:lnTo>
                  <a:lnTo>
                    <a:pt x="1763466" y="3483746"/>
                  </a:lnTo>
                  <a:lnTo>
                    <a:pt x="1835089" y="3483746"/>
                  </a:lnTo>
                  <a:lnTo>
                    <a:pt x="1906711" y="3483746"/>
                  </a:lnTo>
                  <a:lnTo>
                    <a:pt x="1978334" y="3483746"/>
                  </a:lnTo>
                  <a:lnTo>
                    <a:pt x="2049956" y="3483746"/>
                  </a:lnTo>
                  <a:lnTo>
                    <a:pt x="2121579" y="3483746"/>
                  </a:lnTo>
                  <a:lnTo>
                    <a:pt x="2193201" y="3483746"/>
                  </a:lnTo>
                  <a:lnTo>
                    <a:pt x="2264824" y="3483746"/>
                  </a:lnTo>
                  <a:lnTo>
                    <a:pt x="2336446" y="3483746"/>
                  </a:lnTo>
                  <a:lnTo>
                    <a:pt x="2408069" y="3483746"/>
                  </a:lnTo>
                  <a:lnTo>
                    <a:pt x="2479691" y="3483746"/>
                  </a:lnTo>
                  <a:lnTo>
                    <a:pt x="2551314" y="3483746"/>
                  </a:lnTo>
                  <a:lnTo>
                    <a:pt x="2622937" y="3483746"/>
                  </a:lnTo>
                  <a:lnTo>
                    <a:pt x="2694559" y="3483746"/>
                  </a:lnTo>
                  <a:lnTo>
                    <a:pt x="2766182" y="3483746"/>
                  </a:lnTo>
                  <a:lnTo>
                    <a:pt x="2837804" y="3483746"/>
                  </a:lnTo>
                  <a:lnTo>
                    <a:pt x="2909427" y="3483746"/>
                  </a:lnTo>
                  <a:lnTo>
                    <a:pt x="2981049" y="3483746"/>
                  </a:lnTo>
                  <a:lnTo>
                    <a:pt x="3052672" y="3483746"/>
                  </a:lnTo>
                  <a:lnTo>
                    <a:pt x="3124294" y="3483746"/>
                  </a:lnTo>
                  <a:lnTo>
                    <a:pt x="3195917" y="3483746"/>
                  </a:lnTo>
                  <a:lnTo>
                    <a:pt x="3267539" y="3483746"/>
                  </a:lnTo>
                  <a:lnTo>
                    <a:pt x="3339162" y="3483746"/>
                  </a:lnTo>
                  <a:lnTo>
                    <a:pt x="3410784" y="3483746"/>
                  </a:lnTo>
                  <a:lnTo>
                    <a:pt x="3482407" y="3483746"/>
                  </a:lnTo>
                  <a:lnTo>
                    <a:pt x="3554029" y="3483746"/>
                  </a:lnTo>
                  <a:lnTo>
                    <a:pt x="3625652" y="3483746"/>
                  </a:lnTo>
                  <a:lnTo>
                    <a:pt x="3697274" y="3483746"/>
                  </a:lnTo>
                  <a:lnTo>
                    <a:pt x="3768897" y="3483746"/>
                  </a:lnTo>
                  <a:lnTo>
                    <a:pt x="3840519" y="3483746"/>
                  </a:lnTo>
                  <a:lnTo>
                    <a:pt x="3912142" y="3483746"/>
                  </a:lnTo>
                  <a:lnTo>
                    <a:pt x="3983765" y="3483746"/>
                  </a:lnTo>
                  <a:lnTo>
                    <a:pt x="4055387" y="3483746"/>
                  </a:lnTo>
                  <a:lnTo>
                    <a:pt x="3983765" y="3483746"/>
                  </a:lnTo>
                  <a:lnTo>
                    <a:pt x="3912142" y="3483746"/>
                  </a:lnTo>
                  <a:lnTo>
                    <a:pt x="3840519" y="3483746"/>
                  </a:lnTo>
                  <a:lnTo>
                    <a:pt x="3768897" y="3483746"/>
                  </a:lnTo>
                  <a:lnTo>
                    <a:pt x="3697274" y="3483746"/>
                  </a:lnTo>
                  <a:lnTo>
                    <a:pt x="3625652" y="3483746"/>
                  </a:lnTo>
                  <a:lnTo>
                    <a:pt x="3554029" y="3483746"/>
                  </a:lnTo>
                  <a:lnTo>
                    <a:pt x="3482407" y="3483746"/>
                  </a:lnTo>
                  <a:lnTo>
                    <a:pt x="3410784" y="3483746"/>
                  </a:lnTo>
                  <a:lnTo>
                    <a:pt x="3339162" y="3483746"/>
                  </a:lnTo>
                  <a:lnTo>
                    <a:pt x="3267539" y="3483746"/>
                  </a:lnTo>
                  <a:lnTo>
                    <a:pt x="3195917" y="3483746"/>
                  </a:lnTo>
                  <a:lnTo>
                    <a:pt x="3124294" y="3483746"/>
                  </a:lnTo>
                  <a:lnTo>
                    <a:pt x="3052672" y="3483746"/>
                  </a:lnTo>
                  <a:lnTo>
                    <a:pt x="2981049" y="3483746"/>
                  </a:lnTo>
                  <a:lnTo>
                    <a:pt x="2909427" y="3483746"/>
                  </a:lnTo>
                  <a:lnTo>
                    <a:pt x="2837804" y="3483746"/>
                  </a:lnTo>
                  <a:lnTo>
                    <a:pt x="2766182" y="3483746"/>
                  </a:lnTo>
                  <a:lnTo>
                    <a:pt x="2694559" y="3483746"/>
                  </a:lnTo>
                  <a:lnTo>
                    <a:pt x="2622937" y="3483746"/>
                  </a:lnTo>
                  <a:lnTo>
                    <a:pt x="2551314" y="3483746"/>
                  </a:lnTo>
                  <a:lnTo>
                    <a:pt x="2479691" y="3483746"/>
                  </a:lnTo>
                  <a:lnTo>
                    <a:pt x="2408069" y="3483746"/>
                  </a:lnTo>
                  <a:lnTo>
                    <a:pt x="2336446" y="3483746"/>
                  </a:lnTo>
                  <a:lnTo>
                    <a:pt x="2264824" y="3483746"/>
                  </a:lnTo>
                  <a:lnTo>
                    <a:pt x="2193201" y="3483746"/>
                  </a:lnTo>
                  <a:lnTo>
                    <a:pt x="2121579" y="3483746"/>
                  </a:lnTo>
                  <a:lnTo>
                    <a:pt x="2049956" y="3483746"/>
                  </a:lnTo>
                  <a:lnTo>
                    <a:pt x="1978334" y="3483746"/>
                  </a:lnTo>
                  <a:lnTo>
                    <a:pt x="1906711" y="3483746"/>
                  </a:lnTo>
                  <a:lnTo>
                    <a:pt x="1835089" y="3483746"/>
                  </a:lnTo>
                  <a:lnTo>
                    <a:pt x="1763466" y="3483746"/>
                  </a:lnTo>
                  <a:lnTo>
                    <a:pt x="1691844" y="3483746"/>
                  </a:lnTo>
                  <a:lnTo>
                    <a:pt x="1620221" y="3483746"/>
                  </a:lnTo>
                  <a:lnTo>
                    <a:pt x="1548599" y="3483746"/>
                  </a:lnTo>
                  <a:lnTo>
                    <a:pt x="1476976" y="3483746"/>
                  </a:lnTo>
                  <a:lnTo>
                    <a:pt x="1405354" y="3483746"/>
                  </a:lnTo>
                  <a:lnTo>
                    <a:pt x="1333731" y="3483746"/>
                  </a:lnTo>
                  <a:lnTo>
                    <a:pt x="1262109" y="3483746"/>
                  </a:lnTo>
                  <a:lnTo>
                    <a:pt x="1190486" y="3483746"/>
                  </a:lnTo>
                  <a:lnTo>
                    <a:pt x="1118863" y="3483746"/>
                  </a:lnTo>
                  <a:lnTo>
                    <a:pt x="1047241" y="3483746"/>
                  </a:lnTo>
                  <a:lnTo>
                    <a:pt x="975618" y="3483746"/>
                  </a:lnTo>
                  <a:lnTo>
                    <a:pt x="903996" y="3483745"/>
                  </a:lnTo>
                  <a:lnTo>
                    <a:pt x="832373" y="3483742"/>
                  </a:lnTo>
                  <a:lnTo>
                    <a:pt x="760751" y="3483731"/>
                  </a:lnTo>
                  <a:lnTo>
                    <a:pt x="689128" y="3483696"/>
                  </a:lnTo>
                  <a:lnTo>
                    <a:pt x="617506" y="3483581"/>
                  </a:lnTo>
                  <a:lnTo>
                    <a:pt x="545883" y="3483201"/>
                  </a:lnTo>
                  <a:lnTo>
                    <a:pt x="474261" y="3481946"/>
                  </a:lnTo>
                  <a:lnTo>
                    <a:pt x="402638" y="3477805"/>
                  </a:lnTo>
                  <a:lnTo>
                    <a:pt x="331016" y="3464138"/>
                  </a:lnTo>
                  <a:lnTo>
                    <a:pt x="259393" y="3419039"/>
                  </a:lnTo>
                  <a:lnTo>
                    <a:pt x="187771" y="3270206"/>
                  </a:lnTo>
                  <a:lnTo>
                    <a:pt x="116148" y="2779048"/>
                  </a:lnTo>
                  <a:lnTo>
                    <a:pt x="44526" y="16680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36309" y="2073503"/>
              <a:ext cx="4026369" cy="3483746"/>
            </a:xfrm>
            <a:custGeom>
              <a:avLst/>
              <a:pathLst>
                <a:path w="4026369" h="3483746">
                  <a:moveTo>
                    <a:pt x="0" y="0"/>
                  </a:moveTo>
                  <a:lnTo>
                    <a:pt x="15508" y="1158189"/>
                  </a:lnTo>
                  <a:lnTo>
                    <a:pt x="87130" y="2750926"/>
                  </a:lnTo>
                  <a:lnTo>
                    <a:pt x="158753" y="3187982"/>
                  </a:lnTo>
                  <a:lnTo>
                    <a:pt x="230375" y="3364376"/>
                  </a:lnTo>
                  <a:lnTo>
                    <a:pt x="301998" y="3435569"/>
                  </a:lnTo>
                  <a:lnTo>
                    <a:pt x="373620" y="3464302"/>
                  </a:lnTo>
                  <a:lnTo>
                    <a:pt x="445243" y="3475899"/>
                  </a:lnTo>
                  <a:lnTo>
                    <a:pt x="516865" y="3480579"/>
                  </a:lnTo>
                  <a:lnTo>
                    <a:pt x="588488" y="3482468"/>
                  </a:lnTo>
                  <a:lnTo>
                    <a:pt x="660110" y="3483230"/>
                  </a:lnTo>
                  <a:lnTo>
                    <a:pt x="731733" y="3483538"/>
                  </a:lnTo>
                  <a:lnTo>
                    <a:pt x="803355" y="3483662"/>
                  </a:lnTo>
                  <a:lnTo>
                    <a:pt x="874978" y="3483712"/>
                  </a:lnTo>
                  <a:lnTo>
                    <a:pt x="946601" y="3483733"/>
                  </a:lnTo>
                  <a:lnTo>
                    <a:pt x="1018223" y="3483741"/>
                  </a:lnTo>
                  <a:lnTo>
                    <a:pt x="1089846" y="3483744"/>
                  </a:lnTo>
                  <a:lnTo>
                    <a:pt x="1161468" y="3483746"/>
                  </a:lnTo>
                  <a:lnTo>
                    <a:pt x="1233091" y="3483746"/>
                  </a:lnTo>
                  <a:lnTo>
                    <a:pt x="1304713" y="3483746"/>
                  </a:lnTo>
                  <a:lnTo>
                    <a:pt x="1376336" y="3483746"/>
                  </a:lnTo>
                  <a:lnTo>
                    <a:pt x="1447958" y="3483746"/>
                  </a:lnTo>
                  <a:lnTo>
                    <a:pt x="1519581" y="3483746"/>
                  </a:lnTo>
                  <a:lnTo>
                    <a:pt x="1591203" y="3483746"/>
                  </a:lnTo>
                  <a:lnTo>
                    <a:pt x="1662826" y="3483746"/>
                  </a:lnTo>
                  <a:lnTo>
                    <a:pt x="1734448" y="3483746"/>
                  </a:lnTo>
                  <a:lnTo>
                    <a:pt x="1806071" y="3483746"/>
                  </a:lnTo>
                  <a:lnTo>
                    <a:pt x="1877693" y="3483746"/>
                  </a:lnTo>
                  <a:lnTo>
                    <a:pt x="1949316" y="3483746"/>
                  </a:lnTo>
                  <a:lnTo>
                    <a:pt x="2020938" y="3483746"/>
                  </a:lnTo>
                  <a:lnTo>
                    <a:pt x="2092561" y="3483746"/>
                  </a:lnTo>
                  <a:lnTo>
                    <a:pt x="2164183" y="3483746"/>
                  </a:lnTo>
                  <a:lnTo>
                    <a:pt x="2235806" y="3483746"/>
                  </a:lnTo>
                  <a:lnTo>
                    <a:pt x="2307429" y="3483746"/>
                  </a:lnTo>
                  <a:lnTo>
                    <a:pt x="2379051" y="3483746"/>
                  </a:lnTo>
                  <a:lnTo>
                    <a:pt x="2450674" y="3483746"/>
                  </a:lnTo>
                  <a:lnTo>
                    <a:pt x="2522296" y="3483746"/>
                  </a:lnTo>
                  <a:lnTo>
                    <a:pt x="2593919" y="3483746"/>
                  </a:lnTo>
                  <a:lnTo>
                    <a:pt x="2665541" y="3483746"/>
                  </a:lnTo>
                  <a:lnTo>
                    <a:pt x="2737164" y="3483746"/>
                  </a:lnTo>
                  <a:lnTo>
                    <a:pt x="2808786" y="3483746"/>
                  </a:lnTo>
                  <a:lnTo>
                    <a:pt x="2880409" y="3483746"/>
                  </a:lnTo>
                  <a:lnTo>
                    <a:pt x="2952031" y="3483746"/>
                  </a:lnTo>
                  <a:lnTo>
                    <a:pt x="3023654" y="3483746"/>
                  </a:lnTo>
                  <a:lnTo>
                    <a:pt x="3095276" y="3483746"/>
                  </a:lnTo>
                  <a:lnTo>
                    <a:pt x="3166899" y="3483746"/>
                  </a:lnTo>
                  <a:lnTo>
                    <a:pt x="3238521" y="3483746"/>
                  </a:lnTo>
                  <a:lnTo>
                    <a:pt x="3310144" y="3483746"/>
                  </a:lnTo>
                  <a:lnTo>
                    <a:pt x="3381766" y="3483746"/>
                  </a:lnTo>
                  <a:lnTo>
                    <a:pt x="3453389" y="3483746"/>
                  </a:lnTo>
                  <a:lnTo>
                    <a:pt x="3525011" y="3483746"/>
                  </a:lnTo>
                  <a:lnTo>
                    <a:pt x="3596634" y="3483746"/>
                  </a:lnTo>
                  <a:lnTo>
                    <a:pt x="3668256" y="3483746"/>
                  </a:lnTo>
                  <a:lnTo>
                    <a:pt x="3739879" y="3483746"/>
                  </a:lnTo>
                  <a:lnTo>
                    <a:pt x="3811502" y="3483746"/>
                  </a:lnTo>
                  <a:lnTo>
                    <a:pt x="3883124" y="3483746"/>
                  </a:lnTo>
                  <a:lnTo>
                    <a:pt x="3954747" y="3483746"/>
                  </a:lnTo>
                  <a:lnTo>
                    <a:pt x="4026369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07291" y="2073503"/>
              <a:ext cx="4055387" cy="3483746"/>
            </a:xfrm>
            <a:custGeom>
              <a:avLst/>
              <a:pathLst>
                <a:path w="4055387" h="3483746">
                  <a:moveTo>
                    <a:pt x="4055387" y="3483746"/>
                  </a:moveTo>
                  <a:lnTo>
                    <a:pt x="3983765" y="3483746"/>
                  </a:lnTo>
                  <a:lnTo>
                    <a:pt x="3912142" y="3483746"/>
                  </a:lnTo>
                  <a:lnTo>
                    <a:pt x="3840519" y="3483746"/>
                  </a:lnTo>
                  <a:lnTo>
                    <a:pt x="3768897" y="3483746"/>
                  </a:lnTo>
                  <a:lnTo>
                    <a:pt x="3697274" y="3483746"/>
                  </a:lnTo>
                  <a:lnTo>
                    <a:pt x="3625652" y="3483746"/>
                  </a:lnTo>
                  <a:lnTo>
                    <a:pt x="3554029" y="3483746"/>
                  </a:lnTo>
                  <a:lnTo>
                    <a:pt x="3482407" y="3483746"/>
                  </a:lnTo>
                  <a:lnTo>
                    <a:pt x="3410784" y="3483746"/>
                  </a:lnTo>
                  <a:lnTo>
                    <a:pt x="3339162" y="3483746"/>
                  </a:lnTo>
                  <a:lnTo>
                    <a:pt x="3267539" y="3483746"/>
                  </a:lnTo>
                  <a:lnTo>
                    <a:pt x="3195917" y="3483746"/>
                  </a:lnTo>
                  <a:lnTo>
                    <a:pt x="3124294" y="3483746"/>
                  </a:lnTo>
                  <a:lnTo>
                    <a:pt x="3052672" y="3483746"/>
                  </a:lnTo>
                  <a:lnTo>
                    <a:pt x="2981049" y="3483746"/>
                  </a:lnTo>
                  <a:lnTo>
                    <a:pt x="2909427" y="3483746"/>
                  </a:lnTo>
                  <a:lnTo>
                    <a:pt x="2837804" y="3483746"/>
                  </a:lnTo>
                  <a:lnTo>
                    <a:pt x="2766182" y="3483746"/>
                  </a:lnTo>
                  <a:lnTo>
                    <a:pt x="2694559" y="3483746"/>
                  </a:lnTo>
                  <a:lnTo>
                    <a:pt x="2622937" y="3483746"/>
                  </a:lnTo>
                  <a:lnTo>
                    <a:pt x="2551314" y="3483746"/>
                  </a:lnTo>
                  <a:lnTo>
                    <a:pt x="2479691" y="3483746"/>
                  </a:lnTo>
                  <a:lnTo>
                    <a:pt x="2408069" y="3483746"/>
                  </a:lnTo>
                  <a:lnTo>
                    <a:pt x="2336446" y="3483746"/>
                  </a:lnTo>
                  <a:lnTo>
                    <a:pt x="2264824" y="3483746"/>
                  </a:lnTo>
                  <a:lnTo>
                    <a:pt x="2193201" y="3483746"/>
                  </a:lnTo>
                  <a:lnTo>
                    <a:pt x="2121579" y="3483746"/>
                  </a:lnTo>
                  <a:lnTo>
                    <a:pt x="2049956" y="3483746"/>
                  </a:lnTo>
                  <a:lnTo>
                    <a:pt x="1978334" y="3483746"/>
                  </a:lnTo>
                  <a:lnTo>
                    <a:pt x="1906711" y="3483746"/>
                  </a:lnTo>
                  <a:lnTo>
                    <a:pt x="1835089" y="3483746"/>
                  </a:lnTo>
                  <a:lnTo>
                    <a:pt x="1763466" y="3483746"/>
                  </a:lnTo>
                  <a:lnTo>
                    <a:pt x="1691844" y="3483746"/>
                  </a:lnTo>
                  <a:lnTo>
                    <a:pt x="1620221" y="3483746"/>
                  </a:lnTo>
                  <a:lnTo>
                    <a:pt x="1548599" y="3483746"/>
                  </a:lnTo>
                  <a:lnTo>
                    <a:pt x="1476976" y="3483746"/>
                  </a:lnTo>
                  <a:lnTo>
                    <a:pt x="1405354" y="3483746"/>
                  </a:lnTo>
                  <a:lnTo>
                    <a:pt x="1333731" y="3483746"/>
                  </a:lnTo>
                  <a:lnTo>
                    <a:pt x="1262109" y="3483746"/>
                  </a:lnTo>
                  <a:lnTo>
                    <a:pt x="1190486" y="3483746"/>
                  </a:lnTo>
                  <a:lnTo>
                    <a:pt x="1118863" y="3483746"/>
                  </a:lnTo>
                  <a:lnTo>
                    <a:pt x="1047241" y="3483746"/>
                  </a:lnTo>
                  <a:lnTo>
                    <a:pt x="975618" y="3483746"/>
                  </a:lnTo>
                  <a:lnTo>
                    <a:pt x="903996" y="3483745"/>
                  </a:lnTo>
                  <a:lnTo>
                    <a:pt x="832373" y="3483742"/>
                  </a:lnTo>
                  <a:lnTo>
                    <a:pt x="760751" y="3483731"/>
                  </a:lnTo>
                  <a:lnTo>
                    <a:pt x="689128" y="3483696"/>
                  </a:lnTo>
                  <a:lnTo>
                    <a:pt x="617506" y="3483581"/>
                  </a:lnTo>
                  <a:lnTo>
                    <a:pt x="545883" y="3483201"/>
                  </a:lnTo>
                  <a:lnTo>
                    <a:pt x="474261" y="3481946"/>
                  </a:lnTo>
                  <a:lnTo>
                    <a:pt x="402638" y="3477805"/>
                  </a:lnTo>
                  <a:lnTo>
                    <a:pt x="331016" y="3464138"/>
                  </a:lnTo>
                  <a:lnTo>
                    <a:pt x="259393" y="3419039"/>
                  </a:lnTo>
                  <a:lnTo>
                    <a:pt x="187771" y="3270206"/>
                  </a:lnTo>
                  <a:lnTo>
                    <a:pt x="116148" y="2779048"/>
                  </a:lnTo>
                  <a:lnTo>
                    <a:pt x="44526" y="166802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225034" y="2073503"/>
              <a:ext cx="4037644" cy="3483746"/>
            </a:xfrm>
            <a:custGeom>
              <a:avLst/>
              <a:pathLst>
                <a:path w="4037644" h="3483746">
                  <a:moveTo>
                    <a:pt x="0" y="0"/>
                  </a:moveTo>
                  <a:lnTo>
                    <a:pt x="26783" y="1428860"/>
                  </a:lnTo>
                  <a:lnTo>
                    <a:pt x="98405" y="2765125"/>
                  </a:lnTo>
                  <a:lnTo>
                    <a:pt x="170028" y="3232435"/>
                  </a:lnTo>
                  <a:lnTo>
                    <a:pt x="241650" y="3395859"/>
                  </a:lnTo>
                  <a:lnTo>
                    <a:pt x="313273" y="3453011"/>
                  </a:lnTo>
                  <a:lnTo>
                    <a:pt x="384895" y="3472998"/>
                  </a:lnTo>
                  <a:lnTo>
                    <a:pt x="456518" y="3479987"/>
                  </a:lnTo>
                  <a:lnTo>
                    <a:pt x="528140" y="3482432"/>
                  </a:lnTo>
                  <a:lnTo>
                    <a:pt x="599763" y="3483287"/>
                  </a:lnTo>
                  <a:lnTo>
                    <a:pt x="671385" y="3483586"/>
                  </a:lnTo>
                  <a:lnTo>
                    <a:pt x="743008" y="3483690"/>
                  </a:lnTo>
                  <a:lnTo>
                    <a:pt x="814630" y="3483727"/>
                  </a:lnTo>
                  <a:lnTo>
                    <a:pt x="886253" y="3483740"/>
                  </a:lnTo>
                  <a:lnTo>
                    <a:pt x="957875" y="3483744"/>
                  </a:lnTo>
                  <a:lnTo>
                    <a:pt x="1029498" y="3483746"/>
                  </a:lnTo>
                  <a:lnTo>
                    <a:pt x="1101120" y="3483746"/>
                  </a:lnTo>
                  <a:lnTo>
                    <a:pt x="1172743" y="3483746"/>
                  </a:lnTo>
                  <a:lnTo>
                    <a:pt x="1244365" y="3483746"/>
                  </a:lnTo>
                  <a:lnTo>
                    <a:pt x="1315988" y="3483746"/>
                  </a:lnTo>
                  <a:lnTo>
                    <a:pt x="1387611" y="3483746"/>
                  </a:lnTo>
                  <a:lnTo>
                    <a:pt x="1459233" y="3483746"/>
                  </a:lnTo>
                  <a:lnTo>
                    <a:pt x="1530856" y="3483746"/>
                  </a:lnTo>
                  <a:lnTo>
                    <a:pt x="1602478" y="3483746"/>
                  </a:lnTo>
                  <a:lnTo>
                    <a:pt x="1674101" y="3483746"/>
                  </a:lnTo>
                  <a:lnTo>
                    <a:pt x="1745723" y="3483746"/>
                  </a:lnTo>
                  <a:lnTo>
                    <a:pt x="1817346" y="3483746"/>
                  </a:lnTo>
                  <a:lnTo>
                    <a:pt x="1888968" y="3483746"/>
                  </a:lnTo>
                  <a:lnTo>
                    <a:pt x="1960591" y="3483746"/>
                  </a:lnTo>
                  <a:lnTo>
                    <a:pt x="2032213" y="3483746"/>
                  </a:lnTo>
                  <a:lnTo>
                    <a:pt x="2103836" y="3483746"/>
                  </a:lnTo>
                  <a:lnTo>
                    <a:pt x="2175458" y="3483746"/>
                  </a:lnTo>
                  <a:lnTo>
                    <a:pt x="2247081" y="3483746"/>
                  </a:lnTo>
                  <a:lnTo>
                    <a:pt x="2318703" y="3483746"/>
                  </a:lnTo>
                  <a:lnTo>
                    <a:pt x="2390326" y="3483746"/>
                  </a:lnTo>
                  <a:lnTo>
                    <a:pt x="2461948" y="3483746"/>
                  </a:lnTo>
                  <a:lnTo>
                    <a:pt x="2533571" y="3483746"/>
                  </a:lnTo>
                  <a:lnTo>
                    <a:pt x="2605193" y="3483746"/>
                  </a:lnTo>
                  <a:lnTo>
                    <a:pt x="2676816" y="3483746"/>
                  </a:lnTo>
                  <a:lnTo>
                    <a:pt x="2748439" y="3483746"/>
                  </a:lnTo>
                  <a:lnTo>
                    <a:pt x="2820061" y="3483746"/>
                  </a:lnTo>
                  <a:lnTo>
                    <a:pt x="2891684" y="3483746"/>
                  </a:lnTo>
                  <a:lnTo>
                    <a:pt x="2963306" y="3483746"/>
                  </a:lnTo>
                  <a:lnTo>
                    <a:pt x="3034929" y="3483746"/>
                  </a:lnTo>
                  <a:lnTo>
                    <a:pt x="3106551" y="3483746"/>
                  </a:lnTo>
                  <a:lnTo>
                    <a:pt x="3178174" y="3483746"/>
                  </a:lnTo>
                  <a:lnTo>
                    <a:pt x="3249796" y="3483746"/>
                  </a:lnTo>
                  <a:lnTo>
                    <a:pt x="3321419" y="3483746"/>
                  </a:lnTo>
                  <a:lnTo>
                    <a:pt x="3393041" y="3483746"/>
                  </a:lnTo>
                  <a:lnTo>
                    <a:pt x="3464664" y="3483746"/>
                  </a:lnTo>
                  <a:lnTo>
                    <a:pt x="3536286" y="3483746"/>
                  </a:lnTo>
                  <a:lnTo>
                    <a:pt x="3607909" y="3483746"/>
                  </a:lnTo>
                  <a:lnTo>
                    <a:pt x="3679531" y="3483746"/>
                  </a:lnTo>
                  <a:lnTo>
                    <a:pt x="3751154" y="3483746"/>
                  </a:lnTo>
                  <a:lnTo>
                    <a:pt x="3822776" y="3483746"/>
                  </a:lnTo>
                  <a:lnTo>
                    <a:pt x="3894399" y="3483746"/>
                  </a:lnTo>
                  <a:lnTo>
                    <a:pt x="3966021" y="3483746"/>
                  </a:lnTo>
                  <a:lnTo>
                    <a:pt x="4037644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1026496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935702.20 (143446.65-6103583.48), p = &lt;0.001  |  per IQR decline (Δ = 25.8 %): 2670495689083826.00 (21010961525674.77-339420317185426560.00)  |  IQR: [-10.7, 15.1]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8435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2026-10-08T10:07:53Z</dcterms:modified>
  <cp:category/>
</cp:coreProperties>
</file>