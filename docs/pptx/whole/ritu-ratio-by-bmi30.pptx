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19512" y="503184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19512" y="400027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19512" y="296871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1106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6723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2341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5795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3575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19512" y="5547625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19512" y="4516061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19512" y="348449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13297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8914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4532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80149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5767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435443"/>
                  </a:moveTo>
                  <a:lnTo>
                    <a:pt x="13505" y="2428012"/>
                  </a:lnTo>
                  <a:lnTo>
                    <a:pt x="27010" y="2421055"/>
                  </a:lnTo>
                  <a:lnTo>
                    <a:pt x="40516" y="2414577"/>
                  </a:lnTo>
                  <a:lnTo>
                    <a:pt x="54021" y="2408506"/>
                  </a:lnTo>
                  <a:lnTo>
                    <a:pt x="67526" y="2402852"/>
                  </a:lnTo>
                  <a:lnTo>
                    <a:pt x="81032" y="2397803"/>
                  </a:lnTo>
                  <a:lnTo>
                    <a:pt x="94537" y="2393267"/>
                  </a:lnTo>
                  <a:lnTo>
                    <a:pt x="108043" y="2389182"/>
                  </a:lnTo>
                  <a:lnTo>
                    <a:pt x="121548" y="2385552"/>
                  </a:lnTo>
                  <a:lnTo>
                    <a:pt x="135053" y="2382596"/>
                  </a:lnTo>
                  <a:lnTo>
                    <a:pt x="148559" y="2380119"/>
                  </a:lnTo>
                  <a:lnTo>
                    <a:pt x="162064" y="2378087"/>
                  </a:lnTo>
                  <a:lnTo>
                    <a:pt x="175569" y="2376501"/>
                  </a:lnTo>
                  <a:lnTo>
                    <a:pt x="189075" y="2375553"/>
                  </a:lnTo>
                  <a:lnTo>
                    <a:pt x="202580" y="2375000"/>
                  </a:lnTo>
                  <a:lnTo>
                    <a:pt x="216086" y="2374826"/>
                  </a:lnTo>
                  <a:lnTo>
                    <a:pt x="229591" y="2375047"/>
                  </a:lnTo>
                  <a:lnTo>
                    <a:pt x="243096" y="2375733"/>
                  </a:lnTo>
                  <a:lnTo>
                    <a:pt x="256602" y="2376698"/>
                  </a:lnTo>
                  <a:lnTo>
                    <a:pt x="270107" y="2377922"/>
                  </a:lnTo>
                  <a:lnTo>
                    <a:pt x="283612" y="2379410"/>
                  </a:lnTo>
                  <a:lnTo>
                    <a:pt x="297118" y="2381129"/>
                  </a:lnTo>
                  <a:lnTo>
                    <a:pt x="310623" y="2382966"/>
                  </a:lnTo>
                  <a:lnTo>
                    <a:pt x="324129" y="2384893"/>
                  </a:lnTo>
                  <a:lnTo>
                    <a:pt x="337634" y="2386875"/>
                  </a:lnTo>
                  <a:lnTo>
                    <a:pt x="351139" y="2388825"/>
                  </a:lnTo>
                  <a:lnTo>
                    <a:pt x="364645" y="2390700"/>
                  </a:lnTo>
                  <a:lnTo>
                    <a:pt x="378150" y="2392465"/>
                  </a:lnTo>
                  <a:lnTo>
                    <a:pt x="391655" y="2394008"/>
                  </a:lnTo>
                  <a:lnTo>
                    <a:pt x="405161" y="2395266"/>
                  </a:lnTo>
                  <a:lnTo>
                    <a:pt x="418666" y="2396238"/>
                  </a:lnTo>
                  <a:lnTo>
                    <a:pt x="432172" y="2396891"/>
                  </a:lnTo>
                  <a:lnTo>
                    <a:pt x="445677" y="2397002"/>
                  </a:lnTo>
                  <a:lnTo>
                    <a:pt x="459182" y="2396610"/>
                  </a:lnTo>
                  <a:lnTo>
                    <a:pt x="472688" y="2395730"/>
                  </a:lnTo>
                  <a:lnTo>
                    <a:pt x="486193" y="2394331"/>
                  </a:lnTo>
                  <a:lnTo>
                    <a:pt x="499698" y="2392061"/>
                  </a:lnTo>
                  <a:lnTo>
                    <a:pt x="513204" y="2389129"/>
                  </a:lnTo>
                  <a:lnTo>
                    <a:pt x="526709" y="2385533"/>
                  </a:lnTo>
                  <a:lnTo>
                    <a:pt x="540215" y="2381213"/>
                  </a:lnTo>
                  <a:lnTo>
                    <a:pt x="553720" y="2375786"/>
                  </a:lnTo>
                  <a:lnTo>
                    <a:pt x="567225" y="2369576"/>
                  </a:lnTo>
                  <a:lnTo>
                    <a:pt x="580731" y="2362568"/>
                  </a:lnTo>
                  <a:lnTo>
                    <a:pt x="594236" y="2354638"/>
                  </a:lnTo>
                  <a:lnTo>
                    <a:pt x="607741" y="2345504"/>
                  </a:lnTo>
                  <a:lnTo>
                    <a:pt x="621247" y="2335501"/>
                  </a:lnTo>
                  <a:lnTo>
                    <a:pt x="634752" y="2324620"/>
                  </a:lnTo>
                  <a:lnTo>
                    <a:pt x="648258" y="2312667"/>
                  </a:lnTo>
                  <a:lnTo>
                    <a:pt x="661763" y="2299517"/>
                  </a:lnTo>
                  <a:lnTo>
                    <a:pt x="675268" y="2285469"/>
                  </a:lnTo>
                  <a:lnTo>
                    <a:pt x="688774" y="2270523"/>
                  </a:lnTo>
                  <a:lnTo>
                    <a:pt x="702279" y="2254427"/>
                  </a:lnTo>
                  <a:lnTo>
                    <a:pt x="715784" y="2237229"/>
                  </a:lnTo>
                  <a:lnTo>
                    <a:pt x="729290" y="2219164"/>
                  </a:lnTo>
                  <a:lnTo>
                    <a:pt x="742795" y="2200244"/>
                  </a:lnTo>
                  <a:lnTo>
                    <a:pt x="756301" y="2180180"/>
                  </a:lnTo>
                  <a:lnTo>
                    <a:pt x="769806" y="2159176"/>
                  </a:lnTo>
                  <a:lnTo>
                    <a:pt x="783311" y="2137393"/>
                  </a:lnTo>
                  <a:lnTo>
                    <a:pt x="796817" y="2114849"/>
                  </a:lnTo>
                  <a:lnTo>
                    <a:pt x="810322" y="2091258"/>
                  </a:lnTo>
                  <a:lnTo>
                    <a:pt x="823827" y="2066933"/>
                  </a:lnTo>
                  <a:lnTo>
                    <a:pt x="837333" y="2041962"/>
                  </a:lnTo>
                  <a:lnTo>
                    <a:pt x="850838" y="2016369"/>
                  </a:lnTo>
                  <a:lnTo>
                    <a:pt x="864344" y="1989907"/>
                  </a:lnTo>
                  <a:lnTo>
                    <a:pt x="877849" y="1962932"/>
                  </a:lnTo>
                  <a:lnTo>
                    <a:pt x="891354" y="1935476"/>
                  </a:lnTo>
                  <a:lnTo>
                    <a:pt x="904860" y="1907538"/>
                  </a:lnTo>
                  <a:lnTo>
                    <a:pt x="918365" y="1879030"/>
                  </a:lnTo>
                  <a:lnTo>
                    <a:pt x="931870" y="1850193"/>
                  </a:lnTo>
                  <a:lnTo>
                    <a:pt x="945376" y="1821053"/>
                  </a:lnTo>
                  <a:lnTo>
                    <a:pt x="958881" y="1791608"/>
                  </a:lnTo>
                  <a:lnTo>
                    <a:pt x="972387" y="1761881"/>
                  </a:lnTo>
                  <a:lnTo>
                    <a:pt x="985892" y="1731999"/>
                  </a:lnTo>
                  <a:lnTo>
                    <a:pt x="999397" y="1701991"/>
                  </a:lnTo>
                  <a:lnTo>
                    <a:pt x="1012903" y="1671873"/>
                  </a:lnTo>
                  <a:lnTo>
                    <a:pt x="1026408" y="1641711"/>
                  </a:lnTo>
                  <a:lnTo>
                    <a:pt x="1039913" y="1611551"/>
                  </a:lnTo>
                  <a:lnTo>
                    <a:pt x="1053419" y="1581418"/>
                  </a:lnTo>
                  <a:lnTo>
                    <a:pt x="1066924" y="1551364"/>
                  </a:lnTo>
                  <a:lnTo>
                    <a:pt x="1080430" y="1521436"/>
                  </a:lnTo>
                  <a:lnTo>
                    <a:pt x="1093935" y="1491635"/>
                  </a:lnTo>
                  <a:lnTo>
                    <a:pt x="1107440" y="1461975"/>
                  </a:lnTo>
                  <a:lnTo>
                    <a:pt x="1120946" y="1432552"/>
                  </a:lnTo>
                  <a:lnTo>
                    <a:pt x="1134451" y="1403351"/>
                  </a:lnTo>
                  <a:lnTo>
                    <a:pt x="1147956" y="1374356"/>
                  </a:lnTo>
                  <a:lnTo>
                    <a:pt x="1161462" y="1345576"/>
                  </a:lnTo>
                  <a:lnTo>
                    <a:pt x="1174967" y="1317134"/>
                  </a:lnTo>
                  <a:lnTo>
                    <a:pt x="1188473" y="1288943"/>
                  </a:lnTo>
                  <a:lnTo>
                    <a:pt x="1201978" y="1260992"/>
                  </a:lnTo>
                  <a:lnTo>
                    <a:pt x="1215483" y="1233286"/>
                  </a:lnTo>
                  <a:lnTo>
                    <a:pt x="1228989" y="1205946"/>
                  </a:lnTo>
                  <a:lnTo>
                    <a:pt x="1242494" y="1178841"/>
                  </a:lnTo>
                  <a:lnTo>
                    <a:pt x="1255999" y="1151967"/>
                  </a:lnTo>
                  <a:lnTo>
                    <a:pt x="1269505" y="1125343"/>
                  </a:lnTo>
                  <a:lnTo>
                    <a:pt x="1283010" y="1099027"/>
                  </a:lnTo>
                  <a:lnTo>
                    <a:pt x="1296516" y="1072912"/>
                  </a:lnTo>
                  <a:lnTo>
                    <a:pt x="1310021" y="1046992"/>
                  </a:lnTo>
                  <a:lnTo>
                    <a:pt x="1323526" y="1021289"/>
                  </a:lnTo>
                  <a:lnTo>
                    <a:pt x="1337032" y="995811"/>
                  </a:lnTo>
                  <a:lnTo>
                    <a:pt x="1350537" y="970486"/>
                  </a:lnTo>
                  <a:lnTo>
                    <a:pt x="1364042" y="945305"/>
                  </a:lnTo>
                  <a:lnTo>
                    <a:pt x="1377548" y="920290"/>
                  </a:lnTo>
                  <a:lnTo>
                    <a:pt x="1391053" y="895423"/>
                  </a:lnTo>
                  <a:lnTo>
                    <a:pt x="1404559" y="870661"/>
                  </a:lnTo>
                  <a:lnTo>
                    <a:pt x="1418064" y="845998"/>
                  </a:lnTo>
                  <a:lnTo>
                    <a:pt x="1431569" y="821455"/>
                  </a:lnTo>
                  <a:lnTo>
                    <a:pt x="1445075" y="797007"/>
                  </a:lnTo>
                  <a:lnTo>
                    <a:pt x="1458580" y="772636"/>
                  </a:lnTo>
                  <a:lnTo>
                    <a:pt x="1472085" y="748338"/>
                  </a:lnTo>
                  <a:lnTo>
                    <a:pt x="1485591" y="724142"/>
                  </a:lnTo>
                  <a:lnTo>
                    <a:pt x="1499096" y="700028"/>
                  </a:lnTo>
                  <a:lnTo>
                    <a:pt x="1512602" y="675989"/>
                  </a:lnTo>
                  <a:lnTo>
                    <a:pt x="1526107" y="652030"/>
                  </a:lnTo>
                  <a:lnTo>
                    <a:pt x="1539612" y="628202"/>
                  </a:lnTo>
                  <a:lnTo>
                    <a:pt x="1553118" y="604479"/>
                  </a:lnTo>
                  <a:lnTo>
                    <a:pt x="1566623" y="580865"/>
                  </a:lnTo>
                  <a:lnTo>
                    <a:pt x="1580128" y="557374"/>
                  </a:lnTo>
                  <a:lnTo>
                    <a:pt x="1593634" y="534090"/>
                  </a:lnTo>
                  <a:lnTo>
                    <a:pt x="1607139" y="510968"/>
                  </a:lnTo>
                  <a:lnTo>
                    <a:pt x="1620645" y="488018"/>
                  </a:lnTo>
                  <a:lnTo>
                    <a:pt x="1634150" y="465282"/>
                  </a:lnTo>
                  <a:lnTo>
                    <a:pt x="1647655" y="442855"/>
                  </a:lnTo>
                  <a:lnTo>
                    <a:pt x="1661161" y="420672"/>
                  </a:lnTo>
                  <a:lnTo>
                    <a:pt x="1674666" y="398749"/>
                  </a:lnTo>
                  <a:lnTo>
                    <a:pt x="1688171" y="377168"/>
                  </a:lnTo>
                  <a:lnTo>
                    <a:pt x="1701677" y="356007"/>
                  </a:lnTo>
                  <a:lnTo>
                    <a:pt x="1715182" y="335188"/>
                  </a:lnTo>
                  <a:lnTo>
                    <a:pt x="1728688" y="314728"/>
                  </a:lnTo>
                  <a:lnTo>
                    <a:pt x="1742193" y="294764"/>
                  </a:lnTo>
                  <a:lnTo>
                    <a:pt x="1755698" y="275322"/>
                  </a:lnTo>
                  <a:lnTo>
                    <a:pt x="1769204" y="256322"/>
                  </a:lnTo>
                  <a:lnTo>
                    <a:pt x="1782709" y="237778"/>
                  </a:lnTo>
                  <a:lnTo>
                    <a:pt x="1796215" y="219897"/>
                  </a:lnTo>
                  <a:lnTo>
                    <a:pt x="1809720" y="202615"/>
                  </a:lnTo>
                  <a:lnTo>
                    <a:pt x="1823225" y="185865"/>
                  </a:lnTo>
                  <a:lnTo>
                    <a:pt x="1836731" y="169658"/>
                  </a:lnTo>
                  <a:lnTo>
                    <a:pt x="1850236" y="154277"/>
                  </a:lnTo>
                  <a:lnTo>
                    <a:pt x="1863741" y="139539"/>
                  </a:lnTo>
                  <a:lnTo>
                    <a:pt x="1877247" y="125404"/>
                  </a:lnTo>
                  <a:lnTo>
                    <a:pt x="1890752" y="111882"/>
                  </a:lnTo>
                  <a:lnTo>
                    <a:pt x="1904258" y="99330"/>
                  </a:lnTo>
                  <a:lnTo>
                    <a:pt x="1917763" y="87429"/>
                  </a:lnTo>
                  <a:lnTo>
                    <a:pt x="1931268" y="76181"/>
                  </a:lnTo>
                  <a:lnTo>
                    <a:pt x="1944774" y="65644"/>
                  </a:lnTo>
                  <a:lnTo>
                    <a:pt x="1958279" y="56088"/>
                  </a:lnTo>
                  <a:lnTo>
                    <a:pt x="1971784" y="47209"/>
                  </a:lnTo>
                  <a:lnTo>
                    <a:pt x="1985290" y="39009"/>
                  </a:lnTo>
                  <a:lnTo>
                    <a:pt x="1998795" y="31598"/>
                  </a:lnTo>
                  <a:lnTo>
                    <a:pt x="2012301" y="25130"/>
                  </a:lnTo>
                  <a:lnTo>
                    <a:pt x="2025806" y="19343"/>
                  </a:lnTo>
                  <a:lnTo>
                    <a:pt x="2039311" y="14235"/>
                  </a:lnTo>
                  <a:lnTo>
                    <a:pt x="2052817" y="9963"/>
                  </a:lnTo>
                  <a:lnTo>
                    <a:pt x="2066322" y="6560"/>
                  </a:lnTo>
                  <a:lnTo>
                    <a:pt x="2079827" y="3816"/>
                  </a:lnTo>
                  <a:lnTo>
                    <a:pt x="2093333" y="1725"/>
                  </a:lnTo>
                  <a:lnTo>
                    <a:pt x="2106838" y="481"/>
                  </a:lnTo>
                  <a:lnTo>
                    <a:pt x="2120344" y="0"/>
                  </a:lnTo>
                  <a:lnTo>
                    <a:pt x="2133849" y="130"/>
                  </a:lnTo>
                  <a:lnTo>
                    <a:pt x="2147354" y="861"/>
                  </a:lnTo>
                  <a:lnTo>
                    <a:pt x="2160860" y="2408"/>
                  </a:lnTo>
                  <a:lnTo>
                    <a:pt x="2174365" y="4587"/>
                  </a:lnTo>
                  <a:lnTo>
                    <a:pt x="2187870" y="7306"/>
                  </a:lnTo>
                  <a:lnTo>
                    <a:pt x="2201376" y="10550"/>
                  </a:lnTo>
                  <a:lnTo>
                    <a:pt x="2214881" y="14528"/>
                  </a:lnTo>
                  <a:lnTo>
                    <a:pt x="2228387" y="18996"/>
                  </a:lnTo>
                  <a:lnTo>
                    <a:pt x="2241892" y="23907"/>
                  </a:lnTo>
                  <a:lnTo>
                    <a:pt x="2255397" y="29254"/>
                  </a:lnTo>
                  <a:lnTo>
                    <a:pt x="2268903" y="35190"/>
                  </a:lnTo>
                  <a:lnTo>
                    <a:pt x="2282408" y="41477"/>
                  </a:lnTo>
                  <a:lnTo>
                    <a:pt x="2295913" y="48094"/>
                  </a:lnTo>
                  <a:lnTo>
                    <a:pt x="2309419" y="55052"/>
                  </a:lnTo>
                  <a:lnTo>
                    <a:pt x="2322924" y="62394"/>
                  </a:lnTo>
                  <a:lnTo>
                    <a:pt x="2336430" y="69966"/>
                  </a:lnTo>
                  <a:lnTo>
                    <a:pt x="2349935" y="77749"/>
                  </a:lnTo>
                  <a:lnTo>
                    <a:pt x="2363440" y="85752"/>
                  </a:lnTo>
                  <a:lnTo>
                    <a:pt x="2376946" y="93951"/>
                  </a:lnTo>
                  <a:lnTo>
                    <a:pt x="2390451" y="102265"/>
                  </a:lnTo>
                  <a:lnTo>
                    <a:pt x="2403956" y="110675"/>
                  </a:lnTo>
                  <a:lnTo>
                    <a:pt x="2417462" y="119177"/>
                  </a:lnTo>
                  <a:lnTo>
                    <a:pt x="2430967" y="127728"/>
                  </a:lnTo>
                  <a:lnTo>
                    <a:pt x="2444473" y="136296"/>
                  </a:lnTo>
                  <a:lnTo>
                    <a:pt x="2457978" y="144869"/>
                  </a:lnTo>
                  <a:lnTo>
                    <a:pt x="2471483" y="153423"/>
                  </a:lnTo>
                  <a:lnTo>
                    <a:pt x="2484989" y="161936"/>
                  </a:lnTo>
                  <a:lnTo>
                    <a:pt x="2498494" y="170406"/>
                  </a:lnTo>
                  <a:lnTo>
                    <a:pt x="2511999" y="178827"/>
                  </a:lnTo>
                  <a:lnTo>
                    <a:pt x="2525505" y="187167"/>
                  </a:lnTo>
                  <a:lnTo>
                    <a:pt x="2539010" y="195442"/>
                  </a:lnTo>
                  <a:lnTo>
                    <a:pt x="2552516" y="203662"/>
                  </a:lnTo>
                  <a:lnTo>
                    <a:pt x="2566021" y="211828"/>
                  </a:lnTo>
                  <a:lnTo>
                    <a:pt x="2579526" y="219931"/>
                  </a:lnTo>
                  <a:lnTo>
                    <a:pt x="2593032" y="228008"/>
                  </a:lnTo>
                  <a:lnTo>
                    <a:pt x="2606537" y="236072"/>
                  </a:lnTo>
                  <a:lnTo>
                    <a:pt x="2620042" y="244136"/>
                  </a:lnTo>
                  <a:lnTo>
                    <a:pt x="2633548" y="252244"/>
                  </a:lnTo>
                  <a:lnTo>
                    <a:pt x="2647053" y="260416"/>
                  </a:lnTo>
                  <a:lnTo>
                    <a:pt x="2660559" y="268671"/>
                  </a:lnTo>
                  <a:lnTo>
                    <a:pt x="2674064" y="277046"/>
                  </a:lnTo>
                  <a:lnTo>
                    <a:pt x="2687569" y="285635"/>
                  </a:lnTo>
                  <a:lnTo>
                    <a:pt x="2701075" y="294419"/>
                  </a:lnTo>
                  <a:lnTo>
                    <a:pt x="2714580" y="303420"/>
                  </a:lnTo>
                  <a:lnTo>
                    <a:pt x="2728085" y="312727"/>
                  </a:lnTo>
                  <a:lnTo>
                    <a:pt x="2741591" y="322440"/>
                  </a:lnTo>
                  <a:lnTo>
                    <a:pt x="2755096" y="332500"/>
                  </a:lnTo>
                  <a:lnTo>
                    <a:pt x="2768602" y="342933"/>
                  </a:lnTo>
                  <a:lnTo>
                    <a:pt x="2782107" y="353900"/>
                  </a:lnTo>
                  <a:lnTo>
                    <a:pt x="2795612" y="365446"/>
                  </a:lnTo>
                  <a:lnTo>
                    <a:pt x="2809118" y="377492"/>
                  </a:lnTo>
                  <a:lnTo>
                    <a:pt x="2822623" y="390059"/>
                  </a:lnTo>
                  <a:lnTo>
                    <a:pt x="2836128" y="403397"/>
                  </a:lnTo>
                  <a:lnTo>
                    <a:pt x="2849634" y="417436"/>
                  </a:lnTo>
                  <a:lnTo>
                    <a:pt x="2863139" y="432099"/>
                  </a:lnTo>
                  <a:lnTo>
                    <a:pt x="2876645" y="447404"/>
                  </a:lnTo>
                  <a:lnTo>
                    <a:pt x="2890150" y="463683"/>
                  </a:lnTo>
                  <a:lnTo>
                    <a:pt x="2903655" y="480713"/>
                  </a:lnTo>
                  <a:lnTo>
                    <a:pt x="2917161" y="498445"/>
                  </a:lnTo>
                  <a:lnTo>
                    <a:pt x="2930666" y="516888"/>
                  </a:lnTo>
                  <a:lnTo>
                    <a:pt x="2944171" y="536439"/>
                  </a:lnTo>
                  <a:lnTo>
                    <a:pt x="2957677" y="556715"/>
                  </a:lnTo>
                  <a:lnTo>
                    <a:pt x="2971182" y="577711"/>
                  </a:lnTo>
                  <a:lnTo>
                    <a:pt x="2984688" y="599483"/>
                  </a:lnTo>
                  <a:lnTo>
                    <a:pt x="2998193" y="622288"/>
                  </a:lnTo>
                  <a:lnTo>
                    <a:pt x="3011698" y="645781"/>
                  </a:lnTo>
                  <a:lnTo>
                    <a:pt x="3025204" y="669953"/>
                  </a:lnTo>
                  <a:lnTo>
                    <a:pt x="3038709" y="694893"/>
                  </a:lnTo>
                  <a:lnTo>
                    <a:pt x="3052214" y="720705"/>
                  </a:lnTo>
                  <a:lnTo>
                    <a:pt x="3065720" y="747116"/>
                  </a:lnTo>
                  <a:lnTo>
                    <a:pt x="3079225" y="774109"/>
                  </a:lnTo>
                  <a:lnTo>
                    <a:pt x="3092731" y="801789"/>
                  </a:lnTo>
                  <a:lnTo>
                    <a:pt x="3106236" y="830129"/>
                  </a:lnTo>
                  <a:lnTo>
                    <a:pt x="3119741" y="858939"/>
                  </a:lnTo>
                  <a:lnTo>
                    <a:pt x="3133247" y="888197"/>
                  </a:lnTo>
                  <a:lnTo>
                    <a:pt x="3146752" y="917995"/>
                  </a:lnTo>
                  <a:lnTo>
                    <a:pt x="3160257" y="948227"/>
                  </a:lnTo>
                  <a:lnTo>
                    <a:pt x="3173763" y="978779"/>
                  </a:lnTo>
                  <a:lnTo>
                    <a:pt x="3187268" y="1009627"/>
                  </a:lnTo>
                  <a:lnTo>
                    <a:pt x="3200774" y="1040827"/>
                  </a:lnTo>
                  <a:lnTo>
                    <a:pt x="3214279" y="1072251"/>
                  </a:lnTo>
                  <a:lnTo>
                    <a:pt x="3227784" y="1103843"/>
                  </a:lnTo>
                  <a:lnTo>
                    <a:pt x="3241290" y="1135579"/>
                  </a:lnTo>
                  <a:lnTo>
                    <a:pt x="3254795" y="1167461"/>
                  </a:lnTo>
                  <a:lnTo>
                    <a:pt x="3268300" y="1199398"/>
                  </a:lnTo>
                  <a:lnTo>
                    <a:pt x="3281806" y="1231363"/>
                  </a:lnTo>
                  <a:lnTo>
                    <a:pt x="3295311" y="1263337"/>
                  </a:lnTo>
                  <a:lnTo>
                    <a:pt x="3308817" y="1295260"/>
                  </a:lnTo>
                  <a:lnTo>
                    <a:pt x="3322322" y="1327113"/>
                  </a:lnTo>
                  <a:lnTo>
                    <a:pt x="3335827" y="1358881"/>
                  </a:lnTo>
                  <a:lnTo>
                    <a:pt x="3349333" y="1390531"/>
                  </a:lnTo>
                  <a:lnTo>
                    <a:pt x="3362838" y="1421987"/>
                  </a:lnTo>
                  <a:lnTo>
                    <a:pt x="3376343" y="1453280"/>
                  </a:lnTo>
                  <a:lnTo>
                    <a:pt x="3389849" y="1484401"/>
                  </a:lnTo>
                  <a:lnTo>
                    <a:pt x="3403354" y="1515296"/>
                  </a:lnTo>
                  <a:lnTo>
                    <a:pt x="3416860" y="1545904"/>
                  </a:lnTo>
                  <a:lnTo>
                    <a:pt x="3430365" y="1576285"/>
                  </a:lnTo>
                  <a:lnTo>
                    <a:pt x="3443870" y="1606430"/>
                  </a:lnTo>
                  <a:lnTo>
                    <a:pt x="3457376" y="1636258"/>
                  </a:lnTo>
                  <a:lnTo>
                    <a:pt x="3470881" y="1665750"/>
                  </a:lnTo>
                  <a:lnTo>
                    <a:pt x="3484387" y="1694967"/>
                  </a:lnTo>
                  <a:lnTo>
                    <a:pt x="3497892" y="1723903"/>
                  </a:lnTo>
                  <a:lnTo>
                    <a:pt x="3511397" y="1752445"/>
                  </a:lnTo>
                  <a:lnTo>
                    <a:pt x="3524903" y="1780627"/>
                  </a:lnTo>
                  <a:lnTo>
                    <a:pt x="3538408" y="1808498"/>
                  </a:lnTo>
                  <a:lnTo>
                    <a:pt x="3551913" y="1836053"/>
                  </a:lnTo>
                  <a:lnTo>
                    <a:pt x="3565419" y="1863143"/>
                  </a:lnTo>
                  <a:lnTo>
                    <a:pt x="3578924" y="1889862"/>
                  </a:lnTo>
                  <a:lnTo>
                    <a:pt x="3592430" y="1916239"/>
                  </a:lnTo>
                  <a:lnTo>
                    <a:pt x="3605935" y="1942270"/>
                  </a:lnTo>
                  <a:lnTo>
                    <a:pt x="3619440" y="1967762"/>
                  </a:lnTo>
                  <a:lnTo>
                    <a:pt x="3632946" y="1992878"/>
                  </a:lnTo>
                  <a:lnTo>
                    <a:pt x="3646451" y="2017622"/>
                  </a:lnTo>
                  <a:lnTo>
                    <a:pt x="3659956" y="2041969"/>
                  </a:lnTo>
                  <a:lnTo>
                    <a:pt x="3673462" y="2065739"/>
                  </a:lnTo>
                  <a:lnTo>
                    <a:pt x="3686967" y="2089112"/>
                  </a:lnTo>
                  <a:lnTo>
                    <a:pt x="3700473" y="2112083"/>
                  </a:lnTo>
                  <a:lnTo>
                    <a:pt x="3713978" y="2134590"/>
                  </a:lnTo>
                  <a:lnTo>
                    <a:pt x="3727483" y="2156509"/>
                  </a:lnTo>
                  <a:lnTo>
                    <a:pt x="3740989" y="2178001"/>
                  </a:lnTo>
                  <a:lnTo>
                    <a:pt x="3754494" y="2199063"/>
                  </a:lnTo>
                  <a:lnTo>
                    <a:pt x="3767999" y="2219593"/>
                  </a:lnTo>
                  <a:lnTo>
                    <a:pt x="3781505" y="2239535"/>
                  </a:lnTo>
                  <a:lnTo>
                    <a:pt x="3795010" y="2259028"/>
                  </a:lnTo>
                  <a:lnTo>
                    <a:pt x="3808516" y="2278068"/>
                  </a:lnTo>
                  <a:lnTo>
                    <a:pt x="3822021" y="2296515"/>
                  </a:lnTo>
                  <a:lnTo>
                    <a:pt x="3835526" y="2314392"/>
                  </a:lnTo>
                  <a:lnTo>
                    <a:pt x="3849032" y="2331806"/>
                  </a:lnTo>
                  <a:lnTo>
                    <a:pt x="3862537" y="2348759"/>
                  </a:lnTo>
                  <a:lnTo>
                    <a:pt x="3876042" y="2365073"/>
                  </a:lnTo>
                  <a:lnTo>
                    <a:pt x="3889548" y="2380853"/>
                  </a:lnTo>
                  <a:lnTo>
                    <a:pt x="3903053" y="2396175"/>
                  </a:lnTo>
                  <a:lnTo>
                    <a:pt x="3916559" y="2411040"/>
                  </a:lnTo>
                  <a:lnTo>
                    <a:pt x="3930064" y="2425247"/>
                  </a:lnTo>
                  <a:lnTo>
                    <a:pt x="3943569" y="2438974"/>
                  </a:lnTo>
                  <a:lnTo>
                    <a:pt x="3957075" y="2452264"/>
                  </a:lnTo>
                  <a:lnTo>
                    <a:pt x="3970580" y="2465119"/>
                  </a:lnTo>
                  <a:lnTo>
                    <a:pt x="3984085" y="2477325"/>
                  </a:lnTo>
                  <a:lnTo>
                    <a:pt x="3997591" y="2489122"/>
                  </a:lnTo>
                  <a:lnTo>
                    <a:pt x="4011096" y="2500518"/>
                  </a:lnTo>
                  <a:lnTo>
                    <a:pt x="4024602" y="2511487"/>
                  </a:lnTo>
                  <a:lnTo>
                    <a:pt x="4038107" y="2521905"/>
                  </a:lnTo>
                  <a:lnTo>
                    <a:pt x="4051612" y="2531962"/>
                  </a:lnTo>
                  <a:lnTo>
                    <a:pt x="4065118" y="2541665"/>
                  </a:lnTo>
                  <a:lnTo>
                    <a:pt x="4078623" y="2550969"/>
                  </a:lnTo>
                  <a:lnTo>
                    <a:pt x="4092128" y="2559829"/>
                  </a:lnTo>
                  <a:lnTo>
                    <a:pt x="4105634" y="2568381"/>
                  </a:lnTo>
                  <a:lnTo>
                    <a:pt x="4119139" y="2576634"/>
                  </a:lnTo>
                  <a:lnTo>
                    <a:pt x="4132645" y="2584532"/>
                  </a:lnTo>
                  <a:lnTo>
                    <a:pt x="4146150" y="2592086"/>
                  </a:lnTo>
                  <a:lnTo>
                    <a:pt x="4159655" y="2599388"/>
                  </a:lnTo>
                  <a:lnTo>
                    <a:pt x="4173161" y="2606446"/>
                  </a:lnTo>
                  <a:lnTo>
                    <a:pt x="4186666" y="2613200"/>
                  </a:lnTo>
                  <a:lnTo>
                    <a:pt x="4200171" y="2619697"/>
                  </a:lnTo>
                  <a:lnTo>
                    <a:pt x="4213677" y="2625992"/>
                  </a:lnTo>
                  <a:lnTo>
                    <a:pt x="4227182" y="2632094"/>
                  </a:lnTo>
                  <a:lnTo>
                    <a:pt x="4240688" y="2637941"/>
                  </a:lnTo>
                  <a:lnTo>
                    <a:pt x="4254193" y="2643600"/>
                  </a:lnTo>
                  <a:lnTo>
                    <a:pt x="4267698" y="2649098"/>
                  </a:lnTo>
                  <a:lnTo>
                    <a:pt x="4281204" y="2654443"/>
                  </a:lnTo>
                  <a:lnTo>
                    <a:pt x="4294709" y="2659575"/>
                  </a:lnTo>
                  <a:lnTo>
                    <a:pt x="4308214" y="2664567"/>
                  </a:lnTo>
                  <a:lnTo>
                    <a:pt x="4321720" y="2669429"/>
                  </a:lnTo>
                  <a:lnTo>
                    <a:pt x="4335225" y="2674164"/>
                  </a:lnTo>
                  <a:lnTo>
                    <a:pt x="4348731" y="2678720"/>
                  </a:lnTo>
                  <a:lnTo>
                    <a:pt x="4362236" y="2683164"/>
                  </a:lnTo>
                  <a:lnTo>
                    <a:pt x="4375741" y="2687498"/>
                  </a:lnTo>
                  <a:lnTo>
                    <a:pt x="4389247" y="2691714"/>
                  </a:lnTo>
                  <a:lnTo>
                    <a:pt x="4402752" y="2695781"/>
                  </a:lnTo>
                  <a:lnTo>
                    <a:pt x="4416257" y="2699748"/>
                  </a:lnTo>
                  <a:lnTo>
                    <a:pt x="4429763" y="2703615"/>
                  </a:lnTo>
                  <a:lnTo>
                    <a:pt x="4443268" y="2707364"/>
                  </a:lnTo>
                  <a:lnTo>
                    <a:pt x="4456774" y="2710982"/>
                  </a:lnTo>
                  <a:lnTo>
                    <a:pt x="4470279" y="2714504"/>
                  </a:lnTo>
                  <a:lnTo>
                    <a:pt x="4483784" y="2717929"/>
                  </a:lnTo>
                  <a:lnTo>
                    <a:pt x="4497290" y="2721232"/>
                  </a:lnTo>
                  <a:lnTo>
                    <a:pt x="4510795" y="2724413"/>
                  </a:lnTo>
                  <a:lnTo>
                    <a:pt x="4524300" y="2727499"/>
                  </a:lnTo>
                  <a:lnTo>
                    <a:pt x="4537806" y="2730489"/>
                  </a:lnTo>
                  <a:lnTo>
                    <a:pt x="4551311" y="2733350"/>
                  </a:lnTo>
                  <a:lnTo>
                    <a:pt x="4564817" y="2736097"/>
                  </a:lnTo>
                  <a:lnTo>
                    <a:pt x="4578322" y="2738749"/>
                  </a:lnTo>
                  <a:lnTo>
                    <a:pt x="4591827" y="2741306"/>
                  </a:lnTo>
                  <a:lnTo>
                    <a:pt x="4605333" y="2743728"/>
                  </a:lnTo>
                  <a:lnTo>
                    <a:pt x="4618838" y="2746046"/>
                  </a:lnTo>
                  <a:lnTo>
                    <a:pt x="4632343" y="2748270"/>
                  </a:lnTo>
                  <a:lnTo>
                    <a:pt x="4645849" y="2750403"/>
                  </a:lnTo>
                  <a:lnTo>
                    <a:pt x="4659354" y="2752397"/>
                  </a:lnTo>
                  <a:lnTo>
                    <a:pt x="4672860" y="2754300"/>
                  </a:lnTo>
                  <a:lnTo>
                    <a:pt x="4686365" y="2756115"/>
                  </a:lnTo>
                  <a:lnTo>
                    <a:pt x="4699870" y="2757838"/>
                  </a:lnTo>
                  <a:lnTo>
                    <a:pt x="4713376" y="2759436"/>
                  </a:lnTo>
                  <a:lnTo>
                    <a:pt x="4726881" y="2760953"/>
                  </a:lnTo>
                  <a:lnTo>
                    <a:pt x="4740386" y="2762389"/>
                  </a:lnTo>
                  <a:lnTo>
                    <a:pt x="4753892" y="2763737"/>
                  </a:lnTo>
                  <a:lnTo>
                    <a:pt x="4767397" y="2764980"/>
                  </a:lnTo>
                  <a:lnTo>
                    <a:pt x="4780903" y="2766151"/>
                  </a:lnTo>
                  <a:lnTo>
                    <a:pt x="4794408" y="2767252"/>
                  </a:lnTo>
                  <a:lnTo>
                    <a:pt x="4807913" y="2768271"/>
                  </a:lnTo>
                  <a:lnTo>
                    <a:pt x="4821419" y="2769207"/>
                  </a:lnTo>
                  <a:lnTo>
                    <a:pt x="4834924" y="2770083"/>
                  </a:lnTo>
                  <a:lnTo>
                    <a:pt x="4848429" y="2770900"/>
                  </a:lnTo>
                  <a:lnTo>
                    <a:pt x="4861935" y="2771645"/>
                  </a:lnTo>
                  <a:lnTo>
                    <a:pt x="4875440" y="2772326"/>
                  </a:lnTo>
                  <a:lnTo>
                    <a:pt x="4888946" y="2772959"/>
                  </a:lnTo>
                  <a:lnTo>
                    <a:pt x="4902451" y="2773545"/>
                  </a:lnTo>
                  <a:lnTo>
                    <a:pt x="4915956" y="2774071"/>
                  </a:lnTo>
                  <a:lnTo>
                    <a:pt x="4929462" y="2774551"/>
                  </a:lnTo>
                  <a:lnTo>
                    <a:pt x="4942967" y="2774993"/>
                  </a:lnTo>
                  <a:lnTo>
                    <a:pt x="4956472" y="2775399"/>
                  </a:lnTo>
                  <a:lnTo>
                    <a:pt x="4969978" y="2775758"/>
                  </a:lnTo>
                  <a:lnTo>
                    <a:pt x="4983483" y="2776085"/>
                  </a:lnTo>
                  <a:lnTo>
                    <a:pt x="4996989" y="2776383"/>
                  </a:lnTo>
                  <a:lnTo>
                    <a:pt x="5010494" y="2776656"/>
                  </a:lnTo>
                  <a:lnTo>
                    <a:pt x="5023999" y="2776892"/>
                  </a:lnTo>
                  <a:lnTo>
                    <a:pt x="5037505" y="2777107"/>
                  </a:lnTo>
                  <a:lnTo>
                    <a:pt x="5051010" y="2777302"/>
                  </a:lnTo>
                  <a:lnTo>
                    <a:pt x="5064515" y="2777477"/>
                  </a:lnTo>
                  <a:lnTo>
                    <a:pt x="5078021" y="2777628"/>
                  </a:lnTo>
                  <a:lnTo>
                    <a:pt x="5091526" y="2777765"/>
                  </a:lnTo>
                  <a:lnTo>
                    <a:pt x="5105032" y="2777888"/>
                  </a:lnTo>
                  <a:lnTo>
                    <a:pt x="5118537" y="2777997"/>
                  </a:lnTo>
                  <a:lnTo>
                    <a:pt x="5132042" y="2778090"/>
                  </a:lnTo>
                  <a:lnTo>
                    <a:pt x="5145548" y="2778175"/>
                  </a:lnTo>
                  <a:lnTo>
                    <a:pt x="5159053" y="2778250"/>
                  </a:lnTo>
                  <a:lnTo>
                    <a:pt x="5172559" y="2778315"/>
                  </a:lnTo>
                  <a:lnTo>
                    <a:pt x="5186064" y="2778371"/>
                  </a:lnTo>
                  <a:lnTo>
                    <a:pt x="5199569" y="2778421"/>
                  </a:lnTo>
                  <a:lnTo>
                    <a:pt x="5213075" y="2778465"/>
                  </a:lnTo>
                  <a:lnTo>
                    <a:pt x="5226580" y="2778503"/>
                  </a:lnTo>
                  <a:lnTo>
                    <a:pt x="5240085" y="2778535"/>
                  </a:lnTo>
                  <a:lnTo>
                    <a:pt x="5253591" y="2778564"/>
                  </a:lnTo>
                  <a:lnTo>
                    <a:pt x="5267096" y="2778589"/>
                  </a:lnTo>
                  <a:lnTo>
                    <a:pt x="5280602" y="2778610"/>
                  </a:lnTo>
                  <a:lnTo>
                    <a:pt x="5294107" y="2778629"/>
                  </a:lnTo>
                  <a:lnTo>
                    <a:pt x="5307612" y="2778645"/>
                  </a:lnTo>
                  <a:lnTo>
                    <a:pt x="5321118" y="2778658"/>
                  </a:lnTo>
                  <a:lnTo>
                    <a:pt x="5334623" y="2778670"/>
                  </a:lnTo>
                  <a:lnTo>
                    <a:pt x="5348128" y="2778680"/>
                  </a:lnTo>
                  <a:lnTo>
                    <a:pt x="5361634" y="2778688"/>
                  </a:lnTo>
                  <a:lnTo>
                    <a:pt x="5375139" y="2778696"/>
                  </a:lnTo>
                  <a:lnTo>
                    <a:pt x="5388645" y="2778702"/>
                  </a:lnTo>
                  <a:lnTo>
                    <a:pt x="5402150" y="2778707"/>
                  </a:lnTo>
                  <a:lnTo>
                    <a:pt x="5415655" y="2778711"/>
                  </a:lnTo>
                  <a:lnTo>
                    <a:pt x="5429161" y="2778715"/>
                  </a:lnTo>
                  <a:lnTo>
                    <a:pt x="5442666" y="2778718"/>
                  </a:lnTo>
                  <a:lnTo>
                    <a:pt x="5456171" y="2778721"/>
                  </a:lnTo>
                  <a:lnTo>
                    <a:pt x="5469677" y="2778723"/>
                  </a:lnTo>
                  <a:lnTo>
                    <a:pt x="5483182" y="2778725"/>
                  </a:lnTo>
                  <a:lnTo>
                    <a:pt x="5496688" y="2778726"/>
                  </a:lnTo>
                  <a:lnTo>
                    <a:pt x="5510193" y="2778728"/>
                  </a:lnTo>
                  <a:lnTo>
                    <a:pt x="5523698" y="2778729"/>
                  </a:lnTo>
                  <a:lnTo>
                    <a:pt x="5537204" y="2778729"/>
                  </a:lnTo>
                  <a:lnTo>
                    <a:pt x="5550709" y="2778730"/>
                  </a:lnTo>
                  <a:lnTo>
                    <a:pt x="5564214" y="2778731"/>
                  </a:lnTo>
                  <a:lnTo>
                    <a:pt x="5577720" y="2778731"/>
                  </a:lnTo>
                  <a:lnTo>
                    <a:pt x="5591225" y="2778732"/>
                  </a:lnTo>
                  <a:lnTo>
                    <a:pt x="5604731" y="2778732"/>
                  </a:lnTo>
                  <a:lnTo>
                    <a:pt x="5618236" y="2778732"/>
                  </a:lnTo>
                  <a:lnTo>
                    <a:pt x="5631741" y="2778733"/>
                  </a:lnTo>
                  <a:lnTo>
                    <a:pt x="5645247" y="2778733"/>
                  </a:lnTo>
                  <a:lnTo>
                    <a:pt x="5658752" y="2778733"/>
                  </a:lnTo>
                  <a:lnTo>
                    <a:pt x="5672257" y="2778733"/>
                  </a:lnTo>
                  <a:lnTo>
                    <a:pt x="5685763" y="2778733"/>
                  </a:lnTo>
                  <a:lnTo>
                    <a:pt x="5699268" y="2778733"/>
                  </a:lnTo>
                  <a:lnTo>
                    <a:pt x="5712774" y="2778733"/>
                  </a:lnTo>
                  <a:lnTo>
                    <a:pt x="5726279" y="2778733"/>
                  </a:lnTo>
                  <a:lnTo>
                    <a:pt x="5739784" y="2778733"/>
                  </a:lnTo>
                  <a:lnTo>
                    <a:pt x="5753290" y="2778733"/>
                  </a:lnTo>
                  <a:lnTo>
                    <a:pt x="5766795" y="2778733"/>
                  </a:lnTo>
                  <a:lnTo>
                    <a:pt x="5780300" y="2778733"/>
                  </a:lnTo>
                  <a:lnTo>
                    <a:pt x="5793806" y="2778733"/>
                  </a:lnTo>
                  <a:lnTo>
                    <a:pt x="5807311" y="2778733"/>
                  </a:lnTo>
                  <a:lnTo>
                    <a:pt x="5820817" y="2778733"/>
                  </a:lnTo>
                  <a:lnTo>
                    <a:pt x="5834322" y="2778733"/>
                  </a:lnTo>
                  <a:lnTo>
                    <a:pt x="5847827" y="2778733"/>
                  </a:lnTo>
                  <a:lnTo>
                    <a:pt x="5861333" y="2778733"/>
                  </a:lnTo>
                  <a:lnTo>
                    <a:pt x="5874838" y="2778733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  <a:lnTo>
                    <a:pt x="6887741" y="2778734"/>
                  </a:lnTo>
                  <a:lnTo>
                    <a:pt x="6874236" y="2778734"/>
                  </a:lnTo>
                  <a:lnTo>
                    <a:pt x="6860730" y="2778734"/>
                  </a:lnTo>
                  <a:lnTo>
                    <a:pt x="6847225" y="2778734"/>
                  </a:lnTo>
                  <a:lnTo>
                    <a:pt x="6833720" y="2778734"/>
                  </a:lnTo>
                  <a:lnTo>
                    <a:pt x="6820214" y="2778734"/>
                  </a:lnTo>
                  <a:lnTo>
                    <a:pt x="6806709" y="2778734"/>
                  </a:lnTo>
                  <a:lnTo>
                    <a:pt x="6793204" y="2778734"/>
                  </a:lnTo>
                  <a:lnTo>
                    <a:pt x="6779698" y="2778734"/>
                  </a:lnTo>
                  <a:lnTo>
                    <a:pt x="6766193" y="2778734"/>
                  </a:lnTo>
                  <a:lnTo>
                    <a:pt x="6752687" y="2778734"/>
                  </a:lnTo>
                  <a:lnTo>
                    <a:pt x="6739182" y="2778734"/>
                  </a:lnTo>
                  <a:lnTo>
                    <a:pt x="6725677" y="2778734"/>
                  </a:lnTo>
                  <a:lnTo>
                    <a:pt x="6712171" y="2778734"/>
                  </a:lnTo>
                  <a:lnTo>
                    <a:pt x="6698666" y="2778734"/>
                  </a:lnTo>
                  <a:lnTo>
                    <a:pt x="6685161" y="2778734"/>
                  </a:lnTo>
                  <a:lnTo>
                    <a:pt x="6671655" y="2778734"/>
                  </a:lnTo>
                  <a:lnTo>
                    <a:pt x="6658150" y="2778734"/>
                  </a:lnTo>
                  <a:lnTo>
                    <a:pt x="6644644" y="2778734"/>
                  </a:lnTo>
                  <a:lnTo>
                    <a:pt x="6631139" y="2778734"/>
                  </a:lnTo>
                  <a:lnTo>
                    <a:pt x="6617634" y="2778734"/>
                  </a:lnTo>
                  <a:lnTo>
                    <a:pt x="6604128" y="2778734"/>
                  </a:lnTo>
                  <a:lnTo>
                    <a:pt x="6590623" y="2778734"/>
                  </a:lnTo>
                  <a:lnTo>
                    <a:pt x="6577118" y="2778734"/>
                  </a:lnTo>
                  <a:lnTo>
                    <a:pt x="6563612" y="2778734"/>
                  </a:lnTo>
                  <a:lnTo>
                    <a:pt x="6550107" y="2778734"/>
                  </a:lnTo>
                  <a:lnTo>
                    <a:pt x="6536601" y="2778734"/>
                  </a:lnTo>
                  <a:lnTo>
                    <a:pt x="6523096" y="2778734"/>
                  </a:lnTo>
                  <a:lnTo>
                    <a:pt x="6509591" y="2778734"/>
                  </a:lnTo>
                  <a:lnTo>
                    <a:pt x="6496085" y="2778734"/>
                  </a:lnTo>
                  <a:lnTo>
                    <a:pt x="6482580" y="2778734"/>
                  </a:lnTo>
                  <a:lnTo>
                    <a:pt x="6469075" y="2778734"/>
                  </a:lnTo>
                  <a:lnTo>
                    <a:pt x="6455569" y="2778734"/>
                  </a:lnTo>
                  <a:lnTo>
                    <a:pt x="6442064" y="2778734"/>
                  </a:lnTo>
                  <a:lnTo>
                    <a:pt x="6428558" y="2778734"/>
                  </a:lnTo>
                  <a:lnTo>
                    <a:pt x="6415053" y="2778734"/>
                  </a:lnTo>
                  <a:lnTo>
                    <a:pt x="6401548" y="2778734"/>
                  </a:lnTo>
                  <a:lnTo>
                    <a:pt x="6388042" y="2778734"/>
                  </a:lnTo>
                  <a:lnTo>
                    <a:pt x="6374537" y="2778734"/>
                  </a:lnTo>
                  <a:lnTo>
                    <a:pt x="6361032" y="2778734"/>
                  </a:lnTo>
                  <a:lnTo>
                    <a:pt x="6347526" y="2778734"/>
                  </a:lnTo>
                  <a:lnTo>
                    <a:pt x="6334021" y="2778734"/>
                  </a:lnTo>
                  <a:lnTo>
                    <a:pt x="6320515" y="2778734"/>
                  </a:lnTo>
                  <a:lnTo>
                    <a:pt x="6307010" y="2778734"/>
                  </a:lnTo>
                  <a:lnTo>
                    <a:pt x="6293505" y="2778734"/>
                  </a:lnTo>
                  <a:lnTo>
                    <a:pt x="6279999" y="2778734"/>
                  </a:lnTo>
                  <a:lnTo>
                    <a:pt x="6266494" y="2778734"/>
                  </a:lnTo>
                  <a:lnTo>
                    <a:pt x="6252989" y="2778734"/>
                  </a:lnTo>
                  <a:lnTo>
                    <a:pt x="6239483" y="2778734"/>
                  </a:lnTo>
                  <a:lnTo>
                    <a:pt x="6225978" y="2778734"/>
                  </a:lnTo>
                  <a:lnTo>
                    <a:pt x="6212472" y="2778734"/>
                  </a:lnTo>
                  <a:lnTo>
                    <a:pt x="6198967" y="2778734"/>
                  </a:lnTo>
                  <a:lnTo>
                    <a:pt x="6185462" y="2778734"/>
                  </a:lnTo>
                  <a:lnTo>
                    <a:pt x="6171956" y="2778734"/>
                  </a:lnTo>
                  <a:lnTo>
                    <a:pt x="6158451" y="2778734"/>
                  </a:lnTo>
                  <a:lnTo>
                    <a:pt x="6144946" y="2778734"/>
                  </a:lnTo>
                  <a:lnTo>
                    <a:pt x="6131440" y="2778734"/>
                  </a:lnTo>
                  <a:lnTo>
                    <a:pt x="6117935" y="2778734"/>
                  </a:lnTo>
                  <a:lnTo>
                    <a:pt x="6104429" y="2778734"/>
                  </a:lnTo>
                  <a:lnTo>
                    <a:pt x="6090924" y="2778734"/>
                  </a:lnTo>
                  <a:lnTo>
                    <a:pt x="6077419" y="2778734"/>
                  </a:lnTo>
                  <a:lnTo>
                    <a:pt x="6063913" y="2778734"/>
                  </a:lnTo>
                  <a:lnTo>
                    <a:pt x="6050408" y="2778734"/>
                  </a:lnTo>
                  <a:lnTo>
                    <a:pt x="6036903" y="2778734"/>
                  </a:lnTo>
                  <a:lnTo>
                    <a:pt x="6023397" y="2778734"/>
                  </a:lnTo>
                  <a:lnTo>
                    <a:pt x="6009892" y="2778734"/>
                  </a:lnTo>
                  <a:lnTo>
                    <a:pt x="5996386" y="2778734"/>
                  </a:lnTo>
                  <a:lnTo>
                    <a:pt x="5982881" y="2778734"/>
                  </a:lnTo>
                  <a:lnTo>
                    <a:pt x="5969376" y="2778734"/>
                  </a:lnTo>
                  <a:lnTo>
                    <a:pt x="5955870" y="2778734"/>
                  </a:lnTo>
                  <a:lnTo>
                    <a:pt x="5942365" y="2778734"/>
                  </a:lnTo>
                  <a:lnTo>
                    <a:pt x="5928860" y="2778734"/>
                  </a:lnTo>
                  <a:lnTo>
                    <a:pt x="5915354" y="2778734"/>
                  </a:lnTo>
                  <a:lnTo>
                    <a:pt x="5901849" y="2778734"/>
                  </a:lnTo>
                  <a:lnTo>
                    <a:pt x="5888343" y="2778734"/>
                  </a:lnTo>
                  <a:lnTo>
                    <a:pt x="5874838" y="2778734"/>
                  </a:lnTo>
                  <a:lnTo>
                    <a:pt x="5861333" y="2778734"/>
                  </a:lnTo>
                  <a:lnTo>
                    <a:pt x="5847827" y="2778734"/>
                  </a:lnTo>
                  <a:lnTo>
                    <a:pt x="5834322" y="2778734"/>
                  </a:lnTo>
                  <a:lnTo>
                    <a:pt x="5820817" y="2778734"/>
                  </a:lnTo>
                  <a:lnTo>
                    <a:pt x="5807311" y="2778734"/>
                  </a:lnTo>
                  <a:lnTo>
                    <a:pt x="5793806" y="2778734"/>
                  </a:lnTo>
                  <a:lnTo>
                    <a:pt x="5780300" y="2778734"/>
                  </a:lnTo>
                  <a:lnTo>
                    <a:pt x="5766795" y="2778734"/>
                  </a:lnTo>
                  <a:lnTo>
                    <a:pt x="5753290" y="2778734"/>
                  </a:lnTo>
                  <a:lnTo>
                    <a:pt x="5739784" y="2778734"/>
                  </a:lnTo>
                  <a:lnTo>
                    <a:pt x="5726279" y="2778734"/>
                  </a:lnTo>
                  <a:lnTo>
                    <a:pt x="5712774" y="2778734"/>
                  </a:lnTo>
                  <a:lnTo>
                    <a:pt x="5699268" y="2778734"/>
                  </a:lnTo>
                  <a:lnTo>
                    <a:pt x="5685763" y="2778734"/>
                  </a:lnTo>
                  <a:lnTo>
                    <a:pt x="5672257" y="2778734"/>
                  </a:lnTo>
                  <a:lnTo>
                    <a:pt x="5658752" y="2778734"/>
                  </a:lnTo>
                  <a:lnTo>
                    <a:pt x="5645247" y="2778734"/>
                  </a:lnTo>
                  <a:lnTo>
                    <a:pt x="5631741" y="2778734"/>
                  </a:lnTo>
                  <a:lnTo>
                    <a:pt x="5618236" y="2778734"/>
                  </a:lnTo>
                  <a:lnTo>
                    <a:pt x="5604731" y="2778734"/>
                  </a:lnTo>
                  <a:lnTo>
                    <a:pt x="5591225" y="2778734"/>
                  </a:lnTo>
                  <a:lnTo>
                    <a:pt x="5577720" y="2778734"/>
                  </a:lnTo>
                  <a:lnTo>
                    <a:pt x="5564214" y="2778734"/>
                  </a:lnTo>
                  <a:lnTo>
                    <a:pt x="5550709" y="2778734"/>
                  </a:lnTo>
                  <a:lnTo>
                    <a:pt x="5537204" y="2778734"/>
                  </a:lnTo>
                  <a:lnTo>
                    <a:pt x="5523698" y="2778734"/>
                  </a:lnTo>
                  <a:lnTo>
                    <a:pt x="5510193" y="2778734"/>
                  </a:lnTo>
                  <a:lnTo>
                    <a:pt x="5496688" y="2778734"/>
                  </a:lnTo>
                  <a:lnTo>
                    <a:pt x="5483182" y="2778734"/>
                  </a:lnTo>
                  <a:lnTo>
                    <a:pt x="5469677" y="2778734"/>
                  </a:lnTo>
                  <a:lnTo>
                    <a:pt x="5456171" y="2778734"/>
                  </a:lnTo>
                  <a:lnTo>
                    <a:pt x="5442666" y="2778734"/>
                  </a:lnTo>
                  <a:lnTo>
                    <a:pt x="5429161" y="2778734"/>
                  </a:lnTo>
                  <a:lnTo>
                    <a:pt x="5415655" y="2778734"/>
                  </a:lnTo>
                  <a:lnTo>
                    <a:pt x="5402150" y="2778734"/>
                  </a:lnTo>
                  <a:lnTo>
                    <a:pt x="5388645" y="2778734"/>
                  </a:lnTo>
                  <a:lnTo>
                    <a:pt x="5375139" y="2778734"/>
                  </a:lnTo>
                  <a:lnTo>
                    <a:pt x="5361634" y="2778734"/>
                  </a:lnTo>
                  <a:lnTo>
                    <a:pt x="5348128" y="2778734"/>
                  </a:lnTo>
                  <a:lnTo>
                    <a:pt x="5334623" y="2778734"/>
                  </a:lnTo>
                  <a:lnTo>
                    <a:pt x="5321118" y="2778734"/>
                  </a:lnTo>
                  <a:lnTo>
                    <a:pt x="5307612" y="2778734"/>
                  </a:lnTo>
                  <a:lnTo>
                    <a:pt x="5294107" y="2778734"/>
                  </a:lnTo>
                  <a:lnTo>
                    <a:pt x="5280602" y="2778734"/>
                  </a:lnTo>
                  <a:lnTo>
                    <a:pt x="5267096" y="2778734"/>
                  </a:lnTo>
                  <a:lnTo>
                    <a:pt x="5253591" y="2778734"/>
                  </a:lnTo>
                  <a:lnTo>
                    <a:pt x="5240085" y="2778734"/>
                  </a:lnTo>
                  <a:lnTo>
                    <a:pt x="5226580" y="2778734"/>
                  </a:lnTo>
                  <a:lnTo>
                    <a:pt x="5213075" y="2778734"/>
                  </a:lnTo>
                  <a:lnTo>
                    <a:pt x="5199569" y="2778734"/>
                  </a:lnTo>
                  <a:lnTo>
                    <a:pt x="5186064" y="2778734"/>
                  </a:lnTo>
                  <a:lnTo>
                    <a:pt x="5172559" y="2778734"/>
                  </a:lnTo>
                  <a:lnTo>
                    <a:pt x="5159053" y="2778734"/>
                  </a:lnTo>
                  <a:lnTo>
                    <a:pt x="5145548" y="2778734"/>
                  </a:lnTo>
                  <a:lnTo>
                    <a:pt x="5132042" y="2778734"/>
                  </a:lnTo>
                  <a:lnTo>
                    <a:pt x="5118537" y="2778734"/>
                  </a:lnTo>
                  <a:lnTo>
                    <a:pt x="5105032" y="2778734"/>
                  </a:lnTo>
                  <a:lnTo>
                    <a:pt x="5091526" y="2778734"/>
                  </a:lnTo>
                  <a:lnTo>
                    <a:pt x="5078021" y="2778734"/>
                  </a:lnTo>
                  <a:lnTo>
                    <a:pt x="5064515" y="2778734"/>
                  </a:lnTo>
                  <a:lnTo>
                    <a:pt x="5051010" y="2778734"/>
                  </a:lnTo>
                  <a:lnTo>
                    <a:pt x="5037505" y="2778734"/>
                  </a:lnTo>
                  <a:lnTo>
                    <a:pt x="5023999" y="2778734"/>
                  </a:lnTo>
                  <a:lnTo>
                    <a:pt x="5010494" y="2778734"/>
                  </a:lnTo>
                  <a:lnTo>
                    <a:pt x="4996989" y="2778734"/>
                  </a:lnTo>
                  <a:lnTo>
                    <a:pt x="4983483" y="2778734"/>
                  </a:lnTo>
                  <a:lnTo>
                    <a:pt x="4969978" y="2778734"/>
                  </a:lnTo>
                  <a:lnTo>
                    <a:pt x="4956472" y="2778734"/>
                  </a:lnTo>
                  <a:lnTo>
                    <a:pt x="4942967" y="2778734"/>
                  </a:lnTo>
                  <a:lnTo>
                    <a:pt x="4929462" y="2778734"/>
                  </a:lnTo>
                  <a:lnTo>
                    <a:pt x="4915956" y="2778734"/>
                  </a:lnTo>
                  <a:lnTo>
                    <a:pt x="4902451" y="2778734"/>
                  </a:lnTo>
                  <a:lnTo>
                    <a:pt x="4888946" y="2778734"/>
                  </a:lnTo>
                  <a:lnTo>
                    <a:pt x="4875440" y="2778734"/>
                  </a:lnTo>
                  <a:lnTo>
                    <a:pt x="4861935" y="2778734"/>
                  </a:lnTo>
                  <a:lnTo>
                    <a:pt x="4848429" y="2778734"/>
                  </a:lnTo>
                  <a:lnTo>
                    <a:pt x="4834924" y="2778734"/>
                  </a:lnTo>
                  <a:lnTo>
                    <a:pt x="4821419" y="2778734"/>
                  </a:lnTo>
                  <a:lnTo>
                    <a:pt x="4807913" y="2778734"/>
                  </a:lnTo>
                  <a:lnTo>
                    <a:pt x="4794408" y="2778734"/>
                  </a:lnTo>
                  <a:lnTo>
                    <a:pt x="4780903" y="2778734"/>
                  </a:lnTo>
                  <a:lnTo>
                    <a:pt x="4767397" y="2778734"/>
                  </a:lnTo>
                  <a:lnTo>
                    <a:pt x="4753892" y="2778734"/>
                  </a:lnTo>
                  <a:lnTo>
                    <a:pt x="4740386" y="2778734"/>
                  </a:lnTo>
                  <a:lnTo>
                    <a:pt x="4726881" y="2778734"/>
                  </a:lnTo>
                  <a:lnTo>
                    <a:pt x="4713376" y="2778734"/>
                  </a:lnTo>
                  <a:lnTo>
                    <a:pt x="4699870" y="2778734"/>
                  </a:lnTo>
                  <a:lnTo>
                    <a:pt x="4686365" y="2778734"/>
                  </a:lnTo>
                  <a:lnTo>
                    <a:pt x="4672860" y="2778734"/>
                  </a:lnTo>
                  <a:lnTo>
                    <a:pt x="4659354" y="2778734"/>
                  </a:lnTo>
                  <a:lnTo>
                    <a:pt x="4645849" y="2778734"/>
                  </a:lnTo>
                  <a:lnTo>
                    <a:pt x="4632343" y="2778734"/>
                  </a:lnTo>
                  <a:lnTo>
                    <a:pt x="4618838" y="2778734"/>
                  </a:lnTo>
                  <a:lnTo>
                    <a:pt x="4605333" y="2778734"/>
                  </a:lnTo>
                  <a:lnTo>
                    <a:pt x="4591827" y="2778734"/>
                  </a:lnTo>
                  <a:lnTo>
                    <a:pt x="4578322" y="2778734"/>
                  </a:lnTo>
                  <a:lnTo>
                    <a:pt x="4564817" y="2778734"/>
                  </a:lnTo>
                  <a:lnTo>
                    <a:pt x="4551311" y="2778734"/>
                  </a:lnTo>
                  <a:lnTo>
                    <a:pt x="4537806" y="2778734"/>
                  </a:lnTo>
                  <a:lnTo>
                    <a:pt x="4524300" y="2778734"/>
                  </a:lnTo>
                  <a:lnTo>
                    <a:pt x="4510795" y="2778734"/>
                  </a:lnTo>
                  <a:lnTo>
                    <a:pt x="4497290" y="2778734"/>
                  </a:lnTo>
                  <a:lnTo>
                    <a:pt x="4483784" y="2778734"/>
                  </a:lnTo>
                  <a:lnTo>
                    <a:pt x="4470279" y="2778734"/>
                  </a:lnTo>
                  <a:lnTo>
                    <a:pt x="4456774" y="2778734"/>
                  </a:lnTo>
                  <a:lnTo>
                    <a:pt x="4443268" y="2778734"/>
                  </a:lnTo>
                  <a:lnTo>
                    <a:pt x="4429763" y="2778734"/>
                  </a:lnTo>
                  <a:lnTo>
                    <a:pt x="4416257" y="2778734"/>
                  </a:lnTo>
                  <a:lnTo>
                    <a:pt x="4402752" y="2778734"/>
                  </a:lnTo>
                  <a:lnTo>
                    <a:pt x="4389247" y="2778734"/>
                  </a:lnTo>
                  <a:lnTo>
                    <a:pt x="4375741" y="2778734"/>
                  </a:lnTo>
                  <a:lnTo>
                    <a:pt x="4362236" y="2778734"/>
                  </a:lnTo>
                  <a:lnTo>
                    <a:pt x="4348731" y="2778734"/>
                  </a:lnTo>
                  <a:lnTo>
                    <a:pt x="4335225" y="2778734"/>
                  </a:lnTo>
                  <a:lnTo>
                    <a:pt x="4321720" y="2778734"/>
                  </a:lnTo>
                  <a:lnTo>
                    <a:pt x="4308214" y="2778734"/>
                  </a:lnTo>
                  <a:lnTo>
                    <a:pt x="4294709" y="2778734"/>
                  </a:lnTo>
                  <a:lnTo>
                    <a:pt x="4281204" y="2778734"/>
                  </a:lnTo>
                  <a:lnTo>
                    <a:pt x="4267698" y="2778734"/>
                  </a:lnTo>
                  <a:lnTo>
                    <a:pt x="4254193" y="2778734"/>
                  </a:lnTo>
                  <a:lnTo>
                    <a:pt x="4240688" y="2778734"/>
                  </a:lnTo>
                  <a:lnTo>
                    <a:pt x="4227182" y="2778734"/>
                  </a:lnTo>
                  <a:lnTo>
                    <a:pt x="4213677" y="2778734"/>
                  </a:lnTo>
                  <a:lnTo>
                    <a:pt x="4200171" y="2778734"/>
                  </a:lnTo>
                  <a:lnTo>
                    <a:pt x="4186666" y="2778734"/>
                  </a:lnTo>
                  <a:lnTo>
                    <a:pt x="4173161" y="2778734"/>
                  </a:lnTo>
                  <a:lnTo>
                    <a:pt x="4159655" y="2778734"/>
                  </a:lnTo>
                  <a:lnTo>
                    <a:pt x="4146150" y="2778734"/>
                  </a:lnTo>
                  <a:lnTo>
                    <a:pt x="4132645" y="2778734"/>
                  </a:lnTo>
                  <a:lnTo>
                    <a:pt x="4119139" y="2778734"/>
                  </a:lnTo>
                  <a:lnTo>
                    <a:pt x="4105634" y="2778734"/>
                  </a:lnTo>
                  <a:lnTo>
                    <a:pt x="4092128" y="2778734"/>
                  </a:lnTo>
                  <a:lnTo>
                    <a:pt x="4078623" y="2778734"/>
                  </a:lnTo>
                  <a:lnTo>
                    <a:pt x="4065118" y="2778734"/>
                  </a:lnTo>
                  <a:lnTo>
                    <a:pt x="4051612" y="2778734"/>
                  </a:lnTo>
                  <a:lnTo>
                    <a:pt x="4038107" y="2778734"/>
                  </a:lnTo>
                  <a:lnTo>
                    <a:pt x="4024602" y="2778734"/>
                  </a:lnTo>
                  <a:lnTo>
                    <a:pt x="4011096" y="2778734"/>
                  </a:lnTo>
                  <a:lnTo>
                    <a:pt x="3997591" y="2778734"/>
                  </a:lnTo>
                  <a:lnTo>
                    <a:pt x="3984085" y="2778734"/>
                  </a:lnTo>
                  <a:lnTo>
                    <a:pt x="3970580" y="2778734"/>
                  </a:lnTo>
                  <a:lnTo>
                    <a:pt x="3957075" y="2778734"/>
                  </a:lnTo>
                  <a:lnTo>
                    <a:pt x="3943569" y="2778734"/>
                  </a:lnTo>
                  <a:lnTo>
                    <a:pt x="3930064" y="2778734"/>
                  </a:lnTo>
                  <a:lnTo>
                    <a:pt x="3916559" y="2778734"/>
                  </a:lnTo>
                  <a:lnTo>
                    <a:pt x="3903053" y="2778734"/>
                  </a:lnTo>
                  <a:lnTo>
                    <a:pt x="3889548" y="2778734"/>
                  </a:lnTo>
                  <a:lnTo>
                    <a:pt x="3876042" y="2778734"/>
                  </a:lnTo>
                  <a:lnTo>
                    <a:pt x="3862537" y="2778734"/>
                  </a:lnTo>
                  <a:lnTo>
                    <a:pt x="3849032" y="2778734"/>
                  </a:lnTo>
                  <a:lnTo>
                    <a:pt x="3835526" y="2778734"/>
                  </a:lnTo>
                  <a:lnTo>
                    <a:pt x="3822021" y="2778734"/>
                  </a:lnTo>
                  <a:lnTo>
                    <a:pt x="3808516" y="2778734"/>
                  </a:lnTo>
                  <a:lnTo>
                    <a:pt x="3795010" y="2778734"/>
                  </a:lnTo>
                  <a:lnTo>
                    <a:pt x="3781505" y="2778734"/>
                  </a:lnTo>
                  <a:lnTo>
                    <a:pt x="3767999" y="2778734"/>
                  </a:lnTo>
                  <a:lnTo>
                    <a:pt x="3754494" y="2778734"/>
                  </a:lnTo>
                  <a:lnTo>
                    <a:pt x="3740989" y="2778734"/>
                  </a:lnTo>
                  <a:lnTo>
                    <a:pt x="3727483" y="2778734"/>
                  </a:lnTo>
                  <a:lnTo>
                    <a:pt x="3713978" y="2778734"/>
                  </a:lnTo>
                  <a:lnTo>
                    <a:pt x="3700473" y="2778734"/>
                  </a:lnTo>
                  <a:lnTo>
                    <a:pt x="3686967" y="2778734"/>
                  </a:lnTo>
                  <a:lnTo>
                    <a:pt x="3673462" y="2778734"/>
                  </a:lnTo>
                  <a:lnTo>
                    <a:pt x="3659956" y="2778734"/>
                  </a:lnTo>
                  <a:lnTo>
                    <a:pt x="3646451" y="2778734"/>
                  </a:lnTo>
                  <a:lnTo>
                    <a:pt x="3632946" y="2778734"/>
                  </a:lnTo>
                  <a:lnTo>
                    <a:pt x="3619440" y="2778734"/>
                  </a:lnTo>
                  <a:lnTo>
                    <a:pt x="3605935" y="2778734"/>
                  </a:lnTo>
                  <a:lnTo>
                    <a:pt x="3592430" y="2778734"/>
                  </a:lnTo>
                  <a:lnTo>
                    <a:pt x="3578924" y="2778734"/>
                  </a:lnTo>
                  <a:lnTo>
                    <a:pt x="3565419" y="2778734"/>
                  </a:lnTo>
                  <a:lnTo>
                    <a:pt x="3551913" y="2778734"/>
                  </a:lnTo>
                  <a:lnTo>
                    <a:pt x="3538408" y="2778734"/>
                  </a:lnTo>
                  <a:lnTo>
                    <a:pt x="3524903" y="2778734"/>
                  </a:lnTo>
                  <a:lnTo>
                    <a:pt x="3511397" y="2778734"/>
                  </a:lnTo>
                  <a:lnTo>
                    <a:pt x="3497892" y="2778734"/>
                  </a:lnTo>
                  <a:lnTo>
                    <a:pt x="3484387" y="2778734"/>
                  </a:lnTo>
                  <a:lnTo>
                    <a:pt x="3470881" y="2778734"/>
                  </a:lnTo>
                  <a:lnTo>
                    <a:pt x="3457376" y="2778734"/>
                  </a:lnTo>
                  <a:lnTo>
                    <a:pt x="3443870" y="2778734"/>
                  </a:lnTo>
                  <a:lnTo>
                    <a:pt x="3430365" y="2778734"/>
                  </a:lnTo>
                  <a:lnTo>
                    <a:pt x="3416860" y="2778734"/>
                  </a:lnTo>
                  <a:lnTo>
                    <a:pt x="3403354" y="2778734"/>
                  </a:lnTo>
                  <a:lnTo>
                    <a:pt x="3389849" y="2778734"/>
                  </a:lnTo>
                  <a:lnTo>
                    <a:pt x="3376343" y="2778734"/>
                  </a:lnTo>
                  <a:lnTo>
                    <a:pt x="3362838" y="2778734"/>
                  </a:lnTo>
                  <a:lnTo>
                    <a:pt x="3349333" y="2778734"/>
                  </a:lnTo>
                  <a:lnTo>
                    <a:pt x="3335827" y="2778734"/>
                  </a:lnTo>
                  <a:lnTo>
                    <a:pt x="3322322" y="2778734"/>
                  </a:lnTo>
                  <a:lnTo>
                    <a:pt x="3308817" y="2778734"/>
                  </a:lnTo>
                  <a:lnTo>
                    <a:pt x="3295311" y="2778734"/>
                  </a:lnTo>
                  <a:lnTo>
                    <a:pt x="3281806" y="2778734"/>
                  </a:lnTo>
                  <a:lnTo>
                    <a:pt x="3268300" y="2778734"/>
                  </a:lnTo>
                  <a:lnTo>
                    <a:pt x="3254795" y="2778734"/>
                  </a:lnTo>
                  <a:lnTo>
                    <a:pt x="3241290" y="2778734"/>
                  </a:lnTo>
                  <a:lnTo>
                    <a:pt x="3227784" y="2778734"/>
                  </a:lnTo>
                  <a:lnTo>
                    <a:pt x="3214279" y="2778734"/>
                  </a:lnTo>
                  <a:lnTo>
                    <a:pt x="3200774" y="2778734"/>
                  </a:lnTo>
                  <a:lnTo>
                    <a:pt x="3187268" y="2778734"/>
                  </a:lnTo>
                  <a:lnTo>
                    <a:pt x="3173763" y="2778734"/>
                  </a:lnTo>
                  <a:lnTo>
                    <a:pt x="3160257" y="2778734"/>
                  </a:lnTo>
                  <a:lnTo>
                    <a:pt x="3146752" y="2778734"/>
                  </a:lnTo>
                  <a:lnTo>
                    <a:pt x="3133247" y="2778734"/>
                  </a:lnTo>
                  <a:lnTo>
                    <a:pt x="3119741" y="2778734"/>
                  </a:lnTo>
                  <a:lnTo>
                    <a:pt x="3106236" y="2778734"/>
                  </a:lnTo>
                  <a:lnTo>
                    <a:pt x="3092731" y="2778734"/>
                  </a:lnTo>
                  <a:lnTo>
                    <a:pt x="3079225" y="2778734"/>
                  </a:lnTo>
                  <a:lnTo>
                    <a:pt x="3065720" y="2778734"/>
                  </a:lnTo>
                  <a:lnTo>
                    <a:pt x="3052214" y="2778734"/>
                  </a:lnTo>
                  <a:lnTo>
                    <a:pt x="3038709" y="2778734"/>
                  </a:lnTo>
                  <a:lnTo>
                    <a:pt x="3025204" y="2778734"/>
                  </a:lnTo>
                  <a:lnTo>
                    <a:pt x="3011698" y="2778734"/>
                  </a:lnTo>
                  <a:lnTo>
                    <a:pt x="2998193" y="2778734"/>
                  </a:lnTo>
                  <a:lnTo>
                    <a:pt x="2984688" y="2778734"/>
                  </a:lnTo>
                  <a:lnTo>
                    <a:pt x="2971182" y="2778734"/>
                  </a:lnTo>
                  <a:lnTo>
                    <a:pt x="2957677" y="2778734"/>
                  </a:lnTo>
                  <a:lnTo>
                    <a:pt x="2944171" y="2778734"/>
                  </a:lnTo>
                  <a:lnTo>
                    <a:pt x="2930666" y="2778734"/>
                  </a:lnTo>
                  <a:lnTo>
                    <a:pt x="2917161" y="2778734"/>
                  </a:lnTo>
                  <a:lnTo>
                    <a:pt x="2903655" y="2778734"/>
                  </a:lnTo>
                  <a:lnTo>
                    <a:pt x="2890150" y="2778734"/>
                  </a:lnTo>
                  <a:lnTo>
                    <a:pt x="2876645" y="2778734"/>
                  </a:lnTo>
                  <a:lnTo>
                    <a:pt x="2863139" y="2778734"/>
                  </a:lnTo>
                  <a:lnTo>
                    <a:pt x="2849634" y="2778734"/>
                  </a:lnTo>
                  <a:lnTo>
                    <a:pt x="2836128" y="2778734"/>
                  </a:lnTo>
                  <a:lnTo>
                    <a:pt x="2822623" y="2778734"/>
                  </a:lnTo>
                  <a:lnTo>
                    <a:pt x="2809118" y="2778734"/>
                  </a:lnTo>
                  <a:lnTo>
                    <a:pt x="2795612" y="2778734"/>
                  </a:lnTo>
                  <a:lnTo>
                    <a:pt x="2782107" y="2778734"/>
                  </a:lnTo>
                  <a:lnTo>
                    <a:pt x="2768602" y="2778734"/>
                  </a:lnTo>
                  <a:lnTo>
                    <a:pt x="2755096" y="2778734"/>
                  </a:lnTo>
                  <a:lnTo>
                    <a:pt x="2741591" y="2778734"/>
                  </a:lnTo>
                  <a:lnTo>
                    <a:pt x="2728085" y="2778734"/>
                  </a:lnTo>
                  <a:lnTo>
                    <a:pt x="2714580" y="2778734"/>
                  </a:lnTo>
                  <a:lnTo>
                    <a:pt x="2701075" y="2778734"/>
                  </a:lnTo>
                  <a:lnTo>
                    <a:pt x="2687569" y="2778734"/>
                  </a:lnTo>
                  <a:lnTo>
                    <a:pt x="2674064" y="2778734"/>
                  </a:lnTo>
                  <a:lnTo>
                    <a:pt x="2660559" y="2778734"/>
                  </a:lnTo>
                  <a:lnTo>
                    <a:pt x="2647053" y="2778734"/>
                  </a:lnTo>
                  <a:lnTo>
                    <a:pt x="2633548" y="2778734"/>
                  </a:lnTo>
                  <a:lnTo>
                    <a:pt x="2620042" y="2778734"/>
                  </a:lnTo>
                  <a:lnTo>
                    <a:pt x="2606537" y="2778734"/>
                  </a:lnTo>
                  <a:lnTo>
                    <a:pt x="2593032" y="2778734"/>
                  </a:lnTo>
                  <a:lnTo>
                    <a:pt x="2579526" y="2778734"/>
                  </a:lnTo>
                  <a:lnTo>
                    <a:pt x="2566021" y="2778734"/>
                  </a:lnTo>
                  <a:lnTo>
                    <a:pt x="2552516" y="2778734"/>
                  </a:lnTo>
                  <a:lnTo>
                    <a:pt x="2539010" y="2778734"/>
                  </a:lnTo>
                  <a:lnTo>
                    <a:pt x="2525505" y="2778734"/>
                  </a:lnTo>
                  <a:lnTo>
                    <a:pt x="2511999" y="2778734"/>
                  </a:lnTo>
                  <a:lnTo>
                    <a:pt x="2498494" y="2778734"/>
                  </a:lnTo>
                  <a:lnTo>
                    <a:pt x="2484989" y="2778734"/>
                  </a:lnTo>
                  <a:lnTo>
                    <a:pt x="2471483" y="2778734"/>
                  </a:lnTo>
                  <a:lnTo>
                    <a:pt x="2457978" y="2778734"/>
                  </a:lnTo>
                  <a:lnTo>
                    <a:pt x="2444473" y="2778734"/>
                  </a:lnTo>
                  <a:lnTo>
                    <a:pt x="2430967" y="2778734"/>
                  </a:lnTo>
                  <a:lnTo>
                    <a:pt x="2417462" y="2778734"/>
                  </a:lnTo>
                  <a:lnTo>
                    <a:pt x="2403956" y="2778734"/>
                  </a:lnTo>
                  <a:lnTo>
                    <a:pt x="2390451" y="2778734"/>
                  </a:lnTo>
                  <a:lnTo>
                    <a:pt x="2376946" y="2778734"/>
                  </a:lnTo>
                  <a:lnTo>
                    <a:pt x="2363440" y="2778734"/>
                  </a:lnTo>
                  <a:lnTo>
                    <a:pt x="2349935" y="2778734"/>
                  </a:lnTo>
                  <a:lnTo>
                    <a:pt x="2336430" y="2778734"/>
                  </a:lnTo>
                  <a:lnTo>
                    <a:pt x="2322924" y="2778734"/>
                  </a:lnTo>
                  <a:lnTo>
                    <a:pt x="2309419" y="2778734"/>
                  </a:lnTo>
                  <a:lnTo>
                    <a:pt x="2295913" y="2778734"/>
                  </a:lnTo>
                  <a:lnTo>
                    <a:pt x="2282408" y="2778734"/>
                  </a:lnTo>
                  <a:lnTo>
                    <a:pt x="2268903" y="2778734"/>
                  </a:lnTo>
                  <a:lnTo>
                    <a:pt x="2255397" y="2778734"/>
                  </a:lnTo>
                  <a:lnTo>
                    <a:pt x="2241892" y="2778734"/>
                  </a:lnTo>
                  <a:lnTo>
                    <a:pt x="2228387" y="2778734"/>
                  </a:lnTo>
                  <a:lnTo>
                    <a:pt x="2214881" y="2778734"/>
                  </a:lnTo>
                  <a:lnTo>
                    <a:pt x="2201376" y="2778734"/>
                  </a:lnTo>
                  <a:lnTo>
                    <a:pt x="2187870" y="2778734"/>
                  </a:lnTo>
                  <a:lnTo>
                    <a:pt x="2174365" y="2778734"/>
                  </a:lnTo>
                  <a:lnTo>
                    <a:pt x="2160860" y="2778734"/>
                  </a:lnTo>
                  <a:lnTo>
                    <a:pt x="2147354" y="2778734"/>
                  </a:lnTo>
                  <a:lnTo>
                    <a:pt x="2133849" y="2778734"/>
                  </a:lnTo>
                  <a:lnTo>
                    <a:pt x="2120344" y="2778734"/>
                  </a:lnTo>
                  <a:lnTo>
                    <a:pt x="2106838" y="2778734"/>
                  </a:lnTo>
                  <a:lnTo>
                    <a:pt x="2093333" y="2778734"/>
                  </a:lnTo>
                  <a:lnTo>
                    <a:pt x="2079827" y="2778734"/>
                  </a:lnTo>
                  <a:lnTo>
                    <a:pt x="2066322" y="2778734"/>
                  </a:lnTo>
                  <a:lnTo>
                    <a:pt x="2052817" y="2778734"/>
                  </a:lnTo>
                  <a:lnTo>
                    <a:pt x="2039311" y="2778734"/>
                  </a:lnTo>
                  <a:lnTo>
                    <a:pt x="2025806" y="2778734"/>
                  </a:lnTo>
                  <a:lnTo>
                    <a:pt x="2012301" y="2778734"/>
                  </a:lnTo>
                  <a:lnTo>
                    <a:pt x="1998795" y="2778734"/>
                  </a:lnTo>
                  <a:lnTo>
                    <a:pt x="1985290" y="2778734"/>
                  </a:lnTo>
                  <a:lnTo>
                    <a:pt x="1971784" y="2778734"/>
                  </a:lnTo>
                  <a:lnTo>
                    <a:pt x="1958279" y="2778734"/>
                  </a:lnTo>
                  <a:lnTo>
                    <a:pt x="1944774" y="2778734"/>
                  </a:lnTo>
                  <a:lnTo>
                    <a:pt x="1931268" y="2778734"/>
                  </a:lnTo>
                  <a:lnTo>
                    <a:pt x="1917763" y="2778734"/>
                  </a:lnTo>
                  <a:lnTo>
                    <a:pt x="1904258" y="2778734"/>
                  </a:lnTo>
                  <a:lnTo>
                    <a:pt x="1890752" y="2778734"/>
                  </a:lnTo>
                  <a:lnTo>
                    <a:pt x="1877247" y="2778734"/>
                  </a:lnTo>
                  <a:lnTo>
                    <a:pt x="1863741" y="2778734"/>
                  </a:lnTo>
                  <a:lnTo>
                    <a:pt x="1850236" y="2778734"/>
                  </a:lnTo>
                  <a:lnTo>
                    <a:pt x="1836731" y="2778734"/>
                  </a:lnTo>
                  <a:lnTo>
                    <a:pt x="1823225" y="2778734"/>
                  </a:lnTo>
                  <a:lnTo>
                    <a:pt x="1809720" y="2778734"/>
                  </a:lnTo>
                  <a:lnTo>
                    <a:pt x="1796215" y="2778734"/>
                  </a:lnTo>
                  <a:lnTo>
                    <a:pt x="1782709" y="2778734"/>
                  </a:lnTo>
                  <a:lnTo>
                    <a:pt x="1769204" y="2778734"/>
                  </a:lnTo>
                  <a:lnTo>
                    <a:pt x="1755698" y="2778734"/>
                  </a:lnTo>
                  <a:lnTo>
                    <a:pt x="1742193" y="2778734"/>
                  </a:lnTo>
                  <a:lnTo>
                    <a:pt x="1728688" y="2778734"/>
                  </a:lnTo>
                  <a:lnTo>
                    <a:pt x="1715182" y="2778734"/>
                  </a:lnTo>
                  <a:lnTo>
                    <a:pt x="1701677" y="2778734"/>
                  </a:lnTo>
                  <a:lnTo>
                    <a:pt x="1688171" y="2778734"/>
                  </a:lnTo>
                  <a:lnTo>
                    <a:pt x="1674666" y="2778734"/>
                  </a:lnTo>
                  <a:lnTo>
                    <a:pt x="1661161" y="2778734"/>
                  </a:lnTo>
                  <a:lnTo>
                    <a:pt x="1647655" y="2778734"/>
                  </a:lnTo>
                  <a:lnTo>
                    <a:pt x="1634150" y="2778734"/>
                  </a:lnTo>
                  <a:lnTo>
                    <a:pt x="1620645" y="2778734"/>
                  </a:lnTo>
                  <a:lnTo>
                    <a:pt x="1607139" y="2778734"/>
                  </a:lnTo>
                  <a:lnTo>
                    <a:pt x="1593634" y="2778734"/>
                  </a:lnTo>
                  <a:lnTo>
                    <a:pt x="1580128" y="2778734"/>
                  </a:lnTo>
                  <a:lnTo>
                    <a:pt x="1566623" y="2778734"/>
                  </a:lnTo>
                  <a:lnTo>
                    <a:pt x="1553118" y="2778734"/>
                  </a:lnTo>
                  <a:lnTo>
                    <a:pt x="1539612" y="2778734"/>
                  </a:lnTo>
                  <a:lnTo>
                    <a:pt x="1526107" y="2778734"/>
                  </a:lnTo>
                  <a:lnTo>
                    <a:pt x="1512602" y="2778734"/>
                  </a:lnTo>
                  <a:lnTo>
                    <a:pt x="1499096" y="2778734"/>
                  </a:lnTo>
                  <a:lnTo>
                    <a:pt x="1485591" y="2778734"/>
                  </a:lnTo>
                  <a:lnTo>
                    <a:pt x="1472085" y="2778734"/>
                  </a:lnTo>
                  <a:lnTo>
                    <a:pt x="1458580" y="2778734"/>
                  </a:lnTo>
                  <a:lnTo>
                    <a:pt x="1445075" y="2778734"/>
                  </a:lnTo>
                  <a:lnTo>
                    <a:pt x="1431569" y="2778734"/>
                  </a:lnTo>
                  <a:lnTo>
                    <a:pt x="1418064" y="2778734"/>
                  </a:lnTo>
                  <a:lnTo>
                    <a:pt x="1404559" y="2778734"/>
                  </a:lnTo>
                  <a:lnTo>
                    <a:pt x="1391053" y="2778734"/>
                  </a:lnTo>
                  <a:lnTo>
                    <a:pt x="1377548" y="2778734"/>
                  </a:lnTo>
                  <a:lnTo>
                    <a:pt x="1364042" y="2778734"/>
                  </a:lnTo>
                  <a:lnTo>
                    <a:pt x="1350537" y="2778734"/>
                  </a:lnTo>
                  <a:lnTo>
                    <a:pt x="1337032" y="2778734"/>
                  </a:lnTo>
                  <a:lnTo>
                    <a:pt x="1323526" y="2778734"/>
                  </a:lnTo>
                  <a:lnTo>
                    <a:pt x="1310021" y="2778734"/>
                  </a:lnTo>
                  <a:lnTo>
                    <a:pt x="1296516" y="2778734"/>
                  </a:lnTo>
                  <a:lnTo>
                    <a:pt x="1283010" y="2778734"/>
                  </a:lnTo>
                  <a:lnTo>
                    <a:pt x="1269505" y="2778734"/>
                  </a:lnTo>
                  <a:lnTo>
                    <a:pt x="1255999" y="2778734"/>
                  </a:lnTo>
                  <a:lnTo>
                    <a:pt x="1242494" y="2778734"/>
                  </a:lnTo>
                  <a:lnTo>
                    <a:pt x="1228989" y="2778734"/>
                  </a:lnTo>
                  <a:lnTo>
                    <a:pt x="1215483" y="2778734"/>
                  </a:lnTo>
                  <a:lnTo>
                    <a:pt x="1201978" y="2778734"/>
                  </a:lnTo>
                  <a:lnTo>
                    <a:pt x="1188473" y="2778734"/>
                  </a:lnTo>
                  <a:lnTo>
                    <a:pt x="1174967" y="2778734"/>
                  </a:lnTo>
                  <a:lnTo>
                    <a:pt x="1161462" y="2778734"/>
                  </a:lnTo>
                  <a:lnTo>
                    <a:pt x="1147956" y="2778734"/>
                  </a:lnTo>
                  <a:lnTo>
                    <a:pt x="1134451" y="2778734"/>
                  </a:lnTo>
                  <a:lnTo>
                    <a:pt x="1120946" y="2778734"/>
                  </a:lnTo>
                  <a:lnTo>
                    <a:pt x="1107440" y="2778734"/>
                  </a:lnTo>
                  <a:lnTo>
                    <a:pt x="1093935" y="2778734"/>
                  </a:lnTo>
                  <a:lnTo>
                    <a:pt x="1080430" y="2778734"/>
                  </a:lnTo>
                  <a:lnTo>
                    <a:pt x="1066924" y="2778734"/>
                  </a:lnTo>
                  <a:lnTo>
                    <a:pt x="1053419" y="2778734"/>
                  </a:lnTo>
                  <a:lnTo>
                    <a:pt x="1039913" y="2778734"/>
                  </a:lnTo>
                  <a:lnTo>
                    <a:pt x="1026408" y="2778734"/>
                  </a:lnTo>
                  <a:lnTo>
                    <a:pt x="1012903" y="2778734"/>
                  </a:lnTo>
                  <a:lnTo>
                    <a:pt x="999397" y="2778734"/>
                  </a:lnTo>
                  <a:lnTo>
                    <a:pt x="985892" y="2778734"/>
                  </a:lnTo>
                  <a:lnTo>
                    <a:pt x="972387" y="2778734"/>
                  </a:lnTo>
                  <a:lnTo>
                    <a:pt x="958881" y="2778734"/>
                  </a:lnTo>
                  <a:lnTo>
                    <a:pt x="945376" y="2778734"/>
                  </a:lnTo>
                  <a:lnTo>
                    <a:pt x="931870" y="2778734"/>
                  </a:lnTo>
                  <a:lnTo>
                    <a:pt x="918365" y="2778734"/>
                  </a:lnTo>
                  <a:lnTo>
                    <a:pt x="904860" y="2778734"/>
                  </a:lnTo>
                  <a:lnTo>
                    <a:pt x="891354" y="2778734"/>
                  </a:lnTo>
                  <a:lnTo>
                    <a:pt x="877849" y="2778734"/>
                  </a:lnTo>
                  <a:lnTo>
                    <a:pt x="864344" y="2778734"/>
                  </a:lnTo>
                  <a:lnTo>
                    <a:pt x="850838" y="2778734"/>
                  </a:lnTo>
                  <a:lnTo>
                    <a:pt x="837333" y="2778734"/>
                  </a:lnTo>
                  <a:lnTo>
                    <a:pt x="823827" y="2778734"/>
                  </a:lnTo>
                  <a:lnTo>
                    <a:pt x="810322" y="2778734"/>
                  </a:lnTo>
                  <a:lnTo>
                    <a:pt x="796817" y="2778734"/>
                  </a:lnTo>
                  <a:lnTo>
                    <a:pt x="783311" y="2778734"/>
                  </a:lnTo>
                  <a:lnTo>
                    <a:pt x="769806" y="2778734"/>
                  </a:lnTo>
                  <a:lnTo>
                    <a:pt x="756301" y="2778734"/>
                  </a:lnTo>
                  <a:lnTo>
                    <a:pt x="742795" y="2778734"/>
                  </a:lnTo>
                  <a:lnTo>
                    <a:pt x="729290" y="2778734"/>
                  </a:lnTo>
                  <a:lnTo>
                    <a:pt x="715784" y="2778734"/>
                  </a:lnTo>
                  <a:lnTo>
                    <a:pt x="702279" y="2778734"/>
                  </a:lnTo>
                  <a:lnTo>
                    <a:pt x="688774" y="2778734"/>
                  </a:lnTo>
                  <a:lnTo>
                    <a:pt x="675268" y="2778734"/>
                  </a:lnTo>
                  <a:lnTo>
                    <a:pt x="661763" y="2778734"/>
                  </a:lnTo>
                  <a:lnTo>
                    <a:pt x="648258" y="2778734"/>
                  </a:lnTo>
                  <a:lnTo>
                    <a:pt x="634752" y="2778734"/>
                  </a:lnTo>
                  <a:lnTo>
                    <a:pt x="621247" y="2778734"/>
                  </a:lnTo>
                  <a:lnTo>
                    <a:pt x="607741" y="2778734"/>
                  </a:lnTo>
                  <a:lnTo>
                    <a:pt x="594236" y="2778734"/>
                  </a:lnTo>
                  <a:lnTo>
                    <a:pt x="580731" y="2778734"/>
                  </a:lnTo>
                  <a:lnTo>
                    <a:pt x="567225" y="2778734"/>
                  </a:lnTo>
                  <a:lnTo>
                    <a:pt x="553720" y="2778734"/>
                  </a:lnTo>
                  <a:lnTo>
                    <a:pt x="540215" y="2778734"/>
                  </a:lnTo>
                  <a:lnTo>
                    <a:pt x="526709" y="2778734"/>
                  </a:lnTo>
                  <a:lnTo>
                    <a:pt x="513204" y="2778734"/>
                  </a:lnTo>
                  <a:lnTo>
                    <a:pt x="499698" y="2778734"/>
                  </a:lnTo>
                  <a:lnTo>
                    <a:pt x="486193" y="2778734"/>
                  </a:lnTo>
                  <a:lnTo>
                    <a:pt x="472688" y="2778734"/>
                  </a:lnTo>
                  <a:lnTo>
                    <a:pt x="459182" y="2778734"/>
                  </a:lnTo>
                  <a:lnTo>
                    <a:pt x="445677" y="2778734"/>
                  </a:lnTo>
                  <a:lnTo>
                    <a:pt x="432172" y="2778734"/>
                  </a:lnTo>
                  <a:lnTo>
                    <a:pt x="418666" y="2778734"/>
                  </a:lnTo>
                  <a:lnTo>
                    <a:pt x="405161" y="2778734"/>
                  </a:lnTo>
                  <a:lnTo>
                    <a:pt x="391655" y="2778734"/>
                  </a:lnTo>
                  <a:lnTo>
                    <a:pt x="378150" y="2778734"/>
                  </a:lnTo>
                  <a:lnTo>
                    <a:pt x="364645" y="2778734"/>
                  </a:lnTo>
                  <a:lnTo>
                    <a:pt x="351139" y="2778734"/>
                  </a:lnTo>
                  <a:lnTo>
                    <a:pt x="337634" y="2778734"/>
                  </a:lnTo>
                  <a:lnTo>
                    <a:pt x="324129" y="2778734"/>
                  </a:lnTo>
                  <a:lnTo>
                    <a:pt x="310623" y="2778734"/>
                  </a:lnTo>
                  <a:lnTo>
                    <a:pt x="297118" y="2778734"/>
                  </a:lnTo>
                  <a:lnTo>
                    <a:pt x="283612" y="2778734"/>
                  </a:lnTo>
                  <a:lnTo>
                    <a:pt x="270107" y="2778734"/>
                  </a:lnTo>
                  <a:lnTo>
                    <a:pt x="256602" y="2778734"/>
                  </a:lnTo>
                  <a:lnTo>
                    <a:pt x="243096" y="2778734"/>
                  </a:lnTo>
                  <a:lnTo>
                    <a:pt x="229591" y="2778734"/>
                  </a:lnTo>
                  <a:lnTo>
                    <a:pt x="216086" y="2778734"/>
                  </a:lnTo>
                  <a:lnTo>
                    <a:pt x="202580" y="2778734"/>
                  </a:lnTo>
                  <a:lnTo>
                    <a:pt x="189075" y="2778734"/>
                  </a:lnTo>
                  <a:lnTo>
                    <a:pt x="175569" y="2778734"/>
                  </a:lnTo>
                  <a:lnTo>
                    <a:pt x="162064" y="2778734"/>
                  </a:lnTo>
                  <a:lnTo>
                    <a:pt x="148559" y="2778734"/>
                  </a:lnTo>
                  <a:lnTo>
                    <a:pt x="135053" y="2778734"/>
                  </a:lnTo>
                  <a:lnTo>
                    <a:pt x="121548" y="2778734"/>
                  </a:lnTo>
                  <a:lnTo>
                    <a:pt x="108043" y="2778734"/>
                  </a:lnTo>
                  <a:lnTo>
                    <a:pt x="94537" y="2778734"/>
                  </a:lnTo>
                  <a:lnTo>
                    <a:pt x="81032" y="2778734"/>
                  </a:lnTo>
                  <a:lnTo>
                    <a:pt x="67526" y="2778734"/>
                  </a:lnTo>
                  <a:lnTo>
                    <a:pt x="54021" y="2778734"/>
                  </a:lnTo>
                  <a:lnTo>
                    <a:pt x="40516" y="2778734"/>
                  </a:lnTo>
                  <a:lnTo>
                    <a:pt x="27010" y="2778734"/>
                  </a:lnTo>
                  <a:lnTo>
                    <a:pt x="13505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64575" y="2768891"/>
              <a:ext cx="6901247" cy="2778734"/>
            </a:xfrm>
            <a:custGeom>
              <a:avLst/>
              <a:pathLst>
                <a:path w="6901247" h="2778734">
                  <a:moveTo>
                    <a:pt x="0" y="2435443"/>
                  </a:moveTo>
                  <a:lnTo>
                    <a:pt x="13505" y="2428012"/>
                  </a:lnTo>
                  <a:lnTo>
                    <a:pt x="27010" y="2421055"/>
                  </a:lnTo>
                  <a:lnTo>
                    <a:pt x="40516" y="2414577"/>
                  </a:lnTo>
                  <a:lnTo>
                    <a:pt x="54021" y="2408506"/>
                  </a:lnTo>
                  <a:lnTo>
                    <a:pt x="67526" y="2402852"/>
                  </a:lnTo>
                  <a:lnTo>
                    <a:pt x="81032" y="2397803"/>
                  </a:lnTo>
                  <a:lnTo>
                    <a:pt x="94537" y="2393267"/>
                  </a:lnTo>
                  <a:lnTo>
                    <a:pt x="108043" y="2389182"/>
                  </a:lnTo>
                  <a:lnTo>
                    <a:pt x="121548" y="2385552"/>
                  </a:lnTo>
                  <a:lnTo>
                    <a:pt x="135053" y="2382596"/>
                  </a:lnTo>
                  <a:lnTo>
                    <a:pt x="148559" y="2380119"/>
                  </a:lnTo>
                  <a:lnTo>
                    <a:pt x="162064" y="2378087"/>
                  </a:lnTo>
                  <a:lnTo>
                    <a:pt x="175569" y="2376501"/>
                  </a:lnTo>
                  <a:lnTo>
                    <a:pt x="189075" y="2375553"/>
                  </a:lnTo>
                  <a:lnTo>
                    <a:pt x="202580" y="2375000"/>
                  </a:lnTo>
                  <a:lnTo>
                    <a:pt x="216086" y="2374826"/>
                  </a:lnTo>
                  <a:lnTo>
                    <a:pt x="229591" y="2375047"/>
                  </a:lnTo>
                  <a:lnTo>
                    <a:pt x="243096" y="2375733"/>
                  </a:lnTo>
                  <a:lnTo>
                    <a:pt x="256602" y="2376698"/>
                  </a:lnTo>
                  <a:lnTo>
                    <a:pt x="270107" y="2377922"/>
                  </a:lnTo>
                  <a:lnTo>
                    <a:pt x="283612" y="2379410"/>
                  </a:lnTo>
                  <a:lnTo>
                    <a:pt x="297118" y="2381129"/>
                  </a:lnTo>
                  <a:lnTo>
                    <a:pt x="310623" y="2382966"/>
                  </a:lnTo>
                  <a:lnTo>
                    <a:pt x="324129" y="2384893"/>
                  </a:lnTo>
                  <a:lnTo>
                    <a:pt x="337634" y="2386875"/>
                  </a:lnTo>
                  <a:lnTo>
                    <a:pt x="351139" y="2388825"/>
                  </a:lnTo>
                  <a:lnTo>
                    <a:pt x="364645" y="2390700"/>
                  </a:lnTo>
                  <a:lnTo>
                    <a:pt x="378150" y="2392465"/>
                  </a:lnTo>
                  <a:lnTo>
                    <a:pt x="391655" y="2394008"/>
                  </a:lnTo>
                  <a:lnTo>
                    <a:pt x="405161" y="2395266"/>
                  </a:lnTo>
                  <a:lnTo>
                    <a:pt x="418666" y="2396238"/>
                  </a:lnTo>
                  <a:lnTo>
                    <a:pt x="432172" y="2396891"/>
                  </a:lnTo>
                  <a:lnTo>
                    <a:pt x="445677" y="2397002"/>
                  </a:lnTo>
                  <a:lnTo>
                    <a:pt x="459182" y="2396610"/>
                  </a:lnTo>
                  <a:lnTo>
                    <a:pt x="472688" y="2395730"/>
                  </a:lnTo>
                  <a:lnTo>
                    <a:pt x="486193" y="2394331"/>
                  </a:lnTo>
                  <a:lnTo>
                    <a:pt x="499698" y="2392061"/>
                  </a:lnTo>
                  <a:lnTo>
                    <a:pt x="513204" y="2389129"/>
                  </a:lnTo>
                  <a:lnTo>
                    <a:pt x="526709" y="2385533"/>
                  </a:lnTo>
                  <a:lnTo>
                    <a:pt x="540215" y="2381213"/>
                  </a:lnTo>
                  <a:lnTo>
                    <a:pt x="553720" y="2375786"/>
                  </a:lnTo>
                  <a:lnTo>
                    <a:pt x="567225" y="2369576"/>
                  </a:lnTo>
                  <a:lnTo>
                    <a:pt x="580731" y="2362568"/>
                  </a:lnTo>
                  <a:lnTo>
                    <a:pt x="594236" y="2354638"/>
                  </a:lnTo>
                  <a:lnTo>
                    <a:pt x="607741" y="2345504"/>
                  </a:lnTo>
                  <a:lnTo>
                    <a:pt x="621247" y="2335501"/>
                  </a:lnTo>
                  <a:lnTo>
                    <a:pt x="634752" y="2324620"/>
                  </a:lnTo>
                  <a:lnTo>
                    <a:pt x="648258" y="2312667"/>
                  </a:lnTo>
                  <a:lnTo>
                    <a:pt x="661763" y="2299517"/>
                  </a:lnTo>
                  <a:lnTo>
                    <a:pt x="675268" y="2285469"/>
                  </a:lnTo>
                  <a:lnTo>
                    <a:pt x="688774" y="2270523"/>
                  </a:lnTo>
                  <a:lnTo>
                    <a:pt x="702279" y="2254427"/>
                  </a:lnTo>
                  <a:lnTo>
                    <a:pt x="715784" y="2237229"/>
                  </a:lnTo>
                  <a:lnTo>
                    <a:pt x="729290" y="2219164"/>
                  </a:lnTo>
                  <a:lnTo>
                    <a:pt x="742795" y="2200244"/>
                  </a:lnTo>
                  <a:lnTo>
                    <a:pt x="756301" y="2180180"/>
                  </a:lnTo>
                  <a:lnTo>
                    <a:pt x="769806" y="2159176"/>
                  </a:lnTo>
                  <a:lnTo>
                    <a:pt x="783311" y="2137393"/>
                  </a:lnTo>
                  <a:lnTo>
                    <a:pt x="796817" y="2114849"/>
                  </a:lnTo>
                  <a:lnTo>
                    <a:pt x="810322" y="2091258"/>
                  </a:lnTo>
                  <a:lnTo>
                    <a:pt x="823827" y="2066933"/>
                  </a:lnTo>
                  <a:lnTo>
                    <a:pt x="837333" y="2041962"/>
                  </a:lnTo>
                  <a:lnTo>
                    <a:pt x="850838" y="2016369"/>
                  </a:lnTo>
                  <a:lnTo>
                    <a:pt x="864344" y="1989907"/>
                  </a:lnTo>
                  <a:lnTo>
                    <a:pt x="877849" y="1962932"/>
                  </a:lnTo>
                  <a:lnTo>
                    <a:pt x="891354" y="1935476"/>
                  </a:lnTo>
                  <a:lnTo>
                    <a:pt x="904860" y="1907538"/>
                  </a:lnTo>
                  <a:lnTo>
                    <a:pt x="918365" y="1879030"/>
                  </a:lnTo>
                  <a:lnTo>
                    <a:pt x="931870" y="1850193"/>
                  </a:lnTo>
                  <a:lnTo>
                    <a:pt x="945376" y="1821053"/>
                  </a:lnTo>
                  <a:lnTo>
                    <a:pt x="958881" y="1791608"/>
                  </a:lnTo>
                  <a:lnTo>
                    <a:pt x="972387" y="1761881"/>
                  </a:lnTo>
                  <a:lnTo>
                    <a:pt x="985892" y="1731999"/>
                  </a:lnTo>
                  <a:lnTo>
                    <a:pt x="999397" y="1701991"/>
                  </a:lnTo>
                  <a:lnTo>
                    <a:pt x="1012903" y="1671873"/>
                  </a:lnTo>
                  <a:lnTo>
                    <a:pt x="1026408" y="1641711"/>
                  </a:lnTo>
                  <a:lnTo>
                    <a:pt x="1039913" y="1611551"/>
                  </a:lnTo>
                  <a:lnTo>
                    <a:pt x="1053419" y="1581418"/>
                  </a:lnTo>
                  <a:lnTo>
                    <a:pt x="1066924" y="1551364"/>
                  </a:lnTo>
                  <a:lnTo>
                    <a:pt x="1080430" y="1521436"/>
                  </a:lnTo>
                  <a:lnTo>
                    <a:pt x="1093935" y="1491635"/>
                  </a:lnTo>
                  <a:lnTo>
                    <a:pt x="1107440" y="1461975"/>
                  </a:lnTo>
                  <a:lnTo>
                    <a:pt x="1120946" y="1432552"/>
                  </a:lnTo>
                  <a:lnTo>
                    <a:pt x="1134451" y="1403351"/>
                  </a:lnTo>
                  <a:lnTo>
                    <a:pt x="1147956" y="1374356"/>
                  </a:lnTo>
                  <a:lnTo>
                    <a:pt x="1161462" y="1345576"/>
                  </a:lnTo>
                  <a:lnTo>
                    <a:pt x="1174967" y="1317134"/>
                  </a:lnTo>
                  <a:lnTo>
                    <a:pt x="1188473" y="1288943"/>
                  </a:lnTo>
                  <a:lnTo>
                    <a:pt x="1201978" y="1260992"/>
                  </a:lnTo>
                  <a:lnTo>
                    <a:pt x="1215483" y="1233286"/>
                  </a:lnTo>
                  <a:lnTo>
                    <a:pt x="1228989" y="1205946"/>
                  </a:lnTo>
                  <a:lnTo>
                    <a:pt x="1242494" y="1178841"/>
                  </a:lnTo>
                  <a:lnTo>
                    <a:pt x="1255999" y="1151967"/>
                  </a:lnTo>
                  <a:lnTo>
                    <a:pt x="1269505" y="1125343"/>
                  </a:lnTo>
                  <a:lnTo>
                    <a:pt x="1283010" y="1099027"/>
                  </a:lnTo>
                  <a:lnTo>
                    <a:pt x="1296516" y="1072912"/>
                  </a:lnTo>
                  <a:lnTo>
                    <a:pt x="1310021" y="1046992"/>
                  </a:lnTo>
                  <a:lnTo>
                    <a:pt x="1323526" y="1021289"/>
                  </a:lnTo>
                  <a:lnTo>
                    <a:pt x="1337032" y="995811"/>
                  </a:lnTo>
                  <a:lnTo>
                    <a:pt x="1350537" y="970486"/>
                  </a:lnTo>
                  <a:lnTo>
                    <a:pt x="1364042" y="945305"/>
                  </a:lnTo>
                  <a:lnTo>
                    <a:pt x="1377548" y="920290"/>
                  </a:lnTo>
                  <a:lnTo>
                    <a:pt x="1391053" y="895423"/>
                  </a:lnTo>
                  <a:lnTo>
                    <a:pt x="1404559" y="870661"/>
                  </a:lnTo>
                  <a:lnTo>
                    <a:pt x="1418064" y="845998"/>
                  </a:lnTo>
                  <a:lnTo>
                    <a:pt x="1431569" y="821455"/>
                  </a:lnTo>
                  <a:lnTo>
                    <a:pt x="1445075" y="797007"/>
                  </a:lnTo>
                  <a:lnTo>
                    <a:pt x="1458580" y="772636"/>
                  </a:lnTo>
                  <a:lnTo>
                    <a:pt x="1472085" y="748338"/>
                  </a:lnTo>
                  <a:lnTo>
                    <a:pt x="1485591" y="724142"/>
                  </a:lnTo>
                  <a:lnTo>
                    <a:pt x="1499096" y="700028"/>
                  </a:lnTo>
                  <a:lnTo>
                    <a:pt x="1512602" y="675989"/>
                  </a:lnTo>
                  <a:lnTo>
                    <a:pt x="1526107" y="652030"/>
                  </a:lnTo>
                  <a:lnTo>
                    <a:pt x="1539612" y="628202"/>
                  </a:lnTo>
                  <a:lnTo>
                    <a:pt x="1553118" y="604479"/>
                  </a:lnTo>
                  <a:lnTo>
                    <a:pt x="1566623" y="580865"/>
                  </a:lnTo>
                  <a:lnTo>
                    <a:pt x="1580128" y="557374"/>
                  </a:lnTo>
                  <a:lnTo>
                    <a:pt x="1593634" y="534090"/>
                  </a:lnTo>
                  <a:lnTo>
                    <a:pt x="1607139" y="510968"/>
                  </a:lnTo>
                  <a:lnTo>
                    <a:pt x="1620645" y="488018"/>
                  </a:lnTo>
                  <a:lnTo>
                    <a:pt x="1634150" y="465282"/>
                  </a:lnTo>
                  <a:lnTo>
                    <a:pt x="1647655" y="442855"/>
                  </a:lnTo>
                  <a:lnTo>
                    <a:pt x="1661161" y="420672"/>
                  </a:lnTo>
                  <a:lnTo>
                    <a:pt x="1674666" y="398749"/>
                  </a:lnTo>
                  <a:lnTo>
                    <a:pt x="1688171" y="377168"/>
                  </a:lnTo>
                  <a:lnTo>
                    <a:pt x="1701677" y="356007"/>
                  </a:lnTo>
                  <a:lnTo>
                    <a:pt x="1715182" y="335188"/>
                  </a:lnTo>
                  <a:lnTo>
                    <a:pt x="1728688" y="314728"/>
                  </a:lnTo>
                  <a:lnTo>
                    <a:pt x="1742193" y="294764"/>
                  </a:lnTo>
                  <a:lnTo>
                    <a:pt x="1755698" y="275322"/>
                  </a:lnTo>
                  <a:lnTo>
                    <a:pt x="1769204" y="256322"/>
                  </a:lnTo>
                  <a:lnTo>
                    <a:pt x="1782709" y="237778"/>
                  </a:lnTo>
                  <a:lnTo>
                    <a:pt x="1796215" y="219897"/>
                  </a:lnTo>
                  <a:lnTo>
                    <a:pt x="1809720" y="202615"/>
                  </a:lnTo>
                  <a:lnTo>
                    <a:pt x="1823225" y="185865"/>
                  </a:lnTo>
                  <a:lnTo>
                    <a:pt x="1836731" y="169658"/>
                  </a:lnTo>
                  <a:lnTo>
                    <a:pt x="1850236" y="154277"/>
                  </a:lnTo>
                  <a:lnTo>
                    <a:pt x="1863741" y="139539"/>
                  </a:lnTo>
                  <a:lnTo>
                    <a:pt x="1877247" y="125404"/>
                  </a:lnTo>
                  <a:lnTo>
                    <a:pt x="1890752" y="111882"/>
                  </a:lnTo>
                  <a:lnTo>
                    <a:pt x="1904258" y="99330"/>
                  </a:lnTo>
                  <a:lnTo>
                    <a:pt x="1917763" y="87429"/>
                  </a:lnTo>
                  <a:lnTo>
                    <a:pt x="1931268" y="76181"/>
                  </a:lnTo>
                  <a:lnTo>
                    <a:pt x="1944774" y="65644"/>
                  </a:lnTo>
                  <a:lnTo>
                    <a:pt x="1958279" y="56088"/>
                  </a:lnTo>
                  <a:lnTo>
                    <a:pt x="1971784" y="47209"/>
                  </a:lnTo>
                  <a:lnTo>
                    <a:pt x="1985290" y="39009"/>
                  </a:lnTo>
                  <a:lnTo>
                    <a:pt x="1998795" y="31598"/>
                  </a:lnTo>
                  <a:lnTo>
                    <a:pt x="2012301" y="25130"/>
                  </a:lnTo>
                  <a:lnTo>
                    <a:pt x="2025806" y="19343"/>
                  </a:lnTo>
                  <a:lnTo>
                    <a:pt x="2039311" y="14235"/>
                  </a:lnTo>
                  <a:lnTo>
                    <a:pt x="2052817" y="9963"/>
                  </a:lnTo>
                  <a:lnTo>
                    <a:pt x="2066322" y="6560"/>
                  </a:lnTo>
                  <a:lnTo>
                    <a:pt x="2079827" y="3816"/>
                  </a:lnTo>
                  <a:lnTo>
                    <a:pt x="2093333" y="1725"/>
                  </a:lnTo>
                  <a:lnTo>
                    <a:pt x="2106838" y="481"/>
                  </a:lnTo>
                  <a:lnTo>
                    <a:pt x="2120344" y="0"/>
                  </a:lnTo>
                  <a:lnTo>
                    <a:pt x="2133849" y="130"/>
                  </a:lnTo>
                  <a:lnTo>
                    <a:pt x="2147354" y="861"/>
                  </a:lnTo>
                  <a:lnTo>
                    <a:pt x="2160860" y="2408"/>
                  </a:lnTo>
                  <a:lnTo>
                    <a:pt x="2174365" y="4587"/>
                  </a:lnTo>
                  <a:lnTo>
                    <a:pt x="2187870" y="7306"/>
                  </a:lnTo>
                  <a:lnTo>
                    <a:pt x="2201376" y="10550"/>
                  </a:lnTo>
                  <a:lnTo>
                    <a:pt x="2214881" y="14528"/>
                  </a:lnTo>
                  <a:lnTo>
                    <a:pt x="2228387" y="18996"/>
                  </a:lnTo>
                  <a:lnTo>
                    <a:pt x="2241892" y="23907"/>
                  </a:lnTo>
                  <a:lnTo>
                    <a:pt x="2255397" y="29254"/>
                  </a:lnTo>
                  <a:lnTo>
                    <a:pt x="2268903" y="35190"/>
                  </a:lnTo>
                  <a:lnTo>
                    <a:pt x="2282408" y="41477"/>
                  </a:lnTo>
                  <a:lnTo>
                    <a:pt x="2295913" y="48094"/>
                  </a:lnTo>
                  <a:lnTo>
                    <a:pt x="2309419" y="55052"/>
                  </a:lnTo>
                  <a:lnTo>
                    <a:pt x="2322924" y="62394"/>
                  </a:lnTo>
                  <a:lnTo>
                    <a:pt x="2336430" y="69966"/>
                  </a:lnTo>
                  <a:lnTo>
                    <a:pt x="2349935" y="77749"/>
                  </a:lnTo>
                  <a:lnTo>
                    <a:pt x="2363440" y="85752"/>
                  </a:lnTo>
                  <a:lnTo>
                    <a:pt x="2376946" y="93951"/>
                  </a:lnTo>
                  <a:lnTo>
                    <a:pt x="2390451" y="102265"/>
                  </a:lnTo>
                  <a:lnTo>
                    <a:pt x="2403956" y="110675"/>
                  </a:lnTo>
                  <a:lnTo>
                    <a:pt x="2417462" y="119177"/>
                  </a:lnTo>
                  <a:lnTo>
                    <a:pt x="2430967" y="127728"/>
                  </a:lnTo>
                  <a:lnTo>
                    <a:pt x="2444473" y="136296"/>
                  </a:lnTo>
                  <a:lnTo>
                    <a:pt x="2457978" y="144869"/>
                  </a:lnTo>
                  <a:lnTo>
                    <a:pt x="2471483" y="153423"/>
                  </a:lnTo>
                  <a:lnTo>
                    <a:pt x="2484989" y="161936"/>
                  </a:lnTo>
                  <a:lnTo>
                    <a:pt x="2498494" y="170406"/>
                  </a:lnTo>
                  <a:lnTo>
                    <a:pt x="2511999" y="178827"/>
                  </a:lnTo>
                  <a:lnTo>
                    <a:pt x="2525505" y="187167"/>
                  </a:lnTo>
                  <a:lnTo>
                    <a:pt x="2539010" y="195442"/>
                  </a:lnTo>
                  <a:lnTo>
                    <a:pt x="2552516" y="203662"/>
                  </a:lnTo>
                  <a:lnTo>
                    <a:pt x="2566021" y="211828"/>
                  </a:lnTo>
                  <a:lnTo>
                    <a:pt x="2579526" y="219931"/>
                  </a:lnTo>
                  <a:lnTo>
                    <a:pt x="2593032" y="228008"/>
                  </a:lnTo>
                  <a:lnTo>
                    <a:pt x="2606537" y="236072"/>
                  </a:lnTo>
                  <a:lnTo>
                    <a:pt x="2620042" y="244136"/>
                  </a:lnTo>
                  <a:lnTo>
                    <a:pt x="2633548" y="252244"/>
                  </a:lnTo>
                  <a:lnTo>
                    <a:pt x="2647053" y="260416"/>
                  </a:lnTo>
                  <a:lnTo>
                    <a:pt x="2660559" y="268671"/>
                  </a:lnTo>
                  <a:lnTo>
                    <a:pt x="2674064" y="277046"/>
                  </a:lnTo>
                  <a:lnTo>
                    <a:pt x="2687569" y="285635"/>
                  </a:lnTo>
                  <a:lnTo>
                    <a:pt x="2701075" y="294419"/>
                  </a:lnTo>
                  <a:lnTo>
                    <a:pt x="2714580" y="303420"/>
                  </a:lnTo>
                  <a:lnTo>
                    <a:pt x="2728085" y="312727"/>
                  </a:lnTo>
                  <a:lnTo>
                    <a:pt x="2741591" y="322440"/>
                  </a:lnTo>
                  <a:lnTo>
                    <a:pt x="2755096" y="332500"/>
                  </a:lnTo>
                  <a:lnTo>
                    <a:pt x="2768602" y="342933"/>
                  </a:lnTo>
                  <a:lnTo>
                    <a:pt x="2782107" y="353900"/>
                  </a:lnTo>
                  <a:lnTo>
                    <a:pt x="2795612" y="365446"/>
                  </a:lnTo>
                  <a:lnTo>
                    <a:pt x="2809118" y="377492"/>
                  </a:lnTo>
                  <a:lnTo>
                    <a:pt x="2822623" y="390059"/>
                  </a:lnTo>
                  <a:lnTo>
                    <a:pt x="2836128" y="403397"/>
                  </a:lnTo>
                  <a:lnTo>
                    <a:pt x="2849634" y="417436"/>
                  </a:lnTo>
                  <a:lnTo>
                    <a:pt x="2863139" y="432099"/>
                  </a:lnTo>
                  <a:lnTo>
                    <a:pt x="2876645" y="447404"/>
                  </a:lnTo>
                  <a:lnTo>
                    <a:pt x="2890150" y="463683"/>
                  </a:lnTo>
                  <a:lnTo>
                    <a:pt x="2903655" y="480713"/>
                  </a:lnTo>
                  <a:lnTo>
                    <a:pt x="2917161" y="498445"/>
                  </a:lnTo>
                  <a:lnTo>
                    <a:pt x="2930666" y="516888"/>
                  </a:lnTo>
                  <a:lnTo>
                    <a:pt x="2944171" y="536439"/>
                  </a:lnTo>
                  <a:lnTo>
                    <a:pt x="2957677" y="556715"/>
                  </a:lnTo>
                  <a:lnTo>
                    <a:pt x="2971182" y="577711"/>
                  </a:lnTo>
                  <a:lnTo>
                    <a:pt x="2984688" y="599483"/>
                  </a:lnTo>
                  <a:lnTo>
                    <a:pt x="2998193" y="622288"/>
                  </a:lnTo>
                  <a:lnTo>
                    <a:pt x="3011698" y="645781"/>
                  </a:lnTo>
                  <a:lnTo>
                    <a:pt x="3025204" y="669953"/>
                  </a:lnTo>
                  <a:lnTo>
                    <a:pt x="3038709" y="694893"/>
                  </a:lnTo>
                  <a:lnTo>
                    <a:pt x="3052214" y="720705"/>
                  </a:lnTo>
                  <a:lnTo>
                    <a:pt x="3065720" y="747116"/>
                  </a:lnTo>
                  <a:lnTo>
                    <a:pt x="3079225" y="774109"/>
                  </a:lnTo>
                  <a:lnTo>
                    <a:pt x="3092731" y="801789"/>
                  </a:lnTo>
                  <a:lnTo>
                    <a:pt x="3106236" y="830129"/>
                  </a:lnTo>
                  <a:lnTo>
                    <a:pt x="3119741" y="858939"/>
                  </a:lnTo>
                  <a:lnTo>
                    <a:pt x="3133247" y="888197"/>
                  </a:lnTo>
                  <a:lnTo>
                    <a:pt x="3146752" y="917995"/>
                  </a:lnTo>
                  <a:lnTo>
                    <a:pt x="3160257" y="948227"/>
                  </a:lnTo>
                  <a:lnTo>
                    <a:pt x="3173763" y="978779"/>
                  </a:lnTo>
                  <a:lnTo>
                    <a:pt x="3187268" y="1009627"/>
                  </a:lnTo>
                  <a:lnTo>
                    <a:pt x="3200774" y="1040827"/>
                  </a:lnTo>
                  <a:lnTo>
                    <a:pt x="3214279" y="1072251"/>
                  </a:lnTo>
                  <a:lnTo>
                    <a:pt x="3227784" y="1103843"/>
                  </a:lnTo>
                  <a:lnTo>
                    <a:pt x="3241290" y="1135579"/>
                  </a:lnTo>
                  <a:lnTo>
                    <a:pt x="3254795" y="1167461"/>
                  </a:lnTo>
                  <a:lnTo>
                    <a:pt x="3268300" y="1199398"/>
                  </a:lnTo>
                  <a:lnTo>
                    <a:pt x="3281806" y="1231363"/>
                  </a:lnTo>
                  <a:lnTo>
                    <a:pt x="3295311" y="1263337"/>
                  </a:lnTo>
                  <a:lnTo>
                    <a:pt x="3308817" y="1295260"/>
                  </a:lnTo>
                  <a:lnTo>
                    <a:pt x="3322322" y="1327113"/>
                  </a:lnTo>
                  <a:lnTo>
                    <a:pt x="3335827" y="1358881"/>
                  </a:lnTo>
                  <a:lnTo>
                    <a:pt x="3349333" y="1390531"/>
                  </a:lnTo>
                  <a:lnTo>
                    <a:pt x="3362838" y="1421987"/>
                  </a:lnTo>
                  <a:lnTo>
                    <a:pt x="3376343" y="1453280"/>
                  </a:lnTo>
                  <a:lnTo>
                    <a:pt x="3389849" y="1484401"/>
                  </a:lnTo>
                  <a:lnTo>
                    <a:pt x="3403354" y="1515296"/>
                  </a:lnTo>
                  <a:lnTo>
                    <a:pt x="3416860" y="1545904"/>
                  </a:lnTo>
                  <a:lnTo>
                    <a:pt x="3430365" y="1576285"/>
                  </a:lnTo>
                  <a:lnTo>
                    <a:pt x="3443870" y="1606430"/>
                  </a:lnTo>
                  <a:lnTo>
                    <a:pt x="3457376" y="1636258"/>
                  </a:lnTo>
                  <a:lnTo>
                    <a:pt x="3470881" y="1665750"/>
                  </a:lnTo>
                  <a:lnTo>
                    <a:pt x="3484387" y="1694967"/>
                  </a:lnTo>
                  <a:lnTo>
                    <a:pt x="3497892" y="1723903"/>
                  </a:lnTo>
                  <a:lnTo>
                    <a:pt x="3511397" y="1752445"/>
                  </a:lnTo>
                  <a:lnTo>
                    <a:pt x="3524903" y="1780627"/>
                  </a:lnTo>
                  <a:lnTo>
                    <a:pt x="3538408" y="1808498"/>
                  </a:lnTo>
                  <a:lnTo>
                    <a:pt x="3551913" y="1836053"/>
                  </a:lnTo>
                  <a:lnTo>
                    <a:pt x="3565419" y="1863143"/>
                  </a:lnTo>
                  <a:lnTo>
                    <a:pt x="3578924" y="1889862"/>
                  </a:lnTo>
                  <a:lnTo>
                    <a:pt x="3592430" y="1916239"/>
                  </a:lnTo>
                  <a:lnTo>
                    <a:pt x="3605935" y="1942270"/>
                  </a:lnTo>
                  <a:lnTo>
                    <a:pt x="3619440" y="1967762"/>
                  </a:lnTo>
                  <a:lnTo>
                    <a:pt x="3632946" y="1992878"/>
                  </a:lnTo>
                  <a:lnTo>
                    <a:pt x="3646451" y="2017622"/>
                  </a:lnTo>
                  <a:lnTo>
                    <a:pt x="3659956" y="2041969"/>
                  </a:lnTo>
                  <a:lnTo>
                    <a:pt x="3673462" y="2065739"/>
                  </a:lnTo>
                  <a:lnTo>
                    <a:pt x="3686967" y="2089112"/>
                  </a:lnTo>
                  <a:lnTo>
                    <a:pt x="3700473" y="2112083"/>
                  </a:lnTo>
                  <a:lnTo>
                    <a:pt x="3713978" y="2134590"/>
                  </a:lnTo>
                  <a:lnTo>
                    <a:pt x="3727483" y="2156509"/>
                  </a:lnTo>
                  <a:lnTo>
                    <a:pt x="3740989" y="2178001"/>
                  </a:lnTo>
                  <a:lnTo>
                    <a:pt x="3754494" y="2199063"/>
                  </a:lnTo>
                  <a:lnTo>
                    <a:pt x="3767999" y="2219593"/>
                  </a:lnTo>
                  <a:lnTo>
                    <a:pt x="3781505" y="2239535"/>
                  </a:lnTo>
                  <a:lnTo>
                    <a:pt x="3795010" y="2259028"/>
                  </a:lnTo>
                  <a:lnTo>
                    <a:pt x="3808516" y="2278068"/>
                  </a:lnTo>
                  <a:lnTo>
                    <a:pt x="3822021" y="2296515"/>
                  </a:lnTo>
                  <a:lnTo>
                    <a:pt x="3835526" y="2314392"/>
                  </a:lnTo>
                  <a:lnTo>
                    <a:pt x="3849032" y="2331806"/>
                  </a:lnTo>
                  <a:lnTo>
                    <a:pt x="3862537" y="2348759"/>
                  </a:lnTo>
                  <a:lnTo>
                    <a:pt x="3876042" y="2365073"/>
                  </a:lnTo>
                  <a:lnTo>
                    <a:pt x="3889548" y="2380853"/>
                  </a:lnTo>
                  <a:lnTo>
                    <a:pt x="3903053" y="2396175"/>
                  </a:lnTo>
                  <a:lnTo>
                    <a:pt x="3916559" y="2411040"/>
                  </a:lnTo>
                  <a:lnTo>
                    <a:pt x="3930064" y="2425247"/>
                  </a:lnTo>
                  <a:lnTo>
                    <a:pt x="3943569" y="2438974"/>
                  </a:lnTo>
                  <a:lnTo>
                    <a:pt x="3957075" y="2452264"/>
                  </a:lnTo>
                  <a:lnTo>
                    <a:pt x="3970580" y="2465119"/>
                  </a:lnTo>
                  <a:lnTo>
                    <a:pt x="3984085" y="2477325"/>
                  </a:lnTo>
                  <a:lnTo>
                    <a:pt x="3997591" y="2489122"/>
                  </a:lnTo>
                  <a:lnTo>
                    <a:pt x="4011096" y="2500518"/>
                  </a:lnTo>
                  <a:lnTo>
                    <a:pt x="4024602" y="2511487"/>
                  </a:lnTo>
                  <a:lnTo>
                    <a:pt x="4038107" y="2521905"/>
                  </a:lnTo>
                  <a:lnTo>
                    <a:pt x="4051612" y="2531962"/>
                  </a:lnTo>
                  <a:lnTo>
                    <a:pt x="4065118" y="2541665"/>
                  </a:lnTo>
                  <a:lnTo>
                    <a:pt x="4078623" y="2550969"/>
                  </a:lnTo>
                  <a:lnTo>
                    <a:pt x="4092128" y="2559829"/>
                  </a:lnTo>
                  <a:lnTo>
                    <a:pt x="4105634" y="2568381"/>
                  </a:lnTo>
                  <a:lnTo>
                    <a:pt x="4119139" y="2576634"/>
                  </a:lnTo>
                  <a:lnTo>
                    <a:pt x="4132645" y="2584532"/>
                  </a:lnTo>
                  <a:lnTo>
                    <a:pt x="4146150" y="2592086"/>
                  </a:lnTo>
                  <a:lnTo>
                    <a:pt x="4159655" y="2599388"/>
                  </a:lnTo>
                  <a:lnTo>
                    <a:pt x="4173161" y="2606446"/>
                  </a:lnTo>
                  <a:lnTo>
                    <a:pt x="4186666" y="2613200"/>
                  </a:lnTo>
                  <a:lnTo>
                    <a:pt x="4200171" y="2619697"/>
                  </a:lnTo>
                  <a:lnTo>
                    <a:pt x="4213677" y="2625992"/>
                  </a:lnTo>
                  <a:lnTo>
                    <a:pt x="4227182" y="2632094"/>
                  </a:lnTo>
                  <a:lnTo>
                    <a:pt x="4240688" y="2637941"/>
                  </a:lnTo>
                  <a:lnTo>
                    <a:pt x="4254193" y="2643600"/>
                  </a:lnTo>
                  <a:lnTo>
                    <a:pt x="4267698" y="2649098"/>
                  </a:lnTo>
                  <a:lnTo>
                    <a:pt x="4281204" y="2654443"/>
                  </a:lnTo>
                  <a:lnTo>
                    <a:pt x="4294709" y="2659575"/>
                  </a:lnTo>
                  <a:lnTo>
                    <a:pt x="4308214" y="2664567"/>
                  </a:lnTo>
                  <a:lnTo>
                    <a:pt x="4321720" y="2669429"/>
                  </a:lnTo>
                  <a:lnTo>
                    <a:pt x="4335225" y="2674164"/>
                  </a:lnTo>
                  <a:lnTo>
                    <a:pt x="4348731" y="2678720"/>
                  </a:lnTo>
                  <a:lnTo>
                    <a:pt x="4362236" y="2683164"/>
                  </a:lnTo>
                  <a:lnTo>
                    <a:pt x="4375741" y="2687498"/>
                  </a:lnTo>
                  <a:lnTo>
                    <a:pt x="4389247" y="2691714"/>
                  </a:lnTo>
                  <a:lnTo>
                    <a:pt x="4402752" y="2695781"/>
                  </a:lnTo>
                  <a:lnTo>
                    <a:pt x="4416257" y="2699748"/>
                  </a:lnTo>
                  <a:lnTo>
                    <a:pt x="4429763" y="2703615"/>
                  </a:lnTo>
                  <a:lnTo>
                    <a:pt x="4443268" y="2707364"/>
                  </a:lnTo>
                  <a:lnTo>
                    <a:pt x="4456774" y="2710982"/>
                  </a:lnTo>
                  <a:lnTo>
                    <a:pt x="4470279" y="2714504"/>
                  </a:lnTo>
                  <a:lnTo>
                    <a:pt x="4483784" y="2717929"/>
                  </a:lnTo>
                  <a:lnTo>
                    <a:pt x="4497290" y="2721232"/>
                  </a:lnTo>
                  <a:lnTo>
                    <a:pt x="4510795" y="2724413"/>
                  </a:lnTo>
                  <a:lnTo>
                    <a:pt x="4524300" y="2727499"/>
                  </a:lnTo>
                  <a:lnTo>
                    <a:pt x="4537806" y="2730489"/>
                  </a:lnTo>
                  <a:lnTo>
                    <a:pt x="4551311" y="2733350"/>
                  </a:lnTo>
                  <a:lnTo>
                    <a:pt x="4564817" y="2736097"/>
                  </a:lnTo>
                  <a:lnTo>
                    <a:pt x="4578322" y="2738749"/>
                  </a:lnTo>
                  <a:lnTo>
                    <a:pt x="4591827" y="2741306"/>
                  </a:lnTo>
                  <a:lnTo>
                    <a:pt x="4605333" y="2743728"/>
                  </a:lnTo>
                  <a:lnTo>
                    <a:pt x="4618838" y="2746046"/>
                  </a:lnTo>
                  <a:lnTo>
                    <a:pt x="4632343" y="2748270"/>
                  </a:lnTo>
                  <a:lnTo>
                    <a:pt x="4645849" y="2750403"/>
                  </a:lnTo>
                  <a:lnTo>
                    <a:pt x="4659354" y="2752397"/>
                  </a:lnTo>
                  <a:lnTo>
                    <a:pt x="4672860" y="2754300"/>
                  </a:lnTo>
                  <a:lnTo>
                    <a:pt x="4686365" y="2756115"/>
                  </a:lnTo>
                  <a:lnTo>
                    <a:pt x="4699870" y="2757838"/>
                  </a:lnTo>
                  <a:lnTo>
                    <a:pt x="4713376" y="2759436"/>
                  </a:lnTo>
                  <a:lnTo>
                    <a:pt x="4726881" y="2760953"/>
                  </a:lnTo>
                  <a:lnTo>
                    <a:pt x="4740386" y="2762389"/>
                  </a:lnTo>
                  <a:lnTo>
                    <a:pt x="4753892" y="2763737"/>
                  </a:lnTo>
                  <a:lnTo>
                    <a:pt x="4767397" y="2764980"/>
                  </a:lnTo>
                  <a:lnTo>
                    <a:pt x="4780903" y="2766151"/>
                  </a:lnTo>
                  <a:lnTo>
                    <a:pt x="4794408" y="2767252"/>
                  </a:lnTo>
                  <a:lnTo>
                    <a:pt x="4807913" y="2768271"/>
                  </a:lnTo>
                  <a:lnTo>
                    <a:pt x="4821419" y="2769207"/>
                  </a:lnTo>
                  <a:lnTo>
                    <a:pt x="4834924" y="2770083"/>
                  </a:lnTo>
                  <a:lnTo>
                    <a:pt x="4848429" y="2770900"/>
                  </a:lnTo>
                  <a:lnTo>
                    <a:pt x="4861935" y="2771645"/>
                  </a:lnTo>
                  <a:lnTo>
                    <a:pt x="4875440" y="2772326"/>
                  </a:lnTo>
                  <a:lnTo>
                    <a:pt x="4888946" y="2772959"/>
                  </a:lnTo>
                  <a:lnTo>
                    <a:pt x="4902451" y="2773545"/>
                  </a:lnTo>
                  <a:lnTo>
                    <a:pt x="4915956" y="2774071"/>
                  </a:lnTo>
                  <a:lnTo>
                    <a:pt x="4929462" y="2774551"/>
                  </a:lnTo>
                  <a:lnTo>
                    <a:pt x="4942967" y="2774993"/>
                  </a:lnTo>
                  <a:lnTo>
                    <a:pt x="4956472" y="2775399"/>
                  </a:lnTo>
                  <a:lnTo>
                    <a:pt x="4969978" y="2775758"/>
                  </a:lnTo>
                  <a:lnTo>
                    <a:pt x="4983483" y="2776085"/>
                  </a:lnTo>
                  <a:lnTo>
                    <a:pt x="4996989" y="2776383"/>
                  </a:lnTo>
                  <a:lnTo>
                    <a:pt x="5010494" y="2776656"/>
                  </a:lnTo>
                  <a:lnTo>
                    <a:pt x="5023999" y="2776892"/>
                  </a:lnTo>
                  <a:lnTo>
                    <a:pt x="5037505" y="2777107"/>
                  </a:lnTo>
                  <a:lnTo>
                    <a:pt x="5051010" y="2777302"/>
                  </a:lnTo>
                  <a:lnTo>
                    <a:pt x="5064515" y="2777477"/>
                  </a:lnTo>
                  <a:lnTo>
                    <a:pt x="5078021" y="2777628"/>
                  </a:lnTo>
                  <a:lnTo>
                    <a:pt x="5091526" y="2777765"/>
                  </a:lnTo>
                  <a:lnTo>
                    <a:pt x="5105032" y="2777888"/>
                  </a:lnTo>
                  <a:lnTo>
                    <a:pt x="5118537" y="2777997"/>
                  </a:lnTo>
                  <a:lnTo>
                    <a:pt x="5132042" y="2778090"/>
                  </a:lnTo>
                  <a:lnTo>
                    <a:pt x="5145548" y="2778175"/>
                  </a:lnTo>
                  <a:lnTo>
                    <a:pt x="5159053" y="2778250"/>
                  </a:lnTo>
                  <a:lnTo>
                    <a:pt x="5172559" y="2778315"/>
                  </a:lnTo>
                  <a:lnTo>
                    <a:pt x="5186064" y="2778371"/>
                  </a:lnTo>
                  <a:lnTo>
                    <a:pt x="5199569" y="2778421"/>
                  </a:lnTo>
                  <a:lnTo>
                    <a:pt x="5213075" y="2778465"/>
                  </a:lnTo>
                  <a:lnTo>
                    <a:pt x="5226580" y="2778503"/>
                  </a:lnTo>
                  <a:lnTo>
                    <a:pt x="5240085" y="2778535"/>
                  </a:lnTo>
                  <a:lnTo>
                    <a:pt x="5253591" y="2778564"/>
                  </a:lnTo>
                  <a:lnTo>
                    <a:pt x="5267096" y="2778589"/>
                  </a:lnTo>
                  <a:lnTo>
                    <a:pt x="5280602" y="2778610"/>
                  </a:lnTo>
                  <a:lnTo>
                    <a:pt x="5294107" y="2778629"/>
                  </a:lnTo>
                  <a:lnTo>
                    <a:pt x="5307612" y="2778645"/>
                  </a:lnTo>
                  <a:lnTo>
                    <a:pt x="5321118" y="2778658"/>
                  </a:lnTo>
                  <a:lnTo>
                    <a:pt x="5334623" y="2778670"/>
                  </a:lnTo>
                  <a:lnTo>
                    <a:pt x="5348128" y="2778680"/>
                  </a:lnTo>
                  <a:lnTo>
                    <a:pt x="5361634" y="2778688"/>
                  </a:lnTo>
                  <a:lnTo>
                    <a:pt x="5375139" y="2778696"/>
                  </a:lnTo>
                  <a:lnTo>
                    <a:pt x="5388645" y="2778702"/>
                  </a:lnTo>
                  <a:lnTo>
                    <a:pt x="5402150" y="2778707"/>
                  </a:lnTo>
                  <a:lnTo>
                    <a:pt x="5415655" y="2778711"/>
                  </a:lnTo>
                  <a:lnTo>
                    <a:pt x="5429161" y="2778715"/>
                  </a:lnTo>
                  <a:lnTo>
                    <a:pt x="5442666" y="2778718"/>
                  </a:lnTo>
                  <a:lnTo>
                    <a:pt x="5456171" y="2778721"/>
                  </a:lnTo>
                  <a:lnTo>
                    <a:pt x="5469677" y="2778723"/>
                  </a:lnTo>
                  <a:lnTo>
                    <a:pt x="5483182" y="2778725"/>
                  </a:lnTo>
                  <a:lnTo>
                    <a:pt x="5496688" y="2778726"/>
                  </a:lnTo>
                  <a:lnTo>
                    <a:pt x="5510193" y="2778728"/>
                  </a:lnTo>
                  <a:lnTo>
                    <a:pt x="5523698" y="2778729"/>
                  </a:lnTo>
                  <a:lnTo>
                    <a:pt x="5537204" y="2778729"/>
                  </a:lnTo>
                  <a:lnTo>
                    <a:pt x="5550709" y="2778730"/>
                  </a:lnTo>
                  <a:lnTo>
                    <a:pt x="5564214" y="2778731"/>
                  </a:lnTo>
                  <a:lnTo>
                    <a:pt x="5577720" y="2778731"/>
                  </a:lnTo>
                  <a:lnTo>
                    <a:pt x="5591225" y="2778732"/>
                  </a:lnTo>
                  <a:lnTo>
                    <a:pt x="5604731" y="2778732"/>
                  </a:lnTo>
                  <a:lnTo>
                    <a:pt x="5618236" y="2778732"/>
                  </a:lnTo>
                  <a:lnTo>
                    <a:pt x="5631741" y="2778733"/>
                  </a:lnTo>
                  <a:lnTo>
                    <a:pt x="5645247" y="2778733"/>
                  </a:lnTo>
                  <a:lnTo>
                    <a:pt x="5658752" y="2778733"/>
                  </a:lnTo>
                  <a:lnTo>
                    <a:pt x="5672257" y="2778733"/>
                  </a:lnTo>
                  <a:lnTo>
                    <a:pt x="5685763" y="2778733"/>
                  </a:lnTo>
                  <a:lnTo>
                    <a:pt x="5699268" y="2778733"/>
                  </a:lnTo>
                  <a:lnTo>
                    <a:pt x="5712774" y="2778733"/>
                  </a:lnTo>
                  <a:lnTo>
                    <a:pt x="5726279" y="2778733"/>
                  </a:lnTo>
                  <a:lnTo>
                    <a:pt x="5739784" y="2778733"/>
                  </a:lnTo>
                  <a:lnTo>
                    <a:pt x="5753290" y="2778733"/>
                  </a:lnTo>
                  <a:lnTo>
                    <a:pt x="5766795" y="2778733"/>
                  </a:lnTo>
                  <a:lnTo>
                    <a:pt x="5780300" y="2778733"/>
                  </a:lnTo>
                  <a:lnTo>
                    <a:pt x="5793806" y="2778733"/>
                  </a:lnTo>
                  <a:lnTo>
                    <a:pt x="5807311" y="2778733"/>
                  </a:lnTo>
                  <a:lnTo>
                    <a:pt x="5820817" y="2778733"/>
                  </a:lnTo>
                  <a:lnTo>
                    <a:pt x="5834322" y="2778733"/>
                  </a:lnTo>
                  <a:lnTo>
                    <a:pt x="5847827" y="2778733"/>
                  </a:lnTo>
                  <a:lnTo>
                    <a:pt x="5861333" y="2778733"/>
                  </a:lnTo>
                  <a:lnTo>
                    <a:pt x="5874838" y="2778733"/>
                  </a:lnTo>
                  <a:lnTo>
                    <a:pt x="5888343" y="2778734"/>
                  </a:lnTo>
                  <a:lnTo>
                    <a:pt x="5901849" y="2778734"/>
                  </a:lnTo>
                  <a:lnTo>
                    <a:pt x="5915354" y="2778734"/>
                  </a:lnTo>
                  <a:lnTo>
                    <a:pt x="5928860" y="2778734"/>
                  </a:lnTo>
                  <a:lnTo>
                    <a:pt x="5942365" y="2778734"/>
                  </a:lnTo>
                  <a:lnTo>
                    <a:pt x="5955870" y="2778734"/>
                  </a:lnTo>
                  <a:lnTo>
                    <a:pt x="5969376" y="2778734"/>
                  </a:lnTo>
                  <a:lnTo>
                    <a:pt x="5982881" y="2778734"/>
                  </a:lnTo>
                  <a:lnTo>
                    <a:pt x="5996386" y="2778734"/>
                  </a:lnTo>
                  <a:lnTo>
                    <a:pt x="6009892" y="2778734"/>
                  </a:lnTo>
                  <a:lnTo>
                    <a:pt x="6023397" y="2778734"/>
                  </a:lnTo>
                  <a:lnTo>
                    <a:pt x="6036903" y="2778734"/>
                  </a:lnTo>
                  <a:lnTo>
                    <a:pt x="6050408" y="2778734"/>
                  </a:lnTo>
                  <a:lnTo>
                    <a:pt x="6063913" y="2778734"/>
                  </a:lnTo>
                  <a:lnTo>
                    <a:pt x="6077419" y="2778734"/>
                  </a:lnTo>
                  <a:lnTo>
                    <a:pt x="6090924" y="2778734"/>
                  </a:lnTo>
                  <a:lnTo>
                    <a:pt x="6104429" y="2778734"/>
                  </a:lnTo>
                  <a:lnTo>
                    <a:pt x="6117935" y="2778734"/>
                  </a:lnTo>
                  <a:lnTo>
                    <a:pt x="6131440" y="2778734"/>
                  </a:lnTo>
                  <a:lnTo>
                    <a:pt x="6144946" y="2778734"/>
                  </a:lnTo>
                  <a:lnTo>
                    <a:pt x="6158451" y="2778734"/>
                  </a:lnTo>
                  <a:lnTo>
                    <a:pt x="6171956" y="2778734"/>
                  </a:lnTo>
                  <a:lnTo>
                    <a:pt x="6185462" y="2778734"/>
                  </a:lnTo>
                  <a:lnTo>
                    <a:pt x="6198967" y="2778734"/>
                  </a:lnTo>
                  <a:lnTo>
                    <a:pt x="6212472" y="2778734"/>
                  </a:lnTo>
                  <a:lnTo>
                    <a:pt x="6225978" y="2778734"/>
                  </a:lnTo>
                  <a:lnTo>
                    <a:pt x="6239483" y="2778734"/>
                  </a:lnTo>
                  <a:lnTo>
                    <a:pt x="6252989" y="2778734"/>
                  </a:lnTo>
                  <a:lnTo>
                    <a:pt x="6266494" y="2778734"/>
                  </a:lnTo>
                  <a:lnTo>
                    <a:pt x="6279999" y="2778734"/>
                  </a:lnTo>
                  <a:lnTo>
                    <a:pt x="6293505" y="2778734"/>
                  </a:lnTo>
                  <a:lnTo>
                    <a:pt x="6307010" y="2778734"/>
                  </a:lnTo>
                  <a:lnTo>
                    <a:pt x="6320515" y="2778734"/>
                  </a:lnTo>
                  <a:lnTo>
                    <a:pt x="6334021" y="2778734"/>
                  </a:lnTo>
                  <a:lnTo>
                    <a:pt x="6347526" y="2778734"/>
                  </a:lnTo>
                  <a:lnTo>
                    <a:pt x="6361032" y="2778734"/>
                  </a:lnTo>
                  <a:lnTo>
                    <a:pt x="6374537" y="2778734"/>
                  </a:lnTo>
                  <a:lnTo>
                    <a:pt x="6388042" y="2778734"/>
                  </a:lnTo>
                  <a:lnTo>
                    <a:pt x="6401548" y="2778734"/>
                  </a:lnTo>
                  <a:lnTo>
                    <a:pt x="6415053" y="2778734"/>
                  </a:lnTo>
                  <a:lnTo>
                    <a:pt x="6428558" y="2778734"/>
                  </a:lnTo>
                  <a:lnTo>
                    <a:pt x="6442064" y="2778734"/>
                  </a:lnTo>
                  <a:lnTo>
                    <a:pt x="6455569" y="2778734"/>
                  </a:lnTo>
                  <a:lnTo>
                    <a:pt x="6469075" y="2778734"/>
                  </a:lnTo>
                  <a:lnTo>
                    <a:pt x="6482580" y="2778734"/>
                  </a:lnTo>
                  <a:lnTo>
                    <a:pt x="6496085" y="2778734"/>
                  </a:lnTo>
                  <a:lnTo>
                    <a:pt x="6509591" y="2778734"/>
                  </a:lnTo>
                  <a:lnTo>
                    <a:pt x="6523096" y="2778734"/>
                  </a:lnTo>
                  <a:lnTo>
                    <a:pt x="6536601" y="2778734"/>
                  </a:lnTo>
                  <a:lnTo>
                    <a:pt x="6550107" y="2778734"/>
                  </a:lnTo>
                  <a:lnTo>
                    <a:pt x="6563612" y="2778734"/>
                  </a:lnTo>
                  <a:lnTo>
                    <a:pt x="6577118" y="2778734"/>
                  </a:lnTo>
                  <a:lnTo>
                    <a:pt x="6590623" y="2778734"/>
                  </a:lnTo>
                  <a:lnTo>
                    <a:pt x="6604128" y="2778734"/>
                  </a:lnTo>
                  <a:lnTo>
                    <a:pt x="6617634" y="2778734"/>
                  </a:lnTo>
                  <a:lnTo>
                    <a:pt x="6631139" y="2778734"/>
                  </a:lnTo>
                  <a:lnTo>
                    <a:pt x="6644644" y="2778734"/>
                  </a:lnTo>
                  <a:lnTo>
                    <a:pt x="6658150" y="2778734"/>
                  </a:lnTo>
                  <a:lnTo>
                    <a:pt x="6671655" y="2778734"/>
                  </a:lnTo>
                  <a:lnTo>
                    <a:pt x="6685161" y="2778734"/>
                  </a:lnTo>
                  <a:lnTo>
                    <a:pt x="6698666" y="2778734"/>
                  </a:lnTo>
                  <a:lnTo>
                    <a:pt x="6712171" y="2778734"/>
                  </a:lnTo>
                  <a:lnTo>
                    <a:pt x="6725677" y="2778734"/>
                  </a:lnTo>
                  <a:lnTo>
                    <a:pt x="6739182" y="2778734"/>
                  </a:lnTo>
                  <a:lnTo>
                    <a:pt x="6752687" y="2778734"/>
                  </a:lnTo>
                  <a:lnTo>
                    <a:pt x="6766193" y="2778734"/>
                  </a:lnTo>
                  <a:lnTo>
                    <a:pt x="6779698" y="2778734"/>
                  </a:lnTo>
                  <a:lnTo>
                    <a:pt x="6793204" y="2778734"/>
                  </a:lnTo>
                  <a:lnTo>
                    <a:pt x="6806709" y="2778734"/>
                  </a:lnTo>
                  <a:lnTo>
                    <a:pt x="6820214" y="2778734"/>
                  </a:lnTo>
                  <a:lnTo>
                    <a:pt x="6833720" y="2778734"/>
                  </a:lnTo>
                  <a:lnTo>
                    <a:pt x="6847225" y="2778734"/>
                  </a:lnTo>
                  <a:lnTo>
                    <a:pt x="6860730" y="2778734"/>
                  </a:lnTo>
                  <a:lnTo>
                    <a:pt x="6874236" y="2778734"/>
                  </a:lnTo>
                  <a:lnTo>
                    <a:pt x="6887741" y="2778734"/>
                  </a:lnTo>
                  <a:lnTo>
                    <a:pt x="6901247" y="277873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364575" y="3390784"/>
              <a:ext cx="6901247" cy="2156841"/>
            </a:xfrm>
            <a:custGeom>
              <a:avLst/>
              <a:pathLst>
                <a:path w="6901247" h="2156841">
                  <a:moveTo>
                    <a:pt x="0" y="2146292"/>
                  </a:moveTo>
                  <a:lnTo>
                    <a:pt x="13505" y="2145379"/>
                  </a:lnTo>
                  <a:lnTo>
                    <a:pt x="27010" y="2144381"/>
                  </a:lnTo>
                  <a:lnTo>
                    <a:pt x="40516" y="2143325"/>
                  </a:lnTo>
                  <a:lnTo>
                    <a:pt x="54021" y="2142211"/>
                  </a:lnTo>
                  <a:lnTo>
                    <a:pt x="67526" y="2141009"/>
                  </a:lnTo>
                  <a:lnTo>
                    <a:pt x="81032" y="2139728"/>
                  </a:lnTo>
                  <a:lnTo>
                    <a:pt x="94537" y="2138381"/>
                  </a:lnTo>
                  <a:lnTo>
                    <a:pt x="108043" y="2136959"/>
                  </a:lnTo>
                  <a:lnTo>
                    <a:pt x="121548" y="2135426"/>
                  </a:lnTo>
                  <a:lnTo>
                    <a:pt x="135053" y="2133820"/>
                  </a:lnTo>
                  <a:lnTo>
                    <a:pt x="148559" y="2132140"/>
                  </a:lnTo>
                  <a:lnTo>
                    <a:pt x="162064" y="2130349"/>
                  </a:lnTo>
                  <a:lnTo>
                    <a:pt x="175569" y="2128462"/>
                  </a:lnTo>
                  <a:lnTo>
                    <a:pt x="189075" y="2126496"/>
                  </a:lnTo>
                  <a:lnTo>
                    <a:pt x="202580" y="2124437"/>
                  </a:lnTo>
                  <a:lnTo>
                    <a:pt x="216086" y="2122252"/>
                  </a:lnTo>
                  <a:lnTo>
                    <a:pt x="229591" y="2119983"/>
                  </a:lnTo>
                  <a:lnTo>
                    <a:pt x="243096" y="2117630"/>
                  </a:lnTo>
                  <a:lnTo>
                    <a:pt x="256602" y="2115151"/>
                  </a:lnTo>
                  <a:lnTo>
                    <a:pt x="270107" y="2112571"/>
                  </a:lnTo>
                  <a:lnTo>
                    <a:pt x="283612" y="2109905"/>
                  </a:lnTo>
                  <a:lnTo>
                    <a:pt x="297118" y="2107141"/>
                  </a:lnTo>
                  <a:lnTo>
                    <a:pt x="310623" y="2104249"/>
                  </a:lnTo>
                  <a:lnTo>
                    <a:pt x="324129" y="2101273"/>
                  </a:lnTo>
                  <a:lnTo>
                    <a:pt x="337634" y="2098214"/>
                  </a:lnTo>
                  <a:lnTo>
                    <a:pt x="351139" y="2095034"/>
                  </a:lnTo>
                  <a:lnTo>
                    <a:pt x="364645" y="2091760"/>
                  </a:lnTo>
                  <a:lnTo>
                    <a:pt x="378150" y="2088408"/>
                  </a:lnTo>
                  <a:lnTo>
                    <a:pt x="391655" y="2084968"/>
                  </a:lnTo>
                  <a:lnTo>
                    <a:pt x="405161" y="2081418"/>
                  </a:lnTo>
                  <a:lnTo>
                    <a:pt x="418666" y="2077800"/>
                  </a:lnTo>
                  <a:lnTo>
                    <a:pt x="432172" y="2074114"/>
                  </a:lnTo>
                  <a:lnTo>
                    <a:pt x="445677" y="2070333"/>
                  </a:lnTo>
                  <a:lnTo>
                    <a:pt x="459182" y="2066484"/>
                  </a:lnTo>
                  <a:lnTo>
                    <a:pt x="472688" y="2062580"/>
                  </a:lnTo>
                  <a:lnTo>
                    <a:pt x="486193" y="2058614"/>
                  </a:lnTo>
                  <a:lnTo>
                    <a:pt x="499698" y="2054580"/>
                  </a:lnTo>
                  <a:lnTo>
                    <a:pt x="513204" y="2050507"/>
                  </a:lnTo>
                  <a:lnTo>
                    <a:pt x="526709" y="2046395"/>
                  </a:lnTo>
                  <a:lnTo>
                    <a:pt x="540215" y="2042235"/>
                  </a:lnTo>
                  <a:lnTo>
                    <a:pt x="553720" y="2038048"/>
                  </a:lnTo>
                  <a:lnTo>
                    <a:pt x="567225" y="2033840"/>
                  </a:lnTo>
                  <a:lnTo>
                    <a:pt x="580731" y="2029612"/>
                  </a:lnTo>
                  <a:lnTo>
                    <a:pt x="594236" y="2025372"/>
                  </a:lnTo>
                  <a:lnTo>
                    <a:pt x="607741" y="2021129"/>
                  </a:lnTo>
                  <a:lnTo>
                    <a:pt x="621247" y="2016887"/>
                  </a:lnTo>
                  <a:lnTo>
                    <a:pt x="634752" y="2012656"/>
                  </a:lnTo>
                  <a:lnTo>
                    <a:pt x="648258" y="2008441"/>
                  </a:lnTo>
                  <a:lnTo>
                    <a:pt x="661763" y="2004245"/>
                  </a:lnTo>
                  <a:lnTo>
                    <a:pt x="675268" y="2000076"/>
                  </a:lnTo>
                  <a:lnTo>
                    <a:pt x="688774" y="1995949"/>
                  </a:lnTo>
                  <a:lnTo>
                    <a:pt x="702279" y="1991858"/>
                  </a:lnTo>
                  <a:lnTo>
                    <a:pt x="715784" y="1987803"/>
                  </a:lnTo>
                  <a:lnTo>
                    <a:pt x="729290" y="1983813"/>
                  </a:lnTo>
                  <a:lnTo>
                    <a:pt x="742795" y="1979876"/>
                  </a:lnTo>
                  <a:lnTo>
                    <a:pt x="756301" y="1975988"/>
                  </a:lnTo>
                  <a:lnTo>
                    <a:pt x="769806" y="1972165"/>
                  </a:lnTo>
                  <a:lnTo>
                    <a:pt x="783311" y="1968422"/>
                  </a:lnTo>
                  <a:lnTo>
                    <a:pt x="796817" y="1964737"/>
                  </a:lnTo>
                  <a:lnTo>
                    <a:pt x="810322" y="1961110"/>
                  </a:lnTo>
                  <a:lnTo>
                    <a:pt x="823827" y="1957579"/>
                  </a:lnTo>
                  <a:lnTo>
                    <a:pt x="837333" y="1954114"/>
                  </a:lnTo>
                  <a:lnTo>
                    <a:pt x="850838" y="1950711"/>
                  </a:lnTo>
                  <a:lnTo>
                    <a:pt x="864344" y="1947383"/>
                  </a:lnTo>
                  <a:lnTo>
                    <a:pt x="877849" y="1944139"/>
                  </a:lnTo>
                  <a:lnTo>
                    <a:pt x="891354" y="1940952"/>
                  </a:lnTo>
                  <a:lnTo>
                    <a:pt x="904860" y="1937821"/>
                  </a:lnTo>
                  <a:lnTo>
                    <a:pt x="918365" y="1934772"/>
                  </a:lnTo>
                  <a:lnTo>
                    <a:pt x="931870" y="1931775"/>
                  </a:lnTo>
                  <a:lnTo>
                    <a:pt x="945376" y="1928821"/>
                  </a:lnTo>
                  <a:lnTo>
                    <a:pt x="958881" y="1925918"/>
                  </a:lnTo>
                  <a:lnTo>
                    <a:pt x="972387" y="1923060"/>
                  </a:lnTo>
                  <a:lnTo>
                    <a:pt x="985892" y="1920228"/>
                  </a:lnTo>
                  <a:lnTo>
                    <a:pt x="999397" y="1917419"/>
                  </a:lnTo>
                  <a:lnTo>
                    <a:pt x="1012903" y="1914631"/>
                  </a:lnTo>
                  <a:lnTo>
                    <a:pt x="1026408" y="1911844"/>
                  </a:lnTo>
                  <a:lnTo>
                    <a:pt x="1039913" y="1909055"/>
                  </a:lnTo>
                  <a:lnTo>
                    <a:pt x="1053419" y="1906252"/>
                  </a:lnTo>
                  <a:lnTo>
                    <a:pt x="1066924" y="1903416"/>
                  </a:lnTo>
                  <a:lnTo>
                    <a:pt x="1080430" y="1900545"/>
                  </a:lnTo>
                  <a:lnTo>
                    <a:pt x="1093935" y="1897636"/>
                  </a:lnTo>
                  <a:lnTo>
                    <a:pt x="1107440" y="1894641"/>
                  </a:lnTo>
                  <a:lnTo>
                    <a:pt x="1120946" y="1891574"/>
                  </a:lnTo>
                  <a:lnTo>
                    <a:pt x="1134451" y="1888432"/>
                  </a:lnTo>
                  <a:lnTo>
                    <a:pt x="1147956" y="1885181"/>
                  </a:lnTo>
                  <a:lnTo>
                    <a:pt x="1161462" y="1881790"/>
                  </a:lnTo>
                  <a:lnTo>
                    <a:pt x="1174967" y="1878286"/>
                  </a:lnTo>
                  <a:lnTo>
                    <a:pt x="1188473" y="1874663"/>
                  </a:lnTo>
                  <a:lnTo>
                    <a:pt x="1201978" y="1870819"/>
                  </a:lnTo>
                  <a:lnTo>
                    <a:pt x="1215483" y="1866817"/>
                  </a:lnTo>
                  <a:lnTo>
                    <a:pt x="1228989" y="1862656"/>
                  </a:lnTo>
                  <a:lnTo>
                    <a:pt x="1242494" y="1858274"/>
                  </a:lnTo>
                  <a:lnTo>
                    <a:pt x="1255999" y="1853637"/>
                  </a:lnTo>
                  <a:lnTo>
                    <a:pt x="1269505" y="1848803"/>
                  </a:lnTo>
                  <a:lnTo>
                    <a:pt x="1283010" y="1843766"/>
                  </a:lnTo>
                  <a:lnTo>
                    <a:pt x="1296516" y="1838368"/>
                  </a:lnTo>
                  <a:lnTo>
                    <a:pt x="1310021" y="1832731"/>
                  </a:lnTo>
                  <a:lnTo>
                    <a:pt x="1323526" y="1826854"/>
                  </a:lnTo>
                  <a:lnTo>
                    <a:pt x="1337032" y="1820648"/>
                  </a:lnTo>
                  <a:lnTo>
                    <a:pt x="1350537" y="1814088"/>
                  </a:lnTo>
                  <a:lnTo>
                    <a:pt x="1364042" y="1807255"/>
                  </a:lnTo>
                  <a:lnTo>
                    <a:pt x="1377548" y="1800147"/>
                  </a:lnTo>
                  <a:lnTo>
                    <a:pt x="1391053" y="1792561"/>
                  </a:lnTo>
                  <a:lnTo>
                    <a:pt x="1404559" y="1784673"/>
                  </a:lnTo>
                  <a:lnTo>
                    <a:pt x="1418064" y="1776484"/>
                  </a:lnTo>
                  <a:lnTo>
                    <a:pt x="1431569" y="1767883"/>
                  </a:lnTo>
                  <a:lnTo>
                    <a:pt x="1445075" y="1758861"/>
                  </a:lnTo>
                  <a:lnTo>
                    <a:pt x="1458580" y="1749517"/>
                  </a:lnTo>
                  <a:lnTo>
                    <a:pt x="1472085" y="1739848"/>
                  </a:lnTo>
                  <a:lnTo>
                    <a:pt x="1485591" y="1729632"/>
                  </a:lnTo>
                  <a:lnTo>
                    <a:pt x="1499096" y="1719083"/>
                  </a:lnTo>
                  <a:lnTo>
                    <a:pt x="1512602" y="1708202"/>
                  </a:lnTo>
                  <a:lnTo>
                    <a:pt x="1526107" y="1696867"/>
                  </a:lnTo>
                  <a:lnTo>
                    <a:pt x="1539612" y="1685090"/>
                  </a:lnTo>
                  <a:lnTo>
                    <a:pt x="1553118" y="1672977"/>
                  </a:lnTo>
                  <a:lnTo>
                    <a:pt x="1566623" y="1660521"/>
                  </a:lnTo>
                  <a:lnTo>
                    <a:pt x="1580128" y="1647517"/>
                  </a:lnTo>
                  <a:lnTo>
                    <a:pt x="1593634" y="1634183"/>
                  </a:lnTo>
                  <a:lnTo>
                    <a:pt x="1607139" y="1620523"/>
                  </a:lnTo>
                  <a:lnTo>
                    <a:pt x="1620645" y="1606419"/>
                  </a:lnTo>
                  <a:lnTo>
                    <a:pt x="1634150" y="1591903"/>
                  </a:lnTo>
                  <a:lnTo>
                    <a:pt x="1647655" y="1577075"/>
                  </a:lnTo>
                  <a:lnTo>
                    <a:pt x="1661161" y="1561927"/>
                  </a:lnTo>
                  <a:lnTo>
                    <a:pt x="1674666" y="1546291"/>
                  </a:lnTo>
                  <a:lnTo>
                    <a:pt x="1688171" y="1530367"/>
                  </a:lnTo>
                  <a:lnTo>
                    <a:pt x="1701677" y="1514159"/>
                  </a:lnTo>
                  <a:lnTo>
                    <a:pt x="1715182" y="1497570"/>
                  </a:lnTo>
                  <a:lnTo>
                    <a:pt x="1728688" y="1480643"/>
                  </a:lnTo>
                  <a:lnTo>
                    <a:pt x="1742193" y="1463463"/>
                  </a:lnTo>
                  <a:lnTo>
                    <a:pt x="1755698" y="1446022"/>
                  </a:lnTo>
                  <a:lnTo>
                    <a:pt x="1769204" y="1428205"/>
                  </a:lnTo>
                  <a:lnTo>
                    <a:pt x="1782709" y="1410171"/>
                  </a:lnTo>
                  <a:lnTo>
                    <a:pt x="1796215" y="1391924"/>
                  </a:lnTo>
                  <a:lnTo>
                    <a:pt x="1809720" y="1373398"/>
                  </a:lnTo>
                  <a:lnTo>
                    <a:pt x="1823225" y="1354640"/>
                  </a:lnTo>
                  <a:lnTo>
                    <a:pt x="1836731" y="1335708"/>
                  </a:lnTo>
                  <a:lnTo>
                    <a:pt x="1850236" y="1316600"/>
                  </a:lnTo>
                  <a:lnTo>
                    <a:pt x="1863741" y="1297254"/>
                  </a:lnTo>
                  <a:lnTo>
                    <a:pt x="1877247" y="1277776"/>
                  </a:lnTo>
                  <a:lnTo>
                    <a:pt x="1890752" y="1258171"/>
                  </a:lnTo>
                  <a:lnTo>
                    <a:pt x="1904258" y="1238405"/>
                  </a:lnTo>
                  <a:lnTo>
                    <a:pt x="1917763" y="1218517"/>
                  </a:lnTo>
                  <a:lnTo>
                    <a:pt x="1931268" y="1198542"/>
                  </a:lnTo>
                  <a:lnTo>
                    <a:pt x="1944774" y="1178479"/>
                  </a:lnTo>
                  <a:lnTo>
                    <a:pt x="1958279" y="1158313"/>
                  </a:lnTo>
                  <a:lnTo>
                    <a:pt x="1971784" y="1138095"/>
                  </a:lnTo>
                  <a:lnTo>
                    <a:pt x="1985290" y="1117830"/>
                  </a:lnTo>
                  <a:lnTo>
                    <a:pt x="1998795" y="1097512"/>
                  </a:lnTo>
                  <a:lnTo>
                    <a:pt x="2012301" y="1077165"/>
                  </a:lnTo>
                  <a:lnTo>
                    <a:pt x="2025806" y="1056802"/>
                  </a:lnTo>
                  <a:lnTo>
                    <a:pt x="2039311" y="1036425"/>
                  </a:lnTo>
                  <a:lnTo>
                    <a:pt x="2052817" y="1016046"/>
                  </a:lnTo>
                  <a:lnTo>
                    <a:pt x="2066322" y="995675"/>
                  </a:lnTo>
                  <a:lnTo>
                    <a:pt x="2079827" y="975313"/>
                  </a:lnTo>
                  <a:lnTo>
                    <a:pt x="2093333" y="954976"/>
                  </a:lnTo>
                  <a:lnTo>
                    <a:pt x="2106838" y="934668"/>
                  </a:lnTo>
                  <a:lnTo>
                    <a:pt x="2120344" y="914387"/>
                  </a:lnTo>
                  <a:lnTo>
                    <a:pt x="2133849" y="894139"/>
                  </a:lnTo>
                  <a:lnTo>
                    <a:pt x="2147354" y="873945"/>
                  </a:lnTo>
                  <a:lnTo>
                    <a:pt x="2160860" y="853789"/>
                  </a:lnTo>
                  <a:lnTo>
                    <a:pt x="2174365" y="833672"/>
                  </a:lnTo>
                  <a:lnTo>
                    <a:pt x="2187870" y="813616"/>
                  </a:lnTo>
                  <a:lnTo>
                    <a:pt x="2201376" y="793614"/>
                  </a:lnTo>
                  <a:lnTo>
                    <a:pt x="2214881" y="773656"/>
                  </a:lnTo>
                  <a:lnTo>
                    <a:pt x="2228387" y="753751"/>
                  </a:lnTo>
                  <a:lnTo>
                    <a:pt x="2241892" y="733918"/>
                  </a:lnTo>
                  <a:lnTo>
                    <a:pt x="2255397" y="714134"/>
                  </a:lnTo>
                  <a:lnTo>
                    <a:pt x="2268903" y="694398"/>
                  </a:lnTo>
                  <a:lnTo>
                    <a:pt x="2282408" y="674736"/>
                  </a:lnTo>
                  <a:lnTo>
                    <a:pt x="2295913" y="655136"/>
                  </a:lnTo>
                  <a:lnTo>
                    <a:pt x="2309419" y="635588"/>
                  </a:lnTo>
                  <a:lnTo>
                    <a:pt x="2322924" y="616101"/>
                  </a:lnTo>
                  <a:lnTo>
                    <a:pt x="2336430" y="596699"/>
                  </a:lnTo>
                  <a:lnTo>
                    <a:pt x="2349935" y="577357"/>
                  </a:lnTo>
                  <a:lnTo>
                    <a:pt x="2363440" y="558076"/>
                  </a:lnTo>
                  <a:lnTo>
                    <a:pt x="2376946" y="538890"/>
                  </a:lnTo>
                  <a:lnTo>
                    <a:pt x="2390451" y="519788"/>
                  </a:lnTo>
                  <a:lnTo>
                    <a:pt x="2403956" y="500761"/>
                  </a:lnTo>
                  <a:lnTo>
                    <a:pt x="2417462" y="481824"/>
                  </a:lnTo>
                  <a:lnTo>
                    <a:pt x="2430967" y="463020"/>
                  </a:lnTo>
                  <a:lnTo>
                    <a:pt x="2444473" y="444313"/>
                  </a:lnTo>
                  <a:lnTo>
                    <a:pt x="2457978" y="425707"/>
                  </a:lnTo>
                  <a:lnTo>
                    <a:pt x="2471483" y="407269"/>
                  </a:lnTo>
                  <a:lnTo>
                    <a:pt x="2484989" y="388980"/>
                  </a:lnTo>
                  <a:lnTo>
                    <a:pt x="2498494" y="370827"/>
                  </a:lnTo>
                  <a:lnTo>
                    <a:pt x="2511999" y="352843"/>
                  </a:lnTo>
                  <a:lnTo>
                    <a:pt x="2525505" y="335105"/>
                  </a:lnTo>
                  <a:lnTo>
                    <a:pt x="2539010" y="317547"/>
                  </a:lnTo>
                  <a:lnTo>
                    <a:pt x="2552516" y="300178"/>
                  </a:lnTo>
                  <a:lnTo>
                    <a:pt x="2566021" y="283126"/>
                  </a:lnTo>
                  <a:lnTo>
                    <a:pt x="2579526" y="266342"/>
                  </a:lnTo>
                  <a:lnTo>
                    <a:pt x="2593032" y="249803"/>
                  </a:lnTo>
                  <a:lnTo>
                    <a:pt x="2606537" y="233576"/>
                  </a:lnTo>
                  <a:lnTo>
                    <a:pt x="2620042" y="217773"/>
                  </a:lnTo>
                  <a:lnTo>
                    <a:pt x="2633548" y="202282"/>
                  </a:lnTo>
                  <a:lnTo>
                    <a:pt x="2647053" y="187111"/>
                  </a:lnTo>
                  <a:lnTo>
                    <a:pt x="2660559" y="172475"/>
                  </a:lnTo>
                  <a:lnTo>
                    <a:pt x="2674064" y="158265"/>
                  </a:lnTo>
                  <a:lnTo>
                    <a:pt x="2687569" y="144447"/>
                  </a:lnTo>
                  <a:lnTo>
                    <a:pt x="2701075" y="131122"/>
                  </a:lnTo>
                  <a:lnTo>
                    <a:pt x="2714580" y="118436"/>
                  </a:lnTo>
                  <a:lnTo>
                    <a:pt x="2728085" y="106212"/>
                  </a:lnTo>
                  <a:lnTo>
                    <a:pt x="2741591" y="94457"/>
                  </a:lnTo>
                  <a:lnTo>
                    <a:pt x="2755096" y="83472"/>
                  </a:lnTo>
                  <a:lnTo>
                    <a:pt x="2768602" y="73070"/>
                  </a:lnTo>
                  <a:lnTo>
                    <a:pt x="2782107" y="63200"/>
                  </a:lnTo>
                  <a:lnTo>
                    <a:pt x="2795612" y="53999"/>
                  </a:lnTo>
                  <a:lnTo>
                    <a:pt x="2809118" y="45619"/>
                  </a:lnTo>
                  <a:lnTo>
                    <a:pt x="2822623" y="37821"/>
                  </a:lnTo>
                  <a:lnTo>
                    <a:pt x="2836128" y="30610"/>
                  </a:lnTo>
                  <a:lnTo>
                    <a:pt x="2849634" y="24345"/>
                  </a:lnTo>
                  <a:lnTo>
                    <a:pt x="2863139" y="18755"/>
                  </a:lnTo>
                  <a:lnTo>
                    <a:pt x="2876645" y="13782"/>
                  </a:lnTo>
                  <a:lnTo>
                    <a:pt x="2890150" y="9580"/>
                  </a:lnTo>
                  <a:lnTo>
                    <a:pt x="2903655" y="6271"/>
                  </a:lnTo>
                  <a:lnTo>
                    <a:pt x="2917161" y="3584"/>
                  </a:lnTo>
                  <a:lnTo>
                    <a:pt x="2930666" y="1519"/>
                  </a:lnTo>
                  <a:lnTo>
                    <a:pt x="2944171" y="431"/>
                  </a:lnTo>
                  <a:lnTo>
                    <a:pt x="2957677" y="0"/>
                  </a:lnTo>
                  <a:lnTo>
                    <a:pt x="2971182" y="166"/>
                  </a:lnTo>
                  <a:lnTo>
                    <a:pt x="2984688" y="1074"/>
                  </a:lnTo>
                  <a:lnTo>
                    <a:pt x="2998193" y="2783"/>
                  </a:lnTo>
                  <a:lnTo>
                    <a:pt x="3011698" y="5040"/>
                  </a:lnTo>
                  <a:lnTo>
                    <a:pt x="3025204" y="7837"/>
                  </a:lnTo>
                  <a:lnTo>
                    <a:pt x="3038709" y="11451"/>
                  </a:lnTo>
                  <a:lnTo>
                    <a:pt x="3052214" y="15574"/>
                  </a:lnTo>
                  <a:lnTo>
                    <a:pt x="3065720" y="20157"/>
                  </a:lnTo>
                  <a:lnTo>
                    <a:pt x="3079225" y="25296"/>
                  </a:lnTo>
                  <a:lnTo>
                    <a:pt x="3092731" y="30985"/>
                  </a:lnTo>
                  <a:lnTo>
                    <a:pt x="3106236" y="37033"/>
                  </a:lnTo>
                  <a:lnTo>
                    <a:pt x="3119741" y="43427"/>
                  </a:lnTo>
                  <a:lnTo>
                    <a:pt x="3133247" y="50303"/>
                  </a:lnTo>
                  <a:lnTo>
                    <a:pt x="3146752" y="57441"/>
                  </a:lnTo>
                  <a:lnTo>
                    <a:pt x="3160257" y="64807"/>
                  </a:lnTo>
                  <a:lnTo>
                    <a:pt x="3173763" y="72425"/>
                  </a:lnTo>
                  <a:lnTo>
                    <a:pt x="3187268" y="80240"/>
                  </a:lnTo>
                  <a:lnTo>
                    <a:pt x="3200774" y="88159"/>
                  </a:lnTo>
                  <a:lnTo>
                    <a:pt x="3214279" y="96166"/>
                  </a:lnTo>
                  <a:lnTo>
                    <a:pt x="3227784" y="104234"/>
                  </a:lnTo>
                  <a:lnTo>
                    <a:pt x="3241290" y="112286"/>
                  </a:lnTo>
                  <a:lnTo>
                    <a:pt x="3254795" y="120306"/>
                  </a:lnTo>
                  <a:lnTo>
                    <a:pt x="3268300" y="128244"/>
                  </a:lnTo>
                  <a:lnTo>
                    <a:pt x="3281806" y="136030"/>
                  </a:lnTo>
                  <a:lnTo>
                    <a:pt x="3295311" y="143677"/>
                  </a:lnTo>
                  <a:lnTo>
                    <a:pt x="3308817" y="151170"/>
                  </a:lnTo>
                  <a:lnTo>
                    <a:pt x="3322322" y="158345"/>
                  </a:lnTo>
                  <a:lnTo>
                    <a:pt x="3335827" y="165287"/>
                  </a:lnTo>
                  <a:lnTo>
                    <a:pt x="3349333" y="171992"/>
                  </a:lnTo>
                  <a:lnTo>
                    <a:pt x="3362838" y="178356"/>
                  </a:lnTo>
                  <a:lnTo>
                    <a:pt x="3376343" y="184340"/>
                  </a:lnTo>
                  <a:lnTo>
                    <a:pt x="3389849" y="190029"/>
                  </a:lnTo>
                  <a:lnTo>
                    <a:pt x="3403354" y="195417"/>
                  </a:lnTo>
                  <a:lnTo>
                    <a:pt x="3416860" y="200282"/>
                  </a:lnTo>
                  <a:lnTo>
                    <a:pt x="3430365" y="204823"/>
                  </a:lnTo>
                  <a:lnTo>
                    <a:pt x="3443870" y="209043"/>
                  </a:lnTo>
                  <a:lnTo>
                    <a:pt x="3457376" y="212831"/>
                  </a:lnTo>
                  <a:lnTo>
                    <a:pt x="3470881" y="216194"/>
                  </a:lnTo>
                  <a:lnTo>
                    <a:pt x="3484387" y="219245"/>
                  </a:lnTo>
                  <a:lnTo>
                    <a:pt x="3497892" y="221986"/>
                  </a:lnTo>
                  <a:lnTo>
                    <a:pt x="3511397" y="224240"/>
                  </a:lnTo>
                  <a:lnTo>
                    <a:pt x="3524903" y="226222"/>
                  </a:lnTo>
                  <a:lnTo>
                    <a:pt x="3538408" y="227940"/>
                  </a:lnTo>
                  <a:lnTo>
                    <a:pt x="3551913" y="229323"/>
                  </a:lnTo>
                  <a:lnTo>
                    <a:pt x="3565419" y="230419"/>
                  </a:lnTo>
                  <a:lnTo>
                    <a:pt x="3578924" y="231318"/>
                  </a:lnTo>
                  <a:lnTo>
                    <a:pt x="3592430" y="232027"/>
                  </a:lnTo>
                  <a:lnTo>
                    <a:pt x="3605935" y="232488"/>
                  </a:lnTo>
                  <a:lnTo>
                    <a:pt x="3619440" y="232835"/>
                  </a:lnTo>
                  <a:lnTo>
                    <a:pt x="3632946" y="233080"/>
                  </a:lnTo>
                  <a:lnTo>
                    <a:pt x="3646451" y="233223"/>
                  </a:lnTo>
                  <a:lnTo>
                    <a:pt x="3659956" y="233320"/>
                  </a:lnTo>
                  <a:lnTo>
                    <a:pt x="3673462" y="233406"/>
                  </a:lnTo>
                  <a:lnTo>
                    <a:pt x="3686967" y="233496"/>
                  </a:lnTo>
                  <a:lnTo>
                    <a:pt x="3700473" y="233654"/>
                  </a:lnTo>
                  <a:lnTo>
                    <a:pt x="3713978" y="233890"/>
                  </a:lnTo>
                  <a:lnTo>
                    <a:pt x="3727483" y="234215"/>
                  </a:lnTo>
                  <a:lnTo>
                    <a:pt x="3740989" y="234697"/>
                  </a:lnTo>
                  <a:lnTo>
                    <a:pt x="3754494" y="235366"/>
                  </a:lnTo>
                  <a:lnTo>
                    <a:pt x="3767999" y="236200"/>
                  </a:lnTo>
                  <a:lnTo>
                    <a:pt x="3781505" y="237218"/>
                  </a:lnTo>
                  <a:lnTo>
                    <a:pt x="3795010" y="238561"/>
                  </a:lnTo>
                  <a:lnTo>
                    <a:pt x="3808516" y="240126"/>
                  </a:lnTo>
                  <a:lnTo>
                    <a:pt x="3822021" y="241917"/>
                  </a:lnTo>
                  <a:lnTo>
                    <a:pt x="3835526" y="244045"/>
                  </a:lnTo>
                  <a:lnTo>
                    <a:pt x="3849032" y="246497"/>
                  </a:lnTo>
                  <a:lnTo>
                    <a:pt x="3862537" y="249209"/>
                  </a:lnTo>
                  <a:lnTo>
                    <a:pt x="3876042" y="252203"/>
                  </a:lnTo>
                  <a:lnTo>
                    <a:pt x="3889548" y="255629"/>
                  </a:lnTo>
                  <a:lnTo>
                    <a:pt x="3903053" y="259326"/>
                  </a:lnTo>
                  <a:lnTo>
                    <a:pt x="3916559" y="263293"/>
                  </a:lnTo>
                  <a:lnTo>
                    <a:pt x="3930064" y="267641"/>
                  </a:lnTo>
                  <a:lnTo>
                    <a:pt x="3943569" y="272320"/>
                  </a:lnTo>
                  <a:lnTo>
                    <a:pt x="3957075" y="277258"/>
                  </a:lnTo>
                  <a:lnTo>
                    <a:pt x="3970580" y="282472"/>
                  </a:lnTo>
                  <a:lnTo>
                    <a:pt x="3984085" y="288074"/>
                  </a:lnTo>
                  <a:lnTo>
                    <a:pt x="3997591" y="293909"/>
                  </a:lnTo>
                  <a:lnTo>
                    <a:pt x="4011096" y="299971"/>
                  </a:lnTo>
                  <a:lnTo>
                    <a:pt x="4024602" y="306342"/>
                  </a:lnTo>
                  <a:lnTo>
                    <a:pt x="4038107" y="312963"/>
                  </a:lnTo>
                  <a:lnTo>
                    <a:pt x="4051612" y="319776"/>
                  </a:lnTo>
                  <a:lnTo>
                    <a:pt x="4065118" y="326792"/>
                  </a:lnTo>
                  <a:lnTo>
                    <a:pt x="4078623" y="334073"/>
                  </a:lnTo>
                  <a:lnTo>
                    <a:pt x="4092128" y="341509"/>
                  </a:lnTo>
                  <a:lnTo>
                    <a:pt x="4105634" y="349094"/>
                  </a:lnTo>
                  <a:lnTo>
                    <a:pt x="4119139" y="356880"/>
                  </a:lnTo>
                  <a:lnTo>
                    <a:pt x="4132645" y="364820"/>
                  </a:lnTo>
                  <a:lnTo>
                    <a:pt x="4146150" y="372879"/>
                  </a:lnTo>
                  <a:lnTo>
                    <a:pt x="4159655" y="381065"/>
                  </a:lnTo>
                  <a:lnTo>
                    <a:pt x="4173161" y="389414"/>
                  </a:lnTo>
                  <a:lnTo>
                    <a:pt x="4186666" y="397861"/>
                  </a:lnTo>
                  <a:lnTo>
                    <a:pt x="4200171" y="406405"/>
                  </a:lnTo>
                  <a:lnTo>
                    <a:pt x="4213677" y="415086"/>
                  </a:lnTo>
                  <a:lnTo>
                    <a:pt x="4227182" y="423877"/>
                  </a:lnTo>
                  <a:lnTo>
                    <a:pt x="4240688" y="432761"/>
                  </a:lnTo>
                  <a:lnTo>
                    <a:pt x="4254193" y="441749"/>
                  </a:lnTo>
                  <a:lnTo>
                    <a:pt x="4267698" y="450884"/>
                  </a:lnTo>
                  <a:lnTo>
                    <a:pt x="4281204" y="460119"/>
                  </a:lnTo>
                  <a:lnTo>
                    <a:pt x="4294709" y="469458"/>
                  </a:lnTo>
                  <a:lnTo>
                    <a:pt x="4308214" y="478958"/>
                  </a:lnTo>
                  <a:lnTo>
                    <a:pt x="4321720" y="488601"/>
                  </a:lnTo>
                  <a:lnTo>
                    <a:pt x="4335225" y="498370"/>
                  </a:lnTo>
                  <a:lnTo>
                    <a:pt x="4348731" y="508290"/>
                  </a:lnTo>
                  <a:lnTo>
                    <a:pt x="4362236" y="518430"/>
                  </a:lnTo>
                  <a:lnTo>
                    <a:pt x="4375741" y="528726"/>
                  </a:lnTo>
                  <a:lnTo>
                    <a:pt x="4389247" y="539185"/>
                  </a:lnTo>
                  <a:lnTo>
                    <a:pt x="4402752" y="549902"/>
                  </a:lnTo>
                  <a:lnTo>
                    <a:pt x="4416257" y="560842"/>
                  </a:lnTo>
                  <a:lnTo>
                    <a:pt x="4429763" y="571978"/>
                  </a:lnTo>
                  <a:lnTo>
                    <a:pt x="4443268" y="583350"/>
                  </a:lnTo>
                  <a:lnTo>
                    <a:pt x="4456774" y="595051"/>
                  </a:lnTo>
                  <a:lnTo>
                    <a:pt x="4470279" y="606980"/>
                  </a:lnTo>
                  <a:lnTo>
                    <a:pt x="4483784" y="619142"/>
                  </a:lnTo>
                  <a:lnTo>
                    <a:pt x="4497290" y="631669"/>
                  </a:lnTo>
                  <a:lnTo>
                    <a:pt x="4510795" y="644490"/>
                  </a:lnTo>
                  <a:lnTo>
                    <a:pt x="4524300" y="657566"/>
                  </a:lnTo>
                  <a:lnTo>
                    <a:pt x="4537806" y="670950"/>
                  </a:lnTo>
                  <a:lnTo>
                    <a:pt x="4551311" y="684729"/>
                  </a:lnTo>
                  <a:lnTo>
                    <a:pt x="4564817" y="698775"/>
                  </a:lnTo>
                  <a:lnTo>
                    <a:pt x="4578322" y="713090"/>
                  </a:lnTo>
                  <a:lnTo>
                    <a:pt x="4591827" y="727814"/>
                  </a:lnTo>
                  <a:lnTo>
                    <a:pt x="4605333" y="742842"/>
                  </a:lnTo>
                  <a:lnTo>
                    <a:pt x="4618838" y="758132"/>
                  </a:lnTo>
                  <a:lnTo>
                    <a:pt x="4632343" y="773733"/>
                  </a:lnTo>
                  <a:lnTo>
                    <a:pt x="4645849" y="789705"/>
                  </a:lnTo>
                  <a:lnTo>
                    <a:pt x="4659354" y="805917"/>
                  </a:lnTo>
                  <a:lnTo>
                    <a:pt x="4672860" y="822368"/>
                  </a:lnTo>
                  <a:lnTo>
                    <a:pt x="4686365" y="839164"/>
                  </a:lnTo>
                  <a:lnTo>
                    <a:pt x="4699870" y="856196"/>
                  </a:lnTo>
                  <a:lnTo>
                    <a:pt x="4713376" y="873427"/>
                  </a:lnTo>
                  <a:lnTo>
                    <a:pt x="4726881" y="890886"/>
                  </a:lnTo>
                  <a:lnTo>
                    <a:pt x="4740386" y="908589"/>
                  </a:lnTo>
                  <a:lnTo>
                    <a:pt x="4753892" y="926441"/>
                  </a:lnTo>
                  <a:lnTo>
                    <a:pt x="4767397" y="944433"/>
                  </a:lnTo>
                  <a:lnTo>
                    <a:pt x="4780903" y="962608"/>
                  </a:lnTo>
                  <a:lnTo>
                    <a:pt x="4794408" y="980887"/>
                  </a:lnTo>
                  <a:lnTo>
                    <a:pt x="4807913" y="999244"/>
                  </a:lnTo>
                  <a:lnTo>
                    <a:pt x="4821419" y="1017681"/>
                  </a:lnTo>
                  <a:lnTo>
                    <a:pt x="4834924" y="1036170"/>
                  </a:lnTo>
                  <a:lnTo>
                    <a:pt x="4848429" y="1054674"/>
                  </a:lnTo>
                  <a:lnTo>
                    <a:pt x="4861935" y="1073183"/>
                  </a:lnTo>
                  <a:lnTo>
                    <a:pt x="4875440" y="1091660"/>
                  </a:lnTo>
                  <a:lnTo>
                    <a:pt x="4888946" y="1110084"/>
                  </a:lnTo>
                  <a:lnTo>
                    <a:pt x="4902451" y="1128448"/>
                  </a:lnTo>
                  <a:lnTo>
                    <a:pt x="4915956" y="1146719"/>
                  </a:lnTo>
                  <a:lnTo>
                    <a:pt x="4929462" y="1164846"/>
                  </a:lnTo>
                  <a:lnTo>
                    <a:pt x="4942967" y="1182852"/>
                  </a:lnTo>
                  <a:lnTo>
                    <a:pt x="4956472" y="1200730"/>
                  </a:lnTo>
                  <a:lnTo>
                    <a:pt x="4969978" y="1218371"/>
                  </a:lnTo>
                  <a:lnTo>
                    <a:pt x="4983483" y="1235827"/>
                  </a:lnTo>
                  <a:lnTo>
                    <a:pt x="4996989" y="1253104"/>
                  </a:lnTo>
                  <a:lnTo>
                    <a:pt x="5010494" y="1270142"/>
                  </a:lnTo>
                  <a:lnTo>
                    <a:pt x="5023999" y="1286885"/>
                  </a:lnTo>
                  <a:lnTo>
                    <a:pt x="5037505" y="1303409"/>
                  </a:lnTo>
                  <a:lnTo>
                    <a:pt x="5051010" y="1319709"/>
                  </a:lnTo>
                  <a:lnTo>
                    <a:pt x="5064515" y="1335631"/>
                  </a:lnTo>
                  <a:lnTo>
                    <a:pt x="5078021" y="1351288"/>
                  </a:lnTo>
                  <a:lnTo>
                    <a:pt x="5091526" y="1366696"/>
                  </a:lnTo>
                  <a:lnTo>
                    <a:pt x="5105032" y="1381778"/>
                  </a:lnTo>
                  <a:lnTo>
                    <a:pt x="5118537" y="1396495"/>
                  </a:lnTo>
                  <a:lnTo>
                    <a:pt x="5132042" y="1410947"/>
                  </a:lnTo>
                  <a:lnTo>
                    <a:pt x="5145548" y="1425134"/>
                  </a:lnTo>
                  <a:lnTo>
                    <a:pt x="5159053" y="1438891"/>
                  </a:lnTo>
                  <a:lnTo>
                    <a:pt x="5172559" y="1452366"/>
                  </a:lnTo>
                  <a:lnTo>
                    <a:pt x="5186064" y="1465575"/>
                  </a:lnTo>
                  <a:lnTo>
                    <a:pt x="5199569" y="1478445"/>
                  </a:lnTo>
                  <a:lnTo>
                    <a:pt x="5213075" y="1490956"/>
                  </a:lnTo>
                  <a:lnTo>
                    <a:pt x="5226580" y="1503211"/>
                  </a:lnTo>
                  <a:lnTo>
                    <a:pt x="5240085" y="1515213"/>
                  </a:lnTo>
                  <a:lnTo>
                    <a:pt x="5253591" y="1526813"/>
                  </a:lnTo>
                  <a:lnTo>
                    <a:pt x="5267096" y="1538166"/>
                  </a:lnTo>
                  <a:lnTo>
                    <a:pt x="5280602" y="1549285"/>
                  </a:lnTo>
                  <a:lnTo>
                    <a:pt x="5294107" y="1560106"/>
                  </a:lnTo>
                  <a:lnTo>
                    <a:pt x="5307612" y="1570631"/>
                  </a:lnTo>
                  <a:lnTo>
                    <a:pt x="5321118" y="1580947"/>
                  </a:lnTo>
                  <a:lnTo>
                    <a:pt x="5334623" y="1591058"/>
                  </a:lnTo>
                  <a:lnTo>
                    <a:pt x="5348128" y="1600850"/>
                  </a:lnTo>
                  <a:lnTo>
                    <a:pt x="5361634" y="1610457"/>
                  </a:lnTo>
                  <a:lnTo>
                    <a:pt x="5375139" y="1619887"/>
                  </a:lnTo>
                  <a:lnTo>
                    <a:pt x="5388645" y="1629096"/>
                  </a:lnTo>
                  <a:lnTo>
                    <a:pt x="5402150" y="1638093"/>
                  </a:lnTo>
                  <a:lnTo>
                    <a:pt x="5415655" y="1646944"/>
                  </a:lnTo>
                  <a:lnTo>
                    <a:pt x="5429161" y="1655651"/>
                  </a:lnTo>
                  <a:lnTo>
                    <a:pt x="5442666" y="1664141"/>
                  </a:lnTo>
                  <a:lnTo>
                    <a:pt x="5456171" y="1672511"/>
                  </a:lnTo>
                  <a:lnTo>
                    <a:pt x="5469677" y="1680765"/>
                  </a:lnTo>
                  <a:lnTo>
                    <a:pt x="5483182" y="1688875"/>
                  </a:lnTo>
                  <a:lnTo>
                    <a:pt x="5496688" y="1696856"/>
                  </a:lnTo>
                  <a:lnTo>
                    <a:pt x="5510193" y="1704745"/>
                  </a:lnTo>
                  <a:lnTo>
                    <a:pt x="5523698" y="1712547"/>
                  </a:lnTo>
                  <a:lnTo>
                    <a:pt x="5537204" y="1720219"/>
                  </a:lnTo>
                  <a:lnTo>
                    <a:pt x="5550709" y="1727820"/>
                  </a:lnTo>
                  <a:lnTo>
                    <a:pt x="5564214" y="1735353"/>
                  </a:lnTo>
                  <a:lnTo>
                    <a:pt x="5577720" y="1742802"/>
                  </a:lnTo>
                  <a:lnTo>
                    <a:pt x="5591225" y="1750176"/>
                  </a:lnTo>
                  <a:lnTo>
                    <a:pt x="5604731" y="1757496"/>
                  </a:lnTo>
                  <a:lnTo>
                    <a:pt x="5618236" y="1764764"/>
                  </a:lnTo>
                  <a:lnTo>
                    <a:pt x="5631741" y="1771954"/>
                  </a:lnTo>
                  <a:lnTo>
                    <a:pt x="5645247" y="1779101"/>
                  </a:lnTo>
                  <a:lnTo>
                    <a:pt x="5658752" y="1786205"/>
                  </a:lnTo>
                  <a:lnTo>
                    <a:pt x="5672257" y="1793252"/>
                  </a:lnTo>
                  <a:lnTo>
                    <a:pt x="5685763" y="1800247"/>
                  </a:lnTo>
                  <a:lnTo>
                    <a:pt x="5699268" y="1807203"/>
                  </a:lnTo>
                  <a:lnTo>
                    <a:pt x="5712774" y="1814118"/>
                  </a:lnTo>
                  <a:lnTo>
                    <a:pt x="5726279" y="1820969"/>
                  </a:lnTo>
                  <a:lnTo>
                    <a:pt x="5739784" y="1827780"/>
                  </a:lnTo>
                  <a:lnTo>
                    <a:pt x="5753290" y="1834550"/>
                  </a:lnTo>
                  <a:lnTo>
                    <a:pt x="5766795" y="1841262"/>
                  </a:lnTo>
                  <a:lnTo>
                    <a:pt x="5780300" y="1847917"/>
                  </a:lnTo>
                  <a:lnTo>
                    <a:pt x="5793806" y="1854527"/>
                  </a:lnTo>
                  <a:lnTo>
                    <a:pt x="5807311" y="1861088"/>
                  </a:lnTo>
                  <a:lnTo>
                    <a:pt x="5820817" y="1867568"/>
                  </a:lnTo>
                  <a:lnTo>
                    <a:pt x="5834322" y="1873995"/>
                  </a:lnTo>
                  <a:lnTo>
                    <a:pt x="5847827" y="1880368"/>
                  </a:lnTo>
                  <a:lnTo>
                    <a:pt x="5861333" y="1886661"/>
                  </a:lnTo>
                  <a:lnTo>
                    <a:pt x="5874838" y="1892876"/>
                  </a:lnTo>
                  <a:lnTo>
                    <a:pt x="5888343" y="1899028"/>
                  </a:lnTo>
                  <a:lnTo>
                    <a:pt x="5901849" y="1905110"/>
                  </a:lnTo>
                  <a:lnTo>
                    <a:pt x="5915354" y="1911081"/>
                  </a:lnTo>
                  <a:lnTo>
                    <a:pt x="5928860" y="1916979"/>
                  </a:lnTo>
                  <a:lnTo>
                    <a:pt x="5942365" y="1922802"/>
                  </a:lnTo>
                  <a:lnTo>
                    <a:pt x="5955870" y="1928516"/>
                  </a:lnTo>
                  <a:lnTo>
                    <a:pt x="5969376" y="1934127"/>
                  </a:lnTo>
                  <a:lnTo>
                    <a:pt x="5982881" y="1939654"/>
                  </a:lnTo>
                  <a:lnTo>
                    <a:pt x="5996386" y="1945089"/>
                  </a:lnTo>
                  <a:lnTo>
                    <a:pt x="6009892" y="1950383"/>
                  </a:lnTo>
                  <a:lnTo>
                    <a:pt x="6023397" y="1955585"/>
                  </a:lnTo>
                  <a:lnTo>
                    <a:pt x="6036903" y="1960693"/>
                  </a:lnTo>
                  <a:lnTo>
                    <a:pt x="6050408" y="1965666"/>
                  </a:lnTo>
                  <a:lnTo>
                    <a:pt x="6063913" y="1970516"/>
                  </a:lnTo>
                  <a:lnTo>
                    <a:pt x="6077419" y="1975267"/>
                  </a:lnTo>
                  <a:lnTo>
                    <a:pt x="6090924" y="1979907"/>
                  </a:lnTo>
                  <a:lnTo>
                    <a:pt x="6104429" y="1984385"/>
                  </a:lnTo>
                  <a:lnTo>
                    <a:pt x="6117935" y="1988759"/>
                  </a:lnTo>
                  <a:lnTo>
                    <a:pt x="6131440" y="1993028"/>
                  </a:lnTo>
                  <a:lnTo>
                    <a:pt x="6144946" y="1997145"/>
                  </a:lnTo>
                  <a:lnTo>
                    <a:pt x="6158451" y="2001130"/>
                  </a:lnTo>
                  <a:lnTo>
                    <a:pt x="6171956" y="2005008"/>
                  </a:lnTo>
                  <a:lnTo>
                    <a:pt x="6185462" y="2008766"/>
                  </a:lnTo>
                  <a:lnTo>
                    <a:pt x="6198967" y="2012356"/>
                  </a:lnTo>
                  <a:lnTo>
                    <a:pt x="6212472" y="2015838"/>
                  </a:lnTo>
                  <a:lnTo>
                    <a:pt x="6225978" y="2019213"/>
                  </a:lnTo>
                  <a:lnTo>
                    <a:pt x="6239483" y="2022432"/>
                  </a:lnTo>
                  <a:lnTo>
                    <a:pt x="6252989" y="2025523"/>
                  </a:lnTo>
                  <a:lnTo>
                    <a:pt x="6266494" y="2028508"/>
                  </a:lnTo>
                  <a:lnTo>
                    <a:pt x="6279999" y="2031375"/>
                  </a:lnTo>
                  <a:lnTo>
                    <a:pt x="6293505" y="2034084"/>
                  </a:lnTo>
                  <a:lnTo>
                    <a:pt x="6307010" y="2036692"/>
                  </a:lnTo>
                  <a:lnTo>
                    <a:pt x="6320515" y="2039200"/>
                  </a:lnTo>
                  <a:lnTo>
                    <a:pt x="6334021" y="2041563"/>
                  </a:lnTo>
                  <a:lnTo>
                    <a:pt x="6347526" y="2043813"/>
                  </a:lnTo>
                  <a:lnTo>
                    <a:pt x="6361032" y="2045971"/>
                  </a:lnTo>
                  <a:lnTo>
                    <a:pt x="6374537" y="2048023"/>
                  </a:lnTo>
                  <a:lnTo>
                    <a:pt x="6388042" y="2049942"/>
                  </a:lnTo>
                  <a:lnTo>
                    <a:pt x="6401548" y="2051776"/>
                  </a:lnTo>
                  <a:lnTo>
                    <a:pt x="6415053" y="2053529"/>
                  </a:lnTo>
                  <a:lnTo>
                    <a:pt x="6428558" y="2055164"/>
                  </a:lnTo>
                  <a:lnTo>
                    <a:pt x="6442064" y="2056711"/>
                  </a:lnTo>
                  <a:lnTo>
                    <a:pt x="6455569" y="2058188"/>
                  </a:lnTo>
                  <a:lnTo>
                    <a:pt x="6469075" y="2059585"/>
                  </a:lnTo>
                  <a:lnTo>
                    <a:pt x="6482580" y="2060886"/>
                  </a:lnTo>
                  <a:lnTo>
                    <a:pt x="6496085" y="2062129"/>
                  </a:lnTo>
                  <a:lnTo>
                    <a:pt x="6509591" y="2063315"/>
                  </a:lnTo>
                  <a:lnTo>
                    <a:pt x="6523096" y="2064424"/>
                  </a:lnTo>
                  <a:lnTo>
                    <a:pt x="6536601" y="2065480"/>
                  </a:lnTo>
                  <a:lnTo>
                    <a:pt x="6550107" y="2066493"/>
                  </a:lnTo>
                  <a:lnTo>
                    <a:pt x="6563612" y="2067460"/>
                  </a:lnTo>
                  <a:lnTo>
                    <a:pt x="6577118" y="2068378"/>
                  </a:lnTo>
                  <a:lnTo>
                    <a:pt x="6590623" y="2069267"/>
                  </a:lnTo>
                  <a:lnTo>
                    <a:pt x="6604128" y="2070131"/>
                  </a:lnTo>
                  <a:lnTo>
                    <a:pt x="6617634" y="2070962"/>
                  </a:lnTo>
                  <a:lnTo>
                    <a:pt x="6631139" y="2071777"/>
                  </a:lnTo>
                  <a:lnTo>
                    <a:pt x="6644644" y="2072581"/>
                  </a:lnTo>
                  <a:lnTo>
                    <a:pt x="6658150" y="2073373"/>
                  </a:lnTo>
                  <a:lnTo>
                    <a:pt x="6671655" y="2074161"/>
                  </a:lnTo>
                  <a:lnTo>
                    <a:pt x="6685161" y="2074950"/>
                  </a:lnTo>
                  <a:lnTo>
                    <a:pt x="6698666" y="2075741"/>
                  </a:lnTo>
                  <a:lnTo>
                    <a:pt x="6712171" y="2076544"/>
                  </a:lnTo>
                  <a:lnTo>
                    <a:pt x="6725677" y="2077359"/>
                  </a:lnTo>
                  <a:lnTo>
                    <a:pt x="6739182" y="2078188"/>
                  </a:lnTo>
                  <a:lnTo>
                    <a:pt x="6752687" y="2079037"/>
                  </a:lnTo>
                  <a:lnTo>
                    <a:pt x="6766193" y="2079914"/>
                  </a:lnTo>
                  <a:lnTo>
                    <a:pt x="6779698" y="2080812"/>
                  </a:lnTo>
                  <a:lnTo>
                    <a:pt x="6793204" y="2081734"/>
                  </a:lnTo>
                  <a:lnTo>
                    <a:pt x="6806709" y="2082696"/>
                  </a:lnTo>
                  <a:lnTo>
                    <a:pt x="6820214" y="2083687"/>
                  </a:lnTo>
                  <a:lnTo>
                    <a:pt x="6833720" y="2084707"/>
                  </a:lnTo>
                  <a:lnTo>
                    <a:pt x="6847225" y="2085763"/>
                  </a:lnTo>
                  <a:lnTo>
                    <a:pt x="6860730" y="2086861"/>
                  </a:lnTo>
                  <a:lnTo>
                    <a:pt x="6874236" y="2087990"/>
                  </a:lnTo>
                  <a:lnTo>
                    <a:pt x="6887741" y="2089150"/>
                  </a:lnTo>
                  <a:lnTo>
                    <a:pt x="6901247" y="2090356"/>
                  </a:lnTo>
                  <a:lnTo>
                    <a:pt x="6901247" y="2156841"/>
                  </a:lnTo>
                  <a:lnTo>
                    <a:pt x="6887741" y="2156841"/>
                  </a:lnTo>
                  <a:lnTo>
                    <a:pt x="6874236" y="2156841"/>
                  </a:lnTo>
                  <a:lnTo>
                    <a:pt x="6860730" y="2156841"/>
                  </a:lnTo>
                  <a:lnTo>
                    <a:pt x="6847225" y="2156841"/>
                  </a:lnTo>
                  <a:lnTo>
                    <a:pt x="6833720" y="2156841"/>
                  </a:lnTo>
                  <a:lnTo>
                    <a:pt x="6820214" y="2156841"/>
                  </a:lnTo>
                  <a:lnTo>
                    <a:pt x="6806709" y="2156841"/>
                  </a:lnTo>
                  <a:lnTo>
                    <a:pt x="6793204" y="2156841"/>
                  </a:lnTo>
                  <a:lnTo>
                    <a:pt x="6779698" y="2156841"/>
                  </a:lnTo>
                  <a:lnTo>
                    <a:pt x="6766193" y="2156841"/>
                  </a:lnTo>
                  <a:lnTo>
                    <a:pt x="6752687" y="2156841"/>
                  </a:lnTo>
                  <a:lnTo>
                    <a:pt x="6739182" y="2156841"/>
                  </a:lnTo>
                  <a:lnTo>
                    <a:pt x="6725677" y="2156841"/>
                  </a:lnTo>
                  <a:lnTo>
                    <a:pt x="6712171" y="2156841"/>
                  </a:lnTo>
                  <a:lnTo>
                    <a:pt x="6698666" y="2156841"/>
                  </a:lnTo>
                  <a:lnTo>
                    <a:pt x="6685161" y="2156841"/>
                  </a:lnTo>
                  <a:lnTo>
                    <a:pt x="6671655" y="2156841"/>
                  </a:lnTo>
                  <a:lnTo>
                    <a:pt x="6658150" y="2156841"/>
                  </a:lnTo>
                  <a:lnTo>
                    <a:pt x="6644644" y="2156841"/>
                  </a:lnTo>
                  <a:lnTo>
                    <a:pt x="6631139" y="2156841"/>
                  </a:lnTo>
                  <a:lnTo>
                    <a:pt x="6617634" y="2156841"/>
                  </a:lnTo>
                  <a:lnTo>
                    <a:pt x="6604128" y="2156841"/>
                  </a:lnTo>
                  <a:lnTo>
                    <a:pt x="6590623" y="2156841"/>
                  </a:lnTo>
                  <a:lnTo>
                    <a:pt x="6577118" y="2156841"/>
                  </a:lnTo>
                  <a:lnTo>
                    <a:pt x="6563612" y="2156841"/>
                  </a:lnTo>
                  <a:lnTo>
                    <a:pt x="6550107" y="2156841"/>
                  </a:lnTo>
                  <a:lnTo>
                    <a:pt x="6536601" y="2156841"/>
                  </a:lnTo>
                  <a:lnTo>
                    <a:pt x="6523096" y="2156841"/>
                  </a:lnTo>
                  <a:lnTo>
                    <a:pt x="6509591" y="2156841"/>
                  </a:lnTo>
                  <a:lnTo>
                    <a:pt x="6496085" y="2156841"/>
                  </a:lnTo>
                  <a:lnTo>
                    <a:pt x="6482580" y="2156841"/>
                  </a:lnTo>
                  <a:lnTo>
                    <a:pt x="6469075" y="2156841"/>
                  </a:lnTo>
                  <a:lnTo>
                    <a:pt x="6455569" y="2156841"/>
                  </a:lnTo>
                  <a:lnTo>
                    <a:pt x="6442064" y="2156841"/>
                  </a:lnTo>
                  <a:lnTo>
                    <a:pt x="6428558" y="2156841"/>
                  </a:lnTo>
                  <a:lnTo>
                    <a:pt x="6415053" y="2156841"/>
                  </a:lnTo>
                  <a:lnTo>
                    <a:pt x="6401548" y="2156841"/>
                  </a:lnTo>
                  <a:lnTo>
                    <a:pt x="6388042" y="2156841"/>
                  </a:lnTo>
                  <a:lnTo>
                    <a:pt x="6374537" y="2156841"/>
                  </a:lnTo>
                  <a:lnTo>
                    <a:pt x="6361032" y="2156841"/>
                  </a:lnTo>
                  <a:lnTo>
                    <a:pt x="6347526" y="2156841"/>
                  </a:lnTo>
                  <a:lnTo>
                    <a:pt x="6334021" y="2156841"/>
                  </a:lnTo>
                  <a:lnTo>
                    <a:pt x="6320515" y="2156841"/>
                  </a:lnTo>
                  <a:lnTo>
                    <a:pt x="6307010" y="2156841"/>
                  </a:lnTo>
                  <a:lnTo>
                    <a:pt x="6293505" y="2156841"/>
                  </a:lnTo>
                  <a:lnTo>
                    <a:pt x="6279999" y="2156841"/>
                  </a:lnTo>
                  <a:lnTo>
                    <a:pt x="6266494" y="2156841"/>
                  </a:lnTo>
                  <a:lnTo>
                    <a:pt x="6252989" y="2156841"/>
                  </a:lnTo>
                  <a:lnTo>
                    <a:pt x="6239483" y="2156841"/>
                  </a:lnTo>
                  <a:lnTo>
                    <a:pt x="6225978" y="2156841"/>
                  </a:lnTo>
                  <a:lnTo>
                    <a:pt x="6212472" y="2156841"/>
                  </a:lnTo>
                  <a:lnTo>
                    <a:pt x="6198967" y="2156841"/>
                  </a:lnTo>
                  <a:lnTo>
                    <a:pt x="6185462" y="2156841"/>
                  </a:lnTo>
                  <a:lnTo>
                    <a:pt x="6171956" y="2156841"/>
                  </a:lnTo>
                  <a:lnTo>
                    <a:pt x="6158451" y="2156841"/>
                  </a:lnTo>
                  <a:lnTo>
                    <a:pt x="6144946" y="2156841"/>
                  </a:lnTo>
                  <a:lnTo>
                    <a:pt x="6131440" y="2156841"/>
                  </a:lnTo>
                  <a:lnTo>
                    <a:pt x="6117935" y="2156841"/>
                  </a:lnTo>
                  <a:lnTo>
                    <a:pt x="6104429" y="2156841"/>
                  </a:lnTo>
                  <a:lnTo>
                    <a:pt x="6090924" y="2156841"/>
                  </a:lnTo>
                  <a:lnTo>
                    <a:pt x="6077419" y="2156841"/>
                  </a:lnTo>
                  <a:lnTo>
                    <a:pt x="6063913" y="2156841"/>
                  </a:lnTo>
                  <a:lnTo>
                    <a:pt x="6050408" y="2156841"/>
                  </a:lnTo>
                  <a:lnTo>
                    <a:pt x="6036903" y="2156841"/>
                  </a:lnTo>
                  <a:lnTo>
                    <a:pt x="6023397" y="2156841"/>
                  </a:lnTo>
                  <a:lnTo>
                    <a:pt x="6009892" y="2156841"/>
                  </a:lnTo>
                  <a:lnTo>
                    <a:pt x="5996386" y="2156841"/>
                  </a:lnTo>
                  <a:lnTo>
                    <a:pt x="5982881" y="2156841"/>
                  </a:lnTo>
                  <a:lnTo>
                    <a:pt x="5969376" y="2156841"/>
                  </a:lnTo>
                  <a:lnTo>
                    <a:pt x="5955870" y="2156841"/>
                  </a:lnTo>
                  <a:lnTo>
                    <a:pt x="5942365" y="2156841"/>
                  </a:lnTo>
                  <a:lnTo>
                    <a:pt x="5928860" y="2156841"/>
                  </a:lnTo>
                  <a:lnTo>
                    <a:pt x="5915354" y="2156841"/>
                  </a:lnTo>
                  <a:lnTo>
                    <a:pt x="5901849" y="2156841"/>
                  </a:lnTo>
                  <a:lnTo>
                    <a:pt x="5888343" y="2156841"/>
                  </a:lnTo>
                  <a:lnTo>
                    <a:pt x="5874838" y="2156841"/>
                  </a:lnTo>
                  <a:lnTo>
                    <a:pt x="5861333" y="2156841"/>
                  </a:lnTo>
                  <a:lnTo>
                    <a:pt x="5847827" y="2156841"/>
                  </a:lnTo>
                  <a:lnTo>
                    <a:pt x="5834322" y="2156841"/>
                  </a:lnTo>
                  <a:lnTo>
                    <a:pt x="5820817" y="2156841"/>
                  </a:lnTo>
                  <a:lnTo>
                    <a:pt x="5807311" y="2156841"/>
                  </a:lnTo>
                  <a:lnTo>
                    <a:pt x="5793806" y="2156841"/>
                  </a:lnTo>
                  <a:lnTo>
                    <a:pt x="5780300" y="2156841"/>
                  </a:lnTo>
                  <a:lnTo>
                    <a:pt x="5766795" y="2156841"/>
                  </a:lnTo>
                  <a:lnTo>
                    <a:pt x="5753290" y="2156841"/>
                  </a:lnTo>
                  <a:lnTo>
                    <a:pt x="5739784" y="2156841"/>
                  </a:lnTo>
                  <a:lnTo>
                    <a:pt x="5726279" y="2156841"/>
                  </a:lnTo>
                  <a:lnTo>
                    <a:pt x="5712774" y="2156841"/>
                  </a:lnTo>
                  <a:lnTo>
                    <a:pt x="5699268" y="2156841"/>
                  </a:lnTo>
                  <a:lnTo>
                    <a:pt x="5685763" y="2156841"/>
                  </a:lnTo>
                  <a:lnTo>
                    <a:pt x="5672257" y="2156841"/>
                  </a:lnTo>
                  <a:lnTo>
                    <a:pt x="5658752" y="2156841"/>
                  </a:lnTo>
                  <a:lnTo>
                    <a:pt x="5645247" y="2156841"/>
                  </a:lnTo>
                  <a:lnTo>
                    <a:pt x="5631741" y="2156841"/>
                  </a:lnTo>
                  <a:lnTo>
                    <a:pt x="5618236" y="2156841"/>
                  </a:lnTo>
                  <a:lnTo>
                    <a:pt x="5604731" y="2156841"/>
                  </a:lnTo>
                  <a:lnTo>
                    <a:pt x="5591225" y="2156841"/>
                  </a:lnTo>
                  <a:lnTo>
                    <a:pt x="5577720" y="2156841"/>
                  </a:lnTo>
                  <a:lnTo>
                    <a:pt x="5564214" y="2156841"/>
                  </a:lnTo>
                  <a:lnTo>
                    <a:pt x="5550709" y="2156841"/>
                  </a:lnTo>
                  <a:lnTo>
                    <a:pt x="5537204" y="2156841"/>
                  </a:lnTo>
                  <a:lnTo>
                    <a:pt x="5523698" y="2156841"/>
                  </a:lnTo>
                  <a:lnTo>
                    <a:pt x="5510193" y="2156841"/>
                  </a:lnTo>
                  <a:lnTo>
                    <a:pt x="5496688" y="2156841"/>
                  </a:lnTo>
                  <a:lnTo>
                    <a:pt x="5483182" y="2156841"/>
                  </a:lnTo>
                  <a:lnTo>
                    <a:pt x="5469677" y="2156841"/>
                  </a:lnTo>
                  <a:lnTo>
                    <a:pt x="5456171" y="2156841"/>
                  </a:lnTo>
                  <a:lnTo>
                    <a:pt x="5442666" y="2156841"/>
                  </a:lnTo>
                  <a:lnTo>
                    <a:pt x="5429161" y="2156841"/>
                  </a:lnTo>
                  <a:lnTo>
                    <a:pt x="5415655" y="2156841"/>
                  </a:lnTo>
                  <a:lnTo>
                    <a:pt x="5402150" y="2156841"/>
                  </a:lnTo>
                  <a:lnTo>
                    <a:pt x="5388645" y="2156841"/>
                  </a:lnTo>
                  <a:lnTo>
                    <a:pt x="5375139" y="2156841"/>
                  </a:lnTo>
                  <a:lnTo>
                    <a:pt x="5361634" y="2156841"/>
                  </a:lnTo>
                  <a:lnTo>
                    <a:pt x="5348128" y="2156841"/>
                  </a:lnTo>
                  <a:lnTo>
                    <a:pt x="5334623" y="2156841"/>
                  </a:lnTo>
                  <a:lnTo>
                    <a:pt x="5321118" y="2156841"/>
                  </a:lnTo>
                  <a:lnTo>
                    <a:pt x="5307612" y="2156841"/>
                  </a:lnTo>
                  <a:lnTo>
                    <a:pt x="5294107" y="2156841"/>
                  </a:lnTo>
                  <a:lnTo>
                    <a:pt x="5280602" y="2156841"/>
                  </a:lnTo>
                  <a:lnTo>
                    <a:pt x="5267096" y="2156841"/>
                  </a:lnTo>
                  <a:lnTo>
                    <a:pt x="5253591" y="2156841"/>
                  </a:lnTo>
                  <a:lnTo>
                    <a:pt x="5240085" y="2156841"/>
                  </a:lnTo>
                  <a:lnTo>
                    <a:pt x="5226580" y="2156841"/>
                  </a:lnTo>
                  <a:lnTo>
                    <a:pt x="5213075" y="2156841"/>
                  </a:lnTo>
                  <a:lnTo>
                    <a:pt x="5199569" y="2156841"/>
                  </a:lnTo>
                  <a:lnTo>
                    <a:pt x="5186064" y="2156841"/>
                  </a:lnTo>
                  <a:lnTo>
                    <a:pt x="5172559" y="2156841"/>
                  </a:lnTo>
                  <a:lnTo>
                    <a:pt x="5159053" y="2156841"/>
                  </a:lnTo>
                  <a:lnTo>
                    <a:pt x="5145548" y="2156841"/>
                  </a:lnTo>
                  <a:lnTo>
                    <a:pt x="5132042" y="2156841"/>
                  </a:lnTo>
                  <a:lnTo>
                    <a:pt x="5118537" y="2156841"/>
                  </a:lnTo>
                  <a:lnTo>
                    <a:pt x="5105032" y="2156841"/>
                  </a:lnTo>
                  <a:lnTo>
                    <a:pt x="5091526" y="2156841"/>
                  </a:lnTo>
                  <a:lnTo>
                    <a:pt x="5078021" y="2156841"/>
                  </a:lnTo>
                  <a:lnTo>
                    <a:pt x="5064515" y="2156841"/>
                  </a:lnTo>
                  <a:lnTo>
                    <a:pt x="5051010" y="2156841"/>
                  </a:lnTo>
                  <a:lnTo>
                    <a:pt x="5037505" y="2156841"/>
                  </a:lnTo>
                  <a:lnTo>
                    <a:pt x="5023999" y="2156841"/>
                  </a:lnTo>
                  <a:lnTo>
                    <a:pt x="5010494" y="2156841"/>
                  </a:lnTo>
                  <a:lnTo>
                    <a:pt x="4996989" y="2156841"/>
                  </a:lnTo>
                  <a:lnTo>
                    <a:pt x="4983483" y="2156841"/>
                  </a:lnTo>
                  <a:lnTo>
                    <a:pt x="4969978" y="2156841"/>
                  </a:lnTo>
                  <a:lnTo>
                    <a:pt x="4956472" y="2156841"/>
                  </a:lnTo>
                  <a:lnTo>
                    <a:pt x="4942967" y="2156841"/>
                  </a:lnTo>
                  <a:lnTo>
                    <a:pt x="4929462" y="2156841"/>
                  </a:lnTo>
                  <a:lnTo>
                    <a:pt x="4915956" y="2156841"/>
                  </a:lnTo>
                  <a:lnTo>
                    <a:pt x="4902451" y="2156841"/>
                  </a:lnTo>
                  <a:lnTo>
                    <a:pt x="4888946" y="2156841"/>
                  </a:lnTo>
                  <a:lnTo>
                    <a:pt x="4875440" y="2156841"/>
                  </a:lnTo>
                  <a:lnTo>
                    <a:pt x="4861935" y="2156841"/>
                  </a:lnTo>
                  <a:lnTo>
                    <a:pt x="4848429" y="2156841"/>
                  </a:lnTo>
                  <a:lnTo>
                    <a:pt x="4834924" y="2156841"/>
                  </a:lnTo>
                  <a:lnTo>
                    <a:pt x="4821419" y="2156841"/>
                  </a:lnTo>
                  <a:lnTo>
                    <a:pt x="4807913" y="2156841"/>
                  </a:lnTo>
                  <a:lnTo>
                    <a:pt x="4794408" y="2156841"/>
                  </a:lnTo>
                  <a:lnTo>
                    <a:pt x="4780903" y="2156841"/>
                  </a:lnTo>
                  <a:lnTo>
                    <a:pt x="4767397" y="2156841"/>
                  </a:lnTo>
                  <a:lnTo>
                    <a:pt x="4753892" y="2156841"/>
                  </a:lnTo>
                  <a:lnTo>
                    <a:pt x="4740386" y="2156841"/>
                  </a:lnTo>
                  <a:lnTo>
                    <a:pt x="4726881" y="2156841"/>
                  </a:lnTo>
                  <a:lnTo>
                    <a:pt x="4713376" y="2156841"/>
                  </a:lnTo>
                  <a:lnTo>
                    <a:pt x="4699870" y="2156841"/>
                  </a:lnTo>
                  <a:lnTo>
                    <a:pt x="4686365" y="2156841"/>
                  </a:lnTo>
                  <a:lnTo>
                    <a:pt x="4672860" y="2156841"/>
                  </a:lnTo>
                  <a:lnTo>
                    <a:pt x="4659354" y="2156841"/>
                  </a:lnTo>
                  <a:lnTo>
                    <a:pt x="4645849" y="2156841"/>
                  </a:lnTo>
                  <a:lnTo>
                    <a:pt x="4632343" y="2156841"/>
                  </a:lnTo>
                  <a:lnTo>
                    <a:pt x="4618838" y="2156841"/>
                  </a:lnTo>
                  <a:lnTo>
                    <a:pt x="4605333" y="2156841"/>
                  </a:lnTo>
                  <a:lnTo>
                    <a:pt x="4591827" y="2156841"/>
                  </a:lnTo>
                  <a:lnTo>
                    <a:pt x="4578322" y="2156841"/>
                  </a:lnTo>
                  <a:lnTo>
                    <a:pt x="4564817" y="2156841"/>
                  </a:lnTo>
                  <a:lnTo>
                    <a:pt x="4551311" y="2156841"/>
                  </a:lnTo>
                  <a:lnTo>
                    <a:pt x="4537806" y="2156841"/>
                  </a:lnTo>
                  <a:lnTo>
                    <a:pt x="4524300" y="2156841"/>
                  </a:lnTo>
                  <a:lnTo>
                    <a:pt x="4510795" y="2156841"/>
                  </a:lnTo>
                  <a:lnTo>
                    <a:pt x="4497290" y="2156841"/>
                  </a:lnTo>
                  <a:lnTo>
                    <a:pt x="4483784" y="2156841"/>
                  </a:lnTo>
                  <a:lnTo>
                    <a:pt x="4470279" y="2156841"/>
                  </a:lnTo>
                  <a:lnTo>
                    <a:pt x="4456774" y="2156841"/>
                  </a:lnTo>
                  <a:lnTo>
                    <a:pt x="4443268" y="2156841"/>
                  </a:lnTo>
                  <a:lnTo>
                    <a:pt x="4429763" y="2156841"/>
                  </a:lnTo>
                  <a:lnTo>
                    <a:pt x="4416257" y="2156841"/>
                  </a:lnTo>
                  <a:lnTo>
                    <a:pt x="4402752" y="2156841"/>
                  </a:lnTo>
                  <a:lnTo>
                    <a:pt x="4389247" y="2156841"/>
                  </a:lnTo>
                  <a:lnTo>
                    <a:pt x="4375741" y="2156841"/>
                  </a:lnTo>
                  <a:lnTo>
                    <a:pt x="4362236" y="2156841"/>
                  </a:lnTo>
                  <a:lnTo>
                    <a:pt x="4348731" y="2156841"/>
                  </a:lnTo>
                  <a:lnTo>
                    <a:pt x="4335225" y="2156841"/>
                  </a:lnTo>
                  <a:lnTo>
                    <a:pt x="4321720" y="2156841"/>
                  </a:lnTo>
                  <a:lnTo>
                    <a:pt x="4308214" y="2156841"/>
                  </a:lnTo>
                  <a:lnTo>
                    <a:pt x="4294709" y="2156841"/>
                  </a:lnTo>
                  <a:lnTo>
                    <a:pt x="4281204" y="2156841"/>
                  </a:lnTo>
                  <a:lnTo>
                    <a:pt x="4267698" y="2156841"/>
                  </a:lnTo>
                  <a:lnTo>
                    <a:pt x="4254193" y="2156841"/>
                  </a:lnTo>
                  <a:lnTo>
                    <a:pt x="4240688" y="2156841"/>
                  </a:lnTo>
                  <a:lnTo>
                    <a:pt x="4227182" y="2156841"/>
                  </a:lnTo>
                  <a:lnTo>
                    <a:pt x="4213677" y="2156841"/>
                  </a:lnTo>
                  <a:lnTo>
                    <a:pt x="4200171" y="2156841"/>
                  </a:lnTo>
                  <a:lnTo>
                    <a:pt x="4186666" y="2156841"/>
                  </a:lnTo>
                  <a:lnTo>
                    <a:pt x="4173161" y="2156841"/>
                  </a:lnTo>
                  <a:lnTo>
                    <a:pt x="4159655" y="2156841"/>
                  </a:lnTo>
                  <a:lnTo>
                    <a:pt x="4146150" y="2156841"/>
                  </a:lnTo>
                  <a:lnTo>
                    <a:pt x="4132645" y="2156841"/>
                  </a:lnTo>
                  <a:lnTo>
                    <a:pt x="4119139" y="2156841"/>
                  </a:lnTo>
                  <a:lnTo>
                    <a:pt x="4105634" y="2156841"/>
                  </a:lnTo>
                  <a:lnTo>
                    <a:pt x="4092128" y="2156841"/>
                  </a:lnTo>
                  <a:lnTo>
                    <a:pt x="4078623" y="2156841"/>
                  </a:lnTo>
                  <a:lnTo>
                    <a:pt x="4065118" y="2156841"/>
                  </a:lnTo>
                  <a:lnTo>
                    <a:pt x="4051612" y="2156841"/>
                  </a:lnTo>
                  <a:lnTo>
                    <a:pt x="4038107" y="2156841"/>
                  </a:lnTo>
                  <a:lnTo>
                    <a:pt x="4024602" y="2156841"/>
                  </a:lnTo>
                  <a:lnTo>
                    <a:pt x="4011096" y="2156841"/>
                  </a:lnTo>
                  <a:lnTo>
                    <a:pt x="3997591" y="2156841"/>
                  </a:lnTo>
                  <a:lnTo>
                    <a:pt x="3984085" y="2156841"/>
                  </a:lnTo>
                  <a:lnTo>
                    <a:pt x="3970580" y="2156841"/>
                  </a:lnTo>
                  <a:lnTo>
                    <a:pt x="3957075" y="2156841"/>
                  </a:lnTo>
                  <a:lnTo>
                    <a:pt x="3943569" y="2156841"/>
                  </a:lnTo>
                  <a:lnTo>
                    <a:pt x="3930064" y="2156841"/>
                  </a:lnTo>
                  <a:lnTo>
                    <a:pt x="3916559" y="2156841"/>
                  </a:lnTo>
                  <a:lnTo>
                    <a:pt x="3903053" y="2156841"/>
                  </a:lnTo>
                  <a:lnTo>
                    <a:pt x="3889548" y="2156841"/>
                  </a:lnTo>
                  <a:lnTo>
                    <a:pt x="3876042" y="2156841"/>
                  </a:lnTo>
                  <a:lnTo>
                    <a:pt x="3862537" y="2156841"/>
                  </a:lnTo>
                  <a:lnTo>
                    <a:pt x="3849032" y="2156841"/>
                  </a:lnTo>
                  <a:lnTo>
                    <a:pt x="3835526" y="2156841"/>
                  </a:lnTo>
                  <a:lnTo>
                    <a:pt x="3822021" y="2156841"/>
                  </a:lnTo>
                  <a:lnTo>
                    <a:pt x="3808516" y="2156841"/>
                  </a:lnTo>
                  <a:lnTo>
                    <a:pt x="3795010" y="2156841"/>
                  </a:lnTo>
                  <a:lnTo>
                    <a:pt x="3781505" y="2156841"/>
                  </a:lnTo>
                  <a:lnTo>
                    <a:pt x="3767999" y="2156841"/>
                  </a:lnTo>
                  <a:lnTo>
                    <a:pt x="3754494" y="2156841"/>
                  </a:lnTo>
                  <a:lnTo>
                    <a:pt x="3740989" y="2156841"/>
                  </a:lnTo>
                  <a:lnTo>
                    <a:pt x="3727483" y="2156841"/>
                  </a:lnTo>
                  <a:lnTo>
                    <a:pt x="3713978" y="2156841"/>
                  </a:lnTo>
                  <a:lnTo>
                    <a:pt x="3700473" y="2156841"/>
                  </a:lnTo>
                  <a:lnTo>
                    <a:pt x="3686967" y="2156841"/>
                  </a:lnTo>
                  <a:lnTo>
                    <a:pt x="3673462" y="2156841"/>
                  </a:lnTo>
                  <a:lnTo>
                    <a:pt x="3659956" y="2156841"/>
                  </a:lnTo>
                  <a:lnTo>
                    <a:pt x="3646451" y="2156841"/>
                  </a:lnTo>
                  <a:lnTo>
                    <a:pt x="3632946" y="2156841"/>
                  </a:lnTo>
                  <a:lnTo>
                    <a:pt x="3619440" y="2156841"/>
                  </a:lnTo>
                  <a:lnTo>
                    <a:pt x="3605935" y="2156841"/>
                  </a:lnTo>
                  <a:lnTo>
                    <a:pt x="3592430" y="2156841"/>
                  </a:lnTo>
                  <a:lnTo>
                    <a:pt x="3578924" y="2156841"/>
                  </a:lnTo>
                  <a:lnTo>
                    <a:pt x="3565419" y="2156841"/>
                  </a:lnTo>
                  <a:lnTo>
                    <a:pt x="3551913" y="2156841"/>
                  </a:lnTo>
                  <a:lnTo>
                    <a:pt x="3538408" y="2156841"/>
                  </a:lnTo>
                  <a:lnTo>
                    <a:pt x="3524903" y="2156841"/>
                  </a:lnTo>
                  <a:lnTo>
                    <a:pt x="3511397" y="2156841"/>
                  </a:lnTo>
                  <a:lnTo>
                    <a:pt x="3497892" y="2156841"/>
                  </a:lnTo>
                  <a:lnTo>
                    <a:pt x="3484387" y="2156841"/>
                  </a:lnTo>
                  <a:lnTo>
                    <a:pt x="3470881" y="2156841"/>
                  </a:lnTo>
                  <a:lnTo>
                    <a:pt x="3457376" y="2156841"/>
                  </a:lnTo>
                  <a:lnTo>
                    <a:pt x="3443870" y="2156841"/>
                  </a:lnTo>
                  <a:lnTo>
                    <a:pt x="3430365" y="2156841"/>
                  </a:lnTo>
                  <a:lnTo>
                    <a:pt x="3416860" y="2156841"/>
                  </a:lnTo>
                  <a:lnTo>
                    <a:pt x="3403354" y="2156841"/>
                  </a:lnTo>
                  <a:lnTo>
                    <a:pt x="3389849" y="2156841"/>
                  </a:lnTo>
                  <a:lnTo>
                    <a:pt x="3376343" y="2156841"/>
                  </a:lnTo>
                  <a:lnTo>
                    <a:pt x="3362838" y="2156841"/>
                  </a:lnTo>
                  <a:lnTo>
                    <a:pt x="3349333" y="2156841"/>
                  </a:lnTo>
                  <a:lnTo>
                    <a:pt x="3335827" y="2156841"/>
                  </a:lnTo>
                  <a:lnTo>
                    <a:pt x="3322322" y="2156841"/>
                  </a:lnTo>
                  <a:lnTo>
                    <a:pt x="3308817" y="2156841"/>
                  </a:lnTo>
                  <a:lnTo>
                    <a:pt x="3295311" y="2156841"/>
                  </a:lnTo>
                  <a:lnTo>
                    <a:pt x="3281806" y="2156841"/>
                  </a:lnTo>
                  <a:lnTo>
                    <a:pt x="3268300" y="2156841"/>
                  </a:lnTo>
                  <a:lnTo>
                    <a:pt x="3254795" y="2156841"/>
                  </a:lnTo>
                  <a:lnTo>
                    <a:pt x="3241290" y="2156841"/>
                  </a:lnTo>
                  <a:lnTo>
                    <a:pt x="3227784" y="2156841"/>
                  </a:lnTo>
                  <a:lnTo>
                    <a:pt x="3214279" y="2156841"/>
                  </a:lnTo>
                  <a:lnTo>
                    <a:pt x="3200774" y="2156841"/>
                  </a:lnTo>
                  <a:lnTo>
                    <a:pt x="3187268" y="2156841"/>
                  </a:lnTo>
                  <a:lnTo>
                    <a:pt x="3173763" y="2156841"/>
                  </a:lnTo>
                  <a:lnTo>
                    <a:pt x="3160257" y="2156841"/>
                  </a:lnTo>
                  <a:lnTo>
                    <a:pt x="3146752" y="2156841"/>
                  </a:lnTo>
                  <a:lnTo>
                    <a:pt x="3133247" y="2156841"/>
                  </a:lnTo>
                  <a:lnTo>
                    <a:pt x="3119741" y="2156841"/>
                  </a:lnTo>
                  <a:lnTo>
                    <a:pt x="3106236" y="2156841"/>
                  </a:lnTo>
                  <a:lnTo>
                    <a:pt x="3092731" y="2156841"/>
                  </a:lnTo>
                  <a:lnTo>
                    <a:pt x="3079225" y="2156841"/>
                  </a:lnTo>
                  <a:lnTo>
                    <a:pt x="3065720" y="2156841"/>
                  </a:lnTo>
                  <a:lnTo>
                    <a:pt x="3052214" y="2156841"/>
                  </a:lnTo>
                  <a:lnTo>
                    <a:pt x="3038709" y="2156841"/>
                  </a:lnTo>
                  <a:lnTo>
                    <a:pt x="3025204" y="2156841"/>
                  </a:lnTo>
                  <a:lnTo>
                    <a:pt x="3011698" y="2156841"/>
                  </a:lnTo>
                  <a:lnTo>
                    <a:pt x="2998193" y="2156841"/>
                  </a:lnTo>
                  <a:lnTo>
                    <a:pt x="2984688" y="2156841"/>
                  </a:lnTo>
                  <a:lnTo>
                    <a:pt x="2971182" y="2156841"/>
                  </a:lnTo>
                  <a:lnTo>
                    <a:pt x="2957677" y="2156841"/>
                  </a:lnTo>
                  <a:lnTo>
                    <a:pt x="2944171" y="2156841"/>
                  </a:lnTo>
                  <a:lnTo>
                    <a:pt x="2930666" y="2156841"/>
                  </a:lnTo>
                  <a:lnTo>
                    <a:pt x="2917161" y="2156841"/>
                  </a:lnTo>
                  <a:lnTo>
                    <a:pt x="2903655" y="2156841"/>
                  </a:lnTo>
                  <a:lnTo>
                    <a:pt x="2890150" y="2156841"/>
                  </a:lnTo>
                  <a:lnTo>
                    <a:pt x="2876645" y="2156841"/>
                  </a:lnTo>
                  <a:lnTo>
                    <a:pt x="2863139" y="2156841"/>
                  </a:lnTo>
                  <a:lnTo>
                    <a:pt x="2849634" y="2156841"/>
                  </a:lnTo>
                  <a:lnTo>
                    <a:pt x="2836128" y="2156841"/>
                  </a:lnTo>
                  <a:lnTo>
                    <a:pt x="2822623" y="2156841"/>
                  </a:lnTo>
                  <a:lnTo>
                    <a:pt x="2809118" y="2156841"/>
                  </a:lnTo>
                  <a:lnTo>
                    <a:pt x="2795612" y="2156841"/>
                  </a:lnTo>
                  <a:lnTo>
                    <a:pt x="2782107" y="2156841"/>
                  </a:lnTo>
                  <a:lnTo>
                    <a:pt x="2768602" y="2156841"/>
                  </a:lnTo>
                  <a:lnTo>
                    <a:pt x="2755096" y="2156841"/>
                  </a:lnTo>
                  <a:lnTo>
                    <a:pt x="2741591" y="2156841"/>
                  </a:lnTo>
                  <a:lnTo>
                    <a:pt x="2728085" y="2156841"/>
                  </a:lnTo>
                  <a:lnTo>
                    <a:pt x="2714580" y="2156841"/>
                  </a:lnTo>
                  <a:lnTo>
                    <a:pt x="2701075" y="2156841"/>
                  </a:lnTo>
                  <a:lnTo>
                    <a:pt x="2687569" y="2156841"/>
                  </a:lnTo>
                  <a:lnTo>
                    <a:pt x="2674064" y="2156841"/>
                  </a:lnTo>
                  <a:lnTo>
                    <a:pt x="2660559" y="2156841"/>
                  </a:lnTo>
                  <a:lnTo>
                    <a:pt x="2647053" y="2156841"/>
                  </a:lnTo>
                  <a:lnTo>
                    <a:pt x="2633548" y="2156841"/>
                  </a:lnTo>
                  <a:lnTo>
                    <a:pt x="2620042" y="2156841"/>
                  </a:lnTo>
                  <a:lnTo>
                    <a:pt x="2606537" y="2156841"/>
                  </a:lnTo>
                  <a:lnTo>
                    <a:pt x="2593032" y="2156841"/>
                  </a:lnTo>
                  <a:lnTo>
                    <a:pt x="2579526" y="2156841"/>
                  </a:lnTo>
                  <a:lnTo>
                    <a:pt x="2566021" y="2156841"/>
                  </a:lnTo>
                  <a:lnTo>
                    <a:pt x="2552516" y="2156841"/>
                  </a:lnTo>
                  <a:lnTo>
                    <a:pt x="2539010" y="2156841"/>
                  </a:lnTo>
                  <a:lnTo>
                    <a:pt x="2525505" y="2156841"/>
                  </a:lnTo>
                  <a:lnTo>
                    <a:pt x="2511999" y="2156841"/>
                  </a:lnTo>
                  <a:lnTo>
                    <a:pt x="2498494" y="2156841"/>
                  </a:lnTo>
                  <a:lnTo>
                    <a:pt x="2484989" y="2156841"/>
                  </a:lnTo>
                  <a:lnTo>
                    <a:pt x="2471483" y="2156841"/>
                  </a:lnTo>
                  <a:lnTo>
                    <a:pt x="2457978" y="2156841"/>
                  </a:lnTo>
                  <a:lnTo>
                    <a:pt x="2444473" y="2156841"/>
                  </a:lnTo>
                  <a:lnTo>
                    <a:pt x="2430967" y="2156841"/>
                  </a:lnTo>
                  <a:lnTo>
                    <a:pt x="2417462" y="2156841"/>
                  </a:lnTo>
                  <a:lnTo>
                    <a:pt x="2403956" y="2156841"/>
                  </a:lnTo>
                  <a:lnTo>
                    <a:pt x="2390451" y="2156841"/>
                  </a:lnTo>
                  <a:lnTo>
                    <a:pt x="2376946" y="2156841"/>
                  </a:lnTo>
                  <a:lnTo>
                    <a:pt x="2363440" y="2156841"/>
                  </a:lnTo>
                  <a:lnTo>
                    <a:pt x="2349935" y="2156841"/>
                  </a:lnTo>
                  <a:lnTo>
                    <a:pt x="2336430" y="2156841"/>
                  </a:lnTo>
                  <a:lnTo>
                    <a:pt x="2322924" y="2156841"/>
                  </a:lnTo>
                  <a:lnTo>
                    <a:pt x="2309419" y="2156841"/>
                  </a:lnTo>
                  <a:lnTo>
                    <a:pt x="2295913" y="2156841"/>
                  </a:lnTo>
                  <a:lnTo>
                    <a:pt x="2282408" y="2156841"/>
                  </a:lnTo>
                  <a:lnTo>
                    <a:pt x="2268903" y="2156841"/>
                  </a:lnTo>
                  <a:lnTo>
                    <a:pt x="2255397" y="2156841"/>
                  </a:lnTo>
                  <a:lnTo>
                    <a:pt x="2241892" y="2156841"/>
                  </a:lnTo>
                  <a:lnTo>
                    <a:pt x="2228387" y="2156841"/>
                  </a:lnTo>
                  <a:lnTo>
                    <a:pt x="2214881" y="2156841"/>
                  </a:lnTo>
                  <a:lnTo>
                    <a:pt x="2201376" y="2156841"/>
                  </a:lnTo>
                  <a:lnTo>
                    <a:pt x="2187870" y="2156841"/>
                  </a:lnTo>
                  <a:lnTo>
                    <a:pt x="2174365" y="2156841"/>
                  </a:lnTo>
                  <a:lnTo>
                    <a:pt x="2160860" y="2156841"/>
                  </a:lnTo>
                  <a:lnTo>
                    <a:pt x="2147354" y="2156841"/>
                  </a:lnTo>
                  <a:lnTo>
                    <a:pt x="2133849" y="2156841"/>
                  </a:lnTo>
                  <a:lnTo>
                    <a:pt x="2120344" y="2156841"/>
                  </a:lnTo>
                  <a:lnTo>
                    <a:pt x="2106838" y="2156841"/>
                  </a:lnTo>
                  <a:lnTo>
                    <a:pt x="2093333" y="2156841"/>
                  </a:lnTo>
                  <a:lnTo>
                    <a:pt x="2079827" y="2156841"/>
                  </a:lnTo>
                  <a:lnTo>
                    <a:pt x="2066322" y="2156841"/>
                  </a:lnTo>
                  <a:lnTo>
                    <a:pt x="2052817" y="2156841"/>
                  </a:lnTo>
                  <a:lnTo>
                    <a:pt x="2039311" y="2156841"/>
                  </a:lnTo>
                  <a:lnTo>
                    <a:pt x="2025806" y="2156841"/>
                  </a:lnTo>
                  <a:lnTo>
                    <a:pt x="2012301" y="2156841"/>
                  </a:lnTo>
                  <a:lnTo>
                    <a:pt x="1998795" y="2156841"/>
                  </a:lnTo>
                  <a:lnTo>
                    <a:pt x="1985290" y="2156841"/>
                  </a:lnTo>
                  <a:lnTo>
                    <a:pt x="1971784" y="2156841"/>
                  </a:lnTo>
                  <a:lnTo>
                    <a:pt x="1958279" y="2156841"/>
                  </a:lnTo>
                  <a:lnTo>
                    <a:pt x="1944774" y="2156841"/>
                  </a:lnTo>
                  <a:lnTo>
                    <a:pt x="1931268" y="2156841"/>
                  </a:lnTo>
                  <a:lnTo>
                    <a:pt x="1917763" y="2156841"/>
                  </a:lnTo>
                  <a:lnTo>
                    <a:pt x="1904258" y="2156841"/>
                  </a:lnTo>
                  <a:lnTo>
                    <a:pt x="1890752" y="2156841"/>
                  </a:lnTo>
                  <a:lnTo>
                    <a:pt x="1877247" y="2156841"/>
                  </a:lnTo>
                  <a:lnTo>
                    <a:pt x="1863741" y="2156841"/>
                  </a:lnTo>
                  <a:lnTo>
                    <a:pt x="1850236" y="2156841"/>
                  </a:lnTo>
                  <a:lnTo>
                    <a:pt x="1836731" y="2156841"/>
                  </a:lnTo>
                  <a:lnTo>
                    <a:pt x="1823225" y="2156841"/>
                  </a:lnTo>
                  <a:lnTo>
                    <a:pt x="1809720" y="2156841"/>
                  </a:lnTo>
                  <a:lnTo>
                    <a:pt x="1796215" y="2156841"/>
                  </a:lnTo>
                  <a:lnTo>
                    <a:pt x="1782709" y="2156841"/>
                  </a:lnTo>
                  <a:lnTo>
                    <a:pt x="1769204" y="2156841"/>
                  </a:lnTo>
                  <a:lnTo>
                    <a:pt x="1755698" y="2156841"/>
                  </a:lnTo>
                  <a:lnTo>
                    <a:pt x="1742193" y="2156841"/>
                  </a:lnTo>
                  <a:lnTo>
                    <a:pt x="1728688" y="2156841"/>
                  </a:lnTo>
                  <a:lnTo>
                    <a:pt x="1715182" y="2156841"/>
                  </a:lnTo>
                  <a:lnTo>
                    <a:pt x="1701677" y="2156841"/>
                  </a:lnTo>
                  <a:lnTo>
                    <a:pt x="1688171" y="2156841"/>
                  </a:lnTo>
                  <a:lnTo>
                    <a:pt x="1674666" y="2156841"/>
                  </a:lnTo>
                  <a:lnTo>
                    <a:pt x="1661161" y="2156841"/>
                  </a:lnTo>
                  <a:lnTo>
                    <a:pt x="1647655" y="2156841"/>
                  </a:lnTo>
                  <a:lnTo>
                    <a:pt x="1634150" y="2156841"/>
                  </a:lnTo>
                  <a:lnTo>
                    <a:pt x="1620645" y="2156841"/>
                  </a:lnTo>
                  <a:lnTo>
                    <a:pt x="1607139" y="2156841"/>
                  </a:lnTo>
                  <a:lnTo>
                    <a:pt x="1593634" y="2156841"/>
                  </a:lnTo>
                  <a:lnTo>
                    <a:pt x="1580128" y="2156841"/>
                  </a:lnTo>
                  <a:lnTo>
                    <a:pt x="1566623" y="2156841"/>
                  </a:lnTo>
                  <a:lnTo>
                    <a:pt x="1553118" y="2156841"/>
                  </a:lnTo>
                  <a:lnTo>
                    <a:pt x="1539612" y="2156841"/>
                  </a:lnTo>
                  <a:lnTo>
                    <a:pt x="1526107" y="2156841"/>
                  </a:lnTo>
                  <a:lnTo>
                    <a:pt x="1512602" y="2156841"/>
                  </a:lnTo>
                  <a:lnTo>
                    <a:pt x="1499096" y="2156841"/>
                  </a:lnTo>
                  <a:lnTo>
                    <a:pt x="1485591" y="2156841"/>
                  </a:lnTo>
                  <a:lnTo>
                    <a:pt x="1472085" y="2156841"/>
                  </a:lnTo>
                  <a:lnTo>
                    <a:pt x="1458580" y="2156841"/>
                  </a:lnTo>
                  <a:lnTo>
                    <a:pt x="1445075" y="2156841"/>
                  </a:lnTo>
                  <a:lnTo>
                    <a:pt x="1431569" y="2156841"/>
                  </a:lnTo>
                  <a:lnTo>
                    <a:pt x="1418064" y="2156841"/>
                  </a:lnTo>
                  <a:lnTo>
                    <a:pt x="1404559" y="2156841"/>
                  </a:lnTo>
                  <a:lnTo>
                    <a:pt x="1391053" y="2156841"/>
                  </a:lnTo>
                  <a:lnTo>
                    <a:pt x="1377548" y="2156841"/>
                  </a:lnTo>
                  <a:lnTo>
                    <a:pt x="1364042" y="2156841"/>
                  </a:lnTo>
                  <a:lnTo>
                    <a:pt x="1350537" y="2156841"/>
                  </a:lnTo>
                  <a:lnTo>
                    <a:pt x="1337032" y="2156841"/>
                  </a:lnTo>
                  <a:lnTo>
                    <a:pt x="1323526" y="2156841"/>
                  </a:lnTo>
                  <a:lnTo>
                    <a:pt x="1310021" y="2156841"/>
                  </a:lnTo>
                  <a:lnTo>
                    <a:pt x="1296516" y="2156841"/>
                  </a:lnTo>
                  <a:lnTo>
                    <a:pt x="1283010" y="2156841"/>
                  </a:lnTo>
                  <a:lnTo>
                    <a:pt x="1269505" y="2156841"/>
                  </a:lnTo>
                  <a:lnTo>
                    <a:pt x="1255999" y="2156841"/>
                  </a:lnTo>
                  <a:lnTo>
                    <a:pt x="1242494" y="2156841"/>
                  </a:lnTo>
                  <a:lnTo>
                    <a:pt x="1228989" y="2156841"/>
                  </a:lnTo>
                  <a:lnTo>
                    <a:pt x="1215483" y="2156841"/>
                  </a:lnTo>
                  <a:lnTo>
                    <a:pt x="1201978" y="2156841"/>
                  </a:lnTo>
                  <a:lnTo>
                    <a:pt x="1188473" y="2156841"/>
                  </a:lnTo>
                  <a:lnTo>
                    <a:pt x="1174967" y="2156841"/>
                  </a:lnTo>
                  <a:lnTo>
                    <a:pt x="1161462" y="2156841"/>
                  </a:lnTo>
                  <a:lnTo>
                    <a:pt x="1147956" y="2156841"/>
                  </a:lnTo>
                  <a:lnTo>
                    <a:pt x="1134451" y="2156841"/>
                  </a:lnTo>
                  <a:lnTo>
                    <a:pt x="1120946" y="2156841"/>
                  </a:lnTo>
                  <a:lnTo>
                    <a:pt x="1107440" y="2156841"/>
                  </a:lnTo>
                  <a:lnTo>
                    <a:pt x="1093935" y="2156841"/>
                  </a:lnTo>
                  <a:lnTo>
                    <a:pt x="1080430" y="2156841"/>
                  </a:lnTo>
                  <a:lnTo>
                    <a:pt x="1066924" y="2156841"/>
                  </a:lnTo>
                  <a:lnTo>
                    <a:pt x="1053419" y="2156841"/>
                  </a:lnTo>
                  <a:lnTo>
                    <a:pt x="1039913" y="2156841"/>
                  </a:lnTo>
                  <a:lnTo>
                    <a:pt x="1026408" y="2156841"/>
                  </a:lnTo>
                  <a:lnTo>
                    <a:pt x="1012903" y="2156841"/>
                  </a:lnTo>
                  <a:lnTo>
                    <a:pt x="999397" y="2156841"/>
                  </a:lnTo>
                  <a:lnTo>
                    <a:pt x="985892" y="2156841"/>
                  </a:lnTo>
                  <a:lnTo>
                    <a:pt x="972387" y="2156841"/>
                  </a:lnTo>
                  <a:lnTo>
                    <a:pt x="958881" y="2156841"/>
                  </a:lnTo>
                  <a:lnTo>
                    <a:pt x="945376" y="2156841"/>
                  </a:lnTo>
                  <a:lnTo>
                    <a:pt x="931870" y="2156841"/>
                  </a:lnTo>
                  <a:lnTo>
                    <a:pt x="918365" y="2156841"/>
                  </a:lnTo>
                  <a:lnTo>
                    <a:pt x="904860" y="2156841"/>
                  </a:lnTo>
                  <a:lnTo>
                    <a:pt x="891354" y="2156841"/>
                  </a:lnTo>
                  <a:lnTo>
                    <a:pt x="877849" y="2156841"/>
                  </a:lnTo>
                  <a:lnTo>
                    <a:pt x="864344" y="2156841"/>
                  </a:lnTo>
                  <a:lnTo>
                    <a:pt x="850838" y="2156841"/>
                  </a:lnTo>
                  <a:lnTo>
                    <a:pt x="837333" y="2156841"/>
                  </a:lnTo>
                  <a:lnTo>
                    <a:pt x="823827" y="2156841"/>
                  </a:lnTo>
                  <a:lnTo>
                    <a:pt x="810322" y="2156841"/>
                  </a:lnTo>
                  <a:lnTo>
                    <a:pt x="796817" y="2156841"/>
                  </a:lnTo>
                  <a:lnTo>
                    <a:pt x="783311" y="2156841"/>
                  </a:lnTo>
                  <a:lnTo>
                    <a:pt x="769806" y="2156841"/>
                  </a:lnTo>
                  <a:lnTo>
                    <a:pt x="756301" y="2156841"/>
                  </a:lnTo>
                  <a:lnTo>
                    <a:pt x="742795" y="2156841"/>
                  </a:lnTo>
                  <a:lnTo>
                    <a:pt x="729290" y="2156841"/>
                  </a:lnTo>
                  <a:lnTo>
                    <a:pt x="715784" y="2156841"/>
                  </a:lnTo>
                  <a:lnTo>
                    <a:pt x="702279" y="2156841"/>
                  </a:lnTo>
                  <a:lnTo>
                    <a:pt x="688774" y="2156841"/>
                  </a:lnTo>
                  <a:lnTo>
                    <a:pt x="675268" y="2156841"/>
                  </a:lnTo>
                  <a:lnTo>
                    <a:pt x="661763" y="2156841"/>
                  </a:lnTo>
                  <a:lnTo>
                    <a:pt x="648258" y="2156841"/>
                  </a:lnTo>
                  <a:lnTo>
                    <a:pt x="634752" y="2156841"/>
                  </a:lnTo>
                  <a:lnTo>
                    <a:pt x="621247" y="2156841"/>
                  </a:lnTo>
                  <a:lnTo>
                    <a:pt x="607741" y="2156841"/>
                  </a:lnTo>
                  <a:lnTo>
                    <a:pt x="594236" y="2156841"/>
                  </a:lnTo>
                  <a:lnTo>
                    <a:pt x="580731" y="2156841"/>
                  </a:lnTo>
                  <a:lnTo>
                    <a:pt x="567225" y="2156841"/>
                  </a:lnTo>
                  <a:lnTo>
                    <a:pt x="553720" y="2156841"/>
                  </a:lnTo>
                  <a:lnTo>
                    <a:pt x="540215" y="2156841"/>
                  </a:lnTo>
                  <a:lnTo>
                    <a:pt x="526709" y="2156841"/>
                  </a:lnTo>
                  <a:lnTo>
                    <a:pt x="513204" y="2156841"/>
                  </a:lnTo>
                  <a:lnTo>
                    <a:pt x="499698" y="2156841"/>
                  </a:lnTo>
                  <a:lnTo>
                    <a:pt x="486193" y="2156841"/>
                  </a:lnTo>
                  <a:lnTo>
                    <a:pt x="472688" y="2156841"/>
                  </a:lnTo>
                  <a:lnTo>
                    <a:pt x="459182" y="2156841"/>
                  </a:lnTo>
                  <a:lnTo>
                    <a:pt x="445677" y="2156841"/>
                  </a:lnTo>
                  <a:lnTo>
                    <a:pt x="432172" y="2156841"/>
                  </a:lnTo>
                  <a:lnTo>
                    <a:pt x="418666" y="2156841"/>
                  </a:lnTo>
                  <a:lnTo>
                    <a:pt x="405161" y="2156841"/>
                  </a:lnTo>
                  <a:lnTo>
                    <a:pt x="391655" y="2156841"/>
                  </a:lnTo>
                  <a:lnTo>
                    <a:pt x="378150" y="2156841"/>
                  </a:lnTo>
                  <a:lnTo>
                    <a:pt x="364645" y="2156841"/>
                  </a:lnTo>
                  <a:lnTo>
                    <a:pt x="351139" y="2156841"/>
                  </a:lnTo>
                  <a:lnTo>
                    <a:pt x="337634" y="2156841"/>
                  </a:lnTo>
                  <a:lnTo>
                    <a:pt x="324129" y="2156841"/>
                  </a:lnTo>
                  <a:lnTo>
                    <a:pt x="310623" y="2156841"/>
                  </a:lnTo>
                  <a:lnTo>
                    <a:pt x="297118" y="2156841"/>
                  </a:lnTo>
                  <a:lnTo>
                    <a:pt x="283612" y="2156841"/>
                  </a:lnTo>
                  <a:lnTo>
                    <a:pt x="270107" y="2156841"/>
                  </a:lnTo>
                  <a:lnTo>
                    <a:pt x="256602" y="2156841"/>
                  </a:lnTo>
                  <a:lnTo>
                    <a:pt x="243096" y="2156841"/>
                  </a:lnTo>
                  <a:lnTo>
                    <a:pt x="229591" y="2156841"/>
                  </a:lnTo>
                  <a:lnTo>
                    <a:pt x="216086" y="2156841"/>
                  </a:lnTo>
                  <a:lnTo>
                    <a:pt x="202580" y="2156841"/>
                  </a:lnTo>
                  <a:lnTo>
                    <a:pt x="189075" y="2156841"/>
                  </a:lnTo>
                  <a:lnTo>
                    <a:pt x="175569" y="2156841"/>
                  </a:lnTo>
                  <a:lnTo>
                    <a:pt x="162064" y="2156841"/>
                  </a:lnTo>
                  <a:lnTo>
                    <a:pt x="148559" y="2156841"/>
                  </a:lnTo>
                  <a:lnTo>
                    <a:pt x="135053" y="2156841"/>
                  </a:lnTo>
                  <a:lnTo>
                    <a:pt x="121548" y="2156841"/>
                  </a:lnTo>
                  <a:lnTo>
                    <a:pt x="108043" y="2156841"/>
                  </a:lnTo>
                  <a:lnTo>
                    <a:pt x="94537" y="2156841"/>
                  </a:lnTo>
                  <a:lnTo>
                    <a:pt x="81032" y="2156841"/>
                  </a:lnTo>
                  <a:lnTo>
                    <a:pt x="67526" y="2156841"/>
                  </a:lnTo>
                  <a:lnTo>
                    <a:pt x="54021" y="2156841"/>
                  </a:lnTo>
                  <a:lnTo>
                    <a:pt x="40516" y="2156841"/>
                  </a:lnTo>
                  <a:lnTo>
                    <a:pt x="27010" y="2156841"/>
                  </a:lnTo>
                  <a:lnTo>
                    <a:pt x="13505" y="2156841"/>
                  </a:lnTo>
                  <a:lnTo>
                    <a:pt x="0" y="2156841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64575" y="3390784"/>
              <a:ext cx="6901247" cy="2146292"/>
            </a:xfrm>
            <a:custGeom>
              <a:avLst/>
              <a:pathLst>
                <a:path w="6901247" h="2146292">
                  <a:moveTo>
                    <a:pt x="0" y="2146292"/>
                  </a:moveTo>
                  <a:lnTo>
                    <a:pt x="13505" y="2145379"/>
                  </a:lnTo>
                  <a:lnTo>
                    <a:pt x="27010" y="2144381"/>
                  </a:lnTo>
                  <a:lnTo>
                    <a:pt x="40516" y="2143325"/>
                  </a:lnTo>
                  <a:lnTo>
                    <a:pt x="54021" y="2142211"/>
                  </a:lnTo>
                  <a:lnTo>
                    <a:pt x="67526" y="2141009"/>
                  </a:lnTo>
                  <a:lnTo>
                    <a:pt x="81032" y="2139728"/>
                  </a:lnTo>
                  <a:lnTo>
                    <a:pt x="94537" y="2138381"/>
                  </a:lnTo>
                  <a:lnTo>
                    <a:pt x="108043" y="2136959"/>
                  </a:lnTo>
                  <a:lnTo>
                    <a:pt x="121548" y="2135426"/>
                  </a:lnTo>
                  <a:lnTo>
                    <a:pt x="135053" y="2133820"/>
                  </a:lnTo>
                  <a:lnTo>
                    <a:pt x="148559" y="2132140"/>
                  </a:lnTo>
                  <a:lnTo>
                    <a:pt x="162064" y="2130349"/>
                  </a:lnTo>
                  <a:lnTo>
                    <a:pt x="175569" y="2128462"/>
                  </a:lnTo>
                  <a:lnTo>
                    <a:pt x="189075" y="2126496"/>
                  </a:lnTo>
                  <a:lnTo>
                    <a:pt x="202580" y="2124437"/>
                  </a:lnTo>
                  <a:lnTo>
                    <a:pt x="216086" y="2122252"/>
                  </a:lnTo>
                  <a:lnTo>
                    <a:pt x="229591" y="2119983"/>
                  </a:lnTo>
                  <a:lnTo>
                    <a:pt x="243096" y="2117630"/>
                  </a:lnTo>
                  <a:lnTo>
                    <a:pt x="256602" y="2115151"/>
                  </a:lnTo>
                  <a:lnTo>
                    <a:pt x="270107" y="2112571"/>
                  </a:lnTo>
                  <a:lnTo>
                    <a:pt x="283612" y="2109905"/>
                  </a:lnTo>
                  <a:lnTo>
                    <a:pt x="297118" y="2107141"/>
                  </a:lnTo>
                  <a:lnTo>
                    <a:pt x="310623" y="2104249"/>
                  </a:lnTo>
                  <a:lnTo>
                    <a:pt x="324129" y="2101273"/>
                  </a:lnTo>
                  <a:lnTo>
                    <a:pt x="337634" y="2098214"/>
                  </a:lnTo>
                  <a:lnTo>
                    <a:pt x="351139" y="2095034"/>
                  </a:lnTo>
                  <a:lnTo>
                    <a:pt x="364645" y="2091760"/>
                  </a:lnTo>
                  <a:lnTo>
                    <a:pt x="378150" y="2088408"/>
                  </a:lnTo>
                  <a:lnTo>
                    <a:pt x="391655" y="2084968"/>
                  </a:lnTo>
                  <a:lnTo>
                    <a:pt x="405161" y="2081418"/>
                  </a:lnTo>
                  <a:lnTo>
                    <a:pt x="418666" y="2077800"/>
                  </a:lnTo>
                  <a:lnTo>
                    <a:pt x="432172" y="2074114"/>
                  </a:lnTo>
                  <a:lnTo>
                    <a:pt x="445677" y="2070333"/>
                  </a:lnTo>
                  <a:lnTo>
                    <a:pt x="459182" y="2066484"/>
                  </a:lnTo>
                  <a:lnTo>
                    <a:pt x="472688" y="2062580"/>
                  </a:lnTo>
                  <a:lnTo>
                    <a:pt x="486193" y="2058614"/>
                  </a:lnTo>
                  <a:lnTo>
                    <a:pt x="499698" y="2054580"/>
                  </a:lnTo>
                  <a:lnTo>
                    <a:pt x="513204" y="2050507"/>
                  </a:lnTo>
                  <a:lnTo>
                    <a:pt x="526709" y="2046395"/>
                  </a:lnTo>
                  <a:lnTo>
                    <a:pt x="540215" y="2042235"/>
                  </a:lnTo>
                  <a:lnTo>
                    <a:pt x="553720" y="2038048"/>
                  </a:lnTo>
                  <a:lnTo>
                    <a:pt x="567225" y="2033840"/>
                  </a:lnTo>
                  <a:lnTo>
                    <a:pt x="580731" y="2029612"/>
                  </a:lnTo>
                  <a:lnTo>
                    <a:pt x="594236" y="2025372"/>
                  </a:lnTo>
                  <a:lnTo>
                    <a:pt x="607741" y="2021129"/>
                  </a:lnTo>
                  <a:lnTo>
                    <a:pt x="621247" y="2016887"/>
                  </a:lnTo>
                  <a:lnTo>
                    <a:pt x="634752" y="2012656"/>
                  </a:lnTo>
                  <a:lnTo>
                    <a:pt x="648258" y="2008441"/>
                  </a:lnTo>
                  <a:lnTo>
                    <a:pt x="661763" y="2004245"/>
                  </a:lnTo>
                  <a:lnTo>
                    <a:pt x="675268" y="2000076"/>
                  </a:lnTo>
                  <a:lnTo>
                    <a:pt x="688774" y="1995949"/>
                  </a:lnTo>
                  <a:lnTo>
                    <a:pt x="702279" y="1991858"/>
                  </a:lnTo>
                  <a:lnTo>
                    <a:pt x="715784" y="1987803"/>
                  </a:lnTo>
                  <a:lnTo>
                    <a:pt x="729290" y="1983813"/>
                  </a:lnTo>
                  <a:lnTo>
                    <a:pt x="742795" y="1979876"/>
                  </a:lnTo>
                  <a:lnTo>
                    <a:pt x="756301" y="1975988"/>
                  </a:lnTo>
                  <a:lnTo>
                    <a:pt x="769806" y="1972165"/>
                  </a:lnTo>
                  <a:lnTo>
                    <a:pt x="783311" y="1968422"/>
                  </a:lnTo>
                  <a:lnTo>
                    <a:pt x="796817" y="1964737"/>
                  </a:lnTo>
                  <a:lnTo>
                    <a:pt x="810322" y="1961110"/>
                  </a:lnTo>
                  <a:lnTo>
                    <a:pt x="823827" y="1957579"/>
                  </a:lnTo>
                  <a:lnTo>
                    <a:pt x="837333" y="1954114"/>
                  </a:lnTo>
                  <a:lnTo>
                    <a:pt x="850838" y="1950711"/>
                  </a:lnTo>
                  <a:lnTo>
                    <a:pt x="864344" y="1947383"/>
                  </a:lnTo>
                  <a:lnTo>
                    <a:pt x="877849" y="1944139"/>
                  </a:lnTo>
                  <a:lnTo>
                    <a:pt x="891354" y="1940952"/>
                  </a:lnTo>
                  <a:lnTo>
                    <a:pt x="904860" y="1937821"/>
                  </a:lnTo>
                  <a:lnTo>
                    <a:pt x="918365" y="1934772"/>
                  </a:lnTo>
                  <a:lnTo>
                    <a:pt x="931870" y="1931775"/>
                  </a:lnTo>
                  <a:lnTo>
                    <a:pt x="945376" y="1928821"/>
                  </a:lnTo>
                  <a:lnTo>
                    <a:pt x="958881" y="1925918"/>
                  </a:lnTo>
                  <a:lnTo>
                    <a:pt x="972387" y="1923060"/>
                  </a:lnTo>
                  <a:lnTo>
                    <a:pt x="985892" y="1920228"/>
                  </a:lnTo>
                  <a:lnTo>
                    <a:pt x="999397" y="1917419"/>
                  </a:lnTo>
                  <a:lnTo>
                    <a:pt x="1012903" y="1914631"/>
                  </a:lnTo>
                  <a:lnTo>
                    <a:pt x="1026408" y="1911844"/>
                  </a:lnTo>
                  <a:lnTo>
                    <a:pt x="1039913" y="1909055"/>
                  </a:lnTo>
                  <a:lnTo>
                    <a:pt x="1053419" y="1906252"/>
                  </a:lnTo>
                  <a:lnTo>
                    <a:pt x="1066924" y="1903416"/>
                  </a:lnTo>
                  <a:lnTo>
                    <a:pt x="1080430" y="1900545"/>
                  </a:lnTo>
                  <a:lnTo>
                    <a:pt x="1093935" y="1897636"/>
                  </a:lnTo>
                  <a:lnTo>
                    <a:pt x="1107440" y="1894641"/>
                  </a:lnTo>
                  <a:lnTo>
                    <a:pt x="1120946" y="1891574"/>
                  </a:lnTo>
                  <a:lnTo>
                    <a:pt x="1134451" y="1888432"/>
                  </a:lnTo>
                  <a:lnTo>
                    <a:pt x="1147956" y="1885181"/>
                  </a:lnTo>
                  <a:lnTo>
                    <a:pt x="1161462" y="1881790"/>
                  </a:lnTo>
                  <a:lnTo>
                    <a:pt x="1174967" y="1878286"/>
                  </a:lnTo>
                  <a:lnTo>
                    <a:pt x="1188473" y="1874663"/>
                  </a:lnTo>
                  <a:lnTo>
                    <a:pt x="1201978" y="1870819"/>
                  </a:lnTo>
                  <a:lnTo>
                    <a:pt x="1215483" y="1866817"/>
                  </a:lnTo>
                  <a:lnTo>
                    <a:pt x="1228989" y="1862656"/>
                  </a:lnTo>
                  <a:lnTo>
                    <a:pt x="1242494" y="1858274"/>
                  </a:lnTo>
                  <a:lnTo>
                    <a:pt x="1255999" y="1853637"/>
                  </a:lnTo>
                  <a:lnTo>
                    <a:pt x="1269505" y="1848803"/>
                  </a:lnTo>
                  <a:lnTo>
                    <a:pt x="1283010" y="1843766"/>
                  </a:lnTo>
                  <a:lnTo>
                    <a:pt x="1296516" y="1838368"/>
                  </a:lnTo>
                  <a:lnTo>
                    <a:pt x="1310021" y="1832731"/>
                  </a:lnTo>
                  <a:lnTo>
                    <a:pt x="1323526" y="1826854"/>
                  </a:lnTo>
                  <a:lnTo>
                    <a:pt x="1337032" y="1820648"/>
                  </a:lnTo>
                  <a:lnTo>
                    <a:pt x="1350537" y="1814088"/>
                  </a:lnTo>
                  <a:lnTo>
                    <a:pt x="1364042" y="1807255"/>
                  </a:lnTo>
                  <a:lnTo>
                    <a:pt x="1377548" y="1800147"/>
                  </a:lnTo>
                  <a:lnTo>
                    <a:pt x="1391053" y="1792561"/>
                  </a:lnTo>
                  <a:lnTo>
                    <a:pt x="1404559" y="1784673"/>
                  </a:lnTo>
                  <a:lnTo>
                    <a:pt x="1418064" y="1776484"/>
                  </a:lnTo>
                  <a:lnTo>
                    <a:pt x="1431569" y="1767883"/>
                  </a:lnTo>
                  <a:lnTo>
                    <a:pt x="1445075" y="1758861"/>
                  </a:lnTo>
                  <a:lnTo>
                    <a:pt x="1458580" y="1749517"/>
                  </a:lnTo>
                  <a:lnTo>
                    <a:pt x="1472085" y="1739848"/>
                  </a:lnTo>
                  <a:lnTo>
                    <a:pt x="1485591" y="1729632"/>
                  </a:lnTo>
                  <a:lnTo>
                    <a:pt x="1499096" y="1719083"/>
                  </a:lnTo>
                  <a:lnTo>
                    <a:pt x="1512602" y="1708202"/>
                  </a:lnTo>
                  <a:lnTo>
                    <a:pt x="1526107" y="1696867"/>
                  </a:lnTo>
                  <a:lnTo>
                    <a:pt x="1539612" y="1685090"/>
                  </a:lnTo>
                  <a:lnTo>
                    <a:pt x="1553118" y="1672977"/>
                  </a:lnTo>
                  <a:lnTo>
                    <a:pt x="1566623" y="1660521"/>
                  </a:lnTo>
                  <a:lnTo>
                    <a:pt x="1580128" y="1647517"/>
                  </a:lnTo>
                  <a:lnTo>
                    <a:pt x="1593634" y="1634183"/>
                  </a:lnTo>
                  <a:lnTo>
                    <a:pt x="1607139" y="1620523"/>
                  </a:lnTo>
                  <a:lnTo>
                    <a:pt x="1620645" y="1606419"/>
                  </a:lnTo>
                  <a:lnTo>
                    <a:pt x="1634150" y="1591903"/>
                  </a:lnTo>
                  <a:lnTo>
                    <a:pt x="1647655" y="1577075"/>
                  </a:lnTo>
                  <a:lnTo>
                    <a:pt x="1661161" y="1561927"/>
                  </a:lnTo>
                  <a:lnTo>
                    <a:pt x="1674666" y="1546291"/>
                  </a:lnTo>
                  <a:lnTo>
                    <a:pt x="1688171" y="1530367"/>
                  </a:lnTo>
                  <a:lnTo>
                    <a:pt x="1701677" y="1514159"/>
                  </a:lnTo>
                  <a:lnTo>
                    <a:pt x="1715182" y="1497570"/>
                  </a:lnTo>
                  <a:lnTo>
                    <a:pt x="1728688" y="1480643"/>
                  </a:lnTo>
                  <a:lnTo>
                    <a:pt x="1742193" y="1463463"/>
                  </a:lnTo>
                  <a:lnTo>
                    <a:pt x="1755698" y="1446022"/>
                  </a:lnTo>
                  <a:lnTo>
                    <a:pt x="1769204" y="1428205"/>
                  </a:lnTo>
                  <a:lnTo>
                    <a:pt x="1782709" y="1410171"/>
                  </a:lnTo>
                  <a:lnTo>
                    <a:pt x="1796215" y="1391924"/>
                  </a:lnTo>
                  <a:lnTo>
                    <a:pt x="1809720" y="1373398"/>
                  </a:lnTo>
                  <a:lnTo>
                    <a:pt x="1823225" y="1354640"/>
                  </a:lnTo>
                  <a:lnTo>
                    <a:pt x="1836731" y="1335708"/>
                  </a:lnTo>
                  <a:lnTo>
                    <a:pt x="1850236" y="1316600"/>
                  </a:lnTo>
                  <a:lnTo>
                    <a:pt x="1863741" y="1297254"/>
                  </a:lnTo>
                  <a:lnTo>
                    <a:pt x="1877247" y="1277776"/>
                  </a:lnTo>
                  <a:lnTo>
                    <a:pt x="1890752" y="1258171"/>
                  </a:lnTo>
                  <a:lnTo>
                    <a:pt x="1904258" y="1238405"/>
                  </a:lnTo>
                  <a:lnTo>
                    <a:pt x="1917763" y="1218517"/>
                  </a:lnTo>
                  <a:lnTo>
                    <a:pt x="1931268" y="1198542"/>
                  </a:lnTo>
                  <a:lnTo>
                    <a:pt x="1944774" y="1178479"/>
                  </a:lnTo>
                  <a:lnTo>
                    <a:pt x="1958279" y="1158313"/>
                  </a:lnTo>
                  <a:lnTo>
                    <a:pt x="1971784" y="1138095"/>
                  </a:lnTo>
                  <a:lnTo>
                    <a:pt x="1985290" y="1117830"/>
                  </a:lnTo>
                  <a:lnTo>
                    <a:pt x="1998795" y="1097512"/>
                  </a:lnTo>
                  <a:lnTo>
                    <a:pt x="2012301" y="1077165"/>
                  </a:lnTo>
                  <a:lnTo>
                    <a:pt x="2025806" y="1056802"/>
                  </a:lnTo>
                  <a:lnTo>
                    <a:pt x="2039311" y="1036425"/>
                  </a:lnTo>
                  <a:lnTo>
                    <a:pt x="2052817" y="1016046"/>
                  </a:lnTo>
                  <a:lnTo>
                    <a:pt x="2066322" y="995675"/>
                  </a:lnTo>
                  <a:lnTo>
                    <a:pt x="2079827" y="975313"/>
                  </a:lnTo>
                  <a:lnTo>
                    <a:pt x="2093333" y="954976"/>
                  </a:lnTo>
                  <a:lnTo>
                    <a:pt x="2106838" y="934668"/>
                  </a:lnTo>
                  <a:lnTo>
                    <a:pt x="2120344" y="914387"/>
                  </a:lnTo>
                  <a:lnTo>
                    <a:pt x="2133849" y="894139"/>
                  </a:lnTo>
                  <a:lnTo>
                    <a:pt x="2147354" y="873945"/>
                  </a:lnTo>
                  <a:lnTo>
                    <a:pt x="2160860" y="853789"/>
                  </a:lnTo>
                  <a:lnTo>
                    <a:pt x="2174365" y="833672"/>
                  </a:lnTo>
                  <a:lnTo>
                    <a:pt x="2187870" y="813616"/>
                  </a:lnTo>
                  <a:lnTo>
                    <a:pt x="2201376" y="793614"/>
                  </a:lnTo>
                  <a:lnTo>
                    <a:pt x="2214881" y="773656"/>
                  </a:lnTo>
                  <a:lnTo>
                    <a:pt x="2228387" y="753751"/>
                  </a:lnTo>
                  <a:lnTo>
                    <a:pt x="2241892" y="733918"/>
                  </a:lnTo>
                  <a:lnTo>
                    <a:pt x="2255397" y="714134"/>
                  </a:lnTo>
                  <a:lnTo>
                    <a:pt x="2268903" y="694398"/>
                  </a:lnTo>
                  <a:lnTo>
                    <a:pt x="2282408" y="674736"/>
                  </a:lnTo>
                  <a:lnTo>
                    <a:pt x="2295913" y="655136"/>
                  </a:lnTo>
                  <a:lnTo>
                    <a:pt x="2309419" y="635588"/>
                  </a:lnTo>
                  <a:lnTo>
                    <a:pt x="2322924" y="616101"/>
                  </a:lnTo>
                  <a:lnTo>
                    <a:pt x="2336430" y="596699"/>
                  </a:lnTo>
                  <a:lnTo>
                    <a:pt x="2349935" y="577357"/>
                  </a:lnTo>
                  <a:lnTo>
                    <a:pt x="2363440" y="558076"/>
                  </a:lnTo>
                  <a:lnTo>
                    <a:pt x="2376946" y="538890"/>
                  </a:lnTo>
                  <a:lnTo>
                    <a:pt x="2390451" y="519788"/>
                  </a:lnTo>
                  <a:lnTo>
                    <a:pt x="2403956" y="500761"/>
                  </a:lnTo>
                  <a:lnTo>
                    <a:pt x="2417462" y="481824"/>
                  </a:lnTo>
                  <a:lnTo>
                    <a:pt x="2430967" y="463020"/>
                  </a:lnTo>
                  <a:lnTo>
                    <a:pt x="2444473" y="444313"/>
                  </a:lnTo>
                  <a:lnTo>
                    <a:pt x="2457978" y="425707"/>
                  </a:lnTo>
                  <a:lnTo>
                    <a:pt x="2471483" y="407269"/>
                  </a:lnTo>
                  <a:lnTo>
                    <a:pt x="2484989" y="388980"/>
                  </a:lnTo>
                  <a:lnTo>
                    <a:pt x="2498494" y="370827"/>
                  </a:lnTo>
                  <a:lnTo>
                    <a:pt x="2511999" y="352843"/>
                  </a:lnTo>
                  <a:lnTo>
                    <a:pt x="2525505" y="335105"/>
                  </a:lnTo>
                  <a:lnTo>
                    <a:pt x="2539010" y="317547"/>
                  </a:lnTo>
                  <a:lnTo>
                    <a:pt x="2552516" y="300178"/>
                  </a:lnTo>
                  <a:lnTo>
                    <a:pt x="2566021" y="283126"/>
                  </a:lnTo>
                  <a:lnTo>
                    <a:pt x="2579526" y="266342"/>
                  </a:lnTo>
                  <a:lnTo>
                    <a:pt x="2593032" y="249803"/>
                  </a:lnTo>
                  <a:lnTo>
                    <a:pt x="2606537" y="233576"/>
                  </a:lnTo>
                  <a:lnTo>
                    <a:pt x="2620042" y="217773"/>
                  </a:lnTo>
                  <a:lnTo>
                    <a:pt x="2633548" y="202282"/>
                  </a:lnTo>
                  <a:lnTo>
                    <a:pt x="2647053" y="187111"/>
                  </a:lnTo>
                  <a:lnTo>
                    <a:pt x="2660559" y="172475"/>
                  </a:lnTo>
                  <a:lnTo>
                    <a:pt x="2674064" y="158265"/>
                  </a:lnTo>
                  <a:lnTo>
                    <a:pt x="2687569" y="144447"/>
                  </a:lnTo>
                  <a:lnTo>
                    <a:pt x="2701075" y="131122"/>
                  </a:lnTo>
                  <a:lnTo>
                    <a:pt x="2714580" y="118436"/>
                  </a:lnTo>
                  <a:lnTo>
                    <a:pt x="2728085" y="106212"/>
                  </a:lnTo>
                  <a:lnTo>
                    <a:pt x="2741591" y="94457"/>
                  </a:lnTo>
                  <a:lnTo>
                    <a:pt x="2755096" y="83472"/>
                  </a:lnTo>
                  <a:lnTo>
                    <a:pt x="2768602" y="73070"/>
                  </a:lnTo>
                  <a:lnTo>
                    <a:pt x="2782107" y="63200"/>
                  </a:lnTo>
                  <a:lnTo>
                    <a:pt x="2795612" y="53999"/>
                  </a:lnTo>
                  <a:lnTo>
                    <a:pt x="2809118" y="45619"/>
                  </a:lnTo>
                  <a:lnTo>
                    <a:pt x="2822623" y="37821"/>
                  </a:lnTo>
                  <a:lnTo>
                    <a:pt x="2836128" y="30610"/>
                  </a:lnTo>
                  <a:lnTo>
                    <a:pt x="2849634" y="24345"/>
                  </a:lnTo>
                  <a:lnTo>
                    <a:pt x="2863139" y="18755"/>
                  </a:lnTo>
                  <a:lnTo>
                    <a:pt x="2876645" y="13782"/>
                  </a:lnTo>
                  <a:lnTo>
                    <a:pt x="2890150" y="9580"/>
                  </a:lnTo>
                  <a:lnTo>
                    <a:pt x="2903655" y="6271"/>
                  </a:lnTo>
                  <a:lnTo>
                    <a:pt x="2917161" y="3584"/>
                  </a:lnTo>
                  <a:lnTo>
                    <a:pt x="2930666" y="1519"/>
                  </a:lnTo>
                  <a:lnTo>
                    <a:pt x="2944171" y="431"/>
                  </a:lnTo>
                  <a:lnTo>
                    <a:pt x="2957677" y="0"/>
                  </a:lnTo>
                  <a:lnTo>
                    <a:pt x="2971182" y="166"/>
                  </a:lnTo>
                  <a:lnTo>
                    <a:pt x="2984688" y="1074"/>
                  </a:lnTo>
                  <a:lnTo>
                    <a:pt x="2998193" y="2783"/>
                  </a:lnTo>
                  <a:lnTo>
                    <a:pt x="3011698" y="5040"/>
                  </a:lnTo>
                  <a:lnTo>
                    <a:pt x="3025204" y="7837"/>
                  </a:lnTo>
                  <a:lnTo>
                    <a:pt x="3038709" y="11451"/>
                  </a:lnTo>
                  <a:lnTo>
                    <a:pt x="3052214" y="15574"/>
                  </a:lnTo>
                  <a:lnTo>
                    <a:pt x="3065720" y="20157"/>
                  </a:lnTo>
                  <a:lnTo>
                    <a:pt x="3079225" y="25296"/>
                  </a:lnTo>
                  <a:lnTo>
                    <a:pt x="3092731" y="30985"/>
                  </a:lnTo>
                  <a:lnTo>
                    <a:pt x="3106236" y="37033"/>
                  </a:lnTo>
                  <a:lnTo>
                    <a:pt x="3119741" y="43427"/>
                  </a:lnTo>
                  <a:lnTo>
                    <a:pt x="3133247" y="50303"/>
                  </a:lnTo>
                  <a:lnTo>
                    <a:pt x="3146752" y="57441"/>
                  </a:lnTo>
                  <a:lnTo>
                    <a:pt x="3160257" y="64807"/>
                  </a:lnTo>
                  <a:lnTo>
                    <a:pt x="3173763" y="72425"/>
                  </a:lnTo>
                  <a:lnTo>
                    <a:pt x="3187268" y="80240"/>
                  </a:lnTo>
                  <a:lnTo>
                    <a:pt x="3200774" y="88159"/>
                  </a:lnTo>
                  <a:lnTo>
                    <a:pt x="3214279" y="96166"/>
                  </a:lnTo>
                  <a:lnTo>
                    <a:pt x="3227784" y="104234"/>
                  </a:lnTo>
                  <a:lnTo>
                    <a:pt x="3241290" y="112286"/>
                  </a:lnTo>
                  <a:lnTo>
                    <a:pt x="3254795" y="120306"/>
                  </a:lnTo>
                  <a:lnTo>
                    <a:pt x="3268300" y="128244"/>
                  </a:lnTo>
                  <a:lnTo>
                    <a:pt x="3281806" y="136030"/>
                  </a:lnTo>
                  <a:lnTo>
                    <a:pt x="3295311" y="143677"/>
                  </a:lnTo>
                  <a:lnTo>
                    <a:pt x="3308817" y="151170"/>
                  </a:lnTo>
                  <a:lnTo>
                    <a:pt x="3322322" y="158345"/>
                  </a:lnTo>
                  <a:lnTo>
                    <a:pt x="3335827" y="165287"/>
                  </a:lnTo>
                  <a:lnTo>
                    <a:pt x="3349333" y="171992"/>
                  </a:lnTo>
                  <a:lnTo>
                    <a:pt x="3362838" y="178356"/>
                  </a:lnTo>
                  <a:lnTo>
                    <a:pt x="3376343" y="184340"/>
                  </a:lnTo>
                  <a:lnTo>
                    <a:pt x="3389849" y="190029"/>
                  </a:lnTo>
                  <a:lnTo>
                    <a:pt x="3403354" y="195417"/>
                  </a:lnTo>
                  <a:lnTo>
                    <a:pt x="3416860" y="200282"/>
                  </a:lnTo>
                  <a:lnTo>
                    <a:pt x="3430365" y="204823"/>
                  </a:lnTo>
                  <a:lnTo>
                    <a:pt x="3443870" y="209043"/>
                  </a:lnTo>
                  <a:lnTo>
                    <a:pt x="3457376" y="212831"/>
                  </a:lnTo>
                  <a:lnTo>
                    <a:pt x="3470881" y="216194"/>
                  </a:lnTo>
                  <a:lnTo>
                    <a:pt x="3484387" y="219245"/>
                  </a:lnTo>
                  <a:lnTo>
                    <a:pt x="3497892" y="221986"/>
                  </a:lnTo>
                  <a:lnTo>
                    <a:pt x="3511397" y="224240"/>
                  </a:lnTo>
                  <a:lnTo>
                    <a:pt x="3524903" y="226222"/>
                  </a:lnTo>
                  <a:lnTo>
                    <a:pt x="3538408" y="227940"/>
                  </a:lnTo>
                  <a:lnTo>
                    <a:pt x="3551913" y="229323"/>
                  </a:lnTo>
                  <a:lnTo>
                    <a:pt x="3565419" y="230419"/>
                  </a:lnTo>
                  <a:lnTo>
                    <a:pt x="3578924" y="231318"/>
                  </a:lnTo>
                  <a:lnTo>
                    <a:pt x="3592430" y="232027"/>
                  </a:lnTo>
                  <a:lnTo>
                    <a:pt x="3605935" y="232488"/>
                  </a:lnTo>
                  <a:lnTo>
                    <a:pt x="3619440" y="232835"/>
                  </a:lnTo>
                  <a:lnTo>
                    <a:pt x="3632946" y="233080"/>
                  </a:lnTo>
                  <a:lnTo>
                    <a:pt x="3646451" y="233223"/>
                  </a:lnTo>
                  <a:lnTo>
                    <a:pt x="3659956" y="233320"/>
                  </a:lnTo>
                  <a:lnTo>
                    <a:pt x="3673462" y="233406"/>
                  </a:lnTo>
                  <a:lnTo>
                    <a:pt x="3686967" y="233496"/>
                  </a:lnTo>
                  <a:lnTo>
                    <a:pt x="3700473" y="233654"/>
                  </a:lnTo>
                  <a:lnTo>
                    <a:pt x="3713978" y="233890"/>
                  </a:lnTo>
                  <a:lnTo>
                    <a:pt x="3727483" y="234215"/>
                  </a:lnTo>
                  <a:lnTo>
                    <a:pt x="3740989" y="234697"/>
                  </a:lnTo>
                  <a:lnTo>
                    <a:pt x="3754494" y="235366"/>
                  </a:lnTo>
                  <a:lnTo>
                    <a:pt x="3767999" y="236200"/>
                  </a:lnTo>
                  <a:lnTo>
                    <a:pt x="3781505" y="237218"/>
                  </a:lnTo>
                  <a:lnTo>
                    <a:pt x="3795010" y="238561"/>
                  </a:lnTo>
                  <a:lnTo>
                    <a:pt x="3808516" y="240126"/>
                  </a:lnTo>
                  <a:lnTo>
                    <a:pt x="3822021" y="241917"/>
                  </a:lnTo>
                  <a:lnTo>
                    <a:pt x="3835526" y="244045"/>
                  </a:lnTo>
                  <a:lnTo>
                    <a:pt x="3849032" y="246497"/>
                  </a:lnTo>
                  <a:lnTo>
                    <a:pt x="3862537" y="249209"/>
                  </a:lnTo>
                  <a:lnTo>
                    <a:pt x="3876042" y="252203"/>
                  </a:lnTo>
                  <a:lnTo>
                    <a:pt x="3889548" y="255629"/>
                  </a:lnTo>
                  <a:lnTo>
                    <a:pt x="3903053" y="259326"/>
                  </a:lnTo>
                  <a:lnTo>
                    <a:pt x="3916559" y="263293"/>
                  </a:lnTo>
                  <a:lnTo>
                    <a:pt x="3930064" y="267641"/>
                  </a:lnTo>
                  <a:lnTo>
                    <a:pt x="3943569" y="272320"/>
                  </a:lnTo>
                  <a:lnTo>
                    <a:pt x="3957075" y="277258"/>
                  </a:lnTo>
                  <a:lnTo>
                    <a:pt x="3970580" y="282472"/>
                  </a:lnTo>
                  <a:lnTo>
                    <a:pt x="3984085" y="288074"/>
                  </a:lnTo>
                  <a:lnTo>
                    <a:pt x="3997591" y="293909"/>
                  </a:lnTo>
                  <a:lnTo>
                    <a:pt x="4011096" y="299971"/>
                  </a:lnTo>
                  <a:lnTo>
                    <a:pt x="4024602" y="306342"/>
                  </a:lnTo>
                  <a:lnTo>
                    <a:pt x="4038107" y="312963"/>
                  </a:lnTo>
                  <a:lnTo>
                    <a:pt x="4051612" y="319776"/>
                  </a:lnTo>
                  <a:lnTo>
                    <a:pt x="4065118" y="326792"/>
                  </a:lnTo>
                  <a:lnTo>
                    <a:pt x="4078623" y="334073"/>
                  </a:lnTo>
                  <a:lnTo>
                    <a:pt x="4092128" y="341509"/>
                  </a:lnTo>
                  <a:lnTo>
                    <a:pt x="4105634" y="349094"/>
                  </a:lnTo>
                  <a:lnTo>
                    <a:pt x="4119139" y="356880"/>
                  </a:lnTo>
                  <a:lnTo>
                    <a:pt x="4132645" y="364820"/>
                  </a:lnTo>
                  <a:lnTo>
                    <a:pt x="4146150" y="372879"/>
                  </a:lnTo>
                  <a:lnTo>
                    <a:pt x="4159655" y="381065"/>
                  </a:lnTo>
                  <a:lnTo>
                    <a:pt x="4173161" y="389414"/>
                  </a:lnTo>
                  <a:lnTo>
                    <a:pt x="4186666" y="397861"/>
                  </a:lnTo>
                  <a:lnTo>
                    <a:pt x="4200171" y="406405"/>
                  </a:lnTo>
                  <a:lnTo>
                    <a:pt x="4213677" y="415086"/>
                  </a:lnTo>
                  <a:lnTo>
                    <a:pt x="4227182" y="423877"/>
                  </a:lnTo>
                  <a:lnTo>
                    <a:pt x="4240688" y="432761"/>
                  </a:lnTo>
                  <a:lnTo>
                    <a:pt x="4254193" y="441749"/>
                  </a:lnTo>
                  <a:lnTo>
                    <a:pt x="4267698" y="450884"/>
                  </a:lnTo>
                  <a:lnTo>
                    <a:pt x="4281204" y="460119"/>
                  </a:lnTo>
                  <a:lnTo>
                    <a:pt x="4294709" y="469458"/>
                  </a:lnTo>
                  <a:lnTo>
                    <a:pt x="4308214" y="478958"/>
                  </a:lnTo>
                  <a:lnTo>
                    <a:pt x="4321720" y="488601"/>
                  </a:lnTo>
                  <a:lnTo>
                    <a:pt x="4335225" y="498370"/>
                  </a:lnTo>
                  <a:lnTo>
                    <a:pt x="4348731" y="508290"/>
                  </a:lnTo>
                  <a:lnTo>
                    <a:pt x="4362236" y="518430"/>
                  </a:lnTo>
                  <a:lnTo>
                    <a:pt x="4375741" y="528726"/>
                  </a:lnTo>
                  <a:lnTo>
                    <a:pt x="4389247" y="539185"/>
                  </a:lnTo>
                  <a:lnTo>
                    <a:pt x="4402752" y="549902"/>
                  </a:lnTo>
                  <a:lnTo>
                    <a:pt x="4416257" y="560842"/>
                  </a:lnTo>
                  <a:lnTo>
                    <a:pt x="4429763" y="571978"/>
                  </a:lnTo>
                  <a:lnTo>
                    <a:pt x="4443268" y="583350"/>
                  </a:lnTo>
                  <a:lnTo>
                    <a:pt x="4456774" y="595051"/>
                  </a:lnTo>
                  <a:lnTo>
                    <a:pt x="4470279" y="606980"/>
                  </a:lnTo>
                  <a:lnTo>
                    <a:pt x="4483784" y="619142"/>
                  </a:lnTo>
                  <a:lnTo>
                    <a:pt x="4497290" y="631669"/>
                  </a:lnTo>
                  <a:lnTo>
                    <a:pt x="4510795" y="644490"/>
                  </a:lnTo>
                  <a:lnTo>
                    <a:pt x="4524300" y="657566"/>
                  </a:lnTo>
                  <a:lnTo>
                    <a:pt x="4537806" y="670950"/>
                  </a:lnTo>
                  <a:lnTo>
                    <a:pt x="4551311" y="684729"/>
                  </a:lnTo>
                  <a:lnTo>
                    <a:pt x="4564817" y="698775"/>
                  </a:lnTo>
                  <a:lnTo>
                    <a:pt x="4578322" y="713090"/>
                  </a:lnTo>
                  <a:lnTo>
                    <a:pt x="4591827" y="727814"/>
                  </a:lnTo>
                  <a:lnTo>
                    <a:pt x="4605333" y="742842"/>
                  </a:lnTo>
                  <a:lnTo>
                    <a:pt x="4618838" y="758132"/>
                  </a:lnTo>
                  <a:lnTo>
                    <a:pt x="4632343" y="773733"/>
                  </a:lnTo>
                  <a:lnTo>
                    <a:pt x="4645849" y="789705"/>
                  </a:lnTo>
                  <a:lnTo>
                    <a:pt x="4659354" y="805917"/>
                  </a:lnTo>
                  <a:lnTo>
                    <a:pt x="4672860" y="822368"/>
                  </a:lnTo>
                  <a:lnTo>
                    <a:pt x="4686365" y="839164"/>
                  </a:lnTo>
                  <a:lnTo>
                    <a:pt x="4699870" y="856196"/>
                  </a:lnTo>
                  <a:lnTo>
                    <a:pt x="4713376" y="873427"/>
                  </a:lnTo>
                  <a:lnTo>
                    <a:pt x="4726881" y="890886"/>
                  </a:lnTo>
                  <a:lnTo>
                    <a:pt x="4740386" y="908589"/>
                  </a:lnTo>
                  <a:lnTo>
                    <a:pt x="4753892" y="926441"/>
                  </a:lnTo>
                  <a:lnTo>
                    <a:pt x="4767397" y="944433"/>
                  </a:lnTo>
                  <a:lnTo>
                    <a:pt x="4780903" y="962608"/>
                  </a:lnTo>
                  <a:lnTo>
                    <a:pt x="4794408" y="980887"/>
                  </a:lnTo>
                  <a:lnTo>
                    <a:pt x="4807913" y="999244"/>
                  </a:lnTo>
                  <a:lnTo>
                    <a:pt x="4821419" y="1017681"/>
                  </a:lnTo>
                  <a:lnTo>
                    <a:pt x="4834924" y="1036170"/>
                  </a:lnTo>
                  <a:lnTo>
                    <a:pt x="4848429" y="1054674"/>
                  </a:lnTo>
                  <a:lnTo>
                    <a:pt x="4861935" y="1073183"/>
                  </a:lnTo>
                  <a:lnTo>
                    <a:pt x="4875440" y="1091660"/>
                  </a:lnTo>
                  <a:lnTo>
                    <a:pt x="4888946" y="1110084"/>
                  </a:lnTo>
                  <a:lnTo>
                    <a:pt x="4902451" y="1128448"/>
                  </a:lnTo>
                  <a:lnTo>
                    <a:pt x="4915956" y="1146719"/>
                  </a:lnTo>
                  <a:lnTo>
                    <a:pt x="4929462" y="1164846"/>
                  </a:lnTo>
                  <a:lnTo>
                    <a:pt x="4942967" y="1182852"/>
                  </a:lnTo>
                  <a:lnTo>
                    <a:pt x="4956472" y="1200730"/>
                  </a:lnTo>
                  <a:lnTo>
                    <a:pt x="4969978" y="1218371"/>
                  </a:lnTo>
                  <a:lnTo>
                    <a:pt x="4983483" y="1235827"/>
                  </a:lnTo>
                  <a:lnTo>
                    <a:pt x="4996989" y="1253104"/>
                  </a:lnTo>
                  <a:lnTo>
                    <a:pt x="5010494" y="1270142"/>
                  </a:lnTo>
                  <a:lnTo>
                    <a:pt x="5023999" y="1286885"/>
                  </a:lnTo>
                  <a:lnTo>
                    <a:pt x="5037505" y="1303409"/>
                  </a:lnTo>
                  <a:lnTo>
                    <a:pt x="5051010" y="1319709"/>
                  </a:lnTo>
                  <a:lnTo>
                    <a:pt x="5064515" y="1335631"/>
                  </a:lnTo>
                  <a:lnTo>
                    <a:pt x="5078021" y="1351288"/>
                  </a:lnTo>
                  <a:lnTo>
                    <a:pt x="5091526" y="1366696"/>
                  </a:lnTo>
                  <a:lnTo>
                    <a:pt x="5105032" y="1381778"/>
                  </a:lnTo>
                  <a:lnTo>
                    <a:pt x="5118537" y="1396495"/>
                  </a:lnTo>
                  <a:lnTo>
                    <a:pt x="5132042" y="1410947"/>
                  </a:lnTo>
                  <a:lnTo>
                    <a:pt x="5145548" y="1425134"/>
                  </a:lnTo>
                  <a:lnTo>
                    <a:pt x="5159053" y="1438891"/>
                  </a:lnTo>
                  <a:lnTo>
                    <a:pt x="5172559" y="1452366"/>
                  </a:lnTo>
                  <a:lnTo>
                    <a:pt x="5186064" y="1465575"/>
                  </a:lnTo>
                  <a:lnTo>
                    <a:pt x="5199569" y="1478445"/>
                  </a:lnTo>
                  <a:lnTo>
                    <a:pt x="5213075" y="1490956"/>
                  </a:lnTo>
                  <a:lnTo>
                    <a:pt x="5226580" y="1503211"/>
                  </a:lnTo>
                  <a:lnTo>
                    <a:pt x="5240085" y="1515213"/>
                  </a:lnTo>
                  <a:lnTo>
                    <a:pt x="5253591" y="1526813"/>
                  </a:lnTo>
                  <a:lnTo>
                    <a:pt x="5267096" y="1538166"/>
                  </a:lnTo>
                  <a:lnTo>
                    <a:pt x="5280602" y="1549285"/>
                  </a:lnTo>
                  <a:lnTo>
                    <a:pt x="5294107" y="1560106"/>
                  </a:lnTo>
                  <a:lnTo>
                    <a:pt x="5307612" y="1570631"/>
                  </a:lnTo>
                  <a:lnTo>
                    <a:pt x="5321118" y="1580947"/>
                  </a:lnTo>
                  <a:lnTo>
                    <a:pt x="5334623" y="1591058"/>
                  </a:lnTo>
                  <a:lnTo>
                    <a:pt x="5348128" y="1600850"/>
                  </a:lnTo>
                  <a:lnTo>
                    <a:pt x="5361634" y="1610457"/>
                  </a:lnTo>
                  <a:lnTo>
                    <a:pt x="5375139" y="1619887"/>
                  </a:lnTo>
                  <a:lnTo>
                    <a:pt x="5388645" y="1629096"/>
                  </a:lnTo>
                  <a:lnTo>
                    <a:pt x="5402150" y="1638093"/>
                  </a:lnTo>
                  <a:lnTo>
                    <a:pt x="5415655" y="1646944"/>
                  </a:lnTo>
                  <a:lnTo>
                    <a:pt x="5429161" y="1655651"/>
                  </a:lnTo>
                  <a:lnTo>
                    <a:pt x="5442666" y="1664141"/>
                  </a:lnTo>
                  <a:lnTo>
                    <a:pt x="5456171" y="1672511"/>
                  </a:lnTo>
                  <a:lnTo>
                    <a:pt x="5469677" y="1680765"/>
                  </a:lnTo>
                  <a:lnTo>
                    <a:pt x="5483182" y="1688875"/>
                  </a:lnTo>
                  <a:lnTo>
                    <a:pt x="5496688" y="1696856"/>
                  </a:lnTo>
                  <a:lnTo>
                    <a:pt x="5510193" y="1704745"/>
                  </a:lnTo>
                  <a:lnTo>
                    <a:pt x="5523698" y="1712547"/>
                  </a:lnTo>
                  <a:lnTo>
                    <a:pt x="5537204" y="1720219"/>
                  </a:lnTo>
                  <a:lnTo>
                    <a:pt x="5550709" y="1727820"/>
                  </a:lnTo>
                  <a:lnTo>
                    <a:pt x="5564214" y="1735353"/>
                  </a:lnTo>
                  <a:lnTo>
                    <a:pt x="5577720" y="1742802"/>
                  </a:lnTo>
                  <a:lnTo>
                    <a:pt x="5591225" y="1750176"/>
                  </a:lnTo>
                  <a:lnTo>
                    <a:pt x="5604731" y="1757496"/>
                  </a:lnTo>
                  <a:lnTo>
                    <a:pt x="5618236" y="1764764"/>
                  </a:lnTo>
                  <a:lnTo>
                    <a:pt x="5631741" y="1771954"/>
                  </a:lnTo>
                  <a:lnTo>
                    <a:pt x="5645247" y="1779101"/>
                  </a:lnTo>
                  <a:lnTo>
                    <a:pt x="5658752" y="1786205"/>
                  </a:lnTo>
                  <a:lnTo>
                    <a:pt x="5672257" y="1793252"/>
                  </a:lnTo>
                  <a:lnTo>
                    <a:pt x="5685763" y="1800247"/>
                  </a:lnTo>
                  <a:lnTo>
                    <a:pt x="5699268" y="1807203"/>
                  </a:lnTo>
                  <a:lnTo>
                    <a:pt x="5712774" y="1814118"/>
                  </a:lnTo>
                  <a:lnTo>
                    <a:pt x="5726279" y="1820969"/>
                  </a:lnTo>
                  <a:lnTo>
                    <a:pt x="5739784" y="1827780"/>
                  </a:lnTo>
                  <a:lnTo>
                    <a:pt x="5753290" y="1834550"/>
                  </a:lnTo>
                  <a:lnTo>
                    <a:pt x="5766795" y="1841262"/>
                  </a:lnTo>
                  <a:lnTo>
                    <a:pt x="5780300" y="1847917"/>
                  </a:lnTo>
                  <a:lnTo>
                    <a:pt x="5793806" y="1854527"/>
                  </a:lnTo>
                  <a:lnTo>
                    <a:pt x="5807311" y="1861088"/>
                  </a:lnTo>
                  <a:lnTo>
                    <a:pt x="5820817" y="1867568"/>
                  </a:lnTo>
                  <a:lnTo>
                    <a:pt x="5834322" y="1873995"/>
                  </a:lnTo>
                  <a:lnTo>
                    <a:pt x="5847827" y="1880368"/>
                  </a:lnTo>
                  <a:lnTo>
                    <a:pt x="5861333" y="1886661"/>
                  </a:lnTo>
                  <a:lnTo>
                    <a:pt x="5874838" y="1892876"/>
                  </a:lnTo>
                  <a:lnTo>
                    <a:pt x="5888343" y="1899028"/>
                  </a:lnTo>
                  <a:lnTo>
                    <a:pt x="5901849" y="1905110"/>
                  </a:lnTo>
                  <a:lnTo>
                    <a:pt x="5915354" y="1911081"/>
                  </a:lnTo>
                  <a:lnTo>
                    <a:pt x="5928860" y="1916979"/>
                  </a:lnTo>
                  <a:lnTo>
                    <a:pt x="5942365" y="1922802"/>
                  </a:lnTo>
                  <a:lnTo>
                    <a:pt x="5955870" y="1928516"/>
                  </a:lnTo>
                  <a:lnTo>
                    <a:pt x="5969376" y="1934127"/>
                  </a:lnTo>
                  <a:lnTo>
                    <a:pt x="5982881" y="1939654"/>
                  </a:lnTo>
                  <a:lnTo>
                    <a:pt x="5996386" y="1945089"/>
                  </a:lnTo>
                  <a:lnTo>
                    <a:pt x="6009892" y="1950383"/>
                  </a:lnTo>
                  <a:lnTo>
                    <a:pt x="6023397" y="1955585"/>
                  </a:lnTo>
                  <a:lnTo>
                    <a:pt x="6036903" y="1960693"/>
                  </a:lnTo>
                  <a:lnTo>
                    <a:pt x="6050408" y="1965666"/>
                  </a:lnTo>
                  <a:lnTo>
                    <a:pt x="6063913" y="1970516"/>
                  </a:lnTo>
                  <a:lnTo>
                    <a:pt x="6077419" y="1975267"/>
                  </a:lnTo>
                  <a:lnTo>
                    <a:pt x="6090924" y="1979907"/>
                  </a:lnTo>
                  <a:lnTo>
                    <a:pt x="6104429" y="1984385"/>
                  </a:lnTo>
                  <a:lnTo>
                    <a:pt x="6117935" y="1988759"/>
                  </a:lnTo>
                  <a:lnTo>
                    <a:pt x="6131440" y="1993028"/>
                  </a:lnTo>
                  <a:lnTo>
                    <a:pt x="6144946" y="1997145"/>
                  </a:lnTo>
                  <a:lnTo>
                    <a:pt x="6158451" y="2001130"/>
                  </a:lnTo>
                  <a:lnTo>
                    <a:pt x="6171956" y="2005008"/>
                  </a:lnTo>
                  <a:lnTo>
                    <a:pt x="6185462" y="2008766"/>
                  </a:lnTo>
                  <a:lnTo>
                    <a:pt x="6198967" y="2012356"/>
                  </a:lnTo>
                  <a:lnTo>
                    <a:pt x="6212472" y="2015838"/>
                  </a:lnTo>
                  <a:lnTo>
                    <a:pt x="6225978" y="2019213"/>
                  </a:lnTo>
                  <a:lnTo>
                    <a:pt x="6239483" y="2022432"/>
                  </a:lnTo>
                  <a:lnTo>
                    <a:pt x="6252989" y="2025523"/>
                  </a:lnTo>
                  <a:lnTo>
                    <a:pt x="6266494" y="2028508"/>
                  </a:lnTo>
                  <a:lnTo>
                    <a:pt x="6279999" y="2031375"/>
                  </a:lnTo>
                  <a:lnTo>
                    <a:pt x="6293505" y="2034084"/>
                  </a:lnTo>
                  <a:lnTo>
                    <a:pt x="6307010" y="2036692"/>
                  </a:lnTo>
                  <a:lnTo>
                    <a:pt x="6320515" y="2039200"/>
                  </a:lnTo>
                  <a:lnTo>
                    <a:pt x="6334021" y="2041563"/>
                  </a:lnTo>
                  <a:lnTo>
                    <a:pt x="6347526" y="2043813"/>
                  </a:lnTo>
                  <a:lnTo>
                    <a:pt x="6361032" y="2045971"/>
                  </a:lnTo>
                  <a:lnTo>
                    <a:pt x="6374537" y="2048023"/>
                  </a:lnTo>
                  <a:lnTo>
                    <a:pt x="6388042" y="2049942"/>
                  </a:lnTo>
                  <a:lnTo>
                    <a:pt x="6401548" y="2051776"/>
                  </a:lnTo>
                  <a:lnTo>
                    <a:pt x="6415053" y="2053529"/>
                  </a:lnTo>
                  <a:lnTo>
                    <a:pt x="6428558" y="2055164"/>
                  </a:lnTo>
                  <a:lnTo>
                    <a:pt x="6442064" y="2056711"/>
                  </a:lnTo>
                  <a:lnTo>
                    <a:pt x="6455569" y="2058188"/>
                  </a:lnTo>
                  <a:lnTo>
                    <a:pt x="6469075" y="2059585"/>
                  </a:lnTo>
                  <a:lnTo>
                    <a:pt x="6482580" y="2060886"/>
                  </a:lnTo>
                  <a:lnTo>
                    <a:pt x="6496085" y="2062129"/>
                  </a:lnTo>
                  <a:lnTo>
                    <a:pt x="6509591" y="2063315"/>
                  </a:lnTo>
                  <a:lnTo>
                    <a:pt x="6523096" y="2064424"/>
                  </a:lnTo>
                  <a:lnTo>
                    <a:pt x="6536601" y="2065480"/>
                  </a:lnTo>
                  <a:lnTo>
                    <a:pt x="6550107" y="2066493"/>
                  </a:lnTo>
                  <a:lnTo>
                    <a:pt x="6563612" y="2067460"/>
                  </a:lnTo>
                  <a:lnTo>
                    <a:pt x="6577118" y="2068378"/>
                  </a:lnTo>
                  <a:lnTo>
                    <a:pt x="6590623" y="2069267"/>
                  </a:lnTo>
                  <a:lnTo>
                    <a:pt x="6604128" y="2070131"/>
                  </a:lnTo>
                  <a:lnTo>
                    <a:pt x="6617634" y="2070962"/>
                  </a:lnTo>
                  <a:lnTo>
                    <a:pt x="6631139" y="2071777"/>
                  </a:lnTo>
                  <a:lnTo>
                    <a:pt x="6644644" y="2072581"/>
                  </a:lnTo>
                  <a:lnTo>
                    <a:pt x="6658150" y="2073373"/>
                  </a:lnTo>
                  <a:lnTo>
                    <a:pt x="6671655" y="2074161"/>
                  </a:lnTo>
                  <a:lnTo>
                    <a:pt x="6685161" y="2074950"/>
                  </a:lnTo>
                  <a:lnTo>
                    <a:pt x="6698666" y="2075741"/>
                  </a:lnTo>
                  <a:lnTo>
                    <a:pt x="6712171" y="2076544"/>
                  </a:lnTo>
                  <a:lnTo>
                    <a:pt x="6725677" y="2077359"/>
                  </a:lnTo>
                  <a:lnTo>
                    <a:pt x="6739182" y="2078188"/>
                  </a:lnTo>
                  <a:lnTo>
                    <a:pt x="6752687" y="2079037"/>
                  </a:lnTo>
                  <a:lnTo>
                    <a:pt x="6766193" y="2079914"/>
                  </a:lnTo>
                  <a:lnTo>
                    <a:pt x="6779698" y="2080812"/>
                  </a:lnTo>
                  <a:lnTo>
                    <a:pt x="6793204" y="2081734"/>
                  </a:lnTo>
                  <a:lnTo>
                    <a:pt x="6806709" y="2082696"/>
                  </a:lnTo>
                  <a:lnTo>
                    <a:pt x="6820214" y="2083687"/>
                  </a:lnTo>
                  <a:lnTo>
                    <a:pt x="6833720" y="2084707"/>
                  </a:lnTo>
                  <a:lnTo>
                    <a:pt x="6847225" y="2085763"/>
                  </a:lnTo>
                  <a:lnTo>
                    <a:pt x="6860730" y="2086861"/>
                  </a:lnTo>
                  <a:lnTo>
                    <a:pt x="6874236" y="2087990"/>
                  </a:lnTo>
                  <a:lnTo>
                    <a:pt x="6887741" y="2089150"/>
                  </a:lnTo>
                  <a:lnTo>
                    <a:pt x="6901247" y="2090356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24532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55740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0901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714085" y="550391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472352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440788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044918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60109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11445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3374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289915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863183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7" name="rc37"/>
            <p:cNvSpPr/>
            <p:nvPr/>
          </p:nvSpPr>
          <p:spPr>
            <a:xfrm>
              <a:off x="3971558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4904926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250729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184097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19512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30: N = 105, median = -11.1 %   |   BMI &lt; 30: N = 217, median = 7.4 %   |   Mann-Whitney U p = &lt;0.001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19512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30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2026-10-13T09:29:18Z</dcterms:modified>
  <cp:category/>
</cp:coreProperties>
</file>