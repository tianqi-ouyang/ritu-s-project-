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2771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3987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4807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0780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6798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87"/>
                  </a:moveTo>
                  <a:lnTo>
                    <a:pt x="13505" y="2428015"/>
                  </a:lnTo>
                  <a:lnTo>
                    <a:pt x="27010" y="2421103"/>
                  </a:lnTo>
                  <a:lnTo>
                    <a:pt x="40516" y="2414587"/>
                  </a:lnTo>
                  <a:lnTo>
                    <a:pt x="54021" y="2408477"/>
                  </a:lnTo>
                  <a:lnTo>
                    <a:pt x="67526" y="2402823"/>
                  </a:lnTo>
                  <a:lnTo>
                    <a:pt x="81032" y="2397806"/>
                  </a:lnTo>
                  <a:lnTo>
                    <a:pt x="94537" y="2393239"/>
                  </a:lnTo>
                  <a:lnTo>
                    <a:pt x="108043" y="2389126"/>
                  </a:lnTo>
                  <a:lnTo>
                    <a:pt x="121548" y="2385547"/>
                  </a:lnTo>
                  <a:lnTo>
                    <a:pt x="135053" y="2382600"/>
                  </a:lnTo>
                  <a:lnTo>
                    <a:pt x="148559" y="2380106"/>
                  </a:lnTo>
                  <a:lnTo>
                    <a:pt x="162064" y="2378062"/>
                  </a:lnTo>
                  <a:lnTo>
                    <a:pt x="175569" y="2376564"/>
                  </a:lnTo>
                  <a:lnTo>
                    <a:pt x="189075" y="2375611"/>
                  </a:lnTo>
                  <a:lnTo>
                    <a:pt x="202580" y="2375057"/>
                  </a:lnTo>
                  <a:lnTo>
                    <a:pt x="216086" y="2374888"/>
                  </a:lnTo>
                  <a:lnTo>
                    <a:pt x="229591" y="2375193"/>
                  </a:lnTo>
                  <a:lnTo>
                    <a:pt x="243096" y="2375887"/>
                  </a:lnTo>
                  <a:lnTo>
                    <a:pt x="256602" y="2376868"/>
                  </a:lnTo>
                  <a:lnTo>
                    <a:pt x="270107" y="2378113"/>
                  </a:lnTo>
                  <a:lnTo>
                    <a:pt x="283612" y="2379666"/>
                  </a:lnTo>
                  <a:lnTo>
                    <a:pt x="297118" y="2381403"/>
                  </a:lnTo>
                  <a:lnTo>
                    <a:pt x="310623" y="2383265"/>
                  </a:lnTo>
                  <a:lnTo>
                    <a:pt x="324129" y="2385223"/>
                  </a:lnTo>
                  <a:lnTo>
                    <a:pt x="337634" y="2387231"/>
                  </a:lnTo>
                  <a:lnTo>
                    <a:pt x="351139" y="2389201"/>
                  </a:lnTo>
                  <a:lnTo>
                    <a:pt x="364645" y="2391099"/>
                  </a:lnTo>
                  <a:lnTo>
                    <a:pt x="378150" y="2392888"/>
                  </a:lnTo>
                  <a:lnTo>
                    <a:pt x="391655" y="2394403"/>
                  </a:lnTo>
                  <a:lnTo>
                    <a:pt x="405161" y="2395665"/>
                  </a:lnTo>
                  <a:lnTo>
                    <a:pt x="418666" y="2396640"/>
                  </a:lnTo>
                  <a:lnTo>
                    <a:pt x="432172" y="2397259"/>
                  </a:lnTo>
                  <a:lnTo>
                    <a:pt x="445677" y="2397298"/>
                  </a:lnTo>
                  <a:lnTo>
                    <a:pt x="459182" y="2396873"/>
                  </a:lnTo>
                  <a:lnTo>
                    <a:pt x="472688" y="2395952"/>
                  </a:lnTo>
                  <a:lnTo>
                    <a:pt x="486193" y="2394401"/>
                  </a:lnTo>
                  <a:lnTo>
                    <a:pt x="499698" y="2392023"/>
                  </a:lnTo>
                  <a:lnTo>
                    <a:pt x="513204" y="2388991"/>
                  </a:lnTo>
                  <a:lnTo>
                    <a:pt x="526709" y="2385277"/>
                  </a:lnTo>
                  <a:lnTo>
                    <a:pt x="540215" y="2380667"/>
                  </a:lnTo>
                  <a:lnTo>
                    <a:pt x="553720" y="2375058"/>
                  </a:lnTo>
                  <a:lnTo>
                    <a:pt x="567225" y="2368644"/>
                  </a:lnTo>
                  <a:lnTo>
                    <a:pt x="580731" y="2361405"/>
                  </a:lnTo>
                  <a:lnTo>
                    <a:pt x="594236" y="2353035"/>
                  </a:lnTo>
                  <a:lnTo>
                    <a:pt x="607741" y="2343586"/>
                  </a:lnTo>
                  <a:lnTo>
                    <a:pt x="621247" y="2333233"/>
                  </a:lnTo>
                  <a:lnTo>
                    <a:pt x="634752" y="2321963"/>
                  </a:lnTo>
                  <a:lnTo>
                    <a:pt x="648258" y="2309391"/>
                  </a:lnTo>
                  <a:lnTo>
                    <a:pt x="661763" y="2295745"/>
                  </a:lnTo>
                  <a:lnTo>
                    <a:pt x="675268" y="2281154"/>
                  </a:lnTo>
                  <a:lnTo>
                    <a:pt x="688774" y="2265618"/>
                  </a:lnTo>
                  <a:lnTo>
                    <a:pt x="702279" y="2248688"/>
                  </a:lnTo>
                  <a:lnTo>
                    <a:pt x="715784" y="2230769"/>
                  </a:lnTo>
                  <a:lnTo>
                    <a:pt x="729290" y="2211926"/>
                  </a:lnTo>
                  <a:lnTo>
                    <a:pt x="742795" y="2192154"/>
                  </a:lnTo>
                  <a:lnTo>
                    <a:pt x="756301" y="2171025"/>
                  </a:lnTo>
                  <a:lnTo>
                    <a:pt x="769806" y="2149035"/>
                  </a:lnTo>
                  <a:lnTo>
                    <a:pt x="783311" y="2126201"/>
                  </a:lnTo>
                  <a:lnTo>
                    <a:pt x="796817" y="2102466"/>
                  </a:lnTo>
                  <a:lnTo>
                    <a:pt x="810322" y="2077601"/>
                  </a:lnTo>
                  <a:lnTo>
                    <a:pt x="823827" y="2051998"/>
                  </a:lnTo>
                  <a:lnTo>
                    <a:pt x="837333" y="2025679"/>
                  </a:lnTo>
                  <a:lnTo>
                    <a:pt x="850838" y="1998562"/>
                  </a:lnTo>
                  <a:lnTo>
                    <a:pt x="864344" y="1970589"/>
                  </a:lnTo>
                  <a:lnTo>
                    <a:pt x="877849" y="1942039"/>
                  </a:lnTo>
                  <a:lnTo>
                    <a:pt x="891354" y="1912941"/>
                  </a:lnTo>
                  <a:lnTo>
                    <a:pt x="904860" y="1883214"/>
                  </a:lnTo>
                  <a:lnTo>
                    <a:pt x="918365" y="1852920"/>
                  </a:lnTo>
                  <a:lnTo>
                    <a:pt x="931870" y="1822235"/>
                  </a:lnTo>
                  <a:lnTo>
                    <a:pt x="945376" y="1791192"/>
                  </a:lnTo>
                  <a:lnTo>
                    <a:pt x="958881" y="1759741"/>
                  </a:lnTo>
                  <a:lnTo>
                    <a:pt x="972387" y="1727998"/>
                  </a:lnTo>
                  <a:lnTo>
                    <a:pt x="985892" y="1696059"/>
                  </a:lnTo>
                  <a:lnTo>
                    <a:pt x="999397" y="1663954"/>
                  </a:lnTo>
                  <a:lnTo>
                    <a:pt x="1012903" y="1631693"/>
                  </a:lnTo>
                  <a:lnTo>
                    <a:pt x="1026408" y="1599376"/>
                  </a:lnTo>
                  <a:lnTo>
                    <a:pt x="1039913" y="1567046"/>
                  </a:lnTo>
                  <a:lnTo>
                    <a:pt x="1053419" y="1534728"/>
                  </a:lnTo>
                  <a:lnTo>
                    <a:pt x="1066924" y="1502508"/>
                  </a:lnTo>
                  <a:lnTo>
                    <a:pt x="1080430" y="1470411"/>
                  </a:lnTo>
                  <a:lnTo>
                    <a:pt x="1093935" y="1438455"/>
                  </a:lnTo>
                  <a:lnTo>
                    <a:pt x="1107440" y="1406666"/>
                  </a:lnTo>
                  <a:lnTo>
                    <a:pt x="1120946" y="1375188"/>
                  </a:lnTo>
                  <a:lnTo>
                    <a:pt x="1134451" y="1343952"/>
                  </a:lnTo>
                  <a:lnTo>
                    <a:pt x="1147956" y="1312972"/>
                  </a:lnTo>
                  <a:lnTo>
                    <a:pt x="1161462" y="1282291"/>
                  </a:lnTo>
                  <a:lnTo>
                    <a:pt x="1174967" y="1252040"/>
                  </a:lnTo>
                  <a:lnTo>
                    <a:pt x="1188473" y="1222105"/>
                  </a:lnTo>
                  <a:lnTo>
                    <a:pt x="1201978" y="1192494"/>
                  </a:lnTo>
                  <a:lnTo>
                    <a:pt x="1215483" y="1163273"/>
                  </a:lnTo>
                  <a:lnTo>
                    <a:pt x="1228989" y="1134517"/>
                  </a:lnTo>
                  <a:lnTo>
                    <a:pt x="1242494" y="1106106"/>
                  </a:lnTo>
                  <a:lnTo>
                    <a:pt x="1255999" y="1078040"/>
                  </a:lnTo>
                  <a:lnTo>
                    <a:pt x="1269505" y="1050404"/>
                  </a:lnTo>
                  <a:lnTo>
                    <a:pt x="1283010" y="1023204"/>
                  </a:lnTo>
                  <a:lnTo>
                    <a:pt x="1296516" y="996336"/>
                  </a:lnTo>
                  <a:lnTo>
                    <a:pt x="1310021" y="969797"/>
                  </a:lnTo>
                  <a:lnTo>
                    <a:pt x="1323526" y="943680"/>
                  </a:lnTo>
                  <a:lnTo>
                    <a:pt x="1337032" y="917931"/>
                  </a:lnTo>
                  <a:lnTo>
                    <a:pt x="1350537" y="892475"/>
                  </a:lnTo>
                  <a:lnTo>
                    <a:pt x="1364042" y="867304"/>
                  </a:lnTo>
                  <a:lnTo>
                    <a:pt x="1377548" y="842515"/>
                  </a:lnTo>
                  <a:lnTo>
                    <a:pt x="1391053" y="818012"/>
                  </a:lnTo>
                  <a:lnTo>
                    <a:pt x="1404559" y="793753"/>
                  </a:lnTo>
                  <a:lnTo>
                    <a:pt x="1418064" y="769728"/>
                  </a:lnTo>
                  <a:lnTo>
                    <a:pt x="1431569" y="746030"/>
                  </a:lnTo>
                  <a:lnTo>
                    <a:pt x="1445075" y="722548"/>
                  </a:lnTo>
                  <a:lnTo>
                    <a:pt x="1458580" y="699265"/>
                  </a:lnTo>
                  <a:lnTo>
                    <a:pt x="1472085" y="676178"/>
                  </a:lnTo>
                  <a:lnTo>
                    <a:pt x="1485591" y="653367"/>
                  </a:lnTo>
                  <a:lnTo>
                    <a:pt x="1499096" y="630730"/>
                  </a:lnTo>
                  <a:lnTo>
                    <a:pt x="1512602" y="608267"/>
                  </a:lnTo>
                  <a:lnTo>
                    <a:pt x="1526107" y="585990"/>
                  </a:lnTo>
                  <a:lnTo>
                    <a:pt x="1539612" y="563957"/>
                  </a:lnTo>
                  <a:lnTo>
                    <a:pt x="1553118" y="542095"/>
                  </a:lnTo>
                  <a:lnTo>
                    <a:pt x="1566623" y="520407"/>
                  </a:lnTo>
                  <a:lnTo>
                    <a:pt x="1580128" y="498927"/>
                  </a:lnTo>
                  <a:lnTo>
                    <a:pt x="1593634" y="477702"/>
                  </a:lnTo>
                  <a:lnTo>
                    <a:pt x="1607139" y="456674"/>
                  </a:lnTo>
                  <a:lnTo>
                    <a:pt x="1620645" y="435850"/>
                  </a:lnTo>
                  <a:lnTo>
                    <a:pt x="1634150" y="415294"/>
                  </a:lnTo>
                  <a:lnTo>
                    <a:pt x="1647655" y="395038"/>
                  </a:lnTo>
                  <a:lnTo>
                    <a:pt x="1661161" y="375030"/>
                  </a:lnTo>
                  <a:lnTo>
                    <a:pt x="1674666" y="355281"/>
                  </a:lnTo>
                  <a:lnTo>
                    <a:pt x="1688171" y="335899"/>
                  </a:lnTo>
                  <a:lnTo>
                    <a:pt x="1701677" y="316881"/>
                  </a:lnTo>
                  <a:lnTo>
                    <a:pt x="1715182" y="298181"/>
                  </a:lnTo>
                  <a:lnTo>
                    <a:pt x="1728688" y="279811"/>
                  </a:lnTo>
                  <a:lnTo>
                    <a:pt x="1742193" y="261939"/>
                  </a:lnTo>
                  <a:lnTo>
                    <a:pt x="1755698" y="244496"/>
                  </a:lnTo>
                  <a:lnTo>
                    <a:pt x="1769204" y="227450"/>
                  </a:lnTo>
                  <a:lnTo>
                    <a:pt x="1782709" y="210813"/>
                  </a:lnTo>
                  <a:lnTo>
                    <a:pt x="1796215" y="194822"/>
                  </a:lnTo>
                  <a:lnTo>
                    <a:pt x="1809720" y="179315"/>
                  </a:lnTo>
                  <a:lnTo>
                    <a:pt x="1823225" y="164281"/>
                  </a:lnTo>
                  <a:lnTo>
                    <a:pt x="1836731" y="149746"/>
                  </a:lnTo>
                  <a:lnTo>
                    <a:pt x="1850236" y="135981"/>
                  </a:lnTo>
                  <a:lnTo>
                    <a:pt x="1863741" y="122748"/>
                  </a:lnTo>
                  <a:lnTo>
                    <a:pt x="1877247" y="110056"/>
                  </a:lnTo>
                  <a:lnTo>
                    <a:pt x="1890752" y="97972"/>
                  </a:lnTo>
                  <a:lnTo>
                    <a:pt x="1904258" y="86709"/>
                  </a:lnTo>
                  <a:lnTo>
                    <a:pt x="1917763" y="76031"/>
                  </a:lnTo>
                  <a:lnTo>
                    <a:pt x="1931268" y="65945"/>
                  </a:lnTo>
                  <a:lnTo>
                    <a:pt x="1944774" y="56569"/>
                  </a:lnTo>
                  <a:lnTo>
                    <a:pt x="1958279" y="48026"/>
                  </a:lnTo>
                  <a:lnTo>
                    <a:pt x="1971784" y="40102"/>
                  </a:lnTo>
                  <a:lnTo>
                    <a:pt x="1985290" y="32803"/>
                  </a:lnTo>
                  <a:lnTo>
                    <a:pt x="1998795" y="26293"/>
                  </a:lnTo>
                  <a:lnTo>
                    <a:pt x="2012301" y="20593"/>
                  </a:lnTo>
                  <a:lnTo>
                    <a:pt x="2025806" y="15525"/>
                  </a:lnTo>
                  <a:lnTo>
                    <a:pt x="2039311" y="11089"/>
                  </a:lnTo>
                  <a:lnTo>
                    <a:pt x="2052817" y="7495"/>
                  </a:lnTo>
                  <a:lnTo>
                    <a:pt x="2066322" y="4655"/>
                  </a:lnTo>
                  <a:lnTo>
                    <a:pt x="2079827" y="2434"/>
                  </a:lnTo>
                  <a:lnTo>
                    <a:pt x="2093333" y="829"/>
                  </a:lnTo>
                  <a:lnTo>
                    <a:pt x="2106838" y="81"/>
                  </a:lnTo>
                  <a:lnTo>
                    <a:pt x="2120344" y="0"/>
                  </a:lnTo>
                  <a:lnTo>
                    <a:pt x="2133849" y="500"/>
                  </a:lnTo>
                  <a:lnTo>
                    <a:pt x="2147354" y="1575"/>
                  </a:lnTo>
                  <a:lnTo>
                    <a:pt x="2160860" y="3476"/>
                  </a:lnTo>
                  <a:lnTo>
                    <a:pt x="2174365" y="5934"/>
                  </a:lnTo>
                  <a:lnTo>
                    <a:pt x="2187870" y="8911"/>
                  </a:lnTo>
                  <a:lnTo>
                    <a:pt x="2201376" y="12406"/>
                  </a:lnTo>
                  <a:lnTo>
                    <a:pt x="2214881" y="16621"/>
                  </a:lnTo>
                  <a:lnTo>
                    <a:pt x="2228387" y="21281"/>
                  </a:lnTo>
                  <a:lnTo>
                    <a:pt x="2241892" y="26370"/>
                  </a:lnTo>
                  <a:lnTo>
                    <a:pt x="2255397" y="31913"/>
                  </a:lnTo>
                  <a:lnTo>
                    <a:pt x="2268903" y="37991"/>
                  </a:lnTo>
                  <a:lnTo>
                    <a:pt x="2282408" y="44410"/>
                  </a:lnTo>
                  <a:lnTo>
                    <a:pt x="2295913" y="51151"/>
                  </a:lnTo>
                  <a:lnTo>
                    <a:pt x="2309419" y="58242"/>
                  </a:lnTo>
                  <a:lnTo>
                    <a:pt x="2322924" y="65682"/>
                  </a:lnTo>
                  <a:lnTo>
                    <a:pt x="2336430" y="73345"/>
                  </a:lnTo>
                  <a:lnTo>
                    <a:pt x="2349935" y="81214"/>
                  </a:lnTo>
                  <a:lnTo>
                    <a:pt x="2363440" y="89304"/>
                  </a:lnTo>
                  <a:lnTo>
                    <a:pt x="2376946" y="97569"/>
                  </a:lnTo>
                  <a:lnTo>
                    <a:pt x="2390451" y="105944"/>
                  </a:lnTo>
                  <a:lnTo>
                    <a:pt x="2403956" y="114411"/>
                  </a:lnTo>
                  <a:lnTo>
                    <a:pt x="2417462" y="122963"/>
                  </a:lnTo>
                  <a:lnTo>
                    <a:pt x="2430967" y="131554"/>
                  </a:lnTo>
                  <a:lnTo>
                    <a:pt x="2444473" y="140158"/>
                  </a:lnTo>
                  <a:lnTo>
                    <a:pt x="2457978" y="148763"/>
                  </a:lnTo>
                  <a:lnTo>
                    <a:pt x="2471483" y="157337"/>
                  </a:lnTo>
                  <a:lnTo>
                    <a:pt x="2484989" y="165867"/>
                  </a:lnTo>
                  <a:lnTo>
                    <a:pt x="2498494" y="174348"/>
                  </a:lnTo>
                  <a:lnTo>
                    <a:pt x="2511999" y="182775"/>
                  </a:lnTo>
                  <a:lnTo>
                    <a:pt x="2525505" y="191109"/>
                  </a:lnTo>
                  <a:lnTo>
                    <a:pt x="2539010" y="199377"/>
                  </a:lnTo>
                  <a:lnTo>
                    <a:pt x="2552516" y="207584"/>
                  </a:lnTo>
                  <a:lnTo>
                    <a:pt x="2566021" y="215731"/>
                  </a:lnTo>
                  <a:lnTo>
                    <a:pt x="2579526" y="223807"/>
                  </a:lnTo>
                  <a:lnTo>
                    <a:pt x="2593032" y="231854"/>
                  </a:lnTo>
                  <a:lnTo>
                    <a:pt x="2606537" y="239883"/>
                  </a:lnTo>
                  <a:lnTo>
                    <a:pt x="2620042" y="247907"/>
                  </a:lnTo>
                  <a:lnTo>
                    <a:pt x="2633548" y="255969"/>
                  </a:lnTo>
                  <a:lnTo>
                    <a:pt x="2647053" y="264091"/>
                  </a:lnTo>
                  <a:lnTo>
                    <a:pt x="2660559" y="272290"/>
                  </a:lnTo>
                  <a:lnTo>
                    <a:pt x="2674064" y="280614"/>
                  </a:lnTo>
                  <a:lnTo>
                    <a:pt x="2687569" y="289141"/>
                  </a:lnTo>
                  <a:lnTo>
                    <a:pt x="2701075" y="297859"/>
                  </a:lnTo>
                  <a:lnTo>
                    <a:pt x="2714580" y="306791"/>
                  </a:lnTo>
                  <a:lnTo>
                    <a:pt x="2728085" y="316043"/>
                  </a:lnTo>
                  <a:lnTo>
                    <a:pt x="2741591" y="325684"/>
                  </a:lnTo>
                  <a:lnTo>
                    <a:pt x="2755096" y="335672"/>
                  </a:lnTo>
                  <a:lnTo>
                    <a:pt x="2768602" y="346030"/>
                  </a:lnTo>
                  <a:lnTo>
                    <a:pt x="2782107" y="356945"/>
                  </a:lnTo>
                  <a:lnTo>
                    <a:pt x="2795612" y="368419"/>
                  </a:lnTo>
                  <a:lnTo>
                    <a:pt x="2809118" y="380392"/>
                  </a:lnTo>
                  <a:lnTo>
                    <a:pt x="2822623" y="392889"/>
                  </a:lnTo>
                  <a:lnTo>
                    <a:pt x="2836128" y="406184"/>
                  </a:lnTo>
                  <a:lnTo>
                    <a:pt x="2849634" y="420158"/>
                  </a:lnTo>
                  <a:lnTo>
                    <a:pt x="2863139" y="434758"/>
                  </a:lnTo>
                  <a:lnTo>
                    <a:pt x="2876645" y="450003"/>
                  </a:lnTo>
                  <a:lnTo>
                    <a:pt x="2890150" y="466253"/>
                  </a:lnTo>
                  <a:lnTo>
                    <a:pt x="2903655" y="483232"/>
                  </a:lnTo>
                  <a:lnTo>
                    <a:pt x="2917161" y="500916"/>
                  </a:lnTo>
                  <a:lnTo>
                    <a:pt x="2930666" y="519340"/>
                  </a:lnTo>
                  <a:lnTo>
                    <a:pt x="2944171" y="538854"/>
                  </a:lnTo>
                  <a:lnTo>
                    <a:pt x="2957677" y="559094"/>
                  </a:lnTo>
                  <a:lnTo>
                    <a:pt x="2971182" y="580060"/>
                  </a:lnTo>
                  <a:lnTo>
                    <a:pt x="2984688" y="601829"/>
                  </a:lnTo>
                  <a:lnTo>
                    <a:pt x="2998193" y="624612"/>
                  </a:lnTo>
                  <a:lnTo>
                    <a:pt x="3011698" y="648087"/>
                  </a:lnTo>
                  <a:lnTo>
                    <a:pt x="3025204" y="672245"/>
                  </a:lnTo>
                  <a:lnTo>
                    <a:pt x="3038709" y="697193"/>
                  </a:lnTo>
                  <a:lnTo>
                    <a:pt x="3052214" y="722997"/>
                  </a:lnTo>
                  <a:lnTo>
                    <a:pt x="3065720" y="749404"/>
                  </a:lnTo>
                  <a:lnTo>
                    <a:pt x="3079225" y="776395"/>
                  </a:lnTo>
                  <a:lnTo>
                    <a:pt x="3092731" y="804089"/>
                  </a:lnTo>
                  <a:lnTo>
                    <a:pt x="3106236" y="832430"/>
                  </a:lnTo>
                  <a:lnTo>
                    <a:pt x="3119741" y="861243"/>
                  </a:lnTo>
                  <a:lnTo>
                    <a:pt x="3133247" y="890506"/>
                  </a:lnTo>
                  <a:lnTo>
                    <a:pt x="3146752" y="920318"/>
                  </a:lnTo>
                  <a:lnTo>
                    <a:pt x="3160257" y="950555"/>
                  </a:lnTo>
                  <a:lnTo>
                    <a:pt x="3173763" y="981112"/>
                  </a:lnTo>
                  <a:lnTo>
                    <a:pt x="3187268" y="1011966"/>
                  </a:lnTo>
                  <a:lnTo>
                    <a:pt x="3200774" y="1043173"/>
                  </a:lnTo>
                  <a:lnTo>
                    <a:pt x="3214279" y="1074600"/>
                  </a:lnTo>
                  <a:lnTo>
                    <a:pt x="3227784" y="1106193"/>
                  </a:lnTo>
                  <a:lnTo>
                    <a:pt x="3241290" y="1137930"/>
                  </a:lnTo>
                  <a:lnTo>
                    <a:pt x="3254795" y="1169811"/>
                  </a:lnTo>
                  <a:lnTo>
                    <a:pt x="3268300" y="1201743"/>
                  </a:lnTo>
                  <a:lnTo>
                    <a:pt x="3281806" y="1233703"/>
                  </a:lnTo>
                  <a:lnTo>
                    <a:pt x="3295311" y="1265668"/>
                  </a:lnTo>
                  <a:lnTo>
                    <a:pt x="3308817" y="1297580"/>
                  </a:lnTo>
                  <a:lnTo>
                    <a:pt x="3322322" y="1329421"/>
                  </a:lnTo>
                  <a:lnTo>
                    <a:pt x="3335827" y="1361173"/>
                  </a:lnTo>
                  <a:lnTo>
                    <a:pt x="3349333" y="1392806"/>
                  </a:lnTo>
                  <a:lnTo>
                    <a:pt x="3362838" y="1424242"/>
                  </a:lnTo>
                  <a:lnTo>
                    <a:pt x="3376343" y="1455514"/>
                  </a:lnTo>
                  <a:lnTo>
                    <a:pt x="3389849" y="1486612"/>
                  </a:lnTo>
                  <a:lnTo>
                    <a:pt x="3403354" y="1517481"/>
                  </a:lnTo>
                  <a:lnTo>
                    <a:pt x="3416860" y="1548063"/>
                  </a:lnTo>
                  <a:lnTo>
                    <a:pt x="3430365" y="1578416"/>
                  </a:lnTo>
                  <a:lnTo>
                    <a:pt x="3443870" y="1608532"/>
                  </a:lnTo>
                  <a:lnTo>
                    <a:pt x="3457376" y="1638330"/>
                  </a:lnTo>
                  <a:lnTo>
                    <a:pt x="3470881" y="1667791"/>
                  </a:lnTo>
                  <a:lnTo>
                    <a:pt x="3484387" y="1696977"/>
                  </a:lnTo>
                  <a:lnTo>
                    <a:pt x="3497892" y="1725881"/>
                  </a:lnTo>
                  <a:lnTo>
                    <a:pt x="3511397" y="1754392"/>
                  </a:lnTo>
                  <a:lnTo>
                    <a:pt x="3524903" y="1782542"/>
                  </a:lnTo>
                  <a:lnTo>
                    <a:pt x="3538408" y="1810381"/>
                  </a:lnTo>
                  <a:lnTo>
                    <a:pt x="3551913" y="1837905"/>
                  </a:lnTo>
                  <a:lnTo>
                    <a:pt x="3565419" y="1864966"/>
                  </a:lnTo>
                  <a:lnTo>
                    <a:pt x="3578924" y="1891653"/>
                  </a:lnTo>
                  <a:lnTo>
                    <a:pt x="3592430" y="1918000"/>
                  </a:lnTo>
                  <a:lnTo>
                    <a:pt x="3605935" y="1944001"/>
                  </a:lnTo>
                  <a:lnTo>
                    <a:pt x="3619440" y="1969468"/>
                  </a:lnTo>
                  <a:lnTo>
                    <a:pt x="3632946" y="1994555"/>
                  </a:lnTo>
                  <a:lnTo>
                    <a:pt x="3646451" y="2019271"/>
                  </a:lnTo>
                  <a:lnTo>
                    <a:pt x="3659956" y="2043595"/>
                  </a:lnTo>
                  <a:lnTo>
                    <a:pt x="3673462" y="2067339"/>
                  </a:lnTo>
                  <a:lnTo>
                    <a:pt x="3686967" y="2090685"/>
                  </a:lnTo>
                  <a:lnTo>
                    <a:pt x="3700473" y="2113630"/>
                  </a:lnTo>
                  <a:lnTo>
                    <a:pt x="3713978" y="2136118"/>
                  </a:lnTo>
                  <a:lnTo>
                    <a:pt x="3727483" y="2158012"/>
                  </a:lnTo>
                  <a:lnTo>
                    <a:pt x="3740989" y="2179479"/>
                  </a:lnTo>
                  <a:lnTo>
                    <a:pt x="3754494" y="2200515"/>
                  </a:lnTo>
                  <a:lnTo>
                    <a:pt x="3767999" y="2221029"/>
                  </a:lnTo>
                  <a:lnTo>
                    <a:pt x="3781505" y="2240946"/>
                  </a:lnTo>
                  <a:lnTo>
                    <a:pt x="3795010" y="2260412"/>
                  </a:lnTo>
                  <a:lnTo>
                    <a:pt x="3808516" y="2279426"/>
                  </a:lnTo>
                  <a:lnTo>
                    <a:pt x="3822021" y="2297858"/>
                  </a:lnTo>
                  <a:lnTo>
                    <a:pt x="3835526" y="2315707"/>
                  </a:lnTo>
                  <a:lnTo>
                    <a:pt x="3849032" y="2333094"/>
                  </a:lnTo>
                  <a:lnTo>
                    <a:pt x="3862537" y="2350018"/>
                  </a:lnTo>
                  <a:lnTo>
                    <a:pt x="3876042" y="2366316"/>
                  </a:lnTo>
                  <a:lnTo>
                    <a:pt x="3889548" y="2382066"/>
                  </a:lnTo>
                  <a:lnTo>
                    <a:pt x="3903053" y="2397357"/>
                  </a:lnTo>
                  <a:lnTo>
                    <a:pt x="3916559" y="2412190"/>
                  </a:lnTo>
                  <a:lnTo>
                    <a:pt x="3930064" y="2426378"/>
                  </a:lnTo>
                  <a:lnTo>
                    <a:pt x="3943569" y="2440073"/>
                  </a:lnTo>
                  <a:lnTo>
                    <a:pt x="3957075" y="2453328"/>
                  </a:lnTo>
                  <a:lnTo>
                    <a:pt x="3970580" y="2466150"/>
                  </a:lnTo>
                  <a:lnTo>
                    <a:pt x="3984085" y="2478335"/>
                  </a:lnTo>
                  <a:lnTo>
                    <a:pt x="3997591" y="2490097"/>
                  </a:lnTo>
                  <a:lnTo>
                    <a:pt x="4011096" y="2501456"/>
                  </a:lnTo>
                  <a:lnTo>
                    <a:pt x="4024602" y="2512404"/>
                  </a:lnTo>
                  <a:lnTo>
                    <a:pt x="4038107" y="2522785"/>
                  </a:lnTo>
                  <a:lnTo>
                    <a:pt x="4051612" y="2532806"/>
                  </a:lnTo>
                  <a:lnTo>
                    <a:pt x="4065118" y="2542472"/>
                  </a:lnTo>
                  <a:lnTo>
                    <a:pt x="4078623" y="2551755"/>
                  </a:lnTo>
                  <a:lnTo>
                    <a:pt x="4092128" y="2560578"/>
                  </a:lnTo>
                  <a:lnTo>
                    <a:pt x="4105634" y="2569095"/>
                  </a:lnTo>
                  <a:lnTo>
                    <a:pt x="4119139" y="2577314"/>
                  </a:lnTo>
                  <a:lnTo>
                    <a:pt x="4132645" y="2585191"/>
                  </a:lnTo>
                  <a:lnTo>
                    <a:pt x="4146150" y="2592711"/>
                  </a:lnTo>
                  <a:lnTo>
                    <a:pt x="4159655" y="2599981"/>
                  </a:lnTo>
                  <a:lnTo>
                    <a:pt x="4173161" y="2607008"/>
                  </a:lnTo>
                  <a:lnTo>
                    <a:pt x="4186666" y="2613743"/>
                  </a:lnTo>
                  <a:lnTo>
                    <a:pt x="4200171" y="2620211"/>
                  </a:lnTo>
                  <a:lnTo>
                    <a:pt x="4213677" y="2626478"/>
                  </a:lnTo>
                  <a:lnTo>
                    <a:pt x="4227182" y="2632554"/>
                  </a:lnTo>
                  <a:lnTo>
                    <a:pt x="4240688" y="2638385"/>
                  </a:lnTo>
                  <a:lnTo>
                    <a:pt x="4254193" y="2644019"/>
                  </a:lnTo>
                  <a:lnTo>
                    <a:pt x="4267698" y="2649496"/>
                  </a:lnTo>
                  <a:lnTo>
                    <a:pt x="4281204" y="2654820"/>
                  </a:lnTo>
                  <a:lnTo>
                    <a:pt x="4294709" y="2659940"/>
                  </a:lnTo>
                  <a:lnTo>
                    <a:pt x="4308214" y="2664913"/>
                  </a:lnTo>
                  <a:lnTo>
                    <a:pt x="4321720" y="2669758"/>
                  </a:lnTo>
                  <a:lnTo>
                    <a:pt x="4335225" y="2674480"/>
                  </a:lnTo>
                  <a:lnTo>
                    <a:pt x="4348731" y="2679025"/>
                  </a:lnTo>
                  <a:lnTo>
                    <a:pt x="4362236" y="2683455"/>
                  </a:lnTo>
                  <a:lnTo>
                    <a:pt x="4375741" y="2687777"/>
                  </a:lnTo>
                  <a:lnTo>
                    <a:pt x="4389247" y="2691987"/>
                  </a:lnTo>
                  <a:lnTo>
                    <a:pt x="4402752" y="2696044"/>
                  </a:lnTo>
                  <a:lnTo>
                    <a:pt x="4416257" y="2700000"/>
                  </a:lnTo>
                  <a:lnTo>
                    <a:pt x="4429763" y="2703858"/>
                  </a:lnTo>
                  <a:lnTo>
                    <a:pt x="4443268" y="2707604"/>
                  </a:lnTo>
                  <a:lnTo>
                    <a:pt x="4456774" y="2711214"/>
                  </a:lnTo>
                  <a:lnTo>
                    <a:pt x="4470279" y="2714728"/>
                  </a:lnTo>
                  <a:lnTo>
                    <a:pt x="4483784" y="2718146"/>
                  </a:lnTo>
                  <a:lnTo>
                    <a:pt x="4497290" y="2721448"/>
                  </a:lnTo>
                  <a:lnTo>
                    <a:pt x="4510795" y="2724623"/>
                  </a:lnTo>
                  <a:lnTo>
                    <a:pt x="4524300" y="2727702"/>
                  </a:lnTo>
                  <a:lnTo>
                    <a:pt x="4537806" y="2730686"/>
                  </a:lnTo>
                  <a:lnTo>
                    <a:pt x="4551311" y="2733547"/>
                  </a:lnTo>
                  <a:lnTo>
                    <a:pt x="4564817" y="2736288"/>
                  </a:lnTo>
                  <a:lnTo>
                    <a:pt x="4578322" y="2738934"/>
                  </a:lnTo>
                  <a:lnTo>
                    <a:pt x="4591827" y="2741484"/>
                  </a:lnTo>
                  <a:lnTo>
                    <a:pt x="4605333" y="2743907"/>
                  </a:lnTo>
                  <a:lnTo>
                    <a:pt x="4618838" y="2746218"/>
                  </a:lnTo>
                  <a:lnTo>
                    <a:pt x="4632343" y="2748436"/>
                  </a:lnTo>
                  <a:lnTo>
                    <a:pt x="4645849" y="2750562"/>
                  </a:lnTo>
                  <a:lnTo>
                    <a:pt x="4659354" y="2752557"/>
                  </a:lnTo>
                  <a:lnTo>
                    <a:pt x="4672860" y="2754453"/>
                  </a:lnTo>
                  <a:lnTo>
                    <a:pt x="4686365" y="2756261"/>
                  </a:lnTo>
                  <a:lnTo>
                    <a:pt x="4699870" y="2757982"/>
                  </a:lnTo>
                  <a:lnTo>
                    <a:pt x="4713376" y="2759575"/>
                  </a:lnTo>
                  <a:lnTo>
                    <a:pt x="4726881" y="2761084"/>
                  </a:lnTo>
                  <a:lnTo>
                    <a:pt x="4740386" y="2762514"/>
                  </a:lnTo>
                  <a:lnTo>
                    <a:pt x="4753892" y="2763861"/>
                  </a:lnTo>
                  <a:lnTo>
                    <a:pt x="4767397" y="2765097"/>
                  </a:lnTo>
                  <a:lnTo>
                    <a:pt x="4780903" y="2766261"/>
                  </a:lnTo>
                  <a:lnTo>
                    <a:pt x="4794408" y="2767355"/>
                  </a:lnTo>
                  <a:lnTo>
                    <a:pt x="4807913" y="2768373"/>
                  </a:lnTo>
                  <a:lnTo>
                    <a:pt x="4821419" y="2769302"/>
                  </a:lnTo>
                  <a:lnTo>
                    <a:pt x="4834924" y="2770171"/>
                  </a:lnTo>
                  <a:lnTo>
                    <a:pt x="4848429" y="2770981"/>
                  </a:lnTo>
                  <a:lnTo>
                    <a:pt x="4861935" y="2771725"/>
                  </a:lnTo>
                  <a:lnTo>
                    <a:pt x="4875440" y="2772400"/>
                  </a:lnTo>
                  <a:lnTo>
                    <a:pt x="4888946" y="2773027"/>
                  </a:lnTo>
                  <a:lnTo>
                    <a:pt x="4902451" y="2773608"/>
                  </a:lnTo>
                  <a:lnTo>
                    <a:pt x="4915956" y="2774132"/>
                  </a:lnTo>
                  <a:lnTo>
                    <a:pt x="4929462" y="2774607"/>
                  </a:lnTo>
                  <a:lnTo>
                    <a:pt x="4942967" y="2775044"/>
                  </a:lnTo>
                  <a:lnTo>
                    <a:pt x="4956472" y="2775446"/>
                  </a:lnTo>
                  <a:lnTo>
                    <a:pt x="4969978" y="2775803"/>
                  </a:lnTo>
                  <a:lnTo>
                    <a:pt x="4983483" y="2776125"/>
                  </a:lnTo>
                  <a:lnTo>
                    <a:pt x="4996989" y="2776420"/>
                  </a:lnTo>
                  <a:lnTo>
                    <a:pt x="5010494" y="2776689"/>
                  </a:lnTo>
                  <a:lnTo>
                    <a:pt x="5023999" y="2776923"/>
                  </a:lnTo>
                  <a:lnTo>
                    <a:pt x="5037505" y="2777135"/>
                  </a:lnTo>
                  <a:lnTo>
                    <a:pt x="5051010" y="2777327"/>
                  </a:lnTo>
                  <a:lnTo>
                    <a:pt x="5064515" y="2777501"/>
                  </a:lnTo>
                  <a:lnTo>
                    <a:pt x="5078021" y="2777650"/>
                  </a:lnTo>
                  <a:lnTo>
                    <a:pt x="5091526" y="2777784"/>
                  </a:lnTo>
                  <a:lnTo>
                    <a:pt x="5105032" y="2777905"/>
                  </a:lnTo>
                  <a:lnTo>
                    <a:pt x="5118537" y="2778013"/>
                  </a:lnTo>
                  <a:lnTo>
                    <a:pt x="5132042" y="2778104"/>
                  </a:lnTo>
                  <a:lnTo>
                    <a:pt x="5145548" y="2778187"/>
                  </a:lnTo>
                  <a:lnTo>
                    <a:pt x="5159053" y="2778260"/>
                  </a:lnTo>
                  <a:lnTo>
                    <a:pt x="5172559" y="2778325"/>
                  </a:lnTo>
                  <a:lnTo>
                    <a:pt x="5186064" y="2778380"/>
                  </a:lnTo>
                  <a:lnTo>
                    <a:pt x="5199569" y="2778428"/>
                  </a:lnTo>
                  <a:lnTo>
                    <a:pt x="5213075" y="2778472"/>
                  </a:lnTo>
                  <a:lnTo>
                    <a:pt x="5226580" y="2778509"/>
                  </a:lnTo>
                  <a:lnTo>
                    <a:pt x="5240085" y="2778541"/>
                  </a:lnTo>
                  <a:lnTo>
                    <a:pt x="5253591" y="2778569"/>
                  </a:lnTo>
                  <a:lnTo>
                    <a:pt x="5267096" y="2778593"/>
                  </a:lnTo>
                  <a:lnTo>
                    <a:pt x="5280602" y="2778614"/>
                  </a:lnTo>
                  <a:lnTo>
                    <a:pt x="5294107" y="2778632"/>
                  </a:lnTo>
                  <a:lnTo>
                    <a:pt x="5307612" y="2778647"/>
                  </a:lnTo>
                  <a:lnTo>
                    <a:pt x="5321118" y="2778661"/>
                  </a:lnTo>
                  <a:lnTo>
                    <a:pt x="5334623" y="2778672"/>
                  </a:lnTo>
                  <a:lnTo>
                    <a:pt x="5348128" y="2778681"/>
                  </a:lnTo>
                  <a:lnTo>
                    <a:pt x="5361634" y="2778690"/>
                  </a:lnTo>
                  <a:lnTo>
                    <a:pt x="5375139" y="2778697"/>
                  </a:lnTo>
                  <a:lnTo>
                    <a:pt x="5388645" y="2778703"/>
                  </a:lnTo>
                  <a:lnTo>
                    <a:pt x="5402150" y="2778708"/>
                  </a:lnTo>
                  <a:lnTo>
                    <a:pt x="5415655" y="2778712"/>
                  </a:lnTo>
                  <a:lnTo>
                    <a:pt x="5429161" y="2778716"/>
                  </a:lnTo>
                  <a:lnTo>
                    <a:pt x="5442666" y="2778719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7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30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87"/>
                  </a:moveTo>
                  <a:lnTo>
                    <a:pt x="13505" y="2428015"/>
                  </a:lnTo>
                  <a:lnTo>
                    <a:pt x="27010" y="2421103"/>
                  </a:lnTo>
                  <a:lnTo>
                    <a:pt x="40516" y="2414587"/>
                  </a:lnTo>
                  <a:lnTo>
                    <a:pt x="54021" y="2408477"/>
                  </a:lnTo>
                  <a:lnTo>
                    <a:pt x="67526" y="2402823"/>
                  </a:lnTo>
                  <a:lnTo>
                    <a:pt x="81032" y="2397806"/>
                  </a:lnTo>
                  <a:lnTo>
                    <a:pt x="94537" y="2393239"/>
                  </a:lnTo>
                  <a:lnTo>
                    <a:pt x="108043" y="2389126"/>
                  </a:lnTo>
                  <a:lnTo>
                    <a:pt x="121548" y="2385547"/>
                  </a:lnTo>
                  <a:lnTo>
                    <a:pt x="135053" y="2382600"/>
                  </a:lnTo>
                  <a:lnTo>
                    <a:pt x="148559" y="2380106"/>
                  </a:lnTo>
                  <a:lnTo>
                    <a:pt x="162064" y="2378062"/>
                  </a:lnTo>
                  <a:lnTo>
                    <a:pt x="175569" y="2376564"/>
                  </a:lnTo>
                  <a:lnTo>
                    <a:pt x="189075" y="2375611"/>
                  </a:lnTo>
                  <a:lnTo>
                    <a:pt x="202580" y="2375057"/>
                  </a:lnTo>
                  <a:lnTo>
                    <a:pt x="216086" y="2374888"/>
                  </a:lnTo>
                  <a:lnTo>
                    <a:pt x="229591" y="2375193"/>
                  </a:lnTo>
                  <a:lnTo>
                    <a:pt x="243096" y="2375887"/>
                  </a:lnTo>
                  <a:lnTo>
                    <a:pt x="256602" y="2376868"/>
                  </a:lnTo>
                  <a:lnTo>
                    <a:pt x="270107" y="2378113"/>
                  </a:lnTo>
                  <a:lnTo>
                    <a:pt x="283612" y="2379666"/>
                  </a:lnTo>
                  <a:lnTo>
                    <a:pt x="297118" y="2381403"/>
                  </a:lnTo>
                  <a:lnTo>
                    <a:pt x="310623" y="2383265"/>
                  </a:lnTo>
                  <a:lnTo>
                    <a:pt x="324129" y="2385223"/>
                  </a:lnTo>
                  <a:lnTo>
                    <a:pt x="337634" y="2387231"/>
                  </a:lnTo>
                  <a:lnTo>
                    <a:pt x="351139" y="2389201"/>
                  </a:lnTo>
                  <a:lnTo>
                    <a:pt x="364645" y="2391099"/>
                  </a:lnTo>
                  <a:lnTo>
                    <a:pt x="378150" y="2392888"/>
                  </a:lnTo>
                  <a:lnTo>
                    <a:pt x="391655" y="2394403"/>
                  </a:lnTo>
                  <a:lnTo>
                    <a:pt x="405161" y="2395665"/>
                  </a:lnTo>
                  <a:lnTo>
                    <a:pt x="418666" y="2396640"/>
                  </a:lnTo>
                  <a:lnTo>
                    <a:pt x="432172" y="2397259"/>
                  </a:lnTo>
                  <a:lnTo>
                    <a:pt x="445677" y="2397298"/>
                  </a:lnTo>
                  <a:lnTo>
                    <a:pt x="459182" y="2396873"/>
                  </a:lnTo>
                  <a:lnTo>
                    <a:pt x="472688" y="2395952"/>
                  </a:lnTo>
                  <a:lnTo>
                    <a:pt x="486193" y="2394401"/>
                  </a:lnTo>
                  <a:lnTo>
                    <a:pt x="499698" y="2392023"/>
                  </a:lnTo>
                  <a:lnTo>
                    <a:pt x="513204" y="2388991"/>
                  </a:lnTo>
                  <a:lnTo>
                    <a:pt x="526709" y="2385277"/>
                  </a:lnTo>
                  <a:lnTo>
                    <a:pt x="540215" y="2380667"/>
                  </a:lnTo>
                  <a:lnTo>
                    <a:pt x="553720" y="2375058"/>
                  </a:lnTo>
                  <a:lnTo>
                    <a:pt x="567225" y="2368644"/>
                  </a:lnTo>
                  <a:lnTo>
                    <a:pt x="580731" y="2361405"/>
                  </a:lnTo>
                  <a:lnTo>
                    <a:pt x="594236" y="2353035"/>
                  </a:lnTo>
                  <a:lnTo>
                    <a:pt x="607741" y="2343586"/>
                  </a:lnTo>
                  <a:lnTo>
                    <a:pt x="621247" y="2333233"/>
                  </a:lnTo>
                  <a:lnTo>
                    <a:pt x="634752" y="2321963"/>
                  </a:lnTo>
                  <a:lnTo>
                    <a:pt x="648258" y="2309391"/>
                  </a:lnTo>
                  <a:lnTo>
                    <a:pt x="661763" y="2295745"/>
                  </a:lnTo>
                  <a:lnTo>
                    <a:pt x="675268" y="2281154"/>
                  </a:lnTo>
                  <a:lnTo>
                    <a:pt x="688774" y="2265618"/>
                  </a:lnTo>
                  <a:lnTo>
                    <a:pt x="702279" y="2248688"/>
                  </a:lnTo>
                  <a:lnTo>
                    <a:pt x="715784" y="2230769"/>
                  </a:lnTo>
                  <a:lnTo>
                    <a:pt x="729290" y="2211926"/>
                  </a:lnTo>
                  <a:lnTo>
                    <a:pt x="742795" y="2192154"/>
                  </a:lnTo>
                  <a:lnTo>
                    <a:pt x="756301" y="2171025"/>
                  </a:lnTo>
                  <a:lnTo>
                    <a:pt x="769806" y="2149035"/>
                  </a:lnTo>
                  <a:lnTo>
                    <a:pt x="783311" y="2126201"/>
                  </a:lnTo>
                  <a:lnTo>
                    <a:pt x="796817" y="2102466"/>
                  </a:lnTo>
                  <a:lnTo>
                    <a:pt x="810322" y="2077601"/>
                  </a:lnTo>
                  <a:lnTo>
                    <a:pt x="823827" y="2051998"/>
                  </a:lnTo>
                  <a:lnTo>
                    <a:pt x="837333" y="2025679"/>
                  </a:lnTo>
                  <a:lnTo>
                    <a:pt x="850838" y="1998562"/>
                  </a:lnTo>
                  <a:lnTo>
                    <a:pt x="864344" y="1970589"/>
                  </a:lnTo>
                  <a:lnTo>
                    <a:pt x="877849" y="1942039"/>
                  </a:lnTo>
                  <a:lnTo>
                    <a:pt x="891354" y="1912941"/>
                  </a:lnTo>
                  <a:lnTo>
                    <a:pt x="904860" y="1883214"/>
                  </a:lnTo>
                  <a:lnTo>
                    <a:pt x="918365" y="1852920"/>
                  </a:lnTo>
                  <a:lnTo>
                    <a:pt x="931870" y="1822235"/>
                  </a:lnTo>
                  <a:lnTo>
                    <a:pt x="945376" y="1791192"/>
                  </a:lnTo>
                  <a:lnTo>
                    <a:pt x="958881" y="1759741"/>
                  </a:lnTo>
                  <a:lnTo>
                    <a:pt x="972387" y="1727998"/>
                  </a:lnTo>
                  <a:lnTo>
                    <a:pt x="985892" y="1696059"/>
                  </a:lnTo>
                  <a:lnTo>
                    <a:pt x="999397" y="1663954"/>
                  </a:lnTo>
                  <a:lnTo>
                    <a:pt x="1012903" y="1631693"/>
                  </a:lnTo>
                  <a:lnTo>
                    <a:pt x="1026408" y="1599376"/>
                  </a:lnTo>
                  <a:lnTo>
                    <a:pt x="1039913" y="1567046"/>
                  </a:lnTo>
                  <a:lnTo>
                    <a:pt x="1053419" y="1534728"/>
                  </a:lnTo>
                  <a:lnTo>
                    <a:pt x="1066924" y="1502508"/>
                  </a:lnTo>
                  <a:lnTo>
                    <a:pt x="1080430" y="1470411"/>
                  </a:lnTo>
                  <a:lnTo>
                    <a:pt x="1093935" y="1438455"/>
                  </a:lnTo>
                  <a:lnTo>
                    <a:pt x="1107440" y="1406666"/>
                  </a:lnTo>
                  <a:lnTo>
                    <a:pt x="1120946" y="1375188"/>
                  </a:lnTo>
                  <a:lnTo>
                    <a:pt x="1134451" y="1343952"/>
                  </a:lnTo>
                  <a:lnTo>
                    <a:pt x="1147956" y="1312972"/>
                  </a:lnTo>
                  <a:lnTo>
                    <a:pt x="1161462" y="1282291"/>
                  </a:lnTo>
                  <a:lnTo>
                    <a:pt x="1174967" y="1252040"/>
                  </a:lnTo>
                  <a:lnTo>
                    <a:pt x="1188473" y="1222105"/>
                  </a:lnTo>
                  <a:lnTo>
                    <a:pt x="1201978" y="1192494"/>
                  </a:lnTo>
                  <a:lnTo>
                    <a:pt x="1215483" y="1163273"/>
                  </a:lnTo>
                  <a:lnTo>
                    <a:pt x="1228989" y="1134517"/>
                  </a:lnTo>
                  <a:lnTo>
                    <a:pt x="1242494" y="1106106"/>
                  </a:lnTo>
                  <a:lnTo>
                    <a:pt x="1255999" y="1078040"/>
                  </a:lnTo>
                  <a:lnTo>
                    <a:pt x="1269505" y="1050404"/>
                  </a:lnTo>
                  <a:lnTo>
                    <a:pt x="1283010" y="1023204"/>
                  </a:lnTo>
                  <a:lnTo>
                    <a:pt x="1296516" y="996336"/>
                  </a:lnTo>
                  <a:lnTo>
                    <a:pt x="1310021" y="969797"/>
                  </a:lnTo>
                  <a:lnTo>
                    <a:pt x="1323526" y="943680"/>
                  </a:lnTo>
                  <a:lnTo>
                    <a:pt x="1337032" y="917931"/>
                  </a:lnTo>
                  <a:lnTo>
                    <a:pt x="1350537" y="892475"/>
                  </a:lnTo>
                  <a:lnTo>
                    <a:pt x="1364042" y="867304"/>
                  </a:lnTo>
                  <a:lnTo>
                    <a:pt x="1377548" y="842515"/>
                  </a:lnTo>
                  <a:lnTo>
                    <a:pt x="1391053" y="818012"/>
                  </a:lnTo>
                  <a:lnTo>
                    <a:pt x="1404559" y="793753"/>
                  </a:lnTo>
                  <a:lnTo>
                    <a:pt x="1418064" y="769728"/>
                  </a:lnTo>
                  <a:lnTo>
                    <a:pt x="1431569" y="746030"/>
                  </a:lnTo>
                  <a:lnTo>
                    <a:pt x="1445075" y="722548"/>
                  </a:lnTo>
                  <a:lnTo>
                    <a:pt x="1458580" y="699265"/>
                  </a:lnTo>
                  <a:lnTo>
                    <a:pt x="1472085" y="676178"/>
                  </a:lnTo>
                  <a:lnTo>
                    <a:pt x="1485591" y="653367"/>
                  </a:lnTo>
                  <a:lnTo>
                    <a:pt x="1499096" y="630730"/>
                  </a:lnTo>
                  <a:lnTo>
                    <a:pt x="1512602" y="608267"/>
                  </a:lnTo>
                  <a:lnTo>
                    <a:pt x="1526107" y="585990"/>
                  </a:lnTo>
                  <a:lnTo>
                    <a:pt x="1539612" y="563957"/>
                  </a:lnTo>
                  <a:lnTo>
                    <a:pt x="1553118" y="542095"/>
                  </a:lnTo>
                  <a:lnTo>
                    <a:pt x="1566623" y="520407"/>
                  </a:lnTo>
                  <a:lnTo>
                    <a:pt x="1580128" y="498927"/>
                  </a:lnTo>
                  <a:lnTo>
                    <a:pt x="1593634" y="477702"/>
                  </a:lnTo>
                  <a:lnTo>
                    <a:pt x="1607139" y="456674"/>
                  </a:lnTo>
                  <a:lnTo>
                    <a:pt x="1620645" y="435850"/>
                  </a:lnTo>
                  <a:lnTo>
                    <a:pt x="1634150" y="415294"/>
                  </a:lnTo>
                  <a:lnTo>
                    <a:pt x="1647655" y="395038"/>
                  </a:lnTo>
                  <a:lnTo>
                    <a:pt x="1661161" y="375030"/>
                  </a:lnTo>
                  <a:lnTo>
                    <a:pt x="1674666" y="355281"/>
                  </a:lnTo>
                  <a:lnTo>
                    <a:pt x="1688171" y="335899"/>
                  </a:lnTo>
                  <a:lnTo>
                    <a:pt x="1701677" y="316881"/>
                  </a:lnTo>
                  <a:lnTo>
                    <a:pt x="1715182" y="298181"/>
                  </a:lnTo>
                  <a:lnTo>
                    <a:pt x="1728688" y="279811"/>
                  </a:lnTo>
                  <a:lnTo>
                    <a:pt x="1742193" y="261939"/>
                  </a:lnTo>
                  <a:lnTo>
                    <a:pt x="1755698" y="244496"/>
                  </a:lnTo>
                  <a:lnTo>
                    <a:pt x="1769204" y="227450"/>
                  </a:lnTo>
                  <a:lnTo>
                    <a:pt x="1782709" y="210813"/>
                  </a:lnTo>
                  <a:lnTo>
                    <a:pt x="1796215" y="194822"/>
                  </a:lnTo>
                  <a:lnTo>
                    <a:pt x="1809720" y="179315"/>
                  </a:lnTo>
                  <a:lnTo>
                    <a:pt x="1823225" y="164281"/>
                  </a:lnTo>
                  <a:lnTo>
                    <a:pt x="1836731" y="149746"/>
                  </a:lnTo>
                  <a:lnTo>
                    <a:pt x="1850236" y="135981"/>
                  </a:lnTo>
                  <a:lnTo>
                    <a:pt x="1863741" y="122748"/>
                  </a:lnTo>
                  <a:lnTo>
                    <a:pt x="1877247" y="110056"/>
                  </a:lnTo>
                  <a:lnTo>
                    <a:pt x="1890752" y="97972"/>
                  </a:lnTo>
                  <a:lnTo>
                    <a:pt x="1904258" y="86709"/>
                  </a:lnTo>
                  <a:lnTo>
                    <a:pt x="1917763" y="76031"/>
                  </a:lnTo>
                  <a:lnTo>
                    <a:pt x="1931268" y="65945"/>
                  </a:lnTo>
                  <a:lnTo>
                    <a:pt x="1944774" y="56569"/>
                  </a:lnTo>
                  <a:lnTo>
                    <a:pt x="1958279" y="48026"/>
                  </a:lnTo>
                  <a:lnTo>
                    <a:pt x="1971784" y="40102"/>
                  </a:lnTo>
                  <a:lnTo>
                    <a:pt x="1985290" y="32803"/>
                  </a:lnTo>
                  <a:lnTo>
                    <a:pt x="1998795" y="26293"/>
                  </a:lnTo>
                  <a:lnTo>
                    <a:pt x="2012301" y="20593"/>
                  </a:lnTo>
                  <a:lnTo>
                    <a:pt x="2025806" y="15525"/>
                  </a:lnTo>
                  <a:lnTo>
                    <a:pt x="2039311" y="11089"/>
                  </a:lnTo>
                  <a:lnTo>
                    <a:pt x="2052817" y="7495"/>
                  </a:lnTo>
                  <a:lnTo>
                    <a:pt x="2066322" y="4655"/>
                  </a:lnTo>
                  <a:lnTo>
                    <a:pt x="2079827" y="2434"/>
                  </a:lnTo>
                  <a:lnTo>
                    <a:pt x="2093333" y="829"/>
                  </a:lnTo>
                  <a:lnTo>
                    <a:pt x="2106838" y="81"/>
                  </a:lnTo>
                  <a:lnTo>
                    <a:pt x="2120344" y="0"/>
                  </a:lnTo>
                  <a:lnTo>
                    <a:pt x="2133849" y="500"/>
                  </a:lnTo>
                  <a:lnTo>
                    <a:pt x="2147354" y="1575"/>
                  </a:lnTo>
                  <a:lnTo>
                    <a:pt x="2160860" y="3476"/>
                  </a:lnTo>
                  <a:lnTo>
                    <a:pt x="2174365" y="5934"/>
                  </a:lnTo>
                  <a:lnTo>
                    <a:pt x="2187870" y="8911"/>
                  </a:lnTo>
                  <a:lnTo>
                    <a:pt x="2201376" y="12406"/>
                  </a:lnTo>
                  <a:lnTo>
                    <a:pt x="2214881" y="16621"/>
                  </a:lnTo>
                  <a:lnTo>
                    <a:pt x="2228387" y="21281"/>
                  </a:lnTo>
                  <a:lnTo>
                    <a:pt x="2241892" y="26370"/>
                  </a:lnTo>
                  <a:lnTo>
                    <a:pt x="2255397" y="31913"/>
                  </a:lnTo>
                  <a:lnTo>
                    <a:pt x="2268903" y="37991"/>
                  </a:lnTo>
                  <a:lnTo>
                    <a:pt x="2282408" y="44410"/>
                  </a:lnTo>
                  <a:lnTo>
                    <a:pt x="2295913" y="51151"/>
                  </a:lnTo>
                  <a:lnTo>
                    <a:pt x="2309419" y="58242"/>
                  </a:lnTo>
                  <a:lnTo>
                    <a:pt x="2322924" y="65682"/>
                  </a:lnTo>
                  <a:lnTo>
                    <a:pt x="2336430" y="73345"/>
                  </a:lnTo>
                  <a:lnTo>
                    <a:pt x="2349935" y="81214"/>
                  </a:lnTo>
                  <a:lnTo>
                    <a:pt x="2363440" y="89304"/>
                  </a:lnTo>
                  <a:lnTo>
                    <a:pt x="2376946" y="97569"/>
                  </a:lnTo>
                  <a:lnTo>
                    <a:pt x="2390451" y="105944"/>
                  </a:lnTo>
                  <a:lnTo>
                    <a:pt x="2403956" y="114411"/>
                  </a:lnTo>
                  <a:lnTo>
                    <a:pt x="2417462" y="122963"/>
                  </a:lnTo>
                  <a:lnTo>
                    <a:pt x="2430967" y="131554"/>
                  </a:lnTo>
                  <a:lnTo>
                    <a:pt x="2444473" y="140158"/>
                  </a:lnTo>
                  <a:lnTo>
                    <a:pt x="2457978" y="148763"/>
                  </a:lnTo>
                  <a:lnTo>
                    <a:pt x="2471483" y="157337"/>
                  </a:lnTo>
                  <a:lnTo>
                    <a:pt x="2484989" y="165867"/>
                  </a:lnTo>
                  <a:lnTo>
                    <a:pt x="2498494" y="174348"/>
                  </a:lnTo>
                  <a:lnTo>
                    <a:pt x="2511999" y="182775"/>
                  </a:lnTo>
                  <a:lnTo>
                    <a:pt x="2525505" y="191109"/>
                  </a:lnTo>
                  <a:lnTo>
                    <a:pt x="2539010" y="199377"/>
                  </a:lnTo>
                  <a:lnTo>
                    <a:pt x="2552516" y="207584"/>
                  </a:lnTo>
                  <a:lnTo>
                    <a:pt x="2566021" y="215731"/>
                  </a:lnTo>
                  <a:lnTo>
                    <a:pt x="2579526" y="223807"/>
                  </a:lnTo>
                  <a:lnTo>
                    <a:pt x="2593032" y="231854"/>
                  </a:lnTo>
                  <a:lnTo>
                    <a:pt x="2606537" y="239883"/>
                  </a:lnTo>
                  <a:lnTo>
                    <a:pt x="2620042" y="247907"/>
                  </a:lnTo>
                  <a:lnTo>
                    <a:pt x="2633548" y="255969"/>
                  </a:lnTo>
                  <a:lnTo>
                    <a:pt x="2647053" y="264091"/>
                  </a:lnTo>
                  <a:lnTo>
                    <a:pt x="2660559" y="272290"/>
                  </a:lnTo>
                  <a:lnTo>
                    <a:pt x="2674064" y="280614"/>
                  </a:lnTo>
                  <a:lnTo>
                    <a:pt x="2687569" y="289141"/>
                  </a:lnTo>
                  <a:lnTo>
                    <a:pt x="2701075" y="297859"/>
                  </a:lnTo>
                  <a:lnTo>
                    <a:pt x="2714580" y="306791"/>
                  </a:lnTo>
                  <a:lnTo>
                    <a:pt x="2728085" y="316043"/>
                  </a:lnTo>
                  <a:lnTo>
                    <a:pt x="2741591" y="325684"/>
                  </a:lnTo>
                  <a:lnTo>
                    <a:pt x="2755096" y="335672"/>
                  </a:lnTo>
                  <a:lnTo>
                    <a:pt x="2768602" y="346030"/>
                  </a:lnTo>
                  <a:lnTo>
                    <a:pt x="2782107" y="356945"/>
                  </a:lnTo>
                  <a:lnTo>
                    <a:pt x="2795612" y="368419"/>
                  </a:lnTo>
                  <a:lnTo>
                    <a:pt x="2809118" y="380392"/>
                  </a:lnTo>
                  <a:lnTo>
                    <a:pt x="2822623" y="392889"/>
                  </a:lnTo>
                  <a:lnTo>
                    <a:pt x="2836128" y="406184"/>
                  </a:lnTo>
                  <a:lnTo>
                    <a:pt x="2849634" y="420158"/>
                  </a:lnTo>
                  <a:lnTo>
                    <a:pt x="2863139" y="434758"/>
                  </a:lnTo>
                  <a:lnTo>
                    <a:pt x="2876645" y="450003"/>
                  </a:lnTo>
                  <a:lnTo>
                    <a:pt x="2890150" y="466253"/>
                  </a:lnTo>
                  <a:lnTo>
                    <a:pt x="2903655" y="483232"/>
                  </a:lnTo>
                  <a:lnTo>
                    <a:pt x="2917161" y="500916"/>
                  </a:lnTo>
                  <a:lnTo>
                    <a:pt x="2930666" y="519340"/>
                  </a:lnTo>
                  <a:lnTo>
                    <a:pt x="2944171" y="538854"/>
                  </a:lnTo>
                  <a:lnTo>
                    <a:pt x="2957677" y="559094"/>
                  </a:lnTo>
                  <a:lnTo>
                    <a:pt x="2971182" y="580060"/>
                  </a:lnTo>
                  <a:lnTo>
                    <a:pt x="2984688" y="601829"/>
                  </a:lnTo>
                  <a:lnTo>
                    <a:pt x="2998193" y="624612"/>
                  </a:lnTo>
                  <a:lnTo>
                    <a:pt x="3011698" y="648087"/>
                  </a:lnTo>
                  <a:lnTo>
                    <a:pt x="3025204" y="672245"/>
                  </a:lnTo>
                  <a:lnTo>
                    <a:pt x="3038709" y="697193"/>
                  </a:lnTo>
                  <a:lnTo>
                    <a:pt x="3052214" y="722997"/>
                  </a:lnTo>
                  <a:lnTo>
                    <a:pt x="3065720" y="749404"/>
                  </a:lnTo>
                  <a:lnTo>
                    <a:pt x="3079225" y="776395"/>
                  </a:lnTo>
                  <a:lnTo>
                    <a:pt x="3092731" y="804089"/>
                  </a:lnTo>
                  <a:lnTo>
                    <a:pt x="3106236" y="832430"/>
                  </a:lnTo>
                  <a:lnTo>
                    <a:pt x="3119741" y="861243"/>
                  </a:lnTo>
                  <a:lnTo>
                    <a:pt x="3133247" y="890506"/>
                  </a:lnTo>
                  <a:lnTo>
                    <a:pt x="3146752" y="920318"/>
                  </a:lnTo>
                  <a:lnTo>
                    <a:pt x="3160257" y="950555"/>
                  </a:lnTo>
                  <a:lnTo>
                    <a:pt x="3173763" y="981112"/>
                  </a:lnTo>
                  <a:lnTo>
                    <a:pt x="3187268" y="1011966"/>
                  </a:lnTo>
                  <a:lnTo>
                    <a:pt x="3200774" y="1043173"/>
                  </a:lnTo>
                  <a:lnTo>
                    <a:pt x="3214279" y="1074600"/>
                  </a:lnTo>
                  <a:lnTo>
                    <a:pt x="3227784" y="1106193"/>
                  </a:lnTo>
                  <a:lnTo>
                    <a:pt x="3241290" y="1137930"/>
                  </a:lnTo>
                  <a:lnTo>
                    <a:pt x="3254795" y="1169811"/>
                  </a:lnTo>
                  <a:lnTo>
                    <a:pt x="3268300" y="1201743"/>
                  </a:lnTo>
                  <a:lnTo>
                    <a:pt x="3281806" y="1233703"/>
                  </a:lnTo>
                  <a:lnTo>
                    <a:pt x="3295311" y="1265668"/>
                  </a:lnTo>
                  <a:lnTo>
                    <a:pt x="3308817" y="1297580"/>
                  </a:lnTo>
                  <a:lnTo>
                    <a:pt x="3322322" y="1329421"/>
                  </a:lnTo>
                  <a:lnTo>
                    <a:pt x="3335827" y="1361173"/>
                  </a:lnTo>
                  <a:lnTo>
                    <a:pt x="3349333" y="1392806"/>
                  </a:lnTo>
                  <a:lnTo>
                    <a:pt x="3362838" y="1424242"/>
                  </a:lnTo>
                  <a:lnTo>
                    <a:pt x="3376343" y="1455514"/>
                  </a:lnTo>
                  <a:lnTo>
                    <a:pt x="3389849" y="1486612"/>
                  </a:lnTo>
                  <a:lnTo>
                    <a:pt x="3403354" y="1517481"/>
                  </a:lnTo>
                  <a:lnTo>
                    <a:pt x="3416860" y="1548063"/>
                  </a:lnTo>
                  <a:lnTo>
                    <a:pt x="3430365" y="1578416"/>
                  </a:lnTo>
                  <a:lnTo>
                    <a:pt x="3443870" y="1608532"/>
                  </a:lnTo>
                  <a:lnTo>
                    <a:pt x="3457376" y="1638330"/>
                  </a:lnTo>
                  <a:lnTo>
                    <a:pt x="3470881" y="1667791"/>
                  </a:lnTo>
                  <a:lnTo>
                    <a:pt x="3484387" y="1696977"/>
                  </a:lnTo>
                  <a:lnTo>
                    <a:pt x="3497892" y="1725881"/>
                  </a:lnTo>
                  <a:lnTo>
                    <a:pt x="3511397" y="1754392"/>
                  </a:lnTo>
                  <a:lnTo>
                    <a:pt x="3524903" y="1782542"/>
                  </a:lnTo>
                  <a:lnTo>
                    <a:pt x="3538408" y="1810381"/>
                  </a:lnTo>
                  <a:lnTo>
                    <a:pt x="3551913" y="1837905"/>
                  </a:lnTo>
                  <a:lnTo>
                    <a:pt x="3565419" y="1864966"/>
                  </a:lnTo>
                  <a:lnTo>
                    <a:pt x="3578924" y="1891653"/>
                  </a:lnTo>
                  <a:lnTo>
                    <a:pt x="3592430" y="1918000"/>
                  </a:lnTo>
                  <a:lnTo>
                    <a:pt x="3605935" y="1944001"/>
                  </a:lnTo>
                  <a:lnTo>
                    <a:pt x="3619440" y="1969468"/>
                  </a:lnTo>
                  <a:lnTo>
                    <a:pt x="3632946" y="1994555"/>
                  </a:lnTo>
                  <a:lnTo>
                    <a:pt x="3646451" y="2019271"/>
                  </a:lnTo>
                  <a:lnTo>
                    <a:pt x="3659956" y="2043595"/>
                  </a:lnTo>
                  <a:lnTo>
                    <a:pt x="3673462" y="2067339"/>
                  </a:lnTo>
                  <a:lnTo>
                    <a:pt x="3686967" y="2090685"/>
                  </a:lnTo>
                  <a:lnTo>
                    <a:pt x="3700473" y="2113630"/>
                  </a:lnTo>
                  <a:lnTo>
                    <a:pt x="3713978" y="2136118"/>
                  </a:lnTo>
                  <a:lnTo>
                    <a:pt x="3727483" y="2158012"/>
                  </a:lnTo>
                  <a:lnTo>
                    <a:pt x="3740989" y="2179479"/>
                  </a:lnTo>
                  <a:lnTo>
                    <a:pt x="3754494" y="2200515"/>
                  </a:lnTo>
                  <a:lnTo>
                    <a:pt x="3767999" y="2221029"/>
                  </a:lnTo>
                  <a:lnTo>
                    <a:pt x="3781505" y="2240946"/>
                  </a:lnTo>
                  <a:lnTo>
                    <a:pt x="3795010" y="2260412"/>
                  </a:lnTo>
                  <a:lnTo>
                    <a:pt x="3808516" y="2279426"/>
                  </a:lnTo>
                  <a:lnTo>
                    <a:pt x="3822021" y="2297858"/>
                  </a:lnTo>
                  <a:lnTo>
                    <a:pt x="3835526" y="2315707"/>
                  </a:lnTo>
                  <a:lnTo>
                    <a:pt x="3849032" y="2333094"/>
                  </a:lnTo>
                  <a:lnTo>
                    <a:pt x="3862537" y="2350018"/>
                  </a:lnTo>
                  <a:lnTo>
                    <a:pt x="3876042" y="2366316"/>
                  </a:lnTo>
                  <a:lnTo>
                    <a:pt x="3889548" y="2382066"/>
                  </a:lnTo>
                  <a:lnTo>
                    <a:pt x="3903053" y="2397357"/>
                  </a:lnTo>
                  <a:lnTo>
                    <a:pt x="3916559" y="2412190"/>
                  </a:lnTo>
                  <a:lnTo>
                    <a:pt x="3930064" y="2426378"/>
                  </a:lnTo>
                  <a:lnTo>
                    <a:pt x="3943569" y="2440073"/>
                  </a:lnTo>
                  <a:lnTo>
                    <a:pt x="3957075" y="2453328"/>
                  </a:lnTo>
                  <a:lnTo>
                    <a:pt x="3970580" y="2466150"/>
                  </a:lnTo>
                  <a:lnTo>
                    <a:pt x="3984085" y="2478335"/>
                  </a:lnTo>
                  <a:lnTo>
                    <a:pt x="3997591" y="2490097"/>
                  </a:lnTo>
                  <a:lnTo>
                    <a:pt x="4011096" y="2501456"/>
                  </a:lnTo>
                  <a:lnTo>
                    <a:pt x="4024602" y="2512404"/>
                  </a:lnTo>
                  <a:lnTo>
                    <a:pt x="4038107" y="2522785"/>
                  </a:lnTo>
                  <a:lnTo>
                    <a:pt x="4051612" y="2532806"/>
                  </a:lnTo>
                  <a:lnTo>
                    <a:pt x="4065118" y="2542472"/>
                  </a:lnTo>
                  <a:lnTo>
                    <a:pt x="4078623" y="2551755"/>
                  </a:lnTo>
                  <a:lnTo>
                    <a:pt x="4092128" y="2560578"/>
                  </a:lnTo>
                  <a:lnTo>
                    <a:pt x="4105634" y="2569095"/>
                  </a:lnTo>
                  <a:lnTo>
                    <a:pt x="4119139" y="2577314"/>
                  </a:lnTo>
                  <a:lnTo>
                    <a:pt x="4132645" y="2585191"/>
                  </a:lnTo>
                  <a:lnTo>
                    <a:pt x="4146150" y="2592711"/>
                  </a:lnTo>
                  <a:lnTo>
                    <a:pt x="4159655" y="2599981"/>
                  </a:lnTo>
                  <a:lnTo>
                    <a:pt x="4173161" y="2607008"/>
                  </a:lnTo>
                  <a:lnTo>
                    <a:pt x="4186666" y="2613743"/>
                  </a:lnTo>
                  <a:lnTo>
                    <a:pt x="4200171" y="2620211"/>
                  </a:lnTo>
                  <a:lnTo>
                    <a:pt x="4213677" y="2626478"/>
                  </a:lnTo>
                  <a:lnTo>
                    <a:pt x="4227182" y="2632554"/>
                  </a:lnTo>
                  <a:lnTo>
                    <a:pt x="4240688" y="2638385"/>
                  </a:lnTo>
                  <a:lnTo>
                    <a:pt x="4254193" y="2644019"/>
                  </a:lnTo>
                  <a:lnTo>
                    <a:pt x="4267698" y="2649496"/>
                  </a:lnTo>
                  <a:lnTo>
                    <a:pt x="4281204" y="2654820"/>
                  </a:lnTo>
                  <a:lnTo>
                    <a:pt x="4294709" y="2659940"/>
                  </a:lnTo>
                  <a:lnTo>
                    <a:pt x="4308214" y="2664913"/>
                  </a:lnTo>
                  <a:lnTo>
                    <a:pt x="4321720" y="2669758"/>
                  </a:lnTo>
                  <a:lnTo>
                    <a:pt x="4335225" y="2674480"/>
                  </a:lnTo>
                  <a:lnTo>
                    <a:pt x="4348731" y="2679025"/>
                  </a:lnTo>
                  <a:lnTo>
                    <a:pt x="4362236" y="2683455"/>
                  </a:lnTo>
                  <a:lnTo>
                    <a:pt x="4375741" y="2687777"/>
                  </a:lnTo>
                  <a:lnTo>
                    <a:pt x="4389247" y="2691987"/>
                  </a:lnTo>
                  <a:lnTo>
                    <a:pt x="4402752" y="2696044"/>
                  </a:lnTo>
                  <a:lnTo>
                    <a:pt x="4416257" y="2700000"/>
                  </a:lnTo>
                  <a:lnTo>
                    <a:pt x="4429763" y="2703858"/>
                  </a:lnTo>
                  <a:lnTo>
                    <a:pt x="4443268" y="2707604"/>
                  </a:lnTo>
                  <a:lnTo>
                    <a:pt x="4456774" y="2711214"/>
                  </a:lnTo>
                  <a:lnTo>
                    <a:pt x="4470279" y="2714728"/>
                  </a:lnTo>
                  <a:lnTo>
                    <a:pt x="4483784" y="2718146"/>
                  </a:lnTo>
                  <a:lnTo>
                    <a:pt x="4497290" y="2721448"/>
                  </a:lnTo>
                  <a:lnTo>
                    <a:pt x="4510795" y="2724623"/>
                  </a:lnTo>
                  <a:lnTo>
                    <a:pt x="4524300" y="2727702"/>
                  </a:lnTo>
                  <a:lnTo>
                    <a:pt x="4537806" y="2730686"/>
                  </a:lnTo>
                  <a:lnTo>
                    <a:pt x="4551311" y="2733547"/>
                  </a:lnTo>
                  <a:lnTo>
                    <a:pt x="4564817" y="2736288"/>
                  </a:lnTo>
                  <a:lnTo>
                    <a:pt x="4578322" y="2738934"/>
                  </a:lnTo>
                  <a:lnTo>
                    <a:pt x="4591827" y="2741484"/>
                  </a:lnTo>
                  <a:lnTo>
                    <a:pt x="4605333" y="2743907"/>
                  </a:lnTo>
                  <a:lnTo>
                    <a:pt x="4618838" y="2746218"/>
                  </a:lnTo>
                  <a:lnTo>
                    <a:pt x="4632343" y="2748436"/>
                  </a:lnTo>
                  <a:lnTo>
                    <a:pt x="4645849" y="2750562"/>
                  </a:lnTo>
                  <a:lnTo>
                    <a:pt x="4659354" y="2752557"/>
                  </a:lnTo>
                  <a:lnTo>
                    <a:pt x="4672860" y="2754453"/>
                  </a:lnTo>
                  <a:lnTo>
                    <a:pt x="4686365" y="2756261"/>
                  </a:lnTo>
                  <a:lnTo>
                    <a:pt x="4699870" y="2757982"/>
                  </a:lnTo>
                  <a:lnTo>
                    <a:pt x="4713376" y="2759575"/>
                  </a:lnTo>
                  <a:lnTo>
                    <a:pt x="4726881" y="2761084"/>
                  </a:lnTo>
                  <a:lnTo>
                    <a:pt x="4740386" y="2762514"/>
                  </a:lnTo>
                  <a:lnTo>
                    <a:pt x="4753892" y="2763861"/>
                  </a:lnTo>
                  <a:lnTo>
                    <a:pt x="4767397" y="2765097"/>
                  </a:lnTo>
                  <a:lnTo>
                    <a:pt x="4780903" y="2766261"/>
                  </a:lnTo>
                  <a:lnTo>
                    <a:pt x="4794408" y="2767355"/>
                  </a:lnTo>
                  <a:lnTo>
                    <a:pt x="4807913" y="2768373"/>
                  </a:lnTo>
                  <a:lnTo>
                    <a:pt x="4821419" y="2769302"/>
                  </a:lnTo>
                  <a:lnTo>
                    <a:pt x="4834924" y="2770171"/>
                  </a:lnTo>
                  <a:lnTo>
                    <a:pt x="4848429" y="2770981"/>
                  </a:lnTo>
                  <a:lnTo>
                    <a:pt x="4861935" y="2771725"/>
                  </a:lnTo>
                  <a:lnTo>
                    <a:pt x="4875440" y="2772400"/>
                  </a:lnTo>
                  <a:lnTo>
                    <a:pt x="4888946" y="2773027"/>
                  </a:lnTo>
                  <a:lnTo>
                    <a:pt x="4902451" y="2773608"/>
                  </a:lnTo>
                  <a:lnTo>
                    <a:pt x="4915956" y="2774132"/>
                  </a:lnTo>
                  <a:lnTo>
                    <a:pt x="4929462" y="2774607"/>
                  </a:lnTo>
                  <a:lnTo>
                    <a:pt x="4942967" y="2775044"/>
                  </a:lnTo>
                  <a:lnTo>
                    <a:pt x="4956472" y="2775446"/>
                  </a:lnTo>
                  <a:lnTo>
                    <a:pt x="4969978" y="2775803"/>
                  </a:lnTo>
                  <a:lnTo>
                    <a:pt x="4983483" y="2776125"/>
                  </a:lnTo>
                  <a:lnTo>
                    <a:pt x="4996989" y="2776420"/>
                  </a:lnTo>
                  <a:lnTo>
                    <a:pt x="5010494" y="2776689"/>
                  </a:lnTo>
                  <a:lnTo>
                    <a:pt x="5023999" y="2776923"/>
                  </a:lnTo>
                  <a:lnTo>
                    <a:pt x="5037505" y="2777135"/>
                  </a:lnTo>
                  <a:lnTo>
                    <a:pt x="5051010" y="2777327"/>
                  </a:lnTo>
                  <a:lnTo>
                    <a:pt x="5064515" y="2777501"/>
                  </a:lnTo>
                  <a:lnTo>
                    <a:pt x="5078021" y="2777650"/>
                  </a:lnTo>
                  <a:lnTo>
                    <a:pt x="5091526" y="2777784"/>
                  </a:lnTo>
                  <a:lnTo>
                    <a:pt x="5105032" y="2777905"/>
                  </a:lnTo>
                  <a:lnTo>
                    <a:pt x="5118537" y="2778013"/>
                  </a:lnTo>
                  <a:lnTo>
                    <a:pt x="5132042" y="2778104"/>
                  </a:lnTo>
                  <a:lnTo>
                    <a:pt x="5145548" y="2778187"/>
                  </a:lnTo>
                  <a:lnTo>
                    <a:pt x="5159053" y="2778260"/>
                  </a:lnTo>
                  <a:lnTo>
                    <a:pt x="5172559" y="2778325"/>
                  </a:lnTo>
                  <a:lnTo>
                    <a:pt x="5186064" y="2778380"/>
                  </a:lnTo>
                  <a:lnTo>
                    <a:pt x="5199569" y="2778428"/>
                  </a:lnTo>
                  <a:lnTo>
                    <a:pt x="5213075" y="2778472"/>
                  </a:lnTo>
                  <a:lnTo>
                    <a:pt x="5226580" y="2778509"/>
                  </a:lnTo>
                  <a:lnTo>
                    <a:pt x="5240085" y="2778541"/>
                  </a:lnTo>
                  <a:lnTo>
                    <a:pt x="5253591" y="2778569"/>
                  </a:lnTo>
                  <a:lnTo>
                    <a:pt x="5267096" y="2778593"/>
                  </a:lnTo>
                  <a:lnTo>
                    <a:pt x="5280602" y="2778614"/>
                  </a:lnTo>
                  <a:lnTo>
                    <a:pt x="5294107" y="2778632"/>
                  </a:lnTo>
                  <a:lnTo>
                    <a:pt x="5307612" y="2778647"/>
                  </a:lnTo>
                  <a:lnTo>
                    <a:pt x="5321118" y="2778661"/>
                  </a:lnTo>
                  <a:lnTo>
                    <a:pt x="5334623" y="2778672"/>
                  </a:lnTo>
                  <a:lnTo>
                    <a:pt x="5348128" y="2778681"/>
                  </a:lnTo>
                  <a:lnTo>
                    <a:pt x="5361634" y="2778690"/>
                  </a:lnTo>
                  <a:lnTo>
                    <a:pt x="5375139" y="2778697"/>
                  </a:lnTo>
                  <a:lnTo>
                    <a:pt x="5388645" y="2778703"/>
                  </a:lnTo>
                  <a:lnTo>
                    <a:pt x="5402150" y="2778708"/>
                  </a:lnTo>
                  <a:lnTo>
                    <a:pt x="5415655" y="2778712"/>
                  </a:lnTo>
                  <a:lnTo>
                    <a:pt x="5429161" y="2778716"/>
                  </a:lnTo>
                  <a:lnTo>
                    <a:pt x="5442666" y="2778719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7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30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73523"/>
              <a:ext cx="6901247" cy="2174102"/>
            </a:xfrm>
            <a:custGeom>
              <a:avLst/>
              <a:pathLst>
                <a:path w="6901247" h="2174102">
                  <a:moveTo>
                    <a:pt x="0" y="2163469"/>
                  </a:moveTo>
                  <a:lnTo>
                    <a:pt x="13505" y="2162548"/>
                  </a:lnTo>
                  <a:lnTo>
                    <a:pt x="27010" y="2161542"/>
                  </a:lnTo>
                  <a:lnTo>
                    <a:pt x="40516" y="2160478"/>
                  </a:lnTo>
                  <a:lnTo>
                    <a:pt x="54021" y="2159355"/>
                  </a:lnTo>
                  <a:lnTo>
                    <a:pt x="67526" y="2158144"/>
                  </a:lnTo>
                  <a:lnTo>
                    <a:pt x="81032" y="2156852"/>
                  </a:lnTo>
                  <a:lnTo>
                    <a:pt x="94537" y="2155495"/>
                  </a:lnTo>
                  <a:lnTo>
                    <a:pt x="108043" y="2154060"/>
                  </a:lnTo>
                  <a:lnTo>
                    <a:pt x="121548" y="2152516"/>
                  </a:lnTo>
                  <a:lnTo>
                    <a:pt x="135053" y="2150897"/>
                  </a:lnTo>
                  <a:lnTo>
                    <a:pt x="148559" y="2149204"/>
                  </a:lnTo>
                  <a:lnTo>
                    <a:pt x="162064" y="2147398"/>
                  </a:lnTo>
                  <a:lnTo>
                    <a:pt x="175569" y="2145496"/>
                  </a:lnTo>
                  <a:lnTo>
                    <a:pt x="189075" y="2143514"/>
                  </a:lnTo>
                  <a:lnTo>
                    <a:pt x="202580" y="2141439"/>
                  </a:lnTo>
                  <a:lnTo>
                    <a:pt x="216086" y="2139236"/>
                  </a:lnTo>
                  <a:lnTo>
                    <a:pt x="229591" y="2136949"/>
                  </a:lnTo>
                  <a:lnTo>
                    <a:pt x="243096" y="2134577"/>
                  </a:lnTo>
                  <a:lnTo>
                    <a:pt x="256602" y="2132078"/>
                  </a:lnTo>
                  <a:lnTo>
                    <a:pt x="270107" y="2129477"/>
                  </a:lnTo>
                  <a:lnTo>
                    <a:pt x="283612" y="2126790"/>
                  </a:lnTo>
                  <a:lnTo>
                    <a:pt x="297118" y="2124005"/>
                  </a:lnTo>
                  <a:lnTo>
                    <a:pt x="310623" y="2121089"/>
                  </a:lnTo>
                  <a:lnTo>
                    <a:pt x="324129" y="2118090"/>
                  </a:lnTo>
                  <a:lnTo>
                    <a:pt x="337634" y="2115006"/>
                  </a:lnTo>
                  <a:lnTo>
                    <a:pt x="351139" y="2111800"/>
                  </a:lnTo>
                  <a:lnTo>
                    <a:pt x="364645" y="2108500"/>
                  </a:lnTo>
                  <a:lnTo>
                    <a:pt x="378150" y="2105122"/>
                  </a:lnTo>
                  <a:lnTo>
                    <a:pt x="391655" y="2101654"/>
                  </a:lnTo>
                  <a:lnTo>
                    <a:pt x="405161" y="2098076"/>
                  </a:lnTo>
                  <a:lnTo>
                    <a:pt x="418666" y="2094428"/>
                  </a:lnTo>
                  <a:lnTo>
                    <a:pt x="432172" y="2090713"/>
                  </a:lnTo>
                  <a:lnTo>
                    <a:pt x="445677" y="2086901"/>
                  </a:lnTo>
                  <a:lnTo>
                    <a:pt x="459182" y="2083022"/>
                  </a:lnTo>
                  <a:lnTo>
                    <a:pt x="472688" y="2079086"/>
                  </a:lnTo>
                  <a:lnTo>
                    <a:pt x="486193" y="2075089"/>
                  </a:lnTo>
                  <a:lnTo>
                    <a:pt x="499698" y="2071023"/>
                  </a:lnTo>
                  <a:lnTo>
                    <a:pt x="513204" y="2066917"/>
                  </a:lnTo>
                  <a:lnTo>
                    <a:pt x="526709" y="2062772"/>
                  </a:lnTo>
                  <a:lnTo>
                    <a:pt x="540215" y="2058579"/>
                  </a:lnTo>
                  <a:lnTo>
                    <a:pt x="553720" y="2054358"/>
                  </a:lnTo>
                  <a:lnTo>
                    <a:pt x="567225" y="2050116"/>
                  </a:lnTo>
                  <a:lnTo>
                    <a:pt x="580731" y="2045855"/>
                  </a:lnTo>
                  <a:lnTo>
                    <a:pt x="594236" y="2041580"/>
                  </a:lnTo>
                  <a:lnTo>
                    <a:pt x="607741" y="2037304"/>
                  </a:lnTo>
                  <a:lnTo>
                    <a:pt x="621247" y="2033028"/>
                  </a:lnTo>
                  <a:lnTo>
                    <a:pt x="634752" y="2028763"/>
                  </a:lnTo>
                  <a:lnTo>
                    <a:pt x="648258" y="2024514"/>
                  </a:lnTo>
                  <a:lnTo>
                    <a:pt x="661763" y="2020285"/>
                  </a:lnTo>
                  <a:lnTo>
                    <a:pt x="675268" y="2016082"/>
                  </a:lnTo>
                  <a:lnTo>
                    <a:pt x="688774" y="2011923"/>
                  </a:lnTo>
                  <a:lnTo>
                    <a:pt x="702279" y="2007798"/>
                  </a:lnTo>
                  <a:lnTo>
                    <a:pt x="715784" y="2003711"/>
                  </a:lnTo>
                  <a:lnTo>
                    <a:pt x="729290" y="1999689"/>
                  </a:lnTo>
                  <a:lnTo>
                    <a:pt x="742795" y="1995721"/>
                  </a:lnTo>
                  <a:lnTo>
                    <a:pt x="756301" y="1991802"/>
                  </a:lnTo>
                  <a:lnTo>
                    <a:pt x="769806" y="1987948"/>
                  </a:lnTo>
                  <a:lnTo>
                    <a:pt x="783311" y="1984175"/>
                  </a:lnTo>
                  <a:lnTo>
                    <a:pt x="796817" y="1980460"/>
                  </a:lnTo>
                  <a:lnTo>
                    <a:pt x="810322" y="1976805"/>
                  </a:lnTo>
                  <a:lnTo>
                    <a:pt x="823827" y="1973245"/>
                  </a:lnTo>
                  <a:lnTo>
                    <a:pt x="837333" y="1969753"/>
                  </a:lnTo>
                  <a:lnTo>
                    <a:pt x="850838" y="1966322"/>
                  </a:lnTo>
                  <a:lnTo>
                    <a:pt x="864344" y="1962967"/>
                  </a:lnTo>
                  <a:lnTo>
                    <a:pt x="877849" y="1959697"/>
                  </a:lnTo>
                  <a:lnTo>
                    <a:pt x="891354" y="1956485"/>
                  </a:lnTo>
                  <a:lnTo>
                    <a:pt x="904860" y="1953329"/>
                  </a:lnTo>
                  <a:lnTo>
                    <a:pt x="918365" y="1950256"/>
                  </a:lnTo>
                  <a:lnTo>
                    <a:pt x="931870" y="1947234"/>
                  </a:lnTo>
                  <a:lnTo>
                    <a:pt x="945376" y="1944257"/>
                  </a:lnTo>
                  <a:lnTo>
                    <a:pt x="958881" y="1941331"/>
                  </a:lnTo>
                  <a:lnTo>
                    <a:pt x="972387" y="1938450"/>
                  </a:lnTo>
                  <a:lnTo>
                    <a:pt x="985892" y="1935596"/>
                  </a:lnTo>
                  <a:lnTo>
                    <a:pt x="999397" y="1932764"/>
                  </a:lnTo>
                  <a:lnTo>
                    <a:pt x="1012903" y="1929953"/>
                  </a:lnTo>
                  <a:lnTo>
                    <a:pt x="1026408" y="1927145"/>
                  </a:lnTo>
                  <a:lnTo>
                    <a:pt x="1039913" y="1924333"/>
                  </a:lnTo>
                  <a:lnTo>
                    <a:pt x="1053419" y="1921507"/>
                  </a:lnTo>
                  <a:lnTo>
                    <a:pt x="1066924" y="1918648"/>
                  </a:lnTo>
                  <a:lnTo>
                    <a:pt x="1080430" y="1915755"/>
                  </a:lnTo>
                  <a:lnTo>
                    <a:pt x="1093935" y="1912822"/>
                  </a:lnTo>
                  <a:lnTo>
                    <a:pt x="1107440" y="1909804"/>
                  </a:lnTo>
                  <a:lnTo>
                    <a:pt x="1120946" y="1906712"/>
                  </a:lnTo>
                  <a:lnTo>
                    <a:pt x="1134451" y="1903545"/>
                  </a:lnTo>
                  <a:lnTo>
                    <a:pt x="1147956" y="1900268"/>
                  </a:lnTo>
                  <a:lnTo>
                    <a:pt x="1161462" y="1896850"/>
                  </a:lnTo>
                  <a:lnTo>
                    <a:pt x="1174967" y="1893318"/>
                  </a:lnTo>
                  <a:lnTo>
                    <a:pt x="1188473" y="1889666"/>
                  </a:lnTo>
                  <a:lnTo>
                    <a:pt x="1201978" y="1885791"/>
                  </a:lnTo>
                  <a:lnTo>
                    <a:pt x="1215483" y="1881757"/>
                  </a:lnTo>
                  <a:lnTo>
                    <a:pt x="1228989" y="1877562"/>
                  </a:lnTo>
                  <a:lnTo>
                    <a:pt x="1242494" y="1873145"/>
                  </a:lnTo>
                  <a:lnTo>
                    <a:pt x="1255999" y="1868472"/>
                  </a:lnTo>
                  <a:lnTo>
                    <a:pt x="1269505" y="1863599"/>
                  </a:lnTo>
                  <a:lnTo>
                    <a:pt x="1283010" y="1858522"/>
                  </a:lnTo>
                  <a:lnTo>
                    <a:pt x="1296516" y="1853080"/>
                  </a:lnTo>
                  <a:lnTo>
                    <a:pt x="1310021" y="1847398"/>
                  </a:lnTo>
                  <a:lnTo>
                    <a:pt x="1323526" y="1841474"/>
                  </a:lnTo>
                  <a:lnTo>
                    <a:pt x="1337032" y="1835219"/>
                  </a:lnTo>
                  <a:lnTo>
                    <a:pt x="1350537" y="1828606"/>
                  </a:lnTo>
                  <a:lnTo>
                    <a:pt x="1364042" y="1821719"/>
                  </a:lnTo>
                  <a:lnTo>
                    <a:pt x="1377548" y="1814554"/>
                  </a:lnTo>
                  <a:lnTo>
                    <a:pt x="1391053" y="1806906"/>
                  </a:lnTo>
                  <a:lnTo>
                    <a:pt x="1404559" y="1798956"/>
                  </a:lnTo>
                  <a:lnTo>
                    <a:pt x="1418064" y="1790701"/>
                  </a:lnTo>
                  <a:lnTo>
                    <a:pt x="1431569" y="1782032"/>
                  </a:lnTo>
                  <a:lnTo>
                    <a:pt x="1445075" y="1772937"/>
                  </a:lnTo>
                  <a:lnTo>
                    <a:pt x="1458580" y="1763518"/>
                  </a:lnTo>
                  <a:lnTo>
                    <a:pt x="1472085" y="1753771"/>
                  </a:lnTo>
                  <a:lnTo>
                    <a:pt x="1485591" y="1743474"/>
                  </a:lnTo>
                  <a:lnTo>
                    <a:pt x="1499096" y="1732841"/>
                  </a:lnTo>
                  <a:lnTo>
                    <a:pt x="1512602" y="1721872"/>
                  </a:lnTo>
                  <a:lnTo>
                    <a:pt x="1526107" y="1710447"/>
                  </a:lnTo>
                  <a:lnTo>
                    <a:pt x="1539612" y="1698575"/>
                  </a:lnTo>
                  <a:lnTo>
                    <a:pt x="1553118" y="1686366"/>
                  </a:lnTo>
                  <a:lnTo>
                    <a:pt x="1566623" y="1673810"/>
                  </a:lnTo>
                  <a:lnTo>
                    <a:pt x="1580128" y="1660702"/>
                  </a:lnTo>
                  <a:lnTo>
                    <a:pt x="1593634" y="1647262"/>
                  </a:lnTo>
                  <a:lnTo>
                    <a:pt x="1607139" y="1633492"/>
                  </a:lnTo>
                  <a:lnTo>
                    <a:pt x="1620645" y="1619275"/>
                  </a:lnTo>
                  <a:lnTo>
                    <a:pt x="1634150" y="1604643"/>
                  </a:lnTo>
                  <a:lnTo>
                    <a:pt x="1647655" y="1589697"/>
                  </a:lnTo>
                  <a:lnTo>
                    <a:pt x="1661161" y="1574427"/>
                  </a:lnTo>
                  <a:lnTo>
                    <a:pt x="1674666" y="1558666"/>
                  </a:lnTo>
                  <a:lnTo>
                    <a:pt x="1688171" y="1542614"/>
                  </a:lnTo>
                  <a:lnTo>
                    <a:pt x="1701677" y="1526277"/>
                  </a:lnTo>
                  <a:lnTo>
                    <a:pt x="1715182" y="1509555"/>
                  </a:lnTo>
                  <a:lnTo>
                    <a:pt x="1728688" y="1492493"/>
                  </a:lnTo>
                  <a:lnTo>
                    <a:pt x="1742193" y="1475175"/>
                  </a:lnTo>
                  <a:lnTo>
                    <a:pt x="1755698" y="1457594"/>
                  </a:lnTo>
                  <a:lnTo>
                    <a:pt x="1769204" y="1439635"/>
                  </a:lnTo>
                  <a:lnTo>
                    <a:pt x="1782709" y="1421456"/>
                  </a:lnTo>
                  <a:lnTo>
                    <a:pt x="1796215" y="1403064"/>
                  </a:lnTo>
                  <a:lnTo>
                    <a:pt x="1809720" y="1384390"/>
                  </a:lnTo>
                  <a:lnTo>
                    <a:pt x="1823225" y="1365481"/>
                  </a:lnTo>
                  <a:lnTo>
                    <a:pt x="1836731" y="1346398"/>
                  </a:lnTo>
                  <a:lnTo>
                    <a:pt x="1850236" y="1327136"/>
                  </a:lnTo>
                  <a:lnTo>
                    <a:pt x="1863741" y="1307635"/>
                  </a:lnTo>
                  <a:lnTo>
                    <a:pt x="1877247" y="1288001"/>
                  </a:lnTo>
                  <a:lnTo>
                    <a:pt x="1890752" y="1268240"/>
                  </a:lnTo>
                  <a:lnTo>
                    <a:pt x="1904258" y="1248316"/>
                  </a:lnTo>
                  <a:lnTo>
                    <a:pt x="1917763" y="1228269"/>
                  </a:lnTo>
                  <a:lnTo>
                    <a:pt x="1931268" y="1208134"/>
                  </a:lnTo>
                  <a:lnTo>
                    <a:pt x="1944774" y="1187910"/>
                  </a:lnTo>
                  <a:lnTo>
                    <a:pt x="1958279" y="1167583"/>
                  </a:lnTo>
                  <a:lnTo>
                    <a:pt x="1971784" y="1147203"/>
                  </a:lnTo>
                  <a:lnTo>
                    <a:pt x="1985290" y="1126775"/>
                  </a:lnTo>
                  <a:lnTo>
                    <a:pt x="1998795" y="1106295"/>
                  </a:lnTo>
                  <a:lnTo>
                    <a:pt x="2012301" y="1085786"/>
                  </a:lnTo>
                  <a:lnTo>
                    <a:pt x="2025806" y="1065259"/>
                  </a:lnTo>
                  <a:lnTo>
                    <a:pt x="2039311" y="1044719"/>
                  </a:lnTo>
                  <a:lnTo>
                    <a:pt x="2052817" y="1024177"/>
                  </a:lnTo>
                  <a:lnTo>
                    <a:pt x="2066322" y="1003643"/>
                  </a:lnTo>
                  <a:lnTo>
                    <a:pt x="2079827" y="983119"/>
                  </a:lnTo>
                  <a:lnTo>
                    <a:pt x="2093333" y="962619"/>
                  </a:lnTo>
                  <a:lnTo>
                    <a:pt x="2106838" y="942148"/>
                  </a:lnTo>
                  <a:lnTo>
                    <a:pt x="2120344" y="921705"/>
                  </a:lnTo>
                  <a:lnTo>
                    <a:pt x="2133849" y="901295"/>
                  </a:lnTo>
                  <a:lnTo>
                    <a:pt x="2147354" y="880939"/>
                  </a:lnTo>
                  <a:lnTo>
                    <a:pt x="2160860" y="860622"/>
                  </a:lnTo>
                  <a:lnTo>
                    <a:pt x="2174365" y="840344"/>
                  </a:lnTo>
                  <a:lnTo>
                    <a:pt x="2187870" y="820128"/>
                  </a:lnTo>
                  <a:lnTo>
                    <a:pt x="2201376" y="799965"/>
                  </a:lnTo>
                  <a:lnTo>
                    <a:pt x="2214881" y="779848"/>
                  </a:lnTo>
                  <a:lnTo>
                    <a:pt x="2228387" y="759783"/>
                  </a:lnTo>
                  <a:lnTo>
                    <a:pt x="2241892" y="739792"/>
                  </a:lnTo>
                  <a:lnTo>
                    <a:pt x="2255397" y="719849"/>
                  </a:lnTo>
                  <a:lnTo>
                    <a:pt x="2268903" y="699955"/>
                  </a:lnTo>
                  <a:lnTo>
                    <a:pt x="2282408" y="680136"/>
                  </a:lnTo>
                  <a:lnTo>
                    <a:pt x="2295913" y="660379"/>
                  </a:lnTo>
                  <a:lnTo>
                    <a:pt x="2309419" y="640674"/>
                  </a:lnTo>
                  <a:lnTo>
                    <a:pt x="2322924" y="621031"/>
                  </a:lnTo>
                  <a:lnTo>
                    <a:pt x="2336430" y="601475"/>
                  </a:lnTo>
                  <a:lnTo>
                    <a:pt x="2349935" y="581978"/>
                  </a:lnTo>
                  <a:lnTo>
                    <a:pt x="2363440" y="562542"/>
                  </a:lnTo>
                  <a:lnTo>
                    <a:pt x="2376946" y="543203"/>
                  </a:lnTo>
                  <a:lnTo>
                    <a:pt x="2390451" y="523948"/>
                  </a:lnTo>
                  <a:lnTo>
                    <a:pt x="2403956" y="504768"/>
                  </a:lnTo>
                  <a:lnTo>
                    <a:pt x="2417462" y="485680"/>
                  </a:lnTo>
                  <a:lnTo>
                    <a:pt x="2430967" y="466726"/>
                  </a:lnTo>
                  <a:lnTo>
                    <a:pt x="2444473" y="447869"/>
                  </a:lnTo>
                  <a:lnTo>
                    <a:pt x="2457978" y="429114"/>
                  </a:lnTo>
                  <a:lnTo>
                    <a:pt x="2471483" y="410529"/>
                  </a:lnTo>
                  <a:lnTo>
                    <a:pt x="2484989" y="392093"/>
                  </a:lnTo>
                  <a:lnTo>
                    <a:pt x="2498494" y="373794"/>
                  </a:lnTo>
                  <a:lnTo>
                    <a:pt x="2511999" y="355667"/>
                  </a:lnTo>
                  <a:lnTo>
                    <a:pt x="2525505" y="337786"/>
                  </a:lnTo>
                  <a:lnTo>
                    <a:pt x="2539010" y="320088"/>
                  </a:lnTo>
                  <a:lnTo>
                    <a:pt x="2552516" y="302580"/>
                  </a:lnTo>
                  <a:lnTo>
                    <a:pt x="2566021" y="285392"/>
                  </a:lnTo>
                  <a:lnTo>
                    <a:pt x="2579526" y="268473"/>
                  </a:lnTo>
                  <a:lnTo>
                    <a:pt x="2593032" y="251803"/>
                  </a:lnTo>
                  <a:lnTo>
                    <a:pt x="2606537" y="235445"/>
                  </a:lnTo>
                  <a:lnTo>
                    <a:pt x="2620042" y="219516"/>
                  </a:lnTo>
                  <a:lnTo>
                    <a:pt x="2633548" y="203901"/>
                  </a:lnTo>
                  <a:lnTo>
                    <a:pt x="2647053" y="188609"/>
                  </a:lnTo>
                  <a:lnTo>
                    <a:pt x="2660559" y="173855"/>
                  </a:lnTo>
                  <a:lnTo>
                    <a:pt x="2674064" y="159532"/>
                  </a:lnTo>
                  <a:lnTo>
                    <a:pt x="2687569" y="145603"/>
                  </a:lnTo>
                  <a:lnTo>
                    <a:pt x="2701075" y="132172"/>
                  </a:lnTo>
                  <a:lnTo>
                    <a:pt x="2714580" y="119385"/>
                  </a:lnTo>
                  <a:lnTo>
                    <a:pt x="2728085" y="107062"/>
                  </a:lnTo>
                  <a:lnTo>
                    <a:pt x="2741591" y="95213"/>
                  </a:lnTo>
                  <a:lnTo>
                    <a:pt x="2755096" y="84140"/>
                  </a:lnTo>
                  <a:lnTo>
                    <a:pt x="2768602" y="73655"/>
                  </a:lnTo>
                  <a:lnTo>
                    <a:pt x="2782107" y="63706"/>
                  </a:lnTo>
                  <a:lnTo>
                    <a:pt x="2795612" y="54432"/>
                  </a:lnTo>
                  <a:lnTo>
                    <a:pt x="2809118" y="45984"/>
                  </a:lnTo>
                  <a:lnTo>
                    <a:pt x="2822623" y="38123"/>
                  </a:lnTo>
                  <a:lnTo>
                    <a:pt x="2836128" y="30855"/>
                  </a:lnTo>
                  <a:lnTo>
                    <a:pt x="2849634" y="24540"/>
                  </a:lnTo>
                  <a:lnTo>
                    <a:pt x="2863139" y="18906"/>
                  </a:lnTo>
                  <a:lnTo>
                    <a:pt x="2876645" y="13893"/>
                  </a:lnTo>
                  <a:lnTo>
                    <a:pt x="2890150" y="9657"/>
                  </a:lnTo>
                  <a:lnTo>
                    <a:pt x="2903655" y="6321"/>
                  </a:lnTo>
                  <a:lnTo>
                    <a:pt x="2917161" y="3612"/>
                  </a:lnTo>
                  <a:lnTo>
                    <a:pt x="2930666" y="1531"/>
                  </a:lnTo>
                  <a:lnTo>
                    <a:pt x="2944171" y="434"/>
                  </a:lnTo>
                  <a:lnTo>
                    <a:pt x="2957677" y="0"/>
                  </a:lnTo>
                  <a:lnTo>
                    <a:pt x="2971182" y="168"/>
                  </a:lnTo>
                  <a:lnTo>
                    <a:pt x="2984688" y="1082"/>
                  </a:lnTo>
                  <a:lnTo>
                    <a:pt x="2998193" y="2805"/>
                  </a:lnTo>
                  <a:lnTo>
                    <a:pt x="3011698" y="5081"/>
                  </a:lnTo>
                  <a:lnTo>
                    <a:pt x="3025204" y="7899"/>
                  </a:lnTo>
                  <a:lnTo>
                    <a:pt x="3038709" y="11543"/>
                  </a:lnTo>
                  <a:lnTo>
                    <a:pt x="3052214" y="15699"/>
                  </a:lnTo>
                  <a:lnTo>
                    <a:pt x="3065720" y="20318"/>
                  </a:lnTo>
                  <a:lnTo>
                    <a:pt x="3079225" y="25498"/>
                  </a:lnTo>
                  <a:lnTo>
                    <a:pt x="3092731" y="31232"/>
                  </a:lnTo>
                  <a:lnTo>
                    <a:pt x="3106236" y="37329"/>
                  </a:lnTo>
                  <a:lnTo>
                    <a:pt x="3119741" y="43774"/>
                  </a:lnTo>
                  <a:lnTo>
                    <a:pt x="3133247" y="50705"/>
                  </a:lnTo>
                  <a:lnTo>
                    <a:pt x="3146752" y="57900"/>
                  </a:lnTo>
                  <a:lnTo>
                    <a:pt x="3160257" y="65325"/>
                  </a:lnTo>
                  <a:lnTo>
                    <a:pt x="3173763" y="73004"/>
                  </a:lnTo>
                  <a:lnTo>
                    <a:pt x="3187268" y="80881"/>
                  </a:lnTo>
                  <a:lnTo>
                    <a:pt x="3200774" y="88864"/>
                  </a:lnTo>
                  <a:lnTo>
                    <a:pt x="3214279" y="96936"/>
                  </a:lnTo>
                  <a:lnTo>
                    <a:pt x="3227784" y="105068"/>
                  </a:lnTo>
                  <a:lnTo>
                    <a:pt x="3241290" y="113184"/>
                  </a:lnTo>
                  <a:lnTo>
                    <a:pt x="3254795" y="121269"/>
                  </a:lnTo>
                  <a:lnTo>
                    <a:pt x="3268300" y="129269"/>
                  </a:lnTo>
                  <a:lnTo>
                    <a:pt x="3281806" y="137119"/>
                  </a:lnTo>
                  <a:lnTo>
                    <a:pt x="3295311" y="144826"/>
                  </a:lnTo>
                  <a:lnTo>
                    <a:pt x="3308817" y="152379"/>
                  </a:lnTo>
                  <a:lnTo>
                    <a:pt x="3322322" y="159611"/>
                  </a:lnTo>
                  <a:lnTo>
                    <a:pt x="3335827" y="166609"/>
                  </a:lnTo>
                  <a:lnTo>
                    <a:pt x="3349333" y="173367"/>
                  </a:lnTo>
                  <a:lnTo>
                    <a:pt x="3362838" y="179783"/>
                  </a:lnTo>
                  <a:lnTo>
                    <a:pt x="3376343" y="185815"/>
                  </a:lnTo>
                  <a:lnTo>
                    <a:pt x="3389849" y="191549"/>
                  </a:lnTo>
                  <a:lnTo>
                    <a:pt x="3403354" y="196980"/>
                  </a:lnTo>
                  <a:lnTo>
                    <a:pt x="3416860" y="201884"/>
                  </a:lnTo>
                  <a:lnTo>
                    <a:pt x="3430365" y="206462"/>
                  </a:lnTo>
                  <a:lnTo>
                    <a:pt x="3443870" y="210715"/>
                  </a:lnTo>
                  <a:lnTo>
                    <a:pt x="3457376" y="214533"/>
                  </a:lnTo>
                  <a:lnTo>
                    <a:pt x="3470881" y="217923"/>
                  </a:lnTo>
                  <a:lnTo>
                    <a:pt x="3484387" y="220999"/>
                  </a:lnTo>
                  <a:lnTo>
                    <a:pt x="3497892" y="223762"/>
                  </a:lnTo>
                  <a:lnTo>
                    <a:pt x="3511397" y="226034"/>
                  </a:lnTo>
                  <a:lnTo>
                    <a:pt x="3524903" y="228032"/>
                  </a:lnTo>
                  <a:lnTo>
                    <a:pt x="3538408" y="229763"/>
                  </a:lnTo>
                  <a:lnTo>
                    <a:pt x="3551913" y="231158"/>
                  </a:lnTo>
                  <a:lnTo>
                    <a:pt x="3565419" y="232263"/>
                  </a:lnTo>
                  <a:lnTo>
                    <a:pt x="3578924" y="233169"/>
                  </a:lnTo>
                  <a:lnTo>
                    <a:pt x="3592430" y="233883"/>
                  </a:lnTo>
                  <a:lnTo>
                    <a:pt x="3605935" y="234348"/>
                  </a:lnTo>
                  <a:lnTo>
                    <a:pt x="3619440" y="234697"/>
                  </a:lnTo>
                  <a:lnTo>
                    <a:pt x="3632946" y="234945"/>
                  </a:lnTo>
                  <a:lnTo>
                    <a:pt x="3646451" y="235089"/>
                  </a:lnTo>
                  <a:lnTo>
                    <a:pt x="3659956" y="235187"/>
                  </a:lnTo>
                  <a:lnTo>
                    <a:pt x="3673462" y="235273"/>
                  </a:lnTo>
                  <a:lnTo>
                    <a:pt x="3686967" y="235364"/>
                  </a:lnTo>
                  <a:lnTo>
                    <a:pt x="3700473" y="235524"/>
                  </a:lnTo>
                  <a:lnTo>
                    <a:pt x="3713978" y="235761"/>
                  </a:lnTo>
                  <a:lnTo>
                    <a:pt x="3727483" y="236089"/>
                  </a:lnTo>
                  <a:lnTo>
                    <a:pt x="3740989" y="236574"/>
                  </a:lnTo>
                  <a:lnTo>
                    <a:pt x="3754494" y="237250"/>
                  </a:lnTo>
                  <a:lnTo>
                    <a:pt x="3767999" y="238090"/>
                  </a:lnTo>
                  <a:lnTo>
                    <a:pt x="3781505" y="239116"/>
                  </a:lnTo>
                  <a:lnTo>
                    <a:pt x="3795010" y="240470"/>
                  </a:lnTo>
                  <a:lnTo>
                    <a:pt x="3808516" y="242047"/>
                  </a:lnTo>
                  <a:lnTo>
                    <a:pt x="3822021" y="243853"/>
                  </a:lnTo>
                  <a:lnTo>
                    <a:pt x="3835526" y="245998"/>
                  </a:lnTo>
                  <a:lnTo>
                    <a:pt x="3849032" y="248470"/>
                  </a:lnTo>
                  <a:lnTo>
                    <a:pt x="3862537" y="251203"/>
                  </a:lnTo>
                  <a:lnTo>
                    <a:pt x="3876042" y="254222"/>
                  </a:lnTo>
                  <a:lnTo>
                    <a:pt x="3889548" y="257675"/>
                  </a:lnTo>
                  <a:lnTo>
                    <a:pt x="3903053" y="261401"/>
                  </a:lnTo>
                  <a:lnTo>
                    <a:pt x="3916559" y="265400"/>
                  </a:lnTo>
                  <a:lnTo>
                    <a:pt x="3930064" y="269783"/>
                  </a:lnTo>
                  <a:lnTo>
                    <a:pt x="3943569" y="274499"/>
                  </a:lnTo>
                  <a:lnTo>
                    <a:pt x="3957075" y="279476"/>
                  </a:lnTo>
                  <a:lnTo>
                    <a:pt x="3970580" y="284733"/>
                  </a:lnTo>
                  <a:lnTo>
                    <a:pt x="3984085" y="290380"/>
                  </a:lnTo>
                  <a:lnTo>
                    <a:pt x="3997591" y="296261"/>
                  </a:lnTo>
                  <a:lnTo>
                    <a:pt x="4011096" y="302371"/>
                  </a:lnTo>
                  <a:lnTo>
                    <a:pt x="4024602" y="308793"/>
                  </a:lnTo>
                  <a:lnTo>
                    <a:pt x="4038107" y="315467"/>
                  </a:lnTo>
                  <a:lnTo>
                    <a:pt x="4051612" y="322334"/>
                  </a:lnTo>
                  <a:lnTo>
                    <a:pt x="4065118" y="329407"/>
                  </a:lnTo>
                  <a:lnTo>
                    <a:pt x="4078623" y="336746"/>
                  </a:lnTo>
                  <a:lnTo>
                    <a:pt x="4092128" y="344242"/>
                  </a:lnTo>
                  <a:lnTo>
                    <a:pt x="4105634" y="351888"/>
                  </a:lnTo>
                  <a:lnTo>
                    <a:pt x="4119139" y="359736"/>
                  </a:lnTo>
                  <a:lnTo>
                    <a:pt x="4132645" y="367739"/>
                  </a:lnTo>
                  <a:lnTo>
                    <a:pt x="4146150" y="375863"/>
                  </a:lnTo>
                  <a:lnTo>
                    <a:pt x="4159655" y="384114"/>
                  </a:lnTo>
                  <a:lnTo>
                    <a:pt x="4173161" y="392530"/>
                  </a:lnTo>
                  <a:lnTo>
                    <a:pt x="4186666" y="401045"/>
                  </a:lnTo>
                  <a:lnTo>
                    <a:pt x="4200171" y="409658"/>
                  </a:lnTo>
                  <a:lnTo>
                    <a:pt x="4213677" y="418408"/>
                  </a:lnTo>
                  <a:lnTo>
                    <a:pt x="4227182" y="427270"/>
                  </a:lnTo>
                  <a:lnTo>
                    <a:pt x="4240688" y="436224"/>
                  </a:lnTo>
                  <a:lnTo>
                    <a:pt x="4254193" y="445284"/>
                  </a:lnTo>
                  <a:lnTo>
                    <a:pt x="4267698" y="454492"/>
                  </a:lnTo>
                  <a:lnTo>
                    <a:pt x="4281204" y="463801"/>
                  </a:lnTo>
                  <a:lnTo>
                    <a:pt x="4294709" y="473215"/>
                  </a:lnTo>
                  <a:lnTo>
                    <a:pt x="4308214" y="482791"/>
                  </a:lnTo>
                  <a:lnTo>
                    <a:pt x="4321720" y="492511"/>
                  </a:lnTo>
                  <a:lnTo>
                    <a:pt x="4335225" y="502358"/>
                  </a:lnTo>
                  <a:lnTo>
                    <a:pt x="4348731" y="512357"/>
                  </a:lnTo>
                  <a:lnTo>
                    <a:pt x="4362236" y="522578"/>
                  </a:lnTo>
                  <a:lnTo>
                    <a:pt x="4375741" y="532958"/>
                  </a:lnTo>
                  <a:lnTo>
                    <a:pt x="4389247" y="543500"/>
                  </a:lnTo>
                  <a:lnTo>
                    <a:pt x="4402752" y="554302"/>
                  </a:lnTo>
                  <a:lnTo>
                    <a:pt x="4416257" y="565330"/>
                  </a:lnTo>
                  <a:lnTo>
                    <a:pt x="4429763" y="576555"/>
                  </a:lnTo>
                  <a:lnTo>
                    <a:pt x="4443268" y="588019"/>
                  </a:lnTo>
                  <a:lnTo>
                    <a:pt x="4456774" y="599813"/>
                  </a:lnTo>
                  <a:lnTo>
                    <a:pt x="4470279" y="611838"/>
                  </a:lnTo>
                  <a:lnTo>
                    <a:pt x="4483784" y="624097"/>
                  </a:lnTo>
                  <a:lnTo>
                    <a:pt x="4497290" y="636724"/>
                  </a:lnTo>
                  <a:lnTo>
                    <a:pt x="4510795" y="649647"/>
                  </a:lnTo>
                  <a:lnTo>
                    <a:pt x="4524300" y="662829"/>
                  </a:lnTo>
                  <a:lnTo>
                    <a:pt x="4537806" y="676319"/>
                  </a:lnTo>
                  <a:lnTo>
                    <a:pt x="4551311" y="690208"/>
                  </a:lnTo>
                  <a:lnTo>
                    <a:pt x="4564817" y="704368"/>
                  </a:lnTo>
                  <a:lnTo>
                    <a:pt x="4578322" y="718797"/>
                  </a:lnTo>
                  <a:lnTo>
                    <a:pt x="4591827" y="733638"/>
                  </a:lnTo>
                  <a:lnTo>
                    <a:pt x="4605333" y="748786"/>
                  </a:lnTo>
                  <a:lnTo>
                    <a:pt x="4618838" y="764199"/>
                  </a:lnTo>
                  <a:lnTo>
                    <a:pt x="4632343" y="779925"/>
                  </a:lnTo>
                  <a:lnTo>
                    <a:pt x="4645849" y="796024"/>
                  </a:lnTo>
                  <a:lnTo>
                    <a:pt x="4659354" y="812367"/>
                  </a:lnTo>
                  <a:lnTo>
                    <a:pt x="4672860" y="828949"/>
                  </a:lnTo>
                  <a:lnTo>
                    <a:pt x="4686365" y="845880"/>
                  </a:lnTo>
                  <a:lnTo>
                    <a:pt x="4699870" y="863048"/>
                  </a:lnTo>
                  <a:lnTo>
                    <a:pt x="4713376" y="880417"/>
                  </a:lnTo>
                  <a:lnTo>
                    <a:pt x="4726881" y="898016"/>
                  </a:lnTo>
                  <a:lnTo>
                    <a:pt x="4740386" y="915861"/>
                  </a:lnTo>
                  <a:lnTo>
                    <a:pt x="4753892" y="933855"/>
                  </a:lnTo>
                  <a:lnTo>
                    <a:pt x="4767397" y="951991"/>
                  </a:lnTo>
                  <a:lnTo>
                    <a:pt x="4780903" y="970312"/>
                  </a:lnTo>
                  <a:lnTo>
                    <a:pt x="4794408" y="988736"/>
                  </a:lnTo>
                  <a:lnTo>
                    <a:pt x="4807913" y="1007241"/>
                  </a:lnTo>
                  <a:lnTo>
                    <a:pt x="4821419" y="1025825"/>
                  </a:lnTo>
                  <a:lnTo>
                    <a:pt x="4834924" y="1044463"/>
                  </a:lnTo>
                  <a:lnTo>
                    <a:pt x="4848429" y="1063114"/>
                  </a:lnTo>
                  <a:lnTo>
                    <a:pt x="4861935" y="1081771"/>
                  </a:lnTo>
                  <a:lnTo>
                    <a:pt x="4875440" y="1100396"/>
                  </a:lnTo>
                  <a:lnTo>
                    <a:pt x="4888946" y="1118968"/>
                  </a:lnTo>
                  <a:lnTo>
                    <a:pt x="4902451" y="1137479"/>
                  </a:lnTo>
                  <a:lnTo>
                    <a:pt x="4915956" y="1155896"/>
                  </a:lnTo>
                  <a:lnTo>
                    <a:pt x="4929462" y="1174168"/>
                  </a:lnTo>
                  <a:lnTo>
                    <a:pt x="4942967" y="1192318"/>
                  </a:lnTo>
                  <a:lnTo>
                    <a:pt x="4956472" y="1210339"/>
                  </a:lnTo>
                  <a:lnTo>
                    <a:pt x="4969978" y="1228122"/>
                  </a:lnTo>
                  <a:lnTo>
                    <a:pt x="4983483" y="1245717"/>
                  </a:lnTo>
                  <a:lnTo>
                    <a:pt x="4996989" y="1263132"/>
                  </a:lnTo>
                  <a:lnTo>
                    <a:pt x="5010494" y="1280306"/>
                  </a:lnTo>
                  <a:lnTo>
                    <a:pt x="5023999" y="1297184"/>
                  </a:lnTo>
                  <a:lnTo>
                    <a:pt x="5037505" y="1313840"/>
                  </a:lnTo>
                  <a:lnTo>
                    <a:pt x="5051010" y="1330271"/>
                  </a:lnTo>
                  <a:lnTo>
                    <a:pt x="5064515" y="1346320"/>
                  </a:lnTo>
                  <a:lnTo>
                    <a:pt x="5078021" y="1362103"/>
                  </a:lnTo>
                  <a:lnTo>
                    <a:pt x="5091526" y="1377633"/>
                  </a:lnTo>
                  <a:lnTo>
                    <a:pt x="5105032" y="1392836"/>
                  </a:lnTo>
                  <a:lnTo>
                    <a:pt x="5118537" y="1407671"/>
                  </a:lnTo>
                  <a:lnTo>
                    <a:pt x="5132042" y="1422239"/>
                  </a:lnTo>
                  <a:lnTo>
                    <a:pt x="5145548" y="1436540"/>
                  </a:lnTo>
                  <a:lnTo>
                    <a:pt x="5159053" y="1450406"/>
                  </a:lnTo>
                  <a:lnTo>
                    <a:pt x="5172559" y="1463989"/>
                  </a:lnTo>
                  <a:lnTo>
                    <a:pt x="5186064" y="1477304"/>
                  </a:lnTo>
                  <a:lnTo>
                    <a:pt x="5199569" y="1490277"/>
                  </a:lnTo>
                  <a:lnTo>
                    <a:pt x="5213075" y="1502888"/>
                  </a:lnTo>
                  <a:lnTo>
                    <a:pt x="5226580" y="1515241"/>
                  </a:lnTo>
                  <a:lnTo>
                    <a:pt x="5240085" y="1527339"/>
                  </a:lnTo>
                  <a:lnTo>
                    <a:pt x="5253591" y="1539032"/>
                  </a:lnTo>
                  <a:lnTo>
                    <a:pt x="5267096" y="1550475"/>
                  </a:lnTo>
                  <a:lnTo>
                    <a:pt x="5280602" y="1561683"/>
                  </a:lnTo>
                  <a:lnTo>
                    <a:pt x="5294107" y="1572592"/>
                  </a:lnTo>
                  <a:lnTo>
                    <a:pt x="5307612" y="1583201"/>
                  </a:lnTo>
                  <a:lnTo>
                    <a:pt x="5321118" y="1593599"/>
                  </a:lnTo>
                  <a:lnTo>
                    <a:pt x="5334623" y="1603791"/>
                  </a:lnTo>
                  <a:lnTo>
                    <a:pt x="5348128" y="1613662"/>
                  </a:lnTo>
                  <a:lnTo>
                    <a:pt x="5361634" y="1623345"/>
                  </a:lnTo>
                  <a:lnTo>
                    <a:pt x="5375139" y="1632851"/>
                  </a:lnTo>
                  <a:lnTo>
                    <a:pt x="5388645" y="1642133"/>
                  </a:lnTo>
                  <a:lnTo>
                    <a:pt x="5402150" y="1651203"/>
                  </a:lnTo>
                  <a:lnTo>
                    <a:pt x="5415655" y="1660124"/>
                  </a:lnTo>
                  <a:lnTo>
                    <a:pt x="5429161" y="1668901"/>
                  </a:lnTo>
                  <a:lnTo>
                    <a:pt x="5442666" y="1677459"/>
                  </a:lnTo>
                  <a:lnTo>
                    <a:pt x="5456171" y="1685896"/>
                  </a:lnTo>
                  <a:lnTo>
                    <a:pt x="5469677" y="1694216"/>
                  </a:lnTo>
                  <a:lnTo>
                    <a:pt x="5483182" y="1702391"/>
                  </a:lnTo>
                  <a:lnTo>
                    <a:pt x="5496688" y="1710435"/>
                  </a:lnTo>
                  <a:lnTo>
                    <a:pt x="5510193" y="1718388"/>
                  </a:lnTo>
                  <a:lnTo>
                    <a:pt x="5523698" y="1726253"/>
                  </a:lnTo>
                  <a:lnTo>
                    <a:pt x="5537204" y="1733985"/>
                  </a:lnTo>
                  <a:lnTo>
                    <a:pt x="5550709" y="1741648"/>
                  </a:lnTo>
                  <a:lnTo>
                    <a:pt x="5564214" y="1749241"/>
                  </a:lnTo>
                  <a:lnTo>
                    <a:pt x="5577720" y="1756749"/>
                  </a:lnTo>
                  <a:lnTo>
                    <a:pt x="5591225" y="1764182"/>
                  </a:lnTo>
                  <a:lnTo>
                    <a:pt x="5604731" y="1771561"/>
                  </a:lnTo>
                  <a:lnTo>
                    <a:pt x="5618236" y="1778887"/>
                  </a:lnTo>
                  <a:lnTo>
                    <a:pt x="5631741" y="1786135"/>
                  </a:lnTo>
                  <a:lnTo>
                    <a:pt x="5645247" y="1793339"/>
                  </a:lnTo>
                  <a:lnTo>
                    <a:pt x="5658752" y="1800499"/>
                  </a:lnTo>
                  <a:lnTo>
                    <a:pt x="5672257" y="1807603"/>
                  </a:lnTo>
                  <a:lnTo>
                    <a:pt x="5685763" y="1814654"/>
                  </a:lnTo>
                  <a:lnTo>
                    <a:pt x="5699268" y="1821666"/>
                  </a:lnTo>
                  <a:lnTo>
                    <a:pt x="5712774" y="1828636"/>
                  </a:lnTo>
                  <a:lnTo>
                    <a:pt x="5726279" y="1835542"/>
                  </a:lnTo>
                  <a:lnTo>
                    <a:pt x="5739784" y="1842407"/>
                  </a:lnTo>
                  <a:lnTo>
                    <a:pt x="5753290" y="1849231"/>
                  </a:lnTo>
                  <a:lnTo>
                    <a:pt x="5766795" y="1855997"/>
                  </a:lnTo>
                  <a:lnTo>
                    <a:pt x="5780300" y="1862706"/>
                  </a:lnTo>
                  <a:lnTo>
                    <a:pt x="5793806" y="1869369"/>
                  </a:lnTo>
                  <a:lnTo>
                    <a:pt x="5807311" y="1875982"/>
                  </a:lnTo>
                  <a:lnTo>
                    <a:pt x="5820817" y="1882514"/>
                  </a:lnTo>
                  <a:lnTo>
                    <a:pt x="5834322" y="1888992"/>
                  </a:lnTo>
                  <a:lnTo>
                    <a:pt x="5847827" y="1895416"/>
                  </a:lnTo>
                  <a:lnTo>
                    <a:pt x="5861333" y="1901759"/>
                  </a:lnTo>
                  <a:lnTo>
                    <a:pt x="5874838" y="1908024"/>
                  </a:lnTo>
                  <a:lnTo>
                    <a:pt x="5888343" y="1914225"/>
                  </a:lnTo>
                  <a:lnTo>
                    <a:pt x="5901849" y="1920356"/>
                  </a:lnTo>
                  <a:lnTo>
                    <a:pt x="5915354" y="1926375"/>
                  </a:lnTo>
                  <a:lnTo>
                    <a:pt x="5928860" y="1932320"/>
                  </a:lnTo>
                  <a:lnTo>
                    <a:pt x="5942365" y="1938190"/>
                  </a:lnTo>
                  <a:lnTo>
                    <a:pt x="5955870" y="1943950"/>
                  </a:lnTo>
                  <a:lnTo>
                    <a:pt x="5969376" y="1949606"/>
                  </a:lnTo>
                  <a:lnTo>
                    <a:pt x="5982881" y="1955177"/>
                  </a:lnTo>
                  <a:lnTo>
                    <a:pt x="5996386" y="1960656"/>
                  </a:lnTo>
                  <a:lnTo>
                    <a:pt x="6009892" y="1965992"/>
                  </a:lnTo>
                  <a:lnTo>
                    <a:pt x="6023397" y="1971235"/>
                  </a:lnTo>
                  <a:lnTo>
                    <a:pt x="6036903" y="1976385"/>
                  </a:lnTo>
                  <a:lnTo>
                    <a:pt x="6050408" y="1981397"/>
                  </a:lnTo>
                  <a:lnTo>
                    <a:pt x="6063913" y="1986286"/>
                  </a:lnTo>
                  <a:lnTo>
                    <a:pt x="6077419" y="1991074"/>
                  </a:lnTo>
                  <a:lnTo>
                    <a:pt x="6090924" y="1995752"/>
                  </a:lnTo>
                  <a:lnTo>
                    <a:pt x="6104429" y="2000266"/>
                  </a:lnTo>
                  <a:lnTo>
                    <a:pt x="6117935" y="2004675"/>
                  </a:lnTo>
                  <a:lnTo>
                    <a:pt x="6131440" y="2008978"/>
                  </a:lnTo>
                  <a:lnTo>
                    <a:pt x="6144946" y="2013128"/>
                  </a:lnTo>
                  <a:lnTo>
                    <a:pt x="6158451" y="2017145"/>
                  </a:lnTo>
                  <a:lnTo>
                    <a:pt x="6171956" y="2021054"/>
                  </a:lnTo>
                  <a:lnTo>
                    <a:pt x="6185462" y="2024841"/>
                  </a:lnTo>
                  <a:lnTo>
                    <a:pt x="6198967" y="2028460"/>
                  </a:lnTo>
                  <a:lnTo>
                    <a:pt x="6212472" y="2031971"/>
                  </a:lnTo>
                  <a:lnTo>
                    <a:pt x="6225978" y="2035373"/>
                  </a:lnTo>
                  <a:lnTo>
                    <a:pt x="6239483" y="2038618"/>
                  </a:lnTo>
                  <a:lnTo>
                    <a:pt x="6252989" y="2041733"/>
                  </a:lnTo>
                  <a:lnTo>
                    <a:pt x="6266494" y="2044742"/>
                  </a:lnTo>
                  <a:lnTo>
                    <a:pt x="6279999" y="2047632"/>
                  </a:lnTo>
                  <a:lnTo>
                    <a:pt x="6293505" y="2050363"/>
                  </a:lnTo>
                  <a:lnTo>
                    <a:pt x="6307010" y="2052991"/>
                  </a:lnTo>
                  <a:lnTo>
                    <a:pt x="6320515" y="2055519"/>
                  </a:lnTo>
                  <a:lnTo>
                    <a:pt x="6334021" y="2057902"/>
                  </a:lnTo>
                  <a:lnTo>
                    <a:pt x="6347526" y="2060170"/>
                  </a:lnTo>
                  <a:lnTo>
                    <a:pt x="6361032" y="2062344"/>
                  </a:lnTo>
                  <a:lnTo>
                    <a:pt x="6374537" y="2064413"/>
                  </a:lnTo>
                  <a:lnTo>
                    <a:pt x="6388042" y="2066347"/>
                  </a:lnTo>
                  <a:lnTo>
                    <a:pt x="6401548" y="2068197"/>
                  </a:lnTo>
                  <a:lnTo>
                    <a:pt x="6415053" y="2069963"/>
                  </a:lnTo>
                  <a:lnTo>
                    <a:pt x="6428558" y="2071611"/>
                  </a:lnTo>
                  <a:lnTo>
                    <a:pt x="6442064" y="2073171"/>
                  </a:lnTo>
                  <a:lnTo>
                    <a:pt x="6455569" y="2074659"/>
                  </a:lnTo>
                  <a:lnTo>
                    <a:pt x="6469075" y="2076067"/>
                  </a:lnTo>
                  <a:lnTo>
                    <a:pt x="6482580" y="2077379"/>
                  </a:lnTo>
                  <a:lnTo>
                    <a:pt x="6496085" y="2078632"/>
                  </a:lnTo>
                  <a:lnTo>
                    <a:pt x="6509591" y="2079828"/>
                  </a:lnTo>
                  <a:lnTo>
                    <a:pt x="6523096" y="2080945"/>
                  </a:lnTo>
                  <a:lnTo>
                    <a:pt x="6536601" y="2082010"/>
                  </a:lnTo>
                  <a:lnTo>
                    <a:pt x="6550107" y="2083031"/>
                  </a:lnTo>
                  <a:lnTo>
                    <a:pt x="6563612" y="2084006"/>
                  </a:lnTo>
                  <a:lnTo>
                    <a:pt x="6577118" y="2084931"/>
                  </a:lnTo>
                  <a:lnTo>
                    <a:pt x="6590623" y="2085827"/>
                  </a:lnTo>
                  <a:lnTo>
                    <a:pt x="6604128" y="2086698"/>
                  </a:lnTo>
                  <a:lnTo>
                    <a:pt x="6617634" y="2087536"/>
                  </a:lnTo>
                  <a:lnTo>
                    <a:pt x="6631139" y="2088358"/>
                  </a:lnTo>
                  <a:lnTo>
                    <a:pt x="6644644" y="2089167"/>
                  </a:lnTo>
                  <a:lnTo>
                    <a:pt x="6658150" y="2089966"/>
                  </a:lnTo>
                  <a:lnTo>
                    <a:pt x="6671655" y="2090760"/>
                  </a:lnTo>
                  <a:lnTo>
                    <a:pt x="6685161" y="2091555"/>
                  </a:lnTo>
                  <a:lnTo>
                    <a:pt x="6698666" y="2092353"/>
                  </a:lnTo>
                  <a:lnTo>
                    <a:pt x="6712171" y="2093162"/>
                  </a:lnTo>
                  <a:lnTo>
                    <a:pt x="6725677" y="2093984"/>
                  </a:lnTo>
                  <a:lnTo>
                    <a:pt x="6739182" y="2094820"/>
                  </a:lnTo>
                  <a:lnTo>
                    <a:pt x="6752687" y="2095675"/>
                  </a:lnTo>
                  <a:lnTo>
                    <a:pt x="6766193" y="2096559"/>
                  </a:lnTo>
                  <a:lnTo>
                    <a:pt x="6779698" y="2097465"/>
                  </a:lnTo>
                  <a:lnTo>
                    <a:pt x="6793204" y="2098394"/>
                  </a:lnTo>
                  <a:lnTo>
                    <a:pt x="6806709" y="2099363"/>
                  </a:lnTo>
                  <a:lnTo>
                    <a:pt x="6820214" y="2100363"/>
                  </a:lnTo>
                  <a:lnTo>
                    <a:pt x="6833720" y="2101391"/>
                  </a:lnTo>
                  <a:lnTo>
                    <a:pt x="6847225" y="2102455"/>
                  </a:lnTo>
                  <a:lnTo>
                    <a:pt x="6860730" y="2103562"/>
                  </a:lnTo>
                  <a:lnTo>
                    <a:pt x="6874236" y="2104700"/>
                  </a:lnTo>
                  <a:lnTo>
                    <a:pt x="6887741" y="2105869"/>
                  </a:lnTo>
                  <a:lnTo>
                    <a:pt x="6901247" y="2107085"/>
                  </a:lnTo>
                  <a:lnTo>
                    <a:pt x="6901247" y="2174102"/>
                  </a:lnTo>
                  <a:lnTo>
                    <a:pt x="6887741" y="2174102"/>
                  </a:lnTo>
                  <a:lnTo>
                    <a:pt x="6874236" y="2174102"/>
                  </a:lnTo>
                  <a:lnTo>
                    <a:pt x="6860730" y="2174102"/>
                  </a:lnTo>
                  <a:lnTo>
                    <a:pt x="6847225" y="2174102"/>
                  </a:lnTo>
                  <a:lnTo>
                    <a:pt x="6833720" y="2174102"/>
                  </a:lnTo>
                  <a:lnTo>
                    <a:pt x="6820214" y="2174102"/>
                  </a:lnTo>
                  <a:lnTo>
                    <a:pt x="6806709" y="2174102"/>
                  </a:lnTo>
                  <a:lnTo>
                    <a:pt x="6793204" y="2174102"/>
                  </a:lnTo>
                  <a:lnTo>
                    <a:pt x="6779698" y="2174102"/>
                  </a:lnTo>
                  <a:lnTo>
                    <a:pt x="6766193" y="2174102"/>
                  </a:lnTo>
                  <a:lnTo>
                    <a:pt x="6752687" y="2174102"/>
                  </a:lnTo>
                  <a:lnTo>
                    <a:pt x="6739182" y="2174102"/>
                  </a:lnTo>
                  <a:lnTo>
                    <a:pt x="6725677" y="2174102"/>
                  </a:lnTo>
                  <a:lnTo>
                    <a:pt x="6712171" y="2174102"/>
                  </a:lnTo>
                  <a:lnTo>
                    <a:pt x="6698666" y="2174102"/>
                  </a:lnTo>
                  <a:lnTo>
                    <a:pt x="6685161" y="2174102"/>
                  </a:lnTo>
                  <a:lnTo>
                    <a:pt x="6671655" y="2174102"/>
                  </a:lnTo>
                  <a:lnTo>
                    <a:pt x="6658150" y="2174102"/>
                  </a:lnTo>
                  <a:lnTo>
                    <a:pt x="6644644" y="2174102"/>
                  </a:lnTo>
                  <a:lnTo>
                    <a:pt x="6631139" y="2174102"/>
                  </a:lnTo>
                  <a:lnTo>
                    <a:pt x="6617634" y="2174102"/>
                  </a:lnTo>
                  <a:lnTo>
                    <a:pt x="6604128" y="2174102"/>
                  </a:lnTo>
                  <a:lnTo>
                    <a:pt x="6590623" y="2174102"/>
                  </a:lnTo>
                  <a:lnTo>
                    <a:pt x="6577118" y="2174102"/>
                  </a:lnTo>
                  <a:lnTo>
                    <a:pt x="6563612" y="2174102"/>
                  </a:lnTo>
                  <a:lnTo>
                    <a:pt x="6550107" y="2174102"/>
                  </a:lnTo>
                  <a:lnTo>
                    <a:pt x="6536601" y="2174102"/>
                  </a:lnTo>
                  <a:lnTo>
                    <a:pt x="6523096" y="2174102"/>
                  </a:lnTo>
                  <a:lnTo>
                    <a:pt x="6509591" y="2174102"/>
                  </a:lnTo>
                  <a:lnTo>
                    <a:pt x="6496085" y="2174102"/>
                  </a:lnTo>
                  <a:lnTo>
                    <a:pt x="6482580" y="2174102"/>
                  </a:lnTo>
                  <a:lnTo>
                    <a:pt x="6469075" y="2174102"/>
                  </a:lnTo>
                  <a:lnTo>
                    <a:pt x="6455569" y="2174102"/>
                  </a:lnTo>
                  <a:lnTo>
                    <a:pt x="6442064" y="2174102"/>
                  </a:lnTo>
                  <a:lnTo>
                    <a:pt x="6428558" y="2174102"/>
                  </a:lnTo>
                  <a:lnTo>
                    <a:pt x="6415053" y="2174102"/>
                  </a:lnTo>
                  <a:lnTo>
                    <a:pt x="6401548" y="2174102"/>
                  </a:lnTo>
                  <a:lnTo>
                    <a:pt x="6388042" y="2174102"/>
                  </a:lnTo>
                  <a:lnTo>
                    <a:pt x="6374537" y="2174102"/>
                  </a:lnTo>
                  <a:lnTo>
                    <a:pt x="6361032" y="2174102"/>
                  </a:lnTo>
                  <a:lnTo>
                    <a:pt x="6347526" y="2174102"/>
                  </a:lnTo>
                  <a:lnTo>
                    <a:pt x="6334021" y="2174102"/>
                  </a:lnTo>
                  <a:lnTo>
                    <a:pt x="6320515" y="2174102"/>
                  </a:lnTo>
                  <a:lnTo>
                    <a:pt x="6307010" y="2174102"/>
                  </a:lnTo>
                  <a:lnTo>
                    <a:pt x="6293505" y="2174102"/>
                  </a:lnTo>
                  <a:lnTo>
                    <a:pt x="6279999" y="2174102"/>
                  </a:lnTo>
                  <a:lnTo>
                    <a:pt x="6266494" y="2174102"/>
                  </a:lnTo>
                  <a:lnTo>
                    <a:pt x="6252989" y="2174102"/>
                  </a:lnTo>
                  <a:lnTo>
                    <a:pt x="6239483" y="2174102"/>
                  </a:lnTo>
                  <a:lnTo>
                    <a:pt x="6225978" y="2174102"/>
                  </a:lnTo>
                  <a:lnTo>
                    <a:pt x="6212472" y="2174102"/>
                  </a:lnTo>
                  <a:lnTo>
                    <a:pt x="6198967" y="2174102"/>
                  </a:lnTo>
                  <a:lnTo>
                    <a:pt x="6185462" y="2174102"/>
                  </a:lnTo>
                  <a:lnTo>
                    <a:pt x="6171956" y="2174102"/>
                  </a:lnTo>
                  <a:lnTo>
                    <a:pt x="6158451" y="2174102"/>
                  </a:lnTo>
                  <a:lnTo>
                    <a:pt x="6144946" y="2174102"/>
                  </a:lnTo>
                  <a:lnTo>
                    <a:pt x="6131440" y="2174102"/>
                  </a:lnTo>
                  <a:lnTo>
                    <a:pt x="6117935" y="2174102"/>
                  </a:lnTo>
                  <a:lnTo>
                    <a:pt x="6104429" y="2174102"/>
                  </a:lnTo>
                  <a:lnTo>
                    <a:pt x="6090924" y="2174102"/>
                  </a:lnTo>
                  <a:lnTo>
                    <a:pt x="6077419" y="2174102"/>
                  </a:lnTo>
                  <a:lnTo>
                    <a:pt x="6063913" y="2174102"/>
                  </a:lnTo>
                  <a:lnTo>
                    <a:pt x="6050408" y="2174102"/>
                  </a:lnTo>
                  <a:lnTo>
                    <a:pt x="6036903" y="2174102"/>
                  </a:lnTo>
                  <a:lnTo>
                    <a:pt x="6023397" y="2174102"/>
                  </a:lnTo>
                  <a:lnTo>
                    <a:pt x="6009892" y="2174102"/>
                  </a:lnTo>
                  <a:lnTo>
                    <a:pt x="5996386" y="2174102"/>
                  </a:lnTo>
                  <a:lnTo>
                    <a:pt x="5982881" y="2174102"/>
                  </a:lnTo>
                  <a:lnTo>
                    <a:pt x="5969376" y="2174102"/>
                  </a:lnTo>
                  <a:lnTo>
                    <a:pt x="5955870" y="2174102"/>
                  </a:lnTo>
                  <a:lnTo>
                    <a:pt x="5942365" y="2174102"/>
                  </a:lnTo>
                  <a:lnTo>
                    <a:pt x="5928860" y="2174102"/>
                  </a:lnTo>
                  <a:lnTo>
                    <a:pt x="5915354" y="2174102"/>
                  </a:lnTo>
                  <a:lnTo>
                    <a:pt x="5901849" y="2174102"/>
                  </a:lnTo>
                  <a:lnTo>
                    <a:pt x="5888343" y="2174102"/>
                  </a:lnTo>
                  <a:lnTo>
                    <a:pt x="5874838" y="2174102"/>
                  </a:lnTo>
                  <a:lnTo>
                    <a:pt x="5861333" y="2174102"/>
                  </a:lnTo>
                  <a:lnTo>
                    <a:pt x="5847827" y="2174102"/>
                  </a:lnTo>
                  <a:lnTo>
                    <a:pt x="5834322" y="2174102"/>
                  </a:lnTo>
                  <a:lnTo>
                    <a:pt x="5820817" y="2174102"/>
                  </a:lnTo>
                  <a:lnTo>
                    <a:pt x="5807311" y="2174102"/>
                  </a:lnTo>
                  <a:lnTo>
                    <a:pt x="5793806" y="2174102"/>
                  </a:lnTo>
                  <a:lnTo>
                    <a:pt x="5780300" y="2174102"/>
                  </a:lnTo>
                  <a:lnTo>
                    <a:pt x="5766795" y="2174102"/>
                  </a:lnTo>
                  <a:lnTo>
                    <a:pt x="5753290" y="2174102"/>
                  </a:lnTo>
                  <a:lnTo>
                    <a:pt x="5739784" y="2174102"/>
                  </a:lnTo>
                  <a:lnTo>
                    <a:pt x="5726279" y="2174102"/>
                  </a:lnTo>
                  <a:lnTo>
                    <a:pt x="5712774" y="2174102"/>
                  </a:lnTo>
                  <a:lnTo>
                    <a:pt x="5699268" y="2174102"/>
                  </a:lnTo>
                  <a:lnTo>
                    <a:pt x="5685763" y="2174102"/>
                  </a:lnTo>
                  <a:lnTo>
                    <a:pt x="5672257" y="2174102"/>
                  </a:lnTo>
                  <a:lnTo>
                    <a:pt x="5658752" y="2174102"/>
                  </a:lnTo>
                  <a:lnTo>
                    <a:pt x="5645247" y="2174102"/>
                  </a:lnTo>
                  <a:lnTo>
                    <a:pt x="5631741" y="2174102"/>
                  </a:lnTo>
                  <a:lnTo>
                    <a:pt x="5618236" y="2174102"/>
                  </a:lnTo>
                  <a:lnTo>
                    <a:pt x="5604731" y="2174102"/>
                  </a:lnTo>
                  <a:lnTo>
                    <a:pt x="5591225" y="2174102"/>
                  </a:lnTo>
                  <a:lnTo>
                    <a:pt x="5577720" y="2174102"/>
                  </a:lnTo>
                  <a:lnTo>
                    <a:pt x="5564214" y="2174102"/>
                  </a:lnTo>
                  <a:lnTo>
                    <a:pt x="5550709" y="2174102"/>
                  </a:lnTo>
                  <a:lnTo>
                    <a:pt x="5537204" y="2174102"/>
                  </a:lnTo>
                  <a:lnTo>
                    <a:pt x="5523698" y="2174102"/>
                  </a:lnTo>
                  <a:lnTo>
                    <a:pt x="5510193" y="2174102"/>
                  </a:lnTo>
                  <a:lnTo>
                    <a:pt x="5496688" y="2174102"/>
                  </a:lnTo>
                  <a:lnTo>
                    <a:pt x="5483182" y="2174102"/>
                  </a:lnTo>
                  <a:lnTo>
                    <a:pt x="5469677" y="2174102"/>
                  </a:lnTo>
                  <a:lnTo>
                    <a:pt x="5456171" y="2174102"/>
                  </a:lnTo>
                  <a:lnTo>
                    <a:pt x="5442666" y="2174102"/>
                  </a:lnTo>
                  <a:lnTo>
                    <a:pt x="5429161" y="2174102"/>
                  </a:lnTo>
                  <a:lnTo>
                    <a:pt x="5415655" y="2174102"/>
                  </a:lnTo>
                  <a:lnTo>
                    <a:pt x="5402150" y="2174102"/>
                  </a:lnTo>
                  <a:lnTo>
                    <a:pt x="5388645" y="2174102"/>
                  </a:lnTo>
                  <a:lnTo>
                    <a:pt x="5375139" y="2174102"/>
                  </a:lnTo>
                  <a:lnTo>
                    <a:pt x="5361634" y="2174102"/>
                  </a:lnTo>
                  <a:lnTo>
                    <a:pt x="5348128" y="2174102"/>
                  </a:lnTo>
                  <a:lnTo>
                    <a:pt x="5334623" y="2174102"/>
                  </a:lnTo>
                  <a:lnTo>
                    <a:pt x="5321118" y="2174102"/>
                  </a:lnTo>
                  <a:lnTo>
                    <a:pt x="5307612" y="2174102"/>
                  </a:lnTo>
                  <a:lnTo>
                    <a:pt x="5294107" y="2174102"/>
                  </a:lnTo>
                  <a:lnTo>
                    <a:pt x="5280602" y="2174102"/>
                  </a:lnTo>
                  <a:lnTo>
                    <a:pt x="5267096" y="2174102"/>
                  </a:lnTo>
                  <a:lnTo>
                    <a:pt x="5253591" y="2174102"/>
                  </a:lnTo>
                  <a:lnTo>
                    <a:pt x="5240085" y="2174102"/>
                  </a:lnTo>
                  <a:lnTo>
                    <a:pt x="5226580" y="2174102"/>
                  </a:lnTo>
                  <a:lnTo>
                    <a:pt x="5213075" y="2174102"/>
                  </a:lnTo>
                  <a:lnTo>
                    <a:pt x="5199569" y="2174102"/>
                  </a:lnTo>
                  <a:lnTo>
                    <a:pt x="5186064" y="2174102"/>
                  </a:lnTo>
                  <a:lnTo>
                    <a:pt x="5172559" y="2174102"/>
                  </a:lnTo>
                  <a:lnTo>
                    <a:pt x="5159053" y="2174102"/>
                  </a:lnTo>
                  <a:lnTo>
                    <a:pt x="5145548" y="2174102"/>
                  </a:lnTo>
                  <a:lnTo>
                    <a:pt x="5132042" y="2174102"/>
                  </a:lnTo>
                  <a:lnTo>
                    <a:pt x="5118537" y="2174102"/>
                  </a:lnTo>
                  <a:lnTo>
                    <a:pt x="5105032" y="2174102"/>
                  </a:lnTo>
                  <a:lnTo>
                    <a:pt x="5091526" y="2174102"/>
                  </a:lnTo>
                  <a:lnTo>
                    <a:pt x="5078021" y="2174102"/>
                  </a:lnTo>
                  <a:lnTo>
                    <a:pt x="5064515" y="2174102"/>
                  </a:lnTo>
                  <a:lnTo>
                    <a:pt x="5051010" y="2174102"/>
                  </a:lnTo>
                  <a:lnTo>
                    <a:pt x="5037505" y="2174102"/>
                  </a:lnTo>
                  <a:lnTo>
                    <a:pt x="5023999" y="2174102"/>
                  </a:lnTo>
                  <a:lnTo>
                    <a:pt x="5010494" y="2174102"/>
                  </a:lnTo>
                  <a:lnTo>
                    <a:pt x="4996989" y="2174102"/>
                  </a:lnTo>
                  <a:lnTo>
                    <a:pt x="4983483" y="2174102"/>
                  </a:lnTo>
                  <a:lnTo>
                    <a:pt x="4969978" y="2174102"/>
                  </a:lnTo>
                  <a:lnTo>
                    <a:pt x="4956472" y="2174102"/>
                  </a:lnTo>
                  <a:lnTo>
                    <a:pt x="4942967" y="2174102"/>
                  </a:lnTo>
                  <a:lnTo>
                    <a:pt x="4929462" y="2174102"/>
                  </a:lnTo>
                  <a:lnTo>
                    <a:pt x="4915956" y="2174102"/>
                  </a:lnTo>
                  <a:lnTo>
                    <a:pt x="4902451" y="2174102"/>
                  </a:lnTo>
                  <a:lnTo>
                    <a:pt x="4888946" y="2174102"/>
                  </a:lnTo>
                  <a:lnTo>
                    <a:pt x="4875440" y="2174102"/>
                  </a:lnTo>
                  <a:lnTo>
                    <a:pt x="4861935" y="2174102"/>
                  </a:lnTo>
                  <a:lnTo>
                    <a:pt x="4848429" y="2174102"/>
                  </a:lnTo>
                  <a:lnTo>
                    <a:pt x="4834924" y="2174102"/>
                  </a:lnTo>
                  <a:lnTo>
                    <a:pt x="4821419" y="2174102"/>
                  </a:lnTo>
                  <a:lnTo>
                    <a:pt x="4807913" y="2174102"/>
                  </a:lnTo>
                  <a:lnTo>
                    <a:pt x="4794408" y="2174102"/>
                  </a:lnTo>
                  <a:lnTo>
                    <a:pt x="4780903" y="2174102"/>
                  </a:lnTo>
                  <a:lnTo>
                    <a:pt x="4767397" y="2174102"/>
                  </a:lnTo>
                  <a:lnTo>
                    <a:pt x="4753892" y="2174102"/>
                  </a:lnTo>
                  <a:lnTo>
                    <a:pt x="4740386" y="2174102"/>
                  </a:lnTo>
                  <a:lnTo>
                    <a:pt x="4726881" y="2174102"/>
                  </a:lnTo>
                  <a:lnTo>
                    <a:pt x="4713376" y="2174102"/>
                  </a:lnTo>
                  <a:lnTo>
                    <a:pt x="4699870" y="2174102"/>
                  </a:lnTo>
                  <a:lnTo>
                    <a:pt x="4686365" y="2174102"/>
                  </a:lnTo>
                  <a:lnTo>
                    <a:pt x="4672860" y="2174102"/>
                  </a:lnTo>
                  <a:lnTo>
                    <a:pt x="4659354" y="2174102"/>
                  </a:lnTo>
                  <a:lnTo>
                    <a:pt x="4645849" y="2174102"/>
                  </a:lnTo>
                  <a:lnTo>
                    <a:pt x="4632343" y="2174102"/>
                  </a:lnTo>
                  <a:lnTo>
                    <a:pt x="4618838" y="2174102"/>
                  </a:lnTo>
                  <a:lnTo>
                    <a:pt x="4605333" y="2174102"/>
                  </a:lnTo>
                  <a:lnTo>
                    <a:pt x="4591827" y="2174102"/>
                  </a:lnTo>
                  <a:lnTo>
                    <a:pt x="4578322" y="2174102"/>
                  </a:lnTo>
                  <a:lnTo>
                    <a:pt x="4564817" y="2174102"/>
                  </a:lnTo>
                  <a:lnTo>
                    <a:pt x="4551311" y="2174102"/>
                  </a:lnTo>
                  <a:lnTo>
                    <a:pt x="4537806" y="2174102"/>
                  </a:lnTo>
                  <a:lnTo>
                    <a:pt x="4524300" y="2174102"/>
                  </a:lnTo>
                  <a:lnTo>
                    <a:pt x="4510795" y="2174102"/>
                  </a:lnTo>
                  <a:lnTo>
                    <a:pt x="4497290" y="2174102"/>
                  </a:lnTo>
                  <a:lnTo>
                    <a:pt x="4483784" y="2174102"/>
                  </a:lnTo>
                  <a:lnTo>
                    <a:pt x="4470279" y="2174102"/>
                  </a:lnTo>
                  <a:lnTo>
                    <a:pt x="4456774" y="2174102"/>
                  </a:lnTo>
                  <a:lnTo>
                    <a:pt x="4443268" y="2174102"/>
                  </a:lnTo>
                  <a:lnTo>
                    <a:pt x="4429763" y="2174102"/>
                  </a:lnTo>
                  <a:lnTo>
                    <a:pt x="4416257" y="2174102"/>
                  </a:lnTo>
                  <a:lnTo>
                    <a:pt x="4402752" y="2174102"/>
                  </a:lnTo>
                  <a:lnTo>
                    <a:pt x="4389247" y="2174102"/>
                  </a:lnTo>
                  <a:lnTo>
                    <a:pt x="4375741" y="2174102"/>
                  </a:lnTo>
                  <a:lnTo>
                    <a:pt x="4362236" y="2174102"/>
                  </a:lnTo>
                  <a:lnTo>
                    <a:pt x="4348731" y="2174102"/>
                  </a:lnTo>
                  <a:lnTo>
                    <a:pt x="4335225" y="2174102"/>
                  </a:lnTo>
                  <a:lnTo>
                    <a:pt x="4321720" y="2174102"/>
                  </a:lnTo>
                  <a:lnTo>
                    <a:pt x="4308214" y="2174102"/>
                  </a:lnTo>
                  <a:lnTo>
                    <a:pt x="4294709" y="2174102"/>
                  </a:lnTo>
                  <a:lnTo>
                    <a:pt x="4281204" y="2174102"/>
                  </a:lnTo>
                  <a:lnTo>
                    <a:pt x="4267698" y="2174102"/>
                  </a:lnTo>
                  <a:lnTo>
                    <a:pt x="4254193" y="2174102"/>
                  </a:lnTo>
                  <a:lnTo>
                    <a:pt x="4240688" y="2174102"/>
                  </a:lnTo>
                  <a:lnTo>
                    <a:pt x="4227182" y="2174102"/>
                  </a:lnTo>
                  <a:lnTo>
                    <a:pt x="4213677" y="2174102"/>
                  </a:lnTo>
                  <a:lnTo>
                    <a:pt x="4200171" y="2174102"/>
                  </a:lnTo>
                  <a:lnTo>
                    <a:pt x="4186666" y="2174102"/>
                  </a:lnTo>
                  <a:lnTo>
                    <a:pt x="4173161" y="2174102"/>
                  </a:lnTo>
                  <a:lnTo>
                    <a:pt x="4159655" y="2174102"/>
                  </a:lnTo>
                  <a:lnTo>
                    <a:pt x="4146150" y="2174102"/>
                  </a:lnTo>
                  <a:lnTo>
                    <a:pt x="4132645" y="2174102"/>
                  </a:lnTo>
                  <a:lnTo>
                    <a:pt x="4119139" y="2174102"/>
                  </a:lnTo>
                  <a:lnTo>
                    <a:pt x="4105634" y="2174102"/>
                  </a:lnTo>
                  <a:lnTo>
                    <a:pt x="4092128" y="2174102"/>
                  </a:lnTo>
                  <a:lnTo>
                    <a:pt x="4078623" y="2174102"/>
                  </a:lnTo>
                  <a:lnTo>
                    <a:pt x="4065118" y="2174102"/>
                  </a:lnTo>
                  <a:lnTo>
                    <a:pt x="4051612" y="2174102"/>
                  </a:lnTo>
                  <a:lnTo>
                    <a:pt x="4038107" y="2174102"/>
                  </a:lnTo>
                  <a:lnTo>
                    <a:pt x="4024602" y="2174102"/>
                  </a:lnTo>
                  <a:lnTo>
                    <a:pt x="4011096" y="2174102"/>
                  </a:lnTo>
                  <a:lnTo>
                    <a:pt x="3997591" y="2174102"/>
                  </a:lnTo>
                  <a:lnTo>
                    <a:pt x="3984085" y="2174102"/>
                  </a:lnTo>
                  <a:lnTo>
                    <a:pt x="3970580" y="2174102"/>
                  </a:lnTo>
                  <a:lnTo>
                    <a:pt x="3957075" y="2174102"/>
                  </a:lnTo>
                  <a:lnTo>
                    <a:pt x="3943569" y="2174102"/>
                  </a:lnTo>
                  <a:lnTo>
                    <a:pt x="3930064" y="2174102"/>
                  </a:lnTo>
                  <a:lnTo>
                    <a:pt x="3916559" y="2174102"/>
                  </a:lnTo>
                  <a:lnTo>
                    <a:pt x="3903053" y="2174102"/>
                  </a:lnTo>
                  <a:lnTo>
                    <a:pt x="3889548" y="2174102"/>
                  </a:lnTo>
                  <a:lnTo>
                    <a:pt x="3876042" y="2174102"/>
                  </a:lnTo>
                  <a:lnTo>
                    <a:pt x="3862537" y="2174102"/>
                  </a:lnTo>
                  <a:lnTo>
                    <a:pt x="3849032" y="2174102"/>
                  </a:lnTo>
                  <a:lnTo>
                    <a:pt x="3835526" y="2174102"/>
                  </a:lnTo>
                  <a:lnTo>
                    <a:pt x="3822021" y="2174102"/>
                  </a:lnTo>
                  <a:lnTo>
                    <a:pt x="3808516" y="2174102"/>
                  </a:lnTo>
                  <a:lnTo>
                    <a:pt x="3795010" y="2174102"/>
                  </a:lnTo>
                  <a:lnTo>
                    <a:pt x="3781505" y="2174102"/>
                  </a:lnTo>
                  <a:lnTo>
                    <a:pt x="3767999" y="2174102"/>
                  </a:lnTo>
                  <a:lnTo>
                    <a:pt x="3754494" y="2174102"/>
                  </a:lnTo>
                  <a:lnTo>
                    <a:pt x="3740989" y="2174102"/>
                  </a:lnTo>
                  <a:lnTo>
                    <a:pt x="3727483" y="2174102"/>
                  </a:lnTo>
                  <a:lnTo>
                    <a:pt x="3713978" y="2174102"/>
                  </a:lnTo>
                  <a:lnTo>
                    <a:pt x="3700473" y="2174102"/>
                  </a:lnTo>
                  <a:lnTo>
                    <a:pt x="3686967" y="2174102"/>
                  </a:lnTo>
                  <a:lnTo>
                    <a:pt x="3673462" y="2174102"/>
                  </a:lnTo>
                  <a:lnTo>
                    <a:pt x="3659956" y="2174102"/>
                  </a:lnTo>
                  <a:lnTo>
                    <a:pt x="3646451" y="2174102"/>
                  </a:lnTo>
                  <a:lnTo>
                    <a:pt x="3632946" y="2174102"/>
                  </a:lnTo>
                  <a:lnTo>
                    <a:pt x="3619440" y="2174102"/>
                  </a:lnTo>
                  <a:lnTo>
                    <a:pt x="3605935" y="2174102"/>
                  </a:lnTo>
                  <a:lnTo>
                    <a:pt x="3592430" y="2174102"/>
                  </a:lnTo>
                  <a:lnTo>
                    <a:pt x="3578924" y="2174102"/>
                  </a:lnTo>
                  <a:lnTo>
                    <a:pt x="3565419" y="2174102"/>
                  </a:lnTo>
                  <a:lnTo>
                    <a:pt x="3551913" y="2174102"/>
                  </a:lnTo>
                  <a:lnTo>
                    <a:pt x="3538408" y="2174102"/>
                  </a:lnTo>
                  <a:lnTo>
                    <a:pt x="3524903" y="2174102"/>
                  </a:lnTo>
                  <a:lnTo>
                    <a:pt x="3511397" y="2174102"/>
                  </a:lnTo>
                  <a:lnTo>
                    <a:pt x="3497892" y="2174102"/>
                  </a:lnTo>
                  <a:lnTo>
                    <a:pt x="3484387" y="2174102"/>
                  </a:lnTo>
                  <a:lnTo>
                    <a:pt x="3470881" y="2174102"/>
                  </a:lnTo>
                  <a:lnTo>
                    <a:pt x="3457376" y="2174102"/>
                  </a:lnTo>
                  <a:lnTo>
                    <a:pt x="3443870" y="2174102"/>
                  </a:lnTo>
                  <a:lnTo>
                    <a:pt x="3430365" y="2174102"/>
                  </a:lnTo>
                  <a:lnTo>
                    <a:pt x="3416860" y="2174102"/>
                  </a:lnTo>
                  <a:lnTo>
                    <a:pt x="3403354" y="2174102"/>
                  </a:lnTo>
                  <a:lnTo>
                    <a:pt x="3389849" y="2174102"/>
                  </a:lnTo>
                  <a:lnTo>
                    <a:pt x="3376343" y="2174102"/>
                  </a:lnTo>
                  <a:lnTo>
                    <a:pt x="3362838" y="2174102"/>
                  </a:lnTo>
                  <a:lnTo>
                    <a:pt x="3349333" y="2174102"/>
                  </a:lnTo>
                  <a:lnTo>
                    <a:pt x="3335827" y="2174102"/>
                  </a:lnTo>
                  <a:lnTo>
                    <a:pt x="3322322" y="2174102"/>
                  </a:lnTo>
                  <a:lnTo>
                    <a:pt x="3308817" y="2174102"/>
                  </a:lnTo>
                  <a:lnTo>
                    <a:pt x="3295311" y="2174102"/>
                  </a:lnTo>
                  <a:lnTo>
                    <a:pt x="3281806" y="2174102"/>
                  </a:lnTo>
                  <a:lnTo>
                    <a:pt x="3268300" y="2174102"/>
                  </a:lnTo>
                  <a:lnTo>
                    <a:pt x="3254795" y="2174102"/>
                  </a:lnTo>
                  <a:lnTo>
                    <a:pt x="3241290" y="2174102"/>
                  </a:lnTo>
                  <a:lnTo>
                    <a:pt x="3227784" y="2174102"/>
                  </a:lnTo>
                  <a:lnTo>
                    <a:pt x="3214279" y="2174102"/>
                  </a:lnTo>
                  <a:lnTo>
                    <a:pt x="3200774" y="2174102"/>
                  </a:lnTo>
                  <a:lnTo>
                    <a:pt x="3187268" y="2174102"/>
                  </a:lnTo>
                  <a:lnTo>
                    <a:pt x="3173763" y="2174102"/>
                  </a:lnTo>
                  <a:lnTo>
                    <a:pt x="3160257" y="2174102"/>
                  </a:lnTo>
                  <a:lnTo>
                    <a:pt x="3146752" y="2174102"/>
                  </a:lnTo>
                  <a:lnTo>
                    <a:pt x="3133247" y="2174102"/>
                  </a:lnTo>
                  <a:lnTo>
                    <a:pt x="3119741" y="2174102"/>
                  </a:lnTo>
                  <a:lnTo>
                    <a:pt x="3106236" y="2174102"/>
                  </a:lnTo>
                  <a:lnTo>
                    <a:pt x="3092731" y="2174102"/>
                  </a:lnTo>
                  <a:lnTo>
                    <a:pt x="3079225" y="2174102"/>
                  </a:lnTo>
                  <a:lnTo>
                    <a:pt x="3065720" y="2174102"/>
                  </a:lnTo>
                  <a:lnTo>
                    <a:pt x="3052214" y="2174102"/>
                  </a:lnTo>
                  <a:lnTo>
                    <a:pt x="3038709" y="2174102"/>
                  </a:lnTo>
                  <a:lnTo>
                    <a:pt x="3025204" y="2174102"/>
                  </a:lnTo>
                  <a:lnTo>
                    <a:pt x="3011698" y="2174102"/>
                  </a:lnTo>
                  <a:lnTo>
                    <a:pt x="2998193" y="2174102"/>
                  </a:lnTo>
                  <a:lnTo>
                    <a:pt x="2984688" y="2174102"/>
                  </a:lnTo>
                  <a:lnTo>
                    <a:pt x="2971182" y="2174102"/>
                  </a:lnTo>
                  <a:lnTo>
                    <a:pt x="2957677" y="2174102"/>
                  </a:lnTo>
                  <a:lnTo>
                    <a:pt x="2944171" y="2174102"/>
                  </a:lnTo>
                  <a:lnTo>
                    <a:pt x="2930666" y="2174102"/>
                  </a:lnTo>
                  <a:lnTo>
                    <a:pt x="2917161" y="2174102"/>
                  </a:lnTo>
                  <a:lnTo>
                    <a:pt x="2903655" y="2174102"/>
                  </a:lnTo>
                  <a:lnTo>
                    <a:pt x="2890150" y="2174102"/>
                  </a:lnTo>
                  <a:lnTo>
                    <a:pt x="2876645" y="2174102"/>
                  </a:lnTo>
                  <a:lnTo>
                    <a:pt x="2863139" y="2174102"/>
                  </a:lnTo>
                  <a:lnTo>
                    <a:pt x="2849634" y="2174102"/>
                  </a:lnTo>
                  <a:lnTo>
                    <a:pt x="2836128" y="2174102"/>
                  </a:lnTo>
                  <a:lnTo>
                    <a:pt x="2822623" y="2174102"/>
                  </a:lnTo>
                  <a:lnTo>
                    <a:pt x="2809118" y="2174102"/>
                  </a:lnTo>
                  <a:lnTo>
                    <a:pt x="2795612" y="2174102"/>
                  </a:lnTo>
                  <a:lnTo>
                    <a:pt x="2782107" y="2174102"/>
                  </a:lnTo>
                  <a:lnTo>
                    <a:pt x="2768602" y="2174102"/>
                  </a:lnTo>
                  <a:lnTo>
                    <a:pt x="2755096" y="2174102"/>
                  </a:lnTo>
                  <a:lnTo>
                    <a:pt x="2741591" y="2174102"/>
                  </a:lnTo>
                  <a:lnTo>
                    <a:pt x="2728085" y="2174102"/>
                  </a:lnTo>
                  <a:lnTo>
                    <a:pt x="2714580" y="2174102"/>
                  </a:lnTo>
                  <a:lnTo>
                    <a:pt x="2701075" y="2174102"/>
                  </a:lnTo>
                  <a:lnTo>
                    <a:pt x="2687569" y="2174102"/>
                  </a:lnTo>
                  <a:lnTo>
                    <a:pt x="2674064" y="2174102"/>
                  </a:lnTo>
                  <a:lnTo>
                    <a:pt x="2660559" y="2174102"/>
                  </a:lnTo>
                  <a:lnTo>
                    <a:pt x="2647053" y="2174102"/>
                  </a:lnTo>
                  <a:lnTo>
                    <a:pt x="2633548" y="2174102"/>
                  </a:lnTo>
                  <a:lnTo>
                    <a:pt x="2620042" y="2174102"/>
                  </a:lnTo>
                  <a:lnTo>
                    <a:pt x="2606537" y="2174102"/>
                  </a:lnTo>
                  <a:lnTo>
                    <a:pt x="2593032" y="2174102"/>
                  </a:lnTo>
                  <a:lnTo>
                    <a:pt x="2579526" y="2174102"/>
                  </a:lnTo>
                  <a:lnTo>
                    <a:pt x="2566021" y="2174102"/>
                  </a:lnTo>
                  <a:lnTo>
                    <a:pt x="2552516" y="2174102"/>
                  </a:lnTo>
                  <a:lnTo>
                    <a:pt x="2539010" y="2174102"/>
                  </a:lnTo>
                  <a:lnTo>
                    <a:pt x="2525505" y="2174102"/>
                  </a:lnTo>
                  <a:lnTo>
                    <a:pt x="2511999" y="2174102"/>
                  </a:lnTo>
                  <a:lnTo>
                    <a:pt x="2498494" y="2174102"/>
                  </a:lnTo>
                  <a:lnTo>
                    <a:pt x="2484989" y="2174102"/>
                  </a:lnTo>
                  <a:lnTo>
                    <a:pt x="2471483" y="2174102"/>
                  </a:lnTo>
                  <a:lnTo>
                    <a:pt x="2457978" y="2174102"/>
                  </a:lnTo>
                  <a:lnTo>
                    <a:pt x="2444473" y="2174102"/>
                  </a:lnTo>
                  <a:lnTo>
                    <a:pt x="2430967" y="2174102"/>
                  </a:lnTo>
                  <a:lnTo>
                    <a:pt x="2417462" y="2174102"/>
                  </a:lnTo>
                  <a:lnTo>
                    <a:pt x="2403956" y="2174102"/>
                  </a:lnTo>
                  <a:lnTo>
                    <a:pt x="2390451" y="2174102"/>
                  </a:lnTo>
                  <a:lnTo>
                    <a:pt x="2376946" y="2174102"/>
                  </a:lnTo>
                  <a:lnTo>
                    <a:pt x="2363440" y="2174102"/>
                  </a:lnTo>
                  <a:lnTo>
                    <a:pt x="2349935" y="2174102"/>
                  </a:lnTo>
                  <a:lnTo>
                    <a:pt x="2336430" y="2174102"/>
                  </a:lnTo>
                  <a:lnTo>
                    <a:pt x="2322924" y="2174102"/>
                  </a:lnTo>
                  <a:lnTo>
                    <a:pt x="2309419" y="2174102"/>
                  </a:lnTo>
                  <a:lnTo>
                    <a:pt x="2295913" y="2174102"/>
                  </a:lnTo>
                  <a:lnTo>
                    <a:pt x="2282408" y="2174102"/>
                  </a:lnTo>
                  <a:lnTo>
                    <a:pt x="2268903" y="2174102"/>
                  </a:lnTo>
                  <a:lnTo>
                    <a:pt x="2255397" y="2174102"/>
                  </a:lnTo>
                  <a:lnTo>
                    <a:pt x="2241892" y="2174102"/>
                  </a:lnTo>
                  <a:lnTo>
                    <a:pt x="2228387" y="2174102"/>
                  </a:lnTo>
                  <a:lnTo>
                    <a:pt x="2214881" y="2174102"/>
                  </a:lnTo>
                  <a:lnTo>
                    <a:pt x="2201376" y="2174102"/>
                  </a:lnTo>
                  <a:lnTo>
                    <a:pt x="2187870" y="2174102"/>
                  </a:lnTo>
                  <a:lnTo>
                    <a:pt x="2174365" y="2174102"/>
                  </a:lnTo>
                  <a:lnTo>
                    <a:pt x="2160860" y="2174102"/>
                  </a:lnTo>
                  <a:lnTo>
                    <a:pt x="2147354" y="2174102"/>
                  </a:lnTo>
                  <a:lnTo>
                    <a:pt x="2133849" y="2174102"/>
                  </a:lnTo>
                  <a:lnTo>
                    <a:pt x="2120344" y="2174102"/>
                  </a:lnTo>
                  <a:lnTo>
                    <a:pt x="2106838" y="2174102"/>
                  </a:lnTo>
                  <a:lnTo>
                    <a:pt x="2093333" y="2174102"/>
                  </a:lnTo>
                  <a:lnTo>
                    <a:pt x="2079827" y="2174102"/>
                  </a:lnTo>
                  <a:lnTo>
                    <a:pt x="2066322" y="2174102"/>
                  </a:lnTo>
                  <a:lnTo>
                    <a:pt x="2052817" y="2174102"/>
                  </a:lnTo>
                  <a:lnTo>
                    <a:pt x="2039311" y="2174102"/>
                  </a:lnTo>
                  <a:lnTo>
                    <a:pt x="2025806" y="2174102"/>
                  </a:lnTo>
                  <a:lnTo>
                    <a:pt x="2012301" y="2174102"/>
                  </a:lnTo>
                  <a:lnTo>
                    <a:pt x="1998795" y="2174102"/>
                  </a:lnTo>
                  <a:lnTo>
                    <a:pt x="1985290" y="2174102"/>
                  </a:lnTo>
                  <a:lnTo>
                    <a:pt x="1971784" y="2174102"/>
                  </a:lnTo>
                  <a:lnTo>
                    <a:pt x="1958279" y="2174102"/>
                  </a:lnTo>
                  <a:lnTo>
                    <a:pt x="1944774" y="2174102"/>
                  </a:lnTo>
                  <a:lnTo>
                    <a:pt x="1931268" y="2174102"/>
                  </a:lnTo>
                  <a:lnTo>
                    <a:pt x="1917763" y="2174102"/>
                  </a:lnTo>
                  <a:lnTo>
                    <a:pt x="1904258" y="2174102"/>
                  </a:lnTo>
                  <a:lnTo>
                    <a:pt x="1890752" y="2174102"/>
                  </a:lnTo>
                  <a:lnTo>
                    <a:pt x="1877247" y="2174102"/>
                  </a:lnTo>
                  <a:lnTo>
                    <a:pt x="1863741" y="2174102"/>
                  </a:lnTo>
                  <a:lnTo>
                    <a:pt x="1850236" y="2174102"/>
                  </a:lnTo>
                  <a:lnTo>
                    <a:pt x="1836731" y="2174102"/>
                  </a:lnTo>
                  <a:lnTo>
                    <a:pt x="1823225" y="2174102"/>
                  </a:lnTo>
                  <a:lnTo>
                    <a:pt x="1809720" y="2174102"/>
                  </a:lnTo>
                  <a:lnTo>
                    <a:pt x="1796215" y="2174102"/>
                  </a:lnTo>
                  <a:lnTo>
                    <a:pt x="1782709" y="2174102"/>
                  </a:lnTo>
                  <a:lnTo>
                    <a:pt x="1769204" y="2174102"/>
                  </a:lnTo>
                  <a:lnTo>
                    <a:pt x="1755698" y="2174102"/>
                  </a:lnTo>
                  <a:lnTo>
                    <a:pt x="1742193" y="2174102"/>
                  </a:lnTo>
                  <a:lnTo>
                    <a:pt x="1728688" y="2174102"/>
                  </a:lnTo>
                  <a:lnTo>
                    <a:pt x="1715182" y="2174102"/>
                  </a:lnTo>
                  <a:lnTo>
                    <a:pt x="1701677" y="2174102"/>
                  </a:lnTo>
                  <a:lnTo>
                    <a:pt x="1688171" y="2174102"/>
                  </a:lnTo>
                  <a:lnTo>
                    <a:pt x="1674666" y="2174102"/>
                  </a:lnTo>
                  <a:lnTo>
                    <a:pt x="1661161" y="2174102"/>
                  </a:lnTo>
                  <a:lnTo>
                    <a:pt x="1647655" y="2174102"/>
                  </a:lnTo>
                  <a:lnTo>
                    <a:pt x="1634150" y="2174102"/>
                  </a:lnTo>
                  <a:lnTo>
                    <a:pt x="1620645" y="2174102"/>
                  </a:lnTo>
                  <a:lnTo>
                    <a:pt x="1607139" y="2174102"/>
                  </a:lnTo>
                  <a:lnTo>
                    <a:pt x="1593634" y="2174102"/>
                  </a:lnTo>
                  <a:lnTo>
                    <a:pt x="1580128" y="2174102"/>
                  </a:lnTo>
                  <a:lnTo>
                    <a:pt x="1566623" y="2174102"/>
                  </a:lnTo>
                  <a:lnTo>
                    <a:pt x="1553118" y="2174102"/>
                  </a:lnTo>
                  <a:lnTo>
                    <a:pt x="1539612" y="2174102"/>
                  </a:lnTo>
                  <a:lnTo>
                    <a:pt x="1526107" y="2174102"/>
                  </a:lnTo>
                  <a:lnTo>
                    <a:pt x="1512602" y="2174102"/>
                  </a:lnTo>
                  <a:lnTo>
                    <a:pt x="1499096" y="2174102"/>
                  </a:lnTo>
                  <a:lnTo>
                    <a:pt x="1485591" y="2174102"/>
                  </a:lnTo>
                  <a:lnTo>
                    <a:pt x="1472085" y="2174102"/>
                  </a:lnTo>
                  <a:lnTo>
                    <a:pt x="1458580" y="2174102"/>
                  </a:lnTo>
                  <a:lnTo>
                    <a:pt x="1445075" y="2174102"/>
                  </a:lnTo>
                  <a:lnTo>
                    <a:pt x="1431569" y="2174102"/>
                  </a:lnTo>
                  <a:lnTo>
                    <a:pt x="1418064" y="2174102"/>
                  </a:lnTo>
                  <a:lnTo>
                    <a:pt x="1404559" y="2174102"/>
                  </a:lnTo>
                  <a:lnTo>
                    <a:pt x="1391053" y="2174102"/>
                  </a:lnTo>
                  <a:lnTo>
                    <a:pt x="1377548" y="2174102"/>
                  </a:lnTo>
                  <a:lnTo>
                    <a:pt x="1364042" y="2174102"/>
                  </a:lnTo>
                  <a:lnTo>
                    <a:pt x="1350537" y="2174102"/>
                  </a:lnTo>
                  <a:lnTo>
                    <a:pt x="1337032" y="2174102"/>
                  </a:lnTo>
                  <a:lnTo>
                    <a:pt x="1323526" y="2174102"/>
                  </a:lnTo>
                  <a:lnTo>
                    <a:pt x="1310021" y="2174102"/>
                  </a:lnTo>
                  <a:lnTo>
                    <a:pt x="1296516" y="2174102"/>
                  </a:lnTo>
                  <a:lnTo>
                    <a:pt x="1283010" y="2174102"/>
                  </a:lnTo>
                  <a:lnTo>
                    <a:pt x="1269505" y="2174102"/>
                  </a:lnTo>
                  <a:lnTo>
                    <a:pt x="1255999" y="2174102"/>
                  </a:lnTo>
                  <a:lnTo>
                    <a:pt x="1242494" y="2174102"/>
                  </a:lnTo>
                  <a:lnTo>
                    <a:pt x="1228989" y="2174102"/>
                  </a:lnTo>
                  <a:lnTo>
                    <a:pt x="1215483" y="2174102"/>
                  </a:lnTo>
                  <a:lnTo>
                    <a:pt x="1201978" y="2174102"/>
                  </a:lnTo>
                  <a:lnTo>
                    <a:pt x="1188473" y="2174102"/>
                  </a:lnTo>
                  <a:lnTo>
                    <a:pt x="1174967" y="2174102"/>
                  </a:lnTo>
                  <a:lnTo>
                    <a:pt x="1161462" y="2174102"/>
                  </a:lnTo>
                  <a:lnTo>
                    <a:pt x="1147956" y="2174102"/>
                  </a:lnTo>
                  <a:lnTo>
                    <a:pt x="1134451" y="2174102"/>
                  </a:lnTo>
                  <a:lnTo>
                    <a:pt x="1120946" y="2174102"/>
                  </a:lnTo>
                  <a:lnTo>
                    <a:pt x="1107440" y="2174102"/>
                  </a:lnTo>
                  <a:lnTo>
                    <a:pt x="1093935" y="2174102"/>
                  </a:lnTo>
                  <a:lnTo>
                    <a:pt x="1080430" y="2174102"/>
                  </a:lnTo>
                  <a:lnTo>
                    <a:pt x="1066924" y="2174102"/>
                  </a:lnTo>
                  <a:lnTo>
                    <a:pt x="1053419" y="2174102"/>
                  </a:lnTo>
                  <a:lnTo>
                    <a:pt x="1039913" y="2174102"/>
                  </a:lnTo>
                  <a:lnTo>
                    <a:pt x="1026408" y="2174102"/>
                  </a:lnTo>
                  <a:lnTo>
                    <a:pt x="1012903" y="2174102"/>
                  </a:lnTo>
                  <a:lnTo>
                    <a:pt x="999397" y="2174102"/>
                  </a:lnTo>
                  <a:lnTo>
                    <a:pt x="985892" y="2174102"/>
                  </a:lnTo>
                  <a:lnTo>
                    <a:pt x="972387" y="2174102"/>
                  </a:lnTo>
                  <a:lnTo>
                    <a:pt x="958881" y="2174102"/>
                  </a:lnTo>
                  <a:lnTo>
                    <a:pt x="945376" y="2174102"/>
                  </a:lnTo>
                  <a:lnTo>
                    <a:pt x="931870" y="2174102"/>
                  </a:lnTo>
                  <a:lnTo>
                    <a:pt x="918365" y="2174102"/>
                  </a:lnTo>
                  <a:lnTo>
                    <a:pt x="904860" y="2174102"/>
                  </a:lnTo>
                  <a:lnTo>
                    <a:pt x="891354" y="2174102"/>
                  </a:lnTo>
                  <a:lnTo>
                    <a:pt x="877849" y="2174102"/>
                  </a:lnTo>
                  <a:lnTo>
                    <a:pt x="864344" y="2174102"/>
                  </a:lnTo>
                  <a:lnTo>
                    <a:pt x="850838" y="2174102"/>
                  </a:lnTo>
                  <a:lnTo>
                    <a:pt x="837333" y="2174102"/>
                  </a:lnTo>
                  <a:lnTo>
                    <a:pt x="823827" y="2174102"/>
                  </a:lnTo>
                  <a:lnTo>
                    <a:pt x="810322" y="2174102"/>
                  </a:lnTo>
                  <a:lnTo>
                    <a:pt x="796817" y="2174102"/>
                  </a:lnTo>
                  <a:lnTo>
                    <a:pt x="783311" y="2174102"/>
                  </a:lnTo>
                  <a:lnTo>
                    <a:pt x="769806" y="2174102"/>
                  </a:lnTo>
                  <a:lnTo>
                    <a:pt x="756301" y="2174102"/>
                  </a:lnTo>
                  <a:lnTo>
                    <a:pt x="742795" y="2174102"/>
                  </a:lnTo>
                  <a:lnTo>
                    <a:pt x="729290" y="2174102"/>
                  </a:lnTo>
                  <a:lnTo>
                    <a:pt x="715784" y="2174102"/>
                  </a:lnTo>
                  <a:lnTo>
                    <a:pt x="702279" y="2174102"/>
                  </a:lnTo>
                  <a:lnTo>
                    <a:pt x="688774" y="2174102"/>
                  </a:lnTo>
                  <a:lnTo>
                    <a:pt x="675268" y="2174102"/>
                  </a:lnTo>
                  <a:lnTo>
                    <a:pt x="661763" y="2174102"/>
                  </a:lnTo>
                  <a:lnTo>
                    <a:pt x="648258" y="2174102"/>
                  </a:lnTo>
                  <a:lnTo>
                    <a:pt x="634752" y="2174102"/>
                  </a:lnTo>
                  <a:lnTo>
                    <a:pt x="621247" y="2174102"/>
                  </a:lnTo>
                  <a:lnTo>
                    <a:pt x="607741" y="2174102"/>
                  </a:lnTo>
                  <a:lnTo>
                    <a:pt x="594236" y="2174102"/>
                  </a:lnTo>
                  <a:lnTo>
                    <a:pt x="580731" y="2174102"/>
                  </a:lnTo>
                  <a:lnTo>
                    <a:pt x="567225" y="2174102"/>
                  </a:lnTo>
                  <a:lnTo>
                    <a:pt x="553720" y="2174102"/>
                  </a:lnTo>
                  <a:lnTo>
                    <a:pt x="540215" y="2174102"/>
                  </a:lnTo>
                  <a:lnTo>
                    <a:pt x="526709" y="2174102"/>
                  </a:lnTo>
                  <a:lnTo>
                    <a:pt x="513204" y="2174102"/>
                  </a:lnTo>
                  <a:lnTo>
                    <a:pt x="499698" y="2174102"/>
                  </a:lnTo>
                  <a:lnTo>
                    <a:pt x="486193" y="2174102"/>
                  </a:lnTo>
                  <a:lnTo>
                    <a:pt x="472688" y="2174102"/>
                  </a:lnTo>
                  <a:lnTo>
                    <a:pt x="459182" y="2174102"/>
                  </a:lnTo>
                  <a:lnTo>
                    <a:pt x="445677" y="2174102"/>
                  </a:lnTo>
                  <a:lnTo>
                    <a:pt x="432172" y="2174102"/>
                  </a:lnTo>
                  <a:lnTo>
                    <a:pt x="418666" y="2174102"/>
                  </a:lnTo>
                  <a:lnTo>
                    <a:pt x="405161" y="2174102"/>
                  </a:lnTo>
                  <a:lnTo>
                    <a:pt x="391655" y="2174102"/>
                  </a:lnTo>
                  <a:lnTo>
                    <a:pt x="378150" y="2174102"/>
                  </a:lnTo>
                  <a:lnTo>
                    <a:pt x="364645" y="2174102"/>
                  </a:lnTo>
                  <a:lnTo>
                    <a:pt x="351139" y="2174102"/>
                  </a:lnTo>
                  <a:lnTo>
                    <a:pt x="337634" y="2174102"/>
                  </a:lnTo>
                  <a:lnTo>
                    <a:pt x="324129" y="2174102"/>
                  </a:lnTo>
                  <a:lnTo>
                    <a:pt x="310623" y="2174102"/>
                  </a:lnTo>
                  <a:lnTo>
                    <a:pt x="297118" y="2174102"/>
                  </a:lnTo>
                  <a:lnTo>
                    <a:pt x="283612" y="2174102"/>
                  </a:lnTo>
                  <a:lnTo>
                    <a:pt x="270107" y="2174102"/>
                  </a:lnTo>
                  <a:lnTo>
                    <a:pt x="256602" y="2174102"/>
                  </a:lnTo>
                  <a:lnTo>
                    <a:pt x="243096" y="2174102"/>
                  </a:lnTo>
                  <a:lnTo>
                    <a:pt x="229591" y="2174102"/>
                  </a:lnTo>
                  <a:lnTo>
                    <a:pt x="216086" y="2174102"/>
                  </a:lnTo>
                  <a:lnTo>
                    <a:pt x="202580" y="2174102"/>
                  </a:lnTo>
                  <a:lnTo>
                    <a:pt x="189075" y="2174102"/>
                  </a:lnTo>
                  <a:lnTo>
                    <a:pt x="175569" y="2174102"/>
                  </a:lnTo>
                  <a:lnTo>
                    <a:pt x="162064" y="2174102"/>
                  </a:lnTo>
                  <a:lnTo>
                    <a:pt x="148559" y="2174102"/>
                  </a:lnTo>
                  <a:lnTo>
                    <a:pt x="135053" y="2174102"/>
                  </a:lnTo>
                  <a:lnTo>
                    <a:pt x="121548" y="2174102"/>
                  </a:lnTo>
                  <a:lnTo>
                    <a:pt x="108043" y="2174102"/>
                  </a:lnTo>
                  <a:lnTo>
                    <a:pt x="94537" y="2174102"/>
                  </a:lnTo>
                  <a:lnTo>
                    <a:pt x="81032" y="2174102"/>
                  </a:lnTo>
                  <a:lnTo>
                    <a:pt x="67526" y="2174102"/>
                  </a:lnTo>
                  <a:lnTo>
                    <a:pt x="54021" y="2174102"/>
                  </a:lnTo>
                  <a:lnTo>
                    <a:pt x="40516" y="2174102"/>
                  </a:lnTo>
                  <a:lnTo>
                    <a:pt x="27010" y="2174102"/>
                  </a:lnTo>
                  <a:lnTo>
                    <a:pt x="13505" y="2174102"/>
                  </a:lnTo>
                  <a:lnTo>
                    <a:pt x="0" y="2174102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73523"/>
              <a:ext cx="6901247" cy="2163469"/>
            </a:xfrm>
            <a:custGeom>
              <a:avLst/>
              <a:pathLst>
                <a:path w="6901247" h="2163469">
                  <a:moveTo>
                    <a:pt x="0" y="2163469"/>
                  </a:moveTo>
                  <a:lnTo>
                    <a:pt x="13505" y="2162548"/>
                  </a:lnTo>
                  <a:lnTo>
                    <a:pt x="27010" y="2161542"/>
                  </a:lnTo>
                  <a:lnTo>
                    <a:pt x="40516" y="2160478"/>
                  </a:lnTo>
                  <a:lnTo>
                    <a:pt x="54021" y="2159355"/>
                  </a:lnTo>
                  <a:lnTo>
                    <a:pt x="67526" y="2158144"/>
                  </a:lnTo>
                  <a:lnTo>
                    <a:pt x="81032" y="2156852"/>
                  </a:lnTo>
                  <a:lnTo>
                    <a:pt x="94537" y="2155495"/>
                  </a:lnTo>
                  <a:lnTo>
                    <a:pt x="108043" y="2154060"/>
                  </a:lnTo>
                  <a:lnTo>
                    <a:pt x="121548" y="2152516"/>
                  </a:lnTo>
                  <a:lnTo>
                    <a:pt x="135053" y="2150897"/>
                  </a:lnTo>
                  <a:lnTo>
                    <a:pt x="148559" y="2149204"/>
                  </a:lnTo>
                  <a:lnTo>
                    <a:pt x="162064" y="2147398"/>
                  </a:lnTo>
                  <a:lnTo>
                    <a:pt x="175569" y="2145496"/>
                  </a:lnTo>
                  <a:lnTo>
                    <a:pt x="189075" y="2143514"/>
                  </a:lnTo>
                  <a:lnTo>
                    <a:pt x="202580" y="2141439"/>
                  </a:lnTo>
                  <a:lnTo>
                    <a:pt x="216086" y="2139236"/>
                  </a:lnTo>
                  <a:lnTo>
                    <a:pt x="229591" y="2136949"/>
                  </a:lnTo>
                  <a:lnTo>
                    <a:pt x="243096" y="2134577"/>
                  </a:lnTo>
                  <a:lnTo>
                    <a:pt x="256602" y="2132078"/>
                  </a:lnTo>
                  <a:lnTo>
                    <a:pt x="270107" y="2129477"/>
                  </a:lnTo>
                  <a:lnTo>
                    <a:pt x="283612" y="2126790"/>
                  </a:lnTo>
                  <a:lnTo>
                    <a:pt x="297118" y="2124005"/>
                  </a:lnTo>
                  <a:lnTo>
                    <a:pt x="310623" y="2121089"/>
                  </a:lnTo>
                  <a:lnTo>
                    <a:pt x="324129" y="2118090"/>
                  </a:lnTo>
                  <a:lnTo>
                    <a:pt x="337634" y="2115006"/>
                  </a:lnTo>
                  <a:lnTo>
                    <a:pt x="351139" y="2111800"/>
                  </a:lnTo>
                  <a:lnTo>
                    <a:pt x="364645" y="2108500"/>
                  </a:lnTo>
                  <a:lnTo>
                    <a:pt x="378150" y="2105122"/>
                  </a:lnTo>
                  <a:lnTo>
                    <a:pt x="391655" y="2101654"/>
                  </a:lnTo>
                  <a:lnTo>
                    <a:pt x="405161" y="2098076"/>
                  </a:lnTo>
                  <a:lnTo>
                    <a:pt x="418666" y="2094428"/>
                  </a:lnTo>
                  <a:lnTo>
                    <a:pt x="432172" y="2090713"/>
                  </a:lnTo>
                  <a:lnTo>
                    <a:pt x="445677" y="2086901"/>
                  </a:lnTo>
                  <a:lnTo>
                    <a:pt x="459182" y="2083022"/>
                  </a:lnTo>
                  <a:lnTo>
                    <a:pt x="472688" y="2079086"/>
                  </a:lnTo>
                  <a:lnTo>
                    <a:pt x="486193" y="2075089"/>
                  </a:lnTo>
                  <a:lnTo>
                    <a:pt x="499698" y="2071023"/>
                  </a:lnTo>
                  <a:lnTo>
                    <a:pt x="513204" y="2066917"/>
                  </a:lnTo>
                  <a:lnTo>
                    <a:pt x="526709" y="2062772"/>
                  </a:lnTo>
                  <a:lnTo>
                    <a:pt x="540215" y="2058579"/>
                  </a:lnTo>
                  <a:lnTo>
                    <a:pt x="553720" y="2054358"/>
                  </a:lnTo>
                  <a:lnTo>
                    <a:pt x="567225" y="2050116"/>
                  </a:lnTo>
                  <a:lnTo>
                    <a:pt x="580731" y="2045855"/>
                  </a:lnTo>
                  <a:lnTo>
                    <a:pt x="594236" y="2041580"/>
                  </a:lnTo>
                  <a:lnTo>
                    <a:pt x="607741" y="2037304"/>
                  </a:lnTo>
                  <a:lnTo>
                    <a:pt x="621247" y="2033028"/>
                  </a:lnTo>
                  <a:lnTo>
                    <a:pt x="634752" y="2028763"/>
                  </a:lnTo>
                  <a:lnTo>
                    <a:pt x="648258" y="2024514"/>
                  </a:lnTo>
                  <a:lnTo>
                    <a:pt x="661763" y="2020285"/>
                  </a:lnTo>
                  <a:lnTo>
                    <a:pt x="675268" y="2016082"/>
                  </a:lnTo>
                  <a:lnTo>
                    <a:pt x="688774" y="2011923"/>
                  </a:lnTo>
                  <a:lnTo>
                    <a:pt x="702279" y="2007798"/>
                  </a:lnTo>
                  <a:lnTo>
                    <a:pt x="715784" y="2003711"/>
                  </a:lnTo>
                  <a:lnTo>
                    <a:pt x="729290" y="1999689"/>
                  </a:lnTo>
                  <a:lnTo>
                    <a:pt x="742795" y="1995721"/>
                  </a:lnTo>
                  <a:lnTo>
                    <a:pt x="756301" y="1991802"/>
                  </a:lnTo>
                  <a:lnTo>
                    <a:pt x="769806" y="1987948"/>
                  </a:lnTo>
                  <a:lnTo>
                    <a:pt x="783311" y="1984175"/>
                  </a:lnTo>
                  <a:lnTo>
                    <a:pt x="796817" y="1980460"/>
                  </a:lnTo>
                  <a:lnTo>
                    <a:pt x="810322" y="1976805"/>
                  </a:lnTo>
                  <a:lnTo>
                    <a:pt x="823827" y="1973245"/>
                  </a:lnTo>
                  <a:lnTo>
                    <a:pt x="837333" y="1969753"/>
                  </a:lnTo>
                  <a:lnTo>
                    <a:pt x="850838" y="1966322"/>
                  </a:lnTo>
                  <a:lnTo>
                    <a:pt x="864344" y="1962967"/>
                  </a:lnTo>
                  <a:lnTo>
                    <a:pt x="877849" y="1959697"/>
                  </a:lnTo>
                  <a:lnTo>
                    <a:pt x="891354" y="1956485"/>
                  </a:lnTo>
                  <a:lnTo>
                    <a:pt x="904860" y="1953329"/>
                  </a:lnTo>
                  <a:lnTo>
                    <a:pt x="918365" y="1950256"/>
                  </a:lnTo>
                  <a:lnTo>
                    <a:pt x="931870" y="1947234"/>
                  </a:lnTo>
                  <a:lnTo>
                    <a:pt x="945376" y="1944257"/>
                  </a:lnTo>
                  <a:lnTo>
                    <a:pt x="958881" y="1941331"/>
                  </a:lnTo>
                  <a:lnTo>
                    <a:pt x="972387" y="1938450"/>
                  </a:lnTo>
                  <a:lnTo>
                    <a:pt x="985892" y="1935596"/>
                  </a:lnTo>
                  <a:lnTo>
                    <a:pt x="999397" y="1932764"/>
                  </a:lnTo>
                  <a:lnTo>
                    <a:pt x="1012903" y="1929953"/>
                  </a:lnTo>
                  <a:lnTo>
                    <a:pt x="1026408" y="1927145"/>
                  </a:lnTo>
                  <a:lnTo>
                    <a:pt x="1039913" y="1924333"/>
                  </a:lnTo>
                  <a:lnTo>
                    <a:pt x="1053419" y="1921507"/>
                  </a:lnTo>
                  <a:lnTo>
                    <a:pt x="1066924" y="1918648"/>
                  </a:lnTo>
                  <a:lnTo>
                    <a:pt x="1080430" y="1915755"/>
                  </a:lnTo>
                  <a:lnTo>
                    <a:pt x="1093935" y="1912822"/>
                  </a:lnTo>
                  <a:lnTo>
                    <a:pt x="1107440" y="1909804"/>
                  </a:lnTo>
                  <a:lnTo>
                    <a:pt x="1120946" y="1906712"/>
                  </a:lnTo>
                  <a:lnTo>
                    <a:pt x="1134451" y="1903545"/>
                  </a:lnTo>
                  <a:lnTo>
                    <a:pt x="1147956" y="1900268"/>
                  </a:lnTo>
                  <a:lnTo>
                    <a:pt x="1161462" y="1896850"/>
                  </a:lnTo>
                  <a:lnTo>
                    <a:pt x="1174967" y="1893318"/>
                  </a:lnTo>
                  <a:lnTo>
                    <a:pt x="1188473" y="1889666"/>
                  </a:lnTo>
                  <a:lnTo>
                    <a:pt x="1201978" y="1885791"/>
                  </a:lnTo>
                  <a:lnTo>
                    <a:pt x="1215483" y="1881757"/>
                  </a:lnTo>
                  <a:lnTo>
                    <a:pt x="1228989" y="1877562"/>
                  </a:lnTo>
                  <a:lnTo>
                    <a:pt x="1242494" y="1873145"/>
                  </a:lnTo>
                  <a:lnTo>
                    <a:pt x="1255999" y="1868472"/>
                  </a:lnTo>
                  <a:lnTo>
                    <a:pt x="1269505" y="1863599"/>
                  </a:lnTo>
                  <a:lnTo>
                    <a:pt x="1283010" y="1858522"/>
                  </a:lnTo>
                  <a:lnTo>
                    <a:pt x="1296516" y="1853080"/>
                  </a:lnTo>
                  <a:lnTo>
                    <a:pt x="1310021" y="1847398"/>
                  </a:lnTo>
                  <a:lnTo>
                    <a:pt x="1323526" y="1841474"/>
                  </a:lnTo>
                  <a:lnTo>
                    <a:pt x="1337032" y="1835219"/>
                  </a:lnTo>
                  <a:lnTo>
                    <a:pt x="1350537" y="1828606"/>
                  </a:lnTo>
                  <a:lnTo>
                    <a:pt x="1364042" y="1821719"/>
                  </a:lnTo>
                  <a:lnTo>
                    <a:pt x="1377548" y="1814554"/>
                  </a:lnTo>
                  <a:lnTo>
                    <a:pt x="1391053" y="1806906"/>
                  </a:lnTo>
                  <a:lnTo>
                    <a:pt x="1404559" y="1798956"/>
                  </a:lnTo>
                  <a:lnTo>
                    <a:pt x="1418064" y="1790701"/>
                  </a:lnTo>
                  <a:lnTo>
                    <a:pt x="1431569" y="1782032"/>
                  </a:lnTo>
                  <a:lnTo>
                    <a:pt x="1445075" y="1772937"/>
                  </a:lnTo>
                  <a:lnTo>
                    <a:pt x="1458580" y="1763518"/>
                  </a:lnTo>
                  <a:lnTo>
                    <a:pt x="1472085" y="1753771"/>
                  </a:lnTo>
                  <a:lnTo>
                    <a:pt x="1485591" y="1743474"/>
                  </a:lnTo>
                  <a:lnTo>
                    <a:pt x="1499096" y="1732841"/>
                  </a:lnTo>
                  <a:lnTo>
                    <a:pt x="1512602" y="1721872"/>
                  </a:lnTo>
                  <a:lnTo>
                    <a:pt x="1526107" y="1710447"/>
                  </a:lnTo>
                  <a:lnTo>
                    <a:pt x="1539612" y="1698575"/>
                  </a:lnTo>
                  <a:lnTo>
                    <a:pt x="1553118" y="1686366"/>
                  </a:lnTo>
                  <a:lnTo>
                    <a:pt x="1566623" y="1673810"/>
                  </a:lnTo>
                  <a:lnTo>
                    <a:pt x="1580128" y="1660702"/>
                  </a:lnTo>
                  <a:lnTo>
                    <a:pt x="1593634" y="1647262"/>
                  </a:lnTo>
                  <a:lnTo>
                    <a:pt x="1607139" y="1633492"/>
                  </a:lnTo>
                  <a:lnTo>
                    <a:pt x="1620645" y="1619275"/>
                  </a:lnTo>
                  <a:lnTo>
                    <a:pt x="1634150" y="1604643"/>
                  </a:lnTo>
                  <a:lnTo>
                    <a:pt x="1647655" y="1589697"/>
                  </a:lnTo>
                  <a:lnTo>
                    <a:pt x="1661161" y="1574427"/>
                  </a:lnTo>
                  <a:lnTo>
                    <a:pt x="1674666" y="1558666"/>
                  </a:lnTo>
                  <a:lnTo>
                    <a:pt x="1688171" y="1542614"/>
                  </a:lnTo>
                  <a:lnTo>
                    <a:pt x="1701677" y="1526277"/>
                  </a:lnTo>
                  <a:lnTo>
                    <a:pt x="1715182" y="1509555"/>
                  </a:lnTo>
                  <a:lnTo>
                    <a:pt x="1728688" y="1492493"/>
                  </a:lnTo>
                  <a:lnTo>
                    <a:pt x="1742193" y="1475175"/>
                  </a:lnTo>
                  <a:lnTo>
                    <a:pt x="1755698" y="1457594"/>
                  </a:lnTo>
                  <a:lnTo>
                    <a:pt x="1769204" y="1439635"/>
                  </a:lnTo>
                  <a:lnTo>
                    <a:pt x="1782709" y="1421456"/>
                  </a:lnTo>
                  <a:lnTo>
                    <a:pt x="1796215" y="1403064"/>
                  </a:lnTo>
                  <a:lnTo>
                    <a:pt x="1809720" y="1384390"/>
                  </a:lnTo>
                  <a:lnTo>
                    <a:pt x="1823225" y="1365481"/>
                  </a:lnTo>
                  <a:lnTo>
                    <a:pt x="1836731" y="1346398"/>
                  </a:lnTo>
                  <a:lnTo>
                    <a:pt x="1850236" y="1327136"/>
                  </a:lnTo>
                  <a:lnTo>
                    <a:pt x="1863741" y="1307635"/>
                  </a:lnTo>
                  <a:lnTo>
                    <a:pt x="1877247" y="1288001"/>
                  </a:lnTo>
                  <a:lnTo>
                    <a:pt x="1890752" y="1268240"/>
                  </a:lnTo>
                  <a:lnTo>
                    <a:pt x="1904258" y="1248316"/>
                  </a:lnTo>
                  <a:lnTo>
                    <a:pt x="1917763" y="1228269"/>
                  </a:lnTo>
                  <a:lnTo>
                    <a:pt x="1931268" y="1208134"/>
                  </a:lnTo>
                  <a:lnTo>
                    <a:pt x="1944774" y="1187910"/>
                  </a:lnTo>
                  <a:lnTo>
                    <a:pt x="1958279" y="1167583"/>
                  </a:lnTo>
                  <a:lnTo>
                    <a:pt x="1971784" y="1147203"/>
                  </a:lnTo>
                  <a:lnTo>
                    <a:pt x="1985290" y="1126775"/>
                  </a:lnTo>
                  <a:lnTo>
                    <a:pt x="1998795" y="1106295"/>
                  </a:lnTo>
                  <a:lnTo>
                    <a:pt x="2012301" y="1085786"/>
                  </a:lnTo>
                  <a:lnTo>
                    <a:pt x="2025806" y="1065259"/>
                  </a:lnTo>
                  <a:lnTo>
                    <a:pt x="2039311" y="1044719"/>
                  </a:lnTo>
                  <a:lnTo>
                    <a:pt x="2052817" y="1024177"/>
                  </a:lnTo>
                  <a:lnTo>
                    <a:pt x="2066322" y="1003643"/>
                  </a:lnTo>
                  <a:lnTo>
                    <a:pt x="2079827" y="983119"/>
                  </a:lnTo>
                  <a:lnTo>
                    <a:pt x="2093333" y="962619"/>
                  </a:lnTo>
                  <a:lnTo>
                    <a:pt x="2106838" y="942148"/>
                  </a:lnTo>
                  <a:lnTo>
                    <a:pt x="2120344" y="921705"/>
                  </a:lnTo>
                  <a:lnTo>
                    <a:pt x="2133849" y="901295"/>
                  </a:lnTo>
                  <a:lnTo>
                    <a:pt x="2147354" y="880939"/>
                  </a:lnTo>
                  <a:lnTo>
                    <a:pt x="2160860" y="860622"/>
                  </a:lnTo>
                  <a:lnTo>
                    <a:pt x="2174365" y="840344"/>
                  </a:lnTo>
                  <a:lnTo>
                    <a:pt x="2187870" y="820128"/>
                  </a:lnTo>
                  <a:lnTo>
                    <a:pt x="2201376" y="799965"/>
                  </a:lnTo>
                  <a:lnTo>
                    <a:pt x="2214881" y="779848"/>
                  </a:lnTo>
                  <a:lnTo>
                    <a:pt x="2228387" y="759783"/>
                  </a:lnTo>
                  <a:lnTo>
                    <a:pt x="2241892" y="739792"/>
                  </a:lnTo>
                  <a:lnTo>
                    <a:pt x="2255397" y="719849"/>
                  </a:lnTo>
                  <a:lnTo>
                    <a:pt x="2268903" y="699955"/>
                  </a:lnTo>
                  <a:lnTo>
                    <a:pt x="2282408" y="680136"/>
                  </a:lnTo>
                  <a:lnTo>
                    <a:pt x="2295913" y="660379"/>
                  </a:lnTo>
                  <a:lnTo>
                    <a:pt x="2309419" y="640674"/>
                  </a:lnTo>
                  <a:lnTo>
                    <a:pt x="2322924" y="621031"/>
                  </a:lnTo>
                  <a:lnTo>
                    <a:pt x="2336430" y="601475"/>
                  </a:lnTo>
                  <a:lnTo>
                    <a:pt x="2349935" y="581978"/>
                  </a:lnTo>
                  <a:lnTo>
                    <a:pt x="2363440" y="562542"/>
                  </a:lnTo>
                  <a:lnTo>
                    <a:pt x="2376946" y="543203"/>
                  </a:lnTo>
                  <a:lnTo>
                    <a:pt x="2390451" y="523948"/>
                  </a:lnTo>
                  <a:lnTo>
                    <a:pt x="2403956" y="504768"/>
                  </a:lnTo>
                  <a:lnTo>
                    <a:pt x="2417462" y="485680"/>
                  </a:lnTo>
                  <a:lnTo>
                    <a:pt x="2430967" y="466726"/>
                  </a:lnTo>
                  <a:lnTo>
                    <a:pt x="2444473" y="447869"/>
                  </a:lnTo>
                  <a:lnTo>
                    <a:pt x="2457978" y="429114"/>
                  </a:lnTo>
                  <a:lnTo>
                    <a:pt x="2471483" y="410529"/>
                  </a:lnTo>
                  <a:lnTo>
                    <a:pt x="2484989" y="392093"/>
                  </a:lnTo>
                  <a:lnTo>
                    <a:pt x="2498494" y="373794"/>
                  </a:lnTo>
                  <a:lnTo>
                    <a:pt x="2511999" y="355667"/>
                  </a:lnTo>
                  <a:lnTo>
                    <a:pt x="2525505" y="337786"/>
                  </a:lnTo>
                  <a:lnTo>
                    <a:pt x="2539010" y="320088"/>
                  </a:lnTo>
                  <a:lnTo>
                    <a:pt x="2552516" y="302580"/>
                  </a:lnTo>
                  <a:lnTo>
                    <a:pt x="2566021" y="285392"/>
                  </a:lnTo>
                  <a:lnTo>
                    <a:pt x="2579526" y="268473"/>
                  </a:lnTo>
                  <a:lnTo>
                    <a:pt x="2593032" y="251803"/>
                  </a:lnTo>
                  <a:lnTo>
                    <a:pt x="2606537" y="235445"/>
                  </a:lnTo>
                  <a:lnTo>
                    <a:pt x="2620042" y="219516"/>
                  </a:lnTo>
                  <a:lnTo>
                    <a:pt x="2633548" y="203901"/>
                  </a:lnTo>
                  <a:lnTo>
                    <a:pt x="2647053" y="188609"/>
                  </a:lnTo>
                  <a:lnTo>
                    <a:pt x="2660559" y="173855"/>
                  </a:lnTo>
                  <a:lnTo>
                    <a:pt x="2674064" y="159532"/>
                  </a:lnTo>
                  <a:lnTo>
                    <a:pt x="2687569" y="145603"/>
                  </a:lnTo>
                  <a:lnTo>
                    <a:pt x="2701075" y="132172"/>
                  </a:lnTo>
                  <a:lnTo>
                    <a:pt x="2714580" y="119385"/>
                  </a:lnTo>
                  <a:lnTo>
                    <a:pt x="2728085" y="107062"/>
                  </a:lnTo>
                  <a:lnTo>
                    <a:pt x="2741591" y="95213"/>
                  </a:lnTo>
                  <a:lnTo>
                    <a:pt x="2755096" y="84140"/>
                  </a:lnTo>
                  <a:lnTo>
                    <a:pt x="2768602" y="73655"/>
                  </a:lnTo>
                  <a:lnTo>
                    <a:pt x="2782107" y="63706"/>
                  </a:lnTo>
                  <a:lnTo>
                    <a:pt x="2795612" y="54432"/>
                  </a:lnTo>
                  <a:lnTo>
                    <a:pt x="2809118" y="45984"/>
                  </a:lnTo>
                  <a:lnTo>
                    <a:pt x="2822623" y="38123"/>
                  </a:lnTo>
                  <a:lnTo>
                    <a:pt x="2836128" y="30855"/>
                  </a:lnTo>
                  <a:lnTo>
                    <a:pt x="2849634" y="24540"/>
                  </a:lnTo>
                  <a:lnTo>
                    <a:pt x="2863139" y="18906"/>
                  </a:lnTo>
                  <a:lnTo>
                    <a:pt x="2876645" y="13893"/>
                  </a:lnTo>
                  <a:lnTo>
                    <a:pt x="2890150" y="9657"/>
                  </a:lnTo>
                  <a:lnTo>
                    <a:pt x="2903655" y="6321"/>
                  </a:lnTo>
                  <a:lnTo>
                    <a:pt x="2917161" y="3612"/>
                  </a:lnTo>
                  <a:lnTo>
                    <a:pt x="2930666" y="1531"/>
                  </a:lnTo>
                  <a:lnTo>
                    <a:pt x="2944171" y="434"/>
                  </a:lnTo>
                  <a:lnTo>
                    <a:pt x="2957677" y="0"/>
                  </a:lnTo>
                  <a:lnTo>
                    <a:pt x="2971182" y="168"/>
                  </a:lnTo>
                  <a:lnTo>
                    <a:pt x="2984688" y="1082"/>
                  </a:lnTo>
                  <a:lnTo>
                    <a:pt x="2998193" y="2805"/>
                  </a:lnTo>
                  <a:lnTo>
                    <a:pt x="3011698" y="5081"/>
                  </a:lnTo>
                  <a:lnTo>
                    <a:pt x="3025204" y="7899"/>
                  </a:lnTo>
                  <a:lnTo>
                    <a:pt x="3038709" y="11543"/>
                  </a:lnTo>
                  <a:lnTo>
                    <a:pt x="3052214" y="15699"/>
                  </a:lnTo>
                  <a:lnTo>
                    <a:pt x="3065720" y="20318"/>
                  </a:lnTo>
                  <a:lnTo>
                    <a:pt x="3079225" y="25498"/>
                  </a:lnTo>
                  <a:lnTo>
                    <a:pt x="3092731" y="31232"/>
                  </a:lnTo>
                  <a:lnTo>
                    <a:pt x="3106236" y="37329"/>
                  </a:lnTo>
                  <a:lnTo>
                    <a:pt x="3119741" y="43774"/>
                  </a:lnTo>
                  <a:lnTo>
                    <a:pt x="3133247" y="50705"/>
                  </a:lnTo>
                  <a:lnTo>
                    <a:pt x="3146752" y="57900"/>
                  </a:lnTo>
                  <a:lnTo>
                    <a:pt x="3160257" y="65325"/>
                  </a:lnTo>
                  <a:lnTo>
                    <a:pt x="3173763" y="73004"/>
                  </a:lnTo>
                  <a:lnTo>
                    <a:pt x="3187268" y="80881"/>
                  </a:lnTo>
                  <a:lnTo>
                    <a:pt x="3200774" y="88864"/>
                  </a:lnTo>
                  <a:lnTo>
                    <a:pt x="3214279" y="96936"/>
                  </a:lnTo>
                  <a:lnTo>
                    <a:pt x="3227784" y="105068"/>
                  </a:lnTo>
                  <a:lnTo>
                    <a:pt x="3241290" y="113184"/>
                  </a:lnTo>
                  <a:lnTo>
                    <a:pt x="3254795" y="121269"/>
                  </a:lnTo>
                  <a:lnTo>
                    <a:pt x="3268300" y="129269"/>
                  </a:lnTo>
                  <a:lnTo>
                    <a:pt x="3281806" y="137119"/>
                  </a:lnTo>
                  <a:lnTo>
                    <a:pt x="3295311" y="144826"/>
                  </a:lnTo>
                  <a:lnTo>
                    <a:pt x="3308817" y="152379"/>
                  </a:lnTo>
                  <a:lnTo>
                    <a:pt x="3322322" y="159611"/>
                  </a:lnTo>
                  <a:lnTo>
                    <a:pt x="3335827" y="166609"/>
                  </a:lnTo>
                  <a:lnTo>
                    <a:pt x="3349333" y="173367"/>
                  </a:lnTo>
                  <a:lnTo>
                    <a:pt x="3362838" y="179783"/>
                  </a:lnTo>
                  <a:lnTo>
                    <a:pt x="3376343" y="185815"/>
                  </a:lnTo>
                  <a:lnTo>
                    <a:pt x="3389849" y="191549"/>
                  </a:lnTo>
                  <a:lnTo>
                    <a:pt x="3403354" y="196980"/>
                  </a:lnTo>
                  <a:lnTo>
                    <a:pt x="3416860" y="201884"/>
                  </a:lnTo>
                  <a:lnTo>
                    <a:pt x="3430365" y="206462"/>
                  </a:lnTo>
                  <a:lnTo>
                    <a:pt x="3443870" y="210715"/>
                  </a:lnTo>
                  <a:lnTo>
                    <a:pt x="3457376" y="214533"/>
                  </a:lnTo>
                  <a:lnTo>
                    <a:pt x="3470881" y="217923"/>
                  </a:lnTo>
                  <a:lnTo>
                    <a:pt x="3484387" y="220999"/>
                  </a:lnTo>
                  <a:lnTo>
                    <a:pt x="3497892" y="223762"/>
                  </a:lnTo>
                  <a:lnTo>
                    <a:pt x="3511397" y="226034"/>
                  </a:lnTo>
                  <a:lnTo>
                    <a:pt x="3524903" y="228032"/>
                  </a:lnTo>
                  <a:lnTo>
                    <a:pt x="3538408" y="229763"/>
                  </a:lnTo>
                  <a:lnTo>
                    <a:pt x="3551913" y="231158"/>
                  </a:lnTo>
                  <a:lnTo>
                    <a:pt x="3565419" y="232263"/>
                  </a:lnTo>
                  <a:lnTo>
                    <a:pt x="3578924" y="233169"/>
                  </a:lnTo>
                  <a:lnTo>
                    <a:pt x="3592430" y="233883"/>
                  </a:lnTo>
                  <a:lnTo>
                    <a:pt x="3605935" y="234348"/>
                  </a:lnTo>
                  <a:lnTo>
                    <a:pt x="3619440" y="234697"/>
                  </a:lnTo>
                  <a:lnTo>
                    <a:pt x="3632946" y="234945"/>
                  </a:lnTo>
                  <a:lnTo>
                    <a:pt x="3646451" y="235089"/>
                  </a:lnTo>
                  <a:lnTo>
                    <a:pt x="3659956" y="235187"/>
                  </a:lnTo>
                  <a:lnTo>
                    <a:pt x="3673462" y="235273"/>
                  </a:lnTo>
                  <a:lnTo>
                    <a:pt x="3686967" y="235364"/>
                  </a:lnTo>
                  <a:lnTo>
                    <a:pt x="3700473" y="235524"/>
                  </a:lnTo>
                  <a:lnTo>
                    <a:pt x="3713978" y="235761"/>
                  </a:lnTo>
                  <a:lnTo>
                    <a:pt x="3727483" y="236089"/>
                  </a:lnTo>
                  <a:lnTo>
                    <a:pt x="3740989" y="236574"/>
                  </a:lnTo>
                  <a:lnTo>
                    <a:pt x="3754494" y="237250"/>
                  </a:lnTo>
                  <a:lnTo>
                    <a:pt x="3767999" y="238090"/>
                  </a:lnTo>
                  <a:lnTo>
                    <a:pt x="3781505" y="239116"/>
                  </a:lnTo>
                  <a:lnTo>
                    <a:pt x="3795010" y="240470"/>
                  </a:lnTo>
                  <a:lnTo>
                    <a:pt x="3808516" y="242047"/>
                  </a:lnTo>
                  <a:lnTo>
                    <a:pt x="3822021" y="243853"/>
                  </a:lnTo>
                  <a:lnTo>
                    <a:pt x="3835526" y="245998"/>
                  </a:lnTo>
                  <a:lnTo>
                    <a:pt x="3849032" y="248470"/>
                  </a:lnTo>
                  <a:lnTo>
                    <a:pt x="3862537" y="251203"/>
                  </a:lnTo>
                  <a:lnTo>
                    <a:pt x="3876042" y="254222"/>
                  </a:lnTo>
                  <a:lnTo>
                    <a:pt x="3889548" y="257675"/>
                  </a:lnTo>
                  <a:lnTo>
                    <a:pt x="3903053" y="261401"/>
                  </a:lnTo>
                  <a:lnTo>
                    <a:pt x="3916559" y="265400"/>
                  </a:lnTo>
                  <a:lnTo>
                    <a:pt x="3930064" y="269783"/>
                  </a:lnTo>
                  <a:lnTo>
                    <a:pt x="3943569" y="274499"/>
                  </a:lnTo>
                  <a:lnTo>
                    <a:pt x="3957075" y="279476"/>
                  </a:lnTo>
                  <a:lnTo>
                    <a:pt x="3970580" y="284733"/>
                  </a:lnTo>
                  <a:lnTo>
                    <a:pt x="3984085" y="290380"/>
                  </a:lnTo>
                  <a:lnTo>
                    <a:pt x="3997591" y="296261"/>
                  </a:lnTo>
                  <a:lnTo>
                    <a:pt x="4011096" y="302371"/>
                  </a:lnTo>
                  <a:lnTo>
                    <a:pt x="4024602" y="308793"/>
                  </a:lnTo>
                  <a:lnTo>
                    <a:pt x="4038107" y="315467"/>
                  </a:lnTo>
                  <a:lnTo>
                    <a:pt x="4051612" y="322334"/>
                  </a:lnTo>
                  <a:lnTo>
                    <a:pt x="4065118" y="329407"/>
                  </a:lnTo>
                  <a:lnTo>
                    <a:pt x="4078623" y="336746"/>
                  </a:lnTo>
                  <a:lnTo>
                    <a:pt x="4092128" y="344242"/>
                  </a:lnTo>
                  <a:lnTo>
                    <a:pt x="4105634" y="351888"/>
                  </a:lnTo>
                  <a:lnTo>
                    <a:pt x="4119139" y="359736"/>
                  </a:lnTo>
                  <a:lnTo>
                    <a:pt x="4132645" y="367739"/>
                  </a:lnTo>
                  <a:lnTo>
                    <a:pt x="4146150" y="375863"/>
                  </a:lnTo>
                  <a:lnTo>
                    <a:pt x="4159655" y="384114"/>
                  </a:lnTo>
                  <a:lnTo>
                    <a:pt x="4173161" y="392530"/>
                  </a:lnTo>
                  <a:lnTo>
                    <a:pt x="4186666" y="401045"/>
                  </a:lnTo>
                  <a:lnTo>
                    <a:pt x="4200171" y="409658"/>
                  </a:lnTo>
                  <a:lnTo>
                    <a:pt x="4213677" y="418408"/>
                  </a:lnTo>
                  <a:lnTo>
                    <a:pt x="4227182" y="427270"/>
                  </a:lnTo>
                  <a:lnTo>
                    <a:pt x="4240688" y="436224"/>
                  </a:lnTo>
                  <a:lnTo>
                    <a:pt x="4254193" y="445284"/>
                  </a:lnTo>
                  <a:lnTo>
                    <a:pt x="4267698" y="454492"/>
                  </a:lnTo>
                  <a:lnTo>
                    <a:pt x="4281204" y="463801"/>
                  </a:lnTo>
                  <a:lnTo>
                    <a:pt x="4294709" y="473215"/>
                  </a:lnTo>
                  <a:lnTo>
                    <a:pt x="4308214" y="482791"/>
                  </a:lnTo>
                  <a:lnTo>
                    <a:pt x="4321720" y="492511"/>
                  </a:lnTo>
                  <a:lnTo>
                    <a:pt x="4335225" y="502358"/>
                  </a:lnTo>
                  <a:lnTo>
                    <a:pt x="4348731" y="512357"/>
                  </a:lnTo>
                  <a:lnTo>
                    <a:pt x="4362236" y="522578"/>
                  </a:lnTo>
                  <a:lnTo>
                    <a:pt x="4375741" y="532958"/>
                  </a:lnTo>
                  <a:lnTo>
                    <a:pt x="4389247" y="543500"/>
                  </a:lnTo>
                  <a:lnTo>
                    <a:pt x="4402752" y="554302"/>
                  </a:lnTo>
                  <a:lnTo>
                    <a:pt x="4416257" y="565330"/>
                  </a:lnTo>
                  <a:lnTo>
                    <a:pt x="4429763" y="576555"/>
                  </a:lnTo>
                  <a:lnTo>
                    <a:pt x="4443268" y="588019"/>
                  </a:lnTo>
                  <a:lnTo>
                    <a:pt x="4456774" y="599813"/>
                  </a:lnTo>
                  <a:lnTo>
                    <a:pt x="4470279" y="611838"/>
                  </a:lnTo>
                  <a:lnTo>
                    <a:pt x="4483784" y="624097"/>
                  </a:lnTo>
                  <a:lnTo>
                    <a:pt x="4497290" y="636724"/>
                  </a:lnTo>
                  <a:lnTo>
                    <a:pt x="4510795" y="649647"/>
                  </a:lnTo>
                  <a:lnTo>
                    <a:pt x="4524300" y="662829"/>
                  </a:lnTo>
                  <a:lnTo>
                    <a:pt x="4537806" y="676319"/>
                  </a:lnTo>
                  <a:lnTo>
                    <a:pt x="4551311" y="690208"/>
                  </a:lnTo>
                  <a:lnTo>
                    <a:pt x="4564817" y="704368"/>
                  </a:lnTo>
                  <a:lnTo>
                    <a:pt x="4578322" y="718797"/>
                  </a:lnTo>
                  <a:lnTo>
                    <a:pt x="4591827" y="733638"/>
                  </a:lnTo>
                  <a:lnTo>
                    <a:pt x="4605333" y="748786"/>
                  </a:lnTo>
                  <a:lnTo>
                    <a:pt x="4618838" y="764199"/>
                  </a:lnTo>
                  <a:lnTo>
                    <a:pt x="4632343" y="779925"/>
                  </a:lnTo>
                  <a:lnTo>
                    <a:pt x="4645849" y="796024"/>
                  </a:lnTo>
                  <a:lnTo>
                    <a:pt x="4659354" y="812367"/>
                  </a:lnTo>
                  <a:lnTo>
                    <a:pt x="4672860" y="828949"/>
                  </a:lnTo>
                  <a:lnTo>
                    <a:pt x="4686365" y="845880"/>
                  </a:lnTo>
                  <a:lnTo>
                    <a:pt x="4699870" y="863048"/>
                  </a:lnTo>
                  <a:lnTo>
                    <a:pt x="4713376" y="880417"/>
                  </a:lnTo>
                  <a:lnTo>
                    <a:pt x="4726881" y="898016"/>
                  </a:lnTo>
                  <a:lnTo>
                    <a:pt x="4740386" y="915861"/>
                  </a:lnTo>
                  <a:lnTo>
                    <a:pt x="4753892" y="933855"/>
                  </a:lnTo>
                  <a:lnTo>
                    <a:pt x="4767397" y="951991"/>
                  </a:lnTo>
                  <a:lnTo>
                    <a:pt x="4780903" y="970312"/>
                  </a:lnTo>
                  <a:lnTo>
                    <a:pt x="4794408" y="988736"/>
                  </a:lnTo>
                  <a:lnTo>
                    <a:pt x="4807913" y="1007241"/>
                  </a:lnTo>
                  <a:lnTo>
                    <a:pt x="4821419" y="1025825"/>
                  </a:lnTo>
                  <a:lnTo>
                    <a:pt x="4834924" y="1044463"/>
                  </a:lnTo>
                  <a:lnTo>
                    <a:pt x="4848429" y="1063114"/>
                  </a:lnTo>
                  <a:lnTo>
                    <a:pt x="4861935" y="1081771"/>
                  </a:lnTo>
                  <a:lnTo>
                    <a:pt x="4875440" y="1100396"/>
                  </a:lnTo>
                  <a:lnTo>
                    <a:pt x="4888946" y="1118968"/>
                  </a:lnTo>
                  <a:lnTo>
                    <a:pt x="4902451" y="1137479"/>
                  </a:lnTo>
                  <a:lnTo>
                    <a:pt x="4915956" y="1155896"/>
                  </a:lnTo>
                  <a:lnTo>
                    <a:pt x="4929462" y="1174168"/>
                  </a:lnTo>
                  <a:lnTo>
                    <a:pt x="4942967" y="1192318"/>
                  </a:lnTo>
                  <a:lnTo>
                    <a:pt x="4956472" y="1210339"/>
                  </a:lnTo>
                  <a:lnTo>
                    <a:pt x="4969978" y="1228122"/>
                  </a:lnTo>
                  <a:lnTo>
                    <a:pt x="4983483" y="1245717"/>
                  </a:lnTo>
                  <a:lnTo>
                    <a:pt x="4996989" y="1263132"/>
                  </a:lnTo>
                  <a:lnTo>
                    <a:pt x="5010494" y="1280306"/>
                  </a:lnTo>
                  <a:lnTo>
                    <a:pt x="5023999" y="1297184"/>
                  </a:lnTo>
                  <a:lnTo>
                    <a:pt x="5037505" y="1313840"/>
                  </a:lnTo>
                  <a:lnTo>
                    <a:pt x="5051010" y="1330271"/>
                  </a:lnTo>
                  <a:lnTo>
                    <a:pt x="5064515" y="1346320"/>
                  </a:lnTo>
                  <a:lnTo>
                    <a:pt x="5078021" y="1362103"/>
                  </a:lnTo>
                  <a:lnTo>
                    <a:pt x="5091526" y="1377633"/>
                  </a:lnTo>
                  <a:lnTo>
                    <a:pt x="5105032" y="1392836"/>
                  </a:lnTo>
                  <a:lnTo>
                    <a:pt x="5118537" y="1407671"/>
                  </a:lnTo>
                  <a:lnTo>
                    <a:pt x="5132042" y="1422239"/>
                  </a:lnTo>
                  <a:lnTo>
                    <a:pt x="5145548" y="1436540"/>
                  </a:lnTo>
                  <a:lnTo>
                    <a:pt x="5159053" y="1450406"/>
                  </a:lnTo>
                  <a:lnTo>
                    <a:pt x="5172559" y="1463989"/>
                  </a:lnTo>
                  <a:lnTo>
                    <a:pt x="5186064" y="1477304"/>
                  </a:lnTo>
                  <a:lnTo>
                    <a:pt x="5199569" y="1490277"/>
                  </a:lnTo>
                  <a:lnTo>
                    <a:pt x="5213075" y="1502888"/>
                  </a:lnTo>
                  <a:lnTo>
                    <a:pt x="5226580" y="1515241"/>
                  </a:lnTo>
                  <a:lnTo>
                    <a:pt x="5240085" y="1527339"/>
                  </a:lnTo>
                  <a:lnTo>
                    <a:pt x="5253591" y="1539032"/>
                  </a:lnTo>
                  <a:lnTo>
                    <a:pt x="5267096" y="1550475"/>
                  </a:lnTo>
                  <a:lnTo>
                    <a:pt x="5280602" y="1561683"/>
                  </a:lnTo>
                  <a:lnTo>
                    <a:pt x="5294107" y="1572592"/>
                  </a:lnTo>
                  <a:lnTo>
                    <a:pt x="5307612" y="1583201"/>
                  </a:lnTo>
                  <a:lnTo>
                    <a:pt x="5321118" y="1593599"/>
                  </a:lnTo>
                  <a:lnTo>
                    <a:pt x="5334623" y="1603791"/>
                  </a:lnTo>
                  <a:lnTo>
                    <a:pt x="5348128" y="1613662"/>
                  </a:lnTo>
                  <a:lnTo>
                    <a:pt x="5361634" y="1623345"/>
                  </a:lnTo>
                  <a:lnTo>
                    <a:pt x="5375139" y="1632851"/>
                  </a:lnTo>
                  <a:lnTo>
                    <a:pt x="5388645" y="1642133"/>
                  </a:lnTo>
                  <a:lnTo>
                    <a:pt x="5402150" y="1651203"/>
                  </a:lnTo>
                  <a:lnTo>
                    <a:pt x="5415655" y="1660124"/>
                  </a:lnTo>
                  <a:lnTo>
                    <a:pt x="5429161" y="1668901"/>
                  </a:lnTo>
                  <a:lnTo>
                    <a:pt x="5442666" y="1677459"/>
                  </a:lnTo>
                  <a:lnTo>
                    <a:pt x="5456171" y="1685896"/>
                  </a:lnTo>
                  <a:lnTo>
                    <a:pt x="5469677" y="1694216"/>
                  </a:lnTo>
                  <a:lnTo>
                    <a:pt x="5483182" y="1702391"/>
                  </a:lnTo>
                  <a:lnTo>
                    <a:pt x="5496688" y="1710435"/>
                  </a:lnTo>
                  <a:lnTo>
                    <a:pt x="5510193" y="1718388"/>
                  </a:lnTo>
                  <a:lnTo>
                    <a:pt x="5523698" y="1726253"/>
                  </a:lnTo>
                  <a:lnTo>
                    <a:pt x="5537204" y="1733985"/>
                  </a:lnTo>
                  <a:lnTo>
                    <a:pt x="5550709" y="1741648"/>
                  </a:lnTo>
                  <a:lnTo>
                    <a:pt x="5564214" y="1749241"/>
                  </a:lnTo>
                  <a:lnTo>
                    <a:pt x="5577720" y="1756749"/>
                  </a:lnTo>
                  <a:lnTo>
                    <a:pt x="5591225" y="1764182"/>
                  </a:lnTo>
                  <a:lnTo>
                    <a:pt x="5604731" y="1771561"/>
                  </a:lnTo>
                  <a:lnTo>
                    <a:pt x="5618236" y="1778887"/>
                  </a:lnTo>
                  <a:lnTo>
                    <a:pt x="5631741" y="1786135"/>
                  </a:lnTo>
                  <a:lnTo>
                    <a:pt x="5645247" y="1793339"/>
                  </a:lnTo>
                  <a:lnTo>
                    <a:pt x="5658752" y="1800499"/>
                  </a:lnTo>
                  <a:lnTo>
                    <a:pt x="5672257" y="1807603"/>
                  </a:lnTo>
                  <a:lnTo>
                    <a:pt x="5685763" y="1814654"/>
                  </a:lnTo>
                  <a:lnTo>
                    <a:pt x="5699268" y="1821666"/>
                  </a:lnTo>
                  <a:lnTo>
                    <a:pt x="5712774" y="1828636"/>
                  </a:lnTo>
                  <a:lnTo>
                    <a:pt x="5726279" y="1835542"/>
                  </a:lnTo>
                  <a:lnTo>
                    <a:pt x="5739784" y="1842407"/>
                  </a:lnTo>
                  <a:lnTo>
                    <a:pt x="5753290" y="1849231"/>
                  </a:lnTo>
                  <a:lnTo>
                    <a:pt x="5766795" y="1855997"/>
                  </a:lnTo>
                  <a:lnTo>
                    <a:pt x="5780300" y="1862706"/>
                  </a:lnTo>
                  <a:lnTo>
                    <a:pt x="5793806" y="1869369"/>
                  </a:lnTo>
                  <a:lnTo>
                    <a:pt x="5807311" y="1875982"/>
                  </a:lnTo>
                  <a:lnTo>
                    <a:pt x="5820817" y="1882514"/>
                  </a:lnTo>
                  <a:lnTo>
                    <a:pt x="5834322" y="1888992"/>
                  </a:lnTo>
                  <a:lnTo>
                    <a:pt x="5847827" y="1895416"/>
                  </a:lnTo>
                  <a:lnTo>
                    <a:pt x="5861333" y="1901759"/>
                  </a:lnTo>
                  <a:lnTo>
                    <a:pt x="5874838" y="1908024"/>
                  </a:lnTo>
                  <a:lnTo>
                    <a:pt x="5888343" y="1914225"/>
                  </a:lnTo>
                  <a:lnTo>
                    <a:pt x="5901849" y="1920356"/>
                  </a:lnTo>
                  <a:lnTo>
                    <a:pt x="5915354" y="1926375"/>
                  </a:lnTo>
                  <a:lnTo>
                    <a:pt x="5928860" y="1932320"/>
                  </a:lnTo>
                  <a:lnTo>
                    <a:pt x="5942365" y="1938190"/>
                  </a:lnTo>
                  <a:lnTo>
                    <a:pt x="5955870" y="1943950"/>
                  </a:lnTo>
                  <a:lnTo>
                    <a:pt x="5969376" y="1949606"/>
                  </a:lnTo>
                  <a:lnTo>
                    <a:pt x="5982881" y="1955177"/>
                  </a:lnTo>
                  <a:lnTo>
                    <a:pt x="5996386" y="1960656"/>
                  </a:lnTo>
                  <a:lnTo>
                    <a:pt x="6009892" y="1965992"/>
                  </a:lnTo>
                  <a:lnTo>
                    <a:pt x="6023397" y="1971235"/>
                  </a:lnTo>
                  <a:lnTo>
                    <a:pt x="6036903" y="1976385"/>
                  </a:lnTo>
                  <a:lnTo>
                    <a:pt x="6050408" y="1981397"/>
                  </a:lnTo>
                  <a:lnTo>
                    <a:pt x="6063913" y="1986286"/>
                  </a:lnTo>
                  <a:lnTo>
                    <a:pt x="6077419" y="1991074"/>
                  </a:lnTo>
                  <a:lnTo>
                    <a:pt x="6090924" y="1995752"/>
                  </a:lnTo>
                  <a:lnTo>
                    <a:pt x="6104429" y="2000266"/>
                  </a:lnTo>
                  <a:lnTo>
                    <a:pt x="6117935" y="2004675"/>
                  </a:lnTo>
                  <a:lnTo>
                    <a:pt x="6131440" y="2008978"/>
                  </a:lnTo>
                  <a:lnTo>
                    <a:pt x="6144946" y="2013128"/>
                  </a:lnTo>
                  <a:lnTo>
                    <a:pt x="6158451" y="2017145"/>
                  </a:lnTo>
                  <a:lnTo>
                    <a:pt x="6171956" y="2021054"/>
                  </a:lnTo>
                  <a:lnTo>
                    <a:pt x="6185462" y="2024841"/>
                  </a:lnTo>
                  <a:lnTo>
                    <a:pt x="6198967" y="2028460"/>
                  </a:lnTo>
                  <a:lnTo>
                    <a:pt x="6212472" y="2031971"/>
                  </a:lnTo>
                  <a:lnTo>
                    <a:pt x="6225978" y="2035373"/>
                  </a:lnTo>
                  <a:lnTo>
                    <a:pt x="6239483" y="2038618"/>
                  </a:lnTo>
                  <a:lnTo>
                    <a:pt x="6252989" y="2041733"/>
                  </a:lnTo>
                  <a:lnTo>
                    <a:pt x="6266494" y="2044742"/>
                  </a:lnTo>
                  <a:lnTo>
                    <a:pt x="6279999" y="2047632"/>
                  </a:lnTo>
                  <a:lnTo>
                    <a:pt x="6293505" y="2050363"/>
                  </a:lnTo>
                  <a:lnTo>
                    <a:pt x="6307010" y="2052991"/>
                  </a:lnTo>
                  <a:lnTo>
                    <a:pt x="6320515" y="2055519"/>
                  </a:lnTo>
                  <a:lnTo>
                    <a:pt x="6334021" y="2057902"/>
                  </a:lnTo>
                  <a:lnTo>
                    <a:pt x="6347526" y="2060170"/>
                  </a:lnTo>
                  <a:lnTo>
                    <a:pt x="6361032" y="2062344"/>
                  </a:lnTo>
                  <a:lnTo>
                    <a:pt x="6374537" y="2064413"/>
                  </a:lnTo>
                  <a:lnTo>
                    <a:pt x="6388042" y="2066347"/>
                  </a:lnTo>
                  <a:lnTo>
                    <a:pt x="6401548" y="2068197"/>
                  </a:lnTo>
                  <a:lnTo>
                    <a:pt x="6415053" y="2069963"/>
                  </a:lnTo>
                  <a:lnTo>
                    <a:pt x="6428558" y="2071611"/>
                  </a:lnTo>
                  <a:lnTo>
                    <a:pt x="6442064" y="2073171"/>
                  </a:lnTo>
                  <a:lnTo>
                    <a:pt x="6455569" y="2074659"/>
                  </a:lnTo>
                  <a:lnTo>
                    <a:pt x="6469075" y="2076067"/>
                  </a:lnTo>
                  <a:lnTo>
                    <a:pt x="6482580" y="2077379"/>
                  </a:lnTo>
                  <a:lnTo>
                    <a:pt x="6496085" y="2078632"/>
                  </a:lnTo>
                  <a:lnTo>
                    <a:pt x="6509591" y="2079828"/>
                  </a:lnTo>
                  <a:lnTo>
                    <a:pt x="6523096" y="2080945"/>
                  </a:lnTo>
                  <a:lnTo>
                    <a:pt x="6536601" y="2082010"/>
                  </a:lnTo>
                  <a:lnTo>
                    <a:pt x="6550107" y="2083031"/>
                  </a:lnTo>
                  <a:lnTo>
                    <a:pt x="6563612" y="2084006"/>
                  </a:lnTo>
                  <a:lnTo>
                    <a:pt x="6577118" y="2084931"/>
                  </a:lnTo>
                  <a:lnTo>
                    <a:pt x="6590623" y="2085827"/>
                  </a:lnTo>
                  <a:lnTo>
                    <a:pt x="6604128" y="2086698"/>
                  </a:lnTo>
                  <a:lnTo>
                    <a:pt x="6617634" y="2087536"/>
                  </a:lnTo>
                  <a:lnTo>
                    <a:pt x="6631139" y="2088358"/>
                  </a:lnTo>
                  <a:lnTo>
                    <a:pt x="6644644" y="2089167"/>
                  </a:lnTo>
                  <a:lnTo>
                    <a:pt x="6658150" y="2089966"/>
                  </a:lnTo>
                  <a:lnTo>
                    <a:pt x="6671655" y="2090760"/>
                  </a:lnTo>
                  <a:lnTo>
                    <a:pt x="6685161" y="2091555"/>
                  </a:lnTo>
                  <a:lnTo>
                    <a:pt x="6698666" y="2092353"/>
                  </a:lnTo>
                  <a:lnTo>
                    <a:pt x="6712171" y="2093162"/>
                  </a:lnTo>
                  <a:lnTo>
                    <a:pt x="6725677" y="2093984"/>
                  </a:lnTo>
                  <a:lnTo>
                    <a:pt x="6739182" y="2094820"/>
                  </a:lnTo>
                  <a:lnTo>
                    <a:pt x="6752687" y="2095675"/>
                  </a:lnTo>
                  <a:lnTo>
                    <a:pt x="6766193" y="2096559"/>
                  </a:lnTo>
                  <a:lnTo>
                    <a:pt x="6779698" y="2097465"/>
                  </a:lnTo>
                  <a:lnTo>
                    <a:pt x="6793204" y="2098394"/>
                  </a:lnTo>
                  <a:lnTo>
                    <a:pt x="6806709" y="2099363"/>
                  </a:lnTo>
                  <a:lnTo>
                    <a:pt x="6820214" y="2100363"/>
                  </a:lnTo>
                  <a:lnTo>
                    <a:pt x="6833720" y="2101391"/>
                  </a:lnTo>
                  <a:lnTo>
                    <a:pt x="6847225" y="2102455"/>
                  </a:lnTo>
                  <a:lnTo>
                    <a:pt x="6860730" y="2103562"/>
                  </a:lnTo>
                  <a:lnTo>
                    <a:pt x="6874236" y="2104700"/>
                  </a:lnTo>
                  <a:lnTo>
                    <a:pt x="6887741" y="2105869"/>
                  </a:lnTo>
                  <a:lnTo>
                    <a:pt x="6901247" y="21070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516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6409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24276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106,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2026-08-19T20:14:29Z</dcterms:modified>
  <cp:category/>
</cp:coreProperties>
</file>