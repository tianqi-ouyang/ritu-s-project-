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650033" cy="0"/>
            </a:xfrm>
            <a:custGeom>
              <a:avLst/>
              <a:pathLst>
                <a:path w="265003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04553" y="2073503"/>
              <a:ext cx="4158126" cy="3483746"/>
            </a:xfrm>
            <a:custGeom>
              <a:avLst/>
              <a:pathLst>
                <a:path w="4158126" h="3483746">
                  <a:moveTo>
                    <a:pt x="0" y="0"/>
                  </a:moveTo>
                  <a:lnTo>
                    <a:pt x="4019" y="118926"/>
                  </a:lnTo>
                  <a:lnTo>
                    <a:pt x="75642" y="1419145"/>
                  </a:lnTo>
                  <a:lnTo>
                    <a:pt x="147264" y="2216939"/>
                  </a:lnTo>
                  <a:lnTo>
                    <a:pt x="218887" y="2706453"/>
                  </a:lnTo>
                  <a:lnTo>
                    <a:pt x="290509" y="3006811"/>
                  </a:lnTo>
                  <a:lnTo>
                    <a:pt x="362132" y="3191107"/>
                  </a:lnTo>
                  <a:lnTo>
                    <a:pt x="433754" y="3304187"/>
                  </a:lnTo>
                  <a:lnTo>
                    <a:pt x="505377" y="3373572"/>
                  </a:lnTo>
                  <a:lnTo>
                    <a:pt x="576999" y="3416145"/>
                  </a:lnTo>
                  <a:lnTo>
                    <a:pt x="648622" y="3442267"/>
                  </a:lnTo>
                  <a:lnTo>
                    <a:pt x="720244" y="3458295"/>
                  </a:lnTo>
                  <a:lnTo>
                    <a:pt x="791867" y="3468130"/>
                  </a:lnTo>
                  <a:lnTo>
                    <a:pt x="863489" y="3474164"/>
                  </a:lnTo>
                  <a:lnTo>
                    <a:pt x="935112" y="3477867"/>
                  </a:lnTo>
                  <a:lnTo>
                    <a:pt x="1006735" y="3480139"/>
                  </a:lnTo>
                  <a:lnTo>
                    <a:pt x="1078357" y="3481533"/>
                  </a:lnTo>
                  <a:lnTo>
                    <a:pt x="1149980" y="3482388"/>
                  </a:lnTo>
                  <a:lnTo>
                    <a:pt x="1221602" y="3482913"/>
                  </a:lnTo>
                  <a:lnTo>
                    <a:pt x="1293225" y="3483235"/>
                  </a:lnTo>
                  <a:lnTo>
                    <a:pt x="1364847" y="3483433"/>
                  </a:lnTo>
                  <a:lnTo>
                    <a:pt x="1436470" y="3483554"/>
                  </a:lnTo>
                  <a:lnTo>
                    <a:pt x="1508092" y="3483628"/>
                  </a:lnTo>
                  <a:lnTo>
                    <a:pt x="1579715" y="3483674"/>
                  </a:lnTo>
                  <a:lnTo>
                    <a:pt x="1651337" y="3483702"/>
                  </a:lnTo>
                  <a:lnTo>
                    <a:pt x="1722960" y="3483719"/>
                  </a:lnTo>
                  <a:lnTo>
                    <a:pt x="1794582" y="3483730"/>
                  </a:lnTo>
                  <a:lnTo>
                    <a:pt x="1866205" y="3483736"/>
                  </a:lnTo>
                  <a:lnTo>
                    <a:pt x="1937827" y="3483740"/>
                  </a:lnTo>
                  <a:lnTo>
                    <a:pt x="2009450" y="3483743"/>
                  </a:lnTo>
                  <a:lnTo>
                    <a:pt x="2081072" y="3483744"/>
                  </a:lnTo>
                  <a:lnTo>
                    <a:pt x="2152695" y="3483745"/>
                  </a:lnTo>
                  <a:lnTo>
                    <a:pt x="2224317" y="3483746"/>
                  </a:lnTo>
                  <a:lnTo>
                    <a:pt x="2295940" y="3483746"/>
                  </a:lnTo>
                  <a:lnTo>
                    <a:pt x="2367563" y="3483746"/>
                  </a:lnTo>
                  <a:lnTo>
                    <a:pt x="2439185" y="3483746"/>
                  </a:lnTo>
                  <a:lnTo>
                    <a:pt x="2510808" y="3483746"/>
                  </a:lnTo>
                  <a:lnTo>
                    <a:pt x="2582430" y="3483746"/>
                  </a:lnTo>
                  <a:lnTo>
                    <a:pt x="2654053" y="3483746"/>
                  </a:lnTo>
                  <a:lnTo>
                    <a:pt x="2725675" y="3483746"/>
                  </a:lnTo>
                  <a:lnTo>
                    <a:pt x="2797298" y="3483746"/>
                  </a:lnTo>
                  <a:lnTo>
                    <a:pt x="2868920" y="3483746"/>
                  </a:lnTo>
                  <a:lnTo>
                    <a:pt x="2940543" y="3483746"/>
                  </a:lnTo>
                  <a:lnTo>
                    <a:pt x="3012165" y="3483746"/>
                  </a:lnTo>
                  <a:lnTo>
                    <a:pt x="3083788" y="3483746"/>
                  </a:lnTo>
                  <a:lnTo>
                    <a:pt x="3155410" y="3483746"/>
                  </a:lnTo>
                  <a:lnTo>
                    <a:pt x="3227033" y="3483746"/>
                  </a:lnTo>
                  <a:lnTo>
                    <a:pt x="3298655" y="3483746"/>
                  </a:lnTo>
                  <a:lnTo>
                    <a:pt x="3370278" y="3483746"/>
                  </a:lnTo>
                  <a:lnTo>
                    <a:pt x="3441900" y="3483746"/>
                  </a:lnTo>
                  <a:lnTo>
                    <a:pt x="3513523" y="3483746"/>
                  </a:lnTo>
                  <a:lnTo>
                    <a:pt x="3585145" y="3483746"/>
                  </a:lnTo>
                  <a:lnTo>
                    <a:pt x="3656768" y="3483746"/>
                  </a:lnTo>
                  <a:lnTo>
                    <a:pt x="3728391" y="3483746"/>
                  </a:lnTo>
                  <a:lnTo>
                    <a:pt x="3800013" y="3483746"/>
                  </a:lnTo>
                  <a:lnTo>
                    <a:pt x="3871636" y="3483746"/>
                  </a:lnTo>
                  <a:lnTo>
                    <a:pt x="3943258" y="3483746"/>
                  </a:lnTo>
                  <a:lnTo>
                    <a:pt x="4014881" y="3483746"/>
                  </a:lnTo>
                  <a:lnTo>
                    <a:pt x="4086503" y="3483746"/>
                  </a:lnTo>
                  <a:lnTo>
                    <a:pt x="41581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592.91 (0.00-Inf), p_Bonf = 1.000 (n = 6)  |  per IQR decline (Δ = 25.8 %): 14317937.60 (0.00-Inf)  |  IQR: [-10.6, 15.2]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2026-10-09T11:52:42Z</dcterms:modified>
  <cp:category/>
</cp:coreProperties>
</file>