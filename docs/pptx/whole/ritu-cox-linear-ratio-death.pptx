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412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9868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732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0477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614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2359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1105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9850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83746"/>
            </a:xfrm>
            <a:custGeom>
              <a:avLst/>
              <a:pathLst>
                <a:path w="7090630" h="3483746">
                  <a:moveTo>
                    <a:pt x="0" y="0"/>
                  </a:moveTo>
                  <a:lnTo>
                    <a:pt x="71622" y="0"/>
                  </a:lnTo>
                  <a:lnTo>
                    <a:pt x="143245" y="0"/>
                  </a:lnTo>
                  <a:lnTo>
                    <a:pt x="214867" y="0"/>
                  </a:lnTo>
                  <a:lnTo>
                    <a:pt x="286490" y="0"/>
                  </a:lnTo>
                  <a:lnTo>
                    <a:pt x="358112" y="0"/>
                  </a:lnTo>
                  <a:lnTo>
                    <a:pt x="429735" y="0"/>
                  </a:lnTo>
                  <a:lnTo>
                    <a:pt x="501357" y="0"/>
                  </a:lnTo>
                  <a:lnTo>
                    <a:pt x="572980" y="0"/>
                  </a:lnTo>
                  <a:lnTo>
                    <a:pt x="644602" y="0"/>
                  </a:lnTo>
                  <a:lnTo>
                    <a:pt x="716225" y="0"/>
                  </a:lnTo>
                  <a:lnTo>
                    <a:pt x="787847" y="0"/>
                  </a:lnTo>
                  <a:lnTo>
                    <a:pt x="859470" y="0"/>
                  </a:lnTo>
                  <a:lnTo>
                    <a:pt x="931092" y="0"/>
                  </a:lnTo>
                  <a:lnTo>
                    <a:pt x="1002715" y="0"/>
                  </a:lnTo>
                  <a:lnTo>
                    <a:pt x="1074337" y="0"/>
                  </a:lnTo>
                  <a:lnTo>
                    <a:pt x="1145960" y="0"/>
                  </a:lnTo>
                  <a:lnTo>
                    <a:pt x="1217582" y="0"/>
                  </a:lnTo>
                  <a:lnTo>
                    <a:pt x="1289205" y="0"/>
                  </a:lnTo>
                  <a:lnTo>
                    <a:pt x="1360827" y="0"/>
                  </a:lnTo>
                  <a:lnTo>
                    <a:pt x="1432450" y="0"/>
                  </a:lnTo>
                  <a:lnTo>
                    <a:pt x="1504073" y="0"/>
                  </a:lnTo>
                  <a:lnTo>
                    <a:pt x="1575695" y="0"/>
                  </a:lnTo>
                  <a:lnTo>
                    <a:pt x="1647318" y="0"/>
                  </a:lnTo>
                  <a:lnTo>
                    <a:pt x="1718940" y="0"/>
                  </a:lnTo>
                  <a:lnTo>
                    <a:pt x="1790563" y="0"/>
                  </a:lnTo>
                  <a:lnTo>
                    <a:pt x="1862185" y="0"/>
                  </a:lnTo>
                  <a:lnTo>
                    <a:pt x="1933808" y="0"/>
                  </a:lnTo>
                  <a:lnTo>
                    <a:pt x="2005430" y="0"/>
                  </a:lnTo>
                  <a:lnTo>
                    <a:pt x="2077053" y="0"/>
                  </a:lnTo>
                  <a:lnTo>
                    <a:pt x="2148675" y="0"/>
                  </a:lnTo>
                  <a:lnTo>
                    <a:pt x="2220298" y="0"/>
                  </a:lnTo>
                  <a:lnTo>
                    <a:pt x="2291920" y="0"/>
                  </a:lnTo>
                  <a:lnTo>
                    <a:pt x="2363543" y="0"/>
                  </a:lnTo>
                  <a:lnTo>
                    <a:pt x="2435165" y="0"/>
                  </a:lnTo>
                  <a:lnTo>
                    <a:pt x="2506788" y="0"/>
                  </a:lnTo>
                  <a:lnTo>
                    <a:pt x="2578410" y="0"/>
                  </a:lnTo>
                  <a:lnTo>
                    <a:pt x="3724371" y="0"/>
                  </a:lnTo>
                  <a:lnTo>
                    <a:pt x="3795993" y="0"/>
                  </a:lnTo>
                  <a:lnTo>
                    <a:pt x="3867616" y="0"/>
                  </a:lnTo>
                  <a:lnTo>
                    <a:pt x="3939238" y="0"/>
                  </a:lnTo>
                  <a:lnTo>
                    <a:pt x="4010861" y="0"/>
                  </a:lnTo>
                  <a:lnTo>
                    <a:pt x="4082483" y="0"/>
                  </a:lnTo>
                  <a:lnTo>
                    <a:pt x="4154106" y="0"/>
                  </a:lnTo>
                  <a:lnTo>
                    <a:pt x="4225729" y="0"/>
                  </a:lnTo>
                  <a:lnTo>
                    <a:pt x="4297351" y="0"/>
                  </a:lnTo>
                  <a:lnTo>
                    <a:pt x="4368974" y="0"/>
                  </a:lnTo>
                  <a:lnTo>
                    <a:pt x="4440596" y="0"/>
                  </a:lnTo>
                  <a:lnTo>
                    <a:pt x="4512219" y="0"/>
                  </a:lnTo>
                  <a:lnTo>
                    <a:pt x="4583841" y="0"/>
                  </a:lnTo>
                  <a:lnTo>
                    <a:pt x="4655464" y="0"/>
                  </a:lnTo>
                  <a:lnTo>
                    <a:pt x="4727086" y="0"/>
                  </a:lnTo>
                  <a:lnTo>
                    <a:pt x="4798709" y="0"/>
                  </a:lnTo>
                  <a:lnTo>
                    <a:pt x="4870331" y="0"/>
                  </a:lnTo>
                  <a:lnTo>
                    <a:pt x="4941954" y="0"/>
                  </a:lnTo>
                  <a:lnTo>
                    <a:pt x="5013576" y="0"/>
                  </a:lnTo>
                  <a:lnTo>
                    <a:pt x="5085199" y="0"/>
                  </a:lnTo>
                  <a:lnTo>
                    <a:pt x="5156821" y="0"/>
                  </a:lnTo>
                  <a:lnTo>
                    <a:pt x="5228444" y="0"/>
                  </a:lnTo>
                  <a:lnTo>
                    <a:pt x="5300066" y="0"/>
                  </a:lnTo>
                  <a:lnTo>
                    <a:pt x="5371689" y="0"/>
                  </a:lnTo>
                  <a:lnTo>
                    <a:pt x="5443311" y="0"/>
                  </a:lnTo>
                  <a:lnTo>
                    <a:pt x="5514934" y="0"/>
                  </a:lnTo>
                  <a:lnTo>
                    <a:pt x="5586557" y="0"/>
                  </a:lnTo>
                  <a:lnTo>
                    <a:pt x="5658179" y="0"/>
                  </a:lnTo>
                  <a:lnTo>
                    <a:pt x="5729802" y="0"/>
                  </a:lnTo>
                  <a:lnTo>
                    <a:pt x="5801424" y="0"/>
                  </a:lnTo>
                  <a:lnTo>
                    <a:pt x="5873047" y="0"/>
                  </a:lnTo>
                  <a:lnTo>
                    <a:pt x="5944669" y="0"/>
                  </a:lnTo>
                  <a:lnTo>
                    <a:pt x="6016292" y="0"/>
                  </a:lnTo>
                  <a:lnTo>
                    <a:pt x="6087914" y="0"/>
                  </a:lnTo>
                  <a:lnTo>
                    <a:pt x="6159537" y="0"/>
                  </a:lnTo>
                  <a:lnTo>
                    <a:pt x="6231159" y="0"/>
                  </a:lnTo>
                  <a:lnTo>
                    <a:pt x="6302782" y="0"/>
                  </a:lnTo>
                  <a:lnTo>
                    <a:pt x="6374404" y="0"/>
                  </a:lnTo>
                  <a:lnTo>
                    <a:pt x="6446027" y="0"/>
                  </a:lnTo>
                  <a:lnTo>
                    <a:pt x="6517649" y="0"/>
                  </a:lnTo>
                  <a:lnTo>
                    <a:pt x="6589272" y="0"/>
                  </a:lnTo>
                  <a:lnTo>
                    <a:pt x="6660894" y="0"/>
                  </a:lnTo>
                  <a:lnTo>
                    <a:pt x="6732517" y="0"/>
                  </a:lnTo>
                  <a:lnTo>
                    <a:pt x="6804139" y="0"/>
                  </a:lnTo>
                  <a:lnTo>
                    <a:pt x="6875762" y="0"/>
                  </a:lnTo>
                  <a:lnTo>
                    <a:pt x="6947385" y="0"/>
                  </a:lnTo>
                  <a:lnTo>
                    <a:pt x="7019007" y="0"/>
                  </a:lnTo>
                  <a:lnTo>
                    <a:pt x="7090630" y="0"/>
                  </a:lnTo>
                  <a:lnTo>
                    <a:pt x="7090630" y="3483746"/>
                  </a:lnTo>
                  <a:lnTo>
                    <a:pt x="7019007" y="3483746"/>
                  </a:lnTo>
                  <a:lnTo>
                    <a:pt x="6947385" y="3483746"/>
                  </a:lnTo>
                  <a:lnTo>
                    <a:pt x="6875762" y="3483746"/>
                  </a:lnTo>
                  <a:lnTo>
                    <a:pt x="6804139" y="3483746"/>
                  </a:lnTo>
                  <a:lnTo>
                    <a:pt x="6732517" y="3483746"/>
                  </a:lnTo>
                  <a:lnTo>
                    <a:pt x="6660894" y="3483746"/>
                  </a:lnTo>
                  <a:lnTo>
                    <a:pt x="6589272" y="3483746"/>
                  </a:lnTo>
                  <a:lnTo>
                    <a:pt x="6517649" y="3483746"/>
                  </a:lnTo>
                  <a:lnTo>
                    <a:pt x="6446027" y="3483746"/>
                  </a:lnTo>
                  <a:lnTo>
                    <a:pt x="6374404" y="3483746"/>
                  </a:lnTo>
                  <a:lnTo>
                    <a:pt x="6302782" y="3483746"/>
                  </a:lnTo>
                  <a:lnTo>
                    <a:pt x="6231159" y="3483746"/>
                  </a:lnTo>
                  <a:lnTo>
                    <a:pt x="6159537" y="3483746"/>
                  </a:lnTo>
                  <a:lnTo>
                    <a:pt x="6087914" y="3483746"/>
                  </a:lnTo>
                  <a:lnTo>
                    <a:pt x="6016292" y="3483746"/>
                  </a:lnTo>
                  <a:lnTo>
                    <a:pt x="5944669" y="3483746"/>
                  </a:lnTo>
                  <a:lnTo>
                    <a:pt x="5873047" y="3483746"/>
                  </a:lnTo>
                  <a:lnTo>
                    <a:pt x="5801424" y="3483746"/>
                  </a:lnTo>
                  <a:lnTo>
                    <a:pt x="5729802" y="3483746"/>
                  </a:lnTo>
                  <a:lnTo>
                    <a:pt x="5658179" y="3483746"/>
                  </a:lnTo>
                  <a:lnTo>
                    <a:pt x="5586557" y="3483746"/>
                  </a:lnTo>
                  <a:lnTo>
                    <a:pt x="5514934" y="3483746"/>
                  </a:lnTo>
                  <a:lnTo>
                    <a:pt x="5443311" y="3483746"/>
                  </a:lnTo>
                  <a:lnTo>
                    <a:pt x="5371689" y="3483746"/>
                  </a:lnTo>
                  <a:lnTo>
                    <a:pt x="5300066" y="3483746"/>
                  </a:lnTo>
                  <a:lnTo>
                    <a:pt x="5228444" y="3483746"/>
                  </a:lnTo>
                  <a:lnTo>
                    <a:pt x="5156821" y="3483746"/>
                  </a:lnTo>
                  <a:lnTo>
                    <a:pt x="5085199" y="3483746"/>
                  </a:lnTo>
                  <a:lnTo>
                    <a:pt x="5013576" y="3483746"/>
                  </a:lnTo>
                  <a:lnTo>
                    <a:pt x="4941954" y="3483746"/>
                  </a:lnTo>
                  <a:lnTo>
                    <a:pt x="4870331" y="3483746"/>
                  </a:lnTo>
                  <a:lnTo>
                    <a:pt x="4798709" y="3483746"/>
                  </a:lnTo>
                  <a:lnTo>
                    <a:pt x="4727086" y="3483746"/>
                  </a:lnTo>
                  <a:lnTo>
                    <a:pt x="4655464" y="3483746"/>
                  </a:lnTo>
                  <a:lnTo>
                    <a:pt x="4583841" y="3483746"/>
                  </a:lnTo>
                  <a:lnTo>
                    <a:pt x="4512219" y="3483746"/>
                  </a:lnTo>
                  <a:lnTo>
                    <a:pt x="4440596" y="3483746"/>
                  </a:lnTo>
                  <a:lnTo>
                    <a:pt x="4368974" y="3483746"/>
                  </a:lnTo>
                  <a:lnTo>
                    <a:pt x="4297351" y="3483746"/>
                  </a:lnTo>
                  <a:lnTo>
                    <a:pt x="4225729" y="3483746"/>
                  </a:lnTo>
                  <a:lnTo>
                    <a:pt x="4154106" y="3483746"/>
                  </a:lnTo>
                  <a:lnTo>
                    <a:pt x="4082483" y="3483746"/>
                  </a:lnTo>
                  <a:lnTo>
                    <a:pt x="4010861" y="3483746"/>
                  </a:lnTo>
                  <a:lnTo>
                    <a:pt x="3939238" y="3483746"/>
                  </a:lnTo>
                  <a:lnTo>
                    <a:pt x="3867616" y="3483746"/>
                  </a:lnTo>
                  <a:lnTo>
                    <a:pt x="3795993" y="3483746"/>
                  </a:lnTo>
                  <a:lnTo>
                    <a:pt x="3724371" y="3483746"/>
                  </a:lnTo>
                  <a:lnTo>
                    <a:pt x="3652748" y="3483746"/>
                  </a:lnTo>
                  <a:lnTo>
                    <a:pt x="3581126" y="3483746"/>
                  </a:lnTo>
                  <a:lnTo>
                    <a:pt x="3509503" y="3483746"/>
                  </a:lnTo>
                  <a:lnTo>
                    <a:pt x="3437881" y="3483746"/>
                  </a:lnTo>
                  <a:lnTo>
                    <a:pt x="3366258" y="3483746"/>
                  </a:lnTo>
                  <a:lnTo>
                    <a:pt x="3294636" y="3483746"/>
                  </a:lnTo>
                  <a:lnTo>
                    <a:pt x="3223013" y="3483746"/>
                  </a:lnTo>
                  <a:lnTo>
                    <a:pt x="3151391" y="3483745"/>
                  </a:lnTo>
                  <a:lnTo>
                    <a:pt x="3079768" y="3483746"/>
                  </a:lnTo>
                  <a:lnTo>
                    <a:pt x="3008146" y="3483746"/>
                  </a:lnTo>
                  <a:lnTo>
                    <a:pt x="2936523" y="3483746"/>
                  </a:lnTo>
                  <a:lnTo>
                    <a:pt x="2864901" y="3483746"/>
                  </a:lnTo>
                  <a:lnTo>
                    <a:pt x="2793278" y="3483746"/>
                  </a:lnTo>
                  <a:lnTo>
                    <a:pt x="2721655" y="3483746"/>
                  </a:lnTo>
                  <a:lnTo>
                    <a:pt x="2650033" y="3483746"/>
                  </a:lnTo>
                  <a:lnTo>
                    <a:pt x="2578410" y="3483746"/>
                  </a:lnTo>
                  <a:lnTo>
                    <a:pt x="2506788" y="3483746"/>
                  </a:lnTo>
                  <a:lnTo>
                    <a:pt x="2435165" y="3483746"/>
                  </a:lnTo>
                  <a:lnTo>
                    <a:pt x="2363543" y="3483746"/>
                  </a:lnTo>
                  <a:lnTo>
                    <a:pt x="2291920" y="3483746"/>
                  </a:lnTo>
                  <a:lnTo>
                    <a:pt x="2220298" y="3483746"/>
                  </a:lnTo>
                  <a:lnTo>
                    <a:pt x="2148675" y="3483746"/>
                  </a:lnTo>
                  <a:lnTo>
                    <a:pt x="2077053" y="3483746"/>
                  </a:lnTo>
                  <a:lnTo>
                    <a:pt x="2005430" y="3483746"/>
                  </a:lnTo>
                  <a:lnTo>
                    <a:pt x="1933808" y="3483746"/>
                  </a:lnTo>
                  <a:lnTo>
                    <a:pt x="1862185" y="3483746"/>
                  </a:lnTo>
                  <a:lnTo>
                    <a:pt x="1790563" y="3483746"/>
                  </a:lnTo>
                  <a:lnTo>
                    <a:pt x="1718940" y="3483746"/>
                  </a:lnTo>
                  <a:lnTo>
                    <a:pt x="1647318" y="3483746"/>
                  </a:lnTo>
                  <a:lnTo>
                    <a:pt x="1575695" y="3483746"/>
                  </a:lnTo>
                  <a:lnTo>
                    <a:pt x="1504073" y="3483746"/>
                  </a:lnTo>
                  <a:lnTo>
                    <a:pt x="1432450" y="3483746"/>
                  </a:lnTo>
                  <a:lnTo>
                    <a:pt x="1360827" y="3483746"/>
                  </a:lnTo>
                  <a:lnTo>
                    <a:pt x="1289205" y="3483746"/>
                  </a:lnTo>
                  <a:lnTo>
                    <a:pt x="1217582" y="3483746"/>
                  </a:lnTo>
                  <a:lnTo>
                    <a:pt x="1145960" y="3483746"/>
                  </a:lnTo>
                  <a:lnTo>
                    <a:pt x="1074337" y="3483746"/>
                  </a:lnTo>
                  <a:lnTo>
                    <a:pt x="1002715" y="3483746"/>
                  </a:lnTo>
                  <a:lnTo>
                    <a:pt x="931092" y="3483746"/>
                  </a:lnTo>
                  <a:lnTo>
                    <a:pt x="859470" y="3483746"/>
                  </a:lnTo>
                  <a:lnTo>
                    <a:pt x="787847" y="3483746"/>
                  </a:lnTo>
                  <a:lnTo>
                    <a:pt x="716225" y="3483746"/>
                  </a:lnTo>
                  <a:lnTo>
                    <a:pt x="644602" y="3483746"/>
                  </a:lnTo>
                  <a:lnTo>
                    <a:pt x="572980" y="3483746"/>
                  </a:lnTo>
                  <a:lnTo>
                    <a:pt x="501357" y="3483746"/>
                  </a:lnTo>
                  <a:lnTo>
                    <a:pt x="429735" y="3483746"/>
                  </a:lnTo>
                  <a:lnTo>
                    <a:pt x="358112" y="3483746"/>
                  </a:lnTo>
                  <a:lnTo>
                    <a:pt x="286490" y="3483746"/>
                  </a:lnTo>
                  <a:lnTo>
                    <a:pt x="214867" y="3483746"/>
                  </a:lnTo>
                  <a:lnTo>
                    <a:pt x="143245" y="3483746"/>
                  </a:lnTo>
                  <a:lnTo>
                    <a:pt x="71622" y="3483746"/>
                  </a:lnTo>
                  <a:lnTo>
                    <a:pt x="0" y="348374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2073503"/>
              <a:ext cx="2578410" cy="0"/>
            </a:xfrm>
            <a:custGeom>
              <a:avLst/>
              <a:pathLst>
                <a:path w="2578410" h="0">
                  <a:moveTo>
                    <a:pt x="0" y="0"/>
                  </a:moveTo>
                  <a:lnTo>
                    <a:pt x="71622" y="0"/>
                  </a:lnTo>
                  <a:lnTo>
                    <a:pt x="143245" y="0"/>
                  </a:lnTo>
                  <a:lnTo>
                    <a:pt x="214867" y="0"/>
                  </a:lnTo>
                  <a:lnTo>
                    <a:pt x="286490" y="0"/>
                  </a:lnTo>
                  <a:lnTo>
                    <a:pt x="358112" y="0"/>
                  </a:lnTo>
                  <a:lnTo>
                    <a:pt x="429735" y="0"/>
                  </a:lnTo>
                  <a:lnTo>
                    <a:pt x="501357" y="0"/>
                  </a:lnTo>
                  <a:lnTo>
                    <a:pt x="572980" y="0"/>
                  </a:lnTo>
                  <a:lnTo>
                    <a:pt x="644602" y="0"/>
                  </a:lnTo>
                  <a:lnTo>
                    <a:pt x="716225" y="0"/>
                  </a:lnTo>
                  <a:lnTo>
                    <a:pt x="787847" y="0"/>
                  </a:lnTo>
                  <a:lnTo>
                    <a:pt x="859470" y="0"/>
                  </a:lnTo>
                  <a:lnTo>
                    <a:pt x="931092" y="0"/>
                  </a:lnTo>
                  <a:lnTo>
                    <a:pt x="1002715" y="0"/>
                  </a:lnTo>
                  <a:lnTo>
                    <a:pt x="1074337" y="0"/>
                  </a:lnTo>
                  <a:lnTo>
                    <a:pt x="1145960" y="0"/>
                  </a:lnTo>
                  <a:lnTo>
                    <a:pt x="1217582" y="0"/>
                  </a:lnTo>
                  <a:lnTo>
                    <a:pt x="1289205" y="0"/>
                  </a:lnTo>
                  <a:lnTo>
                    <a:pt x="1360827" y="0"/>
                  </a:lnTo>
                  <a:lnTo>
                    <a:pt x="1432450" y="0"/>
                  </a:lnTo>
                  <a:lnTo>
                    <a:pt x="1504073" y="0"/>
                  </a:lnTo>
                  <a:lnTo>
                    <a:pt x="1575695" y="0"/>
                  </a:lnTo>
                  <a:lnTo>
                    <a:pt x="1647318" y="0"/>
                  </a:lnTo>
                  <a:lnTo>
                    <a:pt x="1718940" y="0"/>
                  </a:lnTo>
                  <a:lnTo>
                    <a:pt x="1790563" y="0"/>
                  </a:lnTo>
                  <a:lnTo>
                    <a:pt x="1862185" y="0"/>
                  </a:lnTo>
                  <a:lnTo>
                    <a:pt x="1933808" y="0"/>
                  </a:lnTo>
                  <a:lnTo>
                    <a:pt x="2005430" y="0"/>
                  </a:lnTo>
                  <a:lnTo>
                    <a:pt x="2077053" y="0"/>
                  </a:lnTo>
                  <a:lnTo>
                    <a:pt x="2148675" y="0"/>
                  </a:lnTo>
                  <a:lnTo>
                    <a:pt x="2220298" y="0"/>
                  </a:lnTo>
                  <a:lnTo>
                    <a:pt x="2291920" y="0"/>
                  </a:lnTo>
                  <a:lnTo>
                    <a:pt x="2363543" y="0"/>
                  </a:lnTo>
                  <a:lnTo>
                    <a:pt x="2435165" y="0"/>
                  </a:lnTo>
                  <a:lnTo>
                    <a:pt x="2506788" y="0"/>
                  </a:lnTo>
                  <a:lnTo>
                    <a:pt x="257841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896420" y="2073503"/>
              <a:ext cx="3366258" cy="0"/>
            </a:xfrm>
            <a:custGeom>
              <a:avLst/>
              <a:pathLst>
                <a:path w="3366258" h="0">
                  <a:moveTo>
                    <a:pt x="0" y="0"/>
                  </a:moveTo>
                  <a:lnTo>
                    <a:pt x="0" y="0"/>
                  </a:lnTo>
                  <a:lnTo>
                    <a:pt x="71622" y="0"/>
                  </a:lnTo>
                  <a:lnTo>
                    <a:pt x="143245" y="0"/>
                  </a:lnTo>
                  <a:lnTo>
                    <a:pt x="214867" y="0"/>
                  </a:lnTo>
                  <a:lnTo>
                    <a:pt x="286490" y="0"/>
                  </a:lnTo>
                  <a:lnTo>
                    <a:pt x="358112" y="0"/>
                  </a:lnTo>
                  <a:lnTo>
                    <a:pt x="429735" y="0"/>
                  </a:lnTo>
                  <a:lnTo>
                    <a:pt x="501357" y="0"/>
                  </a:lnTo>
                  <a:lnTo>
                    <a:pt x="572980" y="0"/>
                  </a:lnTo>
                  <a:lnTo>
                    <a:pt x="644602" y="0"/>
                  </a:lnTo>
                  <a:lnTo>
                    <a:pt x="716225" y="0"/>
                  </a:lnTo>
                  <a:lnTo>
                    <a:pt x="787847" y="0"/>
                  </a:lnTo>
                  <a:lnTo>
                    <a:pt x="859470" y="0"/>
                  </a:lnTo>
                  <a:lnTo>
                    <a:pt x="931092" y="0"/>
                  </a:lnTo>
                  <a:lnTo>
                    <a:pt x="1002715" y="0"/>
                  </a:lnTo>
                  <a:lnTo>
                    <a:pt x="1074337" y="0"/>
                  </a:lnTo>
                  <a:lnTo>
                    <a:pt x="1145960" y="0"/>
                  </a:lnTo>
                  <a:lnTo>
                    <a:pt x="1217582" y="0"/>
                  </a:lnTo>
                  <a:lnTo>
                    <a:pt x="1289205" y="0"/>
                  </a:lnTo>
                  <a:lnTo>
                    <a:pt x="1360827" y="0"/>
                  </a:lnTo>
                  <a:lnTo>
                    <a:pt x="1432450" y="0"/>
                  </a:lnTo>
                  <a:lnTo>
                    <a:pt x="1504073" y="0"/>
                  </a:lnTo>
                  <a:lnTo>
                    <a:pt x="1575695" y="0"/>
                  </a:lnTo>
                  <a:lnTo>
                    <a:pt x="1647318" y="0"/>
                  </a:lnTo>
                  <a:lnTo>
                    <a:pt x="1718940" y="0"/>
                  </a:lnTo>
                  <a:lnTo>
                    <a:pt x="1790563" y="0"/>
                  </a:lnTo>
                  <a:lnTo>
                    <a:pt x="1862185" y="0"/>
                  </a:lnTo>
                  <a:lnTo>
                    <a:pt x="1933808" y="0"/>
                  </a:lnTo>
                  <a:lnTo>
                    <a:pt x="2005430" y="0"/>
                  </a:lnTo>
                  <a:lnTo>
                    <a:pt x="2077053" y="0"/>
                  </a:lnTo>
                  <a:lnTo>
                    <a:pt x="2148675" y="0"/>
                  </a:lnTo>
                  <a:lnTo>
                    <a:pt x="2220298" y="0"/>
                  </a:lnTo>
                  <a:lnTo>
                    <a:pt x="2291920" y="0"/>
                  </a:lnTo>
                  <a:lnTo>
                    <a:pt x="2363543" y="0"/>
                  </a:lnTo>
                  <a:lnTo>
                    <a:pt x="2435165" y="0"/>
                  </a:lnTo>
                  <a:lnTo>
                    <a:pt x="2506788" y="0"/>
                  </a:lnTo>
                  <a:lnTo>
                    <a:pt x="2578410" y="0"/>
                  </a:lnTo>
                  <a:lnTo>
                    <a:pt x="2650033" y="0"/>
                  </a:lnTo>
                  <a:lnTo>
                    <a:pt x="2721655" y="0"/>
                  </a:lnTo>
                  <a:lnTo>
                    <a:pt x="2793278" y="0"/>
                  </a:lnTo>
                  <a:lnTo>
                    <a:pt x="2864901" y="0"/>
                  </a:lnTo>
                  <a:lnTo>
                    <a:pt x="2936523" y="0"/>
                  </a:lnTo>
                  <a:lnTo>
                    <a:pt x="3008146" y="0"/>
                  </a:lnTo>
                  <a:lnTo>
                    <a:pt x="3079768" y="0"/>
                  </a:lnTo>
                  <a:lnTo>
                    <a:pt x="3151391" y="0"/>
                  </a:lnTo>
                  <a:lnTo>
                    <a:pt x="3223013" y="0"/>
                  </a:lnTo>
                  <a:lnTo>
                    <a:pt x="3294636" y="0"/>
                  </a:lnTo>
                  <a:lnTo>
                    <a:pt x="336625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5557248"/>
              <a:ext cx="7090630" cy="1"/>
            </a:xfrm>
            <a:custGeom>
              <a:avLst/>
              <a:pathLst>
                <a:path w="7090630" h="1">
                  <a:moveTo>
                    <a:pt x="7090630" y="1"/>
                  </a:moveTo>
                  <a:lnTo>
                    <a:pt x="7019007" y="1"/>
                  </a:lnTo>
                  <a:lnTo>
                    <a:pt x="6947385" y="1"/>
                  </a:lnTo>
                  <a:lnTo>
                    <a:pt x="6875762" y="1"/>
                  </a:lnTo>
                  <a:lnTo>
                    <a:pt x="6804139" y="1"/>
                  </a:lnTo>
                  <a:lnTo>
                    <a:pt x="6732517" y="1"/>
                  </a:lnTo>
                  <a:lnTo>
                    <a:pt x="6660894" y="1"/>
                  </a:lnTo>
                  <a:lnTo>
                    <a:pt x="6589272" y="1"/>
                  </a:lnTo>
                  <a:lnTo>
                    <a:pt x="6517649" y="1"/>
                  </a:lnTo>
                  <a:lnTo>
                    <a:pt x="6446027" y="1"/>
                  </a:lnTo>
                  <a:lnTo>
                    <a:pt x="6374404" y="1"/>
                  </a:lnTo>
                  <a:lnTo>
                    <a:pt x="6302782" y="1"/>
                  </a:lnTo>
                  <a:lnTo>
                    <a:pt x="6231159" y="1"/>
                  </a:lnTo>
                  <a:lnTo>
                    <a:pt x="6159537" y="1"/>
                  </a:lnTo>
                  <a:lnTo>
                    <a:pt x="6087914" y="1"/>
                  </a:lnTo>
                  <a:lnTo>
                    <a:pt x="6016292" y="1"/>
                  </a:lnTo>
                  <a:lnTo>
                    <a:pt x="5944669" y="1"/>
                  </a:lnTo>
                  <a:lnTo>
                    <a:pt x="5873047" y="1"/>
                  </a:lnTo>
                  <a:lnTo>
                    <a:pt x="5801424" y="1"/>
                  </a:lnTo>
                  <a:lnTo>
                    <a:pt x="5729802" y="1"/>
                  </a:lnTo>
                  <a:lnTo>
                    <a:pt x="5658179" y="1"/>
                  </a:lnTo>
                  <a:lnTo>
                    <a:pt x="5586557" y="1"/>
                  </a:lnTo>
                  <a:lnTo>
                    <a:pt x="5514934" y="1"/>
                  </a:lnTo>
                  <a:lnTo>
                    <a:pt x="5443311" y="1"/>
                  </a:lnTo>
                  <a:lnTo>
                    <a:pt x="5371689" y="1"/>
                  </a:lnTo>
                  <a:lnTo>
                    <a:pt x="5300066" y="1"/>
                  </a:lnTo>
                  <a:lnTo>
                    <a:pt x="5228444" y="1"/>
                  </a:lnTo>
                  <a:lnTo>
                    <a:pt x="5156821" y="1"/>
                  </a:lnTo>
                  <a:lnTo>
                    <a:pt x="5085199" y="1"/>
                  </a:lnTo>
                  <a:lnTo>
                    <a:pt x="5013576" y="1"/>
                  </a:lnTo>
                  <a:lnTo>
                    <a:pt x="4941954" y="1"/>
                  </a:lnTo>
                  <a:lnTo>
                    <a:pt x="4870331" y="1"/>
                  </a:lnTo>
                  <a:lnTo>
                    <a:pt x="4798709" y="1"/>
                  </a:lnTo>
                  <a:lnTo>
                    <a:pt x="4727086" y="1"/>
                  </a:lnTo>
                  <a:lnTo>
                    <a:pt x="4655464" y="1"/>
                  </a:lnTo>
                  <a:lnTo>
                    <a:pt x="4583841" y="1"/>
                  </a:lnTo>
                  <a:lnTo>
                    <a:pt x="4512219" y="1"/>
                  </a:lnTo>
                  <a:lnTo>
                    <a:pt x="4440596" y="1"/>
                  </a:lnTo>
                  <a:lnTo>
                    <a:pt x="4368974" y="1"/>
                  </a:lnTo>
                  <a:lnTo>
                    <a:pt x="4297351" y="1"/>
                  </a:lnTo>
                  <a:lnTo>
                    <a:pt x="4225729" y="1"/>
                  </a:lnTo>
                  <a:lnTo>
                    <a:pt x="4154106" y="1"/>
                  </a:lnTo>
                  <a:lnTo>
                    <a:pt x="4082483" y="1"/>
                  </a:lnTo>
                  <a:lnTo>
                    <a:pt x="4010861" y="1"/>
                  </a:lnTo>
                  <a:lnTo>
                    <a:pt x="3939238" y="1"/>
                  </a:lnTo>
                  <a:lnTo>
                    <a:pt x="3867616" y="1"/>
                  </a:lnTo>
                  <a:lnTo>
                    <a:pt x="3795993" y="1"/>
                  </a:lnTo>
                  <a:lnTo>
                    <a:pt x="3724371" y="1"/>
                  </a:lnTo>
                  <a:lnTo>
                    <a:pt x="3652748" y="1"/>
                  </a:lnTo>
                  <a:lnTo>
                    <a:pt x="3581126" y="1"/>
                  </a:lnTo>
                  <a:lnTo>
                    <a:pt x="3509503" y="1"/>
                  </a:lnTo>
                  <a:lnTo>
                    <a:pt x="3437881" y="1"/>
                  </a:lnTo>
                  <a:lnTo>
                    <a:pt x="3366258" y="1"/>
                  </a:lnTo>
                  <a:lnTo>
                    <a:pt x="3294636" y="1"/>
                  </a:lnTo>
                  <a:lnTo>
                    <a:pt x="3223013" y="1"/>
                  </a:lnTo>
                  <a:lnTo>
                    <a:pt x="3151391" y="0"/>
                  </a:lnTo>
                  <a:lnTo>
                    <a:pt x="3079768" y="1"/>
                  </a:lnTo>
                  <a:lnTo>
                    <a:pt x="3008146" y="1"/>
                  </a:lnTo>
                  <a:lnTo>
                    <a:pt x="2936523" y="1"/>
                  </a:lnTo>
                  <a:lnTo>
                    <a:pt x="2864901" y="1"/>
                  </a:lnTo>
                  <a:lnTo>
                    <a:pt x="2793278" y="1"/>
                  </a:lnTo>
                  <a:lnTo>
                    <a:pt x="2721655" y="1"/>
                  </a:lnTo>
                  <a:lnTo>
                    <a:pt x="2650033" y="1"/>
                  </a:lnTo>
                  <a:lnTo>
                    <a:pt x="2578410" y="1"/>
                  </a:lnTo>
                  <a:lnTo>
                    <a:pt x="2506788" y="1"/>
                  </a:lnTo>
                  <a:lnTo>
                    <a:pt x="2435165" y="1"/>
                  </a:lnTo>
                  <a:lnTo>
                    <a:pt x="2363543" y="1"/>
                  </a:lnTo>
                  <a:lnTo>
                    <a:pt x="2291920" y="1"/>
                  </a:lnTo>
                  <a:lnTo>
                    <a:pt x="2220298" y="1"/>
                  </a:lnTo>
                  <a:lnTo>
                    <a:pt x="2148675" y="1"/>
                  </a:lnTo>
                  <a:lnTo>
                    <a:pt x="2077053" y="1"/>
                  </a:lnTo>
                  <a:lnTo>
                    <a:pt x="2005430" y="1"/>
                  </a:lnTo>
                  <a:lnTo>
                    <a:pt x="1933808" y="1"/>
                  </a:lnTo>
                  <a:lnTo>
                    <a:pt x="1862185" y="1"/>
                  </a:lnTo>
                  <a:lnTo>
                    <a:pt x="1790563" y="1"/>
                  </a:lnTo>
                  <a:lnTo>
                    <a:pt x="1718940" y="1"/>
                  </a:lnTo>
                  <a:lnTo>
                    <a:pt x="1647318" y="1"/>
                  </a:lnTo>
                  <a:lnTo>
                    <a:pt x="1575695" y="1"/>
                  </a:lnTo>
                  <a:lnTo>
                    <a:pt x="1504073" y="1"/>
                  </a:lnTo>
                  <a:lnTo>
                    <a:pt x="1432450" y="1"/>
                  </a:lnTo>
                  <a:lnTo>
                    <a:pt x="1360827" y="1"/>
                  </a:lnTo>
                  <a:lnTo>
                    <a:pt x="1289205" y="1"/>
                  </a:lnTo>
                  <a:lnTo>
                    <a:pt x="1217582" y="1"/>
                  </a:lnTo>
                  <a:lnTo>
                    <a:pt x="1145960" y="1"/>
                  </a:lnTo>
                  <a:lnTo>
                    <a:pt x="1074337" y="1"/>
                  </a:lnTo>
                  <a:lnTo>
                    <a:pt x="1002715" y="1"/>
                  </a:lnTo>
                  <a:lnTo>
                    <a:pt x="931092" y="1"/>
                  </a:lnTo>
                  <a:lnTo>
                    <a:pt x="859470" y="1"/>
                  </a:lnTo>
                  <a:lnTo>
                    <a:pt x="787847" y="1"/>
                  </a:lnTo>
                  <a:lnTo>
                    <a:pt x="716225" y="1"/>
                  </a:lnTo>
                  <a:lnTo>
                    <a:pt x="644602" y="1"/>
                  </a:lnTo>
                  <a:lnTo>
                    <a:pt x="572980" y="1"/>
                  </a:lnTo>
                  <a:lnTo>
                    <a:pt x="501357" y="1"/>
                  </a:lnTo>
                  <a:lnTo>
                    <a:pt x="429735" y="1"/>
                  </a:lnTo>
                  <a:lnTo>
                    <a:pt x="358112" y="1"/>
                  </a:lnTo>
                  <a:lnTo>
                    <a:pt x="286490" y="1"/>
                  </a:lnTo>
                  <a:lnTo>
                    <a:pt x="214867" y="1"/>
                  </a:lnTo>
                  <a:lnTo>
                    <a:pt x="143245" y="1"/>
                  </a:lnTo>
                  <a:lnTo>
                    <a:pt x="71622" y="1"/>
                  </a:lnTo>
                  <a:lnTo>
                    <a:pt x="0" y="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13296" y="2073503"/>
              <a:ext cx="4149383" cy="3483746"/>
            </a:xfrm>
            <a:custGeom>
              <a:avLst/>
              <a:pathLst>
                <a:path w="4149383" h="3483746">
                  <a:moveTo>
                    <a:pt x="0" y="0"/>
                  </a:moveTo>
                  <a:lnTo>
                    <a:pt x="66899" y="1336196"/>
                  </a:lnTo>
                  <a:lnTo>
                    <a:pt x="138521" y="2194798"/>
                  </a:lnTo>
                  <a:lnTo>
                    <a:pt x="210144" y="2710127"/>
                  </a:lnTo>
                  <a:lnTo>
                    <a:pt x="281766" y="3019424"/>
                  </a:lnTo>
                  <a:lnTo>
                    <a:pt x="353389" y="3205063"/>
                  </a:lnTo>
                  <a:lnTo>
                    <a:pt x="425011" y="3316482"/>
                  </a:lnTo>
                  <a:lnTo>
                    <a:pt x="496634" y="3383355"/>
                  </a:lnTo>
                  <a:lnTo>
                    <a:pt x="568256" y="3423492"/>
                  </a:lnTo>
                  <a:lnTo>
                    <a:pt x="639879" y="3447582"/>
                  </a:lnTo>
                  <a:lnTo>
                    <a:pt x="711501" y="3462041"/>
                  </a:lnTo>
                  <a:lnTo>
                    <a:pt x="783124" y="3470719"/>
                  </a:lnTo>
                  <a:lnTo>
                    <a:pt x="854746" y="3475927"/>
                  </a:lnTo>
                  <a:lnTo>
                    <a:pt x="926369" y="3479053"/>
                  </a:lnTo>
                  <a:lnTo>
                    <a:pt x="997991" y="3480930"/>
                  </a:lnTo>
                  <a:lnTo>
                    <a:pt x="1069614" y="3482056"/>
                  </a:lnTo>
                  <a:lnTo>
                    <a:pt x="1141237" y="3482732"/>
                  </a:lnTo>
                  <a:lnTo>
                    <a:pt x="1212859" y="3483137"/>
                  </a:lnTo>
                  <a:lnTo>
                    <a:pt x="1284482" y="3483381"/>
                  </a:lnTo>
                  <a:lnTo>
                    <a:pt x="1356104" y="3483527"/>
                  </a:lnTo>
                  <a:lnTo>
                    <a:pt x="1427727" y="3483615"/>
                  </a:lnTo>
                  <a:lnTo>
                    <a:pt x="1499349" y="3483667"/>
                  </a:lnTo>
                  <a:lnTo>
                    <a:pt x="1570972" y="3483699"/>
                  </a:lnTo>
                  <a:lnTo>
                    <a:pt x="1642594" y="3483718"/>
                  </a:lnTo>
                  <a:lnTo>
                    <a:pt x="1714217" y="3483729"/>
                  </a:lnTo>
                  <a:lnTo>
                    <a:pt x="1785839" y="3483736"/>
                  </a:lnTo>
                  <a:lnTo>
                    <a:pt x="1857462" y="3483740"/>
                  </a:lnTo>
                  <a:lnTo>
                    <a:pt x="1929084" y="3483743"/>
                  </a:lnTo>
                  <a:lnTo>
                    <a:pt x="2000707" y="3483744"/>
                  </a:lnTo>
                  <a:lnTo>
                    <a:pt x="2072329" y="3483745"/>
                  </a:lnTo>
                  <a:lnTo>
                    <a:pt x="2143952" y="3483746"/>
                  </a:lnTo>
                  <a:lnTo>
                    <a:pt x="2215574" y="3483746"/>
                  </a:lnTo>
                  <a:lnTo>
                    <a:pt x="2287197" y="3483746"/>
                  </a:lnTo>
                  <a:lnTo>
                    <a:pt x="2358819" y="3483746"/>
                  </a:lnTo>
                  <a:lnTo>
                    <a:pt x="2430442" y="3483746"/>
                  </a:lnTo>
                  <a:lnTo>
                    <a:pt x="2502064" y="3483746"/>
                  </a:lnTo>
                  <a:lnTo>
                    <a:pt x="2573687" y="3483746"/>
                  </a:lnTo>
                  <a:lnTo>
                    <a:pt x="2645310" y="3483746"/>
                  </a:lnTo>
                  <a:lnTo>
                    <a:pt x="2716932" y="3483746"/>
                  </a:lnTo>
                  <a:lnTo>
                    <a:pt x="2788555" y="3483746"/>
                  </a:lnTo>
                  <a:lnTo>
                    <a:pt x="2860177" y="3483746"/>
                  </a:lnTo>
                  <a:lnTo>
                    <a:pt x="2931800" y="3483746"/>
                  </a:lnTo>
                  <a:lnTo>
                    <a:pt x="3003422" y="3483746"/>
                  </a:lnTo>
                  <a:lnTo>
                    <a:pt x="3075045" y="3483746"/>
                  </a:lnTo>
                  <a:lnTo>
                    <a:pt x="3146667" y="3483746"/>
                  </a:lnTo>
                  <a:lnTo>
                    <a:pt x="3218290" y="3483746"/>
                  </a:lnTo>
                  <a:lnTo>
                    <a:pt x="3289912" y="3483746"/>
                  </a:lnTo>
                  <a:lnTo>
                    <a:pt x="3361535" y="3483746"/>
                  </a:lnTo>
                  <a:lnTo>
                    <a:pt x="3433157" y="3483746"/>
                  </a:lnTo>
                  <a:lnTo>
                    <a:pt x="3504780" y="3483746"/>
                  </a:lnTo>
                  <a:lnTo>
                    <a:pt x="3576402" y="3483746"/>
                  </a:lnTo>
                  <a:lnTo>
                    <a:pt x="3648025" y="3483746"/>
                  </a:lnTo>
                  <a:lnTo>
                    <a:pt x="3719647" y="3483746"/>
                  </a:lnTo>
                  <a:lnTo>
                    <a:pt x="3791270" y="3483746"/>
                  </a:lnTo>
                  <a:lnTo>
                    <a:pt x="3862892" y="3483746"/>
                  </a:lnTo>
                  <a:lnTo>
                    <a:pt x="3934515" y="3483746"/>
                  </a:lnTo>
                  <a:lnTo>
                    <a:pt x="4006138" y="3483746"/>
                  </a:lnTo>
                  <a:lnTo>
                    <a:pt x="4077760" y="3483746"/>
                  </a:lnTo>
                  <a:lnTo>
                    <a:pt x="4149383" y="348374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3136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tx2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22806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420487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604833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792289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8" name="tx38"/>
            <p:cNvSpPr/>
            <p:nvPr/>
          </p:nvSpPr>
          <p:spPr>
            <a:xfrm rot="-5400000">
              <a:off x="181100" y="3848213"/>
              <a:ext cx="79159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HR (95% CI)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896563"/>
              <a:ext cx="718233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HR per 10 % decline: 796.80 (0.00-Inf), p_Bonf = 1.000 (n = 6)  |  per IQR decline (Δ = 25.8 %): 31311763.93 (0.00-Inf)  |  IQR: [-10.7, 15.1] 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817517" y="1669789"/>
              <a:ext cx="176890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 (Cox PH)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2026-10-08T10:07:50Z</dcterms:modified>
  <cp:category/>
</cp:coreProperties>
</file>