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493804"/>
              <a:ext cx="7090630" cy="2902915"/>
            </a:xfrm>
            <a:custGeom>
              <a:avLst/>
              <a:pathLst>
                <a:path w="7090630" h="2902915">
                  <a:moveTo>
                    <a:pt x="0" y="0"/>
                  </a:moveTo>
                  <a:lnTo>
                    <a:pt x="71622" y="89902"/>
                  </a:lnTo>
                  <a:lnTo>
                    <a:pt x="143245" y="177166"/>
                  </a:lnTo>
                  <a:lnTo>
                    <a:pt x="214867" y="261868"/>
                  </a:lnTo>
                  <a:lnTo>
                    <a:pt x="286490" y="344086"/>
                  </a:lnTo>
                  <a:lnTo>
                    <a:pt x="358112" y="423890"/>
                  </a:lnTo>
                  <a:lnTo>
                    <a:pt x="429735" y="501352"/>
                  </a:lnTo>
                  <a:lnTo>
                    <a:pt x="501357" y="576541"/>
                  </a:lnTo>
                  <a:lnTo>
                    <a:pt x="572980" y="649524"/>
                  </a:lnTo>
                  <a:lnTo>
                    <a:pt x="644602" y="720365"/>
                  </a:lnTo>
                  <a:lnTo>
                    <a:pt x="716225" y="789127"/>
                  </a:lnTo>
                  <a:lnTo>
                    <a:pt x="787847" y="855870"/>
                  </a:lnTo>
                  <a:lnTo>
                    <a:pt x="859470" y="920656"/>
                  </a:lnTo>
                  <a:lnTo>
                    <a:pt x="931092" y="983540"/>
                  </a:lnTo>
                  <a:lnTo>
                    <a:pt x="1002715" y="1044578"/>
                  </a:lnTo>
                  <a:lnTo>
                    <a:pt x="1074337" y="1103825"/>
                  </a:lnTo>
                  <a:lnTo>
                    <a:pt x="1145960" y="1161334"/>
                  </a:lnTo>
                  <a:lnTo>
                    <a:pt x="1217582" y="1217154"/>
                  </a:lnTo>
                  <a:lnTo>
                    <a:pt x="1289205" y="1271337"/>
                  </a:lnTo>
                  <a:lnTo>
                    <a:pt x="1360827" y="1323930"/>
                  </a:lnTo>
                  <a:lnTo>
                    <a:pt x="1432450" y="1374979"/>
                  </a:lnTo>
                  <a:lnTo>
                    <a:pt x="1504073" y="1424530"/>
                  </a:lnTo>
                  <a:lnTo>
                    <a:pt x="1575695" y="1472627"/>
                  </a:lnTo>
                  <a:lnTo>
                    <a:pt x="1647318" y="1519312"/>
                  </a:lnTo>
                  <a:lnTo>
                    <a:pt x="1718940" y="1564627"/>
                  </a:lnTo>
                  <a:lnTo>
                    <a:pt x="1790563" y="1608613"/>
                  </a:lnTo>
                  <a:lnTo>
                    <a:pt x="1862185" y="1651307"/>
                  </a:lnTo>
                  <a:lnTo>
                    <a:pt x="1933808" y="1692749"/>
                  </a:lnTo>
                  <a:lnTo>
                    <a:pt x="2005430" y="1732974"/>
                  </a:lnTo>
                  <a:lnTo>
                    <a:pt x="2077053" y="1772019"/>
                  </a:lnTo>
                  <a:lnTo>
                    <a:pt x="2148675" y="1809919"/>
                  </a:lnTo>
                  <a:lnTo>
                    <a:pt x="2220298" y="1846706"/>
                  </a:lnTo>
                  <a:lnTo>
                    <a:pt x="2291920" y="1882413"/>
                  </a:lnTo>
                  <a:lnTo>
                    <a:pt x="2363543" y="1917072"/>
                  </a:lnTo>
                  <a:lnTo>
                    <a:pt x="2435165" y="1950715"/>
                  </a:lnTo>
                  <a:lnTo>
                    <a:pt x="2506788" y="1983370"/>
                  </a:lnTo>
                  <a:lnTo>
                    <a:pt x="2578410" y="2015066"/>
                  </a:lnTo>
                  <a:lnTo>
                    <a:pt x="2650033" y="2045833"/>
                  </a:lnTo>
                  <a:lnTo>
                    <a:pt x="2721655" y="2075697"/>
                  </a:lnTo>
                  <a:lnTo>
                    <a:pt x="2793278" y="2104684"/>
                  </a:lnTo>
                  <a:lnTo>
                    <a:pt x="2864901" y="2132820"/>
                  </a:lnTo>
                  <a:lnTo>
                    <a:pt x="2936523" y="2160131"/>
                  </a:lnTo>
                  <a:lnTo>
                    <a:pt x="3008146" y="2186640"/>
                  </a:lnTo>
                  <a:lnTo>
                    <a:pt x="3079768" y="2212372"/>
                  </a:lnTo>
                  <a:lnTo>
                    <a:pt x="3151391" y="2234813"/>
                  </a:lnTo>
                  <a:lnTo>
                    <a:pt x="3223013" y="2240872"/>
                  </a:lnTo>
                  <a:lnTo>
                    <a:pt x="3294636" y="2246887"/>
                  </a:lnTo>
                  <a:lnTo>
                    <a:pt x="3366258" y="2252859"/>
                  </a:lnTo>
                  <a:lnTo>
                    <a:pt x="3437881" y="2258786"/>
                  </a:lnTo>
                  <a:lnTo>
                    <a:pt x="3509503" y="2264671"/>
                  </a:lnTo>
                  <a:lnTo>
                    <a:pt x="3581126" y="2270512"/>
                  </a:lnTo>
                  <a:lnTo>
                    <a:pt x="3652748" y="2276310"/>
                  </a:lnTo>
                  <a:lnTo>
                    <a:pt x="3724371" y="2282066"/>
                  </a:lnTo>
                  <a:lnTo>
                    <a:pt x="3795993" y="2287780"/>
                  </a:lnTo>
                  <a:lnTo>
                    <a:pt x="3867616" y="2293453"/>
                  </a:lnTo>
                  <a:lnTo>
                    <a:pt x="3939238" y="2299083"/>
                  </a:lnTo>
                  <a:lnTo>
                    <a:pt x="4010861" y="2304673"/>
                  </a:lnTo>
                  <a:lnTo>
                    <a:pt x="4082483" y="2310222"/>
                  </a:lnTo>
                  <a:lnTo>
                    <a:pt x="4154106" y="2315730"/>
                  </a:lnTo>
                  <a:lnTo>
                    <a:pt x="4225729" y="2321198"/>
                  </a:lnTo>
                  <a:lnTo>
                    <a:pt x="4297351" y="2326626"/>
                  </a:lnTo>
                  <a:lnTo>
                    <a:pt x="4368974" y="2332014"/>
                  </a:lnTo>
                  <a:lnTo>
                    <a:pt x="4440596" y="2337362"/>
                  </a:lnTo>
                  <a:lnTo>
                    <a:pt x="4512219" y="2342672"/>
                  </a:lnTo>
                  <a:lnTo>
                    <a:pt x="4583841" y="2347943"/>
                  </a:lnTo>
                  <a:lnTo>
                    <a:pt x="4655464" y="2353175"/>
                  </a:lnTo>
                  <a:lnTo>
                    <a:pt x="4727086" y="2358369"/>
                  </a:lnTo>
                  <a:lnTo>
                    <a:pt x="4798709" y="2363525"/>
                  </a:lnTo>
                  <a:lnTo>
                    <a:pt x="4870331" y="2368644"/>
                  </a:lnTo>
                  <a:lnTo>
                    <a:pt x="4941954" y="2373725"/>
                  </a:lnTo>
                  <a:lnTo>
                    <a:pt x="5013576" y="2378768"/>
                  </a:lnTo>
                  <a:lnTo>
                    <a:pt x="5085199" y="2383775"/>
                  </a:lnTo>
                  <a:lnTo>
                    <a:pt x="5156821" y="2388745"/>
                  </a:lnTo>
                  <a:lnTo>
                    <a:pt x="5228444" y="2393679"/>
                  </a:lnTo>
                  <a:lnTo>
                    <a:pt x="5300066" y="2398577"/>
                  </a:lnTo>
                  <a:lnTo>
                    <a:pt x="5371689" y="2403439"/>
                  </a:lnTo>
                  <a:lnTo>
                    <a:pt x="5443311" y="2408266"/>
                  </a:lnTo>
                  <a:lnTo>
                    <a:pt x="5514934" y="2413057"/>
                  </a:lnTo>
                  <a:lnTo>
                    <a:pt x="5586557" y="2417813"/>
                  </a:lnTo>
                  <a:lnTo>
                    <a:pt x="5658179" y="2422534"/>
                  </a:lnTo>
                  <a:lnTo>
                    <a:pt x="5729802" y="2427221"/>
                  </a:lnTo>
                  <a:lnTo>
                    <a:pt x="5801424" y="2431874"/>
                  </a:lnTo>
                  <a:lnTo>
                    <a:pt x="5873047" y="2436492"/>
                  </a:lnTo>
                  <a:lnTo>
                    <a:pt x="5944669" y="2441077"/>
                  </a:lnTo>
                  <a:lnTo>
                    <a:pt x="6016292" y="2445628"/>
                  </a:lnTo>
                  <a:lnTo>
                    <a:pt x="6087914" y="2450146"/>
                  </a:lnTo>
                  <a:lnTo>
                    <a:pt x="6159537" y="2454631"/>
                  </a:lnTo>
                  <a:lnTo>
                    <a:pt x="6231159" y="2459083"/>
                  </a:lnTo>
                  <a:lnTo>
                    <a:pt x="6302782" y="2463503"/>
                  </a:lnTo>
                  <a:lnTo>
                    <a:pt x="6374404" y="2467890"/>
                  </a:lnTo>
                  <a:lnTo>
                    <a:pt x="6446027" y="2472245"/>
                  </a:lnTo>
                  <a:lnTo>
                    <a:pt x="6517649" y="2476568"/>
                  </a:lnTo>
                  <a:lnTo>
                    <a:pt x="6589272" y="2480860"/>
                  </a:lnTo>
                  <a:lnTo>
                    <a:pt x="6660894" y="2485120"/>
                  </a:lnTo>
                  <a:lnTo>
                    <a:pt x="6732517" y="2489349"/>
                  </a:lnTo>
                  <a:lnTo>
                    <a:pt x="6804139" y="2493548"/>
                  </a:lnTo>
                  <a:lnTo>
                    <a:pt x="6875762" y="2497715"/>
                  </a:lnTo>
                  <a:lnTo>
                    <a:pt x="6947385" y="2501852"/>
                  </a:lnTo>
                  <a:lnTo>
                    <a:pt x="7019007" y="2505959"/>
                  </a:lnTo>
                  <a:lnTo>
                    <a:pt x="7090630" y="2510036"/>
                  </a:lnTo>
                  <a:lnTo>
                    <a:pt x="7090630" y="2902915"/>
                  </a:lnTo>
                  <a:lnTo>
                    <a:pt x="7019007" y="2898061"/>
                  </a:lnTo>
                  <a:lnTo>
                    <a:pt x="6947385" y="2893061"/>
                  </a:lnTo>
                  <a:lnTo>
                    <a:pt x="6875762" y="2887910"/>
                  </a:lnTo>
                  <a:lnTo>
                    <a:pt x="6804139" y="2882603"/>
                  </a:lnTo>
                  <a:lnTo>
                    <a:pt x="6732517" y="2877135"/>
                  </a:lnTo>
                  <a:lnTo>
                    <a:pt x="6660894" y="2871502"/>
                  </a:lnTo>
                  <a:lnTo>
                    <a:pt x="6589272" y="2865699"/>
                  </a:lnTo>
                  <a:lnTo>
                    <a:pt x="6517649" y="2859720"/>
                  </a:lnTo>
                  <a:lnTo>
                    <a:pt x="6446027" y="2853561"/>
                  </a:lnTo>
                  <a:lnTo>
                    <a:pt x="6374404" y="2847215"/>
                  </a:lnTo>
                  <a:lnTo>
                    <a:pt x="6302782" y="2840678"/>
                  </a:lnTo>
                  <a:lnTo>
                    <a:pt x="6231159" y="2833943"/>
                  </a:lnTo>
                  <a:lnTo>
                    <a:pt x="6159537" y="2827004"/>
                  </a:lnTo>
                  <a:lnTo>
                    <a:pt x="6087914" y="2819855"/>
                  </a:lnTo>
                  <a:lnTo>
                    <a:pt x="6016292" y="2812490"/>
                  </a:lnTo>
                  <a:lnTo>
                    <a:pt x="5944669" y="2804903"/>
                  </a:lnTo>
                  <a:lnTo>
                    <a:pt x="5873047" y="2797086"/>
                  </a:lnTo>
                  <a:lnTo>
                    <a:pt x="5801424" y="2789033"/>
                  </a:lnTo>
                  <a:lnTo>
                    <a:pt x="5729802" y="2780737"/>
                  </a:lnTo>
                  <a:lnTo>
                    <a:pt x="5658179" y="2772189"/>
                  </a:lnTo>
                  <a:lnTo>
                    <a:pt x="5586557" y="2763383"/>
                  </a:lnTo>
                  <a:lnTo>
                    <a:pt x="5514934" y="2754311"/>
                  </a:lnTo>
                  <a:lnTo>
                    <a:pt x="5443311" y="2744965"/>
                  </a:lnTo>
                  <a:lnTo>
                    <a:pt x="5371689" y="2735336"/>
                  </a:lnTo>
                  <a:lnTo>
                    <a:pt x="5300066" y="2725416"/>
                  </a:lnTo>
                  <a:lnTo>
                    <a:pt x="5228444" y="2715196"/>
                  </a:lnTo>
                  <a:lnTo>
                    <a:pt x="5156821" y="2704667"/>
                  </a:lnTo>
                  <a:lnTo>
                    <a:pt x="5085199" y="2693820"/>
                  </a:lnTo>
                  <a:lnTo>
                    <a:pt x="5013576" y="2682644"/>
                  </a:lnTo>
                  <a:lnTo>
                    <a:pt x="4941954" y="2671131"/>
                  </a:lnTo>
                  <a:lnTo>
                    <a:pt x="4870331" y="2659270"/>
                  </a:lnTo>
                  <a:lnTo>
                    <a:pt x="4798709" y="2647050"/>
                  </a:lnTo>
                  <a:lnTo>
                    <a:pt x="4727086" y="2634461"/>
                  </a:lnTo>
                  <a:lnTo>
                    <a:pt x="4655464" y="2621491"/>
                  </a:lnTo>
                  <a:lnTo>
                    <a:pt x="4583841" y="2608129"/>
                  </a:lnTo>
                  <a:lnTo>
                    <a:pt x="4512219" y="2594363"/>
                  </a:lnTo>
                  <a:lnTo>
                    <a:pt x="4440596" y="2580181"/>
                  </a:lnTo>
                  <a:lnTo>
                    <a:pt x="4368974" y="2565569"/>
                  </a:lnTo>
                  <a:lnTo>
                    <a:pt x="4297351" y="2550517"/>
                  </a:lnTo>
                  <a:lnTo>
                    <a:pt x="4225729" y="2535009"/>
                  </a:lnTo>
                  <a:lnTo>
                    <a:pt x="4154106" y="2519032"/>
                  </a:lnTo>
                  <a:lnTo>
                    <a:pt x="4082483" y="2502572"/>
                  </a:lnTo>
                  <a:lnTo>
                    <a:pt x="4010861" y="2485615"/>
                  </a:lnTo>
                  <a:lnTo>
                    <a:pt x="3939238" y="2468145"/>
                  </a:lnTo>
                  <a:lnTo>
                    <a:pt x="3867616" y="2450146"/>
                  </a:lnTo>
                  <a:lnTo>
                    <a:pt x="3795993" y="2431604"/>
                  </a:lnTo>
                  <a:lnTo>
                    <a:pt x="3724371" y="2412501"/>
                  </a:lnTo>
                  <a:lnTo>
                    <a:pt x="3652748" y="2392820"/>
                  </a:lnTo>
                  <a:lnTo>
                    <a:pt x="3581126" y="2372544"/>
                  </a:lnTo>
                  <a:lnTo>
                    <a:pt x="3509503" y="2351656"/>
                  </a:lnTo>
                  <a:lnTo>
                    <a:pt x="3437881" y="2330135"/>
                  </a:lnTo>
                  <a:lnTo>
                    <a:pt x="3366258" y="2307964"/>
                  </a:lnTo>
                  <a:lnTo>
                    <a:pt x="3294636" y="2285123"/>
                  </a:lnTo>
                  <a:lnTo>
                    <a:pt x="3223013" y="2261591"/>
                  </a:lnTo>
                  <a:lnTo>
                    <a:pt x="3151391" y="2237348"/>
                  </a:lnTo>
                  <a:lnTo>
                    <a:pt x="3079768" y="2228708"/>
                  </a:lnTo>
                  <a:lnTo>
                    <a:pt x="3008146" y="2222559"/>
                  </a:lnTo>
                  <a:lnTo>
                    <a:pt x="2936523" y="2216365"/>
                  </a:lnTo>
                  <a:lnTo>
                    <a:pt x="2864901" y="2210125"/>
                  </a:lnTo>
                  <a:lnTo>
                    <a:pt x="2793278" y="2203838"/>
                  </a:lnTo>
                  <a:lnTo>
                    <a:pt x="2721655" y="2197506"/>
                  </a:lnTo>
                  <a:lnTo>
                    <a:pt x="2650033" y="2191127"/>
                  </a:lnTo>
                  <a:lnTo>
                    <a:pt x="2578410" y="2184701"/>
                  </a:lnTo>
                  <a:lnTo>
                    <a:pt x="2506788" y="2178228"/>
                  </a:lnTo>
                  <a:lnTo>
                    <a:pt x="2435165" y="2171707"/>
                  </a:lnTo>
                  <a:lnTo>
                    <a:pt x="2363543" y="2165138"/>
                  </a:lnTo>
                  <a:lnTo>
                    <a:pt x="2291920" y="2158520"/>
                  </a:lnTo>
                  <a:lnTo>
                    <a:pt x="2220298" y="2151854"/>
                  </a:lnTo>
                  <a:lnTo>
                    <a:pt x="2148675" y="2145138"/>
                  </a:lnTo>
                  <a:lnTo>
                    <a:pt x="2077053" y="2138374"/>
                  </a:lnTo>
                  <a:lnTo>
                    <a:pt x="2005430" y="2131559"/>
                  </a:lnTo>
                  <a:lnTo>
                    <a:pt x="1933808" y="2124694"/>
                  </a:lnTo>
                  <a:lnTo>
                    <a:pt x="1862185" y="2117779"/>
                  </a:lnTo>
                  <a:lnTo>
                    <a:pt x="1790563" y="2110812"/>
                  </a:lnTo>
                  <a:lnTo>
                    <a:pt x="1718940" y="2103795"/>
                  </a:lnTo>
                  <a:lnTo>
                    <a:pt x="1647318" y="2096725"/>
                  </a:lnTo>
                  <a:lnTo>
                    <a:pt x="1575695" y="2089604"/>
                  </a:lnTo>
                  <a:lnTo>
                    <a:pt x="1504073" y="2082430"/>
                  </a:lnTo>
                  <a:lnTo>
                    <a:pt x="1432450" y="2075203"/>
                  </a:lnTo>
                  <a:lnTo>
                    <a:pt x="1360827" y="2067923"/>
                  </a:lnTo>
                  <a:lnTo>
                    <a:pt x="1289205" y="2060590"/>
                  </a:lnTo>
                  <a:lnTo>
                    <a:pt x="1217582" y="2053202"/>
                  </a:lnTo>
                  <a:lnTo>
                    <a:pt x="1145960" y="2045760"/>
                  </a:lnTo>
                  <a:lnTo>
                    <a:pt x="1074337" y="2038263"/>
                  </a:lnTo>
                  <a:lnTo>
                    <a:pt x="1002715" y="2030711"/>
                  </a:lnTo>
                  <a:lnTo>
                    <a:pt x="931092" y="2023103"/>
                  </a:lnTo>
                  <a:lnTo>
                    <a:pt x="859470" y="2015439"/>
                  </a:lnTo>
                  <a:lnTo>
                    <a:pt x="787847" y="2007719"/>
                  </a:lnTo>
                  <a:lnTo>
                    <a:pt x="716225" y="1999942"/>
                  </a:lnTo>
                  <a:lnTo>
                    <a:pt x="644602" y="1992108"/>
                  </a:lnTo>
                  <a:lnTo>
                    <a:pt x="572980" y="1984215"/>
                  </a:lnTo>
                  <a:lnTo>
                    <a:pt x="501357" y="1976265"/>
                  </a:lnTo>
                  <a:lnTo>
                    <a:pt x="429735" y="1968256"/>
                  </a:lnTo>
                  <a:lnTo>
                    <a:pt x="358112" y="1960189"/>
                  </a:lnTo>
                  <a:lnTo>
                    <a:pt x="286490" y="1952061"/>
                  </a:lnTo>
                  <a:lnTo>
                    <a:pt x="214867" y="1943874"/>
                  </a:lnTo>
                  <a:lnTo>
                    <a:pt x="143245" y="1935627"/>
                  </a:lnTo>
                  <a:lnTo>
                    <a:pt x="71622" y="1927318"/>
                  </a:lnTo>
                  <a:lnTo>
                    <a:pt x="0" y="191894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493804"/>
              <a:ext cx="7090630" cy="2510036"/>
            </a:xfrm>
            <a:custGeom>
              <a:avLst/>
              <a:pathLst>
                <a:path w="7090630" h="2510036">
                  <a:moveTo>
                    <a:pt x="0" y="0"/>
                  </a:moveTo>
                  <a:lnTo>
                    <a:pt x="71622" y="89902"/>
                  </a:lnTo>
                  <a:lnTo>
                    <a:pt x="143245" y="177166"/>
                  </a:lnTo>
                  <a:lnTo>
                    <a:pt x="214867" y="261868"/>
                  </a:lnTo>
                  <a:lnTo>
                    <a:pt x="286490" y="344086"/>
                  </a:lnTo>
                  <a:lnTo>
                    <a:pt x="358112" y="423890"/>
                  </a:lnTo>
                  <a:lnTo>
                    <a:pt x="429735" y="501352"/>
                  </a:lnTo>
                  <a:lnTo>
                    <a:pt x="501357" y="576541"/>
                  </a:lnTo>
                  <a:lnTo>
                    <a:pt x="572980" y="649524"/>
                  </a:lnTo>
                  <a:lnTo>
                    <a:pt x="644602" y="720365"/>
                  </a:lnTo>
                  <a:lnTo>
                    <a:pt x="716225" y="789127"/>
                  </a:lnTo>
                  <a:lnTo>
                    <a:pt x="787847" y="855870"/>
                  </a:lnTo>
                  <a:lnTo>
                    <a:pt x="859470" y="920656"/>
                  </a:lnTo>
                  <a:lnTo>
                    <a:pt x="931092" y="983540"/>
                  </a:lnTo>
                  <a:lnTo>
                    <a:pt x="1002715" y="1044578"/>
                  </a:lnTo>
                  <a:lnTo>
                    <a:pt x="1074337" y="1103825"/>
                  </a:lnTo>
                  <a:lnTo>
                    <a:pt x="1145960" y="1161334"/>
                  </a:lnTo>
                  <a:lnTo>
                    <a:pt x="1217582" y="1217154"/>
                  </a:lnTo>
                  <a:lnTo>
                    <a:pt x="1289205" y="1271337"/>
                  </a:lnTo>
                  <a:lnTo>
                    <a:pt x="1360827" y="1323930"/>
                  </a:lnTo>
                  <a:lnTo>
                    <a:pt x="1432450" y="1374979"/>
                  </a:lnTo>
                  <a:lnTo>
                    <a:pt x="1504073" y="1424530"/>
                  </a:lnTo>
                  <a:lnTo>
                    <a:pt x="1575695" y="1472627"/>
                  </a:lnTo>
                  <a:lnTo>
                    <a:pt x="1647318" y="1519312"/>
                  </a:lnTo>
                  <a:lnTo>
                    <a:pt x="1718940" y="1564627"/>
                  </a:lnTo>
                  <a:lnTo>
                    <a:pt x="1790563" y="1608613"/>
                  </a:lnTo>
                  <a:lnTo>
                    <a:pt x="1862185" y="1651307"/>
                  </a:lnTo>
                  <a:lnTo>
                    <a:pt x="1933808" y="1692749"/>
                  </a:lnTo>
                  <a:lnTo>
                    <a:pt x="2005430" y="1732974"/>
                  </a:lnTo>
                  <a:lnTo>
                    <a:pt x="2077053" y="1772019"/>
                  </a:lnTo>
                  <a:lnTo>
                    <a:pt x="2148675" y="1809919"/>
                  </a:lnTo>
                  <a:lnTo>
                    <a:pt x="2220298" y="1846706"/>
                  </a:lnTo>
                  <a:lnTo>
                    <a:pt x="2291920" y="1882413"/>
                  </a:lnTo>
                  <a:lnTo>
                    <a:pt x="2363543" y="1917072"/>
                  </a:lnTo>
                  <a:lnTo>
                    <a:pt x="2435165" y="1950715"/>
                  </a:lnTo>
                  <a:lnTo>
                    <a:pt x="2506788" y="1983370"/>
                  </a:lnTo>
                  <a:lnTo>
                    <a:pt x="2578410" y="2015066"/>
                  </a:lnTo>
                  <a:lnTo>
                    <a:pt x="2650033" y="2045833"/>
                  </a:lnTo>
                  <a:lnTo>
                    <a:pt x="2721655" y="2075697"/>
                  </a:lnTo>
                  <a:lnTo>
                    <a:pt x="2793278" y="2104684"/>
                  </a:lnTo>
                  <a:lnTo>
                    <a:pt x="2864901" y="2132820"/>
                  </a:lnTo>
                  <a:lnTo>
                    <a:pt x="2936523" y="2160131"/>
                  </a:lnTo>
                  <a:lnTo>
                    <a:pt x="3008146" y="2186640"/>
                  </a:lnTo>
                  <a:lnTo>
                    <a:pt x="3079768" y="2212372"/>
                  </a:lnTo>
                  <a:lnTo>
                    <a:pt x="3151391" y="2234813"/>
                  </a:lnTo>
                  <a:lnTo>
                    <a:pt x="3223013" y="2240872"/>
                  </a:lnTo>
                  <a:lnTo>
                    <a:pt x="3294636" y="2246887"/>
                  </a:lnTo>
                  <a:lnTo>
                    <a:pt x="3366258" y="2252859"/>
                  </a:lnTo>
                  <a:lnTo>
                    <a:pt x="3437881" y="2258786"/>
                  </a:lnTo>
                  <a:lnTo>
                    <a:pt x="3509503" y="2264671"/>
                  </a:lnTo>
                  <a:lnTo>
                    <a:pt x="3581126" y="2270512"/>
                  </a:lnTo>
                  <a:lnTo>
                    <a:pt x="3652748" y="2276310"/>
                  </a:lnTo>
                  <a:lnTo>
                    <a:pt x="3724371" y="2282066"/>
                  </a:lnTo>
                  <a:lnTo>
                    <a:pt x="3795993" y="2287780"/>
                  </a:lnTo>
                  <a:lnTo>
                    <a:pt x="3867616" y="2293453"/>
                  </a:lnTo>
                  <a:lnTo>
                    <a:pt x="3939238" y="2299083"/>
                  </a:lnTo>
                  <a:lnTo>
                    <a:pt x="4010861" y="2304673"/>
                  </a:lnTo>
                  <a:lnTo>
                    <a:pt x="4082483" y="2310222"/>
                  </a:lnTo>
                  <a:lnTo>
                    <a:pt x="4154106" y="2315730"/>
                  </a:lnTo>
                  <a:lnTo>
                    <a:pt x="4225729" y="2321198"/>
                  </a:lnTo>
                  <a:lnTo>
                    <a:pt x="4297351" y="2326626"/>
                  </a:lnTo>
                  <a:lnTo>
                    <a:pt x="4368974" y="2332014"/>
                  </a:lnTo>
                  <a:lnTo>
                    <a:pt x="4440596" y="2337362"/>
                  </a:lnTo>
                  <a:lnTo>
                    <a:pt x="4512219" y="2342672"/>
                  </a:lnTo>
                  <a:lnTo>
                    <a:pt x="4583841" y="2347943"/>
                  </a:lnTo>
                  <a:lnTo>
                    <a:pt x="4655464" y="2353175"/>
                  </a:lnTo>
                  <a:lnTo>
                    <a:pt x="4727086" y="2358369"/>
                  </a:lnTo>
                  <a:lnTo>
                    <a:pt x="4798709" y="2363525"/>
                  </a:lnTo>
                  <a:lnTo>
                    <a:pt x="4870331" y="2368644"/>
                  </a:lnTo>
                  <a:lnTo>
                    <a:pt x="4941954" y="2373725"/>
                  </a:lnTo>
                  <a:lnTo>
                    <a:pt x="5013576" y="2378768"/>
                  </a:lnTo>
                  <a:lnTo>
                    <a:pt x="5085199" y="2383775"/>
                  </a:lnTo>
                  <a:lnTo>
                    <a:pt x="5156821" y="2388745"/>
                  </a:lnTo>
                  <a:lnTo>
                    <a:pt x="5228444" y="2393679"/>
                  </a:lnTo>
                  <a:lnTo>
                    <a:pt x="5300066" y="2398577"/>
                  </a:lnTo>
                  <a:lnTo>
                    <a:pt x="5371689" y="2403439"/>
                  </a:lnTo>
                  <a:lnTo>
                    <a:pt x="5443311" y="2408266"/>
                  </a:lnTo>
                  <a:lnTo>
                    <a:pt x="5514934" y="2413057"/>
                  </a:lnTo>
                  <a:lnTo>
                    <a:pt x="5586557" y="2417813"/>
                  </a:lnTo>
                  <a:lnTo>
                    <a:pt x="5658179" y="2422534"/>
                  </a:lnTo>
                  <a:lnTo>
                    <a:pt x="5729802" y="2427221"/>
                  </a:lnTo>
                  <a:lnTo>
                    <a:pt x="5801424" y="2431874"/>
                  </a:lnTo>
                  <a:lnTo>
                    <a:pt x="5873047" y="2436492"/>
                  </a:lnTo>
                  <a:lnTo>
                    <a:pt x="5944669" y="2441077"/>
                  </a:lnTo>
                  <a:lnTo>
                    <a:pt x="6016292" y="2445628"/>
                  </a:lnTo>
                  <a:lnTo>
                    <a:pt x="6087914" y="2450146"/>
                  </a:lnTo>
                  <a:lnTo>
                    <a:pt x="6159537" y="2454631"/>
                  </a:lnTo>
                  <a:lnTo>
                    <a:pt x="6231159" y="2459083"/>
                  </a:lnTo>
                  <a:lnTo>
                    <a:pt x="6302782" y="2463503"/>
                  </a:lnTo>
                  <a:lnTo>
                    <a:pt x="6374404" y="2467890"/>
                  </a:lnTo>
                  <a:lnTo>
                    <a:pt x="6446027" y="2472245"/>
                  </a:lnTo>
                  <a:lnTo>
                    <a:pt x="6517649" y="2476568"/>
                  </a:lnTo>
                  <a:lnTo>
                    <a:pt x="6589272" y="2480860"/>
                  </a:lnTo>
                  <a:lnTo>
                    <a:pt x="6660894" y="2485120"/>
                  </a:lnTo>
                  <a:lnTo>
                    <a:pt x="6732517" y="2489349"/>
                  </a:lnTo>
                  <a:lnTo>
                    <a:pt x="6804139" y="2493548"/>
                  </a:lnTo>
                  <a:lnTo>
                    <a:pt x="6875762" y="2497715"/>
                  </a:lnTo>
                  <a:lnTo>
                    <a:pt x="6947385" y="2501852"/>
                  </a:lnTo>
                  <a:lnTo>
                    <a:pt x="7019007" y="2505959"/>
                  </a:lnTo>
                  <a:lnTo>
                    <a:pt x="7090630" y="25100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412753"/>
              <a:ext cx="7090630" cy="983965"/>
            </a:xfrm>
            <a:custGeom>
              <a:avLst/>
              <a:pathLst>
                <a:path w="7090630" h="983965">
                  <a:moveTo>
                    <a:pt x="7090630" y="983965"/>
                  </a:moveTo>
                  <a:lnTo>
                    <a:pt x="7019007" y="979112"/>
                  </a:lnTo>
                  <a:lnTo>
                    <a:pt x="6947385" y="974112"/>
                  </a:lnTo>
                  <a:lnTo>
                    <a:pt x="6875762" y="968960"/>
                  </a:lnTo>
                  <a:lnTo>
                    <a:pt x="6804139" y="963653"/>
                  </a:lnTo>
                  <a:lnTo>
                    <a:pt x="6732517" y="958186"/>
                  </a:lnTo>
                  <a:lnTo>
                    <a:pt x="6660894" y="952553"/>
                  </a:lnTo>
                  <a:lnTo>
                    <a:pt x="6589272" y="946749"/>
                  </a:lnTo>
                  <a:lnTo>
                    <a:pt x="6517649" y="940771"/>
                  </a:lnTo>
                  <a:lnTo>
                    <a:pt x="6446027" y="934611"/>
                  </a:lnTo>
                  <a:lnTo>
                    <a:pt x="6374404" y="928266"/>
                  </a:lnTo>
                  <a:lnTo>
                    <a:pt x="6302782" y="921728"/>
                  </a:lnTo>
                  <a:lnTo>
                    <a:pt x="6231159" y="914993"/>
                  </a:lnTo>
                  <a:lnTo>
                    <a:pt x="6159537" y="908054"/>
                  </a:lnTo>
                  <a:lnTo>
                    <a:pt x="6087914" y="900906"/>
                  </a:lnTo>
                  <a:lnTo>
                    <a:pt x="6016292" y="893541"/>
                  </a:lnTo>
                  <a:lnTo>
                    <a:pt x="5944669" y="885954"/>
                  </a:lnTo>
                  <a:lnTo>
                    <a:pt x="5873047" y="878137"/>
                  </a:lnTo>
                  <a:lnTo>
                    <a:pt x="5801424" y="870084"/>
                  </a:lnTo>
                  <a:lnTo>
                    <a:pt x="5729802" y="861787"/>
                  </a:lnTo>
                  <a:lnTo>
                    <a:pt x="5658179" y="853240"/>
                  </a:lnTo>
                  <a:lnTo>
                    <a:pt x="5586557" y="844434"/>
                  </a:lnTo>
                  <a:lnTo>
                    <a:pt x="5514934" y="835362"/>
                  </a:lnTo>
                  <a:lnTo>
                    <a:pt x="5443311" y="826015"/>
                  </a:lnTo>
                  <a:lnTo>
                    <a:pt x="5371689" y="816386"/>
                  </a:lnTo>
                  <a:lnTo>
                    <a:pt x="5300066" y="806466"/>
                  </a:lnTo>
                  <a:lnTo>
                    <a:pt x="5228444" y="796246"/>
                  </a:lnTo>
                  <a:lnTo>
                    <a:pt x="5156821" y="785717"/>
                  </a:lnTo>
                  <a:lnTo>
                    <a:pt x="5085199" y="774870"/>
                  </a:lnTo>
                  <a:lnTo>
                    <a:pt x="5013576" y="763695"/>
                  </a:lnTo>
                  <a:lnTo>
                    <a:pt x="4941954" y="752182"/>
                  </a:lnTo>
                  <a:lnTo>
                    <a:pt x="4870331" y="740320"/>
                  </a:lnTo>
                  <a:lnTo>
                    <a:pt x="4798709" y="728101"/>
                  </a:lnTo>
                  <a:lnTo>
                    <a:pt x="4727086" y="715511"/>
                  </a:lnTo>
                  <a:lnTo>
                    <a:pt x="4655464" y="702541"/>
                  </a:lnTo>
                  <a:lnTo>
                    <a:pt x="4583841" y="689179"/>
                  </a:lnTo>
                  <a:lnTo>
                    <a:pt x="4512219" y="675413"/>
                  </a:lnTo>
                  <a:lnTo>
                    <a:pt x="4440596" y="661231"/>
                  </a:lnTo>
                  <a:lnTo>
                    <a:pt x="4368974" y="646620"/>
                  </a:lnTo>
                  <a:lnTo>
                    <a:pt x="4297351" y="631567"/>
                  </a:lnTo>
                  <a:lnTo>
                    <a:pt x="4225729" y="616059"/>
                  </a:lnTo>
                  <a:lnTo>
                    <a:pt x="4154106" y="600082"/>
                  </a:lnTo>
                  <a:lnTo>
                    <a:pt x="4082483" y="583623"/>
                  </a:lnTo>
                  <a:lnTo>
                    <a:pt x="4010861" y="566665"/>
                  </a:lnTo>
                  <a:lnTo>
                    <a:pt x="3939238" y="549195"/>
                  </a:lnTo>
                  <a:lnTo>
                    <a:pt x="3867616" y="531197"/>
                  </a:lnTo>
                  <a:lnTo>
                    <a:pt x="3795993" y="512654"/>
                  </a:lnTo>
                  <a:lnTo>
                    <a:pt x="3724371" y="493551"/>
                  </a:lnTo>
                  <a:lnTo>
                    <a:pt x="3652748" y="473870"/>
                  </a:lnTo>
                  <a:lnTo>
                    <a:pt x="3581126" y="453595"/>
                  </a:lnTo>
                  <a:lnTo>
                    <a:pt x="3509503" y="432706"/>
                  </a:lnTo>
                  <a:lnTo>
                    <a:pt x="3437881" y="411186"/>
                  </a:lnTo>
                  <a:lnTo>
                    <a:pt x="3366258" y="389015"/>
                  </a:lnTo>
                  <a:lnTo>
                    <a:pt x="3294636" y="366174"/>
                  </a:lnTo>
                  <a:lnTo>
                    <a:pt x="3223013" y="342642"/>
                  </a:lnTo>
                  <a:lnTo>
                    <a:pt x="3151391" y="318399"/>
                  </a:lnTo>
                  <a:lnTo>
                    <a:pt x="3079768" y="309759"/>
                  </a:lnTo>
                  <a:lnTo>
                    <a:pt x="3008146" y="303610"/>
                  </a:lnTo>
                  <a:lnTo>
                    <a:pt x="2936523" y="297415"/>
                  </a:lnTo>
                  <a:lnTo>
                    <a:pt x="2864901" y="291175"/>
                  </a:lnTo>
                  <a:lnTo>
                    <a:pt x="2793278" y="284889"/>
                  </a:lnTo>
                  <a:lnTo>
                    <a:pt x="2721655" y="278557"/>
                  </a:lnTo>
                  <a:lnTo>
                    <a:pt x="2650033" y="272178"/>
                  </a:lnTo>
                  <a:lnTo>
                    <a:pt x="2578410" y="265751"/>
                  </a:lnTo>
                  <a:lnTo>
                    <a:pt x="2506788" y="259278"/>
                  </a:lnTo>
                  <a:lnTo>
                    <a:pt x="2435165" y="252757"/>
                  </a:lnTo>
                  <a:lnTo>
                    <a:pt x="2363543" y="246188"/>
                  </a:lnTo>
                  <a:lnTo>
                    <a:pt x="2291920" y="239570"/>
                  </a:lnTo>
                  <a:lnTo>
                    <a:pt x="2220298" y="232904"/>
                  </a:lnTo>
                  <a:lnTo>
                    <a:pt x="2148675" y="226189"/>
                  </a:lnTo>
                  <a:lnTo>
                    <a:pt x="2077053" y="219424"/>
                  </a:lnTo>
                  <a:lnTo>
                    <a:pt x="2005430" y="212609"/>
                  </a:lnTo>
                  <a:lnTo>
                    <a:pt x="1933808" y="205745"/>
                  </a:lnTo>
                  <a:lnTo>
                    <a:pt x="1862185" y="198829"/>
                  </a:lnTo>
                  <a:lnTo>
                    <a:pt x="1790563" y="191863"/>
                  </a:lnTo>
                  <a:lnTo>
                    <a:pt x="1718940" y="184845"/>
                  </a:lnTo>
                  <a:lnTo>
                    <a:pt x="1647318" y="177776"/>
                  </a:lnTo>
                  <a:lnTo>
                    <a:pt x="1575695" y="170654"/>
                  </a:lnTo>
                  <a:lnTo>
                    <a:pt x="1504073" y="163480"/>
                  </a:lnTo>
                  <a:lnTo>
                    <a:pt x="1432450" y="156254"/>
                  </a:lnTo>
                  <a:lnTo>
                    <a:pt x="1360827" y="148974"/>
                  </a:lnTo>
                  <a:lnTo>
                    <a:pt x="1289205" y="141640"/>
                  </a:lnTo>
                  <a:lnTo>
                    <a:pt x="1217582" y="134252"/>
                  </a:lnTo>
                  <a:lnTo>
                    <a:pt x="1145960" y="126810"/>
                  </a:lnTo>
                  <a:lnTo>
                    <a:pt x="1074337" y="119313"/>
                  </a:lnTo>
                  <a:lnTo>
                    <a:pt x="1002715" y="111761"/>
                  </a:lnTo>
                  <a:lnTo>
                    <a:pt x="931092" y="104154"/>
                  </a:lnTo>
                  <a:lnTo>
                    <a:pt x="859470" y="96490"/>
                  </a:lnTo>
                  <a:lnTo>
                    <a:pt x="787847" y="88770"/>
                  </a:lnTo>
                  <a:lnTo>
                    <a:pt x="716225" y="80992"/>
                  </a:lnTo>
                  <a:lnTo>
                    <a:pt x="644602" y="73158"/>
                  </a:lnTo>
                  <a:lnTo>
                    <a:pt x="572980" y="65266"/>
                  </a:lnTo>
                  <a:lnTo>
                    <a:pt x="501357" y="57316"/>
                  </a:lnTo>
                  <a:lnTo>
                    <a:pt x="429735" y="49307"/>
                  </a:lnTo>
                  <a:lnTo>
                    <a:pt x="358112" y="41239"/>
                  </a:lnTo>
                  <a:lnTo>
                    <a:pt x="286490" y="33112"/>
                  </a:lnTo>
                  <a:lnTo>
                    <a:pt x="214867" y="24925"/>
                  </a:lnTo>
                  <a:lnTo>
                    <a:pt x="143245" y="16677"/>
                  </a:lnTo>
                  <a:lnTo>
                    <a:pt x="71622" y="83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684791"/>
              <a:ext cx="7090630" cy="1574400"/>
            </a:xfrm>
            <a:custGeom>
              <a:avLst/>
              <a:pathLst>
                <a:path w="7090630" h="1574400">
                  <a:moveTo>
                    <a:pt x="0" y="0"/>
                  </a:moveTo>
                  <a:lnTo>
                    <a:pt x="71622" y="34437"/>
                  </a:lnTo>
                  <a:lnTo>
                    <a:pt x="143245" y="68241"/>
                  </a:lnTo>
                  <a:lnTo>
                    <a:pt x="214867" y="101423"/>
                  </a:lnTo>
                  <a:lnTo>
                    <a:pt x="286490" y="133996"/>
                  </a:lnTo>
                  <a:lnTo>
                    <a:pt x="358112" y="165969"/>
                  </a:lnTo>
                  <a:lnTo>
                    <a:pt x="429735" y="197354"/>
                  </a:lnTo>
                  <a:lnTo>
                    <a:pt x="501357" y="228161"/>
                  </a:lnTo>
                  <a:lnTo>
                    <a:pt x="572980" y="258403"/>
                  </a:lnTo>
                  <a:lnTo>
                    <a:pt x="644602" y="288088"/>
                  </a:lnTo>
                  <a:lnTo>
                    <a:pt x="716225" y="317227"/>
                  </a:lnTo>
                  <a:lnTo>
                    <a:pt x="787847" y="345830"/>
                  </a:lnTo>
                  <a:lnTo>
                    <a:pt x="859470" y="373907"/>
                  </a:lnTo>
                  <a:lnTo>
                    <a:pt x="931092" y="401468"/>
                  </a:lnTo>
                  <a:lnTo>
                    <a:pt x="1002715" y="428521"/>
                  </a:lnTo>
                  <a:lnTo>
                    <a:pt x="1074337" y="455078"/>
                  </a:lnTo>
                  <a:lnTo>
                    <a:pt x="1145960" y="481146"/>
                  </a:lnTo>
                  <a:lnTo>
                    <a:pt x="1217582" y="506734"/>
                  </a:lnTo>
                  <a:lnTo>
                    <a:pt x="1289205" y="531852"/>
                  </a:lnTo>
                  <a:lnTo>
                    <a:pt x="1360827" y="556508"/>
                  </a:lnTo>
                  <a:lnTo>
                    <a:pt x="1432450" y="580710"/>
                  </a:lnTo>
                  <a:lnTo>
                    <a:pt x="1504073" y="604467"/>
                  </a:lnTo>
                  <a:lnTo>
                    <a:pt x="1575695" y="627788"/>
                  </a:lnTo>
                  <a:lnTo>
                    <a:pt x="1647318" y="650679"/>
                  </a:lnTo>
                  <a:lnTo>
                    <a:pt x="1718940" y="673150"/>
                  </a:lnTo>
                  <a:lnTo>
                    <a:pt x="1790563" y="695207"/>
                  </a:lnTo>
                  <a:lnTo>
                    <a:pt x="1862185" y="716858"/>
                  </a:lnTo>
                  <a:lnTo>
                    <a:pt x="1933808" y="738112"/>
                  </a:lnTo>
                  <a:lnTo>
                    <a:pt x="2005430" y="758974"/>
                  </a:lnTo>
                  <a:lnTo>
                    <a:pt x="2077053" y="779453"/>
                  </a:lnTo>
                  <a:lnTo>
                    <a:pt x="2148675" y="799555"/>
                  </a:lnTo>
                  <a:lnTo>
                    <a:pt x="2220298" y="819287"/>
                  </a:lnTo>
                  <a:lnTo>
                    <a:pt x="2291920" y="838657"/>
                  </a:lnTo>
                  <a:lnTo>
                    <a:pt x="2363543" y="857670"/>
                  </a:lnTo>
                  <a:lnTo>
                    <a:pt x="2435165" y="876333"/>
                  </a:lnTo>
                  <a:lnTo>
                    <a:pt x="2506788" y="894654"/>
                  </a:lnTo>
                  <a:lnTo>
                    <a:pt x="2578410" y="912637"/>
                  </a:lnTo>
                  <a:lnTo>
                    <a:pt x="2650033" y="930290"/>
                  </a:lnTo>
                  <a:lnTo>
                    <a:pt x="2721655" y="947618"/>
                  </a:lnTo>
                  <a:lnTo>
                    <a:pt x="2793278" y="964627"/>
                  </a:lnTo>
                  <a:lnTo>
                    <a:pt x="2864901" y="981323"/>
                  </a:lnTo>
                  <a:lnTo>
                    <a:pt x="2936523" y="997713"/>
                  </a:lnTo>
                  <a:lnTo>
                    <a:pt x="3008146" y="1013801"/>
                  </a:lnTo>
                  <a:lnTo>
                    <a:pt x="3079768" y="1029593"/>
                  </a:lnTo>
                  <a:lnTo>
                    <a:pt x="3151391" y="1045094"/>
                  </a:lnTo>
                  <a:lnTo>
                    <a:pt x="3223013" y="1060311"/>
                  </a:lnTo>
                  <a:lnTo>
                    <a:pt x="3294636" y="1075248"/>
                  </a:lnTo>
                  <a:lnTo>
                    <a:pt x="3366258" y="1089910"/>
                  </a:lnTo>
                  <a:lnTo>
                    <a:pt x="3437881" y="1104302"/>
                  </a:lnTo>
                  <a:lnTo>
                    <a:pt x="3509503" y="1118429"/>
                  </a:lnTo>
                  <a:lnTo>
                    <a:pt x="3581126" y="1132297"/>
                  </a:lnTo>
                  <a:lnTo>
                    <a:pt x="3652748" y="1145910"/>
                  </a:lnTo>
                  <a:lnTo>
                    <a:pt x="3724371" y="1159272"/>
                  </a:lnTo>
                  <a:lnTo>
                    <a:pt x="3795993" y="1172389"/>
                  </a:lnTo>
                  <a:lnTo>
                    <a:pt x="3867616" y="1185264"/>
                  </a:lnTo>
                  <a:lnTo>
                    <a:pt x="3939238" y="1197903"/>
                  </a:lnTo>
                  <a:lnTo>
                    <a:pt x="4010861" y="1210309"/>
                  </a:lnTo>
                  <a:lnTo>
                    <a:pt x="4082483" y="1222487"/>
                  </a:lnTo>
                  <a:lnTo>
                    <a:pt x="4154106" y="1234441"/>
                  </a:lnTo>
                  <a:lnTo>
                    <a:pt x="4225729" y="1246175"/>
                  </a:lnTo>
                  <a:lnTo>
                    <a:pt x="4297351" y="1257693"/>
                  </a:lnTo>
                  <a:lnTo>
                    <a:pt x="4368974" y="1269000"/>
                  </a:lnTo>
                  <a:lnTo>
                    <a:pt x="4440596" y="1280098"/>
                  </a:lnTo>
                  <a:lnTo>
                    <a:pt x="4512219" y="1290993"/>
                  </a:lnTo>
                  <a:lnTo>
                    <a:pt x="4583841" y="1301687"/>
                  </a:lnTo>
                  <a:lnTo>
                    <a:pt x="4655464" y="1312184"/>
                  </a:lnTo>
                  <a:lnTo>
                    <a:pt x="4727086" y="1322489"/>
                  </a:lnTo>
                  <a:lnTo>
                    <a:pt x="4798709" y="1332603"/>
                  </a:lnTo>
                  <a:lnTo>
                    <a:pt x="4870331" y="1342532"/>
                  </a:lnTo>
                  <a:lnTo>
                    <a:pt x="4941954" y="1352278"/>
                  </a:lnTo>
                  <a:lnTo>
                    <a:pt x="5013576" y="1361845"/>
                  </a:lnTo>
                  <a:lnTo>
                    <a:pt x="5085199" y="1371236"/>
                  </a:lnTo>
                  <a:lnTo>
                    <a:pt x="5156821" y="1380455"/>
                  </a:lnTo>
                  <a:lnTo>
                    <a:pt x="5228444" y="1389503"/>
                  </a:lnTo>
                  <a:lnTo>
                    <a:pt x="5300066" y="1398386"/>
                  </a:lnTo>
                  <a:lnTo>
                    <a:pt x="5371689" y="1407105"/>
                  </a:lnTo>
                  <a:lnTo>
                    <a:pt x="5443311" y="1415663"/>
                  </a:lnTo>
                  <a:lnTo>
                    <a:pt x="5514934" y="1424064"/>
                  </a:lnTo>
                  <a:lnTo>
                    <a:pt x="5586557" y="1432311"/>
                  </a:lnTo>
                  <a:lnTo>
                    <a:pt x="5658179" y="1440406"/>
                  </a:lnTo>
                  <a:lnTo>
                    <a:pt x="5729802" y="1448352"/>
                  </a:lnTo>
                  <a:lnTo>
                    <a:pt x="5801424" y="1456152"/>
                  </a:lnTo>
                  <a:lnTo>
                    <a:pt x="5873047" y="1463809"/>
                  </a:lnTo>
                  <a:lnTo>
                    <a:pt x="5944669" y="1471324"/>
                  </a:lnTo>
                  <a:lnTo>
                    <a:pt x="6016292" y="1478702"/>
                  </a:lnTo>
                  <a:lnTo>
                    <a:pt x="6087914" y="1485944"/>
                  </a:lnTo>
                  <a:lnTo>
                    <a:pt x="6159537" y="1493052"/>
                  </a:lnTo>
                  <a:lnTo>
                    <a:pt x="6231159" y="1500030"/>
                  </a:lnTo>
                  <a:lnTo>
                    <a:pt x="6302782" y="1506880"/>
                  </a:lnTo>
                  <a:lnTo>
                    <a:pt x="6374404" y="1513603"/>
                  </a:lnTo>
                  <a:lnTo>
                    <a:pt x="6446027" y="1520203"/>
                  </a:lnTo>
                  <a:lnTo>
                    <a:pt x="6517649" y="1526682"/>
                  </a:lnTo>
                  <a:lnTo>
                    <a:pt x="6589272" y="1533041"/>
                  </a:lnTo>
                  <a:lnTo>
                    <a:pt x="6660894" y="1539283"/>
                  </a:lnTo>
                  <a:lnTo>
                    <a:pt x="6732517" y="1545411"/>
                  </a:lnTo>
                  <a:lnTo>
                    <a:pt x="6804139" y="1551426"/>
                  </a:lnTo>
                  <a:lnTo>
                    <a:pt x="6875762" y="1557330"/>
                  </a:lnTo>
                  <a:lnTo>
                    <a:pt x="6947385" y="1563126"/>
                  </a:lnTo>
                  <a:lnTo>
                    <a:pt x="7019007" y="1568815"/>
                  </a:lnTo>
                  <a:lnTo>
                    <a:pt x="7090630" y="157440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1.27 (1.10-1.48), p_Bonf = 0.007 (n = 6)  |  per IQR decline (Δ = 25.8 %): 1.87 (1.28-2.74)  |  IQR: [-10.7, 15.1]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2026-10-08T10:07:46Z</dcterms:modified>
  <cp:category/>
</cp:coreProperties>
</file>