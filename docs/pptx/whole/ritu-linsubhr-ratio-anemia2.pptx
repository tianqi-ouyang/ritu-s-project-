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474897"/>
              <a:ext cx="7090630" cy="2923021"/>
            </a:xfrm>
            <a:custGeom>
              <a:avLst/>
              <a:pathLst>
                <a:path w="7090630" h="2923021">
                  <a:moveTo>
                    <a:pt x="0" y="0"/>
                  </a:moveTo>
                  <a:lnTo>
                    <a:pt x="71622" y="90869"/>
                  </a:lnTo>
                  <a:lnTo>
                    <a:pt x="143245" y="179060"/>
                  </a:lnTo>
                  <a:lnTo>
                    <a:pt x="214867" y="264650"/>
                  </a:lnTo>
                  <a:lnTo>
                    <a:pt x="286490" y="347718"/>
                  </a:lnTo>
                  <a:lnTo>
                    <a:pt x="358112" y="428336"/>
                  </a:lnTo>
                  <a:lnTo>
                    <a:pt x="429735" y="506578"/>
                  </a:lnTo>
                  <a:lnTo>
                    <a:pt x="501357" y="582513"/>
                  </a:lnTo>
                  <a:lnTo>
                    <a:pt x="572980" y="656210"/>
                  </a:lnTo>
                  <a:lnTo>
                    <a:pt x="644602" y="727734"/>
                  </a:lnTo>
                  <a:lnTo>
                    <a:pt x="716225" y="797150"/>
                  </a:lnTo>
                  <a:lnTo>
                    <a:pt x="787847" y="864519"/>
                  </a:lnTo>
                  <a:lnTo>
                    <a:pt x="859470" y="929902"/>
                  </a:lnTo>
                  <a:lnTo>
                    <a:pt x="931092" y="993357"/>
                  </a:lnTo>
                  <a:lnTo>
                    <a:pt x="1002715" y="1054942"/>
                  </a:lnTo>
                  <a:lnTo>
                    <a:pt x="1074337" y="1114711"/>
                  </a:lnTo>
                  <a:lnTo>
                    <a:pt x="1145960" y="1172718"/>
                  </a:lnTo>
                  <a:lnTo>
                    <a:pt x="1217582" y="1229015"/>
                  </a:lnTo>
                  <a:lnTo>
                    <a:pt x="1289205" y="1283653"/>
                  </a:lnTo>
                  <a:lnTo>
                    <a:pt x="1360827" y="1336679"/>
                  </a:lnTo>
                  <a:lnTo>
                    <a:pt x="1432450" y="1388143"/>
                  </a:lnTo>
                  <a:lnTo>
                    <a:pt x="1504073" y="1438089"/>
                  </a:lnTo>
                  <a:lnTo>
                    <a:pt x="1575695" y="1486563"/>
                  </a:lnTo>
                  <a:lnTo>
                    <a:pt x="1647318" y="1533608"/>
                  </a:lnTo>
                  <a:lnTo>
                    <a:pt x="1718940" y="1579265"/>
                  </a:lnTo>
                  <a:lnTo>
                    <a:pt x="1790563" y="1623577"/>
                  </a:lnTo>
                  <a:lnTo>
                    <a:pt x="1862185" y="1666583"/>
                  </a:lnTo>
                  <a:lnTo>
                    <a:pt x="1933808" y="1708320"/>
                  </a:lnTo>
                  <a:lnTo>
                    <a:pt x="2005430" y="1748828"/>
                  </a:lnTo>
                  <a:lnTo>
                    <a:pt x="2077053" y="1788141"/>
                  </a:lnTo>
                  <a:lnTo>
                    <a:pt x="2148675" y="1826295"/>
                  </a:lnTo>
                  <a:lnTo>
                    <a:pt x="2220298" y="1863324"/>
                  </a:lnTo>
                  <a:lnTo>
                    <a:pt x="2291920" y="1899262"/>
                  </a:lnTo>
                  <a:lnTo>
                    <a:pt x="2363543" y="1934140"/>
                  </a:lnTo>
                  <a:lnTo>
                    <a:pt x="2435165" y="1967990"/>
                  </a:lnTo>
                  <a:lnTo>
                    <a:pt x="2506788" y="2000842"/>
                  </a:lnTo>
                  <a:lnTo>
                    <a:pt x="2578410" y="2032725"/>
                  </a:lnTo>
                  <a:lnTo>
                    <a:pt x="2650033" y="2063669"/>
                  </a:lnTo>
                  <a:lnTo>
                    <a:pt x="2721655" y="2093700"/>
                  </a:lnTo>
                  <a:lnTo>
                    <a:pt x="2793278" y="2122846"/>
                  </a:lnTo>
                  <a:lnTo>
                    <a:pt x="2864901" y="2151133"/>
                  </a:lnTo>
                  <a:lnTo>
                    <a:pt x="2936523" y="2178586"/>
                  </a:lnTo>
                  <a:lnTo>
                    <a:pt x="3008146" y="2205230"/>
                  </a:lnTo>
                  <a:lnTo>
                    <a:pt x="3079768" y="2231088"/>
                  </a:lnTo>
                  <a:lnTo>
                    <a:pt x="3151391" y="2253700"/>
                  </a:lnTo>
                  <a:lnTo>
                    <a:pt x="3223013" y="2259770"/>
                  </a:lnTo>
                  <a:lnTo>
                    <a:pt x="3294636" y="2265796"/>
                  </a:lnTo>
                  <a:lnTo>
                    <a:pt x="3366258" y="2271777"/>
                  </a:lnTo>
                  <a:lnTo>
                    <a:pt x="3437881" y="2277715"/>
                  </a:lnTo>
                  <a:lnTo>
                    <a:pt x="3509503" y="2283610"/>
                  </a:lnTo>
                  <a:lnTo>
                    <a:pt x="3581126" y="2289461"/>
                  </a:lnTo>
                  <a:lnTo>
                    <a:pt x="3652748" y="2295269"/>
                  </a:lnTo>
                  <a:lnTo>
                    <a:pt x="3724371" y="2301035"/>
                  </a:lnTo>
                  <a:lnTo>
                    <a:pt x="3795993" y="2306759"/>
                  </a:lnTo>
                  <a:lnTo>
                    <a:pt x="3867616" y="2312440"/>
                  </a:lnTo>
                  <a:lnTo>
                    <a:pt x="3939238" y="2318080"/>
                  </a:lnTo>
                  <a:lnTo>
                    <a:pt x="4010861" y="2323679"/>
                  </a:lnTo>
                  <a:lnTo>
                    <a:pt x="4082483" y="2329237"/>
                  </a:lnTo>
                  <a:lnTo>
                    <a:pt x="4154106" y="2334754"/>
                  </a:lnTo>
                  <a:lnTo>
                    <a:pt x="4225729" y="2340230"/>
                  </a:lnTo>
                  <a:lnTo>
                    <a:pt x="4297351" y="2345667"/>
                  </a:lnTo>
                  <a:lnTo>
                    <a:pt x="4368974" y="2351063"/>
                  </a:lnTo>
                  <a:lnTo>
                    <a:pt x="4440596" y="2356421"/>
                  </a:lnTo>
                  <a:lnTo>
                    <a:pt x="4512219" y="2361738"/>
                  </a:lnTo>
                  <a:lnTo>
                    <a:pt x="4583841" y="2367017"/>
                  </a:lnTo>
                  <a:lnTo>
                    <a:pt x="4655464" y="2372258"/>
                  </a:lnTo>
                  <a:lnTo>
                    <a:pt x="4727086" y="2377459"/>
                  </a:lnTo>
                  <a:lnTo>
                    <a:pt x="4798709" y="2382623"/>
                  </a:lnTo>
                  <a:lnTo>
                    <a:pt x="4870331" y="2387749"/>
                  </a:lnTo>
                  <a:lnTo>
                    <a:pt x="4941954" y="2392837"/>
                  </a:lnTo>
                  <a:lnTo>
                    <a:pt x="5013576" y="2397888"/>
                  </a:lnTo>
                  <a:lnTo>
                    <a:pt x="5085199" y="2402903"/>
                  </a:lnTo>
                  <a:lnTo>
                    <a:pt x="5156821" y="2407880"/>
                  </a:lnTo>
                  <a:lnTo>
                    <a:pt x="5228444" y="2412821"/>
                  </a:lnTo>
                  <a:lnTo>
                    <a:pt x="5300066" y="2417725"/>
                  </a:lnTo>
                  <a:lnTo>
                    <a:pt x="5371689" y="2422594"/>
                  </a:lnTo>
                  <a:lnTo>
                    <a:pt x="5443311" y="2427427"/>
                  </a:lnTo>
                  <a:lnTo>
                    <a:pt x="5514934" y="2432225"/>
                  </a:lnTo>
                  <a:lnTo>
                    <a:pt x="5586557" y="2436987"/>
                  </a:lnTo>
                  <a:lnTo>
                    <a:pt x="5658179" y="2441715"/>
                  </a:lnTo>
                  <a:lnTo>
                    <a:pt x="5729802" y="2446408"/>
                  </a:lnTo>
                  <a:lnTo>
                    <a:pt x="5801424" y="2451067"/>
                  </a:lnTo>
                  <a:lnTo>
                    <a:pt x="5873047" y="2455691"/>
                  </a:lnTo>
                  <a:lnTo>
                    <a:pt x="5944669" y="2460282"/>
                  </a:lnTo>
                  <a:lnTo>
                    <a:pt x="6016292" y="2464839"/>
                  </a:lnTo>
                  <a:lnTo>
                    <a:pt x="6087914" y="2469363"/>
                  </a:lnTo>
                  <a:lnTo>
                    <a:pt x="6159537" y="2473853"/>
                  </a:lnTo>
                  <a:lnTo>
                    <a:pt x="6231159" y="2478311"/>
                  </a:lnTo>
                  <a:lnTo>
                    <a:pt x="6302782" y="2482736"/>
                  </a:lnTo>
                  <a:lnTo>
                    <a:pt x="6374404" y="2487128"/>
                  </a:lnTo>
                  <a:lnTo>
                    <a:pt x="6446027" y="2491488"/>
                  </a:lnTo>
                  <a:lnTo>
                    <a:pt x="6517649" y="2495817"/>
                  </a:lnTo>
                  <a:lnTo>
                    <a:pt x="6589272" y="2500114"/>
                  </a:lnTo>
                  <a:lnTo>
                    <a:pt x="6660894" y="2504379"/>
                  </a:lnTo>
                  <a:lnTo>
                    <a:pt x="6732517" y="2508613"/>
                  </a:lnTo>
                  <a:lnTo>
                    <a:pt x="6804139" y="2512816"/>
                  </a:lnTo>
                  <a:lnTo>
                    <a:pt x="6875762" y="2516988"/>
                  </a:lnTo>
                  <a:lnTo>
                    <a:pt x="6947385" y="2521129"/>
                  </a:lnTo>
                  <a:lnTo>
                    <a:pt x="7019007" y="2525241"/>
                  </a:lnTo>
                  <a:lnTo>
                    <a:pt x="7090630" y="2529322"/>
                  </a:lnTo>
                  <a:lnTo>
                    <a:pt x="7090630" y="2923021"/>
                  </a:lnTo>
                  <a:lnTo>
                    <a:pt x="7019007" y="2918181"/>
                  </a:lnTo>
                  <a:lnTo>
                    <a:pt x="6947385" y="2913194"/>
                  </a:lnTo>
                  <a:lnTo>
                    <a:pt x="6875762" y="2908056"/>
                  </a:lnTo>
                  <a:lnTo>
                    <a:pt x="6804139" y="2902761"/>
                  </a:lnTo>
                  <a:lnTo>
                    <a:pt x="6732517" y="2897306"/>
                  </a:lnTo>
                  <a:lnTo>
                    <a:pt x="6660894" y="2891685"/>
                  </a:lnTo>
                  <a:lnTo>
                    <a:pt x="6589272" y="2885893"/>
                  </a:lnTo>
                  <a:lnTo>
                    <a:pt x="6517649" y="2879926"/>
                  </a:lnTo>
                  <a:lnTo>
                    <a:pt x="6446027" y="2873777"/>
                  </a:lnTo>
                  <a:lnTo>
                    <a:pt x="6374404" y="2867441"/>
                  </a:lnTo>
                  <a:lnTo>
                    <a:pt x="6302782" y="2860913"/>
                  </a:lnTo>
                  <a:lnTo>
                    <a:pt x="6231159" y="2854186"/>
                  </a:lnTo>
                  <a:lnTo>
                    <a:pt x="6159537" y="2847255"/>
                  </a:lnTo>
                  <a:lnTo>
                    <a:pt x="6087914" y="2840114"/>
                  </a:lnTo>
                  <a:lnTo>
                    <a:pt x="6016292" y="2832756"/>
                  </a:lnTo>
                  <a:lnTo>
                    <a:pt x="5944669" y="2825174"/>
                  </a:lnTo>
                  <a:lnTo>
                    <a:pt x="5873047" y="2817362"/>
                  </a:lnTo>
                  <a:lnTo>
                    <a:pt x="5801424" y="2809313"/>
                  </a:lnTo>
                  <a:lnTo>
                    <a:pt x="5729802" y="2801019"/>
                  </a:lnTo>
                  <a:lnTo>
                    <a:pt x="5658179" y="2792473"/>
                  </a:lnTo>
                  <a:lnTo>
                    <a:pt x="5586557" y="2783668"/>
                  </a:lnTo>
                  <a:lnTo>
                    <a:pt x="5514934" y="2774595"/>
                  </a:lnTo>
                  <a:lnTo>
                    <a:pt x="5443311" y="2765246"/>
                  </a:lnTo>
                  <a:lnTo>
                    <a:pt x="5371689" y="2755614"/>
                  </a:lnTo>
                  <a:lnTo>
                    <a:pt x="5300066" y="2745689"/>
                  </a:lnTo>
                  <a:lnTo>
                    <a:pt x="5228444" y="2735462"/>
                  </a:lnTo>
                  <a:lnTo>
                    <a:pt x="5156821" y="2724925"/>
                  </a:lnTo>
                  <a:lnTo>
                    <a:pt x="5085199" y="2714068"/>
                  </a:lnTo>
                  <a:lnTo>
                    <a:pt x="5013576" y="2702881"/>
                  </a:lnTo>
                  <a:lnTo>
                    <a:pt x="4941954" y="2691354"/>
                  </a:lnTo>
                  <a:lnTo>
                    <a:pt x="4870331" y="2679477"/>
                  </a:lnTo>
                  <a:lnTo>
                    <a:pt x="4798709" y="2667239"/>
                  </a:lnTo>
                  <a:lnTo>
                    <a:pt x="4727086" y="2654630"/>
                  </a:lnTo>
                  <a:lnTo>
                    <a:pt x="4655464" y="2641637"/>
                  </a:lnTo>
                  <a:lnTo>
                    <a:pt x="4583841" y="2628250"/>
                  </a:lnTo>
                  <a:lnTo>
                    <a:pt x="4512219" y="2614456"/>
                  </a:lnTo>
                  <a:lnTo>
                    <a:pt x="4440596" y="2600243"/>
                  </a:lnTo>
                  <a:lnTo>
                    <a:pt x="4368974" y="2585599"/>
                  </a:lnTo>
                  <a:lnTo>
                    <a:pt x="4297351" y="2570509"/>
                  </a:lnTo>
                  <a:lnTo>
                    <a:pt x="4225729" y="2554962"/>
                  </a:lnTo>
                  <a:lnTo>
                    <a:pt x="4154106" y="2538942"/>
                  </a:lnTo>
                  <a:lnTo>
                    <a:pt x="4082483" y="2522435"/>
                  </a:lnTo>
                  <a:lnTo>
                    <a:pt x="4010861" y="2505427"/>
                  </a:lnTo>
                  <a:lnTo>
                    <a:pt x="3939238" y="2487902"/>
                  </a:lnTo>
                  <a:lnTo>
                    <a:pt x="3867616" y="2469845"/>
                  </a:lnTo>
                  <a:lnTo>
                    <a:pt x="3795993" y="2451240"/>
                  </a:lnTo>
                  <a:lnTo>
                    <a:pt x="3724371" y="2432069"/>
                  </a:lnTo>
                  <a:lnTo>
                    <a:pt x="3652748" y="2412316"/>
                  </a:lnTo>
                  <a:lnTo>
                    <a:pt x="3581126" y="2391963"/>
                  </a:lnTo>
                  <a:lnTo>
                    <a:pt x="3509503" y="2370991"/>
                  </a:lnTo>
                  <a:lnTo>
                    <a:pt x="3437881" y="2349383"/>
                  </a:lnTo>
                  <a:lnTo>
                    <a:pt x="3366258" y="2327118"/>
                  </a:lnTo>
                  <a:lnTo>
                    <a:pt x="3294636" y="2304177"/>
                  </a:lnTo>
                  <a:lnTo>
                    <a:pt x="3223013" y="2280539"/>
                  </a:lnTo>
                  <a:lnTo>
                    <a:pt x="3151391" y="2256183"/>
                  </a:lnTo>
                  <a:lnTo>
                    <a:pt x="3079768" y="2247584"/>
                  </a:lnTo>
                  <a:lnTo>
                    <a:pt x="3008146" y="2241424"/>
                  </a:lnTo>
                  <a:lnTo>
                    <a:pt x="2936523" y="2235218"/>
                  </a:lnTo>
                  <a:lnTo>
                    <a:pt x="2864901" y="2228967"/>
                  </a:lnTo>
                  <a:lnTo>
                    <a:pt x="2793278" y="2222669"/>
                  </a:lnTo>
                  <a:lnTo>
                    <a:pt x="2721655" y="2216325"/>
                  </a:lnTo>
                  <a:lnTo>
                    <a:pt x="2650033" y="2209934"/>
                  </a:lnTo>
                  <a:lnTo>
                    <a:pt x="2578410" y="2203496"/>
                  </a:lnTo>
                  <a:lnTo>
                    <a:pt x="2506788" y="2197011"/>
                  </a:lnTo>
                  <a:lnTo>
                    <a:pt x="2435165" y="2190477"/>
                  </a:lnTo>
                  <a:lnTo>
                    <a:pt x="2363543" y="2183895"/>
                  </a:lnTo>
                  <a:lnTo>
                    <a:pt x="2291920" y="2177265"/>
                  </a:lnTo>
                  <a:lnTo>
                    <a:pt x="2220298" y="2170586"/>
                  </a:lnTo>
                  <a:lnTo>
                    <a:pt x="2148675" y="2163857"/>
                  </a:lnTo>
                  <a:lnTo>
                    <a:pt x="2077053" y="2157079"/>
                  </a:lnTo>
                  <a:lnTo>
                    <a:pt x="2005430" y="2150251"/>
                  </a:lnTo>
                  <a:lnTo>
                    <a:pt x="1933808" y="2143373"/>
                  </a:lnTo>
                  <a:lnTo>
                    <a:pt x="1862185" y="2136443"/>
                  </a:lnTo>
                  <a:lnTo>
                    <a:pt x="1790563" y="2129463"/>
                  </a:lnTo>
                  <a:lnTo>
                    <a:pt x="1718940" y="2122431"/>
                  </a:lnTo>
                  <a:lnTo>
                    <a:pt x="1647318" y="2115347"/>
                  </a:lnTo>
                  <a:lnTo>
                    <a:pt x="1575695" y="2108211"/>
                  </a:lnTo>
                  <a:lnTo>
                    <a:pt x="1504073" y="2101022"/>
                  </a:lnTo>
                  <a:lnTo>
                    <a:pt x="1432450" y="2093780"/>
                  </a:lnTo>
                  <a:lnTo>
                    <a:pt x="1360827" y="2086485"/>
                  </a:lnTo>
                  <a:lnTo>
                    <a:pt x="1289205" y="2079136"/>
                  </a:lnTo>
                  <a:lnTo>
                    <a:pt x="1217582" y="2071733"/>
                  </a:lnTo>
                  <a:lnTo>
                    <a:pt x="1145960" y="2064275"/>
                  </a:lnTo>
                  <a:lnTo>
                    <a:pt x="1074337" y="2056762"/>
                  </a:lnTo>
                  <a:lnTo>
                    <a:pt x="1002715" y="2049193"/>
                  </a:lnTo>
                  <a:lnTo>
                    <a:pt x="931092" y="2041569"/>
                  </a:lnTo>
                  <a:lnTo>
                    <a:pt x="859470" y="2033888"/>
                  </a:lnTo>
                  <a:lnTo>
                    <a:pt x="787847" y="2026151"/>
                  </a:lnTo>
                  <a:lnTo>
                    <a:pt x="716225" y="2018357"/>
                  </a:lnTo>
                  <a:lnTo>
                    <a:pt x="644602" y="2010505"/>
                  </a:lnTo>
                  <a:lnTo>
                    <a:pt x="572980" y="2002595"/>
                  </a:lnTo>
                  <a:lnTo>
                    <a:pt x="501357" y="1994627"/>
                  </a:lnTo>
                  <a:lnTo>
                    <a:pt x="429735" y="1986600"/>
                  </a:lnTo>
                  <a:lnTo>
                    <a:pt x="358112" y="1978514"/>
                  </a:lnTo>
                  <a:lnTo>
                    <a:pt x="286490" y="1970368"/>
                  </a:lnTo>
                  <a:lnTo>
                    <a:pt x="214867" y="1962162"/>
                  </a:lnTo>
                  <a:lnTo>
                    <a:pt x="143245" y="1953895"/>
                  </a:lnTo>
                  <a:lnTo>
                    <a:pt x="71622" y="1945568"/>
                  </a:lnTo>
                  <a:lnTo>
                    <a:pt x="0" y="193717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474897"/>
              <a:ext cx="7090630" cy="2529322"/>
            </a:xfrm>
            <a:custGeom>
              <a:avLst/>
              <a:pathLst>
                <a:path w="7090630" h="2529322">
                  <a:moveTo>
                    <a:pt x="0" y="0"/>
                  </a:moveTo>
                  <a:lnTo>
                    <a:pt x="71622" y="90869"/>
                  </a:lnTo>
                  <a:lnTo>
                    <a:pt x="143245" y="179060"/>
                  </a:lnTo>
                  <a:lnTo>
                    <a:pt x="214867" y="264650"/>
                  </a:lnTo>
                  <a:lnTo>
                    <a:pt x="286490" y="347718"/>
                  </a:lnTo>
                  <a:lnTo>
                    <a:pt x="358112" y="428336"/>
                  </a:lnTo>
                  <a:lnTo>
                    <a:pt x="429735" y="506578"/>
                  </a:lnTo>
                  <a:lnTo>
                    <a:pt x="501357" y="582513"/>
                  </a:lnTo>
                  <a:lnTo>
                    <a:pt x="572980" y="656210"/>
                  </a:lnTo>
                  <a:lnTo>
                    <a:pt x="644602" y="727734"/>
                  </a:lnTo>
                  <a:lnTo>
                    <a:pt x="716225" y="797150"/>
                  </a:lnTo>
                  <a:lnTo>
                    <a:pt x="787847" y="864519"/>
                  </a:lnTo>
                  <a:lnTo>
                    <a:pt x="859470" y="929902"/>
                  </a:lnTo>
                  <a:lnTo>
                    <a:pt x="931092" y="993357"/>
                  </a:lnTo>
                  <a:lnTo>
                    <a:pt x="1002715" y="1054942"/>
                  </a:lnTo>
                  <a:lnTo>
                    <a:pt x="1074337" y="1114711"/>
                  </a:lnTo>
                  <a:lnTo>
                    <a:pt x="1145960" y="1172718"/>
                  </a:lnTo>
                  <a:lnTo>
                    <a:pt x="1217582" y="1229015"/>
                  </a:lnTo>
                  <a:lnTo>
                    <a:pt x="1289205" y="1283653"/>
                  </a:lnTo>
                  <a:lnTo>
                    <a:pt x="1360827" y="1336679"/>
                  </a:lnTo>
                  <a:lnTo>
                    <a:pt x="1432450" y="1388143"/>
                  </a:lnTo>
                  <a:lnTo>
                    <a:pt x="1504073" y="1438089"/>
                  </a:lnTo>
                  <a:lnTo>
                    <a:pt x="1575695" y="1486563"/>
                  </a:lnTo>
                  <a:lnTo>
                    <a:pt x="1647318" y="1533608"/>
                  </a:lnTo>
                  <a:lnTo>
                    <a:pt x="1718940" y="1579265"/>
                  </a:lnTo>
                  <a:lnTo>
                    <a:pt x="1790563" y="1623577"/>
                  </a:lnTo>
                  <a:lnTo>
                    <a:pt x="1862185" y="1666583"/>
                  </a:lnTo>
                  <a:lnTo>
                    <a:pt x="1933808" y="1708320"/>
                  </a:lnTo>
                  <a:lnTo>
                    <a:pt x="2005430" y="1748828"/>
                  </a:lnTo>
                  <a:lnTo>
                    <a:pt x="2077053" y="1788141"/>
                  </a:lnTo>
                  <a:lnTo>
                    <a:pt x="2148675" y="1826295"/>
                  </a:lnTo>
                  <a:lnTo>
                    <a:pt x="2220298" y="1863324"/>
                  </a:lnTo>
                  <a:lnTo>
                    <a:pt x="2291920" y="1899262"/>
                  </a:lnTo>
                  <a:lnTo>
                    <a:pt x="2363543" y="1934140"/>
                  </a:lnTo>
                  <a:lnTo>
                    <a:pt x="2435165" y="1967990"/>
                  </a:lnTo>
                  <a:lnTo>
                    <a:pt x="2506788" y="2000842"/>
                  </a:lnTo>
                  <a:lnTo>
                    <a:pt x="2578410" y="2032725"/>
                  </a:lnTo>
                  <a:lnTo>
                    <a:pt x="2650033" y="2063669"/>
                  </a:lnTo>
                  <a:lnTo>
                    <a:pt x="2721655" y="2093700"/>
                  </a:lnTo>
                  <a:lnTo>
                    <a:pt x="2793278" y="2122846"/>
                  </a:lnTo>
                  <a:lnTo>
                    <a:pt x="2864901" y="2151133"/>
                  </a:lnTo>
                  <a:lnTo>
                    <a:pt x="2936523" y="2178586"/>
                  </a:lnTo>
                  <a:lnTo>
                    <a:pt x="3008146" y="2205230"/>
                  </a:lnTo>
                  <a:lnTo>
                    <a:pt x="3079768" y="2231088"/>
                  </a:lnTo>
                  <a:lnTo>
                    <a:pt x="3151391" y="2253700"/>
                  </a:lnTo>
                  <a:lnTo>
                    <a:pt x="3223013" y="2259770"/>
                  </a:lnTo>
                  <a:lnTo>
                    <a:pt x="3294636" y="2265796"/>
                  </a:lnTo>
                  <a:lnTo>
                    <a:pt x="3366258" y="2271777"/>
                  </a:lnTo>
                  <a:lnTo>
                    <a:pt x="3437881" y="2277715"/>
                  </a:lnTo>
                  <a:lnTo>
                    <a:pt x="3509503" y="2283610"/>
                  </a:lnTo>
                  <a:lnTo>
                    <a:pt x="3581126" y="2289461"/>
                  </a:lnTo>
                  <a:lnTo>
                    <a:pt x="3652748" y="2295269"/>
                  </a:lnTo>
                  <a:lnTo>
                    <a:pt x="3724371" y="2301035"/>
                  </a:lnTo>
                  <a:lnTo>
                    <a:pt x="3795993" y="2306759"/>
                  </a:lnTo>
                  <a:lnTo>
                    <a:pt x="3867616" y="2312440"/>
                  </a:lnTo>
                  <a:lnTo>
                    <a:pt x="3939238" y="2318080"/>
                  </a:lnTo>
                  <a:lnTo>
                    <a:pt x="4010861" y="2323679"/>
                  </a:lnTo>
                  <a:lnTo>
                    <a:pt x="4082483" y="2329237"/>
                  </a:lnTo>
                  <a:lnTo>
                    <a:pt x="4154106" y="2334754"/>
                  </a:lnTo>
                  <a:lnTo>
                    <a:pt x="4225729" y="2340230"/>
                  </a:lnTo>
                  <a:lnTo>
                    <a:pt x="4297351" y="2345667"/>
                  </a:lnTo>
                  <a:lnTo>
                    <a:pt x="4368974" y="2351063"/>
                  </a:lnTo>
                  <a:lnTo>
                    <a:pt x="4440596" y="2356421"/>
                  </a:lnTo>
                  <a:lnTo>
                    <a:pt x="4512219" y="2361738"/>
                  </a:lnTo>
                  <a:lnTo>
                    <a:pt x="4583841" y="2367017"/>
                  </a:lnTo>
                  <a:lnTo>
                    <a:pt x="4655464" y="2372258"/>
                  </a:lnTo>
                  <a:lnTo>
                    <a:pt x="4727086" y="2377459"/>
                  </a:lnTo>
                  <a:lnTo>
                    <a:pt x="4798709" y="2382623"/>
                  </a:lnTo>
                  <a:lnTo>
                    <a:pt x="4870331" y="2387749"/>
                  </a:lnTo>
                  <a:lnTo>
                    <a:pt x="4941954" y="2392837"/>
                  </a:lnTo>
                  <a:lnTo>
                    <a:pt x="5013576" y="2397888"/>
                  </a:lnTo>
                  <a:lnTo>
                    <a:pt x="5085199" y="2402903"/>
                  </a:lnTo>
                  <a:lnTo>
                    <a:pt x="5156821" y="2407880"/>
                  </a:lnTo>
                  <a:lnTo>
                    <a:pt x="5228444" y="2412821"/>
                  </a:lnTo>
                  <a:lnTo>
                    <a:pt x="5300066" y="2417725"/>
                  </a:lnTo>
                  <a:lnTo>
                    <a:pt x="5371689" y="2422594"/>
                  </a:lnTo>
                  <a:lnTo>
                    <a:pt x="5443311" y="2427427"/>
                  </a:lnTo>
                  <a:lnTo>
                    <a:pt x="5514934" y="2432225"/>
                  </a:lnTo>
                  <a:lnTo>
                    <a:pt x="5586557" y="2436987"/>
                  </a:lnTo>
                  <a:lnTo>
                    <a:pt x="5658179" y="2441715"/>
                  </a:lnTo>
                  <a:lnTo>
                    <a:pt x="5729802" y="2446408"/>
                  </a:lnTo>
                  <a:lnTo>
                    <a:pt x="5801424" y="2451067"/>
                  </a:lnTo>
                  <a:lnTo>
                    <a:pt x="5873047" y="2455691"/>
                  </a:lnTo>
                  <a:lnTo>
                    <a:pt x="5944669" y="2460282"/>
                  </a:lnTo>
                  <a:lnTo>
                    <a:pt x="6016292" y="2464839"/>
                  </a:lnTo>
                  <a:lnTo>
                    <a:pt x="6087914" y="2469363"/>
                  </a:lnTo>
                  <a:lnTo>
                    <a:pt x="6159537" y="2473853"/>
                  </a:lnTo>
                  <a:lnTo>
                    <a:pt x="6231159" y="2478311"/>
                  </a:lnTo>
                  <a:lnTo>
                    <a:pt x="6302782" y="2482736"/>
                  </a:lnTo>
                  <a:lnTo>
                    <a:pt x="6374404" y="2487128"/>
                  </a:lnTo>
                  <a:lnTo>
                    <a:pt x="6446027" y="2491488"/>
                  </a:lnTo>
                  <a:lnTo>
                    <a:pt x="6517649" y="2495817"/>
                  </a:lnTo>
                  <a:lnTo>
                    <a:pt x="6589272" y="2500114"/>
                  </a:lnTo>
                  <a:lnTo>
                    <a:pt x="6660894" y="2504379"/>
                  </a:lnTo>
                  <a:lnTo>
                    <a:pt x="6732517" y="2508613"/>
                  </a:lnTo>
                  <a:lnTo>
                    <a:pt x="6804139" y="2512816"/>
                  </a:lnTo>
                  <a:lnTo>
                    <a:pt x="6875762" y="2516988"/>
                  </a:lnTo>
                  <a:lnTo>
                    <a:pt x="6947385" y="2521129"/>
                  </a:lnTo>
                  <a:lnTo>
                    <a:pt x="7019007" y="2525241"/>
                  </a:lnTo>
                  <a:lnTo>
                    <a:pt x="7090630" y="25293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12076"/>
              <a:ext cx="7090630" cy="985842"/>
            </a:xfrm>
            <a:custGeom>
              <a:avLst/>
              <a:pathLst>
                <a:path w="7090630" h="985842">
                  <a:moveTo>
                    <a:pt x="7090630" y="985842"/>
                  </a:moveTo>
                  <a:lnTo>
                    <a:pt x="7019007" y="981002"/>
                  </a:lnTo>
                  <a:lnTo>
                    <a:pt x="6947385" y="976015"/>
                  </a:lnTo>
                  <a:lnTo>
                    <a:pt x="6875762" y="970877"/>
                  </a:lnTo>
                  <a:lnTo>
                    <a:pt x="6804139" y="965582"/>
                  </a:lnTo>
                  <a:lnTo>
                    <a:pt x="6732517" y="960127"/>
                  </a:lnTo>
                  <a:lnTo>
                    <a:pt x="6660894" y="954506"/>
                  </a:lnTo>
                  <a:lnTo>
                    <a:pt x="6589272" y="948714"/>
                  </a:lnTo>
                  <a:lnTo>
                    <a:pt x="6517649" y="942747"/>
                  </a:lnTo>
                  <a:lnTo>
                    <a:pt x="6446027" y="936598"/>
                  </a:lnTo>
                  <a:lnTo>
                    <a:pt x="6374404" y="930262"/>
                  </a:lnTo>
                  <a:lnTo>
                    <a:pt x="6302782" y="923734"/>
                  </a:lnTo>
                  <a:lnTo>
                    <a:pt x="6231159" y="917007"/>
                  </a:lnTo>
                  <a:lnTo>
                    <a:pt x="6159537" y="910076"/>
                  </a:lnTo>
                  <a:lnTo>
                    <a:pt x="6087914" y="902935"/>
                  </a:lnTo>
                  <a:lnTo>
                    <a:pt x="6016292" y="895577"/>
                  </a:lnTo>
                  <a:lnTo>
                    <a:pt x="5944669" y="887995"/>
                  </a:lnTo>
                  <a:lnTo>
                    <a:pt x="5873047" y="880183"/>
                  </a:lnTo>
                  <a:lnTo>
                    <a:pt x="5801424" y="872134"/>
                  </a:lnTo>
                  <a:lnTo>
                    <a:pt x="5729802" y="863840"/>
                  </a:lnTo>
                  <a:lnTo>
                    <a:pt x="5658179" y="855294"/>
                  </a:lnTo>
                  <a:lnTo>
                    <a:pt x="5586557" y="846489"/>
                  </a:lnTo>
                  <a:lnTo>
                    <a:pt x="5514934" y="837416"/>
                  </a:lnTo>
                  <a:lnTo>
                    <a:pt x="5443311" y="828067"/>
                  </a:lnTo>
                  <a:lnTo>
                    <a:pt x="5371689" y="818435"/>
                  </a:lnTo>
                  <a:lnTo>
                    <a:pt x="5300066" y="808510"/>
                  </a:lnTo>
                  <a:lnTo>
                    <a:pt x="5228444" y="798283"/>
                  </a:lnTo>
                  <a:lnTo>
                    <a:pt x="5156821" y="787746"/>
                  </a:lnTo>
                  <a:lnTo>
                    <a:pt x="5085199" y="776889"/>
                  </a:lnTo>
                  <a:lnTo>
                    <a:pt x="5013576" y="765702"/>
                  </a:lnTo>
                  <a:lnTo>
                    <a:pt x="4941954" y="754175"/>
                  </a:lnTo>
                  <a:lnTo>
                    <a:pt x="4870331" y="742298"/>
                  </a:lnTo>
                  <a:lnTo>
                    <a:pt x="4798709" y="730060"/>
                  </a:lnTo>
                  <a:lnTo>
                    <a:pt x="4727086" y="717451"/>
                  </a:lnTo>
                  <a:lnTo>
                    <a:pt x="4655464" y="704458"/>
                  </a:lnTo>
                  <a:lnTo>
                    <a:pt x="4583841" y="691071"/>
                  </a:lnTo>
                  <a:lnTo>
                    <a:pt x="4512219" y="677277"/>
                  </a:lnTo>
                  <a:lnTo>
                    <a:pt x="4440596" y="663064"/>
                  </a:lnTo>
                  <a:lnTo>
                    <a:pt x="4368974" y="648420"/>
                  </a:lnTo>
                  <a:lnTo>
                    <a:pt x="4297351" y="633330"/>
                  </a:lnTo>
                  <a:lnTo>
                    <a:pt x="4225729" y="617783"/>
                  </a:lnTo>
                  <a:lnTo>
                    <a:pt x="4154106" y="601763"/>
                  </a:lnTo>
                  <a:lnTo>
                    <a:pt x="4082483" y="585256"/>
                  </a:lnTo>
                  <a:lnTo>
                    <a:pt x="4010861" y="568248"/>
                  </a:lnTo>
                  <a:lnTo>
                    <a:pt x="3939238" y="550723"/>
                  </a:lnTo>
                  <a:lnTo>
                    <a:pt x="3867616" y="532666"/>
                  </a:lnTo>
                  <a:lnTo>
                    <a:pt x="3795993" y="514061"/>
                  </a:lnTo>
                  <a:lnTo>
                    <a:pt x="3724371" y="494890"/>
                  </a:lnTo>
                  <a:lnTo>
                    <a:pt x="3652748" y="475137"/>
                  </a:lnTo>
                  <a:lnTo>
                    <a:pt x="3581126" y="454784"/>
                  </a:lnTo>
                  <a:lnTo>
                    <a:pt x="3509503" y="433812"/>
                  </a:lnTo>
                  <a:lnTo>
                    <a:pt x="3437881" y="412204"/>
                  </a:lnTo>
                  <a:lnTo>
                    <a:pt x="3366258" y="389939"/>
                  </a:lnTo>
                  <a:lnTo>
                    <a:pt x="3294636" y="366998"/>
                  </a:lnTo>
                  <a:lnTo>
                    <a:pt x="3223013" y="343360"/>
                  </a:lnTo>
                  <a:lnTo>
                    <a:pt x="3151391" y="319004"/>
                  </a:lnTo>
                  <a:lnTo>
                    <a:pt x="3079768" y="310405"/>
                  </a:lnTo>
                  <a:lnTo>
                    <a:pt x="3008146" y="304245"/>
                  </a:lnTo>
                  <a:lnTo>
                    <a:pt x="2936523" y="298039"/>
                  </a:lnTo>
                  <a:lnTo>
                    <a:pt x="2864901" y="291788"/>
                  </a:lnTo>
                  <a:lnTo>
                    <a:pt x="2793278" y="285490"/>
                  </a:lnTo>
                  <a:lnTo>
                    <a:pt x="2721655" y="279146"/>
                  </a:lnTo>
                  <a:lnTo>
                    <a:pt x="2650033" y="272755"/>
                  </a:lnTo>
                  <a:lnTo>
                    <a:pt x="2578410" y="266317"/>
                  </a:lnTo>
                  <a:lnTo>
                    <a:pt x="2506788" y="259831"/>
                  </a:lnTo>
                  <a:lnTo>
                    <a:pt x="2435165" y="253298"/>
                  </a:lnTo>
                  <a:lnTo>
                    <a:pt x="2363543" y="246716"/>
                  </a:lnTo>
                  <a:lnTo>
                    <a:pt x="2291920" y="240086"/>
                  </a:lnTo>
                  <a:lnTo>
                    <a:pt x="2220298" y="233407"/>
                  </a:lnTo>
                  <a:lnTo>
                    <a:pt x="2148675" y="226678"/>
                  </a:lnTo>
                  <a:lnTo>
                    <a:pt x="2077053" y="219900"/>
                  </a:lnTo>
                  <a:lnTo>
                    <a:pt x="2005430" y="213072"/>
                  </a:lnTo>
                  <a:lnTo>
                    <a:pt x="1933808" y="206194"/>
                  </a:lnTo>
                  <a:lnTo>
                    <a:pt x="1862185" y="199264"/>
                  </a:lnTo>
                  <a:lnTo>
                    <a:pt x="1790563" y="192284"/>
                  </a:lnTo>
                  <a:lnTo>
                    <a:pt x="1718940" y="185252"/>
                  </a:lnTo>
                  <a:lnTo>
                    <a:pt x="1647318" y="178168"/>
                  </a:lnTo>
                  <a:lnTo>
                    <a:pt x="1575695" y="171032"/>
                  </a:lnTo>
                  <a:lnTo>
                    <a:pt x="1504073" y="163843"/>
                  </a:lnTo>
                  <a:lnTo>
                    <a:pt x="1432450" y="156601"/>
                  </a:lnTo>
                  <a:lnTo>
                    <a:pt x="1360827" y="149306"/>
                  </a:lnTo>
                  <a:lnTo>
                    <a:pt x="1289205" y="141957"/>
                  </a:lnTo>
                  <a:lnTo>
                    <a:pt x="1217582" y="134554"/>
                  </a:lnTo>
                  <a:lnTo>
                    <a:pt x="1145960" y="127096"/>
                  </a:lnTo>
                  <a:lnTo>
                    <a:pt x="1074337" y="119583"/>
                  </a:lnTo>
                  <a:lnTo>
                    <a:pt x="1002715" y="112014"/>
                  </a:lnTo>
                  <a:lnTo>
                    <a:pt x="931092" y="104390"/>
                  </a:lnTo>
                  <a:lnTo>
                    <a:pt x="859470" y="96709"/>
                  </a:lnTo>
                  <a:lnTo>
                    <a:pt x="787847" y="88972"/>
                  </a:lnTo>
                  <a:lnTo>
                    <a:pt x="716225" y="81178"/>
                  </a:lnTo>
                  <a:lnTo>
                    <a:pt x="644602" y="73326"/>
                  </a:lnTo>
                  <a:lnTo>
                    <a:pt x="572980" y="65416"/>
                  </a:lnTo>
                  <a:lnTo>
                    <a:pt x="501357" y="57448"/>
                  </a:lnTo>
                  <a:lnTo>
                    <a:pt x="429735" y="49421"/>
                  </a:lnTo>
                  <a:lnTo>
                    <a:pt x="358112" y="41335"/>
                  </a:lnTo>
                  <a:lnTo>
                    <a:pt x="286490" y="33189"/>
                  </a:lnTo>
                  <a:lnTo>
                    <a:pt x="214867" y="24983"/>
                  </a:lnTo>
                  <a:lnTo>
                    <a:pt x="143245" y="16716"/>
                  </a:lnTo>
                  <a:lnTo>
                    <a:pt x="71622" y="838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678465"/>
              <a:ext cx="7090630" cy="1581942"/>
            </a:xfrm>
            <a:custGeom>
              <a:avLst/>
              <a:pathLst>
                <a:path w="7090630" h="1581942">
                  <a:moveTo>
                    <a:pt x="0" y="0"/>
                  </a:moveTo>
                  <a:lnTo>
                    <a:pt x="71622" y="34692"/>
                  </a:lnTo>
                  <a:lnTo>
                    <a:pt x="143245" y="68744"/>
                  </a:lnTo>
                  <a:lnTo>
                    <a:pt x="214867" y="102168"/>
                  </a:lnTo>
                  <a:lnTo>
                    <a:pt x="286490" y="134974"/>
                  </a:lnTo>
                  <a:lnTo>
                    <a:pt x="358112" y="167175"/>
                  </a:lnTo>
                  <a:lnTo>
                    <a:pt x="429735" y="198780"/>
                  </a:lnTo>
                  <a:lnTo>
                    <a:pt x="501357" y="229803"/>
                  </a:lnTo>
                  <a:lnTo>
                    <a:pt x="572980" y="260252"/>
                  </a:lnTo>
                  <a:lnTo>
                    <a:pt x="644602" y="290139"/>
                  </a:lnTo>
                  <a:lnTo>
                    <a:pt x="716225" y="319474"/>
                  </a:lnTo>
                  <a:lnTo>
                    <a:pt x="787847" y="348268"/>
                  </a:lnTo>
                  <a:lnTo>
                    <a:pt x="859470" y="376530"/>
                  </a:lnTo>
                  <a:lnTo>
                    <a:pt x="931092" y="404270"/>
                  </a:lnTo>
                  <a:lnTo>
                    <a:pt x="1002715" y="431497"/>
                  </a:lnTo>
                  <a:lnTo>
                    <a:pt x="1074337" y="458222"/>
                  </a:lnTo>
                  <a:lnTo>
                    <a:pt x="1145960" y="484454"/>
                  </a:lnTo>
                  <a:lnTo>
                    <a:pt x="1217582" y="510201"/>
                  </a:lnTo>
                  <a:lnTo>
                    <a:pt x="1289205" y="535472"/>
                  </a:lnTo>
                  <a:lnTo>
                    <a:pt x="1360827" y="560277"/>
                  </a:lnTo>
                  <a:lnTo>
                    <a:pt x="1432450" y="584624"/>
                  </a:lnTo>
                  <a:lnTo>
                    <a:pt x="1504073" y="608522"/>
                  </a:lnTo>
                  <a:lnTo>
                    <a:pt x="1575695" y="631978"/>
                  </a:lnTo>
                  <a:lnTo>
                    <a:pt x="1647318" y="655001"/>
                  </a:lnTo>
                  <a:lnTo>
                    <a:pt x="1718940" y="677599"/>
                  </a:lnTo>
                  <a:lnTo>
                    <a:pt x="1790563" y="699779"/>
                  </a:lnTo>
                  <a:lnTo>
                    <a:pt x="1862185" y="721550"/>
                  </a:lnTo>
                  <a:lnTo>
                    <a:pt x="1933808" y="742919"/>
                  </a:lnTo>
                  <a:lnTo>
                    <a:pt x="2005430" y="763894"/>
                  </a:lnTo>
                  <a:lnTo>
                    <a:pt x="2077053" y="784481"/>
                  </a:lnTo>
                  <a:lnTo>
                    <a:pt x="2148675" y="804688"/>
                  </a:lnTo>
                  <a:lnTo>
                    <a:pt x="2220298" y="824521"/>
                  </a:lnTo>
                  <a:lnTo>
                    <a:pt x="2291920" y="843989"/>
                  </a:lnTo>
                  <a:lnTo>
                    <a:pt x="2363543" y="863097"/>
                  </a:lnTo>
                  <a:lnTo>
                    <a:pt x="2435165" y="881852"/>
                  </a:lnTo>
                  <a:lnTo>
                    <a:pt x="2506788" y="900261"/>
                  </a:lnTo>
                  <a:lnTo>
                    <a:pt x="2578410" y="918330"/>
                  </a:lnTo>
                  <a:lnTo>
                    <a:pt x="2650033" y="936065"/>
                  </a:lnTo>
                  <a:lnTo>
                    <a:pt x="2721655" y="953473"/>
                  </a:lnTo>
                  <a:lnTo>
                    <a:pt x="2793278" y="970560"/>
                  </a:lnTo>
                  <a:lnTo>
                    <a:pt x="2864901" y="987330"/>
                  </a:lnTo>
                  <a:lnTo>
                    <a:pt x="2936523" y="1003792"/>
                  </a:lnTo>
                  <a:lnTo>
                    <a:pt x="3008146" y="1019949"/>
                  </a:lnTo>
                  <a:lnTo>
                    <a:pt x="3079768" y="1035808"/>
                  </a:lnTo>
                  <a:lnTo>
                    <a:pt x="3151391" y="1051374"/>
                  </a:lnTo>
                  <a:lnTo>
                    <a:pt x="3223013" y="1066652"/>
                  </a:lnTo>
                  <a:lnTo>
                    <a:pt x="3294636" y="1081649"/>
                  </a:lnTo>
                  <a:lnTo>
                    <a:pt x="3366258" y="1096368"/>
                  </a:lnTo>
                  <a:lnTo>
                    <a:pt x="3437881" y="1110816"/>
                  </a:lnTo>
                  <a:lnTo>
                    <a:pt x="3509503" y="1124997"/>
                  </a:lnTo>
                  <a:lnTo>
                    <a:pt x="3581126" y="1138916"/>
                  </a:lnTo>
                  <a:lnTo>
                    <a:pt x="3652748" y="1152578"/>
                  </a:lnTo>
                  <a:lnTo>
                    <a:pt x="3724371" y="1165988"/>
                  </a:lnTo>
                  <a:lnTo>
                    <a:pt x="3795993" y="1179150"/>
                  </a:lnTo>
                  <a:lnTo>
                    <a:pt x="3867616" y="1192069"/>
                  </a:lnTo>
                  <a:lnTo>
                    <a:pt x="3939238" y="1204750"/>
                  </a:lnTo>
                  <a:lnTo>
                    <a:pt x="4010861" y="1217196"/>
                  </a:lnTo>
                  <a:lnTo>
                    <a:pt x="4082483" y="1229413"/>
                  </a:lnTo>
                  <a:lnTo>
                    <a:pt x="4154106" y="1241404"/>
                  </a:lnTo>
                  <a:lnTo>
                    <a:pt x="4225729" y="1253173"/>
                  </a:lnTo>
                  <a:lnTo>
                    <a:pt x="4297351" y="1264726"/>
                  </a:lnTo>
                  <a:lnTo>
                    <a:pt x="4368974" y="1276065"/>
                  </a:lnTo>
                  <a:lnTo>
                    <a:pt x="4440596" y="1287194"/>
                  </a:lnTo>
                  <a:lnTo>
                    <a:pt x="4512219" y="1298118"/>
                  </a:lnTo>
                  <a:lnTo>
                    <a:pt x="4583841" y="1308840"/>
                  </a:lnTo>
                  <a:lnTo>
                    <a:pt x="4655464" y="1319365"/>
                  </a:lnTo>
                  <a:lnTo>
                    <a:pt x="4727086" y="1329695"/>
                  </a:lnTo>
                  <a:lnTo>
                    <a:pt x="4798709" y="1339834"/>
                  </a:lnTo>
                  <a:lnTo>
                    <a:pt x="4870331" y="1349786"/>
                  </a:lnTo>
                  <a:lnTo>
                    <a:pt x="4941954" y="1359554"/>
                  </a:lnTo>
                  <a:lnTo>
                    <a:pt x="5013576" y="1369142"/>
                  </a:lnTo>
                  <a:lnTo>
                    <a:pt x="5085199" y="1378553"/>
                  </a:lnTo>
                  <a:lnTo>
                    <a:pt x="5156821" y="1387790"/>
                  </a:lnTo>
                  <a:lnTo>
                    <a:pt x="5228444" y="1396856"/>
                  </a:lnTo>
                  <a:lnTo>
                    <a:pt x="5300066" y="1405756"/>
                  </a:lnTo>
                  <a:lnTo>
                    <a:pt x="5371689" y="1414490"/>
                  </a:lnTo>
                  <a:lnTo>
                    <a:pt x="5443311" y="1423064"/>
                  </a:lnTo>
                  <a:lnTo>
                    <a:pt x="5514934" y="1431479"/>
                  </a:lnTo>
                  <a:lnTo>
                    <a:pt x="5586557" y="1439739"/>
                  </a:lnTo>
                  <a:lnTo>
                    <a:pt x="5658179" y="1447846"/>
                  </a:lnTo>
                  <a:lnTo>
                    <a:pt x="5729802" y="1455803"/>
                  </a:lnTo>
                  <a:lnTo>
                    <a:pt x="5801424" y="1463614"/>
                  </a:lnTo>
                  <a:lnTo>
                    <a:pt x="5873047" y="1471280"/>
                  </a:lnTo>
                  <a:lnTo>
                    <a:pt x="5944669" y="1478805"/>
                  </a:lnTo>
                  <a:lnTo>
                    <a:pt x="6016292" y="1486191"/>
                  </a:lnTo>
                  <a:lnTo>
                    <a:pt x="6087914" y="1493440"/>
                  </a:lnTo>
                  <a:lnTo>
                    <a:pt x="6159537" y="1500556"/>
                  </a:lnTo>
                  <a:lnTo>
                    <a:pt x="6231159" y="1507540"/>
                  </a:lnTo>
                  <a:lnTo>
                    <a:pt x="6302782" y="1514395"/>
                  </a:lnTo>
                  <a:lnTo>
                    <a:pt x="6374404" y="1521124"/>
                  </a:lnTo>
                  <a:lnTo>
                    <a:pt x="6446027" y="1527728"/>
                  </a:lnTo>
                  <a:lnTo>
                    <a:pt x="6517649" y="1534211"/>
                  </a:lnTo>
                  <a:lnTo>
                    <a:pt x="6589272" y="1540573"/>
                  </a:lnTo>
                  <a:lnTo>
                    <a:pt x="6660894" y="1546819"/>
                  </a:lnTo>
                  <a:lnTo>
                    <a:pt x="6732517" y="1552949"/>
                  </a:lnTo>
                  <a:lnTo>
                    <a:pt x="6804139" y="1558965"/>
                  </a:lnTo>
                  <a:lnTo>
                    <a:pt x="6875762" y="1564871"/>
                  </a:lnTo>
                  <a:lnTo>
                    <a:pt x="6947385" y="1570668"/>
                  </a:lnTo>
                  <a:lnTo>
                    <a:pt x="7019007" y="1576357"/>
                  </a:lnTo>
                  <a:lnTo>
                    <a:pt x="7090630" y="158194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1.28 (1.10-1.48), p_Bonf = 0.007 (n = 6)  |  per IQR decline (Δ = 25.8 %): 1.88 (1.28-2.74)  |  IQR: [-10.6, 15.2]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2026-10-09T11:52:38Z</dcterms:modified>
  <cp:category/>
</cp:coreProperties>
</file>