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5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5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51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85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81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51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84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91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68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1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35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68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301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35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68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40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2721655" cy="0"/>
            </a:xfrm>
            <a:custGeom>
              <a:avLst/>
              <a:pathLst>
                <a:path w="2721655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824798" y="2073503"/>
              <a:ext cx="3437881" cy="0"/>
            </a:xfrm>
            <a:custGeom>
              <a:avLst/>
              <a:pathLst>
                <a:path w="3437881" h="0">
                  <a:moveTo>
                    <a:pt x="0" y="0"/>
                  </a:moveTo>
                  <a:lnTo>
                    <a:pt x="0" y="0"/>
                  </a:ln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983154" y="2073503"/>
              <a:ext cx="4279524" cy="3483746"/>
            </a:xfrm>
            <a:custGeom>
              <a:avLst/>
              <a:pathLst>
                <a:path w="4279524" h="3483746">
                  <a:moveTo>
                    <a:pt x="0" y="0"/>
                  </a:moveTo>
                  <a:lnTo>
                    <a:pt x="53795" y="655088"/>
                  </a:lnTo>
                  <a:lnTo>
                    <a:pt x="125418" y="1321717"/>
                  </a:lnTo>
                  <a:lnTo>
                    <a:pt x="197040" y="1831242"/>
                  </a:lnTo>
                  <a:lnTo>
                    <a:pt x="268663" y="2220688"/>
                  </a:lnTo>
                  <a:lnTo>
                    <a:pt x="340285" y="2518352"/>
                  </a:lnTo>
                  <a:lnTo>
                    <a:pt x="411908" y="2745867"/>
                  </a:lnTo>
                  <a:lnTo>
                    <a:pt x="483530" y="2919763"/>
                  </a:lnTo>
                  <a:lnTo>
                    <a:pt x="555153" y="3052676"/>
                  </a:lnTo>
                  <a:lnTo>
                    <a:pt x="626775" y="3154267"/>
                  </a:lnTo>
                  <a:lnTo>
                    <a:pt x="698398" y="3231915"/>
                  </a:lnTo>
                  <a:lnTo>
                    <a:pt x="770020" y="3291264"/>
                  </a:lnTo>
                  <a:lnTo>
                    <a:pt x="841643" y="3336626"/>
                  </a:lnTo>
                  <a:lnTo>
                    <a:pt x="913265" y="3371298"/>
                  </a:lnTo>
                  <a:lnTo>
                    <a:pt x="984888" y="3397799"/>
                  </a:lnTo>
                  <a:lnTo>
                    <a:pt x="1056510" y="3418054"/>
                  </a:lnTo>
                  <a:lnTo>
                    <a:pt x="1128133" y="3433536"/>
                  </a:lnTo>
                  <a:lnTo>
                    <a:pt x="1199755" y="3445369"/>
                  </a:lnTo>
                  <a:lnTo>
                    <a:pt x="1271378" y="3454413"/>
                  </a:lnTo>
                  <a:lnTo>
                    <a:pt x="1343001" y="3461326"/>
                  </a:lnTo>
                  <a:lnTo>
                    <a:pt x="1414623" y="3466610"/>
                  </a:lnTo>
                  <a:lnTo>
                    <a:pt x="1486246" y="3470649"/>
                  </a:lnTo>
                  <a:lnTo>
                    <a:pt x="1557868" y="3473735"/>
                  </a:lnTo>
                  <a:lnTo>
                    <a:pt x="1629491" y="3476095"/>
                  </a:lnTo>
                  <a:lnTo>
                    <a:pt x="1701113" y="3477898"/>
                  </a:lnTo>
                  <a:lnTo>
                    <a:pt x="1772736" y="3479276"/>
                  </a:lnTo>
                  <a:lnTo>
                    <a:pt x="1844358" y="3480330"/>
                  </a:lnTo>
                  <a:lnTo>
                    <a:pt x="1915981" y="3481135"/>
                  </a:lnTo>
                  <a:lnTo>
                    <a:pt x="1987603" y="3481750"/>
                  </a:lnTo>
                  <a:lnTo>
                    <a:pt x="2059226" y="3482221"/>
                  </a:lnTo>
                  <a:lnTo>
                    <a:pt x="2130848" y="3482580"/>
                  </a:lnTo>
                  <a:lnTo>
                    <a:pt x="2202471" y="3482855"/>
                  </a:lnTo>
                  <a:lnTo>
                    <a:pt x="2274093" y="3483065"/>
                  </a:lnTo>
                  <a:lnTo>
                    <a:pt x="2345716" y="3483226"/>
                  </a:lnTo>
                  <a:lnTo>
                    <a:pt x="2417338" y="3483348"/>
                  </a:lnTo>
                  <a:lnTo>
                    <a:pt x="2488961" y="3483442"/>
                  </a:lnTo>
                  <a:lnTo>
                    <a:pt x="2560583" y="3483514"/>
                  </a:lnTo>
                  <a:lnTo>
                    <a:pt x="2632206" y="3483569"/>
                  </a:lnTo>
                  <a:lnTo>
                    <a:pt x="2703829" y="3483611"/>
                  </a:lnTo>
                  <a:lnTo>
                    <a:pt x="2775451" y="3483643"/>
                  </a:lnTo>
                  <a:lnTo>
                    <a:pt x="2847074" y="3483667"/>
                  </a:lnTo>
                  <a:lnTo>
                    <a:pt x="2918696" y="3483686"/>
                  </a:lnTo>
                  <a:lnTo>
                    <a:pt x="2990319" y="3483700"/>
                  </a:lnTo>
                  <a:lnTo>
                    <a:pt x="3061941" y="3483711"/>
                  </a:lnTo>
                  <a:lnTo>
                    <a:pt x="3133564" y="3483719"/>
                  </a:lnTo>
                  <a:lnTo>
                    <a:pt x="3205186" y="3483726"/>
                  </a:lnTo>
                  <a:lnTo>
                    <a:pt x="3276809" y="3483731"/>
                  </a:lnTo>
                  <a:lnTo>
                    <a:pt x="3348431" y="3483734"/>
                  </a:lnTo>
                  <a:lnTo>
                    <a:pt x="3420054" y="3483737"/>
                  </a:lnTo>
                  <a:lnTo>
                    <a:pt x="3491676" y="3483739"/>
                  </a:lnTo>
                  <a:lnTo>
                    <a:pt x="3563299" y="3483741"/>
                  </a:lnTo>
                  <a:lnTo>
                    <a:pt x="3634921" y="3483742"/>
                  </a:lnTo>
                  <a:lnTo>
                    <a:pt x="3706544" y="3483743"/>
                  </a:lnTo>
                  <a:lnTo>
                    <a:pt x="3778166" y="3483744"/>
                  </a:lnTo>
                  <a:lnTo>
                    <a:pt x="3849789" y="3483745"/>
                  </a:lnTo>
                  <a:lnTo>
                    <a:pt x="3921411" y="3483745"/>
                  </a:lnTo>
                  <a:lnTo>
                    <a:pt x="3993034" y="3483745"/>
                  </a:lnTo>
                  <a:lnTo>
                    <a:pt x="4064657" y="3483746"/>
                  </a:lnTo>
                  <a:lnTo>
                    <a:pt x="4136279" y="3483746"/>
                  </a:lnTo>
                  <a:lnTo>
                    <a:pt x="4207902" y="3483746"/>
                  </a:lnTo>
                  <a:lnTo>
                    <a:pt x="4279524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3638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789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739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36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43940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3427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24606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19908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0713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746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77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80103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29.66 (0.00-Inf), p_Bonf = 1.000 (n = 6)  |  per IQR decline (Δ = 24.3 %): 3775.87 (0.00-Inf)  |  IQR: [-22.7, 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8111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2026-10-08T10:08:02Z</dcterms:modified>
  <cp:category/>
</cp:coreProperties>
</file>