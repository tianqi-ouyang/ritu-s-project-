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65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0685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7185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751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785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818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851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4884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3918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6168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5201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4235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268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2301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335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368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401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83746"/>
            </a:xfrm>
            <a:custGeom>
              <a:avLst/>
              <a:pathLst>
                <a:path w="7090630" h="3483746">
                  <a:moveTo>
                    <a:pt x="0" y="0"/>
                  </a:move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  <a:lnTo>
                    <a:pt x="2650033" y="0"/>
                  </a:lnTo>
                  <a:lnTo>
                    <a:pt x="2721655" y="0"/>
                  </a:lnTo>
                  <a:lnTo>
                    <a:pt x="3652748" y="0"/>
                  </a:lnTo>
                  <a:lnTo>
                    <a:pt x="3724371" y="0"/>
                  </a:lnTo>
                  <a:lnTo>
                    <a:pt x="3795993" y="0"/>
                  </a:lnTo>
                  <a:lnTo>
                    <a:pt x="3867616" y="0"/>
                  </a:lnTo>
                  <a:lnTo>
                    <a:pt x="3939238" y="0"/>
                  </a:lnTo>
                  <a:lnTo>
                    <a:pt x="4010861" y="0"/>
                  </a:lnTo>
                  <a:lnTo>
                    <a:pt x="4082483" y="0"/>
                  </a:lnTo>
                  <a:lnTo>
                    <a:pt x="4154106" y="0"/>
                  </a:lnTo>
                  <a:lnTo>
                    <a:pt x="4225729" y="0"/>
                  </a:lnTo>
                  <a:lnTo>
                    <a:pt x="4297351" y="0"/>
                  </a:lnTo>
                  <a:lnTo>
                    <a:pt x="4368974" y="0"/>
                  </a:lnTo>
                  <a:lnTo>
                    <a:pt x="4440596" y="0"/>
                  </a:lnTo>
                  <a:lnTo>
                    <a:pt x="4512219" y="0"/>
                  </a:lnTo>
                  <a:lnTo>
                    <a:pt x="4583841" y="0"/>
                  </a:lnTo>
                  <a:lnTo>
                    <a:pt x="4655464" y="0"/>
                  </a:lnTo>
                  <a:lnTo>
                    <a:pt x="4727086" y="0"/>
                  </a:lnTo>
                  <a:lnTo>
                    <a:pt x="4798709" y="0"/>
                  </a:lnTo>
                  <a:lnTo>
                    <a:pt x="4870331" y="0"/>
                  </a:lnTo>
                  <a:lnTo>
                    <a:pt x="4941954" y="0"/>
                  </a:lnTo>
                  <a:lnTo>
                    <a:pt x="5013576" y="0"/>
                  </a:lnTo>
                  <a:lnTo>
                    <a:pt x="5085199" y="0"/>
                  </a:lnTo>
                  <a:lnTo>
                    <a:pt x="5156821" y="0"/>
                  </a:lnTo>
                  <a:lnTo>
                    <a:pt x="5228444" y="0"/>
                  </a:lnTo>
                  <a:lnTo>
                    <a:pt x="5300066" y="0"/>
                  </a:lnTo>
                  <a:lnTo>
                    <a:pt x="5371689" y="0"/>
                  </a:lnTo>
                  <a:lnTo>
                    <a:pt x="5443311" y="0"/>
                  </a:lnTo>
                  <a:lnTo>
                    <a:pt x="5514934" y="0"/>
                  </a:lnTo>
                  <a:lnTo>
                    <a:pt x="5586557" y="0"/>
                  </a:lnTo>
                  <a:lnTo>
                    <a:pt x="5658179" y="0"/>
                  </a:lnTo>
                  <a:lnTo>
                    <a:pt x="5729802" y="0"/>
                  </a:lnTo>
                  <a:lnTo>
                    <a:pt x="5801424" y="0"/>
                  </a:lnTo>
                  <a:lnTo>
                    <a:pt x="5873047" y="0"/>
                  </a:lnTo>
                  <a:lnTo>
                    <a:pt x="5944669" y="0"/>
                  </a:lnTo>
                  <a:lnTo>
                    <a:pt x="6016292" y="0"/>
                  </a:lnTo>
                  <a:lnTo>
                    <a:pt x="6087914" y="0"/>
                  </a:lnTo>
                  <a:lnTo>
                    <a:pt x="6159537" y="0"/>
                  </a:lnTo>
                  <a:lnTo>
                    <a:pt x="6231159" y="0"/>
                  </a:lnTo>
                  <a:lnTo>
                    <a:pt x="6302782" y="0"/>
                  </a:lnTo>
                  <a:lnTo>
                    <a:pt x="6374404" y="0"/>
                  </a:lnTo>
                  <a:lnTo>
                    <a:pt x="6446027" y="0"/>
                  </a:lnTo>
                  <a:lnTo>
                    <a:pt x="6517649" y="0"/>
                  </a:lnTo>
                  <a:lnTo>
                    <a:pt x="6589272" y="0"/>
                  </a:lnTo>
                  <a:lnTo>
                    <a:pt x="6660894" y="0"/>
                  </a:lnTo>
                  <a:lnTo>
                    <a:pt x="6732517" y="0"/>
                  </a:lnTo>
                  <a:lnTo>
                    <a:pt x="6804139" y="0"/>
                  </a:lnTo>
                  <a:lnTo>
                    <a:pt x="6875762" y="0"/>
                  </a:lnTo>
                  <a:lnTo>
                    <a:pt x="6947385" y="0"/>
                  </a:lnTo>
                  <a:lnTo>
                    <a:pt x="7019007" y="0"/>
                  </a:lnTo>
                  <a:lnTo>
                    <a:pt x="7090630" y="0"/>
                  </a:lnTo>
                  <a:lnTo>
                    <a:pt x="7090630" y="3483746"/>
                  </a:lnTo>
                  <a:lnTo>
                    <a:pt x="7019007" y="3483746"/>
                  </a:lnTo>
                  <a:lnTo>
                    <a:pt x="6947385" y="3483746"/>
                  </a:lnTo>
                  <a:lnTo>
                    <a:pt x="6875762" y="3483746"/>
                  </a:lnTo>
                  <a:lnTo>
                    <a:pt x="6804139" y="3483746"/>
                  </a:lnTo>
                  <a:lnTo>
                    <a:pt x="6732517" y="3483746"/>
                  </a:lnTo>
                  <a:lnTo>
                    <a:pt x="6660894" y="3483746"/>
                  </a:lnTo>
                  <a:lnTo>
                    <a:pt x="6589272" y="3483746"/>
                  </a:lnTo>
                  <a:lnTo>
                    <a:pt x="6517649" y="3483746"/>
                  </a:lnTo>
                  <a:lnTo>
                    <a:pt x="6446027" y="3483746"/>
                  </a:lnTo>
                  <a:lnTo>
                    <a:pt x="6374404" y="3483746"/>
                  </a:lnTo>
                  <a:lnTo>
                    <a:pt x="6302782" y="3483746"/>
                  </a:lnTo>
                  <a:lnTo>
                    <a:pt x="6231159" y="3483746"/>
                  </a:lnTo>
                  <a:lnTo>
                    <a:pt x="6159537" y="3483746"/>
                  </a:lnTo>
                  <a:lnTo>
                    <a:pt x="6087914" y="3483746"/>
                  </a:lnTo>
                  <a:lnTo>
                    <a:pt x="6016292" y="3483746"/>
                  </a:lnTo>
                  <a:lnTo>
                    <a:pt x="5944669" y="3483746"/>
                  </a:lnTo>
                  <a:lnTo>
                    <a:pt x="5873047" y="3483746"/>
                  </a:lnTo>
                  <a:lnTo>
                    <a:pt x="5801424" y="3483746"/>
                  </a:lnTo>
                  <a:lnTo>
                    <a:pt x="5729802" y="3483746"/>
                  </a:lnTo>
                  <a:lnTo>
                    <a:pt x="5658179" y="3483746"/>
                  </a:lnTo>
                  <a:lnTo>
                    <a:pt x="5586557" y="3483746"/>
                  </a:lnTo>
                  <a:lnTo>
                    <a:pt x="5514934" y="3483746"/>
                  </a:lnTo>
                  <a:lnTo>
                    <a:pt x="5443311" y="3483746"/>
                  </a:lnTo>
                  <a:lnTo>
                    <a:pt x="5371689" y="3483746"/>
                  </a:lnTo>
                  <a:lnTo>
                    <a:pt x="5300066" y="3483746"/>
                  </a:lnTo>
                  <a:lnTo>
                    <a:pt x="5228444" y="3483746"/>
                  </a:lnTo>
                  <a:lnTo>
                    <a:pt x="5156821" y="3483746"/>
                  </a:lnTo>
                  <a:lnTo>
                    <a:pt x="5085199" y="3483746"/>
                  </a:lnTo>
                  <a:lnTo>
                    <a:pt x="5013576" y="3483746"/>
                  </a:lnTo>
                  <a:lnTo>
                    <a:pt x="4941954" y="3483746"/>
                  </a:lnTo>
                  <a:lnTo>
                    <a:pt x="4870331" y="3483746"/>
                  </a:lnTo>
                  <a:lnTo>
                    <a:pt x="4798709" y="3483746"/>
                  </a:lnTo>
                  <a:lnTo>
                    <a:pt x="4727086" y="3483746"/>
                  </a:lnTo>
                  <a:lnTo>
                    <a:pt x="4655464" y="3483746"/>
                  </a:lnTo>
                  <a:lnTo>
                    <a:pt x="4583841" y="3483746"/>
                  </a:lnTo>
                  <a:lnTo>
                    <a:pt x="4512219" y="3483746"/>
                  </a:lnTo>
                  <a:lnTo>
                    <a:pt x="4440596" y="3483746"/>
                  </a:lnTo>
                  <a:lnTo>
                    <a:pt x="4368974" y="3483746"/>
                  </a:lnTo>
                  <a:lnTo>
                    <a:pt x="4297351" y="3483746"/>
                  </a:lnTo>
                  <a:lnTo>
                    <a:pt x="4225729" y="3483746"/>
                  </a:lnTo>
                  <a:lnTo>
                    <a:pt x="4154106" y="3483746"/>
                  </a:lnTo>
                  <a:lnTo>
                    <a:pt x="4082483" y="3483746"/>
                  </a:lnTo>
                  <a:lnTo>
                    <a:pt x="4010861" y="3483746"/>
                  </a:lnTo>
                  <a:lnTo>
                    <a:pt x="3939238" y="3483746"/>
                  </a:lnTo>
                  <a:lnTo>
                    <a:pt x="3867616" y="3483746"/>
                  </a:lnTo>
                  <a:lnTo>
                    <a:pt x="3795993" y="3483746"/>
                  </a:lnTo>
                  <a:lnTo>
                    <a:pt x="3724371" y="3483746"/>
                  </a:lnTo>
                  <a:lnTo>
                    <a:pt x="3652748" y="3483746"/>
                  </a:lnTo>
                  <a:lnTo>
                    <a:pt x="3581126" y="3483746"/>
                  </a:lnTo>
                  <a:lnTo>
                    <a:pt x="3509503" y="3483746"/>
                  </a:lnTo>
                  <a:lnTo>
                    <a:pt x="3437881" y="3483746"/>
                  </a:lnTo>
                  <a:lnTo>
                    <a:pt x="3366258" y="3483746"/>
                  </a:lnTo>
                  <a:lnTo>
                    <a:pt x="3294636" y="3483746"/>
                  </a:lnTo>
                  <a:lnTo>
                    <a:pt x="3223013" y="3483746"/>
                  </a:lnTo>
                  <a:lnTo>
                    <a:pt x="3151391" y="3483746"/>
                  </a:lnTo>
                  <a:lnTo>
                    <a:pt x="3079768" y="3483746"/>
                  </a:lnTo>
                  <a:lnTo>
                    <a:pt x="3008146" y="3483746"/>
                  </a:lnTo>
                  <a:lnTo>
                    <a:pt x="2936523" y="3483746"/>
                  </a:lnTo>
                  <a:lnTo>
                    <a:pt x="2864901" y="3483746"/>
                  </a:lnTo>
                  <a:lnTo>
                    <a:pt x="2793278" y="3483746"/>
                  </a:lnTo>
                  <a:lnTo>
                    <a:pt x="2721655" y="3483746"/>
                  </a:lnTo>
                  <a:lnTo>
                    <a:pt x="2650033" y="3483746"/>
                  </a:lnTo>
                  <a:lnTo>
                    <a:pt x="2578410" y="3483746"/>
                  </a:lnTo>
                  <a:lnTo>
                    <a:pt x="2506788" y="3483746"/>
                  </a:lnTo>
                  <a:lnTo>
                    <a:pt x="2435165" y="3483746"/>
                  </a:lnTo>
                  <a:lnTo>
                    <a:pt x="2363543" y="3483746"/>
                  </a:lnTo>
                  <a:lnTo>
                    <a:pt x="2291920" y="3483746"/>
                  </a:lnTo>
                  <a:lnTo>
                    <a:pt x="2220298" y="3483746"/>
                  </a:lnTo>
                  <a:lnTo>
                    <a:pt x="2148675" y="3483746"/>
                  </a:lnTo>
                  <a:lnTo>
                    <a:pt x="2077053" y="3483746"/>
                  </a:lnTo>
                  <a:lnTo>
                    <a:pt x="2005430" y="3483746"/>
                  </a:lnTo>
                  <a:lnTo>
                    <a:pt x="1933808" y="3483746"/>
                  </a:lnTo>
                  <a:lnTo>
                    <a:pt x="1862185" y="3483746"/>
                  </a:lnTo>
                  <a:lnTo>
                    <a:pt x="1790563" y="3483746"/>
                  </a:lnTo>
                  <a:lnTo>
                    <a:pt x="1718940" y="3483746"/>
                  </a:lnTo>
                  <a:lnTo>
                    <a:pt x="1647318" y="3483746"/>
                  </a:lnTo>
                  <a:lnTo>
                    <a:pt x="1575695" y="3483746"/>
                  </a:lnTo>
                  <a:lnTo>
                    <a:pt x="1504073" y="3483746"/>
                  </a:lnTo>
                  <a:lnTo>
                    <a:pt x="1432450" y="3483746"/>
                  </a:lnTo>
                  <a:lnTo>
                    <a:pt x="1360827" y="3483746"/>
                  </a:lnTo>
                  <a:lnTo>
                    <a:pt x="1289205" y="3483746"/>
                  </a:lnTo>
                  <a:lnTo>
                    <a:pt x="1217582" y="3483746"/>
                  </a:lnTo>
                  <a:lnTo>
                    <a:pt x="1145960" y="3483746"/>
                  </a:lnTo>
                  <a:lnTo>
                    <a:pt x="1074337" y="3483746"/>
                  </a:lnTo>
                  <a:lnTo>
                    <a:pt x="1002715" y="3483746"/>
                  </a:lnTo>
                  <a:lnTo>
                    <a:pt x="931092" y="3483746"/>
                  </a:lnTo>
                  <a:lnTo>
                    <a:pt x="859470" y="3483746"/>
                  </a:lnTo>
                  <a:lnTo>
                    <a:pt x="787847" y="3483746"/>
                  </a:lnTo>
                  <a:lnTo>
                    <a:pt x="716225" y="3483746"/>
                  </a:lnTo>
                  <a:lnTo>
                    <a:pt x="644602" y="3483746"/>
                  </a:lnTo>
                  <a:lnTo>
                    <a:pt x="572980" y="3483746"/>
                  </a:lnTo>
                  <a:lnTo>
                    <a:pt x="501357" y="3483746"/>
                  </a:lnTo>
                  <a:lnTo>
                    <a:pt x="429735" y="3483746"/>
                  </a:lnTo>
                  <a:lnTo>
                    <a:pt x="358112" y="3483746"/>
                  </a:lnTo>
                  <a:lnTo>
                    <a:pt x="286490" y="3483746"/>
                  </a:lnTo>
                  <a:lnTo>
                    <a:pt x="214867" y="3483746"/>
                  </a:lnTo>
                  <a:lnTo>
                    <a:pt x="143245" y="3483746"/>
                  </a:lnTo>
                  <a:lnTo>
                    <a:pt x="71622" y="3483746"/>
                  </a:lnTo>
                  <a:lnTo>
                    <a:pt x="0" y="348374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2073503"/>
              <a:ext cx="2721655" cy="0"/>
            </a:xfrm>
            <a:custGeom>
              <a:avLst/>
              <a:pathLst>
                <a:path w="2721655" h="0">
                  <a:moveTo>
                    <a:pt x="0" y="0"/>
                  </a:move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  <a:lnTo>
                    <a:pt x="2650033" y="0"/>
                  </a:lnTo>
                  <a:lnTo>
                    <a:pt x="272165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824798" y="2073503"/>
              <a:ext cx="3437881" cy="0"/>
            </a:xfrm>
            <a:custGeom>
              <a:avLst/>
              <a:pathLst>
                <a:path w="3437881" h="0">
                  <a:moveTo>
                    <a:pt x="0" y="0"/>
                  </a:moveTo>
                  <a:lnTo>
                    <a:pt x="0" y="0"/>
                  </a:ln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  <a:lnTo>
                    <a:pt x="2650033" y="0"/>
                  </a:lnTo>
                  <a:lnTo>
                    <a:pt x="2721655" y="0"/>
                  </a:lnTo>
                  <a:lnTo>
                    <a:pt x="2793278" y="0"/>
                  </a:lnTo>
                  <a:lnTo>
                    <a:pt x="2864901" y="0"/>
                  </a:lnTo>
                  <a:lnTo>
                    <a:pt x="2936523" y="0"/>
                  </a:lnTo>
                  <a:lnTo>
                    <a:pt x="3008146" y="0"/>
                  </a:lnTo>
                  <a:lnTo>
                    <a:pt x="3079768" y="0"/>
                  </a:lnTo>
                  <a:lnTo>
                    <a:pt x="3151391" y="0"/>
                  </a:lnTo>
                  <a:lnTo>
                    <a:pt x="3223013" y="0"/>
                  </a:lnTo>
                  <a:lnTo>
                    <a:pt x="3294636" y="0"/>
                  </a:lnTo>
                  <a:lnTo>
                    <a:pt x="3366258" y="0"/>
                  </a:lnTo>
                  <a:lnTo>
                    <a:pt x="343788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5557249"/>
              <a:ext cx="7090630" cy="0"/>
            </a:xfrm>
            <a:custGeom>
              <a:avLst/>
              <a:pathLst>
                <a:path w="7090630" h="0">
                  <a:moveTo>
                    <a:pt x="7090630" y="0"/>
                  </a:moveTo>
                  <a:lnTo>
                    <a:pt x="7019007" y="0"/>
                  </a:lnTo>
                  <a:lnTo>
                    <a:pt x="6947385" y="0"/>
                  </a:lnTo>
                  <a:lnTo>
                    <a:pt x="6875762" y="0"/>
                  </a:lnTo>
                  <a:lnTo>
                    <a:pt x="6804139" y="0"/>
                  </a:lnTo>
                  <a:lnTo>
                    <a:pt x="6732517" y="0"/>
                  </a:lnTo>
                  <a:lnTo>
                    <a:pt x="6660894" y="0"/>
                  </a:lnTo>
                  <a:lnTo>
                    <a:pt x="6589272" y="0"/>
                  </a:lnTo>
                  <a:lnTo>
                    <a:pt x="6517649" y="0"/>
                  </a:lnTo>
                  <a:lnTo>
                    <a:pt x="6446027" y="0"/>
                  </a:lnTo>
                  <a:lnTo>
                    <a:pt x="6374404" y="0"/>
                  </a:lnTo>
                  <a:lnTo>
                    <a:pt x="6302782" y="0"/>
                  </a:lnTo>
                  <a:lnTo>
                    <a:pt x="6231159" y="0"/>
                  </a:lnTo>
                  <a:lnTo>
                    <a:pt x="6159537" y="0"/>
                  </a:lnTo>
                  <a:lnTo>
                    <a:pt x="6087914" y="0"/>
                  </a:lnTo>
                  <a:lnTo>
                    <a:pt x="6016292" y="0"/>
                  </a:lnTo>
                  <a:lnTo>
                    <a:pt x="5944669" y="0"/>
                  </a:lnTo>
                  <a:lnTo>
                    <a:pt x="5873047" y="0"/>
                  </a:lnTo>
                  <a:lnTo>
                    <a:pt x="5801424" y="0"/>
                  </a:lnTo>
                  <a:lnTo>
                    <a:pt x="5729802" y="0"/>
                  </a:lnTo>
                  <a:lnTo>
                    <a:pt x="5658179" y="0"/>
                  </a:lnTo>
                  <a:lnTo>
                    <a:pt x="5586557" y="0"/>
                  </a:lnTo>
                  <a:lnTo>
                    <a:pt x="5514934" y="0"/>
                  </a:lnTo>
                  <a:lnTo>
                    <a:pt x="5443311" y="0"/>
                  </a:lnTo>
                  <a:lnTo>
                    <a:pt x="5371689" y="0"/>
                  </a:lnTo>
                  <a:lnTo>
                    <a:pt x="5300066" y="0"/>
                  </a:lnTo>
                  <a:lnTo>
                    <a:pt x="5228444" y="0"/>
                  </a:lnTo>
                  <a:lnTo>
                    <a:pt x="5156821" y="0"/>
                  </a:lnTo>
                  <a:lnTo>
                    <a:pt x="5085199" y="0"/>
                  </a:lnTo>
                  <a:lnTo>
                    <a:pt x="5013576" y="0"/>
                  </a:lnTo>
                  <a:lnTo>
                    <a:pt x="4941954" y="0"/>
                  </a:lnTo>
                  <a:lnTo>
                    <a:pt x="4870331" y="0"/>
                  </a:lnTo>
                  <a:lnTo>
                    <a:pt x="4798709" y="0"/>
                  </a:lnTo>
                  <a:lnTo>
                    <a:pt x="4727086" y="0"/>
                  </a:lnTo>
                  <a:lnTo>
                    <a:pt x="4655464" y="0"/>
                  </a:lnTo>
                  <a:lnTo>
                    <a:pt x="4583841" y="0"/>
                  </a:lnTo>
                  <a:lnTo>
                    <a:pt x="4512219" y="0"/>
                  </a:lnTo>
                  <a:lnTo>
                    <a:pt x="4440596" y="0"/>
                  </a:lnTo>
                  <a:lnTo>
                    <a:pt x="4368974" y="0"/>
                  </a:lnTo>
                  <a:lnTo>
                    <a:pt x="4297351" y="0"/>
                  </a:lnTo>
                  <a:lnTo>
                    <a:pt x="4225729" y="0"/>
                  </a:lnTo>
                  <a:lnTo>
                    <a:pt x="4154106" y="0"/>
                  </a:lnTo>
                  <a:lnTo>
                    <a:pt x="4082483" y="0"/>
                  </a:lnTo>
                  <a:lnTo>
                    <a:pt x="4010861" y="0"/>
                  </a:lnTo>
                  <a:lnTo>
                    <a:pt x="3939238" y="0"/>
                  </a:lnTo>
                  <a:lnTo>
                    <a:pt x="3867616" y="0"/>
                  </a:lnTo>
                  <a:lnTo>
                    <a:pt x="3795993" y="0"/>
                  </a:lnTo>
                  <a:lnTo>
                    <a:pt x="3724371" y="0"/>
                  </a:lnTo>
                  <a:lnTo>
                    <a:pt x="3652748" y="0"/>
                  </a:lnTo>
                  <a:lnTo>
                    <a:pt x="3581126" y="0"/>
                  </a:lnTo>
                  <a:lnTo>
                    <a:pt x="3509503" y="0"/>
                  </a:lnTo>
                  <a:lnTo>
                    <a:pt x="3437881" y="0"/>
                  </a:lnTo>
                  <a:lnTo>
                    <a:pt x="3366258" y="0"/>
                  </a:lnTo>
                  <a:lnTo>
                    <a:pt x="3294636" y="0"/>
                  </a:lnTo>
                  <a:lnTo>
                    <a:pt x="3223013" y="0"/>
                  </a:lnTo>
                  <a:lnTo>
                    <a:pt x="3151391" y="0"/>
                  </a:lnTo>
                  <a:lnTo>
                    <a:pt x="3079768" y="0"/>
                  </a:lnTo>
                  <a:lnTo>
                    <a:pt x="3008146" y="0"/>
                  </a:lnTo>
                  <a:lnTo>
                    <a:pt x="2936523" y="0"/>
                  </a:lnTo>
                  <a:lnTo>
                    <a:pt x="2864901" y="0"/>
                  </a:lnTo>
                  <a:lnTo>
                    <a:pt x="2793278" y="0"/>
                  </a:lnTo>
                  <a:lnTo>
                    <a:pt x="2721655" y="0"/>
                  </a:lnTo>
                  <a:lnTo>
                    <a:pt x="2650033" y="0"/>
                  </a:lnTo>
                  <a:lnTo>
                    <a:pt x="2578410" y="0"/>
                  </a:lnTo>
                  <a:lnTo>
                    <a:pt x="2506788" y="0"/>
                  </a:lnTo>
                  <a:lnTo>
                    <a:pt x="2435165" y="0"/>
                  </a:lnTo>
                  <a:lnTo>
                    <a:pt x="2363543" y="0"/>
                  </a:lnTo>
                  <a:lnTo>
                    <a:pt x="2291920" y="0"/>
                  </a:lnTo>
                  <a:lnTo>
                    <a:pt x="2220298" y="0"/>
                  </a:lnTo>
                  <a:lnTo>
                    <a:pt x="2148675" y="0"/>
                  </a:lnTo>
                  <a:lnTo>
                    <a:pt x="2077053" y="0"/>
                  </a:lnTo>
                  <a:lnTo>
                    <a:pt x="2005430" y="0"/>
                  </a:lnTo>
                  <a:lnTo>
                    <a:pt x="1933808" y="0"/>
                  </a:lnTo>
                  <a:lnTo>
                    <a:pt x="1862185" y="0"/>
                  </a:lnTo>
                  <a:lnTo>
                    <a:pt x="1790563" y="0"/>
                  </a:lnTo>
                  <a:lnTo>
                    <a:pt x="1718940" y="0"/>
                  </a:lnTo>
                  <a:lnTo>
                    <a:pt x="1647318" y="0"/>
                  </a:lnTo>
                  <a:lnTo>
                    <a:pt x="1575695" y="0"/>
                  </a:lnTo>
                  <a:lnTo>
                    <a:pt x="1504073" y="0"/>
                  </a:lnTo>
                  <a:lnTo>
                    <a:pt x="1432450" y="0"/>
                  </a:lnTo>
                  <a:lnTo>
                    <a:pt x="1360827" y="0"/>
                  </a:lnTo>
                  <a:lnTo>
                    <a:pt x="1289205" y="0"/>
                  </a:lnTo>
                  <a:lnTo>
                    <a:pt x="1217582" y="0"/>
                  </a:lnTo>
                  <a:lnTo>
                    <a:pt x="1145960" y="0"/>
                  </a:lnTo>
                  <a:lnTo>
                    <a:pt x="1074337" y="0"/>
                  </a:lnTo>
                  <a:lnTo>
                    <a:pt x="1002715" y="0"/>
                  </a:lnTo>
                  <a:lnTo>
                    <a:pt x="931092" y="0"/>
                  </a:lnTo>
                  <a:lnTo>
                    <a:pt x="859470" y="0"/>
                  </a:lnTo>
                  <a:lnTo>
                    <a:pt x="787847" y="0"/>
                  </a:lnTo>
                  <a:lnTo>
                    <a:pt x="716225" y="0"/>
                  </a:lnTo>
                  <a:lnTo>
                    <a:pt x="644602" y="0"/>
                  </a:lnTo>
                  <a:lnTo>
                    <a:pt x="572980" y="0"/>
                  </a:lnTo>
                  <a:lnTo>
                    <a:pt x="501357" y="0"/>
                  </a:lnTo>
                  <a:lnTo>
                    <a:pt x="429735" y="0"/>
                  </a:lnTo>
                  <a:lnTo>
                    <a:pt x="358112" y="0"/>
                  </a:lnTo>
                  <a:lnTo>
                    <a:pt x="286490" y="0"/>
                  </a:lnTo>
                  <a:lnTo>
                    <a:pt x="214867" y="0"/>
                  </a:lnTo>
                  <a:lnTo>
                    <a:pt x="143245" y="0"/>
                  </a:lnTo>
                  <a:lnTo>
                    <a:pt x="71622" y="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3983154" y="2073503"/>
              <a:ext cx="4279524" cy="3483746"/>
            </a:xfrm>
            <a:custGeom>
              <a:avLst/>
              <a:pathLst>
                <a:path w="4279524" h="3483746">
                  <a:moveTo>
                    <a:pt x="0" y="0"/>
                  </a:moveTo>
                  <a:lnTo>
                    <a:pt x="53795" y="655088"/>
                  </a:lnTo>
                  <a:lnTo>
                    <a:pt x="125418" y="1321717"/>
                  </a:lnTo>
                  <a:lnTo>
                    <a:pt x="197040" y="1831242"/>
                  </a:lnTo>
                  <a:lnTo>
                    <a:pt x="268663" y="2220688"/>
                  </a:lnTo>
                  <a:lnTo>
                    <a:pt x="340285" y="2518352"/>
                  </a:lnTo>
                  <a:lnTo>
                    <a:pt x="411908" y="2745867"/>
                  </a:lnTo>
                  <a:lnTo>
                    <a:pt x="483530" y="2919763"/>
                  </a:lnTo>
                  <a:lnTo>
                    <a:pt x="555153" y="3052676"/>
                  </a:lnTo>
                  <a:lnTo>
                    <a:pt x="626775" y="3154267"/>
                  </a:lnTo>
                  <a:lnTo>
                    <a:pt x="698398" y="3231915"/>
                  </a:lnTo>
                  <a:lnTo>
                    <a:pt x="770020" y="3291264"/>
                  </a:lnTo>
                  <a:lnTo>
                    <a:pt x="841643" y="3336626"/>
                  </a:lnTo>
                  <a:lnTo>
                    <a:pt x="913265" y="3371298"/>
                  </a:lnTo>
                  <a:lnTo>
                    <a:pt x="984888" y="3397799"/>
                  </a:lnTo>
                  <a:lnTo>
                    <a:pt x="1056510" y="3418054"/>
                  </a:lnTo>
                  <a:lnTo>
                    <a:pt x="1128133" y="3433536"/>
                  </a:lnTo>
                  <a:lnTo>
                    <a:pt x="1199755" y="3445369"/>
                  </a:lnTo>
                  <a:lnTo>
                    <a:pt x="1271378" y="3454413"/>
                  </a:lnTo>
                  <a:lnTo>
                    <a:pt x="1343001" y="3461326"/>
                  </a:lnTo>
                  <a:lnTo>
                    <a:pt x="1414623" y="3466610"/>
                  </a:lnTo>
                  <a:lnTo>
                    <a:pt x="1486246" y="3470649"/>
                  </a:lnTo>
                  <a:lnTo>
                    <a:pt x="1557868" y="3473735"/>
                  </a:lnTo>
                  <a:lnTo>
                    <a:pt x="1629491" y="3476095"/>
                  </a:lnTo>
                  <a:lnTo>
                    <a:pt x="1701113" y="3477898"/>
                  </a:lnTo>
                  <a:lnTo>
                    <a:pt x="1772736" y="3479276"/>
                  </a:lnTo>
                  <a:lnTo>
                    <a:pt x="1844358" y="3480330"/>
                  </a:lnTo>
                  <a:lnTo>
                    <a:pt x="1915981" y="3481135"/>
                  </a:lnTo>
                  <a:lnTo>
                    <a:pt x="1987603" y="3481750"/>
                  </a:lnTo>
                  <a:lnTo>
                    <a:pt x="2059226" y="3482221"/>
                  </a:lnTo>
                  <a:lnTo>
                    <a:pt x="2130848" y="3482580"/>
                  </a:lnTo>
                  <a:lnTo>
                    <a:pt x="2202471" y="3482855"/>
                  </a:lnTo>
                  <a:lnTo>
                    <a:pt x="2274093" y="3483065"/>
                  </a:lnTo>
                  <a:lnTo>
                    <a:pt x="2345716" y="3483226"/>
                  </a:lnTo>
                  <a:lnTo>
                    <a:pt x="2417338" y="3483348"/>
                  </a:lnTo>
                  <a:lnTo>
                    <a:pt x="2488961" y="3483442"/>
                  </a:lnTo>
                  <a:lnTo>
                    <a:pt x="2560583" y="3483514"/>
                  </a:lnTo>
                  <a:lnTo>
                    <a:pt x="2632206" y="3483569"/>
                  </a:lnTo>
                  <a:lnTo>
                    <a:pt x="2703829" y="3483611"/>
                  </a:lnTo>
                  <a:lnTo>
                    <a:pt x="2775451" y="3483643"/>
                  </a:lnTo>
                  <a:lnTo>
                    <a:pt x="2847074" y="3483667"/>
                  </a:lnTo>
                  <a:lnTo>
                    <a:pt x="2918696" y="3483686"/>
                  </a:lnTo>
                  <a:lnTo>
                    <a:pt x="2990319" y="3483700"/>
                  </a:lnTo>
                  <a:lnTo>
                    <a:pt x="3061941" y="3483711"/>
                  </a:lnTo>
                  <a:lnTo>
                    <a:pt x="3133564" y="3483719"/>
                  </a:lnTo>
                  <a:lnTo>
                    <a:pt x="3205186" y="3483726"/>
                  </a:lnTo>
                  <a:lnTo>
                    <a:pt x="3276809" y="3483731"/>
                  </a:lnTo>
                  <a:lnTo>
                    <a:pt x="3348431" y="3483734"/>
                  </a:lnTo>
                  <a:lnTo>
                    <a:pt x="3420054" y="3483737"/>
                  </a:lnTo>
                  <a:lnTo>
                    <a:pt x="3491676" y="3483739"/>
                  </a:lnTo>
                  <a:lnTo>
                    <a:pt x="3563299" y="3483741"/>
                  </a:lnTo>
                  <a:lnTo>
                    <a:pt x="3634921" y="3483742"/>
                  </a:lnTo>
                  <a:lnTo>
                    <a:pt x="3706544" y="3483743"/>
                  </a:lnTo>
                  <a:lnTo>
                    <a:pt x="3778166" y="3483744"/>
                  </a:lnTo>
                  <a:lnTo>
                    <a:pt x="3849789" y="3483745"/>
                  </a:lnTo>
                  <a:lnTo>
                    <a:pt x="3921411" y="3483745"/>
                  </a:lnTo>
                  <a:lnTo>
                    <a:pt x="3993034" y="3483745"/>
                  </a:lnTo>
                  <a:lnTo>
                    <a:pt x="4064657" y="3483746"/>
                  </a:lnTo>
                  <a:lnTo>
                    <a:pt x="4136279" y="3483746"/>
                  </a:lnTo>
                  <a:lnTo>
                    <a:pt x="4207902" y="3483746"/>
                  </a:lnTo>
                  <a:lnTo>
                    <a:pt x="4279524" y="348374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3638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31789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53739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53608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43940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3427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24606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9908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07132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69746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87798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680103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10 % decline: 29.66 (0.00-Inf), p_Bonf = 1.000 (n = 6)  |  per IQR decline (Δ = 24.3 %): 3775.87 (0.00-Inf)  |  IQR: [-22.7, 1.6]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268111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2026-08-19T20:27:25Z</dcterms:modified>
  <cp:category/>
</cp:coreProperties>
</file>