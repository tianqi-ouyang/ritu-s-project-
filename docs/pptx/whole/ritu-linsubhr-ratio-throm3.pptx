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6400" y="0"/>
                  </a:moveTo>
                  <a:lnTo>
                    <a:pt x="2936523" y="479104"/>
                  </a:lnTo>
                  <a:lnTo>
                    <a:pt x="3008146" y="1566947"/>
                  </a:lnTo>
                  <a:lnTo>
                    <a:pt x="3079768" y="2260932"/>
                  </a:lnTo>
                  <a:lnTo>
                    <a:pt x="3151391" y="2636711"/>
                  </a:lnTo>
                  <a:lnTo>
                    <a:pt x="3223013" y="2496142"/>
                  </a:lnTo>
                  <a:lnTo>
                    <a:pt x="3294636" y="2332244"/>
                  </a:lnTo>
                  <a:lnTo>
                    <a:pt x="3366258" y="2141146"/>
                  </a:lnTo>
                  <a:lnTo>
                    <a:pt x="3437881" y="1918335"/>
                  </a:lnTo>
                  <a:lnTo>
                    <a:pt x="3509503" y="1658547"/>
                  </a:lnTo>
                  <a:lnTo>
                    <a:pt x="3581126" y="1355646"/>
                  </a:lnTo>
                  <a:lnTo>
                    <a:pt x="3652748" y="1002477"/>
                  </a:lnTo>
                  <a:lnTo>
                    <a:pt x="3724371" y="590698"/>
                  </a:lnTo>
                  <a:lnTo>
                    <a:pt x="3795993" y="110582"/>
                  </a:lnTo>
                  <a:lnTo>
                    <a:pt x="381014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6"/>
                  </a:lnTo>
                  <a:lnTo>
                    <a:pt x="4870331" y="3483730"/>
                  </a:lnTo>
                  <a:lnTo>
                    <a:pt x="4798709" y="3483721"/>
                  </a:lnTo>
                  <a:lnTo>
                    <a:pt x="4727086" y="3483707"/>
                  </a:lnTo>
                  <a:lnTo>
                    <a:pt x="4655464" y="3483684"/>
                  </a:lnTo>
                  <a:lnTo>
                    <a:pt x="4583841" y="3483649"/>
                  </a:lnTo>
                  <a:lnTo>
                    <a:pt x="4512219" y="3483594"/>
                  </a:lnTo>
                  <a:lnTo>
                    <a:pt x="4440596" y="3483507"/>
                  </a:lnTo>
                  <a:lnTo>
                    <a:pt x="4368974" y="3483372"/>
                  </a:lnTo>
                  <a:lnTo>
                    <a:pt x="4297351" y="3483159"/>
                  </a:lnTo>
                  <a:lnTo>
                    <a:pt x="4225729" y="3482826"/>
                  </a:lnTo>
                  <a:lnTo>
                    <a:pt x="4154106" y="3482304"/>
                  </a:lnTo>
                  <a:lnTo>
                    <a:pt x="4082483" y="3481485"/>
                  </a:lnTo>
                  <a:lnTo>
                    <a:pt x="4010861" y="3480202"/>
                  </a:lnTo>
                  <a:lnTo>
                    <a:pt x="3939238" y="3478190"/>
                  </a:lnTo>
                  <a:lnTo>
                    <a:pt x="3867616" y="3475037"/>
                  </a:lnTo>
                  <a:lnTo>
                    <a:pt x="3795993" y="3470094"/>
                  </a:lnTo>
                  <a:lnTo>
                    <a:pt x="3724371" y="3462346"/>
                  </a:lnTo>
                  <a:lnTo>
                    <a:pt x="3652748" y="3450201"/>
                  </a:lnTo>
                  <a:lnTo>
                    <a:pt x="3581126" y="3431163"/>
                  </a:lnTo>
                  <a:lnTo>
                    <a:pt x="3509503" y="3401320"/>
                  </a:lnTo>
                  <a:lnTo>
                    <a:pt x="3437881" y="3354541"/>
                  </a:lnTo>
                  <a:lnTo>
                    <a:pt x="3366258" y="3281213"/>
                  </a:lnTo>
                  <a:lnTo>
                    <a:pt x="3294636" y="3166269"/>
                  </a:lnTo>
                  <a:lnTo>
                    <a:pt x="3223013" y="2986092"/>
                  </a:lnTo>
                  <a:lnTo>
                    <a:pt x="3151391" y="2703657"/>
                  </a:lnTo>
                  <a:lnTo>
                    <a:pt x="3079768" y="2757273"/>
                  </a:lnTo>
                  <a:lnTo>
                    <a:pt x="3008146" y="2860675"/>
                  </a:lnTo>
                  <a:lnTo>
                    <a:pt x="2936523" y="2949359"/>
                  </a:lnTo>
                  <a:lnTo>
                    <a:pt x="2864901" y="3025421"/>
                  </a:lnTo>
                  <a:lnTo>
                    <a:pt x="2793278" y="3090656"/>
                  </a:lnTo>
                  <a:lnTo>
                    <a:pt x="2721655" y="3146606"/>
                  </a:lnTo>
                  <a:lnTo>
                    <a:pt x="2650033" y="3194593"/>
                  </a:lnTo>
                  <a:lnTo>
                    <a:pt x="2578410" y="3235749"/>
                  </a:lnTo>
                  <a:lnTo>
                    <a:pt x="2506788" y="3271047"/>
                  </a:lnTo>
                  <a:lnTo>
                    <a:pt x="2435165" y="3301322"/>
                  </a:lnTo>
                  <a:lnTo>
                    <a:pt x="2363543" y="3327287"/>
                  </a:lnTo>
                  <a:lnTo>
                    <a:pt x="2291920" y="3349556"/>
                  </a:lnTo>
                  <a:lnTo>
                    <a:pt x="2220298" y="3368656"/>
                  </a:lnTo>
                  <a:lnTo>
                    <a:pt x="2148675" y="3385038"/>
                  </a:lnTo>
                  <a:lnTo>
                    <a:pt x="2077053" y="3399087"/>
                  </a:lnTo>
                  <a:lnTo>
                    <a:pt x="2005430" y="3411137"/>
                  </a:lnTo>
                  <a:lnTo>
                    <a:pt x="1933808" y="3421472"/>
                  </a:lnTo>
                  <a:lnTo>
                    <a:pt x="1862185" y="3430336"/>
                  </a:lnTo>
                  <a:lnTo>
                    <a:pt x="1790563" y="3437938"/>
                  </a:lnTo>
                  <a:lnTo>
                    <a:pt x="1718940" y="3444458"/>
                  </a:lnTo>
                  <a:lnTo>
                    <a:pt x="1647318" y="3450050"/>
                  </a:lnTo>
                  <a:lnTo>
                    <a:pt x="1575695" y="3454846"/>
                  </a:lnTo>
                  <a:lnTo>
                    <a:pt x="1504073" y="3458960"/>
                  </a:lnTo>
                  <a:lnTo>
                    <a:pt x="1432450" y="3462488"/>
                  </a:lnTo>
                  <a:lnTo>
                    <a:pt x="1360827" y="3465513"/>
                  </a:lnTo>
                  <a:lnTo>
                    <a:pt x="1289205" y="3468109"/>
                  </a:lnTo>
                  <a:lnTo>
                    <a:pt x="1217582" y="3470334"/>
                  </a:lnTo>
                  <a:lnTo>
                    <a:pt x="1145960" y="3472243"/>
                  </a:lnTo>
                  <a:lnTo>
                    <a:pt x="1074337" y="3473881"/>
                  </a:lnTo>
                  <a:lnTo>
                    <a:pt x="1002715" y="3475285"/>
                  </a:lnTo>
                  <a:lnTo>
                    <a:pt x="931092" y="3476489"/>
                  </a:lnTo>
                  <a:lnTo>
                    <a:pt x="859470" y="3477522"/>
                  </a:lnTo>
                  <a:lnTo>
                    <a:pt x="787847" y="3478408"/>
                  </a:lnTo>
                  <a:lnTo>
                    <a:pt x="716225" y="3479168"/>
                  </a:lnTo>
                  <a:lnTo>
                    <a:pt x="644602" y="3479820"/>
                  </a:lnTo>
                  <a:lnTo>
                    <a:pt x="572980" y="3480379"/>
                  </a:lnTo>
                  <a:lnTo>
                    <a:pt x="501357" y="3480858"/>
                  </a:lnTo>
                  <a:lnTo>
                    <a:pt x="429735" y="3481269"/>
                  </a:lnTo>
                  <a:lnTo>
                    <a:pt x="358112" y="3481622"/>
                  </a:lnTo>
                  <a:lnTo>
                    <a:pt x="286490" y="3481924"/>
                  </a:lnTo>
                  <a:lnTo>
                    <a:pt x="214867" y="3482183"/>
                  </a:lnTo>
                  <a:lnTo>
                    <a:pt x="143245" y="3482406"/>
                  </a:lnTo>
                  <a:lnTo>
                    <a:pt x="71622" y="3482597"/>
                  </a:lnTo>
                  <a:lnTo>
                    <a:pt x="0" y="3482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88449" y="2073503"/>
              <a:ext cx="893741" cy="2636711"/>
            </a:xfrm>
            <a:custGeom>
              <a:avLst/>
              <a:pathLst>
                <a:path w="893741" h="2636711">
                  <a:moveTo>
                    <a:pt x="0" y="0"/>
                  </a:moveTo>
                  <a:lnTo>
                    <a:pt x="20123" y="479104"/>
                  </a:lnTo>
                  <a:lnTo>
                    <a:pt x="91745" y="1566947"/>
                  </a:lnTo>
                  <a:lnTo>
                    <a:pt x="163368" y="2260932"/>
                  </a:lnTo>
                  <a:lnTo>
                    <a:pt x="234990" y="2636711"/>
                  </a:lnTo>
                  <a:lnTo>
                    <a:pt x="306613" y="2496142"/>
                  </a:lnTo>
                  <a:lnTo>
                    <a:pt x="378235" y="2332244"/>
                  </a:lnTo>
                  <a:lnTo>
                    <a:pt x="449858" y="2141146"/>
                  </a:lnTo>
                  <a:lnTo>
                    <a:pt x="521480" y="1918335"/>
                  </a:lnTo>
                  <a:lnTo>
                    <a:pt x="593103" y="1658547"/>
                  </a:lnTo>
                  <a:lnTo>
                    <a:pt x="664725" y="1355646"/>
                  </a:lnTo>
                  <a:lnTo>
                    <a:pt x="736348" y="1002477"/>
                  </a:lnTo>
                  <a:lnTo>
                    <a:pt x="807971" y="590698"/>
                  </a:lnTo>
                  <a:lnTo>
                    <a:pt x="879593" y="110582"/>
                  </a:lnTo>
                  <a:lnTo>
                    <a:pt x="8937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77160"/>
              <a:ext cx="7090630" cy="780089"/>
            </a:xfrm>
            <a:custGeom>
              <a:avLst/>
              <a:pathLst>
                <a:path w="7090630" h="780089">
                  <a:moveTo>
                    <a:pt x="7090630" y="780089"/>
                  </a:moveTo>
                  <a:lnTo>
                    <a:pt x="7019007" y="780089"/>
                  </a:lnTo>
                  <a:lnTo>
                    <a:pt x="6947385" y="780089"/>
                  </a:lnTo>
                  <a:lnTo>
                    <a:pt x="6875762" y="780089"/>
                  </a:lnTo>
                  <a:lnTo>
                    <a:pt x="6804139" y="780089"/>
                  </a:lnTo>
                  <a:lnTo>
                    <a:pt x="6732517" y="780089"/>
                  </a:lnTo>
                  <a:lnTo>
                    <a:pt x="6660894" y="780089"/>
                  </a:lnTo>
                  <a:lnTo>
                    <a:pt x="6589272" y="780089"/>
                  </a:lnTo>
                  <a:lnTo>
                    <a:pt x="6517649" y="780089"/>
                  </a:lnTo>
                  <a:lnTo>
                    <a:pt x="6446027" y="780089"/>
                  </a:lnTo>
                  <a:lnTo>
                    <a:pt x="6374404" y="780089"/>
                  </a:lnTo>
                  <a:lnTo>
                    <a:pt x="6302782" y="780089"/>
                  </a:lnTo>
                  <a:lnTo>
                    <a:pt x="6231159" y="780089"/>
                  </a:lnTo>
                  <a:lnTo>
                    <a:pt x="6159537" y="780089"/>
                  </a:lnTo>
                  <a:lnTo>
                    <a:pt x="6087914" y="780089"/>
                  </a:lnTo>
                  <a:lnTo>
                    <a:pt x="6016292" y="780089"/>
                  </a:lnTo>
                  <a:lnTo>
                    <a:pt x="5944669" y="780089"/>
                  </a:lnTo>
                  <a:lnTo>
                    <a:pt x="5873047" y="780089"/>
                  </a:lnTo>
                  <a:lnTo>
                    <a:pt x="5801424" y="780089"/>
                  </a:lnTo>
                  <a:lnTo>
                    <a:pt x="5729802" y="780089"/>
                  </a:lnTo>
                  <a:lnTo>
                    <a:pt x="5658179" y="780089"/>
                  </a:lnTo>
                  <a:lnTo>
                    <a:pt x="5586557" y="780089"/>
                  </a:lnTo>
                  <a:lnTo>
                    <a:pt x="5514934" y="780089"/>
                  </a:lnTo>
                  <a:lnTo>
                    <a:pt x="5443311" y="780089"/>
                  </a:lnTo>
                  <a:lnTo>
                    <a:pt x="5371689" y="780088"/>
                  </a:lnTo>
                  <a:lnTo>
                    <a:pt x="5300066" y="780088"/>
                  </a:lnTo>
                  <a:lnTo>
                    <a:pt x="5228444" y="780087"/>
                  </a:lnTo>
                  <a:lnTo>
                    <a:pt x="5156821" y="780086"/>
                  </a:lnTo>
                  <a:lnTo>
                    <a:pt x="5085199" y="780085"/>
                  </a:lnTo>
                  <a:lnTo>
                    <a:pt x="5013576" y="780082"/>
                  </a:lnTo>
                  <a:lnTo>
                    <a:pt x="4941954" y="780079"/>
                  </a:lnTo>
                  <a:lnTo>
                    <a:pt x="4870331" y="780073"/>
                  </a:lnTo>
                  <a:lnTo>
                    <a:pt x="4798709" y="780064"/>
                  </a:lnTo>
                  <a:lnTo>
                    <a:pt x="4727086" y="780049"/>
                  </a:lnTo>
                  <a:lnTo>
                    <a:pt x="4655464" y="780027"/>
                  </a:lnTo>
                  <a:lnTo>
                    <a:pt x="4583841" y="779992"/>
                  </a:lnTo>
                  <a:lnTo>
                    <a:pt x="4512219" y="779937"/>
                  </a:lnTo>
                  <a:lnTo>
                    <a:pt x="4440596" y="779850"/>
                  </a:lnTo>
                  <a:lnTo>
                    <a:pt x="4368974" y="779714"/>
                  </a:lnTo>
                  <a:lnTo>
                    <a:pt x="4297351" y="779502"/>
                  </a:lnTo>
                  <a:lnTo>
                    <a:pt x="4225729" y="779169"/>
                  </a:lnTo>
                  <a:lnTo>
                    <a:pt x="4154106" y="778646"/>
                  </a:lnTo>
                  <a:lnTo>
                    <a:pt x="4082483" y="777828"/>
                  </a:lnTo>
                  <a:lnTo>
                    <a:pt x="4010861" y="776545"/>
                  </a:lnTo>
                  <a:lnTo>
                    <a:pt x="3939238" y="774533"/>
                  </a:lnTo>
                  <a:lnTo>
                    <a:pt x="3867616" y="771380"/>
                  </a:lnTo>
                  <a:lnTo>
                    <a:pt x="3795993" y="766437"/>
                  </a:lnTo>
                  <a:lnTo>
                    <a:pt x="3724371" y="758689"/>
                  </a:lnTo>
                  <a:lnTo>
                    <a:pt x="3652748" y="746544"/>
                  </a:lnTo>
                  <a:lnTo>
                    <a:pt x="3581126" y="727506"/>
                  </a:lnTo>
                  <a:lnTo>
                    <a:pt x="3509503" y="697663"/>
                  </a:lnTo>
                  <a:lnTo>
                    <a:pt x="3437881" y="650884"/>
                  </a:lnTo>
                  <a:lnTo>
                    <a:pt x="3366258" y="577556"/>
                  </a:lnTo>
                  <a:lnTo>
                    <a:pt x="3294636" y="462612"/>
                  </a:lnTo>
                  <a:lnTo>
                    <a:pt x="3223013" y="282434"/>
                  </a:lnTo>
                  <a:lnTo>
                    <a:pt x="3151391" y="0"/>
                  </a:lnTo>
                  <a:lnTo>
                    <a:pt x="3079768" y="53616"/>
                  </a:lnTo>
                  <a:lnTo>
                    <a:pt x="3008146" y="157018"/>
                  </a:lnTo>
                  <a:lnTo>
                    <a:pt x="2936523" y="245702"/>
                  </a:lnTo>
                  <a:lnTo>
                    <a:pt x="2864901" y="321763"/>
                  </a:lnTo>
                  <a:lnTo>
                    <a:pt x="2793278" y="386999"/>
                  </a:lnTo>
                  <a:lnTo>
                    <a:pt x="2721655" y="442949"/>
                  </a:lnTo>
                  <a:lnTo>
                    <a:pt x="2650033" y="490935"/>
                  </a:lnTo>
                  <a:lnTo>
                    <a:pt x="2578410" y="532092"/>
                  </a:lnTo>
                  <a:lnTo>
                    <a:pt x="2506788" y="567390"/>
                  </a:lnTo>
                  <a:lnTo>
                    <a:pt x="2435165" y="597664"/>
                  </a:lnTo>
                  <a:lnTo>
                    <a:pt x="2363543" y="623630"/>
                  </a:lnTo>
                  <a:lnTo>
                    <a:pt x="2291920" y="645899"/>
                  </a:lnTo>
                  <a:lnTo>
                    <a:pt x="2220298" y="664999"/>
                  </a:lnTo>
                  <a:lnTo>
                    <a:pt x="2148675" y="681380"/>
                  </a:lnTo>
                  <a:lnTo>
                    <a:pt x="2077053" y="695430"/>
                  </a:lnTo>
                  <a:lnTo>
                    <a:pt x="2005430" y="707480"/>
                  </a:lnTo>
                  <a:lnTo>
                    <a:pt x="1933808" y="717814"/>
                  </a:lnTo>
                  <a:lnTo>
                    <a:pt x="1862185" y="726678"/>
                  </a:lnTo>
                  <a:lnTo>
                    <a:pt x="1790563" y="734280"/>
                  </a:lnTo>
                  <a:lnTo>
                    <a:pt x="1718940" y="740800"/>
                  </a:lnTo>
                  <a:lnTo>
                    <a:pt x="1647318" y="746393"/>
                  </a:lnTo>
                  <a:lnTo>
                    <a:pt x="1575695" y="751189"/>
                  </a:lnTo>
                  <a:lnTo>
                    <a:pt x="1504073" y="755302"/>
                  </a:lnTo>
                  <a:lnTo>
                    <a:pt x="1432450" y="758830"/>
                  </a:lnTo>
                  <a:lnTo>
                    <a:pt x="1360827" y="761856"/>
                  </a:lnTo>
                  <a:lnTo>
                    <a:pt x="1289205" y="764451"/>
                  </a:lnTo>
                  <a:lnTo>
                    <a:pt x="1217582" y="766677"/>
                  </a:lnTo>
                  <a:lnTo>
                    <a:pt x="1145960" y="768586"/>
                  </a:lnTo>
                  <a:lnTo>
                    <a:pt x="1074337" y="770223"/>
                  </a:lnTo>
                  <a:lnTo>
                    <a:pt x="1002715" y="771627"/>
                  </a:lnTo>
                  <a:lnTo>
                    <a:pt x="931092" y="772832"/>
                  </a:lnTo>
                  <a:lnTo>
                    <a:pt x="859470" y="773865"/>
                  </a:lnTo>
                  <a:lnTo>
                    <a:pt x="787847" y="774751"/>
                  </a:lnTo>
                  <a:lnTo>
                    <a:pt x="716225" y="775511"/>
                  </a:lnTo>
                  <a:lnTo>
                    <a:pt x="644602" y="776162"/>
                  </a:lnTo>
                  <a:lnTo>
                    <a:pt x="572980" y="776721"/>
                  </a:lnTo>
                  <a:lnTo>
                    <a:pt x="501357" y="777200"/>
                  </a:lnTo>
                  <a:lnTo>
                    <a:pt x="429735" y="777612"/>
                  </a:lnTo>
                  <a:lnTo>
                    <a:pt x="358112" y="777964"/>
                  </a:lnTo>
                  <a:lnTo>
                    <a:pt x="286490" y="778267"/>
                  </a:lnTo>
                  <a:lnTo>
                    <a:pt x="214867" y="778526"/>
                  </a:lnTo>
                  <a:lnTo>
                    <a:pt x="143245" y="778748"/>
                  </a:lnTo>
                  <a:lnTo>
                    <a:pt x="71622" y="778939"/>
                  </a:lnTo>
                  <a:lnTo>
                    <a:pt x="0" y="779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19826" y="2073503"/>
              <a:ext cx="4642853" cy="3483509"/>
            </a:xfrm>
            <a:custGeom>
              <a:avLst/>
              <a:pathLst>
                <a:path w="4642853" h="3483509">
                  <a:moveTo>
                    <a:pt x="0" y="0"/>
                  </a:moveTo>
                  <a:lnTo>
                    <a:pt x="59011" y="404621"/>
                  </a:lnTo>
                  <a:lnTo>
                    <a:pt x="130633" y="828161"/>
                  </a:lnTo>
                  <a:lnTo>
                    <a:pt x="202256" y="1193443"/>
                  </a:lnTo>
                  <a:lnTo>
                    <a:pt x="273879" y="1508479"/>
                  </a:lnTo>
                  <a:lnTo>
                    <a:pt x="345501" y="1780181"/>
                  </a:lnTo>
                  <a:lnTo>
                    <a:pt x="417124" y="2014510"/>
                  </a:lnTo>
                  <a:lnTo>
                    <a:pt x="488746" y="2216607"/>
                  </a:lnTo>
                  <a:lnTo>
                    <a:pt x="560369" y="2390905"/>
                  </a:lnTo>
                  <a:lnTo>
                    <a:pt x="631991" y="2541228"/>
                  </a:lnTo>
                  <a:lnTo>
                    <a:pt x="703614" y="2670873"/>
                  </a:lnTo>
                  <a:lnTo>
                    <a:pt x="775236" y="2782686"/>
                  </a:lnTo>
                  <a:lnTo>
                    <a:pt x="846859" y="2879118"/>
                  </a:lnTo>
                  <a:lnTo>
                    <a:pt x="918481" y="2962286"/>
                  </a:lnTo>
                  <a:lnTo>
                    <a:pt x="990104" y="3034014"/>
                  </a:lnTo>
                  <a:lnTo>
                    <a:pt x="1061726" y="3095876"/>
                  </a:lnTo>
                  <a:lnTo>
                    <a:pt x="1133349" y="3149228"/>
                  </a:lnTo>
                  <a:lnTo>
                    <a:pt x="1204971" y="3195242"/>
                  </a:lnTo>
                  <a:lnTo>
                    <a:pt x="1276594" y="3234926"/>
                  </a:lnTo>
                  <a:lnTo>
                    <a:pt x="1348216" y="3269152"/>
                  </a:lnTo>
                  <a:lnTo>
                    <a:pt x="1419839" y="3298670"/>
                  </a:lnTo>
                  <a:lnTo>
                    <a:pt x="1491461" y="3324128"/>
                  </a:lnTo>
                  <a:lnTo>
                    <a:pt x="1563084" y="3346084"/>
                  </a:lnTo>
                  <a:lnTo>
                    <a:pt x="1634706" y="3365019"/>
                  </a:lnTo>
                  <a:lnTo>
                    <a:pt x="1706329" y="3381351"/>
                  </a:lnTo>
                  <a:lnTo>
                    <a:pt x="1777952" y="3395435"/>
                  </a:lnTo>
                  <a:lnTo>
                    <a:pt x="1849574" y="3407583"/>
                  </a:lnTo>
                  <a:lnTo>
                    <a:pt x="1921197" y="3418059"/>
                  </a:lnTo>
                  <a:lnTo>
                    <a:pt x="1992819" y="3427095"/>
                  </a:lnTo>
                  <a:lnTo>
                    <a:pt x="2064442" y="3434887"/>
                  </a:lnTo>
                  <a:lnTo>
                    <a:pt x="2136064" y="3441608"/>
                  </a:lnTo>
                  <a:lnTo>
                    <a:pt x="2207687" y="3447404"/>
                  </a:lnTo>
                  <a:lnTo>
                    <a:pt x="2279309" y="3452403"/>
                  </a:lnTo>
                  <a:lnTo>
                    <a:pt x="2350932" y="3456714"/>
                  </a:lnTo>
                  <a:lnTo>
                    <a:pt x="2422554" y="3460433"/>
                  </a:lnTo>
                  <a:lnTo>
                    <a:pt x="2494177" y="3463640"/>
                  </a:lnTo>
                  <a:lnTo>
                    <a:pt x="2565799" y="3466405"/>
                  </a:lnTo>
                  <a:lnTo>
                    <a:pt x="2637422" y="3468791"/>
                  </a:lnTo>
                  <a:lnTo>
                    <a:pt x="2709044" y="3470848"/>
                  </a:lnTo>
                  <a:lnTo>
                    <a:pt x="2780667" y="3472622"/>
                  </a:lnTo>
                  <a:lnTo>
                    <a:pt x="2852289" y="3474152"/>
                  </a:lnTo>
                  <a:lnTo>
                    <a:pt x="2923912" y="3475472"/>
                  </a:lnTo>
                  <a:lnTo>
                    <a:pt x="2995534" y="3476610"/>
                  </a:lnTo>
                  <a:lnTo>
                    <a:pt x="3067157" y="3477592"/>
                  </a:lnTo>
                  <a:lnTo>
                    <a:pt x="3138780" y="3478438"/>
                  </a:lnTo>
                  <a:lnTo>
                    <a:pt x="3210402" y="3479168"/>
                  </a:lnTo>
                  <a:lnTo>
                    <a:pt x="3282025" y="3479798"/>
                  </a:lnTo>
                  <a:lnTo>
                    <a:pt x="3353647" y="3480341"/>
                  </a:lnTo>
                  <a:lnTo>
                    <a:pt x="3425270" y="3480810"/>
                  </a:lnTo>
                  <a:lnTo>
                    <a:pt x="3496892" y="3481214"/>
                  </a:lnTo>
                  <a:lnTo>
                    <a:pt x="3568515" y="3481562"/>
                  </a:lnTo>
                  <a:lnTo>
                    <a:pt x="3640137" y="3481862"/>
                  </a:lnTo>
                  <a:lnTo>
                    <a:pt x="3711760" y="3482122"/>
                  </a:lnTo>
                  <a:lnTo>
                    <a:pt x="3783382" y="3482345"/>
                  </a:lnTo>
                  <a:lnTo>
                    <a:pt x="3855005" y="3482538"/>
                  </a:lnTo>
                  <a:lnTo>
                    <a:pt x="3926627" y="3482704"/>
                  </a:lnTo>
                  <a:lnTo>
                    <a:pt x="3998250" y="3482847"/>
                  </a:lnTo>
                  <a:lnTo>
                    <a:pt x="4069872" y="3482971"/>
                  </a:lnTo>
                  <a:lnTo>
                    <a:pt x="4141495" y="3483078"/>
                  </a:lnTo>
                  <a:lnTo>
                    <a:pt x="4213117" y="3483170"/>
                  </a:lnTo>
                  <a:lnTo>
                    <a:pt x="4284740" y="3483249"/>
                  </a:lnTo>
                  <a:lnTo>
                    <a:pt x="4356362" y="3483317"/>
                  </a:lnTo>
                  <a:lnTo>
                    <a:pt x="4427985" y="3483376"/>
                  </a:lnTo>
                  <a:lnTo>
                    <a:pt x="4499608" y="3483427"/>
                  </a:lnTo>
                  <a:lnTo>
                    <a:pt x="4571230" y="3483471"/>
                  </a:lnTo>
                  <a:lnTo>
                    <a:pt x="4642853" y="34835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6.93 (0.13-358.65), p_Bonf = 1.000 (n = 6)  |  per IQR decline (Δ = 25.8 %): 148.87 (0.01-3981524.61)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2026-08-17T08:26:22Z</dcterms:modified>
  <cp:category/>
</cp:coreProperties>
</file>