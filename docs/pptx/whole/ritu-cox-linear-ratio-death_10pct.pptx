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575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938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301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664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027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389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525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5115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478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57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62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98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345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708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107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0433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9796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83746"/>
            </a:xfrm>
            <a:custGeom>
              <a:avLst/>
              <a:pathLst>
                <a:path w="7090630" h="3483746">
                  <a:moveTo>
                    <a:pt x="0" y="0"/>
                  </a:moveTo>
                  <a:lnTo>
                    <a:pt x="71622" y="0"/>
                  </a:lnTo>
                  <a:lnTo>
                    <a:pt x="143245" y="0"/>
                  </a:lnTo>
                  <a:lnTo>
                    <a:pt x="214867" y="0"/>
                  </a:lnTo>
                  <a:lnTo>
                    <a:pt x="286490" y="0"/>
                  </a:lnTo>
                  <a:lnTo>
                    <a:pt x="358112" y="0"/>
                  </a:lnTo>
                  <a:lnTo>
                    <a:pt x="429735" y="0"/>
                  </a:lnTo>
                  <a:lnTo>
                    <a:pt x="501357" y="0"/>
                  </a:lnTo>
                  <a:lnTo>
                    <a:pt x="572980" y="0"/>
                  </a:lnTo>
                  <a:lnTo>
                    <a:pt x="644602" y="0"/>
                  </a:lnTo>
                  <a:lnTo>
                    <a:pt x="716225" y="0"/>
                  </a:lnTo>
                  <a:lnTo>
                    <a:pt x="787847" y="0"/>
                  </a:lnTo>
                  <a:lnTo>
                    <a:pt x="859470" y="0"/>
                  </a:lnTo>
                  <a:lnTo>
                    <a:pt x="931092" y="0"/>
                  </a:lnTo>
                  <a:lnTo>
                    <a:pt x="1002715" y="0"/>
                  </a:lnTo>
                  <a:lnTo>
                    <a:pt x="1074337" y="0"/>
                  </a:lnTo>
                  <a:lnTo>
                    <a:pt x="1145960" y="0"/>
                  </a:lnTo>
                  <a:lnTo>
                    <a:pt x="1217582" y="0"/>
                  </a:lnTo>
                  <a:lnTo>
                    <a:pt x="1289205" y="0"/>
                  </a:lnTo>
                  <a:lnTo>
                    <a:pt x="1360827" y="0"/>
                  </a:lnTo>
                  <a:lnTo>
                    <a:pt x="1432450" y="0"/>
                  </a:lnTo>
                  <a:lnTo>
                    <a:pt x="1504073" y="0"/>
                  </a:lnTo>
                  <a:lnTo>
                    <a:pt x="1575695" y="0"/>
                  </a:lnTo>
                  <a:lnTo>
                    <a:pt x="1647318" y="0"/>
                  </a:lnTo>
                  <a:lnTo>
                    <a:pt x="1718940" y="0"/>
                  </a:lnTo>
                  <a:lnTo>
                    <a:pt x="1790563" y="0"/>
                  </a:lnTo>
                  <a:lnTo>
                    <a:pt x="1862185" y="0"/>
                  </a:lnTo>
                  <a:lnTo>
                    <a:pt x="1933808" y="0"/>
                  </a:lnTo>
                  <a:lnTo>
                    <a:pt x="2005430" y="0"/>
                  </a:lnTo>
                  <a:lnTo>
                    <a:pt x="2077053" y="0"/>
                  </a:lnTo>
                  <a:lnTo>
                    <a:pt x="2148675" y="0"/>
                  </a:lnTo>
                  <a:lnTo>
                    <a:pt x="2220298" y="0"/>
                  </a:lnTo>
                  <a:lnTo>
                    <a:pt x="2291920" y="0"/>
                  </a:lnTo>
                  <a:lnTo>
                    <a:pt x="2363543" y="0"/>
                  </a:lnTo>
                  <a:lnTo>
                    <a:pt x="2435165" y="0"/>
                  </a:lnTo>
                  <a:lnTo>
                    <a:pt x="2506788" y="0"/>
                  </a:lnTo>
                  <a:lnTo>
                    <a:pt x="2578410" y="0"/>
                  </a:lnTo>
                  <a:lnTo>
                    <a:pt x="2650033" y="0"/>
                  </a:lnTo>
                  <a:lnTo>
                    <a:pt x="3581126" y="0"/>
                  </a:lnTo>
                  <a:lnTo>
                    <a:pt x="3652748" y="0"/>
                  </a:lnTo>
                  <a:lnTo>
                    <a:pt x="3724371" y="0"/>
                  </a:lnTo>
                  <a:lnTo>
                    <a:pt x="3795993" y="0"/>
                  </a:lnTo>
                  <a:lnTo>
                    <a:pt x="3867616" y="0"/>
                  </a:lnTo>
                  <a:lnTo>
                    <a:pt x="3939238" y="0"/>
                  </a:lnTo>
                  <a:lnTo>
                    <a:pt x="4010861" y="0"/>
                  </a:lnTo>
                  <a:lnTo>
                    <a:pt x="4082483" y="0"/>
                  </a:lnTo>
                  <a:lnTo>
                    <a:pt x="4154106" y="0"/>
                  </a:lnTo>
                  <a:lnTo>
                    <a:pt x="4225729" y="0"/>
                  </a:lnTo>
                  <a:lnTo>
                    <a:pt x="4297351" y="0"/>
                  </a:lnTo>
                  <a:lnTo>
                    <a:pt x="4368974" y="0"/>
                  </a:lnTo>
                  <a:lnTo>
                    <a:pt x="4440596" y="0"/>
                  </a:lnTo>
                  <a:lnTo>
                    <a:pt x="4512219" y="0"/>
                  </a:lnTo>
                  <a:lnTo>
                    <a:pt x="4583841" y="0"/>
                  </a:lnTo>
                  <a:lnTo>
                    <a:pt x="4655464" y="0"/>
                  </a:lnTo>
                  <a:lnTo>
                    <a:pt x="4727086" y="0"/>
                  </a:lnTo>
                  <a:lnTo>
                    <a:pt x="4798709" y="0"/>
                  </a:lnTo>
                  <a:lnTo>
                    <a:pt x="4870331" y="0"/>
                  </a:lnTo>
                  <a:lnTo>
                    <a:pt x="4941954" y="0"/>
                  </a:lnTo>
                  <a:lnTo>
                    <a:pt x="5013576" y="0"/>
                  </a:lnTo>
                  <a:lnTo>
                    <a:pt x="5085199" y="0"/>
                  </a:lnTo>
                  <a:lnTo>
                    <a:pt x="5156821" y="0"/>
                  </a:lnTo>
                  <a:lnTo>
                    <a:pt x="5228444" y="0"/>
                  </a:lnTo>
                  <a:lnTo>
                    <a:pt x="5300066" y="0"/>
                  </a:lnTo>
                  <a:lnTo>
                    <a:pt x="5371689" y="0"/>
                  </a:lnTo>
                  <a:lnTo>
                    <a:pt x="5443311" y="0"/>
                  </a:lnTo>
                  <a:lnTo>
                    <a:pt x="5514934" y="0"/>
                  </a:lnTo>
                  <a:lnTo>
                    <a:pt x="5586557" y="0"/>
                  </a:lnTo>
                  <a:lnTo>
                    <a:pt x="5658179" y="0"/>
                  </a:lnTo>
                  <a:lnTo>
                    <a:pt x="5729802" y="0"/>
                  </a:lnTo>
                  <a:lnTo>
                    <a:pt x="5801424" y="0"/>
                  </a:lnTo>
                  <a:lnTo>
                    <a:pt x="5873047" y="0"/>
                  </a:lnTo>
                  <a:lnTo>
                    <a:pt x="5944669" y="0"/>
                  </a:lnTo>
                  <a:lnTo>
                    <a:pt x="6016292" y="0"/>
                  </a:lnTo>
                  <a:lnTo>
                    <a:pt x="6087914" y="0"/>
                  </a:lnTo>
                  <a:lnTo>
                    <a:pt x="6159537" y="0"/>
                  </a:lnTo>
                  <a:lnTo>
                    <a:pt x="6231159" y="0"/>
                  </a:lnTo>
                  <a:lnTo>
                    <a:pt x="6302782" y="0"/>
                  </a:lnTo>
                  <a:lnTo>
                    <a:pt x="6374404" y="0"/>
                  </a:lnTo>
                  <a:lnTo>
                    <a:pt x="6446027" y="0"/>
                  </a:lnTo>
                  <a:lnTo>
                    <a:pt x="6517649" y="0"/>
                  </a:lnTo>
                  <a:lnTo>
                    <a:pt x="6589272" y="0"/>
                  </a:lnTo>
                  <a:lnTo>
                    <a:pt x="6660894" y="0"/>
                  </a:lnTo>
                  <a:lnTo>
                    <a:pt x="6732517" y="0"/>
                  </a:lnTo>
                  <a:lnTo>
                    <a:pt x="6804139" y="0"/>
                  </a:lnTo>
                  <a:lnTo>
                    <a:pt x="6875762" y="0"/>
                  </a:lnTo>
                  <a:lnTo>
                    <a:pt x="6947385" y="0"/>
                  </a:lnTo>
                  <a:lnTo>
                    <a:pt x="7019007" y="0"/>
                  </a:lnTo>
                  <a:lnTo>
                    <a:pt x="7090630" y="0"/>
                  </a:lnTo>
                  <a:lnTo>
                    <a:pt x="7090630" y="3483746"/>
                  </a:lnTo>
                  <a:lnTo>
                    <a:pt x="7019007" y="3483746"/>
                  </a:lnTo>
                  <a:lnTo>
                    <a:pt x="6947385" y="3483746"/>
                  </a:lnTo>
                  <a:lnTo>
                    <a:pt x="6875762" y="3483746"/>
                  </a:lnTo>
                  <a:lnTo>
                    <a:pt x="6804139" y="3483746"/>
                  </a:lnTo>
                  <a:lnTo>
                    <a:pt x="6732517" y="3483746"/>
                  </a:lnTo>
                  <a:lnTo>
                    <a:pt x="6660894" y="3483746"/>
                  </a:lnTo>
                  <a:lnTo>
                    <a:pt x="6589272" y="3483746"/>
                  </a:lnTo>
                  <a:lnTo>
                    <a:pt x="6517649" y="3483746"/>
                  </a:lnTo>
                  <a:lnTo>
                    <a:pt x="6446027" y="3483746"/>
                  </a:lnTo>
                  <a:lnTo>
                    <a:pt x="6374404" y="3483746"/>
                  </a:lnTo>
                  <a:lnTo>
                    <a:pt x="6302782" y="3483746"/>
                  </a:lnTo>
                  <a:lnTo>
                    <a:pt x="6231159" y="3483746"/>
                  </a:lnTo>
                  <a:lnTo>
                    <a:pt x="6159537" y="3483746"/>
                  </a:lnTo>
                  <a:lnTo>
                    <a:pt x="6087914" y="3483746"/>
                  </a:lnTo>
                  <a:lnTo>
                    <a:pt x="6016292" y="3483746"/>
                  </a:lnTo>
                  <a:lnTo>
                    <a:pt x="5944669" y="3483746"/>
                  </a:lnTo>
                  <a:lnTo>
                    <a:pt x="5873047" y="3483746"/>
                  </a:lnTo>
                  <a:lnTo>
                    <a:pt x="5801424" y="3483746"/>
                  </a:lnTo>
                  <a:lnTo>
                    <a:pt x="5729802" y="3483746"/>
                  </a:lnTo>
                  <a:lnTo>
                    <a:pt x="5658179" y="3483746"/>
                  </a:lnTo>
                  <a:lnTo>
                    <a:pt x="5586557" y="3483746"/>
                  </a:lnTo>
                  <a:lnTo>
                    <a:pt x="5514934" y="3483746"/>
                  </a:lnTo>
                  <a:lnTo>
                    <a:pt x="5443311" y="3483746"/>
                  </a:lnTo>
                  <a:lnTo>
                    <a:pt x="5371689" y="3483746"/>
                  </a:lnTo>
                  <a:lnTo>
                    <a:pt x="5300066" y="3483746"/>
                  </a:lnTo>
                  <a:lnTo>
                    <a:pt x="5228444" y="3483746"/>
                  </a:lnTo>
                  <a:lnTo>
                    <a:pt x="5156821" y="3483746"/>
                  </a:lnTo>
                  <a:lnTo>
                    <a:pt x="5085199" y="3483746"/>
                  </a:lnTo>
                  <a:lnTo>
                    <a:pt x="5013576" y="3483746"/>
                  </a:lnTo>
                  <a:lnTo>
                    <a:pt x="4941954" y="3483746"/>
                  </a:lnTo>
                  <a:lnTo>
                    <a:pt x="4870331" y="3483746"/>
                  </a:lnTo>
                  <a:lnTo>
                    <a:pt x="4798709" y="3483746"/>
                  </a:lnTo>
                  <a:lnTo>
                    <a:pt x="4727086" y="3483746"/>
                  </a:lnTo>
                  <a:lnTo>
                    <a:pt x="4655464" y="3483746"/>
                  </a:lnTo>
                  <a:lnTo>
                    <a:pt x="4583841" y="3483746"/>
                  </a:lnTo>
                  <a:lnTo>
                    <a:pt x="4512219" y="3483746"/>
                  </a:lnTo>
                  <a:lnTo>
                    <a:pt x="4440596" y="3483746"/>
                  </a:lnTo>
                  <a:lnTo>
                    <a:pt x="4368974" y="3483746"/>
                  </a:lnTo>
                  <a:lnTo>
                    <a:pt x="4297351" y="3483746"/>
                  </a:lnTo>
                  <a:lnTo>
                    <a:pt x="4225729" y="3483746"/>
                  </a:lnTo>
                  <a:lnTo>
                    <a:pt x="4154106" y="3483746"/>
                  </a:lnTo>
                  <a:lnTo>
                    <a:pt x="4082483" y="3483746"/>
                  </a:lnTo>
                  <a:lnTo>
                    <a:pt x="4010861" y="3483746"/>
                  </a:lnTo>
                  <a:lnTo>
                    <a:pt x="3939238" y="3483746"/>
                  </a:lnTo>
                  <a:lnTo>
                    <a:pt x="3867616" y="3483746"/>
                  </a:lnTo>
                  <a:lnTo>
                    <a:pt x="3795993" y="3483746"/>
                  </a:lnTo>
                  <a:lnTo>
                    <a:pt x="3724371" y="3483746"/>
                  </a:lnTo>
                  <a:lnTo>
                    <a:pt x="3652748" y="3483746"/>
                  </a:lnTo>
                  <a:lnTo>
                    <a:pt x="3581126" y="3483746"/>
                  </a:lnTo>
                  <a:lnTo>
                    <a:pt x="3509503" y="3483746"/>
                  </a:lnTo>
                  <a:lnTo>
                    <a:pt x="3437881" y="3483746"/>
                  </a:lnTo>
                  <a:lnTo>
                    <a:pt x="3366258" y="3483746"/>
                  </a:lnTo>
                  <a:lnTo>
                    <a:pt x="3294636" y="3483746"/>
                  </a:lnTo>
                  <a:lnTo>
                    <a:pt x="3223013" y="3483746"/>
                  </a:lnTo>
                  <a:lnTo>
                    <a:pt x="3151391" y="3483746"/>
                  </a:lnTo>
                  <a:lnTo>
                    <a:pt x="3079768" y="3483746"/>
                  </a:lnTo>
                  <a:lnTo>
                    <a:pt x="3008146" y="3483746"/>
                  </a:lnTo>
                  <a:lnTo>
                    <a:pt x="2936523" y="3483746"/>
                  </a:lnTo>
                  <a:lnTo>
                    <a:pt x="2864901" y="3483746"/>
                  </a:lnTo>
                  <a:lnTo>
                    <a:pt x="2793278" y="3483746"/>
                  </a:lnTo>
                  <a:lnTo>
                    <a:pt x="2721655" y="3483746"/>
                  </a:lnTo>
                  <a:lnTo>
                    <a:pt x="2650033" y="3483746"/>
                  </a:lnTo>
                  <a:lnTo>
                    <a:pt x="2578410" y="3483746"/>
                  </a:lnTo>
                  <a:lnTo>
                    <a:pt x="2506788" y="3483746"/>
                  </a:lnTo>
                  <a:lnTo>
                    <a:pt x="2435165" y="3483746"/>
                  </a:lnTo>
                  <a:lnTo>
                    <a:pt x="2363543" y="3483746"/>
                  </a:lnTo>
                  <a:lnTo>
                    <a:pt x="2291920" y="3483746"/>
                  </a:lnTo>
                  <a:lnTo>
                    <a:pt x="2220298" y="3483746"/>
                  </a:lnTo>
                  <a:lnTo>
                    <a:pt x="2148675" y="3483746"/>
                  </a:lnTo>
                  <a:lnTo>
                    <a:pt x="2077053" y="3483746"/>
                  </a:lnTo>
                  <a:lnTo>
                    <a:pt x="2005430" y="3483746"/>
                  </a:lnTo>
                  <a:lnTo>
                    <a:pt x="1933808" y="3483746"/>
                  </a:lnTo>
                  <a:lnTo>
                    <a:pt x="1862185" y="3483746"/>
                  </a:lnTo>
                  <a:lnTo>
                    <a:pt x="1790563" y="3483746"/>
                  </a:lnTo>
                  <a:lnTo>
                    <a:pt x="1718940" y="3483746"/>
                  </a:lnTo>
                  <a:lnTo>
                    <a:pt x="1647318" y="3483746"/>
                  </a:lnTo>
                  <a:lnTo>
                    <a:pt x="1575695" y="3483746"/>
                  </a:lnTo>
                  <a:lnTo>
                    <a:pt x="1504073" y="3483746"/>
                  </a:lnTo>
                  <a:lnTo>
                    <a:pt x="1432450" y="3483746"/>
                  </a:lnTo>
                  <a:lnTo>
                    <a:pt x="1360827" y="3483746"/>
                  </a:lnTo>
                  <a:lnTo>
                    <a:pt x="1289205" y="3483746"/>
                  </a:lnTo>
                  <a:lnTo>
                    <a:pt x="1217582" y="3483746"/>
                  </a:lnTo>
                  <a:lnTo>
                    <a:pt x="1145960" y="3483746"/>
                  </a:lnTo>
                  <a:lnTo>
                    <a:pt x="1074337" y="3483746"/>
                  </a:lnTo>
                  <a:lnTo>
                    <a:pt x="1002715" y="3483746"/>
                  </a:lnTo>
                  <a:lnTo>
                    <a:pt x="931092" y="3483746"/>
                  </a:lnTo>
                  <a:lnTo>
                    <a:pt x="859470" y="3483746"/>
                  </a:lnTo>
                  <a:lnTo>
                    <a:pt x="787847" y="3483746"/>
                  </a:lnTo>
                  <a:lnTo>
                    <a:pt x="716225" y="3483746"/>
                  </a:lnTo>
                  <a:lnTo>
                    <a:pt x="644602" y="3483746"/>
                  </a:lnTo>
                  <a:lnTo>
                    <a:pt x="572980" y="3483746"/>
                  </a:lnTo>
                  <a:lnTo>
                    <a:pt x="501357" y="3483746"/>
                  </a:lnTo>
                  <a:lnTo>
                    <a:pt x="429735" y="3483746"/>
                  </a:lnTo>
                  <a:lnTo>
                    <a:pt x="358112" y="3483746"/>
                  </a:lnTo>
                  <a:lnTo>
                    <a:pt x="286490" y="3483746"/>
                  </a:lnTo>
                  <a:lnTo>
                    <a:pt x="214867" y="3483746"/>
                  </a:lnTo>
                  <a:lnTo>
                    <a:pt x="143245" y="3483746"/>
                  </a:lnTo>
                  <a:lnTo>
                    <a:pt x="71622" y="3483746"/>
                  </a:lnTo>
                  <a:lnTo>
                    <a:pt x="0" y="348374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72049" y="2073503"/>
              <a:ext cx="2650033" cy="0"/>
            </a:xfrm>
            <a:custGeom>
              <a:avLst/>
              <a:pathLst>
                <a:path w="2650033" h="0">
                  <a:moveTo>
                    <a:pt x="0" y="0"/>
                  </a:moveTo>
                  <a:lnTo>
                    <a:pt x="71622" y="0"/>
                  </a:lnTo>
                  <a:lnTo>
                    <a:pt x="143245" y="0"/>
                  </a:lnTo>
                  <a:lnTo>
                    <a:pt x="214867" y="0"/>
                  </a:lnTo>
                  <a:lnTo>
                    <a:pt x="286490" y="0"/>
                  </a:lnTo>
                  <a:lnTo>
                    <a:pt x="358112" y="0"/>
                  </a:lnTo>
                  <a:lnTo>
                    <a:pt x="429735" y="0"/>
                  </a:lnTo>
                  <a:lnTo>
                    <a:pt x="501357" y="0"/>
                  </a:lnTo>
                  <a:lnTo>
                    <a:pt x="572980" y="0"/>
                  </a:lnTo>
                  <a:lnTo>
                    <a:pt x="644602" y="0"/>
                  </a:lnTo>
                  <a:lnTo>
                    <a:pt x="716225" y="0"/>
                  </a:lnTo>
                  <a:lnTo>
                    <a:pt x="787847" y="0"/>
                  </a:lnTo>
                  <a:lnTo>
                    <a:pt x="859470" y="0"/>
                  </a:lnTo>
                  <a:lnTo>
                    <a:pt x="931092" y="0"/>
                  </a:lnTo>
                  <a:lnTo>
                    <a:pt x="1002715" y="0"/>
                  </a:lnTo>
                  <a:lnTo>
                    <a:pt x="1074337" y="0"/>
                  </a:lnTo>
                  <a:lnTo>
                    <a:pt x="1145960" y="0"/>
                  </a:lnTo>
                  <a:lnTo>
                    <a:pt x="1217582" y="0"/>
                  </a:lnTo>
                  <a:lnTo>
                    <a:pt x="1289205" y="0"/>
                  </a:lnTo>
                  <a:lnTo>
                    <a:pt x="1360827" y="0"/>
                  </a:lnTo>
                  <a:lnTo>
                    <a:pt x="1432450" y="0"/>
                  </a:lnTo>
                  <a:lnTo>
                    <a:pt x="1504073" y="0"/>
                  </a:lnTo>
                  <a:lnTo>
                    <a:pt x="1575695" y="0"/>
                  </a:lnTo>
                  <a:lnTo>
                    <a:pt x="1647318" y="0"/>
                  </a:lnTo>
                  <a:lnTo>
                    <a:pt x="1718940" y="0"/>
                  </a:lnTo>
                  <a:lnTo>
                    <a:pt x="1790563" y="0"/>
                  </a:lnTo>
                  <a:lnTo>
                    <a:pt x="1862185" y="0"/>
                  </a:lnTo>
                  <a:lnTo>
                    <a:pt x="1933808" y="0"/>
                  </a:lnTo>
                  <a:lnTo>
                    <a:pt x="2005430" y="0"/>
                  </a:lnTo>
                  <a:lnTo>
                    <a:pt x="2077053" y="0"/>
                  </a:lnTo>
                  <a:lnTo>
                    <a:pt x="2148675" y="0"/>
                  </a:lnTo>
                  <a:lnTo>
                    <a:pt x="2220298" y="0"/>
                  </a:lnTo>
                  <a:lnTo>
                    <a:pt x="2291920" y="0"/>
                  </a:lnTo>
                  <a:lnTo>
                    <a:pt x="2363543" y="0"/>
                  </a:lnTo>
                  <a:lnTo>
                    <a:pt x="2435165" y="0"/>
                  </a:lnTo>
                  <a:lnTo>
                    <a:pt x="2506788" y="0"/>
                  </a:lnTo>
                  <a:lnTo>
                    <a:pt x="2578410" y="0"/>
                  </a:lnTo>
                  <a:lnTo>
                    <a:pt x="265003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53175" y="2073503"/>
              <a:ext cx="3509503" cy="0"/>
            </a:xfrm>
            <a:custGeom>
              <a:avLst/>
              <a:pathLst>
                <a:path w="3509503" h="0">
                  <a:moveTo>
                    <a:pt x="0" y="0"/>
                  </a:moveTo>
                  <a:lnTo>
                    <a:pt x="0" y="0"/>
                  </a:lnTo>
                  <a:lnTo>
                    <a:pt x="71622" y="0"/>
                  </a:lnTo>
                  <a:lnTo>
                    <a:pt x="143245" y="0"/>
                  </a:lnTo>
                  <a:lnTo>
                    <a:pt x="214867" y="0"/>
                  </a:lnTo>
                  <a:lnTo>
                    <a:pt x="286490" y="0"/>
                  </a:lnTo>
                  <a:lnTo>
                    <a:pt x="358112" y="0"/>
                  </a:lnTo>
                  <a:lnTo>
                    <a:pt x="429735" y="0"/>
                  </a:lnTo>
                  <a:lnTo>
                    <a:pt x="501357" y="0"/>
                  </a:lnTo>
                  <a:lnTo>
                    <a:pt x="572980" y="0"/>
                  </a:lnTo>
                  <a:lnTo>
                    <a:pt x="644602" y="0"/>
                  </a:lnTo>
                  <a:lnTo>
                    <a:pt x="716225" y="0"/>
                  </a:lnTo>
                  <a:lnTo>
                    <a:pt x="787847" y="0"/>
                  </a:lnTo>
                  <a:lnTo>
                    <a:pt x="859470" y="0"/>
                  </a:lnTo>
                  <a:lnTo>
                    <a:pt x="931092" y="0"/>
                  </a:lnTo>
                  <a:lnTo>
                    <a:pt x="1002715" y="0"/>
                  </a:lnTo>
                  <a:lnTo>
                    <a:pt x="1074337" y="0"/>
                  </a:lnTo>
                  <a:lnTo>
                    <a:pt x="1145960" y="0"/>
                  </a:lnTo>
                  <a:lnTo>
                    <a:pt x="1217582" y="0"/>
                  </a:lnTo>
                  <a:lnTo>
                    <a:pt x="1289205" y="0"/>
                  </a:lnTo>
                  <a:lnTo>
                    <a:pt x="1360827" y="0"/>
                  </a:lnTo>
                  <a:lnTo>
                    <a:pt x="1432450" y="0"/>
                  </a:lnTo>
                  <a:lnTo>
                    <a:pt x="1504073" y="0"/>
                  </a:lnTo>
                  <a:lnTo>
                    <a:pt x="1575695" y="0"/>
                  </a:lnTo>
                  <a:lnTo>
                    <a:pt x="1647318" y="0"/>
                  </a:lnTo>
                  <a:lnTo>
                    <a:pt x="1718940" y="0"/>
                  </a:lnTo>
                  <a:lnTo>
                    <a:pt x="1790563" y="0"/>
                  </a:lnTo>
                  <a:lnTo>
                    <a:pt x="1862185" y="0"/>
                  </a:lnTo>
                  <a:lnTo>
                    <a:pt x="1933808" y="0"/>
                  </a:lnTo>
                  <a:lnTo>
                    <a:pt x="2005430" y="0"/>
                  </a:lnTo>
                  <a:lnTo>
                    <a:pt x="2077053" y="0"/>
                  </a:lnTo>
                  <a:lnTo>
                    <a:pt x="2148675" y="0"/>
                  </a:lnTo>
                  <a:lnTo>
                    <a:pt x="2220298" y="0"/>
                  </a:lnTo>
                  <a:lnTo>
                    <a:pt x="2291920" y="0"/>
                  </a:lnTo>
                  <a:lnTo>
                    <a:pt x="2363543" y="0"/>
                  </a:lnTo>
                  <a:lnTo>
                    <a:pt x="2435165" y="0"/>
                  </a:lnTo>
                  <a:lnTo>
                    <a:pt x="2506788" y="0"/>
                  </a:lnTo>
                  <a:lnTo>
                    <a:pt x="2578410" y="0"/>
                  </a:lnTo>
                  <a:lnTo>
                    <a:pt x="2650033" y="0"/>
                  </a:lnTo>
                  <a:lnTo>
                    <a:pt x="2721655" y="0"/>
                  </a:lnTo>
                  <a:lnTo>
                    <a:pt x="2793278" y="0"/>
                  </a:lnTo>
                  <a:lnTo>
                    <a:pt x="2864901" y="0"/>
                  </a:lnTo>
                  <a:lnTo>
                    <a:pt x="2936523" y="0"/>
                  </a:lnTo>
                  <a:lnTo>
                    <a:pt x="3008146" y="0"/>
                  </a:lnTo>
                  <a:lnTo>
                    <a:pt x="3079768" y="0"/>
                  </a:lnTo>
                  <a:lnTo>
                    <a:pt x="3151391" y="0"/>
                  </a:lnTo>
                  <a:lnTo>
                    <a:pt x="3223013" y="0"/>
                  </a:lnTo>
                  <a:lnTo>
                    <a:pt x="3294636" y="0"/>
                  </a:lnTo>
                  <a:lnTo>
                    <a:pt x="3366258" y="0"/>
                  </a:lnTo>
                  <a:lnTo>
                    <a:pt x="3437881" y="0"/>
                  </a:lnTo>
                  <a:lnTo>
                    <a:pt x="350950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5557249"/>
              <a:ext cx="7090630" cy="0"/>
            </a:xfrm>
            <a:custGeom>
              <a:avLst/>
              <a:pathLst>
                <a:path w="7090630" h="0">
                  <a:moveTo>
                    <a:pt x="7090630" y="0"/>
                  </a:moveTo>
                  <a:lnTo>
                    <a:pt x="7019007" y="0"/>
                  </a:lnTo>
                  <a:lnTo>
                    <a:pt x="6947385" y="0"/>
                  </a:lnTo>
                  <a:lnTo>
                    <a:pt x="6875762" y="0"/>
                  </a:lnTo>
                  <a:lnTo>
                    <a:pt x="6804139" y="0"/>
                  </a:lnTo>
                  <a:lnTo>
                    <a:pt x="6732517" y="0"/>
                  </a:lnTo>
                  <a:lnTo>
                    <a:pt x="6660894" y="0"/>
                  </a:lnTo>
                  <a:lnTo>
                    <a:pt x="6589272" y="0"/>
                  </a:lnTo>
                  <a:lnTo>
                    <a:pt x="6517649" y="0"/>
                  </a:lnTo>
                  <a:lnTo>
                    <a:pt x="6446027" y="0"/>
                  </a:lnTo>
                  <a:lnTo>
                    <a:pt x="6374404" y="0"/>
                  </a:lnTo>
                  <a:lnTo>
                    <a:pt x="6302782" y="0"/>
                  </a:lnTo>
                  <a:lnTo>
                    <a:pt x="6231159" y="0"/>
                  </a:lnTo>
                  <a:lnTo>
                    <a:pt x="6159537" y="0"/>
                  </a:lnTo>
                  <a:lnTo>
                    <a:pt x="6087914" y="0"/>
                  </a:lnTo>
                  <a:lnTo>
                    <a:pt x="6016292" y="0"/>
                  </a:lnTo>
                  <a:lnTo>
                    <a:pt x="5944669" y="0"/>
                  </a:lnTo>
                  <a:lnTo>
                    <a:pt x="5873047" y="0"/>
                  </a:lnTo>
                  <a:lnTo>
                    <a:pt x="5801424" y="0"/>
                  </a:lnTo>
                  <a:lnTo>
                    <a:pt x="5729802" y="0"/>
                  </a:lnTo>
                  <a:lnTo>
                    <a:pt x="5658179" y="0"/>
                  </a:lnTo>
                  <a:lnTo>
                    <a:pt x="5586557" y="0"/>
                  </a:lnTo>
                  <a:lnTo>
                    <a:pt x="5514934" y="0"/>
                  </a:lnTo>
                  <a:lnTo>
                    <a:pt x="5443311" y="0"/>
                  </a:lnTo>
                  <a:lnTo>
                    <a:pt x="5371689" y="0"/>
                  </a:lnTo>
                  <a:lnTo>
                    <a:pt x="5300066" y="0"/>
                  </a:lnTo>
                  <a:lnTo>
                    <a:pt x="5228444" y="0"/>
                  </a:lnTo>
                  <a:lnTo>
                    <a:pt x="5156821" y="0"/>
                  </a:lnTo>
                  <a:lnTo>
                    <a:pt x="5085199" y="0"/>
                  </a:lnTo>
                  <a:lnTo>
                    <a:pt x="5013576" y="0"/>
                  </a:lnTo>
                  <a:lnTo>
                    <a:pt x="4941954" y="0"/>
                  </a:lnTo>
                  <a:lnTo>
                    <a:pt x="4870331" y="0"/>
                  </a:lnTo>
                  <a:lnTo>
                    <a:pt x="4798709" y="0"/>
                  </a:lnTo>
                  <a:lnTo>
                    <a:pt x="4727086" y="0"/>
                  </a:lnTo>
                  <a:lnTo>
                    <a:pt x="4655464" y="0"/>
                  </a:lnTo>
                  <a:lnTo>
                    <a:pt x="4583841" y="0"/>
                  </a:lnTo>
                  <a:lnTo>
                    <a:pt x="4512219" y="0"/>
                  </a:lnTo>
                  <a:lnTo>
                    <a:pt x="4440596" y="0"/>
                  </a:lnTo>
                  <a:lnTo>
                    <a:pt x="4368974" y="0"/>
                  </a:lnTo>
                  <a:lnTo>
                    <a:pt x="4297351" y="0"/>
                  </a:lnTo>
                  <a:lnTo>
                    <a:pt x="4225729" y="0"/>
                  </a:lnTo>
                  <a:lnTo>
                    <a:pt x="4154106" y="0"/>
                  </a:lnTo>
                  <a:lnTo>
                    <a:pt x="4082483" y="0"/>
                  </a:lnTo>
                  <a:lnTo>
                    <a:pt x="4010861" y="0"/>
                  </a:lnTo>
                  <a:lnTo>
                    <a:pt x="3939238" y="0"/>
                  </a:lnTo>
                  <a:lnTo>
                    <a:pt x="3867616" y="0"/>
                  </a:lnTo>
                  <a:lnTo>
                    <a:pt x="3795993" y="0"/>
                  </a:lnTo>
                  <a:lnTo>
                    <a:pt x="3724371" y="0"/>
                  </a:lnTo>
                  <a:lnTo>
                    <a:pt x="3652748" y="0"/>
                  </a:lnTo>
                  <a:lnTo>
                    <a:pt x="3581126" y="0"/>
                  </a:lnTo>
                  <a:lnTo>
                    <a:pt x="3509503" y="0"/>
                  </a:lnTo>
                  <a:lnTo>
                    <a:pt x="3437881" y="0"/>
                  </a:lnTo>
                  <a:lnTo>
                    <a:pt x="3366258" y="0"/>
                  </a:lnTo>
                  <a:lnTo>
                    <a:pt x="3294636" y="0"/>
                  </a:lnTo>
                  <a:lnTo>
                    <a:pt x="3223013" y="0"/>
                  </a:lnTo>
                  <a:lnTo>
                    <a:pt x="3151391" y="0"/>
                  </a:lnTo>
                  <a:lnTo>
                    <a:pt x="3079768" y="0"/>
                  </a:lnTo>
                  <a:lnTo>
                    <a:pt x="3008146" y="0"/>
                  </a:lnTo>
                  <a:lnTo>
                    <a:pt x="2936523" y="0"/>
                  </a:lnTo>
                  <a:lnTo>
                    <a:pt x="2864901" y="0"/>
                  </a:lnTo>
                  <a:lnTo>
                    <a:pt x="2793278" y="0"/>
                  </a:lnTo>
                  <a:lnTo>
                    <a:pt x="2721655" y="0"/>
                  </a:lnTo>
                  <a:lnTo>
                    <a:pt x="2650033" y="0"/>
                  </a:lnTo>
                  <a:lnTo>
                    <a:pt x="2578410" y="0"/>
                  </a:lnTo>
                  <a:lnTo>
                    <a:pt x="2506788" y="0"/>
                  </a:lnTo>
                  <a:lnTo>
                    <a:pt x="2435165" y="0"/>
                  </a:lnTo>
                  <a:lnTo>
                    <a:pt x="2363543" y="0"/>
                  </a:lnTo>
                  <a:lnTo>
                    <a:pt x="2291920" y="0"/>
                  </a:lnTo>
                  <a:lnTo>
                    <a:pt x="2220298" y="0"/>
                  </a:lnTo>
                  <a:lnTo>
                    <a:pt x="2148675" y="0"/>
                  </a:lnTo>
                  <a:lnTo>
                    <a:pt x="2077053" y="0"/>
                  </a:lnTo>
                  <a:lnTo>
                    <a:pt x="2005430" y="0"/>
                  </a:lnTo>
                  <a:lnTo>
                    <a:pt x="1933808" y="0"/>
                  </a:lnTo>
                  <a:lnTo>
                    <a:pt x="1862185" y="0"/>
                  </a:lnTo>
                  <a:lnTo>
                    <a:pt x="1790563" y="0"/>
                  </a:lnTo>
                  <a:lnTo>
                    <a:pt x="1718940" y="0"/>
                  </a:lnTo>
                  <a:lnTo>
                    <a:pt x="1647318" y="0"/>
                  </a:lnTo>
                  <a:lnTo>
                    <a:pt x="1575695" y="0"/>
                  </a:lnTo>
                  <a:lnTo>
                    <a:pt x="1504073" y="0"/>
                  </a:lnTo>
                  <a:lnTo>
                    <a:pt x="1432450" y="0"/>
                  </a:lnTo>
                  <a:lnTo>
                    <a:pt x="1360827" y="0"/>
                  </a:lnTo>
                  <a:lnTo>
                    <a:pt x="1289205" y="0"/>
                  </a:lnTo>
                  <a:lnTo>
                    <a:pt x="1217582" y="0"/>
                  </a:lnTo>
                  <a:lnTo>
                    <a:pt x="1145960" y="0"/>
                  </a:lnTo>
                  <a:lnTo>
                    <a:pt x="1074337" y="0"/>
                  </a:lnTo>
                  <a:lnTo>
                    <a:pt x="1002715" y="0"/>
                  </a:lnTo>
                  <a:lnTo>
                    <a:pt x="931092" y="0"/>
                  </a:lnTo>
                  <a:lnTo>
                    <a:pt x="859470" y="0"/>
                  </a:lnTo>
                  <a:lnTo>
                    <a:pt x="787847" y="0"/>
                  </a:lnTo>
                  <a:lnTo>
                    <a:pt x="716225" y="0"/>
                  </a:lnTo>
                  <a:lnTo>
                    <a:pt x="644602" y="0"/>
                  </a:lnTo>
                  <a:lnTo>
                    <a:pt x="572980" y="0"/>
                  </a:lnTo>
                  <a:lnTo>
                    <a:pt x="501357" y="0"/>
                  </a:lnTo>
                  <a:lnTo>
                    <a:pt x="429735" y="0"/>
                  </a:lnTo>
                  <a:lnTo>
                    <a:pt x="358112" y="0"/>
                  </a:lnTo>
                  <a:lnTo>
                    <a:pt x="286490" y="0"/>
                  </a:lnTo>
                  <a:lnTo>
                    <a:pt x="214867" y="0"/>
                  </a:lnTo>
                  <a:lnTo>
                    <a:pt x="143245" y="0"/>
                  </a:lnTo>
                  <a:lnTo>
                    <a:pt x="71622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104553" y="2073503"/>
              <a:ext cx="4158126" cy="3483746"/>
            </a:xfrm>
            <a:custGeom>
              <a:avLst/>
              <a:pathLst>
                <a:path w="4158126" h="3483746">
                  <a:moveTo>
                    <a:pt x="0" y="0"/>
                  </a:moveTo>
                  <a:lnTo>
                    <a:pt x="4019" y="118926"/>
                  </a:lnTo>
                  <a:lnTo>
                    <a:pt x="75642" y="1419145"/>
                  </a:lnTo>
                  <a:lnTo>
                    <a:pt x="147264" y="2216939"/>
                  </a:lnTo>
                  <a:lnTo>
                    <a:pt x="218887" y="2706453"/>
                  </a:lnTo>
                  <a:lnTo>
                    <a:pt x="290509" y="3006811"/>
                  </a:lnTo>
                  <a:lnTo>
                    <a:pt x="362132" y="3191107"/>
                  </a:lnTo>
                  <a:lnTo>
                    <a:pt x="433754" y="3304187"/>
                  </a:lnTo>
                  <a:lnTo>
                    <a:pt x="505377" y="3373572"/>
                  </a:lnTo>
                  <a:lnTo>
                    <a:pt x="576999" y="3416145"/>
                  </a:lnTo>
                  <a:lnTo>
                    <a:pt x="648622" y="3442267"/>
                  </a:lnTo>
                  <a:lnTo>
                    <a:pt x="720244" y="3458295"/>
                  </a:lnTo>
                  <a:lnTo>
                    <a:pt x="791867" y="3468130"/>
                  </a:lnTo>
                  <a:lnTo>
                    <a:pt x="863489" y="3474164"/>
                  </a:lnTo>
                  <a:lnTo>
                    <a:pt x="935112" y="3477867"/>
                  </a:lnTo>
                  <a:lnTo>
                    <a:pt x="1006735" y="3480139"/>
                  </a:lnTo>
                  <a:lnTo>
                    <a:pt x="1078357" y="3481533"/>
                  </a:lnTo>
                  <a:lnTo>
                    <a:pt x="1149980" y="3482388"/>
                  </a:lnTo>
                  <a:lnTo>
                    <a:pt x="1221602" y="3482913"/>
                  </a:lnTo>
                  <a:lnTo>
                    <a:pt x="1293225" y="3483235"/>
                  </a:lnTo>
                  <a:lnTo>
                    <a:pt x="1364847" y="3483433"/>
                  </a:lnTo>
                  <a:lnTo>
                    <a:pt x="1436470" y="3483554"/>
                  </a:lnTo>
                  <a:lnTo>
                    <a:pt x="1508092" y="3483628"/>
                  </a:lnTo>
                  <a:lnTo>
                    <a:pt x="1579715" y="3483674"/>
                  </a:lnTo>
                  <a:lnTo>
                    <a:pt x="1651337" y="3483702"/>
                  </a:lnTo>
                  <a:lnTo>
                    <a:pt x="1722960" y="3483719"/>
                  </a:lnTo>
                  <a:lnTo>
                    <a:pt x="1794582" y="3483730"/>
                  </a:lnTo>
                  <a:lnTo>
                    <a:pt x="1866205" y="3483736"/>
                  </a:lnTo>
                  <a:lnTo>
                    <a:pt x="1937827" y="3483740"/>
                  </a:lnTo>
                  <a:lnTo>
                    <a:pt x="2009450" y="3483743"/>
                  </a:lnTo>
                  <a:lnTo>
                    <a:pt x="2081072" y="3483744"/>
                  </a:lnTo>
                  <a:lnTo>
                    <a:pt x="2152695" y="3483745"/>
                  </a:lnTo>
                  <a:lnTo>
                    <a:pt x="2224317" y="3483746"/>
                  </a:lnTo>
                  <a:lnTo>
                    <a:pt x="2295940" y="3483746"/>
                  </a:lnTo>
                  <a:lnTo>
                    <a:pt x="2367563" y="3483746"/>
                  </a:lnTo>
                  <a:lnTo>
                    <a:pt x="2439185" y="3483746"/>
                  </a:lnTo>
                  <a:lnTo>
                    <a:pt x="2510808" y="3483746"/>
                  </a:lnTo>
                  <a:lnTo>
                    <a:pt x="2582430" y="3483746"/>
                  </a:lnTo>
                  <a:lnTo>
                    <a:pt x="2654053" y="3483746"/>
                  </a:lnTo>
                  <a:lnTo>
                    <a:pt x="2725675" y="3483746"/>
                  </a:lnTo>
                  <a:lnTo>
                    <a:pt x="2797298" y="3483746"/>
                  </a:lnTo>
                  <a:lnTo>
                    <a:pt x="2868920" y="3483746"/>
                  </a:lnTo>
                  <a:lnTo>
                    <a:pt x="2940543" y="3483746"/>
                  </a:lnTo>
                  <a:lnTo>
                    <a:pt x="3012165" y="3483746"/>
                  </a:lnTo>
                  <a:lnTo>
                    <a:pt x="3083788" y="3483746"/>
                  </a:lnTo>
                  <a:lnTo>
                    <a:pt x="3155410" y="3483746"/>
                  </a:lnTo>
                  <a:lnTo>
                    <a:pt x="3227033" y="3483746"/>
                  </a:lnTo>
                  <a:lnTo>
                    <a:pt x="3298655" y="3483746"/>
                  </a:lnTo>
                  <a:lnTo>
                    <a:pt x="3370278" y="3483746"/>
                  </a:lnTo>
                  <a:lnTo>
                    <a:pt x="3441900" y="3483746"/>
                  </a:lnTo>
                  <a:lnTo>
                    <a:pt x="3513523" y="3483746"/>
                  </a:lnTo>
                  <a:lnTo>
                    <a:pt x="3585145" y="3483746"/>
                  </a:lnTo>
                  <a:lnTo>
                    <a:pt x="3656768" y="3483746"/>
                  </a:lnTo>
                  <a:lnTo>
                    <a:pt x="3728391" y="3483746"/>
                  </a:lnTo>
                  <a:lnTo>
                    <a:pt x="3800013" y="3483746"/>
                  </a:lnTo>
                  <a:lnTo>
                    <a:pt x="3871636" y="3483746"/>
                  </a:lnTo>
                  <a:lnTo>
                    <a:pt x="3943258" y="3483746"/>
                  </a:lnTo>
                  <a:lnTo>
                    <a:pt x="4014881" y="3483746"/>
                  </a:lnTo>
                  <a:lnTo>
                    <a:pt x="4086503" y="3483746"/>
                  </a:lnTo>
                  <a:lnTo>
                    <a:pt x="4158126" y="348374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3139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34494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28121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321749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20347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10866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0449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98121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91749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1" name="tx51"/>
            <p:cNvSpPr/>
            <p:nvPr/>
          </p:nvSpPr>
          <p:spPr>
            <a:xfrm rot="-5400000">
              <a:off x="181100" y="3848213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896563"/>
              <a:ext cx="718233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HR per 10 % decline: 592.91 (0.00-Inf), p_Bonf = 1.000 (n = 6)  |  per IQR decline (Δ = 25.8 %): 14317937.60 (0.00-Inf)  |  IQR: [-10.6, 15.2] %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669789"/>
              <a:ext cx="176890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2026-10-09T15:07:18Z</dcterms:modified>
  <cp:category/>
</cp:coreProperties>
</file>