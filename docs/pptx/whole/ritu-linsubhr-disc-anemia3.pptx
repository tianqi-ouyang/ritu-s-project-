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25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6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88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6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7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79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242879"/>
            </a:xfrm>
            <a:custGeom>
              <a:avLst/>
              <a:pathLst>
                <a:path w="7090630" h="3242879">
                  <a:moveTo>
                    <a:pt x="1735032" y="0"/>
                  </a:moveTo>
                  <a:lnTo>
                    <a:pt x="1790563" y="95549"/>
                  </a:lnTo>
                  <a:lnTo>
                    <a:pt x="1862185" y="214463"/>
                  </a:lnTo>
                  <a:lnTo>
                    <a:pt x="1933808" y="329203"/>
                  </a:lnTo>
                  <a:lnTo>
                    <a:pt x="2005430" y="439916"/>
                  </a:lnTo>
                  <a:lnTo>
                    <a:pt x="2077053" y="546744"/>
                  </a:lnTo>
                  <a:lnTo>
                    <a:pt x="2148675" y="649822"/>
                  </a:lnTo>
                  <a:lnTo>
                    <a:pt x="2220298" y="749283"/>
                  </a:lnTo>
                  <a:lnTo>
                    <a:pt x="2291920" y="845253"/>
                  </a:lnTo>
                  <a:lnTo>
                    <a:pt x="2363543" y="937855"/>
                  </a:lnTo>
                  <a:lnTo>
                    <a:pt x="2435165" y="1027206"/>
                  </a:lnTo>
                  <a:lnTo>
                    <a:pt x="2506788" y="1113422"/>
                  </a:lnTo>
                  <a:lnTo>
                    <a:pt x="2578410" y="1196612"/>
                  </a:lnTo>
                  <a:lnTo>
                    <a:pt x="2650033" y="1276882"/>
                  </a:lnTo>
                  <a:lnTo>
                    <a:pt x="2721655" y="1354336"/>
                  </a:lnTo>
                  <a:lnTo>
                    <a:pt x="2793278" y="1429070"/>
                  </a:lnTo>
                  <a:lnTo>
                    <a:pt x="2864901" y="1501182"/>
                  </a:lnTo>
                  <a:lnTo>
                    <a:pt x="2936523" y="1570763"/>
                  </a:lnTo>
                  <a:lnTo>
                    <a:pt x="3008146" y="1637902"/>
                  </a:lnTo>
                  <a:lnTo>
                    <a:pt x="3079768" y="1702684"/>
                  </a:lnTo>
                  <a:lnTo>
                    <a:pt x="3151391" y="1765193"/>
                  </a:lnTo>
                  <a:lnTo>
                    <a:pt x="3223013" y="1825509"/>
                  </a:lnTo>
                  <a:lnTo>
                    <a:pt x="3294636" y="1883707"/>
                  </a:lnTo>
                  <a:lnTo>
                    <a:pt x="3366258" y="1939862"/>
                  </a:lnTo>
                  <a:lnTo>
                    <a:pt x="3437881" y="1994047"/>
                  </a:lnTo>
                  <a:lnTo>
                    <a:pt x="3509503" y="2046330"/>
                  </a:lnTo>
                  <a:lnTo>
                    <a:pt x="3581126" y="2096779"/>
                  </a:lnTo>
                  <a:lnTo>
                    <a:pt x="3652748" y="2145456"/>
                  </a:lnTo>
                  <a:lnTo>
                    <a:pt x="3724371" y="2192425"/>
                  </a:lnTo>
                  <a:lnTo>
                    <a:pt x="3795993" y="2237746"/>
                  </a:lnTo>
                  <a:lnTo>
                    <a:pt x="3867616" y="2281476"/>
                  </a:lnTo>
                  <a:lnTo>
                    <a:pt x="3939238" y="2323672"/>
                  </a:lnTo>
                  <a:lnTo>
                    <a:pt x="4010861" y="2364386"/>
                  </a:lnTo>
                  <a:lnTo>
                    <a:pt x="4082483" y="2403672"/>
                  </a:lnTo>
                  <a:lnTo>
                    <a:pt x="4154106" y="2441579"/>
                  </a:lnTo>
                  <a:lnTo>
                    <a:pt x="4225729" y="2478155"/>
                  </a:lnTo>
                  <a:lnTo>
                    <a:pt x="4297351" y="2513448"/>
                  </a:lnTo>
                  <a:lnTo>
                    <a:pt x="4368974" y="2547502"/>
                  </a:lnTo>
                  <a:lnTo>
                    <a:pt x="4440596" y="2580361"/>
                  </a:lnTo>
                  <a:lnTo>
                    <a:pt x="4512219" y="2612066"/>
                  </a:lnTo>
                  <a:lnTo>
                    <a:pt x="4583841" y="2642659"/>
                  </a:lnTo>
                  <a:lnTo>
                    <a:pt x="4655464" y="2654202"/>
                  </a:lnTo>
                  <a:lnTo>
                    <a:pt x="4727086" y="2654071"/>
                  </a:lnTo>
                  <a:lnTo>
                    <a:pt x="4798709" y="2653939"/>
                  </a:lnTo>
                  <a:lnTo>
                    <a:pt x="4870331" y="2653807"/>
                  </a:lnTo>
                  <a:lnTo>
                    <a:pt x="4941954" y="2653675"/>
                  </a:lnTo>
                  <a:lnTo>
                    <a:pt x="5013576" y="2653544"/>
                  </a:lnTo>
                  <a:lnTo>
                    <a:pt x="5085199" y="2653412"/>
                  </a:lnTo>
                  <a:lnTo>
                    <a:pt x="5156821" y="2653280"/>
                  </a:lnTo>
                  <a:lnTo>
                    <a:pt x="5228444" y="2653148"/>
                  </a:lnTo>
                  <a:lnTo>
                    <a:pt x="5300066" y="2653016"/>
                  </a:lnTo>
                  <a:lnTo>
                    <a:pt x="5371689" y="2652884"/>
                  </a:lnTo>
                  <a:lnTo>
                    <a:pt x="5443311" y="2652752"/>
                  </a:lnTo>
                  <a:lnTo>
                    <a:pt x="5514934" y="2652620"/>
                  </a:lnTo>
                  <a:lnTo>
                    <a:pt x="5586557" y="2652488"/>
                  </a:lnTo>
                  <a:lnTo>
                    <a:pt x="5658179" y="2652356"/>
                  </a:lnTo>
                  <a:lnTo>
                    <a:pt x="5729802" y="2652224"/>
                  </a:lnTo>
                  <a:lnTo>
                    <a:pt x="5801424" y="2652092"/>
                  </a:lnTo>
                  <a:lnTo>
                    <a:pt x="5873047" y="2651960"/>
                  </a:lnTo>
                  <a:lnTo>
                    <a:pt x="5944669" y="2651828"/>
                  </a:lnTo>
                  <a:lnTo>
                    <a:pt x="6016292" y="2651696"/>
                  </a:lnTo>
                  <a:lnTo>
                    <a:pt x="6087914" y="2651564"/>
                  </a:lnTo>
                  <a:lnTo>
                    <a:pt x="6159537" y="2651432"/>
                  </a:lnTo>
                  <a:lnTo>
                    <a:pt x="6231159" y="2651300"/>
                  </a:lnTo>
                  <a:lnTo>
                    <a:pt x="6302782" y="2651167"/>
                  </a:lnTo>
                  <a:lnTo>
                    <a:pt x="6374404" y="2651035"/>
                  </a:lnTo>
                  <a:lnTo>
                    <a:pt x="6446027" y="2650903"/>
                  </a:lnTo>
                  <a:lnTo>
                    <a:pt x="6517649" y="2650771"/>
                  </a:lnTo>
                  <a:lnTo>
                    <a:pt x="6589272" y="2650638"/>
                  </a:lnTo>
                  <a:lnTo>
                    <a:pt x="6660894" y="2650506"/>
                  </a:lnTo>
                  <a:lnTo>
                    <a:pt x="6732517" y="2650374"/>
                  </a:lnTo>
                  <a:lnTo>
                    <a:pt x="6804139" y="2650241"/>
                  </a:lnTo>
                  <a:lnTo>
                    <a:pt x="6875762" y="2650109"/>
                  </a:lnTo>
                  <a:lnTo>
                    <a:pt x="6947385" y="2649977"/>
                  </a:lnTo>
                  <a:lnTo>
                    <a:pt x="7019007" y="2649844"/>
                  </a:lnTo>
                  <a:lnTo>
                    <a:pt x="7090630" y="2649712"/>
                  </a:lnTo>
                  <a:lnTo>
                    <a:pt x="7090630" y="3242879"/>
                  </a:lnTo>
                  <a:lnTo>
                    <a:pt x="7019007" y="3234118"/>
                  </a:lnTo>
                  <a:lnTo>
                    <a:pt x="6947385" y="3225038"/>
                  </a:lnTo>
                  <a:lnTo>
                    <a:pt x="6875762" y="3215628"/>
                  </a:lnTo>
                  <a:lnTo>
                    <a:pt x="6804139" y="3205876"/>
                  </a:lnTo>
                  <a:lnTo>
                    <a:pt x="6732517" y="3195769"/>
                  </a:lnTo>
                  <a:lnTo>
                    <a:pt x="6660894" y="3185294"/>
                  </a:lnTo>
                  <a:lnTo>
                    <a:pt x="6589272" y="3174439"/>
                  </a:lnTo>
                  <a:lnTo>
                    <a:pt x="6517649" y="3163188"/>
                  </a:lnTo>
                  <a:lnTo>
                    <a:pt x="6446027" y="3151529"/>
                  </a:lnTo>
                  <a:lnTo>
                    <a:pt x="6374404" y="3139445"/>
                  </a:lnTo>
                  <a:lnTo>
                    <a:pt x="6302782" y="3126922"/>
                  </a:lnTo>
                  <a:lnTo>
                    <a:pt x="6231159" y="3113943"/>
                  </a:lnTo>
                  <a:lnTo>
                    <a:pt x="6159537" y="3100492"/>
                  </a:lnTo>
                  <a:lnTo>
                    <a:pt x="6087914" y="3086552"/>
                  </a:lnTo>
                  <a:lnTo>
                    <a:pt x="6016292" y="3072105"/>
                  </a:lnTo>
                  <a:lnTo>
                    <a:pt x="5944669" y="3057132"/>
                  </a:lnTo>
                  <a:lnTo>
                    <a:pt x="5873047" y="3041615"/>
                  </a:lnTo>
                  <a:lnTo>
                    <a:pt x="5801424" y="3025533"/>
                  </a:lnTo>
                  <a:lnTo>
                    <a:pt x="5729802" y="3008867"/>
                  </a:lnTo>
                  <a:lnTo>
                    <a:pt x="5658179" y="2991594"/>
                  </a:lnTo>
                  <a:lnTo>
                    <a:pt x="5586557" y="2973693"/>
                  </a:lnTo>
                  <a:lnTo>
                    <a:pt x="5514934" y="2955141"/>
                  </a:lnTo>
                  <a:lnTo>
                    <a:pt x="5443311" y="2935914"/>
                  </a:lnTo>
                  <a:lnTo>
                    <a:pt x="5371689" y="2915987"/>
                  </a:lnTo>
                  <a:lnTo>
                    <a:pt x="5300066" y="2895336"/>
                  </a:lnTo>
                  <a:lnTo>
                    <a:pt x="5228444" y="2873934"/>
                  </a:lnTo>
                  <a:lnTo>
                    <a:pt x="5156821" y="2851753"/>
                  </a:lnTo>
                  <a:lnTo>
                    <a:pt x="5085199" y="2828766"/>
                  </a:lnTo>
                  <a:lnTo>
                    <a:pt x="5013576" y="2804942"/>
                  </a:lnTo>
                  <a:lnTo>
                    <a:pt x="4941954" y="2780252"/>
                  </a:lnTo>
                  <a:lnTo>
                    <a:pt x="4870331" y="2754664"/>
                  </a:lnTo>
                  <a:lnTo>
                    <a:pt x="4798709" y="2728145"/>
                  </a:lnTo>
                  <a:lnTo>
                    <a:pt x="4727086" y="2700661"/>
                  </a:lnTo>
                  <a:lnTo>
                    <a:pt x="4655464" y="2672178"/>
                  </a:lnTo>
                  <a:lnTo>
                    <a:pt x="4583841" y="2654334"/>
                  </a:lnTo>
                  <a:lnTo>
                    <a:pt x="4512219" y="2654466"/>
                  </a:lnTo>
                  <a:lnTo>
                    <a:pt x="4440596" y="2654598"/>
                  </a:lnTo>
                  <a:lnTo>
                    <a:pt x="4368974" y="2654729"/>
                  </a:lnTo>
                  <a:lnTo>
                    <a:pt x="4297351" y="2654861"/>
                  </a:lnTo>
                  <a:lnTo>
                    <a:pt x="4225729" y="2654992"/>
                  </a:lnTo>
                  <a:lnTo>
                    <a:pt x="4154106" y="2655124"/>
                  </a:lnTo>
                  <a:lnTo>
                    <a:pt x="4082483" y="2655256"/>
                  </a:lnTo>
                  <a:lnTo>
                    <a:pt x="4010861" y="2655387"/>
                  </a:lnTo>
                  <a:lnTo>
                    <a:pt x="3939238" y="2655519"/>
                  </a:lnTo>
                  <a:lnTo>
                    <a:pt x="3867616" y="2655650"/>
                  </a:lnTo>
                  <a:lnTo>
                    <a:pt x="3795993" y="2655782"/>
                  </a:lnTo>
                  <a:lnTo>
                    <a:pt x="3724371" y="2655913"/>
                  </a:lnTo>
                  <a:lnTo>
                    <a:pt x="3652748" y="2656044"/>
                  </a:lnTo>
                  <a:lnTo>
                    <a:pt x="3581126" y="2656176"/>
                  </a:lnTo>
                  <a:lnTo>
                    <a:pt x="3509503" y="2656307"/>
                  </a:lnTo>
                  <a:lnTo>
                    <a:pt x="3437881" y="2656439"/>
                  </a:lnTo>
                  <a:lnTo>
                    <a:pt x="3366258" y="2656570"/>
                  </a:lnTo>
                  <a:lnTo>
                    <a:pt x="3294636" y="2656701"/>
                  </a:lnTo>
                  <a:lnTo>
                    <a:pt x="3223013" y="2656833"/>
                  </a:lnTo>
                  <a:lnTo>
                    <a:pt x="3151391" y="2656964"/>
                  </a:lnTo>
                  <a:lnTo>
                    <a:pt x="3079768" y="2657095"/>
                  </a:lnTo>
                  <a:lnTo>
                    <a:pt x="3008146" y="2657226"/>
                  </a:lnTo>
                  <a:lnTo>
                    <a:pt x="2936523" y="2657358"/>
                  </a:lnTo>
                  <a:lnTo>
                    <a:pt x="2864901" y="2657489"/>
                  </a:lnTo>
                  <a:lnTo>
                    <a:pt x="2793278" y="2657620"/>
                  </a:lnTo>
                  <a:lnTo>
                    <a:pt x="2721655" y="2657751"/>
                  </a:lnTo>
                  <a:lnTo>
                    <a:pt x="2650033" y="2657882"/>
                  </a:lnTo>
                  <a:lnTo>
                    <a:pt x="2578410" y="2658014"/>
                  </a:lnTo>
                  <a:lnTo>
                    <a:pt x="2506788" y="2658145"/>
                  </a:lnTo>
                  <a:lnTo>
                    <a:pt x="2435165" y="2658276"/>
                  </a:lnTo>
                  <a:lnTo>
                    <a:pt x="2363543" y="2658407"/>
                  </a:lnTo>
                  <a:lnTo>
                    <a:pt x="2291920" y="2658538"/>
                  </a:lnTo>
                  <a:lnTo>
                    <a:pt x="2220298" y="2658669"/>
                  </a:lnTo>
                  <a:lnTo>
                    <a:pt x="2148675" y="2658800"/>
                  </a:lnTo>
                  <a:lnTo>
                    <a:pt x="2077053" y="2658931"/>
                  </a:lnTo>
                  <a:lnTo>
                    <a:pt x="2005430" y="2659062"/>
                  </a:lnTo>
                  <a:lnTo>
                    <a:pt x="1933808" y="2659193"/>
                  </a:lnTo>
                  <a:lnTo>
                    <a:pt x="1862185" y="2659324"/>
                  </a:lnTo>
                  <a:lnTo>
                    <a:pt x="1790563" y="2659455"/>
                  </a:lnTo>
                  <a:lnTo>
                    <a:pt x="1718940" y="2659585"/>
                  </a:lnTo>
                  <a:lnTo>
                    <a:pt x="1647318" y="2659716"/>
                  </a:lnTo>
                  <a:lnTo>
                    <a:pt x="1575695" y="2659847"/>
                  </a:lnTo>
                  <a:lnTo>
                    <a:pt x="1504073" y="2659978"/>
                  </a:lnTo>
                  <a:lnTo>
                    <a:pt x="1432450" y="2660109"/>
                  </a:lnTo>
                  <a:lnTo>
                    <a:pt x="1360827" y="2660239"/>
                  </a:lnTo>
                  <a:lnTo>
                    <a:pt x="1289205" y="2660370"/>
                  </a:lnTo>
                  <a:lnTo>
                    <a:pt x="1217582" y="2660501"/>
                  </a:lnTo>
                  <a:lnTo>
                    <a:pt x="1145960" y="2660632"/>
                  </a:lnTo>
                  <a:lnTo>
                    <a:pt x="1074337" y="2660762"/>
                  </a:lnTo>
                  <a:lnTo>
                    <a:pt x="1002715" y="2660893"/>
                  </a:lnTo>
                  <a:lnTo>
                    <a:pt x="931092" y="2661024"/>
                  </a:lnTo>
                  <a:lnTo>
                    <a:pt x="859470" y="2661154"/>
                  </a:lnTo>
                  <a:lnTo>
                    <a:pt x="787847" y="2661285"/>
                  </a:lnTo>
                  <a:lnTo>
                    <a:pt x="716225" y="2661415"/>
                  </a:lnTo>
                  <a:lnTo>
                    <a:pt x="644602" y="2661546"/>
                  </a:lnTo>
                  <a:lnTo>
                    <a:pt x="572980" y="2661677"/>
                  </a:lnTo>
                  <a:lnTo>
                    <a:pt x="501357" y="2661807"/>
                  </a:lnTo>
                  <a:lnTo>
                    <a:pt x="429735" y="2661938"/>
                  </a:lnTo>
                  <a:lnTo>
                    <a:pt x="358112" y="2662068"/>
                  </a:lnTo>
                  <a:lnTo>
                    <a:pt x="286490" y="2662199"/>
                  </a:lnTo>
                  <a:lnTo>
                    <a:pt x="214867" y="2662329"/>
                  </a:lnTo>
                  <a:lnTo>
                    <a:pt x="143245" y="2662459"/>
                  </a:lnTo>
                  <a:lnTo>
                    <a:pt x="71622" y="2662590"/>
                  </a:lnTo>
                  <a:lnTo>
                    <a:pt x="0" y="26627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907081" y="2073503"/>
              <a:ext cx="5355597" cy="2654202"/>
            </a:xfrm>
            <a:custGeom>
              <a:avLst/>
              <a:pathLst>
                <a:path w="5355597" h="2654202">
                  <a:moveTo>
                    <a:pt x="0" y="0"/>
                  </a:moveTo>
                  <a:lnTo>
                    <a:pt x="55530" y="95549"/>
                  </a:lnTo>
                  <a:lnTo>
                    <a:pt x="127153" y="214463"/>
                  </a:lnTo>
                  <a:lnTo>
                    <a:pt x="198775" y="329203"/>
                  </a:lnTo>
                  <a:lnTo>
                    <a:pt x="270398" y="439916"/>
                  </a:lnTo>
                  <a:lnTo>
                    <a:pt x="342020" y="546744"/>
                  </a:lnTo>
                  <a:lnTo>
                    <a:pt x="413643" y="649822"/>
                  </a:lnTo>
                  <a:lnTo>
                    <a:pt x="485265" y="749283"/>
                  </a:lnTo>
                  <a:lnTo>
                    <a:pt x="556888" y="845253"/>
                  </a:lnTo>
                  <a:lnTo>
                    <a:pt x="628510" y="937855"/>
                  </a:lnTo>
                  <a:lnTo>
                    <a:pt x="700133" y="1027206"/>
                  </a:lnTo>
                  <a:lnTo>
                    <a:pt x="771755" y="1113422"/>
                  </a:lnTo>
                  <a:lnTo>
                    <a:pt x="843378" y="1196612"/>
                  </a:lnTo>
                  <a:lnTo>
                    <a:pt x="915000" y="1276882"/>
                  </a:lnTo>
                  <a:lnTo>
                    <a:pt x="986623" y="1354336"/>
                  </a:lnTo>
                  <a:lnTo>
                    <a:pt x="1058245" y="1429070"/>
                  </a:lnTo>
                  <a:lnTo>
                    <a:pt x="1129868" y="1501182"/>
                  </a:lnTo>
                  <a:lnTo>
                    <a:pt x="1201490" y="1570763"/>
                  </a:lnTo>
                  <a:lnTo>
                    <a:pt x="1273113" y="1637902"/>
                  </a:lnTo>
                  <a:lnTo>
                    <a:pt x="1344736" y="1702684"/>
                  </a:lnTo>
                  <a:lnTo>
                    <a:pt x="1416358" y="1765193"/>
                  </a:lnTo>
                  <a:lnTo>
                    <a:pt x="1487981" y="1825509"/>
                  </a:lnTo>
                  <a:lnTo>
                    <a:pt x="1559603" y="1883707"/>
                  </a:lnTo>
                  <a:lnTo>
                    <a:pt x="1631226" y="1939862"/>
                  </a:lnTo>
                  <a:lnTo>
                    <a:pt x="1702848" y="1994047"/>
                  </a:lnTo>
                  <a:lnTo>
                    <a:pt x="1774471" y="2046330"/>
                  </a:lnTo>
                  <a:lnTo>
                    <a:pt x="1846093" y="2096779"/>
                  </a:lnTo>
                  <a:lnTo>
                    <a:pt x="1917716" y="2145456"/>
                  </a:lnTo>
                  <a:lnTo>
                    <a:pt x="1989338" y="2192425"/>
                  </a:lnTo>
                  <a:lnTo>
                    <a:pt x="2060961" y="2237746"/>
                  </a:lnTo>
                  <a:lnTo>
                    <a:pt x="2132583" y="2281476"/>
                  </a:lnTo>
                  <a:lnTo>
                    <a:pt x="2204206" y="2323672"/>
                  </a:lnTo>
                  <a:lnTo>
                    <a:pt x="2275828" y="2364386"/>
                  </a:lnTo>
                  <a:lnTo>
                    <a:pt x="2347451" y="2403672"/>
                  </a:lnTo>
                  <a:lnTo>
                    <a:pt x="2419073" y="2441579"/>
                  </a:lnTo>
                  <a:lnTo>
                    <a:pt x="2490696" y="2478155"/>
                  </a:lnTo>
                  <a:lnTo>
                    <a:pt x="2562318" y="2513448"/>
                  </a:lnTo>
                  <a:lnTo>
                    <a:pt x="2633941" y="2547502"/>
                  </a:lnTo>
                  <a:lnTo>
                    <a:pt x="2705564" y="2580361"/>
                  </a:lnTo>
                  <a:lnTo>
                    <a:pt x="2777186" y="2612066"/>
                  </a:lnTo>
                  <a:lnTo>
                    <a:pt x="2848809" y="2642659"/>
                  </a:lnTo>
                  <a:lnTo>
                    <a:pt x="2920431" y="2654202"/>
                  </a:lnTo>
                  <a:lnTo>
                    <a:pt x="2992054" y="2654071"/>
                  </a:lnTo>
                  <a:lnTo>
                    <a:pt x="3063676" y="2653939"/>
                  </a:lnTo>
                  <a:lnTo>
                    <a:pt x="3135299" y="2653807"/>
                  </a:lnTo>
                  <a:lnTo>
                    <a:pt x="3206921" y="2653675"/>
                  </a:lnTo>
                  <a:lnTo>
                    <a:pt x="3278544" y="2653544"/>
                  </a:lnTo>
                  <a:lnTo>
                    <a:pt x="3350166" y="2653412"/>
                  </a:lnTo>
                  <a:lnTo>
                    <a:pt x="3421789" y="2653280"/>
                  </a:lnTo>
                  <a:lnTo>
                    <a:pt x="3493411" y="2653148"/>
                  </a:lnTo>
                  <a:lnTo>
                    <a:pt x="3565034" y="2653016"/>
                  </a:lnTo>
                  <a:lnTo>
                    <a:pt x="3636656" y="2652884"/>
                  </a:lnTo>
                  <a:lnTo>
                    <a:pt x="3708279" y="2652752"/>
                  </a:lnTo>
                  <a:lnTo>
                    <a:pt x="3779901" y="2652620"/>
                  </a:lnTo>
                  <a:lnTo>
                    <a:pt x="3851524" y="2652488"/>
                  </a:lnTo>
                  <a:lnTo>
                    <a:pt x="3923146" y="2652356"/>
                  </a:lnTo>
                  <a:lnTo>
                    <a:pt x="3994769" y="2652224"/>
                  </a:lnTo>
                  <a:lnTo>
                    <a:pt x="4066392" y="2652092"/>
                  </a:lnTo>
                  <a:lnTo>
                    <a:pt x="4138014" y="2651960"/>
                  </a:lnTo>
                  <a:lnTo>
                    <a:pt x="4209637" y="2651828"/>
                  </a:lnTo>
                  <a:lnTo>
                    <a:pt x="4281259" y="2651696"/>
                  </a:lnTo>
                  <a:lnTo>
                    <a:pt x="4352882" y="2651564"/>
                  </a:lnTo>
                  <a:lnTo>
                    <a:pt x="4424504" y="2651432"/>
                  </a:lnTo>
                  <a:lnTo>
                    <a:pt x="4496127" y="2651300"/>
                  </a:lnTo>
                  <a:lnTo>
                    <a:pt x="4567749" y="2651167"/>
                  </a:lnTo>
                  <a:lnTo>
                    <a:pt x="4639372" y="2651035"/>
                  </a:lnTo>
                  <a:lnTo>
                    <a:pt x="4710994" y="2650903"/>
                  </a:lnTo>
                  <a:lnTo>
                    <a:pt x="4782617" y="2650771"/>
                  </a:lnTo>
                  <a:lnTo>
                    <a:pt x="4854239" y="2650638"/>
                  </a:lnTo>
                  <a:lnTo>
                    <a:pt x="4925862" y="2650506"/>
                  </a:lnTo>
                  <a:lnTo>
                    <a:pt x="4997484" y="2650374"/>
                  </a:lnTo>
                  <a:lnTo>
                    <a:pt x="5069107" y="2650241"/>
                  </a:lnTo>
                  <a:lnTo>
                    <a:pt x="5140729" y="2650109"/>
                  </a:lnTo>
                  <a:lnTo>
                    <a:pt x="5212352" y="2649977"/>
                  </a:lnTo>
                  <a:lnTo>
                    <a:pt x="5283974" y="2649844"/>
                  </a:lnTo>
                  <a:lnTo>
                    <a:pt x="5355597" y="26497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27837"/>
              <a:ext cx="7090630" cy="588544"/>
            </a:xfrm>
            <a:custGeom>
              <a:avLst/>
              <a:pathLst>
                <a:path w="7090630" h="588544">
                  <a:moveTo>
                    <a:pt x="7090630" y="588544"/>
                  </a:moveTo>
                  <a:lnTo>
                    <a:pt x="7019007" y="579783"/>
                  </a:lnTo>
                  <a:lnTo>
                    <a:pt x="6947385" y="570704"/>
                  </a:lnTo>
                  <a:lnTo>
                    <a:pt x="6875762" y="561294"/>
                  </a:lnTo>
                  <a:lnTo>
                    <a:pt x="6804139" y="551541"/>
                  </a:lnTo>
                  <a:lnTo>
                    <a:pt x="6732517" y="541434"/>
                  </a:lnTo>
                  <a:lnTo>
                    <a:pt x="6660894" y="530960"/>
                  </a:lnTo>
                  <a:lnTo>
                    <a:pt x="6589272" y="520104"/>
                  </a:lnTo>
                  <a:lnTo>
                    <a:pt x="6517649" y="508854"/>
                  </a:lnTo>
                  <a:lnTo>
                    <a:pt x="6446027" y="497194"/>
                  </a:lnTo>
                  <a:lnTo>
                    <a:pt x="6374404" y="485110"/>
                  </a:lnTo>
                  <a:lnTo>
                    <a:pt x="6302782" y="472587"/>
                  </a:lnTo>
                  <a:lnTo>
                    <a:pt x="6231159" y="459608"/>
                  </a:lnTo>
                  <a:lnTo>
                    <a:pt x="6159537" y="446157"/>
                  </a:lnTo>
                  <a:lnTo>
                    <a:pt x="6087914" y="432217"/>
                  </a:lnTo>
                  <a:lnTo>
                    <a:pt x="6016292" y="417770"/>
                  </a:lnTo>
                  <a:lnTo>
                    <a:pt x="5944669" y="402797"/>
                  </a:lnTo>
                  <a:lnTo>
                    <a:pt x="5873047" y="387280"/>
                  </a:lnTo>
                  <a:lnTo>
                    <a:pt x="5801424" y="371199"/>
                  </a:lnTo>
                  <a:lnTo>
                    <a:pt x="5729802" y="354532"/>
                  </a:lnTo>
                  <a:lnTo>
                    <a:pt x="5658179" y="337259"/>
                  </a:lnTo>
                  <a:lnTo>
                    <a:pt x="5586557" y="319358"/>
                  </a:lnTo>
                  <a:lnTo>
                    <a:pt x="5514934" y="300806"/>
                  </a:lnTo>
                  <a:lnTo>
                    <a:pt x="5443311" y="281579"/>
                  </a:lnTo>
                  <a:lnTo>
                    <a:pt x="5371689" y="261653"/>
                  </a:lnTo>
                  <a:lnTo>
                    <a:pt x="5300066" y="241002"/>
                  </a:lnTo>
                  <a:lnTo>
                    <a:pt x="5228444" y="219599"/>
                  </a:lnTo>
                  <a:lnTo>
                    <a:pt x="5156821" y="197419"/>
                  </a:lnTo>
                  <a:lnTo>
                    <a:pt x="5085199" y="174431"/>
                  </a:lnTo>
                  <a:lnTo>
                    <a:pt x="5013576" y="150607"/>
                  </a:lnTo>
                  <a:lnTo>
                    <a:pt x="4941954" y="125917"/>
                  </a:lnTo>
                  <a:lnTo>
                    <a:pt x="4870331" y="100329"/>
                  </a:lnTo>
                  <a:lnTo>
                    <a:pt x="4798709" y="73810"/>
                  </a:lnTo>
                  <a:lnTo>
                    <a:pt x="4727086" y="46327"/>
                  </a:lnTo>
                  <a:lnTo>
                    <a:pt x="4655464" y="17844"/>
                  </a:lnTo>
                  <a:lnTo>
                    <a:pt x="4583841" y="0"/>
                  </a:lnTo>
                  <a:lnTo>
                    <a:pt x="4512219" y="131"/>
                  </a:lnTo>
                  <a:lnTo>
                    <a:pt x="4440596" y="263"/>
                  </a:lnTo>
                  <a:lnTo>
                    <a:pt x="4368974" y="395"/>
                  </a:lnTo>
                  <a:lnTo>
                    <a:pt x="4297351" y="526"/>
                  </a:lnTo>
                  <a:lnTo>
                    <a:pt x="4225729" y="658"/>
                  </a:lnTo>
                  <a:lnTo>
                    <a:pt x="4154106" y="789"/>
                  </a:lnTo>
                  <a:lnTo>
                    <a:pt x="4082483" y="921"/>
                  </a:lnTo>
                  <a:lnTo>
                    <a:pt x="4010861" y="1052"/>
                  </a:lnTo>
                  <a:lnTo>
                    <a:pt x="3939238" y="1184"/>
                  </a:lnTo>
                  <a:lnTo>
                    <a:pt x="3867616" y="1315"/>
                  </a:lnTo>
                  <a:lnTo>
                    <a:pt x="3795993" y="1447"/>
                  </a:lnTo>
                  <a:lnTo>
                    <a:pt x="3724371" y="1578"/>
                  </a:lnTo>
                  <a:lnTo>
                    <a:pt x="3652748" y="1710"/>
                  </a:lnTo>
                  <a:lnTo>
                    <a:pt x="3581126" y="1841"/>
                  </a:lnTo>
                  <a:lnTo>
                    <a:pt x="3509503" y="1973"/>
                  </a:lnTo>
                  <a:lnTo>
                    <a:pt x="3437881" y="2104"/>
                  </a:lnTo>
                  <a:lnTo>
                    <a:pt x="3366258" y="2235"/>
                  </a:lnTo>
                  <a:lnTo>
                    <a:pt x="3294636" y="2367"/>
                  </a:lnTo>
                  <a:lnTo>
                    <a:pt x="3223013" y="2498"/>
                  </a:lnTo>
                  <a:lnTo>
                    <a:pt x="3151391" y="2629"/>
                  </a:lnTo>
                  <a:lnTo>
                    <a:pt x="3079768" y="2761"/>
                  </a:lnTo>
                  <a:lnTo>
                    <a:pt x="3008146" y="2892"/>
                  </a:lnTo>
                  <a:lnTo>
                    <a:pt x="2936523" y="3023"/>
                  </a:lnTo>
                  <a:lnTo>
                    <a:pt x="2864901" y="3154"/>
                  </a:lnTo>
                  <a:lnTo>
                    <a:pt x="2793278" y="3285"/>
                  </a:lnTo>
                  <a:lnTo>
                    <a:pt x="2721655" y="3417"/>
                  </a:lnTo>
                  <a:lnTo>
                    <a:pt x="2650033" y="3548"/>
                  </a:lnTo>
                  <a:lnTo>
                    <a:pt x="2578410" y="3679"/>
                  </a:lnTo>
                  <a:lnTo>
                    <a:pt x="2506788" y="3810"/>
                  </a:lnTo>
                  <a:lnTo>
                    <a:pt x="2435165" y="3941"/>
                  </a:lnTo>
                  <a:lnTo>
                    <a:pt x="2363543" y="4072"/>
                  </a:lnTo>
                  <a:lnTo>
                    <a:pt x="2291920" y="4203"/>
                  </a:lnTo>
                  <a:lnTo>
                    <a:pt x="2220298" y="4334"/>
                  </a:lnTo>
                  <a:lnTo>
                    <a:pt x="2148675" y="4465"/>
                  </a:lnTo>
                  <a:lnTo>
                    <a:pt x="2077053" y="4596"/>
                  </a:lnTo>
                  <a:lnTo>
                    <a:pt x="2005430" y="4727"/>
                  </a:lnTo>
                  <a:lnTo>
                    <a:pt x="1933808" y="4858"/>
                  </a:lnTo>
                  <a:lnTo>
                    <a:pt x="1862185" y="4989"/>
                  </a:lnTo>
                  <a:lnTo>
                    <a:pt x="1790563" y="5120"/>
                  </a:lnTo>
                  <a:lnTo>
                    <a:pt x="1718940" y="5251"/>
                  </a:lnTo>
                  <a:lnTo>
                    <a:pt x="1647318" y="5382"/>
                  </a:lnTo>
                  <a:lnTo>
                    <a:pt x="1575695" y="5512"/>
                  </a:lnTo>
                  <a:lnTo>
                    <a:pt x="1504073" y="5643"/>
                  </a:lnTo>
                  <a:lnTo>
                    <a:pt x="1432450" y="5774"/>
                  </a:lnTo>
                  <a:lnTo>
                    <a:pt x="1360827" y="5905"/>
                  </a:lnTo>
                  <a:lnTo>
                    <a:pt x="1289205" y="6036"/>
                  </a:lnTo>
                  <a:lnTo>
                    <a:pt x="1217582" y="6166"/>
                  </a:lnTo>
                  <a:lnTo>
                    <a:pt x="1145960" y="6297"/>
                  </a:lnTo>
                  <a:lnTo>
                    <a:pt x="1074337" y="6428"/>
                  </a:lnTo>
                  <a:lnTo>
                    <a:pt x="1002715" y="6558"/>
                  </a:lnTo>
                  <a:lnTo>
                    <a:pt x="931092" y="6689"/>
                  </a:lnTo>
                  <a:lnTo>
                    <a:pt x="859470" y="6820"/>
                  </a:lnTo>
                  <a:lnTo>
                    <a:pt x="787847" y="6950"/>
                  </a:lnTo>
                  <a:lnTo>
                    <a:pt x="716225" y="7081"/>
                  </a:lnTo>
                  <a:lnTo>
                    <a:pt x="644602" y="7211"/>
                  </a:lnTo>
                  <a:lnTo>
                    <a:pt x="572980" y="7342"/>
                  </a:lnTo>
                  <a:lnTo>
                    <a:pt x="501357" y="7472"/>
                  </a:lnTo>
                  <a:lnTo>
                    <a:pt x="429735" y="7603"/>
                  </a:lnTo>
                  <a:lnTo>
                    <a:pt x="358112" y="7733"/>
                  </a:lnTo>
                  <a:lnTo>
                    <a:pt x="286490" y="7864"/>
                  </a:lnTo>
                  <a:lnTo>
                    <a:pt x="214867" y="7994"/>
                  </a:lnTo>
                  <a:lnTo>
                    <a:pt x="143245" y="8125"/>
                  </a:lnTo>
                  <a:lnTo>
                    <a:pt x="71622" y="8255"/>
                  </a:lnTo>
                  <a:lnTo>
                    <a:pt x="0" y="83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950412"/>
              <a:ext cx="7090630" cy="2158628"/>
            </a:xfrm>
            <a:custGeom>
              <a:avLst/>
              <a:pathLst>
                <a:path w="7090630" h="2158628">
                  <a:moveTo>
                    <a:pt x="0" y="0"/>
                  </a:moveTo>
                  <a:lnTo>
                    <a:pt x="71622" y="45950"/>
                  </a:lnTo>
                  <a:lnTo>
                    <a:pt x="143245" y="91091"/>
                  </a:lnTo>
                  <a:lnTo>
                    <a:pt x="214867" y="135436"/>
                  </a:lnTo>
                  <a:lnTo>
                    <a:pt x="286490" y="178999"/>
                  </a:lnTo>
                  <a:lnTo>
                    <a:pt x="358112" y="221794"/>
                  </a:lnTo>
                  <a:lnTo>
                    <a:pt x="429735" y="263836"/>
                  </a:lnTo>
                  <a:lnTo>
                    <a:pt x="501357" y="305136"/>
                  </a:lnTo>
                  <a:lnTo>
                    <a:pt x="572980" y="345708"/>
                  </a:lnTo>
                  <a:lnTo>
                    <a:pt x="644602" y="385564"/>
                  </a:lnTo>
                  <a:lnTo>
                    <a:pt x="716225" y="424719"/>
                  </a:lnTo>
                  <a:lnTo>
                    <a:pt x="787847" y="463183"/>
                  </a:lnTo>
                  <a:lnTo>
                    <a:pt x="859470" y="500969"/>
                  </a:lnTo>
                  <a:lnTo>
                    <a:pt x="931092" y="538089"/>
                  </a:lnTo>
                  <a:lnTo>
                    <a:pt x="1002715" y="574555"/>
                  </a:lnTo>
                  <a:lnTo>
                    <a:pt x="1074337" y="610378"/>
                  </a:lnTo>
                  <a:lnTo>
                    <a:pt x="1145960" y="645569"/>
                  </a:lnTo>
                  <a:lnTo>
                    <a:pt x="1217582" y="680140"/>
                  </a:lnTo>
                  <a:lnTo>
                    <a:pt x="1289205" y="714102"/>
                  </a:lnTo>
                  <a:lnTo>
                    <a:pt x="1360827" y="747465"/>
                  </a:lnTo>
                  <a:lnTo>
                    <a:pt x="1432450" y="780240"/>
                  </a:lnTo>
                  <a:lnTo>
                    <a:pt x="1504073" y="812438"/>
                  </a:lnTo>
                  <a:lnTo>
                    <a:pt x="1575695" y="844068"/>
                  </a:lnTo>
                  <a:lnTo>
                    <a:pt x="1647318" y="875140"/>
                  </a:lnTo>
                  <a:lnTo>
                    <a:pt x="1718940" y="905664"/>
                  </a:lnTo>
                  <a:lnTo>
                    <a:pt x="1790563" y="935651"/>
                  </a:lnTo>
                  <a:lnTo>
                    <a:pt x="1862185" y="965109"/>
                  </a:lnTo>
                  <a:lnTo>
                    <a:pt x="1933808" y="994048"/>
                  </a:lnTo>
                  <a:lnTo>
                    <a:pt x="2005430" y="1022476"/>
                  </a:lnTo>
                  <a:lnTo>
                    <a:pt x="2077053" y="1050404"/>
                  </a:lnTo>
                  <a:lnTo>
                    <a:pt x="2148675" y="1077839"/>
                  </a:lnTo>
                  <a:lnTo>
                    <a:pt x="2220298" y="1104790"/>
                  </a:lnTo>
                  <a:lnTo>
                    <a:pt x="2291920" y="1131267"/>
                  </a:lnTo>
                  <a:lnTo>
                    <a:pt x="2363543" y="1157277"/>
                  </a:lnTo>
                  <a:lnTo>
                    <a:pt x="2435165" y="1182828"/>
                  </a:lnTo>
                  <a:lnTo>
                    <a:pt x="2506788" y="1207929"/>
                  </a:lnTo>
                  <a:lnTo>
                    <a:pt x="2578410" y="1232588"/>
                  </a:lnTo>
                  <a:lnTo>
                    <a:pt x="2650033" y="1256811"/>
                  </a:lnTo>
                  <a:lnTo>
                    <a:pt x="2721655" y="1280608"/>
                  </a:lnTo>
                  <a:lnTo>
                    <a:pt x="2793278" y="1303986"/>
                  </a:lnTo>
                  <a:lnTo>
                    <a:pt x="2864901" y="1326951"/>
                  </a:lnTo>
                  <a:lnTo>
                    <a:pt x="2936523" y="1349511"/>
                  </a:lnTo>
                  <a:lnTo>
                    <a:pt x="3008146" y="1371674"/>
                  </a:lnTo>
                  <a:lnTo>
                    <a:pt x="3079768" y="1393446"/>
                  </a:lnTo>
                  <a:lnTo>
                    <a:pt x="3151391" y="1414835"/>
                  </a:lnTo>
                  <a:lnTo>
                    <a:pt x="3223013" y="1435846"/>
                  </a:lnTo>
                  <a:lnTo>
                    <a:pt x="3294636" y="1456487"/>
                  </a:lnTo>
                  <a:lnTo>
                    <a:pt x="3366258" y="1476764"/>
                  </a:lnTo>
                  <a:lnTo>
                    <a:pt x="3437881" y="1496684"/>
                  </a:lnTo>
                  <a:lnTo>
                    <a:pt x="3509503" y="1516253"/>
                  </a:lnTo>
                  <a:lnTo>
                    <a:pt x="3581126" y="1535476"/>
                  </a:lnTo>
                  <a:lnTo>
                    <a:pt x="3652748" y="1554361"/>
                  </a:lnTo>
                  <a:lnTo>
                    <a:pt x="3724371" y="1572913"/>
                  </a:lnTo>
                  <a:lnTo>
                    <a:pt x="3795993" y="1591138"/>
                  </a:lnTo>
                  <a:lnTo>
                    <a:pt x="3867616" y="1609042"/>
                  </a:lnTo>
                  <a:lnTo>
                    <a:pt x="3939238" y="1626630"/>
                  </a:lnTo>
                  <a:lnTo>
                    <a:pt x="4010861" y="1643908"/>
                  </a:lnTo>
                  <a:lnTo>
                    <a:pt x="4082483" y="1660882"/>
                  </a:lnTo>
                  <a:lnTo>
                    <a:pt x="4154106" y="1677556"/>
                  </a:lnTo>
                  <a:lnTo>
                    <a:pt x="4225729" y="1693936"/>
                  </a:lnTo>
                  <a:lnTo>
                    <a:pt x="4297351" y="1710028"/>
                  </a:lnTo>
                  <a:lnTo>
                    <a:pt x="4368974" y="1725836"/>
                  </a:lnTo>
                  <a:lnTo>
                    <a:pt x="4440596" y="1741365"/>
                  </a:lnTo>
                  <a:lnTo>
                    <a:pt x="4512219" y="1756621"/>
                  </a:lnTo>
                  <a:lnTo>
                    <a:pt x="4583841" y="1771608"/>
                  </a:lnTo>
                  <a:lnTo>
                    <a:pt x="4655464" y="1786330"/>
                  </a:lnTo>
                  <a:lnTo>
                    <a:pt x="4727086" y="1800793"/>
                  </a:lnTo>
                  <a:lnTo>
                    <a:pt x="4798709" y="1815001"/>
                  </a:lnTo>
                  <a:lnTo>
                    <a:pt x="4870331" y="1828959"/>
                  </a:lnTo>
                  <a:lnTo>
                    <a:pt x="4941954" y="1842671"/>
                  </a:lnTo>
                  <a:lnTo>
                    <a:pt x="5013576" y="1856141"/>
                  </a:lnTo>
                  <a:lnTo>
                    <a:pt x="5085199" y="1869373"/>
                  </a:lnTo>
                  <a:lnTo>
                    <a:pt x="5156821" y="1882372"/>
                  </a:lnTo>
                  <a:lnTo>
                    <a:pt x="5228444" y="1895143"/>
                  </a:lnTo>
                  <a:lnTo>
                    <a:pt x="5300066" y="1907688"/>
                  </a:lnTo>
                  <a:lnTo>
                    <a:pt x="5371689" y="1920011"/>
                  </a:lnTo>
                  <a:lnTo>
                    <a:pt x="5443311" y="1932118"/>
                  </a:lnTo>
                  <a:lnTo>
                    <a:pt x="5514934" y="1944011"/>
                  </a:lnTo>
                  <a:lnTo>
                    <a:pt x="5586557" y="1955695"/>
                  </a:lnTo>
                  <a:lnTo>
                    <a:pt x="5658179" y="1967173"/>
                  </a:lnTo>
                  <a:lnTo>
                    <a:pt x="5729802" y="1978448"/>
                  </a:lnTo>
                  <a:lnTo>
                    <a:pt x="5801424" y="1989525"/>
                  </a:lnTo>
                  <a:lnTo>
                    <a:pt x="5873047" y="2000406"/>
                  </a:lnTo>
                  <a:lnTo>
                    <a:pt x="5944669" y="2011095"/>
                  </a:lnTo>
                  <a:lnTo>
                    <a:pt x="6016292" y="2021597"/>
                  </a:lnTo>
                  <a:lnTo>
                    <a:pt x="6087914" y="2031913"/>
                  </a:lnTo>
                  <a:lnTo>
                    <a:pt x="6159537" y="2042047"/>
                  </a:lnTo>
                  <a:lnTo>
                    <a:pt x="6231159" y="2052002"/>
                  </a:lnTo>
                  <a:lnTo>
                    <a:pt x="6302782" y="2061782"/>
                  </a:lnTo>
                  <a:lnTo>
                    <a:pt x="6374404" y="2071390"/>
                  </a:lnTo>
                  <a:lnTo>
                    <a:pt x="6446027" y="2080828"/>
                  </a:lnTo>
                  <a:lnTo>
                    <a:pt x="6517649" y="2090100"/>
                  </a:lnTo>
                  <a:lnTo>
                    <a:pt x="6589272" y="2099209"/>
                  </a:lnTo>
                  <a:lnTo>
                    <a:pt x="6660894" y="2108157"/>
                  </a:lnTo>
                  <a:lnTo>
                    <a:pt x="6732517" y="2116947"/>
                  </a:lnTo>
                  <a:lnTo>
                    <a:pt x="6804139" y="2125582"/>
                  </a:lnTo>
                  <a:lnTo>
                    <a:pt x="6875762" y="2134065"/>
                  </a:lnTo>
                  <a:lnTo>
                    <a:pt x="6947385" y="2142399"/>
                  </a:lnTo>
                  <a:lnTo>
                    <a:pt x="7019007" y="2150585"/>
                  </a:lnTo>
                  <a:lnTo>
                    <a:pt x="7090630" y="215862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83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585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4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82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69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57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1.28 (1.00-1.65), p_Bonf = 0.312 (n = 6)  |  per IQR decline (Δ = 21.9): 1.73 (1.00-3.00)  |  IQR: [-10.5,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2026-10-08T10:07:51Z</dcterms:modified>
  <cp:category/>
</cp:coreProperties>
</file>