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4075"/>
            </a:xfrm>
            <a:custGeom>
              <a:avLst/>
              <a:pathLst>
                <a:path w="7090630" h="3244075">
                  <a:moveTo>
                    <a:pt x="1746647" y="0"/>
                  </a:moveTo>
                  <a:lnTo>
                    <a:pt x="1790563" y="76305"/>
                  </a:lnTo>
                  <a:lnTo>
                    <a:pt x="1862185" y="196366"/>
                  </a:lnTo>
                  <a:lnTo>
                    <a:pt x="1933808" y="312198"/>
                  </a:lnTo>
                  <a:lnTo>
                    <a:pt x="2005430" y="423948"/>
                  </a:lnTo>
                  <a:lnTo>
                    <a:pt x="2077053" y="531760"/>
                  </a:lnTo>
                  <a:lnTo>
                    <a:pt x="2148675" y="635774"/>
                  </a:lnTo>
                  <a:lnTo>
                    <a:pt x="2220298" y="736123"/>
                  </a:lnTo>
                  <a:lnTo>
                    <a:pt x="2291920" y="832936"/>
                  </a:lnTo>
                  <a:lnTo>
                    <a:pt x="2363543" y="926338"/>
                  </a:lnTo>
                  <a:lnTo>
                    <a:pt x="2435165" y="1016448"/>
                  </a:lnTo>
                  <a:lnTo>
                    <a:pt x="2506788" y="1103384"/>
                  </a:lnTo>
                  <a:lnTo>
                    <a:pt x="2578410" y="1187257"/>
                  </a:lnTo>
                  <a:lnTo>
                    <a:pt x="2650033" y="1268174"/>
                  </a:lnTo>
                  <a:lnTo>
                    <a:pt x="2721655" y="1346240"/>
                  </a:lnTo>
                  <a:lnTo>
                    <a:pt x="2793278" y="1421555"/>
                  </a:lnTo>
                  <a:lnTo>
                    <a:pt x="2864901" y="1494217"/>
                  </a:lnTo>
                  <a:lnTo>
                    <a:pt x="2936523" y="1564318"/>
                  </a:lnTo>
                  <a:lnTo>
                    <a:pt x="3008146" y="1631950"/>
                  </a:lnTo>
                  <a:lnTo>
                    <a:pt x="3079768" y="1697198"/>
                  </a:lnTo>
                  <a:lnTo>
                    <a:pt x="3151391" y="1760147"/>
                  </a:lnTo>
                  <a:lnTo>
                    <a:pt x="3223013" y="1820879"/>
                  </a:lnTo>
                  <a:lnTo>
                    <a:pt x="3294636" y="1879470"/>
                  </a:lnTo>
                  <a:lnTo>
                    <a:pt x="3366258" y="1935997"/>
                  </a:lnTo>
                  <a:lnTo>
                    <a:pt x="3437881" y="1990532"/>
                  </a:lnTo>
                  <a:lnTo>
                    <a:pt x="3509503" y="2043146"/>
                  </a:lnTo>
                  <a:lnTo>
                    <a:pt x="3581126" y="2093906"/>
                  </a:lnTo>
                  <a:lnTo>
                    <a:pt x="3652748" y="2142877"/>
                  </a:lnTo>
                  <a:lnTo>
                    <a:pt x="3724371" y="2190123"/>
                  </a:lnTo>
                  <a:lnTo>
                    <a:pt x="3795993" y="2235704"/>
                  </a:lnTo>
                  <a:lnTo>
                    <a:pt x="3867616" y="2279679"/>
                  </a:lnTo>
                  <a:lnTo>
                    <a:pt x="3939238" y="2322104"/>
                  </a:lnTo>
                  <a:lnTo>
                    <a:pt x="4010861" y="2363035"/>
                  </a:lnTo>
                  <a:lnTo>
                    <a:pt x="4082483" y="2402524"/>
                  </a:lnTo>
                  <a:lnTo>
                    <a:pt x="4154106" y="2440621"/>
                  </a:lnTo>
                  <a:lnTo>
                    <a:pt x="4225729" y="2477375"/>
                  </a:lnTo>
                  <a:lnTo>
                    <a:pt x="4297351" y="2512835"/>
                  </a:lnTo>
                  <a:lnTo>
                    <a:pt x="4368974" y="2547045"/>
                  </a:lnTo>
                  <a:lnTo>
                    <a:pt x="4440596" y="2580050"/>
                  </a:lnTo>
                  <a:lnTo>
                    <a:pt x="4512219" y="2611892"/>
                  </a:lnTo>
                  <a:lnTo>
                    <a:pt x="4583841" y="2642612"/>
                  </a:lnTo>
                  <a:lnTo>
                    <a:pt x="4655464" y="2654224"/>
                  </a:lnTo>
                  <a:lnTo>
                    <a:pt x="4727086" y="2654126"/>
                  </a:lnTo>
                  <a:lnTo>
                    <a:pt x="4798709" y="2654029"/>
                  </a:lnTo>
                  <a:lnTo>
                    <a:pt x="4870331" y="2653932"/>
                  </a:lnTo>
                  <a:lnTo>
                    <a:pt x="4941954" y="2653835"/>
                  </a:lnTo>
                  <a:lnTo>
                    <a:pt x="5013576" y="2653738"/>
                  </a:lnTo>
                  <a:lnTo>
                    <a:pt x="5085199" y="2653641"/>
                  </a:lnTo>
                  <a:lnTo>
                    <a:pt x="5156821" y="2653544"/>
                  </a:lnTo>
                  <a:lnTo>
                    <a:pt x="5228444" y="2653446"/>
                  </a:lnTo>
                  <a:lnTo>
                    <a:pt x="5300066" y="2653349"/>
                  </a:lnTo>
                  <a:lnTo>
                    <a:pt x="5371689" y="2653252"/>
                  </a:lnTo>
                  <a:lnTo>
                    <a:pt x="5443311" y="2653155"/>
                  </a:lnTo>
                  <a:lnTo>
                    <a:pt x="5514934" y="2653057"/>
                  </a:lnTo>
                  <a:lnTo>
                    <a:pt x="5586557" y="2652960"/>
                  </a:lnTo>
                  <a:lnTo>
                    <a:pt x="5658179" y="2652863"/>
                  </a:lnTo>
                  <a:lnTo>
                    <a:pt x="5729802" y="2652766"/>
                  </a:lnTo>
                  <a:lnTo>
                    <a:pt x="5801424" y="2652668"/>
                  </a:lnTo>
                  <a:lnTo>
                    <a:pt x="5873047" y="2652571"/>
                  </a:lnTo>
                  <a:lnTo>
                    <a:pt x="5944669" y="2652474"/>
                  </a:lnTo>
                  <a:lnTo>
                    <a:pt x="6016292" y="2652376"/>
                  </a:lnTo>
                  <a:lnTo>
                    <a:pt x="6087914" y="2652279"/>
                  </a:lnTo>
                  <a:lnTo>
                    <a:pt x="6159537" y="2652182"/>
                  </a:lnTo>
                  <a:lnTo>
                    <a:pt x="6231159" y="2652084"/>
                  </a:lnTo>
                  <a:lnTo>
                    <a:pt x="6302782" y="2651987"/>
                  </a:lnTo>
                  <a:lnTo>
                    <a:pt x="6374404" y="2651890"/>
                  </a:lnTo>
                  <a:lnTo>
                    <a:pt x="6446027" y="2651792"/>
                  </a:lnTo>
                  <a:lnTo>
                    <a:pt x="6517649" y="2651695"/>
                  </a:lnTo>
                  <a:lnTo>
                    <a:pt x="6589272" y="2651597"/>
                  </a:lnTo>
                  <a:lnTo>
                    <a:pt x="6660894" y="2651500"/>
                  </a:lnTo>
                  <a:lnTo>
                    <a:pt x="6732517" y="2651403"/>
                  </a:lnTo>
                  <a:lnTo>
                    <a:pt x="6804139" y="2651305"/>
                  </a:lnTo>
                  <a:lnTo>
                    <a:pt x="6875762" y="2651208"/>
                  </a:lnTo>
                  <a:lnTo>
                    <a:pt x="6947385" y="2651110"/>
                  </a:lnTo>
                  <a:lnTo>
                    <a:pt x="7019007" y="2651013"/>
                  </a:lnTo>
                  <a:lnTo>
                    <a:pt x="7090630" y="2650915"/>
                  </a:lnTo>
                  <a:lnTo>
                    <a:pt x="7090630" y="3244075"/>
                  </a:lnTo>
                  <a:lnTo>
                    <a:pt x="7019007" y="3235322"/>
                  </a:lnTo>
                  <a:lnTo>
                    <a:pt x="6947385" y="3226249"/>
                  </a:lnTo>
                  <a:lnTo>
                    <a:pt x="6875762" y="3216844"/>
                  </a:lnTo>
                  <a:lnTo>
                    <a:pt x="6804139" y="3207096"/>
                  </a:lnTo>
                  <a:lnTo>
                    <a:pt x="6732517" y="3196993"/>
                  </a:lnTo>
                  <a:lnTo>
                    <a:pt x="6660894" y="3186520"/>
                  </a:lnTo>
                  <a:lnTo>
                    <a:pt x="6589272" y="3175664"/>
                  </a:lnTo>
                  <a:lnTo>
                    <a:pt x="6517649" y="3164413"/>
                  </a:lnTo>
                  <a:lnTo>
                    <a:pt x="6446027" y="3152750"/>
                  </a:lnTo>
                  <a:lnTo>
                    <a:pt x="6374404" y="3140661"/>
                  </a:lnTo>
                  <a:lnTo>
                    <a:pt x="6302782" y="3128131"/>
                  </a:lnTo>
                  <a:lnTo>
                    <a:pt x="6231159" y="3115143"/>
                  </a:lnTo>
                  <a:lnTo>
                    <a:pt x="6159537" y="3101681"/>
                  </a:lnTo>
                  <a:lnTo>
                    <a:pt x="6087914" y="3087727"/>
                  </a:lnTo>
                  <a:lnTo>
                    <a:pt x="6016292" y="3073264"/>
                  </a:lnTo>
                  <a:lnTo>
                    <a:pt x="5944669" y="3058272"/>
                  </a:lnTo>
                  <a:lnTo>
                    <a:pt x="5873047" y="3042733"/>
                  </a:lnTo>
                  <a:lnTo>
                    <a:pt x="5801424" y="3026626"/>
                  </a:lnTo>
                  <a:lnTo>
                    <a:pt x="5729802" y="3009931"/>
                  </a:lnTo>
                  <a:lnTo>
                    <a:pt x="5658179" y="2992627"/>
                  </a:lnTo>
                  <a:lnTo>
                    <a:pt x="5586557" y="2974690"/>
                  </a:lnTo>
                  <a:lnTo>
                    <a:pt x="5514934" y="2956098"/>
                  </a:lnTo>
                  <a:lnTo>
                    <a:pt x="5443311" y="2936827"/>
                  </a:lnTo>
                  <a:lnTo>
                    <a:pt x="5371689" y="2916853"/>
                  </a:lnTo>
                  <a:lnTo>
                    <a:pt x="5300066" y="2896149"/>
                  </a:lnTo>
                  <a:lnTo>
                    <a:pt x="5228444" y="2874689"/>
                  </a:lnTo>
                  <a:lnTo>
                    <a:pt x="5156821" y="2852444"/>
                  </a:lnTo>
                  <a:lnTo>
                    <a:pt x="5085199" y="2829388"/>
                  </a:lnTo>
                  <a:lnTo>
                    <a:pt x="5013576" y="2805490"/>
                  </a:lnTo>
                  <a:lnTo>
                    <a:pt x="4941954" y="2780718"/>
                  </a:lnTo>
                  <a:lnTo>
                    <a:pt x="4870331" y="2755042"/>
                  </a:lnTo>
                  <a:lnTo>
                    <a:pt x="4798709" y="2728428"/>
                  </a:lnTo>
                  <a:lnTo>
                    <a:pt x="4727086" y="2700843"/>
                  </a:lnTo>
                  <a:lnTo>
                    <a:pt x="4655464" y="2672249"/>
                  </a:lnTo>
                  <a:lnTo>
                    <a:pt x="4583841" y="2654321"/>
                  </a:lnTo>
                  <a:lnTo>
                    <a:pt x="4512219" y="2654418"/>
                  </a:lnTo>
                  <a:lnTo>
                    <a:pt x="4440596" y="2654515"/>
                  </a:lnTo>
                  <a:lnTo>
                    <a:pt x="4368974" y="2654612"/>
                  </a:lnTo>
                  <a:lnTo>
                    <a:pt x="4297351" y="2654709"/>
                  </a:lnTo>
                  <a:lnTo>
                    <a:pt x="4225729" y="2654806"/>
                  </a:lnTo>
                  <a:lnTo>
                    <a:pt x="4154106" y="2654903"/>
                  </a:lnTo>
                  <a:lnTo>
                    <a:pt x="4082483" y="2655000"/>
                  </a:lnTo>
                  <a:lnTo>
                    <a:pt x="4010861" y="2655097"/>
                  </a:lnTo>
                  <a:lnTo>
                    <a:pt x="3939238" y="2655194"/>
                  </a:lnTo>
                  <a:lnTo>
                    <a:pt x="3867616" y="2655291"/>
                  </a:lnTo>
                  <a:lnTo>
                    <a:pt x="3795993" y="2655388"/>
                  </a:lnTo>
                  <a:lnTo>
                    <a:pt x="3724371" y="2655485"/>
                  </a:lnTo>
                  <a:lnTo>
                    <a:pt x="3652748" y="2655582"/>
                  </a:lnTo>
                  <a:lnTo>
                    <a:pt x="3581126" y="2655679"/>
                  </a:lnTo>
                  <a:lnTo>
                    <a:pt x="3509503" y="2655776"/>
                  </a:lnTo>
                  <a:lnTo>
                    <a:pt x="3437881" y="2655873"/>
                  </a:lnTo>
                  <a:lnTo>
                    <a:pt x="3366258" y="2655970"/>
                  </a:lnTo>
                  <a:lnTo>
                    <a:pt x="3294636" y="2656067"/>
                  </a:lnTo>
                  <a:lnTo>
                    <a:pt x="3223013" y="2656164"/>
                  </a:lnTo>
                  <a:lnTo>
                    <a:pt x="3151391" y="2656260"/>
                  </a:lnTo>
                  <a:lnTo>
                    <a:pt x="3079768" y="2656357"/>
                  </a:lnTo>
                  <a:lnTo>
                    <a:pt x="3008146" y="2656454"/>
                  </a:lnTo>
                  <a:lnTo>
                    <a:pt x="2936523" y="2656551"/>
                  </a:lnTo>
                  <a:lnTo>
                    <a:pt x="2864901" y="2656648"/>
                  </a:lnTo>
                  <a:lnTo>
                    <a:pt x="2793278" y="2656745"/>
                  </a:lnTo>
                  <a:lnTo>
                    <a:pt x="2721655" y="2656841"/>
                  </a:lnTo>
                  <a:lnTo>
                    <a:pt x="2650033" y="2656938"/>
                  </a:lnTo>
                  <a:lnTo>
                    <a:pt x="2578410" y="2657035"/>
                  </a:lnTo>
                  <a:lnTo>
                    <a:pt x="2506788" y="2657132"/>
                  </a:lnTo>
                  <a:lnTo>
                    <a:pt x="2435165" y="2657229"/>
                  </a:lnTo>
                  <a:lnTo>
                    <a:pt x="2363543" y="2657325"/>
                  </a:lnTo>
                  <a:lnTo>
                    <a:pt x="2291920" y="2657422"/>
                  </a:lnTo>
                  <a:lnTo>
                    <a:pt x="2220298" y="2657519"/>
                  </a:lnTo>
                  <a:lnTo>
                    <a:pt x="2148675" y="2657616"/>
                  </a:lnTo>
                  <a:lnTo>
                    <a:pt x="2077053" y="2657712"/>
                  </a:lnTo>
                  <a:lnTo>
                    <a:pt x="2005430" y="2657809"/>
                  </a:lnTo>
                  <a:lnTo>
                    <a:pt x="1933808" y="2657906"/>
                  </a:lnTo>
                  <a:lnTo>
                    <a:pt x="1862185" y="2658002"/>
                  </a:lnTo>
                  <a:lnTo>
                    <a:pt x="1790563" y="2658099"/>
                  </a:lnTo>
                  <a:lnTo>
                    <a:pt x="1718940" y="2658196"/>
                  </a:lnTo>
                  <a:lnTo>
                    <a:pt x="1647318" y="2658292"/>
                  </a:lnTo>
                  <a:lnTo>
                    <a:pt x="1575695" y="2658389"/>
                  </a:lnTo>
                  <a:lnTo>
                    <a:pt x="1504073" y="2658486"/>
                  </a:lnTo>
                  <a:lnTo>
                    <a:pt x="1432450" y="2658582"/>
                  </a:lnTo>
                  <a:lnTo>
                    <a:pt x="1360827" y="2658679"/>
                  </a:lnTo>
                  <a:lnTo>
                    <a:pt x="1289205" y="2658775"/>
                  </a:lnTo>
                  <a:lnTo>
                    <a:pt x="1217582" y="2658872"/>
                  </a:lnTo>
                  <a:lnTo>
                    <a:pt x="1145960" y="2658968"/>
                  </a:lnTo>
                  <a:lnTo>
                    <a:pt x="1074337" y="2659065"/>
                  </a:lnTo>
                  <a:lnTo>
                    <a:pt x="1002715" y="2659162"/>
                  </a:lnTo>
                  <a:lnTo>
                    <a:pt x="931092" y="2659258"/>
                  </a:lnTo>
                  <a:lnTo>
                    <a:pt x="859470" y="2659355"/>
                  </a:lnTo>
                  <a:lnTo>
                    <a:pt x="787847" y="2659451"/>
                  </a:lnTo>
                  <a:lnTo>
                    <a:pt x="716225" y="2659548"/>
                  </a:lnTo>
                  <a:lnTo>
                    <a:pt x="644602" y="2659644"/>
                  </a:lnTo>
                  <a:lnTo>
                    <a:pt x="572980" y="2659741"/>
                  </a:lnTo>
                  <a:lnTo>
                    <a:pt x="501357" y="2659837"/>
                  </a:lnTo>
                  <a:lnTo>
                    <a:pt x="429735" y="2659933"/>
                  </a:lnTo>
                  <a:lnTo>
                    <a:pt x="358112" y="2660030"/>
                  </a:lnTo>
                  <a:lnTo>
                    <a:pt x="286490" y="2660126"/>
                  </a:lnTo>
                  <a:lnTo>
                    <a:pt x="214867" y="2660223"/>
                  </a:lnTo>
                  <a:lnTo>
                    <a:pt x="143245" y="2660319"/>
                  </a:lnTo>
                  <a:lnTo>
                    <a:pt x="71622" y="2660416"/>
                  </a:lnTo>
                  <a:lnTo>
                    <a:pt x="0" y="26605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18696" y="2073503"/>
              <a:ext cx="5343982" cy="2654224"/>
            </a:xfrm>
            <a:custGeom>
              <a:avLst/>
              <a:pathLst>
                <a:path w="5343982" h="2654224">
                  <a:moveTo>
                    <a:pt x="0" y="0"/>
                  </a:moveTo>
                  <a:lnTo>
                    <a:pt x="43915" y="76305"/>
                  </a:lnTo>
                  <a:lnTo>
                    <a:pt x="115538" y="196366"/>
                  </a:lnTo>
                  <a:lnTo>
                    <a:pt x="187160" y="312198"/>
                  </a:lnTo>
                  <a:lnTo>
                    <a:pt x="258783" y="423948"/>
                  </a:lnTo>
                  <a:lnTo>
                    <a:pt x="330405" y="531760"/>
                  </a:lnTo>
                  <a:lnTo>
                    <a:pt x="402028" y="635774"/>
                  </a:lnTo>
                  <a:lnTo>
                    <a:pt x="473650" y="736123"/>
                  </a:lnTo>
                  <a:lnTo>
                    <a:pt x="545273" y="832936"/>
                  </a:lnTo>
                  <a:lnTo>
                    <a:pt x="616895" y="926338"/>
                  </a:lnTo>
                  <a:lnTo>
                    <a:pt x="688518" y="1016448"/>
                  </a:lnTo>
                  <a:lnTo>
                    <a:pt x="760140" y="1103384"/>
                  </a:lnTo>
                  <a:lnTo>
                    <a:pt x="831763" y="1187257"/>
                  </a:lnTo>
                  <a:lnTo>
                    <a:pt x="903385" y="1268174"/>
                  </a:lnTo>
                  <a:lnTo>
                    <a:pt x="975008" y="1346240"/>
                  </a:lnTo>
                  <a:lnTo>
                    <a:pt x="1046631" y="1421555"/>
                  </a:lnTo>
                  <a:lnTo>
                    <a:pt x="1118253" y="1494217"/>
                  </a:lnTo>
                  <a:lnTo>
                    <a:pt x="1189876" y="1564318"/>
                  </a:lnTo>
                  <a:lnTo>
                    <a:pt x="1261498" y="1631950"/>
                  </a:lnTo>
                  <a:lnTo>
                    <a:pt x="1333121" y="1697198"/>
                  </a:lnTo>
                  <a:lnTo>
                    <a:pt x="1404743" y="1760147"/>
                  </a:lnTo>
                  <a:lnTo>
                    <a:pt x="1476366" y="1820879"/>
                  </a:lnTo>
                  <a:lnTo>
                    <a:pt x="1547988" y="1879470"/>
                  </a:lnTo>
                  <a:lnTo>
                    <a:pt x="1619611" y="1935997"/>
                  </a:lnTo>
                  <a:lnTo>
                    <a:pt x="1691233" y="1990532"/>
                  </a:lnTo>
                  <a:lnTo>
                    <a:pt x="1762856" y="2043146"/>
                  </a:lnTo>
                  <a:lnTo>
                    <a:pt x="1834478" y="2093906"/>
                  </a:lnTo>
                  <a:lnTo>
                    <a:pt x="1906101" y="2142877"/>
                  </a:lnTo>
                  <a:lnTo>
                    <a:pt x="1977723" y="2190123"/>
                  </a:lnTo>
                  <a:lnTo>
                    <a:pt x="2049346" y="2235704"/>
                  </a:lnTo>
                  <a:lnTo>
                    <a:pt x="2120968" y="2279679"/>
                  </a:lnTo>
                  <a:lnTo>
                    <a:pt x="2192591" y="2322104"/>
                  </a:lnTo>
                  <a:lnTo>
                    <a:pt x="2264213" y="2363035"/>
                  </a:lnTo>
                  <a:lnTo>
                    <a:pt x="2335836" y="2402524"/>
                  </a:lnTo>
                  <a:lnTo>
                    <a:pt x="2407459" y="2440621"/>
                  </a:lnTo>
                  <a:lnTo>
                    <a:pt x="2479081" y="2477375"/>
                  </a:lnTo>
                  <a:lnTo>
                    <a:pt x="2550704" y="2512835"/>
                  </a:lnTo>
                  <a:lnTo>
                    <a:pt x="2622326" y="2547045"/>
                  </a:lnTo>
                  <a:lnTo>
                    <a:pt x="2693949" y="2580050"/>
                  </a:lnTo>
                  <a:lnTo>
                    <a:pt x="2765571" y="2611892"/>
                  </a:lnTo>
                  <a:lnTo>
                    <a:pt x="2837194" y="2642612"/>
                  </a:lnTo>
                  <a:lnTo>
                    <a:pt x="2908816" y="2654224"/>
                  </a:lnTo>
                  <a:lnTo>
                    <a:pt x="2980439" y="2654126"/>
                  </a:lnTo>
                  <a:lnTo>
                    <a:pt x="3052061" y="2654029"/>
                  </a:lnTo>
                  <a:lnTo>
                    <a:pt x="3123684" y="2653932"/>
                  </a:lnTo>
                  <a:lnTo>
                    <a:pt x="3195306" y="2653835"/>
                  </a:lnTo>
                  <a:lnTo>
                    <a:pt x="3266929" y="2653738"/>
                  </a:lnTo>
                  <a:lnTo>
                    <a:pt x="3338551" y="2653641"/>
                  </a:lnTo>
                  <a:lnTo>
                    <a:pt x="3410174" y="2653544"/>
                  </a:lnTo>
                  <a:lnTo>
                    <a:pt x="3481796" y="2653446"/>
                  </a:lnTo>
                  <a:lnTo>
                    <a:pt x="3553419" y="2653349"/>
                  </a:lnTo>
                  <a:lnTo>
                    <a:pt x="3625041" y="2653252"/>
                  </a:lnTo>
                  <a:lnTo>
                    <a:pt x="3696664" y="2653155"/>
                  </a:lnTo>
                  <a:lnTo>
                    <a:pt x="3768287" y="2653057"/>
                  </a:lnTo>
                  <a:lnTo>
                    <a:pt x="3839909" y="2652960"/>
                  </a:lnTo>
                  <a:lnTo>
                    <a:pt x="3911532" y="2652863"/>
                  </a:lnTo>
                  <a:lnTo>
                    <a:pt x="3983154" y="2652766"/>
                  </a:lnTo>
                  <a:lnTo>
                    <a:pt x="4054777" y="2652668"/>
                  </a:lnTo>
                  <a:lnTo>
                    <a:pt x="4126399" y="2652571"/>
                  </a:lnTo>
                  <a:lnTo>
                    <a:pt x="4198022" y="2652474"/>
                  </a:lnTo>
                  <a:lnTo>
                    <a:pt x="4269644" y="2652376"/>
                  </a:lnTo>
                  <a:lnTo>
                    <a:pt x="4341267" y="2652279"/>
                  </a:lnTo>
                  <a:lnTo>
                    <a:pt x="4412889" y="2652182"/>
                  </a:lnTo>
                  <a:lnTo>
                    <a:pt x="4484512" y="2652084"/>
                  </a:lnTo>
                  <a:lnTo>
                    <a:pt x="4556134" y="2651987"/>
                  </a:lnTo>
                  <a:lnTo>
                    <a:pt x="4627757" y="2651890"/>
                  </a:lnTo>
                  <a:lnTo>
                    <a:pt x="4699379" y="2651792"/>
                  </a:lnTo>
                  <a:lnTo>
                    <a:pt x="4771002" y="2651695"/>
                  </a:lnTo>
                  <a:lnTo>
                    <a:pt x="4842624" y="2651597"/>
                  </a:lnTo>
                  <a:lnTo>
                    <a:pt x="4914247" y="2651500"/>
                  </a:lnTo>
                  <a:lnTo>
                    <a:pt x="4985869" y="2651403"/>
                  </a:lnTo>
                  <a:lnTo>
                    <a:pt x="5057492" y="2651305"/>
                  </a:lnTo>
                  <a:lnTo>
                    <a:pt x="5129115" y="2651208"/>
                  </a:lnTo>
                  <a:lnTo>
                    <a:pt x="5200737" y="2651110"/>
                  </a:lnTo>
                  <a:lnTo>
                    <a:pt x="5272360" y="2651013"/>
                  </a:lnTo>
                  <a:lnTo>
                    <a:pt x="5343982" y="265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4"/>
              <a:ext cx="7090630" cy="589754"/>
            </a:xfrm>
            <a:custGeom>
              <a:avLst/>
              <a:pathLst>
                <a:path w="7090630" h="589754">
                  <a:moveTo>
                    <a:pt x="7090630" y="589754"/>
                  </a:moveTo>
                  <a:lnTo>
                    <a:pt x="7019007" y="581000"/>
                  </a:lnTo>
                  <a:lnTo>
                    <a:pt x="6947385" y="571927"/>
                  </a:lnTo>
                  <a:lnTo>
                    <a:pt x="6875762" y="562523"/>
                  </a:lnTo>
                  <a:lnTo>
                    <a:pt x="6804139" y="552775"/>
                  </a:lnTo>
                  <a:lnTo>
                    <a:pt x="6732517" y="542671"/>
                  </a:lnTo>
                  <a:lnTo>
                    <a:pt x="6660894" y="532199"/>
                  </a:lnTo>
                  <a:lnTo>
                    <a:pt x="6589272" y="521343"/>
                  </a:lnTo>
                  <a:lnTo>
                    <a:pt x="6517649" y="510091"/>
                  </a:lnTo>
                  <a:lnTo>
                    <a:pt x="6446027" y="498429"/>
                  </a:lnTo>
                  <a:lnTo>
                    <a:pt x="6374404" y="486340"/>
                  </a:lnTo>
                  <a:lnTo>
                    <a:pt x="6302782" y="473810"/>
                  </a:lnTo>
                  <a:lnTo>
                    <a:pt x="6231159" y="460822"/>
                  </a:lnTo>
                  <a:lnTo>
                    <a:pt x="6159537" y="447360"/>
                  </a:lnTo>
                  <a:lnTo>
                    <a:pt x="6087914" y="433406"/>
                  </a:lnTo>
                  <a:lnTo>
                    <a:pt x="6016292" y="418943"/>
                  </a:lnTo>
                  <a:lnTo>
                    <a:pt x="5944669" y="403951"/>
                  </a:lnTo>
                  <a:lnTo>
                    <a:pt x="5873047" y="388412"/>
                  </a:lnTo>
                  <a:lnTo>
                    <a:pt x="5801424" y="372305"/>
                  </a:lnTo>
                  <a:lnTo>
                    <a:pt x="5729802" y="355610"/>
                  </a:lnTo>
                  <a:lnTo>
                    <a:pt x="5658179" y="338306"/>
                  </a:lnTo>
                  <a:lnTo>
                    <a:pt x="5586557" y="320369"/>
                  </a:lnTo>
                  <a:lnTo>
                    <a:pt x="5514934" y="301777"/>
                  </a:lnTo>
                  <a:lnTo>
                    <a:pt x="5443311" y="282506"/>
                  </a:lnTo>
                  <a:lnTo>
                    <a:pt x="5371689" y="262532"/>
                  </a:lnTo>
                  <a:lnTo>
                    <a:pt x="5300066" y="241828"/>
                  </a:lnTo>
                  <a:lnTo>
                    <a:pt x="5228444" y="220367"/>
                  </a:lnTo>
                  <a:lnTo>
                    <a:pt x="5156821" y="198123"/>
                  </a:lnTo>
                  <a:lnTo>
                    <a:pt x="5085199" y="175067"/>
                  </a:lnTo>
                  <a:lnTo>
                    <a:pt x="5013576" y="151168"/>
                  </a:lnTo>
                  <a:lnTo>
                    <a:pt x="4941954" y="126397"/>
                  </a:lnTo>
                  <a:lnTo>
                    <a:pt x="4870331" y="100721"/>
                  </a:lnTo>
                  <a:lnTo>
                    <a:pt x="4798709" y="74107"/>
                  </a:lnTo>
                  <a:lnTo>
                    <a:pt x="4727086" y="46522"/>
                  </a:lnTo>
                  <a:lnTo>
                    <a:pt x="4655464" y="17928"/>
                  </a:lnTo>
                  <a:lnTo>
                    <a:pt x="4583841" y="0"/>
                  </a:lnTo>
                  <a:lnTo>
                    <a:pt x="4512219" y="97"/>
                  </a:lnTo>
                  <a:lnTo>
                    <a:pt x="4440596" y="194"/>
                  </a:lnTo>
                  <a:lnTo>
                    <a:pt x="4368974" y="291"/>
                  </a:lnTo>
                  <a:lnTo>
                    <a:pt x="4297351" y="388"/>
                  </a:lnTo>
                  <a:lnTo>
                    <a:pt x="4225729" y="485"/>
                  </a:lnTo>
                  <a:lnTo>
                    <a:pt x="4154106" y="582"/>
                  </a:lnTo>
                  <a:lnTo>
                    <a:pt x="4082483" y="679"/>
                  </a:lnTo>
                  <a:lnTo>
                    <a:pt x="4010861" y="776"/>
                  </a:lnTo>
                  <a:lnTo>
                    <a:pt x="3939238" y="873"/>
                  </a:lnTo>
                  <a:lnTo>
                    <a:pt x="3867616" y="970"/>
                  </a:lnTo>
                  <a:lnTo>
                    <a:pt x="3795993" y="1067"/>
                  </a:lnTo>
                  <a:lnTo>
                    <a:pt x="3724371" y="1164"/>
                  </a:lnTo>
                  <a:lnTo>
                    <a:pt x="3652748" y="1261"/>
                  </a:lnTo>
                  <a:lnTo>
                    <a:pt x="3581126" y="1358"/>
                  </a:lnTo>
                  <a:lnTo>
                    <a:pt x="3509503" y="1455"/>
                  </a:lnTo>
                  <a:lnTo>
                    <a:pt x="3437881" y="1552"/>
                  </a:lnTo>
                  <a:lnTo>
                    <a:pt x="3366258" y="1649"/>
                  </a:lnTo>
                  <a:lnTo>
                    <a:pt x="3294636" y="1745"/>
                  </a:lnTo>
                  <a:lnTo>
                    <a:pt x="3223013" y="1842"/>
                  </a:lnTo>
                  <a:lnTo>
                    <a:pt x="3151391" y="1939"/>
                  </a:lnTo>
                  <a:lnTo>
                    <a:pt x="3079768" y="2036"/>
                  </a:lnTo>
                  <a:lnTo>
                    <a:pt x="3008146" y="2133"/>
                  </a:lnTo>
                  <a:lnTo>
                    <a:pt x="2936523" y="2230"/>
                  </a:lnTo>
                  <a:lnTo>
                    <a:pt x="2864901" y="2327"/>
                  </a:lnTo>
                  <a:lnTo>
                    <a:pt x="2793278" y="2423"/>
                  </a:lnTo>
                  <a:lnTo>
                    <a:pt x="2721655" y="2520"/>
                  </a:lnTo>
                  <a:lnTo>
                    <a:pt x="2650033" y="2617"/>
                  </a:lnTo>
                  <a:lnTo>
                    <a:pt x="2578410" y="2714"/>
                  </a:lnTo>
                  <a:lnTo>
                    <a:pt x="2506788" y="2811"/>
                  </a:lnTo>
                  <a:lnTo>
                    <a:pt x="2435165" y="2907"/>
                  </a:lnTo>
                  <a:lnTo>
                    <a:pt x="2363543" y="3004"/>
                  </a:lnTo>
                  <a:lnTo>
                    <a:pt x="2291920" y="3101"/>
                  </a:lnTo>
                  <a:lnTo>
                    <a:pt x="2220298" y="3198"/>
                  </a:lnTo>
                  <a:lnTo>
                    <a:pt x="2148675" y="3294"/>
                  </a:lnTo>
                  <a:lnTo>
                    <a:pt x="2077053" y="3391"/>
                  </a:lnTo>
                  <a:lnTo>
                    <a:pt x="2005430" y="3488"/>
                  </a:lnTo>
                  <a:lnTo>
                    <a:pt x="1933808" y="3584"/>
                  </a:lnTo>
                  <a:lnTo>
                    <a:pt x="1862185" y="3681"/>
                  </a:lnTo>
                  <a:lnTo>
                    <a:pt x="1790563" y="3778"/>
                  </a:lnTo>
                  <a:lnTo>
                    <a:pt x="1718940" y="3874"/>
                  </a:lnTo>
                  <a:lnTo>
                    <a:pt x="1647318" y="3971"/>
                  </a:lnTo>
                  <a:lnTo>
                    <a:pt x="1575695" y="4068"/>
                  </a:lnTo>
                  <a:lnTo>
                    <a:pt x="1504073" y="4164"/>
                  </a:lnTo>
                  <a:lnTo>
                    <a:pt x="1432450" y="4261"/>
                  </a:lnTo>
                  <a:lnTo>
                    <a:pt x="1360827" y="4358"/>
                  </a:lnTo>
                  <a:lnTo>
                    <a:pt x="1289205" y="4454"/>
                  </a:lnTo>
                  <a:lnTo>
                    <a:pt x="1217582" y="4551"/>
                  </a:lnTo>
                  <a:lnTo>
                    <a:pt x="1145960" y="4647"/>
                  </a:lnTo>
                  <a:lnTo>
                    <a:pt x="1074337" y="4744"/>
                  </a:lnTo>
                  <a:lnTo>
                    <a:pt x="1002715" y="4840"/>
                  </a:lnTo>
                  <a:lnTo>
                    <a:pt x="931092" y="4937"/>
                  </a:lnTo>
                  <a:lnTo>
                    <a:pt x="859470" y="5033"/>
                  </a:lnTo>
                  <a:lnTo>
                    <a:pt x="787847" y="5130"/>
                  </a:lnTo>
                  <a:lnTo>
                    <a:pt x="716225" y="5226"/>
                  </a:lnTo>
                  <a:lnTo>
                    <a:pt x="644602" y="5323"/>
                  </a:lnTo>
                  <a:lnTo>
                    <a:pt x="572980" y="5419"/>
                  </a:lnTo>
                  <a:lnTo>
                    <a:pt x="501357" y="5516"/>
                  </a:lnTo>
                  <a:lnTo>
                    <a:pt x="429735" y="5612"/>
                  </a:lnTo>
                  <a:lnTo>
                    <a:pt x="358112" y="5709"/>
                  </a:lnTo>
                  <a:lnTo>
                    <a:pt x="286490" y="5805"/>
                  </a:lnTo>
                  <a:lnTo>
                    <a:pt x="214867" y="5902"/>
                  </a:lnTo>
                  <a:lnTo>
                    <a:pt x="143245" y="5998"/>
                  </a:lnTo>
                  <a:lnTo>
                    <a:pt x="71622" y="6094"/>
                  </a:lnTo>
                  <a:lnTo>
                    <a:pt x="0" y="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34796"/>
              <a:ext cx="7090630" cy="2175680"/>
            </a:xfrm>
            <a:custGeom>
              <a:avLst/>
              <a:pathLst>
                <a:path w="7090630" h="2175680">
                  <a:moveTo>
                    <a:pt x="0" y="0"/>
                  </a:moveTo>
                  <a:lnTo>
                    <a:pt x="71622" y="46464"/>
                  </a:lnTo>
                  <a:lnTo>
                    <a:pt x="143245" y="92106"/>
                  </a:lnTo>
                  <a:lnTo>
                    <a:pt x="214867" y="136939"/>
                  </a:lnTo>
                  <a:lnTo>
                    <a:pt x="286490" y="180977"/>
                  </a:lnTo>
                  <a:lnTo>
                    <a:pt x="358112" y="224236"/>
                  </a:lnTo>
                  <a:lnTo>
                    <a:pt x="429735" y="266727"/>
                  </a:lnTo>
                  <a:lnTo>
                    <a:pt x="501357" y="308466"/>
                  </a:lnTo>
                  <a:lnTo>
                    <a:pt x="572980" y="349466"/>
                  </a:lnTo>
                  <a:lnTo>
                    <a:pt x="644602" y="389739"/>
                  </a:lnTo>
                  <a:lnTo>
                    <a:pt x="716225" y="429298"/>
                  </a:lnTo>
                  <a:lnTo>
                    <a:pt x="787847" y="468156"/>
                  </a:lnTo>
                  <a:lnTo>
                    <a:pt x="859470" y="506326"/>
                  </a:lnTo>
                  <a:lnTo>
                    <a:pt x="931092" y="543820"/>
                  </a:lnTo>
                  <a:lnTo>
                    <a:pt x="1002715" y="580650"/>
                  </a:lnTo>
                  <a:lnTo>
                    <a:pt x="1074337" y="616826"/>
                  </a:lnTo>
                  <a:lnTo>
                    <a:pt x="1145960" y="652362"/>
                  </a:lnTo>
                  <a:lnTo>
                    <a:pt x="1217582" y="687268"/>
                  </a:lnTo>
                  <a:lnTo>
                    <a:pt x="1289205" y="721556"/>
                  </a:lnTo>
                  <a:lnTo>
                    <a:pt x="1360827" y="755236"/>
                  </a:lnTo>
                  <a:lnTo>
                    <a:pt x="1432450" y="788320"/>
                  </a:lnTo>
                  <a:lnTo>
                    <a:pt x="1504073" y="820817"/>
                  </a:lnTo>
                  <a:lnTo>
                    <a:pt x="1575695" y="852739"/>
                  </a:lnTo>
                  <a:lnTo>
                    <a:pt x="1647318" y="884095"/>
                  </a:lnTo>
                  <a:lnTo>
                    <a:pt x="1718940" y="914895"/>
                  </a:lnTo>
                  <a:lnTo>
                    <a:pt x="1790563" y="945150"/>
                  </a:lnTo>
                  <a:lnTo>
                    <a:pt x="1862185" y="974868"/>
                  </a:lnTo>
                  <a:lnTo>
                    <a:pt x="1933808" y="1004060"/>
                  </a:lnTo>
                  <a:lnTo>
                    <a:pt x="2005430" y="1032735"/>
                  </a:lnTo>
                  <a:lnTo>
                    <a:pt x="2077053" y="1060902"/>
                  </a:lnTo>
                  <a:lnTo>
                    <a:pt x="2148675" y="1088569"/>
                  </a:lnTo>
                  <a:lnTo>
                    <a:pt x="2220298" y="1115747"/>
                  </a:lnTo>
                  <a:lnTo>
                    <a:pt x="2291920" y="1142443"/>
                  </a:lnTo>
                  <a:lnTo>
                    <a:pt x="2363543" y="1168666"/>
                  </a:lnTo>
                  <a:lnTo>
                    <a:pt x="2435165" y="1194424"/>
                  </a:lnTo>
                  <a:lnTo>
                    <a:pt x="2506788" y="1219726"/>
                  </a:lnTo>
                  <a:lnTo>
                    <a:pt x="2578410" y="1244580"/>
                  </a:lnTo>
                  <a:lnTo>
                    <a:pt x="2650033" y="1268993"/>
                  </a:lnTo>
                  <a:lnTo>
                    <a:pt x="2721655" y="1292974"/>
                  </a:lnTo>
                  <a:lnTo>
                    <a:pt x="2793278" y="1316529"/>
                  </a:lnTo>
                  <a:lnTo>
                    <a:pt x="2864901" y="1339668"/>
                  </a:lnTo>
                  <a:lnTo>
                    <a:pt x="2936523" y="1362396"/>
                  </a:lnTo>
                  <a:lnTo>
                    <a:pt x="3008146" y="1384722"/>
                  </a:lnTo>
                  <a:lnTo>
                    <a:pt x="3079768" y="1406652"/>
                  </a:lnTo>
                  <a:lnTo>
                    <a:pt x="3151391" y="1428194"/>
                  </a:lnTo>
                  <a:lnTo>
                    <a:pt x="3223013" y="1449354"/>
                  </a:lnTo>
                  <a:lnTo>
                    <a:pt x="3294636" y="1470139"/>
                  </a:lnTo>
                  <a:lnTo>
                    <a:pt x="3366258" y="1490556"/>
                  </a:lnTo>
                  <a:lnTo>
                    <a:pt x="3437881" y="1510611"/>
                  </a:lnTo>
                  <a:lnTo>
                    <a:pt x="3509503" y="1530310"/>
                  </a:lnTo>
                  <a:lnTo>
                    <a:pt x="3581126" y="1549661"/>
                  </a:lnTo>
                  <a:lnTo>
                    <a:pt x="3652748" y="1568669"/>
                  </a:lnTo>
                  <a:lnTo>
                    <a:pt x="3724371" y="1587340"/>
                  </a:lnTo>
                  <a:lnTo>
                    <a:pt x="3795993" y="1605680"/>
                  </a:lnTo>
                  <a:lnTo>
                    <a:pt x="3867616" y="1623695"/>
                  </a:lnTo>
                  <a:lnTo>
                    <a:pt x="3939238" y="1641391"/>
                  </a:lnTo>
                  <a:lnTo>
                    <a:pt x="4010861" y="1658774"/>
                  </a:lnTo>
                  <a:lnTo>
                    <a:pt x="4082483" y="1675849"/>
                  </a:lnTo>
                  <a:lnTo>
                    <a:pt x="4154106" y="1692621"/>
                  </a:lnTo>
                  <a:lnTo>
                    <a:pt x="4225729" y="1709095"/>
                  </a:lnTo>
                  <a:lnTo>
                    <a:pt x="4297351" y="1725278"/>
                  </a:lnTo>
                  <a:lnTo>
                    <a:pt x="4368974" y="1741175"/>
                  </a:lnTo>
                  <a:lnTo>
                    <a:pt x="4440596" y="1756789"/>
                  </a:lnTo>
                  <a:lnTo>
                    <a:pt x="4512219" y="1772127"/>
                  </a:lnTo>
                  <a:lnTo>
                    <a:pt x="4583841" y="1787193"/>
                  </a:lnTo>
                  <a:lnTo>
                    <a:pt x="4655464" y="1801992"/>
                  </a:lnTo>
                  <a:lnTo>
                    <a:pt x="4727086" y="1816529"/>
                  </a:lnTo>
                  <a:lnTo>
                    <a:pt x="4798709" y="1830809"/>
                  </a:lnTo>
                  <a:lnTo>
                    <a:pt x="4870331" y="1844835"/>
                  </a:lnTo>
                  <a:lnTo>
                    <a:pt x="4941954" y="1858613"/>
                  </a:lnTo>
                  <a:lnTo>
                    <a:pt x="5013576" y="1872147"/>
                  </a:lnTo>
                  <a:lnTo>
                    <a:pt x="5085199" y="1885441"/>
                  </a:lnTo>
                  <a:lnTo>
                    <a:pt x="5156821" y="1898499"/>
                  </a:lnTo>
                  <a:lnTo>
                    <a:pt x="5228444" y="1911326"/>
                  </a:lnTo>
                  <a:lnTo>
                    <a:pt x="5300066" y="1923926"/>
                  </a:lnTo>
                  <a:lnTo>
                    <a:pt x="5371689" y="1936303"/>
                  </a:lnTo>
                  <a:lnTo>
                    <a:pt x="5443311" y="1948460"/>
                  </a:lnTo>
                  <a:lnTo>
                    <a:pt x="5514934" y="1960402"/>
                  </a:lnTo>
                  <a:lnTo>
                    <a:pt x="5586557" y="1972132"/>
                  </a:lnTo>
                  <a:lnTo>
                    <a:pt x="5658179" y="1983654"/>
                  </a:lnTo>
                  <a:lnTo>
                    <a:pt x="5729802" y="1994973"/>
                  </a:lnTo>
                  <a:lnTo>
                    <a:pt x="5801424" y="2006090"/>
                  </a:lnTo>
                  <a:lnTo>
                    <a:pt x="5873047" y="2017011"/>
                  </a:lnTo>
                  <a:lnTo>
                    <a:pt x="5944669" y="2027738"/>
                  </a:lnTo>
                  <a:lnTo>
                    <a:pt x="6016292" y="2038276"/>
                  </a:lnTo>
                  <a:lnTo>
                    <a:pt x="6087914" y="2048626"/>
                  </a:lnTo>
                  <a:lnTo>
                    <a:pt x="6159537" y="2058793"/>
                  </a:lnTo>
                  <a:lnTo>
                    <a:pt x="6231159" y="2068780"/>
                  </a:lnTo>
                  <a:lnTo>
                    <a:pt x="6302782" y="2078590"/>
                  </a:lnTo>
                  <a:lnTo>
                    <a:pt x="6374404" y="2088226"/>
                  </a:lnTo>
                  <a:lnTo>
                    <a:pt x="6446027" y="2097692"/>
                  </a:lnTo>
                  <a:lnTo>
                    <a:pt x="6517649" y="2106990"/>
                  </a:lnTo>
                  <a:lnTo>
                    <a:pt x="6589272" y="2116123"/>
                  </a:lnTo>
                  <a:lnTo>
                    <a:pt x="6660894" y="2125094"/>
                  </a:lnTo>
                  <a:lnTo>
                    <a:pt x="6732517" y="2133906"/>
                  </a:lnTo>
                  <a:lnTo>
                    <a:pt x="6804139" y="2142562"/>
                  </a:lnTo>
                  <a:lnTo>
                    <a:pt x="6875762" y="2151065"/>
                  </a:lnTo>
                  <a:lnTo>
                    <a:pt x="6947385" y="2159417"/>
                  </a:lnTo>
                  <a:lnTo>
                    <a:pt x="7019007" y="2167621"/>
                  </a:lnTo>
                  <a:lnTo>
                    <a:pt x="7090630" y="2175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1.29 (1.00-1.66), p_Bonf = 0.309 (n = 6)  |  per IQR decline (Δ = 21.9): 1.73 (1.00-3.02)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2026-08-06T10:29:34Z</dcterms:modified>
  <cp:category/>
</cp:coreProperties>
</file>