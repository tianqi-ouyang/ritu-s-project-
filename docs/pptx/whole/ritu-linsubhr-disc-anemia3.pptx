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30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7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7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66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42770"/>
            </a:xfrm>
            <a:custGeom>
              <a:avLst/>
              <a:pathLst>
                <a:path w="7090630" h="3242770">
                  <a:moveTo>
                    <a:pt x="1754262" y="0"/>
                  </a:moveTo>
                  <a:lnTo>
                    <a:pt x="1790563" y="63275"/>
                  </a:lnTo>
                  <a:lnTo>
                    <a:pt x="1862185" y="183724"/>
                  </a:lnTo>
                  <a:lnTo>
                    <a:pt x="1933808" y="299931"/>
                  </a:lnTo>
                  <a:lnTo>
                    <a:pt x="2005430" y="412046"/>
                  </a:lnTo>
                  <a:lnTo>
                    <a:pt x="2077053" y="520214"/>
                  </a:lnTo>
                  <a:lnTo>
                    <a:pt x="2148675" y="624572"/>
                  </a:lnTo>
                  <a:lnTo>
                    <a:pt x="2220298" y="725255"/>
                  </a:lnTo>
                  <a:lnTo>
                    <a:pt x="2291920" y="822393"/>
                  </a:lnTo>
                  <a:lnTo>
                    <a:pt x="2363543" y="916111"/>
                  </a:lnTo>
                  <a:lnTo>
                    <a:pt x="2435165" y="1006528"/>
                  </a:lnTo>
                  <a:lnTo>
                    <a:pt x="2506788" y="1093761"/>
                  </a:lnTo>
                  <a:lnTo>
                    <a:pt x="2578410" y="1177922"/>
                  </a:lnTo>
                  <a:lnTo>
                    <a:pt x="2650033" y="1259120"/>
                  </a:lnTo>
                  <a:lnTo>
                    <a:pt x="2721655" y="1337458"/>
                  </a:lnTo>
                  <a:lnTo>
                    <a:pt x="2793278" y="1413038"/>
                  </a:lnTo>
                  <a:lnTo>
                    <a:pt x="2864901" y="1485956"/>
                  </a:lnTo>
                  <a:lnTo>
                    <a:pt x="2936523" y="1556307"/>
                  </a:lnTo>
                  <a:lnTo>
                    <a:pt x="3008146" y="1624180"/>
                  </a:lnTo>
                  <a:lnTo>
                    <a:pt x="3079768" y="1689663"/>
                  </a:lnTo>
                  <a:lnTo>
                    <a:pt x="3151391" y="1752840"/>
                  </a:lnTo>
                  <a:lnTo>
                    <a:pt x="3223013" y="1813792"/>
                  </a:lnTo>
                  <a:lnTo>
                    <a:pt x="3294636" y="1872598"/>
                  </a:lnTo>
                  <a:lnTo>
                    <a:pt x="3366258" y="1929334"/>
                  </a:lnTo>
                  <a:lnTo>
                    <a:pt x="3437881" y="1984071"/>
                  </a:lnTo>
                  <a:lnTo>
                    <a:pt x="3509503" y="2036881"/>
                  </a:lnTo>
                  <a:lnTo>
                    <a:pt x="3581126" y="2087831"/>
                  </a:lnTo>
                  <a:lnTo>
                    <a:pt x="3652748" y="2136987"/>
                  </a:lnTo>
                  <a:lnTo>
                    <a:pt x="3724371" y="2184412"/>
                  </a:lnTo>
                  <a:lnTo>
                    <a:pt x="3795993" y="2230167"/>
                  </a:lnTo>
                  <a:lnTo>
                    <a:pt x="3867616" y="2274311"/>
                  </a:lnTo>
                  <a:lnTo>
                    <a:pt x="3939238" y="2316900"/>
                  </a:lnTo>
                  <a:lnTo>
                    <a:pt x="4010861" y="2357989"/>
                  </a:lnTo>
                  <a:lnTo>
                    <a:pt x="4082483" y="2397632"/>
                  </a:lnTo>
                  <a:lnTo>
                    <a:pt x="4154106" y="2435878"/>
                  </a:lnTo>
                  <a:lnTo>
                    <a:pt x="4225729" y="2472778"/>
                  </a:lnTo>
                  <a:lnTo>
                    <a:pt x="4297351" y="2508379"/>
                  </a:lnTo>
                  <a:lnTo>
                    <a:pt x="4368974" y="2542725"/>
                  </a:lnTo>
                  <a:lnTo>
                    <a:pt x="4440596" y="2575863"/>
                  </a:lnTo>
                  <a:lnTo>
                    <a:pt x="4512219" y="2607833"/>
                  </a:lnTo>
                  <a:lnTo>
                    <a:pt x="4583841" y="2638678"/>
                  </a:lnTo>
                  <a:lnTo>
                    <a:pt x="4655464" y="2654102"/>
                  </a:lnTo>
                  <a:lnTo>
                    <a:pt x="4727086" y="2653726"/>
                  </a:lnTo>
                  <a:lnTo>
                    <a:pt x="4798709" y="2653350"/>
                  </a:lnTo>
                  <a:lnTo>
                    <a:pt x="4870331" y="2652974"/>
                  </a:lnTo>
                  <a:lnTo>
                    <a:pt x="4941954" y="2652597"/>
                  </a:lnTo>
                  <a:lnTo>
                    <a:pt x="5013576" y="2652220"/>
                  </a:lnTo>
                  <a:lnTo>
                    <a:pt x="5085199" y="2651843"/>
                  </a:lnTo>
                  <a:lnTo>
                    <a:pt x="5156821" y="2651466"/>
                  </a:lnTo>
                  <a:lnTo>
                    <a:pt x="5228444" y="2651089"/>
                  </a:lnTo>
                  <a:lnTo>
                    <a:pt x="5300066" y="2650712"/>
                  </a:lnTo>
                  <a:lnTo>
                    <a:pt x="5371689" y="2650334"/>
                  </a:lnTo>
                  <a:lnTo>
                    <a:pt x="5443311" y="2649956"/>
                  </a:lnTo>
                  <a:lnTo>
                    <a:pt x="5514934" y="2649578"/>
                  </a:lnTo>
                  <a:lnTo>
                    <a:pt x="5586557" y="2649200"/>
                  </a:lnTo>
                  <a:lnTo>
                    <a:pt x="5658179" y="2648822"/>
                  </a:lnTo>
                  <a:lnTo>
                    <a:pt x="5729802" y="2648444"/>
                  </a:lnTo>
                  <a:lnTo>
                    <a:pt x="5801424" y="2648065"/>
                  </a:lnTo>
                  <a:lnTo>
                    <a:pt x="5873047" y="2647686"/>
                  </a:lnTo>
                  <a:lnTo>
                    <a:pt x="5944669" y="2647307"/>
                  </a:lnTo>
                  <a:lnTo>
                    <a:pt x="6016292" y="2646928"/>
                  </a:lnTo>
                  <a:lnTo>
                    <a:pt x="6087914" y="2646549"/>
                  </a:lnTo>
                  <a:lnTo>
                    <a:pt x="6159537" y="2646169"/>
                  </a:lnTo>
                  <a:lnTo>
                    <a:pt x="6231159" y="2645790"/>
                  </a:lnTo>
                  <a:lnTo>
                    <a:pt x="6302782" y="2645410"/>
                  </a:lnTo>
                  <a:lnTo>
                    <a:pt x="6374404" y="2645030"/>
                  </a:lnTo>
                  <a:lnTo>
                    <a:pt x="6446027" y="2644650"/>
                  </a:lnTo>
                  <a:lnTo>
                    <a:pt x="6517649" y="2644269"/>
                  </a:lnTo>
                  <a:lnTo>
                    <a:pt x="6589272" y="2643889"/>
                  </a:lnTo>
                  <a:lnTo>
                    <a:pt x="6660894" y="2643508"/>
                  </a:lnTo>
                  <a:lnTo>
                    <a:pt x="6732517" y="2643127"/>
                  </a:lnTo>
                  <a:lnTo>
                    <a:pt x="6804139" y="2642746"/>
                  </a:lnTo>
                  <a:lnTo>
                    <a:pt x="6875762" y="2642365"/>
                  </a:lnTo>
                  <a:lnTo>
                    <a:pt x="6947385" y="2641984"/>
                  </a:lnTo>
                  <a:lnTo>
                    <a:pt x="7019007" y="2641602"/>
                  </a:lnTo>
                  <a:lnTo>
                    <a:pt x="7090630" y="2641220"/>
                  </a:lnTo>
                  <a:lnTo>
                    <a:pt x="7090630" y="3242770"/>
                  </a:lnTo>
                  <a:lnTo>
                    <a:pt x="7019007" y="3233975"/>
                  </a:lnTo>
                  <a:lnTo>
                    <a:pt x="6947385" y="3224858"/>
                  </a:lnTo>
                  <a:lnTo>
                    <a:pt x="6875762" y="3215409"/>
                  </a:lnTo>
                  <a:lnTo>
                    <a:pt x="6804139" y="3205615"/>
                  </a:lnTo>
                  <a:lnTo>
                    <a:pt x="6732517" y="3195463"/>
                  </a:lnTo>
                  <a:lnTo>
                    <a:pt x="6660894" y="3184941"/>
                  </a:lnTo>
                  <a:lnTo>
                    <a:pt x="6589272" y="3174034"/>
                  </a:lnTo>
                  <a:lnTo>
                    <a:pt x="6517649" y="3162730"/>
                  </a:lnTo>
                  <a:lnTo>
                    <a:pt x="6446027" y="3151013"/>
                  </a:lnTo>
                  <a:lnTo>
                    <a:pt x="6374404" y="3138869"/>
                  </a:lnTo>
                  <a:lnTo>
                    <a:pt x="6302782" y="3126281"/>
                  </a:lnTo>
                  <a:lnTo>
                    <a:pt x="6231159" y="3113233"/>
                  </a:lnTo>
                  <a:lnTo>
                    <a:pt x="6159537" y="3099710"/>
                  </a:lnTo>
                  <a:lnTo>
                    <a:pt x="6087914" y="3085693"/>
                  </a:lnTo>
                  <a:lnTo>
                    <a:pt x="6016292" y="3071164"/>
                  </a:lnTo>
                  <a:lnTo>
                    <a:pt x="5944669" y="3056105"/>
                  </a:lnTo>
                  <a:lnTo>
                    <a:pt x="5873047" y="3040496"/>
                  </a:lnTo>
                  <a:lnTo>
                    <a:pt x="5801424" y="3024318"/>
                  </a:lnTo>
                  <a:lnTo>
                    <a:pt x="5729802" y="3007549"/>
                  </a:lnTo>
                  <a:lnTo>
                    <a:pt x="5658179" y="2990168"/>
                  </a:lnTo>
                  <a:lnTo>
                    <a:pt x="5586557" y="2972153"/>
                  </a:lnTo>
                  <a:lnTo>
                    <a:pt x="5514934" y="2953480"/>
                  </a:lnTo>
                  <a:lnTo>
                    <a:pt x="5443311" y="2934126"/>
                  </a:lnTo>
                  <a:lnTo>
                    <a:pt x="5371689" y="2914065"/>
                  </a:lnTo>
                  <a:lnTo>
                    <a:pt x="5300066" y="2893272"/>
                  </a:lnTo>
                  <a:lnTo>
                    <a:pt x="5228444" y="2871720"/>
                  </a:lnTo>
                  <a:lnTo>
                    <a:pt x="5156821" y="2849381"/>
                  </a:lnTo>
                  <a:lnTo>
                    <a:pt x="5085199" y="2826227"/>
                  </a:lnTo>
                  <a:lnTo>
                    <a:pt x="5013576" y="2802228"/>
                  </a:lnTo>
                  <a:lnTo>
                    <a:pt x="4941954" y="2777353"/>
                  </a:lnTo>
                  <a:lnTo>
                    <a:pt x="4870331" y="2751570"/>
                  </a:lnTo>
                  <a:lnTo>
                    <a:pt x="4798709" y="2724846"/>
                  </a:lnTo>
                  <a:lnTo>
                    <a:pt x="4727086" y="2697146"/>
                  </a:lnTo>
                  <a:lnTo>
                    <a:pt x="4655464" y="2668436"/>
                  </a:lnTo>
                  <a:lnTo>
                    <a:pt x="4583841" y="2654478"/>
                  </a:lnTo>
                  <a:lnTo>
                    <a:pt x="4512219" y="2654854"/>
                  </a:lnTo>
                  <a:lnTo>
                    <a:pt x="4440596" y="2655230"/>
                  </a:lnTo>
                  <a:lnTo>
                    <a:pt x="4368974" y="2655605"/>
                  </a:lnTo>
                  <a:lnTo>
                    <a:pt x="4297351" y="2655980"/>
                  </a:lnTo>
                  <a:lnTo>
                    <a:pt x="4225729" y="2656355"/>
                  </a:lnTo>
                  <a:lnTo>
                    <a:pt x="4154106" y="2656730"/>
                  </a:lnTo>
                  <a:lnTo>
                    <a:pt x="4082483" y="2657105"/>
                  </a:lnTo>
                  <a:lnTo>
                    <a:pt x="4010861" y="2657479"/>
                  </a:lnTo>
                  <a:lnTo>
                    <a:pt x="3939238" y="2657854"/>
                  </a:lnTo>
                  <a:lnTo>
                    <a:pt x="3867616" y="2658228"/>
                  </a:lnTo>
                  <a:lnTo>
                    <a:pt x="3795993" y="2658602"/>
                  </a:lnTo>
                  <a:lnTo>
                    <a:pt x="3724371" y="2658976"/>
                  </a:lnTo>
                  <a:lnTo>
                    <a:pt x="3652748" y="2659349"/>
                  </a:lnTo>
                  <a:lnTo>
                    <a:pt x="3581126" y="2659723"/>
                  </a:lnTo>
                  <a:lnTo>
                    <a:pt x="3509503" y="2660096"/>
                  </a:lnTo>
                  <a:lnTo>
                    <a:pt x="3437881" y="2660469"/>
                  </a:lnTo>
                  <a:lnTo>
                    <a:pt x="3366258" y="2660842"/>
                  </a:lnTo>
                  <a:lnTo>
                    <a:pt x="3294636" y="2661215"/>
                  </a:lnTo>
                  <a:lnTo>
                    <a:pt x="3223013" y="2661588"/>
                  </a:lnTo>
                  <a:lnTo>
                    <a:pt x="3151391" y="2661960"/>
                  </a:lnTo>
                  <a:lnTo>
                    <a:pt x="3079768" y="2662333"/>
                  </a:lnTo>
                  <a:lnTo>
                    <a:pt x="3008146" y="2662705"/>
                  </a:lnTo>
                  <a:lnTo>
                    <a:pt x="2936523" y="2663077"/>
                  </a:lnTo>
                  <a:lnTo>
                    <a:pt x="2864901" y="2663449"/>
                  </a:lnTo>
                  <a:lnTo>
                    <a:pt x="2793278" y="2663820"/>
                  </a:lnTo>
                  <a:lnTo>
                    <a:pt x="2721655" y="2664192"/>
                  </a:lnTo>
                  <a:lnTo>
                    <a:pt x="2650033" y="2664563"/>
                  </a:lnTo>
                  <a:lnTo>
                    <a:pt x="2578410" y="2664934"/>
                  </a:lnTo>
                  <a:lnTo>
                    <a:pt x="2506788" y="2665305"/>
                  </a:lnTo>
                  <a:lnTo>
                    <a:pt x="2435165" y="2665676"/>
                  </a:lnTo>
                  <a:lnTo>
                    <a:pt x="2363543" y="2666047"/>
                  </a:lnTo>
                  <a:lnTo>
                    <a:pt x="2291920" y="2666417"/>
                  </a:lnTo>
                  <a:lnTo>
                    <a:pt x="2220298" y="2666787"/>
                  </a:lnTo>
                  <a:lnTo>
                    <a:pt x="2148675" y="2667158"/>
                  </a:lnTo>
                  <a:lnTo>
                    <a:pt x="2077053" y="2667528"/>
                  </a:lnTo>
                  <a:lnTo>
                    <a:pt x="2005430" y="2667897"/>
                  </a:lnTo>
                  <a:lnTo>
                    <a:pt x="1933808" y="2668267"/>
                  </a:lnTo>
                  <a:lnTo>
                    <a:pt x="1862185" y="2668636"/>
                  </a:lnTo>
                  <a:lnTo>
                    <a:pt x="1790563" y="2669006"/>
                  </a:lnTo>
                  <a:lnTo>
                    <a:pt x="1718940" y="2669375"/>
                  </a:lnTo>
                  <a:lnTo>
                    <a:pt x="1647318" y="2669744"/>
                  </a:lnTo>
                  <a:lnTo>
                    <a:pt x="1575695" y="2670113"/>
                  </a:lnTo>
                  <a:lnTo>
                    <a:pt x="1504073" y="2670481"/>
                  </a:lnTo>
                  <a:lnTo>
                    <a:pt x="1432450" y="2670850"/>
                  </a:lnTo>
                  <a:lnTo>
                    <a:pt x="1360827" y="2671218"/>
                  </a:lnTo>
                  <a:lnTo>
                    <a:pt x="1289205" y="2671586"/>
                  </a:lnTo>
                  <a:lnTo>
                    <a:pt x="1217582" y="2671954"/>
                  </a:lnTo>
                  <a:lnTo>
                    <a:pt x="1145960" y="2672322"/>
                  </a:lnTo>
                  <a:lnTo>
                    <a:pt x="1074337" y="2672690"/>
                  </a:lnTo>
                  <a:lnTo>
                    <a:pt x="1002715" y="2673057"/>
                  </a:lnTo>
                  <a:lnTo>
                    <a:pt x="931092" y="2673424"/>
                  </a:lnTo>
                  <a:lnTo>
                    <a:pt x="859470" y="2673791"/>
                  </a:lnTo>
                  <a:lnTo>
                    <a:pt x="787847" y="2674158"/>
                  </a:lnTo>
                  <a:lnTo>
                    <a:pt x="716225" y="2674525"/>
                  </a:lnTo>
                  <a:lnTo>
                    <a:pt x="644602" y="2674892"/>
                  </a:lnTo>
                  <a:lnTo>
                    <a:pt x="572980" y="2675258"/>
                  </a:lnTo>
                  <a:lnTo>
                    <a:pt x="501357" y="2675625"/>
                  </a:lnTo>
                  <a:lnTo>
                    <a:pt x="429735" y="2675991"/>
                  </a:lnTo>
                  <a:lnTo>
                    <a:pt x="358112" y="2676357"/>
                  </a:lnTo>
                  <a:lnTo>
                    <a:pt x="286490" y="2676723"/>
                  </a:lnTo>
                  <a:lnTo>
                    <a:pt x="214867" y="2677088"/>
                  </a:lnTo>
                  <a:lnTo>
                    <a:pt x="143245" y="2677454"/>
                  </a:lnTo>
                  <a:lnTo>
                    <a:pt x="71622" y="2677819"/>
                  </a:lnTo>
                  <a:lnTo>
                    <a:pt x="0" y="267818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26312" y="2073503"/>
              <a:ext cx="5336367" cy="2654102"/>
            </a:xfrm>
            <a:custGeom>
              <a:avLst/>
              <a:pathLst>
                <a:path w="5336367" h="2654102">
                  <a:moveTo>
                    <a:pt x="0" y="0"/>
                  </a:moveTo>
                  <a:lnTo>
                    <a:pt x="36300" y="63275"/>
                  </a:lnTo>
                  <a:lnTo>
                    <a:pt x="107922" y="183724"/>
                  </a:lnTo>
                  <a:lnTo>
                    <a:pt x="179545" y="299931"/>
                  </a:lnTo>
                  <a:lnTo>
                    <a:pt x="251167" y="412046"/>
                  </a:lnTo>
                  <a:lnTo>
                    <a:pt x="322790" y="520214"/>
                  </a:lnTo>
                  <a:lnTo>
                    <a:pt x="394412" y="624572"/>
                  </a:lnTo>
                  <a:lnTo>
                    <a:pt x="466035" y="725255"/>
                  </a:lnTo>
                  <a:lnTo>
                    <a:pt x="537657" y="822393"/>
                  </a:lnTo>
                  <a:lnTo>
                    <a:pt x="609280" y="916111"/>
                  </a:lnTo>
                  <a:lnTo>
                    <a:pt x="680903" y="1006528"/>
                  </a:lnTo>
                  <a:lnTo>
                    <a:pt x="752525" y="1093761"/>
                  </a:lnTo>
                  <a:lnTo>
                    <a:pt x="824148" y="1177922"/>
                  </a:lnTo>
                  <a:lnTo>
                    <a:pt x="895770" y="1259120"/>
                  </a:lnTo>
                  <a:lnTo>
                    <a:pt x="967393" y="1337458"/>
                  </a:lnTo>
                  <a:lnTo>
                    <a:pt x="1039015" y="1413038"/>
                  </a:lnTo>
                  <a:lnTo>
                    <a:pt x="1110638" y="1485956"/>
                  </a:lnTo>
                  <a:lnTo>
                    <a:pt x="1182260" y="1556307"/>
                  </a:lnTo>
                  <a:lnTo>
                    <a:pt x="1253883" y="1624180"/>
                  </a:lnTo>
                  <a:lnTo>
                    <a:pt x="1325505" y="1689663"/>
                  </a:lnTo>
                  <a:lnTo>
                    <a:pt x="1397128" y="1752840"/>
                  </a:lnTo>
                  <a:lnTo>
                    <a:pt x="1468750" y="1813792"/>
                  </a:lnTo>
                  <a:lnTo>
                    <a:pt x="1540373" y="1872598"/>
                  </a:lnTo>
                  <a:lnTo>
                    <a:pt x="1611995" y="1929334"/>
                  </a:lnTo>
                  <a:lnTo>
                    <a:pt x="1683618" y="1984071"/>
                  </a:lnTo>
                  <a:lnTo>
                    <a:pt x="1755240" y="2036881"/>
                  </a:lnTo>
                  <a:lnTo>
                    <a:pt x="1826863" y="2087831"/>
                  </a:lnTo>
                  <a:lnTo>
                    <a:pt x="1898485" y="2136987"/>
                  </a:lnTo>
                  <a:lnTo>
                    <a:pt x="1970108" y="2184412"/>
                  </a:lnTo>
                  <a:lnTo>
                    <a:pt x="2041731" y="2230167"/>
                  </a:lnTo>
                  <a:lnTo>
                    <a:pt x="2113353" y="2274311"/>
                  </a:lnTo>
                  <a:lnTo>
                    <a:pt x="2184976" y="2316900"/>
                  </a:lnTo>
                  <a:lnTo>
                    <a:pt x="2256598" y="2357989"/>
                  </a:lnTo>
                  <a:lnTo>
                    <a:pt x="2328221" y="2397632"/>
                  </a:lnTo>
                  <a:lnTo>
                    <a:pt x="2399843" y="2435878"/>
                  </a:lnTo>
                  <a:lnTo>
                    <a:pt x="2471466" y="2472778"/>
                  </a:lnTo>
                  <a:lnTo>
                    <a:pt x="2543088" y="2508379"/>
                  </a:lnTo>
                  <a:lnTo>
                    <a:pt x="2614711" y="2542725"/>
                  </a:lnTo>
                  <a:lnTo>
                    <a:pt x="2686333" y="2575863"/>
                  </a:lnTo>
                  <a:lnTo>
                    <a:pt x="2757956" y="2607833"/>
                  </a:lnTo>
                  <a:lnTo>
                    <a:pt x="2829578" y="2638678"/>
                  </a:lnTo>
                  <a:lnTo>
                    <a:pt x="2901201" y="2654102"/>
                  </a:lnTo>
                  <a:lnTo>
                    <a:pt x="2972823" y="2653726"/>
                  </a:lnTo>
                  <a:lnTo>
                    <a:pt x="3044446" y="2653350"/>
                  </a:lnTo>
                  <a:lnTo>
                    <a:pt x="3116068" y="2652974"/>
                  </a:lnTo>
                  <a:lnTo>
                    <a:pt x="3187691" y="2652597"/>
                  </a:lnTo>
                  <a:lnTo>
                    <a:pt x="3259313" y="2652220"/>
                  </a:lnTo>
                  <a:lnTo>
                    <a:pt x="3330936" y="2651843"/>
                  </a:lnTo>
                  <a:lnTo>
                    <a:pt x="3402558" y="2651466"/>
                  </a:lnTo>
                  <a:lnTo>
                    <a:pt x="3474181" y="2651089"/>
                  </a:lnTo>
                  <a:lnTo>
                    <a:pt x="3545804" y="2650712"/>
                  </a:lnTo>
                  <a:lnTo>
                    <a:pt x="3617426" y="2650334"/>
                  </a:lnTo>
                  <a:lnTo>
                    <a:pt x="3689049" y="2649956"/>
                  </a:lnTo>
                  <a:lnTo>
                    <a:pt x="3760671" y="2649578"/>
                  </a:lnTo>
                  <a:lnTo>
                    <a:pt x="3832294" y="2649200"/>
                  </a:lnTo>
                  <a:lnTo>
                    <a:pt x="3903916" y="2648822"/>
                  </a:lnTo>
                  <a:lnTo>
                    <a:pt x="3975539" y="2648444"/>
                  </a:lnTo>
                  <a:lnTo>
                    <a:pt x="4047161" y="2648065"/>
                  </a:lnTo>
                  <a:lnTo>
                    <a:pt x="4118784" y="2647686"/>
                  </a:lnTo>
                  <a:lnTo>
                    <a:pt x="4190406" y="2647307"/>
                  </a:lnTo>
                  <a:lnTo>
                    <a:pt x="4262029" y="2646928"/>
                  </a:lnTo>
                  <a:lnTo>
                    <a:pt x="4333651" y="2646549"/>
                  </a:lnTo>
                  <a:lnTo>
                    <a:pt x="4405274" y="2646169"/>
                  </a:lnTo>
                  <a:lnTo>
                    <a:pt x="4476896" y="2645790"/>
                  </a:lnTo>
                  <a:lnTo>
                    <a:pt x="4548519" y="2645410"/>
                  </a:lnTo>
                  <a:lnTo>
                    <a:pt x="4620141" y="2645030"/>
                  </a:lnTo>
                  <a:lnTo>
                    <a:pt x="4691764" y="2644650"/>
                  </a:lnTo>
                  <a:lnTo>
                    <a:pt x="4763386" y="2644269"/>
                  </a:lnTo>
                  <a:lnTo>
                    <a:pt x="4835009" y="2643889"/>
                  </a:lnTo>
                  <a:lnTo>
                    <a:pt x="4906632" y="2643508"/>
                  </a:lnTo>
                  <a:lnTo>
                    <a:pt x="4978254" y="2643127"/>
                  </a:lnTo>
                  <a:lnTo>
                    <a:pt x="5049877" y="2642746"/>
                  </a:lnTo>
                  <a:lnTo>
                    <a:pt x="5121499" y="2642365"/>
                  </a:lnTo>
                  <a:lnTo>
                    <a:pt x="5193122" y="2641984"/>
                  </a:lnTo>
                  <a:lnTo>
                    <a:pt x="5264744" y="2641602"/>
                  </a:lnTo>
                  <a:lnTo>
                    <a:pt x="5336367" y="26412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981"/>
              <a:ext cx="7090630" cy="588291"/>
            </a:xfrm>
            <a:custGeom>
              <a:avLst/>
              <a:pathLst>
                <a:path w="7090630" h="588291">
                  <a:moveTo>
                    <a:pt x="7090630" y="588291"/>
                  </a:moveTo>
                  <a:lnTo>
                    <a:pt x="7019007" y="579496"/>
                  </a:lnTo>
                  <a:lnTo>
                    <a:pt x="6947385" y="570379"/>
                  </a:lnTo>
                  <a:lnTo>
                    <a:pt x="6875762" y="560930"/>
                  </a:lnTo>
                  <a:lnTo>
                    <a:pt x="6804139" y="551136"/>
                  </a:lnTo>
                  <a:lnTo>
                    <a:pt x="6732517" y="540984"/>
                  </a:lnTo>
                  <a:lnTo>
                    <a:pt x="6660894" y="530462"/>
                  </a:lnTo>
                  <a:lnTo>
                    <a:pt x="6589272" y="519556"/>
                  </a:lnTo>
                  <a:lnTo>
                    <a:pt x="6517649" y="508251"/>
                  </a:lnTo>
                  <a:lnTo>
                    <a:pt x="6446027" y="496534"/>
                  </a:lnTo>
                  <a:lnTo>
                    <a:pt x="6374404" y="484390"/>
                  </a:lnTo>
                  <a:lnTo>
                    <a:pt x="6302782" y="471802"/>
                  </a:lnTo>
                  <a:lnTo>
                    <a:pt x="6231159" y="458755"/>
                  </a:lnTo>
                  <a:lnTo>
                    <a:pt x="6159537" y="445231"/>
                  </a:lnTo>
                  <a:lnTo>
                    <a:pt x="6087914" y="431214"/>
                  </a:lnTo>
                  <a:lnTo>
                    <a:pt x="6016292" y="416685"/>
                  </a:lnTo>
                  <a:lnTo>
                    <a:pt x="5944669" y="401626"/>
                  </a:lnTo>
                  <a:lnTo>
                    <a:pt x="5873047" y="386018"/>
                  </a:lnTo>
                  <a:lnTo>
                    <a:pt x="5801424" y="369839"/>
                  </a:lnTo>
                  <a:lnTo>
                    <a:pt x="5729802" y="353070"/>
                  </a:lnTo>
                  <a:lnTo>
                    <a:pt x="5658179" y="335689"/>
                  </a:lnTo>
                  <a:lnTo>
                    <a:pt x="5586557" y="317674"/>
                  </a:lnTo>
                  <a:lnTo>
                    <a:pt x="5514934" y="299001"/>
                  </a:lnTo>
                  <a:lnTo>
                    <a:pt x="5443311" y="279647"/>
                  </a:lnTo>
                  <a:lnTo>
                    <a:pt x="5371689" y="259586"/>
                  </a:lnTo>
                  <a:lnTo>
                    <a:pt x="5300066" y="238793"/>
                  </a:lnTo>
                  <a:lnTo>
                    <a:pt x="5228444" y="217241"/>
                  </a:lnTo>
                  <a:lnTo>
                    <a:pt x="5156821" y="194902"/>
                  </a:lnTo>
                  <a:lnTo>
                    <a:pt x="5085199" y="171748"/>
                  </a:lnTo>
                  <a:lnTo>
                    <a:pt x="5013576" y="147749"/>
                  </a:lnTo>
                  <a:lnTo>
                    <a:pt x="4941954" y="122874"/>
                  </a:lnTo>
                  <a:lnTo>
                    <a:pt x="4870331" y="97091"/>
                  </a:lnTo>
                  <a:lnTo>
                    <a:pt x="4798709" y="70367"/>
                  </a:lnTo>
                  <a:lnTo>
                    <a:pt x="4727086" y="42668"/>
                  </a:lnTo>
                  <a:lnTo>
                    <a:pt x="4655464" y="13957"/>
                  </a:lnTo>
                  <a:lnTo>
                    <a:pt x="4583841" y="0"/>
                  </a:lnTo>
                  <a:lnTo>
                    <a:pt x="4512219" y="375"/>
                  </a:lnTo>
                  <a:lnTo>
                    <a:pt x="4440596" y="751"/>
                  </a:lnTo>
                  <a:lnTo>
                    <a:pt x="4368974" y="1126"/>
                  </a:lnTo>
                  <a:lnTo>
                    <a:pt x="4297351" y="1501"/>
                  </a:lnTo>
                  <a:lnTo>
                    <a:pt x="4225729" y="1876"/>
                  </a:lnTo>
                  <a:lnTo>
                    <a:pt x="4154106" y="2251"/>
                  </a:lnTo>
                  <a:lnTo>
                    <a:pt x="4082483" y="2626"/>
                  </a:lnTo>
                  <a:lnTo>
                    <a:pt x="4010861" y="3000"/>
                  </a:lnTo>
                  <a:lnTo>
                    <a:pt x="3939238" y="3375"/>
                  </a:lnTo>
                  <a:lnTo>
                    <a:pt x="3867616" y="3749"/>
                  </a:lnTo>
                  <a:lnTo>
                    <a:pt x="3795993" y="4123"/>
                  </a:lnTo>
                  <a:lnTo>
                    <a:pt x="3724371" y="4497"/>
                  </a:lnTo>
                  <a:lnTo>
                    <a:pt x="3652748" y="4871"/>
                  </a:lnTo>
                  <a:lnTo>
                    <a:pt x="3581126" y="5244"/>
                  </a:lnTo>
                  <a:lnTo>
                    <a:pt x="3509503" y="5617"/>
                  </a:lnTo>
                  <a:lnTo>
                    <a:pt x="3437881" y="5991"/>
                  </a:lnTo>
                  <a:lnTo>
                    <a:pt x="3366258" y="6364"/>
                  </a:lnTo>
                  <a:lnTo>
                    <a:pt x="3294636" y="6736"/>
                  </a:lnTo>
                  <a:lnTo>
                    <a:pt x="3223013" y="7109"/>
                  </a:lnTo>
                  <a:lnTo>
                    <a:pt x="3151391" y="7482"/>
                  </a:lnTo>
                  <a:lnTo>
                    <a:pt x="3079768" y="7854"/>
                  </a:lnTo>
                  <a:lnTo>
                    <a:pt x="3008146" y="8226"/>
                  </a:lnTo>
                  <a:lnTo>
                    <a:pt x="2936523" y="8598"/>
                  </a:lnTo>
                  <a:lnTo>
                    <a:pt x="2864901" y="8970"/>
                  </a:lnTo>
                  <a:lnTo>
                    <a:pt x="2793278" y="9342"/>
                  </a:lnTo>
                  <a:lnTo>
                    <a:pt x="2721655" y="9713"/>
                  </a:lnTo>
                  <a:lnTo>
                    <a:pt x="2650033" y="10084"/>
                  </a:lnTo>
                  <a:lnTo>
                    <a:pt x="2578410" y="10455"/>
                  </a:lnTo>
                  <a:lnTo>
                    <a:pt x="2506788" y="10826"/>
                  </a:lnTo>
                  <a:lnTo>
                    <a:pt x="2435165" y="11197"/>
                  </a:lnTo>
                  <a:lnTo>
                    <a:pt x="2363543" y="11568"/>
                  </a:lnTo>
                  <a:lnTo>
                    <a:pt x="2291920" y="11938"/>
                  </a:lnTo>
                  <a:lnTo>
                    <a:pt x="2220298" y="12309"/>
                  </a:lnTo>
                  <a:lnTo>
                    <a:pt x="2148675" y="12679"/>
                  </a:lnTo>
                  <a:lnTo>
                    <a:pt x="2077053" y="13049"/>
                  </a:lnTo>
                  <a:lnTo>
                    <a:pt x="2005430" y="13419"/>
                  </a:lnTo>
                  <a:lnTo>
                    <a:pt x="1933808" y="13788"/>
                  </a:lnTo>
                  <a:lnTo>
                    <a:pt x="1862185" y="14158"/>
                  </a:lnTo>
                  <a:lnTo>
                    <a:pt x="1790563" y="14527"/>
                  </a:lnTo>
                  <a:lnTo>
                    <a:pt x="1718940" y="14896"/>
                  </a:lnTo>
                  <a:lnTo>
                    <a:pt x="1647318" y="15265"/>
                  </a:lnTo>
                  <a:lnTo>
                    <a:pt x="1575695" y="15634"/>
                  </a:lnTo>
                  <a:lnTo>
                    <a:pt x="1504073" y="16003"/>
                  </a:lnTo>
                  <a:lnTo>
                    <a:pt x="1432450" y="16371"/>
                  </a:lnTo>
                  <a:lnTo>
                    <a:pt x="1360827" y="16739"/>
                  </a:lnTo>
                  <a:lnTo>
                    <a:pt x="1289205" y="17107"/>
                  </a:lnTo>
                  <a:lnTo>
                    <a:pt x="1217582" y="17475"/>
                  </a:lnTo>
                  <a:lnTo>
                    <a:pt x="1145960" y="17843"/>
                  </a:lnTo>
                  <a:lnTo>
                    <a:pt x="1074337" y="18211"/>
                  </a:lnTo>
                  <a:lnTo>
                    <a:pt x="1002715" y="18578"/>
                  </a:lnTo>
                  <a:lnTo>
                    <a:pt x="931092" y="18946"/>
                  </a:lnTo>
                  <a:lnTo>
                    <a:pt x="859470" y="19313"/>
                  </a:lnTo>
                  <a:lnTo>
                    <a:pt x="787847" y="19680"/>
                  </a:lnTo>
                  <a:lnTo>
                    <a:pt x="716225" y="20046"/>
                  </a:lnTo>
                  <a:lnTo>
                    <a:pt x="644602" y="20413"/>
                  </a:lnTo>
                  <a:lnTo>
                    <a:pt x="572980" y="20780"/>
                  </a:lnTo>
                  <a:lnTo>
                    <a:pt x="501357" y="21146"/>
                  </a:lnTo>
                  <a:lnTo>
                    <a:pt x="429735" y="21512"/>
                  </a:lnTo>
                  <a:lnTo>
                    <a:pt x="358112" y="21878"/>
                  </a:lnTo>
                  <a:lnTo>
                    <a:pt x="286490" y="22244"/>
                  </a:lnTo>
                  <a:lnTo>
                    <a:pt x="214867" y="22609"/>
                  </a:lnTo>
                  <a:lnTo>
                    <a:pt x="143245" y="22975"/>
                  </a:lnTo>
                  <a:lnTo>
                    <a:pt x="71622" y="23340"/>
                  </a:lnTo>
                  <a:lnTo>
                    <a:pt x="0" y="237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958849"/>
              <a:ext cx="7090630" cy="2147812"/>
            </a:xfrm>
            <a:custGeom>
              <a:avLst/>
              <a:pathLst>
                <a:path w="7090630" h="2147812">
                  <a:moveTo>
                    <a:pt x="0" y="0"/>
                  </a:moveTo>
                  <a:lnTo>
                    <a:pt x="71622" y="45581"/>
                  </a:lnTo>
                  <a:lnTo>
                    <a:pt x="143245" y="90364"/>
                  </a:lnTo>
                  <a:lnTo>
                    <a:pt x="214867" y="134360"/>
                  </a:lnTo>
                  <a:lnTo>
                    <a:pt x="286490" y="177585"/>
                  </a:lnTo>
                  <a:lnTo>
                    <a:pt x="358112" y="220052"/>
                  </a:lnTo>
                  <a:lnTo>
                    <a:pt x="429735" y="261773"/>
                  </a:lnTo>
                  <a:lnTo>
                    <a:pt x="501357" y="302763"/>
                  </a:lnTo>
                  <a:lnTo>
                    <a:pt x="572980" y="343034"/>
                  </a:lnTo>
                  <a:lnTo>
                    <a:pt x="644602" y="382598"/>
                  </a:lnTo>
                  <a:lnTo>
                    <a:pt x="716225" y="421468"/>
                  </a:lnTo>
                  <a:lnTo>
                    <a:pt x="787847" y="459657"/>
                  </a:lnTo>
                  <a:lnTo>
                    <a:pt x="859470" y="497175"/>
                  </a:lnTo>
                  <a:lnTo>
                    <a:pt x="931092" y="534035"/>
                  </a:lnTo>
                  <a:lnTo>
                    <a:pt x="1002715" y="570249"/>
                  </a:lnTo>
                  <a:lnTo>
                    <a:pt x="1074337" y="605827"/>
                  </a:lnTo>
                  <a:lnTo>
                    <a:pt x="1145960" y="640782"/>
                  </a:lnTo>
                  <a:lnTo>
                    <a:pt x="1217582" y="675123"/>
                  </a:lnTo>
                  <a:lnTo>
                    <a:pt x="1289205" y="708862"/>
                  </a:lnTo>
                  <a:lnTo>
                    <a:pt x="1360827" y="742008"/>
                  </a:lnTo>
                  <a:lnTo>
                    <a:pt x="1432450" y="774574"/>
                  </a:lnTo>
                  <a:lnTo>
                    <a:pt x="1504073" y="806568"/>
                  </a:lnTo>
                  <a:lnTo>
                    <a:pt x="1575695" y="838001"/>
                  </a:lnTo>
                  <a:lnTo>
                    <a:pt x="1647318" y="868882"/>
                  </a:lnTo>
                  <a:lnTo>
                    <a:pt x="1718940" y="899222"/>
                  </a:lnTo>
                  <a:lnTo>
                    <a:pt x="1790563" y="929029"/>
                  </a:lnTo>
                  <a:lnTo>
                    <a:pt x="1862185" y="958314"/>
                  </a:lnTo>
                  <a:lnTo>
                    <a:pt x="1933808" y="987085"/>
                  </a:lnTo>
                  <a:lnTo>
                    <a:pt x="2005430" y="1015351"/>
                  </a:lnTo>
                  <a:lnTo>
                    <a:pt x="2077053" y="1043121"/>
                  </a:lnTo>
                  <a:lnTo>
                    <a:pt x="2148675" y="1070404"/>
                  </a:lnTo>
                  <a:lnTo>
                    <a:pt x="2220298" y="1097209"/>
                  </a:lnTo>
                  <a:lnTo>
                    <a:pt x="2291920" y="1123543"/>
                  </a:lnTo>
                  <a:lnTo>
                    <a:pt x="2363543" y="1149415"/>
                  </a:lnTo>
                  <a:lnTo>
                    <a:pt x="2435165" y="1174834"/>
                  </a:lnTo>
                  <a:lnTo>
                    <a:pt x="2506788" y="1199806"/>
                  </a:lnTo>
                  <a:lnTo>
                    <a:pt x="2578410" y="1224341"/>
                  </a:lnTo>
                  <a:lnTo>
                    <a:pt x="2650033" y="1248445"/>
                  </a:lnTo>
                  <a:lnTo>
                    <a:pt x="2721655" y="1272126"/>
                  </a:lnTo>
                  <a:lnTo>
                    <a:pt x="2793278" y="1295392"/>
                  </a:lnTo>
                  <a:lnTo>
                    <a:pt x="2864901" y="1318250"/>
                  </a:lnTo>
                  <a:lnTo>
                    <a:pt x="2936523" y="1340707"/>
                  </a:lnTo>
                  <a:lnTo>
                    <a:pt x="3008146" y="1362769"/>
                  </a:lnTo>
                  <a:lnTo>
                    <a:pt x="3079768" y="1384445"/>
                  </a:lnTo>
                  <a:lnTo>
                    <a:pt x="3151391" y="1405741"/>
                  </a:lnTo>
                  <a:lnTo>
                    <a:pt x="3223013" y="1426663"/>
                  </a:lnTo>
                  <a:lnTo>
                    <a:pt x="3294636" y="1447218"/>
                  </a:lnTo>
                  <a:lnTo>
                    <a:pt x="3366258" y="1467412"/>
                  </a:lnTo>
                  <a:lnTo>
                    <a:pt x="3437881" y="1487252"/>
                  </a:lnTo>
                  <a:lnTo>
                    <a:pt x="3509503" y="1506744"/>
                  </a:lnTo>
                  <a:lnTo>
                    <a:pt x="3581126" y="1525894"/>
                  </a:lnTo>
                  <a:lnTo>
                    <a:pt x="3652748" y="1544709"/>
                  </a:lnTo>
                  <a:lnTo>
                    <a:pt x="3724371" y="1563193"/>
                  </a:lnTo>
                  <a:lnTo>
                    <a:pt x="3795993" y="1581353"/>
                  </a:lnTo>
                  <a:lnTo>
                    <a:pt x="3867616" y="1599194"/>
                  </a:lnTo>
                  <a:lnTo>
                    <a:pt x="3939238" y="1616722"/>
                  </a:lnTo>
                  <a:lnTo>
                    <a:pt x="4010861" y="1633943"/>
                  </a:lnTo>
                  <a:lnTo>
                    <a:pt x="4082483" y="1650862"/>
                  </a:lnTo>
                  <a:lnTo>
                    <a:pt x="4154106" y="1667484"/>
                  </a:lnTo>
                  <a:lnTo>
                    <a:pt x="4225729" y="1683814"/>
                  </a:lnTo>
                  <a:lnTo>
                    <a:pt x="4297351" y="1699858"/>
                  </a:lnTo>
                  <a:lnTo>
                    <a:pt x="4368974" y="1715621"/>
                  </a:lnTo>
                  <a:lnTo>
                    <a:pt x="4440596" y="1731107"/>
                  </a:lnTo>
                  <a:lnTo>
                    <a:pt x="4512219" y="1746321"/>
                  </a:lnTo>
                  <a:lnTo>
                    <a:pt x="4583841" y="1761268"/>
                  </a:lnTo>
                  <a:lnTo>
                    <a:pt x="4655464" y="1775953"/>
                  </a:lnTo>
                  <a:lnTo>
                    <a:pt x="4727086" y="1790381"/>
                  </a:lnTo>
                  <a:lnTo>
                    <a:pt x="4798709" y="1804556"/>
                  </a:lnTo>
                  <a:lnTo>
                    <a:pt x="4870331" y="1818481"/>
                  </a:lnTo>
                  <a:lnTo>
                    <a:pt x="4941954" y="1832163"/>
                  </a:lnTo>
                  <a:lnTo>
                    <a:pt x="5013576" y="1845604"/>
                  </a:lnTo>
                  <a:lnTo>
                    <a:pt x="5085199" y="1858810"/>
                  </a:lnTo>
                  <a:lnTo>
                    <a:pt x="5156821" y="1871784"/>
                  </a:lnTo>
                  <a:lnTo>
                    <a:pt x="5228444" y="1884531"/>
                  </a:lnTo>
                  <a:lnTo>
                    <a:pt x="5300066" y="1897054"/>
                  </a:lnTo>
                  <a:lnTo>
                    <a:pt x="5371689" y="1909357"/>
                  </a:lnTo>
                  <a:lnTo>
                    <a:pt x="5443311" y="1921444"/>
                  </a:lnTo>
                  <a:lnTo>
                    <a:pt x="5514934" y="1933320"/>
                  </a:lnTo>
                  <a:lnTo>
                    <a:pt x="5586557" y="1944987"/>
                  </a:lnTo>
                  <a:lnTo>
                    <a:pt x="5658179" y="1956449"/>
                  </a:lnTo>
                  <a:lnTo>
                    <a:pt x="5729802" y="1967710"/>
                  </a:lnTo>
                  <a:lnTo>
                    <a:pt x="5801424" y="1978774"/>
                  </a:lnTo>
                  <a:lnTo>
                    <a:pt x="5873047" y="1989644"/>
                  </a:lnTo>
                  <a:lnTo>
                    <a:pt x="5944669" y="2000323"/>
                  </a:lnTo>
                  <a:lnTo>
                    <a:pt x="6016292" y="2010814"/>
                  </a:lnTo>
                  <a:lnTo>
                    <a:pt x="6087914" y="2021122"/>
                  </a:lnTo>
                  <a:lnTo>
                    <a:pt x="6159537" y="2031249"/>
                  </a:lnTo>
                  <a:lnTo>
                    <a:pt x="6231159" y="2041198"/>
                  </a:lnTo>
                  <a:lnTo>
                    <a:pt x="6302782" y="2050972"/>
                  </a:lnTo>
                  <a:lnTo>
                    <a:pt x="6374404" y="2060575"/>
                  </a:lnTo>
                  <a:lnTo>
                    <a:pt x="6446027" y="2070010"/>
                  </a:lnTo>
                  <a:lnTo>
                    <a:pt x="6517649" y="2079279"/>
                  </a:lnTo>
                  <a:lnTo>
                    <a:pt x="6589272" y="2088386"/>
                  </a:lnTo>
                  <a:lnTo>
                    <a:pt x="6660894" y="2097333"/>
                  </a:lnTo>
                  <a:lnTo>
                    <a:pt x="6732517" y="2106122"/>
                  </a:lnTo>
                  <a:lnTo>
                    <a:pt x="6804139" y="2114758"/>
                  </a:lnTo>
                  <a:lnTo>
                    <a:pt x="6875762" y="2123242"/>
                  </a:lnTo>
                  <a:lnTo>
                    <a:pt x="6947385" y="2131578"/>
                  </a:lnTo>
                  <a:lnTo>
                    <a:pt x="7019007" y="2139767"/>
                  </a:lnTo>
                  <a:lnTo>
                    <a:pt x="7090630" y="21478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93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675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8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99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10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44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1.28 (0.99-1.66), p_Bonf = 0.336 (n = 6)  |  per IQR decline (Δ = 21.9): 1.72 (0.99-3.01)  |  IQR: [-10.4,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2026-10-09T11:52:42Z</dcterms:modified>
  <cp:category/>
</cp:coreProperties>
</file>