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2784"/>
            </a:xfrm>
            <a:custGeom>
              <a:avLst/>
              <a:pathLst>
                <a:path w="7090630" h="3452784">
                  <a:moveTo>
                    <a:pt x="1418365" y="0"/>
                  </a:moveTo>
                  <a:lnTo>
                    <a:pt x="1432450" y="41595"/>
                  </a:lnTo>
                  <a:lnTo>
                    <a:pt x="1504073" y="240864"/>
                  </a:lnTo>
                  <a:lnTo>
                    <a:pt x="1575695" y="428596"/>
                  </a:lnTo>
                  <a:lnTo>
                    <a:pt x="1647318" y="605461"/>
                  </a:lnTo>
                  <a:lnTo>
                    <a:pt x="1718940" y="772087"/>
                  </a:lnTo>
                  <a:lnTo>
                    <a:pt x="1790563" y="929067"/>
                  </a:lnTo>
                  <a:lnTo>
                    <a:pt x="1862185" y="1076959"/>
                  </a:lnTo>
                  <a:lnTo>
                    <a:pt x="1933808" y="1216289"/>
                  </a:lnTo>
                  <a:lnTo>
                    <a:pt x="2005430" y="1347554"/>
                  </a:lnTo>
                  <a:lnTo>
                    <a:pt x="2077053" y="1471219"/>
                  </a:lnTo>
                  <a:lnTo>
                    <a:pt x="2148675" y="1587726"/>
                  </a:lnTo>
                  <a:lnTo>
                    <a:pt x="2220298" y="1697488"/>
                  </a:lnTo>
                  <a:lnTo>
                    <a:pt x="2291920" y="1800895"/>
                  </a:lnTo>
                  <a:lnTo>
                    <a:pt x="2363543" y="1898317"/>
                  </a:lnTo>
                  <a:lnTo>
                    <a:pt x="2435165" y="1990098"/>
                  </a:lnTo>
                  <a:lnTo>
                    <a:pt x="2506788" y="2076567"/>
                  </a:lnTo>
                  <a:lnTo>
                    <a:pt x="2578410" y="2158029"/>
                  </a:lnTo>
                  <a:lnTo>
                    <a:pt x="2650033" y="2234776"/>
                  </a:lnTo>
                  <a:lnTo>
                    <a:pt x="2721655" y="2307080"/>
                  </a:lnTo>
                  <a:lnTo>
                    <a:pt x="2793278" y="2375198"/>
                  </a:lnTo>
                  <a:lnTo>
                    <a:pt x="2864901" y="2439372"/>
                  </a:lnTo>
                  <a:lnTo>
                    <a:pt x="2936523" y="2499832"/>
                  </a:lnTo>
                  <a:lnTo>
                    <a:pt x="3008146" y="2556791"/>
                  </a:lnTo>
                  <a:lnTo>
                    <a:pt x="3079768" y="2610453"/>
                  </a:lnTo>
                  <a:lnTo>
                    <a:pt x="3151391" y="2656031"/>
                  </a:lnTo>
                  <a:lnTo>
                    <a:pt x="3223013" y="2668723"/>
                  </a:lnTo>
                  <a:lnTo>
                    <a:pt x="3294636" y="2681220"/>
                  </a:lnTo>
                  <a:lnTo>
                    <a:pt x="3366258" y="2693525"/>
                  </a:lnTo>
                  <a:lnTo>
                    <a:pt x="3437881" y="2705642"/>
                  </a:lnTo>
                  <a:lnTo>
                    <a:pt x="3509503" y="2717573"/>
                  </a:lnTo>
                  <a:lnTo>
                    <a:pt x="3581126" y="2729321"/>
                  </a:lnTo>
                  <a:lnTo>
                    <a:pt x="3652748" y="2740888"/>
                  </a:lnTo>
                  <a:lnTo>
                    <a:pt x="3724371" y="2752279"/>
                  </a:lnTo>
                  <a:lnTo>
                    <a:pt x="3795993" y="2763495"/>
                  </a:lnTo>
                  <a:lnTo>
                    <a:pt x="3867616" y="2774539"/>
                  </a:lnTo>
                  <a:lnTo>
                    <a:pt x="3939238" y="2785413"/>
                  </a:lnTo>
                  <a:lnTo>
                    <a:pt x="4010861" y="2796121"/>
                  </a:lnTo>
                  <a:lnTo>
                    <a:pt x="4082483" y="2806664"/>
                  </a:lnTo>
                  <a:lnTo>
                    <a:pt x="4154106" y="2817046"/>
                  </a:lnTo>
                  <a:lnTo>
                    <a:pt x="4225729" y="2827269"/>
                  </a:lnTo>
                  <a:lnTo>
                    <a:pt x="4297351" y="2837335"/>
                  </a:lnTo>
                  <a:lnTo>
                    <a:pt x="4368974" y="2847247"/>
                  </a:lnTo>
                  <a:lnTo>
                    <a:pt x="4440596" y="2857006"/>
                  </a:lnTo>
                  <a:lnTo>
                    <a:pt x="4512219" y="2866616"/>
                  </a:lnTo>
                  <a:lnTo>
                    <a:pt x="4583841" y="2876079"/>
                  </a:lnTo>
                  <a:lnTo>
                    <a:pt x="4655464" y="2885397"/>
                  </a:lnTo>
                  <a:lnTo>
                    <a:pt x="4727086" y="2894571"/>
                  </a:lnTo>
                  <a:lnTo>
                    <a:pt x="4798709" y="2903605"/>
                  </a:lnTo>
                  <a:lnTo>
                    <a:pt x="4870331" y="2912501"/>
                  </a:lnTo>
                  <a:lnTo>
                    <a:pt x="4941954" y="2921260"/>
                  </a:lnTo>
                  <a:lnTo>
                    <a:pt x="5013576" y="2929885"/>
                  </a:lnTo>
                  <a:lnTo>
                    <a:pt x="5085199" y="2938377"/>
                  </a:lnTo>
                  <a:lnTo>
                    <a:pt x="5156821" y="2946740"/>
                  </a:lnTo>
                  <a:lnTo>
                    <a:pt x="5228444" y="2954974"/>
                  </a:lnTo>
                  <a:lnTo>
                    <a:pt x="5300066" y="2963081"/>
                  </a:lnTo>
                  <a:lnTo>
                    <a:pt x="5371689" y="2971065"/>
                  </a:lnTo>
                  <a:lnTo>
                    <a:pt x="5443311" y="2978926"/>
                  </a:lnTo>
                  <a:lnTo>
                    <a:pt x="5514934" y="2986667"/>
                  </a:lnTo>
                  <a:lnTo>
                    <a:pt x="5586557" y="2994289"/>
                  </a:lnTo>
                  <a:lnTo>
                    <a:pt x="5658179" y="3001794"/>
                  </a:lnTo>
                  <a:lnTo>
                    <a:pt x="5729802" y="3009183"/>
                  </a:lnTo>
                  <a:lnTo>
                    <a:pt x="5801424" y="3016460"/>
                  </a:lnTo>
                  <a:lnTo>
                    <a:pt x="5873047" y="3023625"/>
                  </a:lnTo>
                  <a:lnTo>
                    <a:pt x="5944669" y="3030680"/>
                  </a:lnTo>
                  <a:lnTo>
                    <a:pt x="6016292" y="3037627"/>
                  </a:lnTo>
                  <a:lnTo>
                    <a:pt x="6087914" y="3044468"/>
                  </a:lnTo>
                  <a:lnTo>
                    <a:pt x="6159537" y="3051203"/>
                  </a:lnTo>
                  <a:lnTo>
                    <a:pt x="6231159" y="3057836"/>
                  </a:lnTo>
                  <a:lnTo>
                    <a:pt x="6302782" y="3064366"/>
                  </a:lnTo>
                  <a:lnTo>
                    <a:pt x="6374404" y="3070797"/>
                  </a:lnTo>
                  <a:lnTo>
                    <a:pt x="6446027" y="3077129"/>
                  </a:lnTo>
                  <a:lnTo>
                    <a:pt x="6517649" y="3083364"/>
                  </a:lnTo>
                  <a:lnTo>
                    <a:pt x="6589272" y="3089503"/>
                  </a:lnTo>
                  <a:lnTo>
                    <a:pt x="6660894" y="3095548"/>
                  </a:lnTo>
                  <a:lnTo>
                    <a:pt x="6732517" y="3101500"/>
                  </a:lnTo>
                  <a:lnTo>
                    <a:pt x="6804139" y="3107361"/>
                  </a:lnTo>
                  <a:lnTo>
                    <a:pt x="6875762" y="3113133"/>
                  </a:lnTo>
                  <a:lnTo>
                    <a:pt x="6947385" y="3118815"/>
                  </a:lnTo>
                  <a:lnTo>
                    <a:pt x="7019007" y="3124411"/>
                  </a:lnTo>
                  <a:lnTo>
                    <a:pt x="7090630" y="3129921"/>
                  </a:lnTo>
                  <a:lnTo>
                    <a:pt x="7090630" y="3452784"/>
                  </a:lnTo>
                  <a:lnTo>
                    <a:pt x="7019007" y="3450882"/>
                  </a:lnTo>
                  <a:lnTo>
                    <a:pt x="6947385" y="3448862"/>
                  </a:lnTo>
                  <a:lnTo>
                    <a:pt x="6875762" y="3446718"/>
                  </a:lnTo>
                  <a:lnTo>
                    <a:pt x="6804139" y="3444443"/>
                  </a:lnTo>
                  <a:lnTo>
                    <a:pt x="6732517" y="3442028"/>
                  </a:lnTo>
                  <a:lnTo>
                    <a:pt x="6660894" y="3439465"/>
                  </a:lnTo>
                  <a:lnTo>
                    <a:pt x="6589272" y="3436744"/>
                  </a:lnTo>
                  <a:lnTo>
                    <a:pt x="6517649" y="3433855"/>
                  </a:lnTo>
                  <a:lnTo>
                    <a:pt x="6446027" y="3430790"/>
                  </a:lnTo>
                  <a:lnTo>
                    <a:pt x="6374404" y="3427536"/>
                  </a:lnTo>
                  <a:lnTo>
                    <a:pt x="6302782" y="3424082"/>
                  </a:lnTo>
                  <a:lnTo>
                    <a:pt x="6231159" y="3420415"/>
                  </a:lnTo>
                  <a:lnTo>
                    <a:pt x="6159537" y="3416524"/>
                  </a:lnTo>
                  <a:lnTo>
                    <a:pt x="6087914" y="3412393"/>
                  </a:lnTo>
                  <a:lnTo>
                    <a:pt x="6016292" y="3408008"/>
                  </a:lnTo>
                  <a:lnTo>
                    <a:pt x="5944669" y="3403354"/>
                  </a:lnTo>
                  <a:lnTo>
                    <a:pt x="5873047" y="3398415"/>
                  </a:lnTo>
                  <a:lnTo>
                    <a:pt x="5801424" y="3393171"/>
                  </a:lnTo>
                  <a:lnTo>
                    <a:pt x="5729802" y="3387605"/>
                  </a:lnTo>
                  <a:lnTo>
                    <a:pt x="5658179" y="3381698"/>
                  </a:lnTo>
                  <a:lnTo>
                    <a:pt x="5586557" y="3375427"/>
                  </a:lnTo>
                  <a:lnTo>
                    <a:pt x="5514934" y="3368771"/>
                  </a:lnTo>
                  <a:lnTo>
                    <a:pt x="5443311" y="3361706"/>
                  </a:lnTo>
                  <a:lnTo>
                    <a:pt x="5371689" y="3354207"/>
                  </a:lnTo>
                  <a:lnTo>
                    <a:pt x="5300066" y="3346247"/>
                  </a:lnTo>
                  <a:lnTo>
                    <a:pt x="5228444" y="3337798"/>
                  </a:lnTo>
                  <a:lnTo>
                    <a:pt x="5156821" y="3328830"/>
                  </a:lnTo>
                  <a:lnTo>
                    <a:pt x="5085199" y="3319310"/>
                  </a:lnTo>
                  <a:lnTo>
                    <a:pt x="5013576" y="3309206"/>
                  </a:lnTo>
                  <a:lnTo>
                    <a:pt x="4941954" y="3298481"/>
                  </a:lnTo>
                  <a:lnTo>
                    <a:pt x="4870331" y="3287097"/>
                  </a:lnTo>
                  <a:lnTo>
                    <a:pt x="4798709" y="3275013"/>
                  </a:lnTo>
                  <a:lnTo>
                    <a:pt x="4727086" y="3262187"/>
                  </a:lnTo>
                  <a:lnTo>
                    <a:pt x="4655464" y="3248573"/>
                  </a:lnTo>
                  <a:lnTo>
                    <a:pt x="4583841" y="3234122"/>
                  </a:lnTo>
                  <a:lnTo>
                    <a:pt x="4512219" y="3218783"/>
                  </a:lnTo>
                  <a:lnTo>
                    <a:pt x="4440596" y="3202501"/>
                  </a:lnTo>
                  <a:lnTo>
                    <a:pt x="4368974" y="3185219"/>
                  </a:lnTo>
                  <a:lnTo>
                    <a:pt x="4297351" y="3166876"/>
                  </a:lnTo>
                  <a:lnTo>
                    <a:pt x="4225729" y="3147404"/>
                  </a:lnTo>
                  <a:lnTo>
                    <a:pt x="4154106" y="3126737"/>
                  </a:lnTo>
                  <a:lnTo>
                    <a:pt x="4082483" y="3104799"/>
                  </a:lnTo>
                  <a:lnTo>
                    <a:pt x="4010861" y="3081514"/>
                  </a:lnTo>
                  <a:lnTo>
                    <a:pt x="3939238" y="3056798"/>
                  </a:lnTo>
                  <a:lnTo>
                    <a:pt x="3867616" y="3030563"/>
                  </a:lnTo>
                  <a:lnTo>
                    <a:pt x="3795993" y="3002715"/>
                  </a:lnTo>
                  <a:lnTo>
                    <a:pt x="3724371" y="2973157"/>
                  </a:lnTo>
                  <a:lnTo>
                    <a:pt x="3652748" y="2941782"/>
                  </a:lnTo>
                  <a:lnTo>
                    <a:pt x="3581126" y="2908480"/>
                  </a:lnTo>
                  <a:lnTo>
                    <a:pt x="3509503" y="2873131"/>
                  </a:lnTo>
                  <a:lnTo>
                    <a:pt x="3437881" y="2835610"/>
                  </a:lnTo>
                  <a:lnTo>
                    <a:pt x="3366258" y="2795783"/>
                  </a:lnTo>
                  <a:lnTo>
                    <a:pt x="3294636" y="2753509"/>
                  </a:lnTo>
                  <a:lnTo>
                    <a:pt x="3223013" y="2708638"/>
                  </a:lnTo>
                  <a:lnTo>
                    <a:pt x="3151391" y="2661009"/>
                  </a:lnTo>
                  <a:lnTo>
                    <a:pt x="3079768" y="2643142"/>
                  </a:lnTo>
                  <a:lnTo>
                    <a:pt x="3008146" y="2630052"/>
                  </a:lnTo>
                  <a:lnTo>
                    <a:pt x="2936523" y="2616758"/>
                  </a:lnTo>
                  <a:lnTo>
                    <a:pt x="2864901" y="2603257"/>
                  </a:lnTo>
                  <a:lnTo>
                    <a:pt x="2793278" y="2589546"/>
                  </a:lnTo>
                  <a:lnTo>
                    <a:pt x="2721655" y="2575621"/>
                  </a:lnTo>
                  <a:lnTo>
                    <a:pt x="2650033" y="2561480"/>
                  </a:lnTo>
                  <a:lnTo>
                    <a:pt x="2578410" y="2547118"/>
                  </a:lnTo>
                  <a:lnTo>
                    <a:pt x="2506788" y="2532533"/>
                  </a:lnTo>
                  <a:lnTo>
                    <a:pt x="2435165" y="2517721"/>
                  </a:lnTo>
                  <a:lnTo>
                    <a:pt x="2363543" y="2502678"/>
                  </a:lnTo>
                  <a:lnTo>
                    <a:pt x="2291920" y="2487400"/>
                  </a:lnTo>
                  <a:lnTo>
                    <a:pt x="2220298" y="2471885"/>
                  </a:lnTo>
                  <a:lnTo>
                    <a:pt x="2148675" y="2456128"/>
                  </a:lnTo>
                  <a:lnTo>
                    <a:pt x="2077053" y="2440126"/>
                  </a:lnTo>
                  <a:lnTo>
                    <a:pt x="2005430" y="2423875"/>
                  </a:lnTo>
                  <a:lnTo>
                    <a:pt x="1933808" y="2407370"/>
                  </a:lnTo>
                  <a:lnTo>
                    <a:pt x="1862185" y="2390609"/>
                  </a:lnTo>
                  <a:lnTo>
                    <a:pt x="1790563" y="2373587"/>
                  </a:lnTo>
                  <a:lnTo>
                    <a:pt x="1718940" y="2356299"/>
                  </a:lnTo>
                  <a:lnTo>
                    <a:pt x="1647318" y="2338742"/>
                  </a:lnTo>
                  <a:lnTo>
                    <a:pt x="1575695" y="2320912"/>
                  </a:lnTo>
                  <a:lnTo>
                    <a:pt x="1504073" y="2302805"/>
                  </a:lnTo>
                  <a:lnTo>
                    <a:pt x="1432450" y="2284415"/>
                  </a:lnTo>
                  <a:lnTo>
                    <a:pt x="1360827" y="2265739"/>
                  </a:lnTo>
                  <a:lnTo>
                    <a:pt x="1289205" y="2246772"/>
                  </a:lnTo>
                  <a:lnTo>
                    <a:pt x="1217582" y="2227509"/>
                  </a:lnTo>
                  <a:lnTo>
                    <a:pt x="1145960" y="2207947"/>
                  </a:lnTo>
                  <a:lnTo>
                    <a:pt x="1074337" y="2188080"/>
                  </a:lnTo>
                  <a:lnTo>
                    <a:pt x="1002715" y="2167904"/>
                  </a:lnTo>
                  <a:lnTo>
                    <a:pt x="931092" y="2147414"/>
                  </a:lnTo>
                  <a:lnTo>
                    <a:pt x="859470" y="2126604"/>
                  </a:lnTo>
                  <a:lnTo>
                    <a:pt x="787847" y="2105471"/>
                  </a:lnTo>
                  <a:lnTo>
                    <a:pt x="716225" y="2084008"/>
                  </a:lnTo>
                  <a:lnTo>
                    <a:pt x="644602" y="2062211"/>
                  </a:lnTo>
                  <a:lnTo>
                    <a:pt x="572980" y="2040075"/>
                  </a:lnTo>
                  <a:lnTo>
                    <a:pt x="501357" y="2017594"/>
                  </a:lnTo>
                  <a:lnTo>
                    <a:pt x="429735" y="1994763"/>
                  </a:lnTo>
                  <a:lnTo>
                    <a:pt x="358112" y="1971576"/>
                  </a:lnTo>
                  <a:lnTo>
                    <a:pt x="286490" y="1948029"/>
                  </a:lnTo>
                  <a:lnTo>
                    <a:pt x="214867" y="1924114"/>
                  </a:lnTo>
                  <a:lnTo>
                    <a:pt x="143245" y="1899828"/>
                  </a:lnTo>
                  <a:lnTo>
                    <a:pt x="71622" y="1875163"/>
                  </a:lnTo>
                  <a:lnTo>
                    <a:pt x="0" y="18501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90414" y="2073503"/>
              <a:ext cx="5672264" cy="3129921"/>
            </a:xfrm>
            <a:custGeom>
              <a:avLst/>
              <a:pathLst>
                <a:path w="5672264" h="3129921">
                  <a:moveTo>
                    <a:pt x="0" y="0"/>
                  </a:moveTo>
                  <a:lnTo>
                    <a:pt x="14085" y="41595"/>
                  </a:lnTo>
                  <a:lnTo>
                    <a:pt x="85707" y="240864"/>
                  </a:lnTo>
                  <a:lnTo>
                    <a:pt x="157330" y="428596"/>
                  </a:lnTo>
                  <a:lnTo>
                    <a:pt x="228952" y="605461"/>
                  </a:lnTo>
                  <a:lnTo>
                    <a:pt x="300575" y="772087"/>
                  </a:lnTo>
                  <a:lnTo>
                    <a:pt x="372197" y="929067"/>
                  </a:lnTo>
                  <a:lnTo>
                    <a:pt x="443820" y="1076959"/>
                  </a:lnTo>
                  <a:lnTo>
                    <a:pt x="515442" y="1216289"/>
                  </a:lnTo>
                  <a:lnTo>
                    <a:pt x="587065" y="1347554"/>
                  </a:lnTo>
                  <a:lnTo>
                    <a:pt x="658687" y="1471219"/>
                  </a:lnTo>
                  <a:lnTo>
                    <a:pt x="730310" y="1587726"/>
                  </a:lnTo>
                  <a:lnTo>
                    <a:pt x="801932" y="1697488"/>
                  </a:lnTo>
                  <a:lnTo>
                    <a:pt x="873555" y="1800895"/>
                  </a:lnTo>
                  <a:lnTo>
                    <a:pt x="945177" y="1898317"/>
                  </a:lnTo>
                  <a:lnTo>
                    <a:pt x="1016800" y="1990098"/>
                  </a:lnTo>
                  <a:lnTo>
                    <a:pt x="1088423" y="2076567"/>
                  </a:lnTo>
                  <a:lnTo>
                    <a:pt x="1160045" y="2158029"/>
                  </a:lnTo>
                  <a:lnTo>
                    <a:pt x="1231668" y="2234776"/>
                  </a:lnTo>
                  <a:lnTo>
                    <a:pt x="1303290" y="2307080"/>
                  </a:lnTo>
                  <a:lnTo>
                    <a:pt x="1374913" y="2375198"/>
                  </a:lnTo>
                  <a:lnTo>
                    <a:pt x="1446535" y="2439372"/>
                  </a:lnTo>
                  <a:lnTo>
                    <a:pt x="1518158" y="2499832"/>
                  </a:lnTo>
                  <a:lnTo>
                    <a:pt x="1589780" y="2556791"/>
                  </a:lnTo>
                  <a:lnTo>
                    <a:pt x="1661403" y="2610453"/>
                  </a:lnTo>
                  <a:lnTo>
                    <a:pt x="1733025" y="2656031"/>
                  </a:lnTo>
                  <a:lnTo>
                    <a:pt x="1804648" y="2668723"/>
                  </a:lnTo>
                  <a:lnTo>
                    <a:pt x="1876270" y="2681220"/>
                  </a:lnTo>
                  <a:lnTo>
                    <a:pt x="1947893" y="2693525"/>
                  </a:lnTo>
                  <a:lnTo>
                    <a:pt x="2019515" y="2705642"/>
                  </a:lnTo>
                  <a:lnTo>
                    <a:pt x="2091138" y="2717573"/>
                  </a:lnTo>
                  <a:lnTo>
                    <a:pt x="2162760" y="2729321"/>
                  </a:lnTo>
                  <a:lnTo>
                    <a:pt x="2234383" y="2740888"/>
                  </a:lnTo>
                  <a:lnTo>
                    <a:pt x="2306005" y="2752279"/>
                  </a:lnTo>
                  <a:lnTo>
                    <a:pt x="2377628" y="2763495"/>
                  </a:lnTo>
                  <a:lnTo>
                    <a:pt x="2449251" y="2774539"/>
                  </a:lnTo>
                  <a:lnTo>
                    <a:pt x="2520873" y="2785413"/>
                  </a:lnTo>
                  <a:lnTo>
                    <a:pt x="2592496" y="2796121"/>
                  </a:lnTo>
                  <a:lnTo>
                    <a:pt x="2664118" y="2806664"/>
                  </a:lnTo>
                  <a:lnTo>
                    <a:pt x="2735741" y="2817046"/>
                  </a:lnTo>
                  <a:lnTo>
                    <a:pt x="2807363" y="2827269"/>
                  </a:lnTo>
                  <a:lnTo>
                    <a:pt x="2878986" y="2837335"/>
                  </a:lnTo>
                  <a:lnTo>
                    <a:pt x="2950608" y="2847247"/>
                  </a:lnTo>
                  <a:lnTo>
                    <a:pt x="3022231" y="2857006"/>
                  </a:lnTo>
                  <a:lnTo>
                    <a:pt x="3093853" y="2866616"/>
                  </a:lnTo>
                  <a:lnTo>
                    <a:pt x="3165476" y="2876079"/>
                  </a:lnTo>
                  <a:lnTo>
                    <a:pt x="3237098" y="2885397"/>
                  </a:lnTo>
                  <a:lnTo>
                    <a:pt x="3308721" y="2894571"/>
                  </a:lnTo>
                  <a:lnTo>
                    <a:pt x="3380343" y="2903605"/>
                  </a:lnTo>
                  <a:lnTo>
                    <a:pt x="3451966" y="2912501"/>
                  </a:lnTo>
                  <a:lnTo>
                    <a:pt x="3523588" y="2921260"/>
                  </a:lnTo>
                  <a:lnTo>
                    <a:pt x="3595211" y="2929885"/>
                  </a:lnTo>
                  <a:lnTo>
                    <a:pt x="3666833" y="2938377"/>
                  </a:lnTo>
                  <a:lnTo>
                    <a:pt x="3738456" y="2946740"/>
                  </a:lnTo>
                  <a:lnTo>
                    <a:pt x="3810079" y="2954974"/>
                  </a:lnTo>
                  <a:lnTo>
                    <a:pt x="3881701" y="2963081"/>
                  </a:lnTo>
                  <a:lnTo>
                    <a:pt x="3953324" y="2971065"/>
                  </a:lnTo>
                  <a:lnTo>
                    <a:pt x="4024946" y="2978926"/>
                  </a:lnTo>
                  <a:lnTo>
                    <a:pt x="4096569" y="2986667"/>
                  </a:lnTo>
                  <a:lnTo>
                    <a:pt x="4168191" y="2994289"/>
                  </a:lnTo>
                  <a:lnTo>
                    <a:pt x="4239814" y="3001794"/>
                  </a:lnTo>
                  <a:lnTo>
                    <a:pt x="4311436" y="3009183"/>
                  </a:lnTo>
                  <a:lnTo>
                    <a:pt x="4383059" y="3016460"/>
                  </a:lnTo>
                  <a:lnTo>
                    <a:pt x="4454681" y="3023625"/>
                  </a:lnTo>
                  <a:lnTo>
                    <a:pt x="4526304" y="3030680"/>
                  </a:lnTo>
                  <a:lnTo>
                    <a:pt x="4597926" y="3037627"/>
                  </a:lnTo>
                  <a:lnTo>
                    <a:pt x="4669549" y="3044468"/>
                  </a:lnTo>
                  <a:lnTo>
                    <a:pt x="4741171" y="3051203"/>
                  </a:lnTo>
                  <a:lnTo>
                    <a:pt x="4812794" y="3057836"/>
                  </a:lnTo>
                  <a:lnTo>
                    <a:pt x="4884416" y="3064366"/>
                  </a:lnTo>
                  <a:lnTo>
                    <a:pt x="4956039" y="3070797"/>
                  </a:lnTo>
                  <a:lnTo>
                    <a:pt x="5027661" y="3077129"/>
                  </a:lnTo>
                  <a:lnTo>
                    <a:pt x="5099284" y="3083364"/>
                  </a:lnTo>
                  <a:lnTo>
                    <a:pt x="5170907" y="3089503"/>
                  </a:lnTo>
                  <a:lnTo>
                    <a:pt x="5242529" y="3095548"/>
                  </a:lnTo>
                  <a:lnTo>
                    <a:pt x="5314152" y="3101500"/>
                  </a:lnTo>
                  <a:lnTo>
                    <a:pt x="5385774" y="3107361"/>
                  </a:lnTo>
                  <a:lnTo>
                    <a:pt x="5457397" y="3113133"/>
                  </a:lnTo>
                  <a:lnTo>
                    <a:pt x="5529019" y="3118815"/>
                  </a:lnTo>
                  <a:lnTo>
                    <a:pt x="5600642" y="3124411"/>
                  </a:lnTo>
                  <a:lnTo>
                    <a:pt x="5672264" y="312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923617"/>
              <a:ext cx="7090630" cy="1602670"/>
            </a:xfrm>
            <a:custGeom>
              <a:avLst/>
              <a:pathLst>
                <a:path w="7090630" h="1602670">
                  <a:moveTo>
                    <a:pt x="7090630" y="1602670"/>
                  </a:moveTo>
                  <a:lnTo>
                    <a:pt x="7019007" y="1600767"/>
                  </a:lnTo>
                  <a:lnTo>
                    <a:pt x="6947385" y="1598748"/>
                  </a:lnTo>
                  <a:lnTo>
                    <a:pt x="6875762" y="1596604"/>
                  </a:lnTo>
                  <a:lnTo>
                    <a:pt x="6804139" y="1594329"/>
                  </a:lnTo>
                  <a:lnTo>
                    <a:pt x="6732517" y="1591914"/>
                  </a:lnTo>
                  <a:lnTo>
                    <a:pt x="6660894" y="1589350"/>
                  </a:lnTo>
                  <a:lnTo>
                    <a:pt x="6589272" y="1586629"/>
                  </a:lnTo>
                  <a:lnTo>
                    <a:pt x="6517649" y="1583741"/>
                  </a:lnTo>
                  <a:lnTo>
                    <a:pt x="6446027" y="1580675"/>
                  </a:lnTo>
                  <a:lnTo>
                    <a:pt x="6374404" y="1577421"/>
                  </a:lnTo>
                  <a:lnTo>
                    <a:pt x="6302782" y="1573967"/>
                  </a:lnTo>
                  <a:lnTo>
                    <a:pt x="6231159" y="1570301"/>
                  </a:lnTo>
                  <a:lnTo>
                    <a:pt x="6159537" y="1566410"/>
                  </a:lnTo>
                  <a:lnTo>
                    <a:pt x="6087914" y="1562279"/>
                  </a:lnTo>
                  <a:lnTo>
                    <a:pt x="6016292" y="1557894"/>
                  </a:lnTo>
                  <a:lnTo>
                    <a:pt x="5944669" y="1553240"/>
                  </a:lnTo>
                  <a:lnTo>
                    <a:pt x="5873047" y="1548300"/>
                  </a:lnTo>
                  <a:lnTo>
                    <a:pt x="5801424" y="1543057"/>
                  </a:lnTo>
                  <a:lnTo>
                    <a:pt x="5729802" y="1537491"/>
                  </a:lnTo>
                  <a:lnTo>
                    <a:pt x="5658179" y="1531584"/>
                  </a:lnTo>
                  <a:lnTo>
                    <a:pt x="5586557" y="1525313"/>
                  </a:lnTo>
                  <a:lnTo>
                    <a:pt x="5514934" y="1518657"/>
                  </a:lnTo>
                  <a:lnTo>
                    <a:pt x="5443311" y="1511592"/>
                  </a:lnTo>
                  <a:lnTo>
                    <a:pt x="5371689" y="1504093"/>
                  </a:lnTo>
                  <a:lnTo>
                    <a:pt x="5300066" y="1496133"/>
                  </a:lnTo>
                  <a:lnTo>
                    <a:pt x="5228444" y="1487684"/>
                  </a:lnTo>
                  <a:lnTo>
                    <a:pt x="5156821" y="1478716"/>
                  </a:lnTo>
                  <a:lnTo>
                    <a:pt x="5085199" y="1469196"/>
                  </a:lnTo>
                  <a:lnTo>
                    <a:pt x="5013576" y="1459092"/>
                  </a:lnTo>
                  <a:lnTo>
                    <a:pt x="4941954" y="1448367"/>
                  </a:lnTo>
                  <a:lnTo>
                    <a:pt x="4870331" y="1436983"/>
                  </a:lnTo>
                  <a:lnTo>
                    <a:pt x="4798709" y="1424899"/>
                  </a:lnTo>
                  <a:lnTo>
                    <a:pt x="4727086" y="1412073"/>
                  </a:lnTo>
                  <a:lnTo>
                    <a:pt x="4655464" y="1398459"/>
                  </a:lnTo>
                  <a:lnTo>
                    <a:pt x="4583841" y="1384008"/>
                  </a:lnTo>
                  <a:lnTo>
                    <a:pt x="4512219" y="1368669"/>
                  </a:lnTo>
                  <a:lnTo>
                    <a:pt x="4440596" y="1352387"/>
                  </a:lnTo>
                  <a:lnTo>
                    <a:pt x="4368974" y="1335105"/>
                  </a:lnTo>
                  <a:lnTo>
                    <a:pt x="4297351" y="1316761"/>
                  </a:lnTo>
                  <a:lnTo>
                    <a:pt x="4225729" y="1297290"/>
                  </a:lnTo>
                  <a:lnTo>
                    <a:pt x="4154106" y="1276623"/>
                  </a:lnTo>
                  <a:lnTo>
                    <a:pt x="4082483" y="1254685"/>
                  </a:lnTo>
                  <a:lnTo>
                    <a:pt x="4010861" y="1231400"/>
                  </a:lnTo>
                  <a:lnTo>
                    <a:pt x="3939238" y="1206684"/>
                  </a:lnTo>
                  <a:lnTo>
                    <a:pt x="3867616" y="1180448"/>
                  </a:lnTo>
                  <a:lnTo>
                    <a:pt x="3795993" y="1152601"/>
                  </a:lnTo>
                  <a:lnTo>
                    <a:pt x="3724371" y="1123043"/>
                  </a:lnTo>
                  <a:lnTo>
                    <a:pt x="3652748" y="1091668"/>
                  </a:lnTo>
                  <a:lnTo>
                    <a:pt x="3581126" y="1058366"/>
                  </a:lnTo>
                  <a:lnTo>
                    <a:pt x="3509503" y="1023017"/>
                  </a:lnTo>
                  <a:lnTo>
                    <a:pt x="3437881" y="985496"/>
                  </a:lnTo>
                  <a:lnTo>
                    <a:pt x="3366258" y="945669"/>
                  </a:lnTo>
                  <a:lnTo>
                    <a:pt x="3294636" y="903395"/>
                  </a:lnTo>
                  <a:lnTo>
                    <a:pt x="3223013" y="858523"/>
                  </a:lnTo>
                  <a:lnTo>
                    <a:pt x="3151391" y="810895"/>
                  </a:lnTo>
                  <a:lnTo>
                    <a:pt x="3079768" y="793028"/>
                  </a:lnTo>
                  <a:lnTo>
                    <a:pt x="3008146" y="779938"/>
                  </a:lnTo>
                  <a:lnTo>
                    <a:pt x="2936523" y="766644"/>
                  </a:lnTo>
                  <a:lnTo>
                    <a:pt x="2864901" y="753143"/>
                  </a:lnTo>
                  <a:lnTo>
                    <a:pt x="2793278" y="739432"/>
                  </a:lnTo>
                  <a:lnTo>
                    <a:pt x="2721655" y="725507"/>
                  </a:lnTo>
                  <a:lnTo>
                    <a:pt x="2650033" y="711366"/>
                  </a:lnTo>
                  <a:lnTo>
                    <a:pt x="2578410" y="697004"/>
                  </a:lnTo>
                  <a:lnTo>
                    <a:pt x="2506788" y="682419"/>
                  </a:lnTo>
                  <a:lnTo>
                    <a:pt x="2435165" y="667607"/>
                  </a:lnTo>
                  <a:lnTo>
                    <a:pt x="2363543" y="652564"/>
                  </a:lnTo>
                  <a:lnTo>
                    <a:pt x="2291920" y="637286"/>
                  </a:lnTo>
                  <a:lnTo>
                    <a:pt x="2220298" y="621771"/>
                  </a:lnTo>
                  <a:lnTo>
                    <a:pt x="2148675" y="606014"/>
                  </a:lnTo>
                  <a:lnTo>
                    <a:pt x="2077053" y="590012"/>
                  </a:lnTo>
                  <a:lnTo>
                    <a:pt x="2005430" y="573761"/>
                  </a:lnTo>
                  <a:lnTo>
                    <a:pt x="1933808" y="557256"/>
                  </a:lnTo>
                  <a:lnTo>
                    <a:pt x="1862185" y="540495"/>
                  </a:lnTo>
                  <a:lnTo>
                    <a:pt x="1790563" y="523473"/>
                  </a:lnTo>
                  <a:lnTo>
                    <a:pt x="1718940" y="506185"/>
                  </a:lnTo>
                  <a:lnTo>
                    <a:pt x="1647318" y="488628"/>
                  </a:lnTo>
                  <a:lnTo>
                    <a:pt x="1575695" y="470798"/>
                  </a:lnTo>
                  <a:lnTo>
                    <a:pt x="1504073" y="452690"/>
                  </a:lnTo>
                  <a:lnTo>
                    <a:pt x="1432450" y="434301"/>
                  </a:lnTo>
                  <a:lnTo>
                    <a:pt x="1360827" y="415625"/>
                  </a:lnTo>
                  <a:lnTo>
                    <a:pt x="1289205" y="396658"/>
                  </a:lnTo>
                  <a:lnTo>
                    <a:pt x="1217582" y="377395"/>
                  </a:lnTo>
                  <a:lnTo>
                    <a:pt x="1145960" y="357833"/>
                  </a:lnTo>
                  <a:lnTo>
                    <a:pt x="1074337" y="337966"/>
                  </a:lnTo>
                  <a:lnTo>
                    <a:pt x="1002715" y="317790"/>
                  </a:lnTo>
                  <a:lnTo>
                    <a:pt x="931092" y="297300"/>
                  </a:lnTo>
                  <a:lnTo>
                    <a:pt x="859470" y="276490"/>
                  </a:lnTo>
                  <a:lnTo>
                    <a:pt x="787847" y="255357"/>
                  </a:lnTo>
                  <a:lnTo>
                    <a:pt x="716225" y="233894"/>
                  </a:lnTo>
                  <a:lnTo>
                    <a:pt x="644602" y="212097"/>
                  </a:lnTo>
                  <a:lnTo>
                    <a:pt x="572980" y="189961"/>
                  </a:lnTo>
                  <a:lnTo>
                    <a:pt x="501357" y="167480"/>
                  </a:lnTo>
                  <a:lnTo>
                    <a:pt x="429735" y="144649"/>
                  </a:lnTo>
                  <a:lnTo>
                    <a:pt x="358112" y="121462"/>
                  </a:lnTo>
                  <a:lnTo>
                    <a:pt x="286490" y="97915"/>
                  </a:lnTo>
                  <a:lnTo>
                    <a:pt x="214867" y="74000"/>
                  </a:lnTo>
                  <a:lnTo>
                    <a:pt x="143245" y="49713"/>
                  </a:lnTo>
                  <a:lnTo>
                    <a:pt x="71622" y="25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76195" y="2073503"/>
              <a:ext cx="6686484" cy="3379079"/>
            </a:xfrm>
            <a:custGeom>
              <a:avLst/>
              <a:pathLst>
                <a:path w="6686484" h="3379079">
                  <a:moveTo>
                    <a:pt x="0" y="0"/>
                  </a:moveTo>
                  <a:lnTo>
                    <a:pt x="25589" y="46974"/>
                  </a:lnTo>
                  <a:lnTo>
                    <a:pt x="97211" y="173609"/>
                  </a:lnTo>
                  <a:lnTo>
                    <a:pt x="168834" y="295578"/>
                  </a:lnTo>
                  <a:lnTo>
                    <a:pt x="240456" y="413052"/>
                  </a:lnTo>
                  <a:lnTo>
                    <a:pt x="312079" y="526198"/>
                  </a:lnTo>
                  <a:lnTo>
                    <a:pt x="383701" y="635175"/>
                  </a:lnTo>
                  <a:lnTo>
                    <a:pt x="455324" y="740136"/>
                  </a:lnTo>
                  <a:lnTo>
                    <a:pt x="526946" y="841230"/>
                  </a:lnTo>
                  <a:lnTo>
                    <a:pt x="598569" y="938599"/>
                  </a:lnTo>
                  <a:lnTo>
                    <a:pt x="670191" y="1032380"/>
                  </a:lnTo>
                  <a:lnTo>
                    <a:pt x="741814" y="1122706"/>
                  </a:lnTo>
                  <a:lnTo>
                    <a:pt x="813436" y="1209703"/>
                  </a:lnTo>
                  <a:lnTo>
                    <a:pt x="885059" y="1293495"/>
                  </a:lnTo>
                  <a:lnTo>
                    <a:pt x="956681" y="1374199"/>
                  </a:lnTo>
                  <a:lnTo>
                    <a:pt x="1028304" y="1451929"/>
                  </a:lnTo>
                  <a:lnTo>
                    <a:pt x="1099927" y="1526796"/>
                  </a:lnTo>
                  <a:lnTo>
                    <a:pt x="1171549" y="1598904"/>
                  </a:lnTo>
                  <a:lnTo>
                    <a:pt x="1243172" y="1668354"/>
                  </a:lnTo>
                  <a:lnTo>
                    <a:pt x="1314794" y="1735246"/>
                  </a:lnTo>
                  <a:lnTo>
                    <a:pt x="1386417" y="1799673"/>
                  </a:lnTo>
                  <a:lnTo>
                    <a:pt x="1458039" y="1861726"/>
                  </a:lnTo>
                  <a:lnTo>
                    <a:pt x="1529662" y="1921493"/>
                  </a:lnTo>
                  <a:lnTo>
                    <a:pt x="1601284" y="1979057"/>
                  </a:lnTo>
                  <a:lnTo>
                    <a:pt x="1672907" y="2034500"/>
                  </a:lnTo>
                  <a:lnTo>
                    <a:pt x="1744529" y="2087901"/>
                  </a:lnTo>
                  <a:lnTo>
                    <a:pt x="1816152" y="2139334"/>
                  </a:lnTo>
                  <a:lnTo>
                    <a:pt x="1887774" y="2188871"/>
                  </a:lnTo>
                  <a:lnTo>
                    <a:pt x="1959397" y="2236583"/>
                  </a:lnTo>
                  <a:lnTo>
                    <a:pt x="2031019" y="2282538"/>
                  </a:lnTo>
                  <a:lnTo>
                    <a:pt x="2102642" y="2326799"/>
                  </a:lnTo>
                  <a:lnTo>
                    <a:pt x="2174264" y="2369429"/>
                  </a:lnTo>
                  <a:lnTo>
                    <a:pt x="2245887" y="2410488"/>
                  </a:lnTo>
                  <a:lnTo>
                    <a:pt x="2317509" y="2450034"/>
                  </a:lnTo>
                  <a:lnTo>
                    <a:pt x="2389132" y="2488124"/>
                  </a:lnTo>
                  <a:lnTo>
                    <a:pt x="2460755" y="2524809"/>
                  </a:lnTo>
                  <a:lnTo>
                    <a:pt x="2532377" y="2560143"/>
                  </a:lnTo>
                  <a:lnTo>
                    <a:pt x="2604000" y="2594175"/>
                  </a:lnTo>
                  <a:lnTo>
                    <a:pt x="2675622" y="2626953"/>
                  </a:lnTo>
                  <a:lnTo>
                    <a:pt x="2747245" y="2658524"/>
                  </a:lnTo>
                  <a:lnTo>
                    <a:pt x="2818867" y="2688931"/>
                  </a:lnTo>
                  <a:lnTo>
                    <a:pt x="2890490" y="2718217"/>
                  </a:lnTo>
                  <a:lnTo>
                    <a:pt x="2962112" y="2746425"/>
                  </a:lnTo>
                  <a:lnTo>
                    <a:pt x="3033735" y="2773593"/>
                  </a:lnTo>
                  <a:lnTo>
                    <a:pt x="3105357" y="2799760"/>
                  </a:lnTo>
                  <a:lnTo>
                    <a:pt x="3176980" y="2824963"/>
                  </a:lnTo>
                  <a:lnTo>
                    <a:pt x="3248602" y="2849237"/>
                  </a:lnTo>
                  <a:lnTo>
                    <a:pt x="3320225" y="2872617"/>
                  </a:lnTo>
                  <a:lnTo>
                    <a:pt x="3391847" y="2895135"/>
                  </a:lnTo>
                  <a:lnTo>
                    <a:pt x="3463470" y="2916824"/>
                  </a:lnTo>
                  <a:lnTo>
                    <a:pt x="3535092" y="2937713"/>
                  </a:lnTo>
                  <a:lnTo>
                    <a:pt x="3606715" y="2957833"/>
                  </a:lnTo>
                  <a:lnTo>
                    <a:pt x="3678337" y="2977211"/>
                  </a:lnTo>
                  <a:lnTo>
                    <a:pt x="3749960" y="2995875"/>
                  </a:lnTo>
                  <a:lnTo>
                    <a:pt x="3821583" y="3013852"/>
                  </a:lnTo>
                  <a:lnTo>
                    <a:pt x="3893205" y="3031166"/>
                  </a:lnTo>
                  <a:lnTo>
                    <a:pt x="3964828" y="3047842"/>
                  </a:lnTo>
                  <a:lnTo>
                    <a:pt x="4036450" y="3063904"/>
                  </a:lnTo>
                  <a:lnTo>
                    <a:pt x="4108073" y="3079374"/>
                  </a:lnTo>
                  <a:lnTo>
                    <a:pt x="4179695" y="3094274"/>
                  </a:lnTo>
                  <a:lnTo>
                    <a:pt x="4251318" y="3108625"/>
                  </a:lnTo>
                  <a:lnTo>
                    <a:pt x="4322940" y="3122447"/>
                  </a:lnTo>
                  <a:lnTo>
                    <a:pt x="4394563" y="3135760"/>
                  </a:lnTo>
                  <a:lnTo>
                    <a:pt x="4466185" y="3148582"/>
                  </a:lnTo>
                  <a:lnTo>
                    <a:pt x="4537808" y="3160932"/>
                  </a:lnTo>
                  <a:lnTo>
                    <a:pt x="4609430" y="3172827"/>
                  </a:lnTo>
                  <a:lnTo>
                    <a:pt x="4681053" y="3184283"/>
                  </a:lnTo>
                  <a:lnTo>
                    <a:pt x="4752675" y="3195317"/>
                  </a:lnTo>
                  <a:lnTo>
                    <a:pt x="4824298" y="3205945"/>
                  </a:lnTo>
                  <a:lnTo>
                    <a:pt x="4895920" y="3216181"/>
                  </a:lnTo>
                  <a:lnTo>
                    <a:pt x="4967543" y="3226040"/>
                  </a:lnTo>
                  <a:lnTo>
                    <a:pt x="5039165" y="3235536"/>
                  </a:lnTo>
                  <a:lnTo>
                    <a:pt x="5110788" y="3244682"/>
                  </a:lnTo>
                  <a:lnTo>
                    <a:pt x="5182411" y="3253491"/>
                  </a:lnTo>
                  <a:lnTo>
                    <a:pt x="5254033" y="3261975"/>
                  </a:lnTo>
                  <a:lnTo>
                    <a:pt x="5325656" y="3270146"/>
                  </a:lnTo>
                  <a:lnTo>
                    <a:pt x="5397278" y="3278017"/>
                  </a:lnTo>
                  <a:lnTo>
                    <a:pt x="5468901" y="3285597"/>
                  </a:lnTo>
                  <a:lnTo>
                    <a:pt x="5540523" y="3292899"/>
                  </a:lnTo>
                  <a:lnTo>
                    <a:pt x="5612146" y="3299931"/>
                  </a:lnTo>
                  <a:lnTo>
                    <a:pt x="5683768" y="3306704"/>
                  </a:lnTo>
                  <a:lnTo>
                    <a:pt x="5755391" y="3313227"/>
                  </a:lnTo>
                  <a:lnTo>
                    <a:pt x="5827013" y="3319511"/>
                  </a:lnTo>
                  <a:lnTo>
                    <a:pt x="5898636" y="3325562"/>
                  </a:lnTo>
                  <a:lnTo>
                    <a:pt x="5970258" y="3331391"/>
                  </a:lnTo>
                  <a:lnTo>
                    <a:pt x="6041881" y="3337005"/>
                  </a:lnTo>
                  <a:lnTo>
                    <a:pt x="6113503" y="3342412"/>
                  </a:lnTo>
                  <a:lnTo>
                    <a:pt x="6185126" y="3347619"/>
                  </a:lnTo>
                  <a:lnTo>
                    <a:pt x="6256748" y="3352635"/>
                  </a:lnTo>
                  <a:lnTo>
                    <a:pt x="6328371" y="3357466"/>
                  </a:lnTo>
                  <a:lnTo>
                    <a:pt x="6399993" y="3362119"/>
                  </a:lnTo>
                  <a:lnTo>
                    <a:pt x="6471616" y="3366601"/>
                  </a:lnTo>
                  <a:lnTo>
                    <a:pt x="6543239" y="3370917"/>
                  </a:lnTo>
                  <a:lnTo>
                    <a:pt x="6614861" y="3375075"/>
                  </a:lnTo>
                  <a:lnTo>
                    <a:pt x="6686484" y="33790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1.63 (1.22-2.18), p_Bonf = 0.005 (n = 6)  |  per IQR decline (Δ = 25.8 %): 3.56 (1.69-7.51)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2026-10-08T10:07:49Z</dcterms:modified>
  <cp:category/>
</cp:coreProperties>
</file>