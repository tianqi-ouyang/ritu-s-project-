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3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64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2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389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52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1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478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54519"/>
            </a:xfrm>
            <a:custGeom>
              <a:avLst/>
              <a:pathLst>
                <a:path w="7090630" h="3454519">
                  <a:moveTo>
                    <a:pt x="1448463" y="0"/>
                  </a:moveTo>
                  <a:lnTo>
                    <a:pt x="1504073" y="161385"/>
                  </a:lnTo>
                  <a:lnTo>
                    <a:pt x="1575695" y="357002"/>
                  </a:lnTo>
                  <a:lnTo>
                    <a:pt x="1647318" y="541102"/>
                  </a:lnTo>
                  <a:lnTo>
                    <a:pt x="1718940" y="714362"/>
                  </a:lnTo>
                  <a:lnTo>
                    <a:pt x="1790563" y="877421"/>
                  </a:lnTo>
                  <a:lnTo>
                    <a:pt x="1862185" y="1030879"/>
                  </a:lnTo>
                  <a:lnTo>
                    <a:pt x="1933808" y="1175301"/>
                  </a:lnTo>
                  <a:lnTo>
                    <a:pt x="2005430" y="1311220"/>
                  </a:lnTo>
                  <a:lnTo>
                    <a:pt x="2077053" y="1439136"/>
                  </a:lnTo>
                  <a:lnTo>
                    <a:pt x="2148675" y="1559521"/>
                  </a:lnTo>
                  <a:lnTo>
                    <a:pt x="2220298" y="1672818"/>
                  </a:lnTo>
                  <a:lnTo>
                    <a:pt x="2291920" y="1779443"/>
                  </a:lnTo>
                  <a:lnTo>
                    <a:pt x="2363543" y="1879791"/>
                  </a:lnTo>
                  <a:lnTo>
                    <a:pt x="2435165" y="1974230"/>
                  </a:lnTo>
                  <a:lnTo>
                    <a:pt x="2506788" y="2063109"/>
                  </a:lnTo>
                  <a:lnTo>
                    <a:pt x="2578410" y="2146755"/>
                  </a:lnTo>
                  <a:lnTo>
                    <a:pt x="2650033" y="2225476"/>
                  </a:lnTo>
                  <a:lnTo>
                    <a:pt x="2721655" y="2299562"/>
                  </a:lnTo>
                  <a:lnTo>
                    <a:pt x="2793278" y="2369285"/>
                  </a:lnTo>
                  <a:lnTo>
                    <a:pt x="2864901" y="2434904"/>
                  </a:lnTo>
                  <a:lnTo>
                    <a:pt x="2936523" y="2496658"/>
                  </a:lnTo>
                  <a:lnTo>
                    <a:pt x="3008146" y="2554777"/>
                  </a:lnTo>
                  <a:lnTo>
                    <a:pt x="3079768" y="2609474"/>
                  </a:lnTo>
                  <a:lnTo>
                    <a:pt x="3151391" y="2656130"/>
                  </a:lnTo>
                  <a:lnTo>
                    <a:pt x="3223013" y="2669891"/>
                  </a:lnTo>
                  <a:lnTo>
                    <a:pt x="3294636" y="2683423"/>
                  </a:lnTo>
                  <a:lnTo>
                    <a:pt x="3366258" y="2696730"/>
                  </a:lnTo>
                  <a:lnTo>
                    <a:pt x="3437881" y="2709816"/>
                  </a:lnTo>
                  <a:lnTo>
                    <a:pt x="3509503" y="2722684"/>
                  </a:lnTo>
                  <a:lnTo>
                    <a:pt x="3581126" y="2735338"/>
                  </a:lnTo>
                  <a:lnTo>
                    <a:pt x="3652748" y="2747782"/>
                  </a:lnTo>
                  <a:lnTo>
                    <a:pt x="3724371" y="2760019"/>
                  </a:lnTo>
                  <a:lnTo>
                    <a:pt x="3795993" y="2772052"/>
                  </a:lnTo>
                  <a:lnTo>
                    <a:pt x="3867616" y="2783886"/>
                  </a:lnTo>
                  <a:lnTo>
                    <a:pt x="3939238" y="2795522"/>
                  </a:lnTo>
                  <a:lnTo>
                    <a:pt x="4010861" y="2806965"/>
                  </a:lnTo>
                  <a:lnTo>
                    <a:pt x="4082483" y="2818218"/>
                  </a:lnTo>
                  <a:lnTo>
                    <a:pt x="4154106" y="2829284"/>
                  </a:lnTo>
                  <a:lnTo>
                    <a:pt x="4225729" y="2840166"/>
                  </a:lnTo>
                  <a:lnTo>
                    <a:pt x="4297351" y="2850866"/>
                  </a:lnTo>
                  <a:lnTo>
                    <a:pt x="4368974" y="2861389"/>
                  </a:lnTo>
                  <a:lnTo>
                    <a:pt x="4440596" y="2871737"/>
                  </a:lnTo>
                  <a:lnTo>
                    <a:pt x="4512219" y="2881913"/>
                  </a:lnTo>
                  <a:lnTo>
                    <a:pt x="4583841" y="2891920"/>
                  </a:lnTo>
                  <a:lnTo>
                    <a:pt x="4655464" y="2901760"/>
                  </a:lnTo>
                  <a:lnTo>
                    <a:pt x="4727086" y="2911437"/>
                  </a:lnTo>
                  <a:lnTo>
                    <a:pt x="4798709" y="2920952"/>
                  </a:lnTo>
                  <a:lnTo>
                    <a:pt x="4870331" y="2930310"/>
                  </a:lnTo>
                  <a:lnTo>
                    <a:pt x="4941954" y="2939512"/>
                  </a:lnTo>
                  <a:lnTo>
                    <a:pt x="5013576" y="2948561"/>
                  </a:lnTo>
                  <a:lnTo>
                    <a:pt x="5085199" y="2957460"/>
                  </a:lnTo>
                  <a:lnTo>
                    <a:pt x="5156821" y="2966210"/>
                  </a:lnTo>
                  <a:lnTo>
                    <a:pt x="5228444" y="2974815"/>
                  </a:lnTo>
                  <a:lnTo>
                    <a:pt x="5300066" y="2983277"/>
                  </a:lnTo>
                  <a:lnTo>
                    <a:pt x="5371689" y="2991598"/>
                  </a:lnTo>
                  <a:lnTo>
                    <a:pt x="5443311" y="2999781"/>
                  </a:lnTo>
                  <a:lnTo>
                    <a:pt x="5514934" y="3007828"/>
                  </a:lnTo>
                  <a:lnTo>
                    <a:pt x="5586557" y="3015741"/>
                  </a:lnTo>
                  <a:lnTo>
                    <a:pt x="5658179" y="3023523"/>
                  </a:lnTo>
                  <a:lnTo>
                    <a:pt x="5729802" y="3031175"/>
                  </a:lnTo>
                  <a:lnTo>
                    <a:pt x="5801424" y="3038700"/>
                  </a:lnTo>
                  <a:lnTo>
                    <a:pt x="5873047" y="3046100"/>
                  </a:lnTo>
                  <a:lnTo>
                    <a:pt x="5944669" y="3053376"/>
                  </a:lnTo>
                  <a:lnTo>
                    <a:pt x="6016292" y="3060532"/>
                  </a:lnTo>
                  <a:lnTo>
                    <a:pt x="6087914" y="3067569"/>
                  </a:lnTo>
                  <a:lnTo>
                    <a:pt x="6159537" y="3074489"/>
                  </a:lnTo>
                  <a:lnTo>
                    <a:pt x="6231159" y="3081293"/>
                  </a:lnTo>
                  <a:lnTo>
                    <a:pt x="6302782" y="3087985"/>
                  </a:lnTo>
                  <a:lnTo>
                    <a:pt x="6374404" y="3094565"/>
                  </a:lnTo>
                  <a:lnTo>
                    <a:pt x="6446027" y="3101036"/>
                  </a:lnTo>
                  <a:lnTo>
                    <a:pt x="6517649" y="3107400"/>
                  </a:lnTo>
                  <a:lnTo>
                    <a:pt x="6589272" y="3113657"/>
                  </a:lnTo>
                  <a:lnTo>
                    <a:pt x="6660894" y="3119811"/>
                  </a:lnTo>
                  <a:lnTo>
                    <a:pt x="6732517" y="3125862"/>
                  </a:lnTo>
                  <a:lnTo>
                    <a:pt x="6804139" y="3131812"/>
                  </a:lnTo>
                  <a:lnTo>
                    <a:pt x="6875762" y="3137664"/>
                  </a:lnTo>
                  <a:lnTo>
                    <a:pt x="6947385" y="3143418"/>
                  </a:lnTo>
                  <a:lnTo>
                    <a:pt x="7019007" y="3149077"/>
                  </a:lnTo>
                  <a:lnTo>
                    <a:pt x="7090630" y="3154641"/>
                  </a:lnTo>
                  <a:lnTo>
                    <a:pt x="7090630" y="3454519"/>
                  </a:lnTo>
                  <a:lnTo>
                    <a:pt x="7019007" y="3452690"/>
                  </a:lnTo>
                  <a:lnTo>
                    <a:pt x="6947385" y="3450747"/>
                  </a:lnTo>
                  <a:lnTo>
                    <a:pt x="6875762" y="3448683"/>
                  </a:lnTo>
                  <a:lnTo>
                    <a:pt x="6804139" y="3446489"/>
                  </a:lnTo>
                  <a:lnTo>
                    <a:pt x="6732517" y="3444158"/>
                  </a:lnTo>
                  <a:lnTo>
                    <a:pt x="6660894" y="3441682"/>
                  </a:lnTo>
                  <a:lnTo>
                    <a:pt x="6589272" y="3439050"/>
                  </a:lnTo>
                  <a:lnTo>
                    <a:pt x="6517649" y="3436254"/>
                  </a:lnTo>
                  <a:lnTo>
                    <a:pt x="6446027" y="3433282"/>
                  </a:lnTo>
                  <a:lnTo>
                    <a:pt x="6374404" y="3430125"/>
                  </a:lnTo>
                  <a:lnTo>
                    <a:pt x="6302782" y="3426770"/>
                  </a:lnTo>
                  <a:lnTo>
                    <a:pt x="6231159" y="3423206"/>
                  </a:lnTo>
                  <a:lnTo>
                    <a:pt x="6159537" y="3419418"/>
                  </a:lnTo>
                  <a:lnTo>
                    <a:pt x="6087914" y="3415394"/>
                  </a:lnTo>
                  <a:lnTo>
                    <a:pt x="6016292" y="3411117"/>
                  </a:lnTo>
                  <a:lnTo>
                    <a:pt x="5944669" y="3406574"/>
                  </a:lnTo>
                  <a:lnTo>
                    <a:pt x="5873047" y="3401745"/>
                  </a:lnTo>
                  <a:lnTo>
                    <a:pt x="5801424" y="3396615"/>
                  </a:lnTo>
                  <a:lnTo>
                    <a:pt x="5729802" y="3391164"/>
                  </a:lnTo>
                  <a:lnTo>
                    <a:pt x="5658179" y="3385372"/>
                  </a:lnTo>
                  <a:lnTo>
                    <a:pt x="5586557" y="3379217"/>
                  </a:lnTo>
                  <a:lnTo>
                    <a:pt x="5514934" y="3372678"/>
                  </a:lnTo>
                  <a:lnTo>
                    <a:pt x="5443311" y="3365729"/>
                  </a:lnTo>
                  <a:lnTo>
                    <a:pt x="5371689" y="3358345"/>
                  </a:lnTo>
                  <a:lnTo>
                    <a:pt x="5300066" y="3350500"/>
                  </a:lnTo>
                  <a:lnTo>
                    <a:pt x="5228444" y="3342164"/>
                  </a:lnTo>
                  <a:lnTo>
                    <a:pt x="5156821" y="3333306"/>
                  </a:lnTo>
                  <a:lnTo>
                    <a:pt x="5085199" y="3323894"/>
                  </a:lnTo>
                  <a:lnTo>
                    <a:pt x="5013576" y="3313893"/>
                  </a:lnTo>
                  <a:lnTo>
                    <a:pt x="4941954" y="3303267"/>
                  </a:lnTo>
                  <a:lnTo>
                    <a:pt x="4870331" y="3291975"/>
                  </a:lnTo>
                  <a:lnTo>
                    <a:pt x="4798709" y="3279978"/>
                  </a:lnTo>
                  <a:lnTo>
                    <a:pt x="4727086" y="3267229"/>
                  </a:lnTo>
                  <a:lnTo>
                    <a:pt x="4655464" y="3253684"/>
                  </a:lnTo>
                  <a:lnTo>
                    <a:pt x="4583841" y="3239290"/>
                  </a:lnTo>
                  <a:lnTo>
                    <a:pt x="4512219" y="3223996"/>
                  </a:lnTo>
                  <a:lnTo>
                    <a:pt x="4440596" y="3207746"/>
                  </a:lnTo>
                  <a:lnTo>
                    <a:pt x="4368974" y="3190478"/>
                  </a:lnTo>
                  <a:lnTo>
                    <a:pt x="4297351" y="3172131"/>
                  </a:lnTo>
                  <a:lnTo>
                    <a:pt x="4225729" y="3152635"/>
                  </a:lnTo>
                  <a:lnTo>
                    <a:pt x="4154106" y="3131920"/>
                  </a:lnTo>
                  <a:lnTo>
                    <a:pt x="4082483" y="3109909"/>
                  </a:lnTo>
                  <a:lnTo>
                    <a:pt x="4010861" y="3086521"/>
                  </a:lnTo>
                  <a:lnTo>
                    <a:pt x="3939238" y="3061669"/>
                  </a:lnTo>
                  <a:lnTo>
                    <a:pt x="3867616" y="3035263"/>
                  </a:lnTo>
                  <a:lnTo>
                    <a:pt x="3795993" y="3007204"/>
                  </a:lnTo>
                  <a:lnTo>
                    <a:pt x="3724371" y="2977391"/>
                  </a:lnTo>
                  <a:lnTo>
                    <a:pt x="3652748" y="2945712"/>
                  </a:lnTo>
                  <a:lnTo>
                    <a:pt x="3581126" y="2912051"/>
                  </a:lnTo>
                  <a:lnTo>
                    <a:pt x="3509503" y="2876284"/>
                  </a:lnTo>
                  <a:lnTo>
                    <a:pt x="3437881" y="2838280"/>
                  </a:lnTo>
                  <a:lnTo>
                    <a:pt x="3366258" y="2797897"/>
                  </a:lnTo>
                  <a:lnTo>
                    <a:pt x="3294636" y="2754989"/>
                  </a:lnTo>
                  <a:lnTo>
                    <a:pt x="3223013" y="2709396"/>
                  </a:lnTo>
                  <a:lnTo>
                    <a:pt x="3151391" y="2660950"/>
                  </a:lnTo>
                  <a:lnTo>
                    <a:pt x="3079768" y="2642137"/>
                  </a:lnTo>
                  <a:lnTo>
                    <a:pt x="3008146" y="2627907"/>
                  </a:lnTo>
                  <a:lnTo>
                    <a:pt x="2936523" y="2613436"/>
                  </a:lnTo>
                  <a:lnTo>
                    <a:pt x="2864901" y="2598721"/>
                  </a:lnTo>
                  <a:lnTo>
                    <a:pt x="2793278" y="2583757"/>
                  </a:lnTo>
                  <a:lnTo>
                    <a:pt x="2721655" y="2568540"/>
                  </a:lnTo>
                  <a:lnTo>
                    <a:pt x="2650033" y="2553065"/>
                  </a:lnTo>
                  <a:lnTo>
                    <a:pt x="2578410" y="2537329"/>
                  </a:lnTo>
                  <a:lnTo>
                    <a:pt x="2506788" y="2521327"/>
                  </a:lnTo>
                  <a:lnTo>
                    <a:pt x="2435165" y="2505055"/>
                  </a:lnTo>
                  <a:lnTo>
                    <a:pt x="2363543" y="2488507"/>
                  </a:lnTo>
                  <a:lnTo>
                    <a:pt x="2291920" y="2471679"/>
                  </a:lnTo>
                  <a:lnTo>
                    <a:pt x="2220298" y="2454567"/>
                  </a:lnTo>
                  <a:lnTo>
                    <a:pt x="2148675" y="2437165"/>
                  </a:lnTo>
                  <a:lnTo>
                    <a:pt x="2077053" y="2419470"/>
                  </a:lnTo>
                  <a:lnTo>
                    <a:pt x="2005430" y="2401475"/>
                  </a:lnTo>
                  <a:lnTo>
                    <a:pt x="1933808" y="2383176"/>
                  </a:lnTo>
                  <a:lnTo>
                    <a:pt x="1862185" y="2364567"/>
                  </a:lnTo>
                  <a:lnTo>
                    <a:pt x="1790563" y="2345644"/>
                  </a:lnTo>
                  <a:lnTo>
                    <a:pt x="1718940" y="2326401"/>
                  </a:lnTo>
                  <a:lnTo>
                    <a:pt x="1647318" y="2306832"/>
                  </a:lnTo>
                  <a:lnTo>
                    <a:pt x="1575695" y="2286933"/>
                  </a:lnTo>
                  <a:lnTo>
                    <a:pt x="1504073" y="2266697"/>
                  </a:lnTo>
                  <a:lnTo>
                    <a:pt x="1432450" y="2246119"/>
                  </a:lnTo>
                  <a:lnTo>
                    <a:pt x="1360827" y="2225193"/>
                  </a:lnTo>
                  <a:lnTo>
                    <a:pt x="1289205" y="2203913"/>
                  </a:lnTo>
                  <a:lnTo>
                    <a:pt x="1217582" y="2182273"/>
                  </a:lnTo>
                  <a:lnTo>
                    <a:pt x="1145960" y="2160268"/>
                  </a:lnTo>
                  <a:lnTo>
                    <a:pt x="1074337" y="2137890"/>
                  </a:lnTo>
                  <a:lnTo>
                    <a:pt x="1002715" y="2115135"/>
                  </a:lnTo>
                  <a:lnTo>
                    <a:pt x="931092" y="2091994"/>
                  </a:lnTo>
                  <a:lnTo>
                    <a:pt x="859470" y="2068462"/>
                  </a:lnTo>
                  <a:lnTo>
                    <a:pt x="787847" y="2044532"/>
                  </a:lnTo>
                  <a:lnTo>
                    <a:pt x="716225" y="2020198"/>
                  </a:lnTo>
                  <a:lnTo>
                    <a:pt x="644602" y="1995452"/>
                  </a:lnTo>
                  <a:lnTo>
                    <a:pt x="572980" y="1970288"/>
                  </a:lnTo>
                  <a:lnTo>
                    <a:pt x="501357" y="1944698"/>
                  </a:lnTo>
                  <a:lnTo>
                    <a:pt x="429735" y="1918676"/>
                  </a:lnTo>
                  <a:lnTo>
                    <a:pt x="358112" y="1892213"/>
                  </a:lnTo>
                  <a:lnTo>
                    <a:pt x="286490" y="1865303"/>
                  </a:lnTo>
                  <a:lnTo>
                    <a:pt x="214867" y="1837938"/>
                  </a:lnTo>
                  <a:lnTo>
                    <a:pt x="143245" y="1810111"/>
                  </a:lnTo>
                  <a:lnTo>
                    <a:pt x="71622" y="1781813"/>
                  </a:lnTo>
                  <a:lnTo>
                    <a:pt x="0" y="175303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20512" y="2073503"/>
              <a:ext cx="5642166" cy="3154641"/>
            </a:xfrm>
            <a:custGeom>
              <a:avLst/>
              <a:pathLst>
                <a:path w="5642166" h="3154641">
                  <a:moveTo>
                    <a:pt x="0" y="0"/>
                  </a:moveTo>
                  <a:lnTo>
                    <a:pt x="55609" y="161385"/>
                  </a:lnTo>
                  <a:lnTo>
                    <a:pt x="127232" y="357002"/>
                  </a:lnTo>
                  <a:lnTo>
                    <a:pt x="198854" y="541102"/>
                  </a:lnTo>
                  <a:lnTo>
                    <a:pt x="270477" y="714362"/>
                  </a:lnTo>
                  <a:lnTo>
                    <a:pt x="342099" y="877421"/>
                  </a:lnTo>
                  <a:lnTo>
                    <a:pt x="413722" y="1030879"/>
                  </a:lnTo>
                  <a:lnTo>
                    <a:pt x="485345" y="1175301"/>
                  </a:lnTo>
                  <a:lnTo>
                    <a:pt x="556967" y="1311220"/>
                  </a:lnTo>
                  <a:lnTo>
                    <a:pt x="628590" y="1439136"/>
                  </a:lnTo>
                  <a:lnTo>
                    <a:pt x="700212" y="1559521"/>
                  </a:lnTo>
                  <a:lnTo>
                    <a:pt x="771835" y="1672818"/>
                  </a:lnTo>
                  <a:lnTo>
                    <a:pt x="843457" y="1779443"/>
                  </a:lnTo>
                  <a:lnTo>
                    <a:pt x="915080" y="1879791"/>
                  </a:lnTo>
                  <a:lnTo>
                    <a:pt x="986702" y="1974230"/>
                  </a:lnTo>
                  <a:lnTo>
                    <a:pt x="1058325" y="2063109"/>
                  </a:lnTo>
                  <a:lnTo>
                    <a:pt x="1129947" y="2146755"/>
                  </a:lnTo>
                  <a:lnTo>
                    <a:pt x="1201570" y="2225476"/>
                  </a:lnTo>
                  <a:lnTo>
                    <a:pt x="1273192" y="2299562"/>
                  </a:lnTo>
                  <a:lnTo>
                    <a:pt x="1344815" y="2369285"/>
                  </a:lnTo>
                  <a:lnTo>
                    <a:pt x="1416437" y="2434904"/>
                  </a:lnTo>
                  <a:lnTo>
                    <a:pt x="1488060" y="2496658"/>
                  </a:lnTo>
                  <a:lnTo>
                    <a:pt x="1559682" y="2554777"/>
                  </a:lnTo>
                  <a:lnTo>
                    <a:pt x="1631305" y="2609474"/>
                  </a:lnTo>
                  <a:lnTo>
                    <a:pt x="1702927" y="2656130"/>
                  </a:lnTo>
                  <a:lnTo>
                    <a:pt x="1774550" y="2669891"/>
                  </a:lnTo>
                  <a:lnTo>
                    <a:pt x="1846173" y="2683423"/>
                  </a:lnTo>
                  <a:lnTo>
                    <a:pt x="1917795" y="2696730"/>
                  </a:lnTo>
                  <a:lnTo>
                    <a:pt x="1989418" y="2709816"/>
                  </a:lnTo>
                  <a:lnTo>
                    <a:pt x="2061040" y="2722684"/>
                  </a:lnTo>
                  <a:lnTo>
                    <a:pt x="2132663" y="2735338"/>
                  </a:lnTo>
                  <a:lnTo>
                    <a:pt x="2204285" y="2747782"/>
                  </a:lnTo>
                  <a:lnTo>
                    <a:pt x="2275908" y="2760019"/>
                  </a:lnTo>
                  <a:lnTo>
                    <a:pt x="2347530" y="2772052"/>
                  </a:lnTo>
                  <a:lnTo>
                    <a:pt x="2419153" y="2783886"/>
                  </a:lnTo>
                  <a:lnTo>
                    <a:pt x="2490775" y="2795522"/>
                  </a:lnTo>
                  <a:lnTo>
                    <a:pt x="2562398" y="2806965"/>
                  </a:lnTo>
                  <a:lnTo>
                    <a:pt x="2634020" y="2818218"/>
                  </a:lnTo>
                  <a:lnTo>
                    <a:pt x="2705643" y="2829284"/>
                  </a:lnTo>
                  <a:lnTo>
                    <a:pt x="2777265" y="2840166"/>
                  </a:lnTo>
                  <a:lnTo>
                    <a:pt x="2848888" y="2850866"/>
                  </a:lnTo>
                  <a:lnTo>
                    <a:pt x="2920510" y="2861389"/>
                  </a:lnTo>
                  <a:lnTo>
                    <a:pt x="2992133" y="2871737"/>
                  </a:lnTo>
                  <a:lnTo>
                    <a:pt x="3063755" y="2881913"/>
                  </a:lnTo>
                  <a:lnTo>
                    <a:pt x="3135378" y="2891920"/>
                  </a:lnTo>
                  <a:lnTo>
                    <a:pt x="3207001" y="2901760"/>
                  </a:lnTo>
                  <a:lnTo>
                    <a:pt x="3278623" y="2911437"/>
                  </a:lnTo>
                  <a:lnTo>
                    <a:pt x="3350246" y="2920952"/>
                  </a:lnTo>
                  <a:lnTo>
                    <a:pt x="3421868" y="2930310"/>
                  </a:lnTo>
                  <a:lnTo>
                    <a:pt x="3493491" y="2939512"/>
                  </a:lnTo>
                  <a:lnTo>
                    <a:pt x="3565113" y="2948561"/>
                  </a:lnTo>
                  <a:lnTo>
                    <a:pt x="3636736" y="2957460"/>
                  </a:lnTo>
                  <a:lnTo>
                    <a:pt x="3708358" y="2966210"/>
                  </a:lnTo>
                  <a:lnTo>
                    <a:pt x="3779981" y="2974815"/>
                  </a:lnTo>
                  <a:lnTo>
                    <a:pt x="3851603" y="2983277"/>
                  </a:lnTo>
                  <a:lnTo>
                    <a:pt x="3923226" y="2991598"/>
                  </a:lnTo>
                  <a:lnTo>
                    <a:pt x="3994848" y="2999781"/>
                  </a:lnTo>
                  <a:lnTo>
                    <a:pt x="4066471" y="3007828"/>
                  </a:lnTo>
                  <a:lnTo>
                    <a:pt x="4138093" y="3015741"/>
                  </a:lnTo>
                  <a:lnTo>
                    <a:pt x="4209716" y="3023523"/>
                  </a:lnTo>
                  <a:lnTo>
                    <a:pt x="4281338" y="3031175"/>
                  </a:lnTo>
                  <a:lnTo>
                    <a:pt x="4352961" y="3038700"/>
                  </a:lnTo>
                  <a:lnTo>
                    <a:pt x="4424583" y="3046100"/>
                  </a:lnTo>
                  <a:lnTo>
                    <a:pt x="4496206" y="3053376"/>
                  </a:lnTo>
                  <a:lnTo>
                    <a:pt x="4567829" y="3060532"/>
                  </a:lnTo>
                  <a:lnTo>
                    <a:pt x="4639451" y="3067569"/>
                  </a:lnTo>
                  <a:lnTo>
                    <a:pt x="4711074" y="3074489"/>
                  </a:lnTo>
                  <a:lnTo>
                    <a:pt x="4782696" y="3081293"/>
                  </a:lnTo>
                  <a:lnTo>
                    <a:pt x="4854319" y="3087985"/>
                  </a:lnTo>
                  <a:lnTo>
                    <a:pt x="4925941" y="3094565"/>
                  </a:lnTo>
                  <a:lnTo>
                    <a:pt x="4997564" y="3101036"/>
                  </a:lnTo>
                  <a:lnTo>
                    <a:pt x="5069186" y="3107400"/>
                  </a:lnTo>
                  <a:lnTo>
                    <a:pt x="5140809" y="3113657"/>
                  </a:lnTo>
                  <a:lnTo>
                    <a:pt x="5212431" y="3119811"/>
                  </a:lnTo>
                  <a:lnTo>
                    <a:pt x="5284054" y="3125862"/>
                  </a:lnTo>
                  <a:lnTo>
                    <a:pt x="5355676" y="3131812"/>
                  </a:lnTo>
                  <a:lnTo>
                    <a:pt x="5427299" y="3137664"/>
                  </a:lnTo>
                  <a:lnTo>
                    <a:pt x="5498921" y="3143418"/>
                  </a:lnTo>
                  <a:lnTo>
                    <a:pt x="5570544" y="3149077"/>
                  </a:lnTo>
                  <a:lnTo>
                    <a:pt x="5642166" y="31546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826539"/>
              <a:ext cx="7090630" cy="1701482"/>
            </a:xfrm>
            <a:custGeom>
              <a:avLst/>
              <a:pathLst>
                <a:path w="7090630" h="1701482">
                  <a:moveTo>
                    <a:pt x="7090630" y="1701482"/>
                  </a:moveTo>
                  <a:lnTo>
                    <a:pt x="7019007" y="1699653"/>
                  </a:lnTo>
                  <a:lnTo>
                    <a:pt x="6947385" y="1697710"/>
                  </a:lnTo>
                  <a:lnTo>
                    <a:pt x="6875762" y="1695646"/>
                  </a:lnTo>
                  <a:lnTo>
                    <a:pt x="6804139" y="1693452"/>
                  </a:lnTo>
                  <a:lnTo>
                    <a:pt x="6732517" y="1691121"/>
                  </a:lnTo>
                  <a:lnTo>
                    <a:pt x="6660894" y="1688645"/>
                  </a:lnTo>
                  <a:lnTo>
                    <a:pt x="6589272" y="1686013"/>
                  </a:lnTo>
                  <a:lnTo>
                    <a:pt x="6517649" y="1683217"/>
                  </a:lnTo>
                  <a:lnTo>
                    <a:pt x="6446027" y="1680245"/>
                  </a:lnTo>
                  <a:lnTo>
                    <a:pt x="6374404" y="1677088"/>
                  </a:lnTo>
                  <a:lnTo>
                    <a:pt x="6302782" y="1673733"/>
                  </a:lnTo>
                  <a:lnTo>
                    <a:pt x="6231159" y="1670169"/>
                  </a:lnTo>
                  <a:lnTo>
                    <a:pt x="6159537" y="1666381"/>
                  </a:lnTo>
                  <a:lnTo>
                    <a:pt x="6087914" y="1662357"/>
                  </a:lnTo>
                  <a:lnTo>
                    <a:pt x="6016292" y="1658080"/>
                  </a:lnTo>
                  <a:lnTo>
                    <a:pt x="5944669" y="1653537"/>
                  </a:lnTo>
                  <a:lnTo>
                    <a:pt x="5873047" y="1648708"/>
                  </a:lnTo>
                  <a:lnTo>
                    <a:pt x="5801424" y="1643578"/>
                  </a:lnTo>
                  <a:lnTo>
                    <a:pt x="5729802" y="1638127"/>
                  </a:lnTo>
                  <a:lnTo>
                    <a:pt x="5658179" y="1632335"/>
                  </a:lnTo>
                  <a:lnTo>
                    <a:pt x="5586557" y="1626180"/>
                  </a:lnTo>
                  <a:lnTo>
                    <a:pt x="5514934" y="1619641"/>
                  </a:lnTo>
                  <a:lnTo>
                    <a:pt x="5443311" y="1612692"/>
                  </a:lnTo>
                  <a:lnTo>
                    <a:pt x="5371689" y="1605308"/>
                  </a:lnTo>
                  <a:lnTo>
                    <a:pt x="5300066" y="1597463"/>
                  </a:lnTo>
                  <a:lnTo>
                    <a:pt x="5228444" y="1589127"/>
                  </a:lnTo>
                  <a:lnTo>
                    <a:pt x="5156821" y="1580269"/>
                  </a:lnTo>
                  <a:lnTo>
                    <a:pt x="5085199" y="1570857"/>
                  </a:lnTo>
                  <a:lnTo>
                    <a:pt x="5013576" y="1560856"/>
                  </a:lnTo>
                  <a:lnTo>
                    <a:pt x="4941954" y="1550230"/>
                  </a:lnTo>
                  <a:lnTo>
                    <a:pt x="4870331" y="1538938"/>
                  </a:lnTo>
                  <a:lnTo>
                    <a:pt x="4798709" y="1526941"/>
                  </a:lnTo>
                  <a:lnTo>
                    <a:pt x="4727086" y="1514192"/>
                  </a:lnTo>
                  <a:lnTo>
                    <a:pt x="4655464" y="1500647"/>
                  </a:lnTo>
                  <a:lnTo>
                    <a:pt x="4583841" y="1486253"/>
                  </a:lnTo>
                  <a:lnTo>
                    <a:pt x="4512219" y="1470959"/>
                  </a:lnTo>
                  <a:lnTo>
                    <a:pt x="4440596" y="1454709"/>
                  </a:lnTo>
                  <a:lnTo>
                    <a:pt x="4368974" y="1437441"/>
                  </a:lnTo>
                  <a:lnTo>
                    <a:pt x="4297351" y="1419094"/>
                  </a:lnTo>
                  <a:lnTo>
                    <a:pt x="4225729" y="1399598"/>
                  </a:lnTo>
                  <a:lnTo>
                    <a:pt x="4154106" y="1378883"/>
                  </a:lnTo>
                  <a:lnTo>
                    <a:pt x="4082483" y="1356872"/>
                  </a:lnTo>
                  <a:lnTo>
                    <a:pt x="4010861" y="1333484"/>
                  </a:lnTo>
                  <a:lnTo>
                    <a:pt x="3939238" y="1308632"/>
                  </a:lnTo>
                  <a:lnTo>
                    <a:pt x="3867616" y="1282226"/>
                  </a:lnTo>
                  <a:lnTo>
                    <a:pt x="3795993" y="1254167"/>
                  </a:lnTo>
                  <a:lnTo>
                    <a:pt x="3724371" y="1224354"/>
                  </a:lnTo>
                  <a:lnTo>
                    <a:pt x="3652748" y="1192675"/>
                  </a:lnTo>
                  <a:lnTo>
                    <a:pt x="3581126" y="1159014"/>
                  </a:lnTo>
                  <a:lnTo>
                    <a:pt x="3509503" y="1123247"/>
                  </a:lnTo>
                  <a:lnTo>
                    <a:pt x="3437881" y="1085243"/>
                  </a:lnTo>
                  <a:lnTo>
                    <a:pt x="3366258" y="1044860"/>
                  </a:lnTo>
                  <a:lnTo>
                    <a:pt x="3294636" y="1001952"/>
                  </a:lnTo>
                  <a:lnTo>
                    <a:pt x="3223013" y="956359"/>
                  </a:lnTo>
                  <a:lnTo>
                    <a:pt x="3151391" y="907913"/>
                  </a:lnTo>
                  <a:lnTo>
                    <a:pt x="3079768" y="889100"/>
                  </a:lnTo>
                  <a:lnTo>
                    <a:pt x="3008146" y="874870"/>
                  </a:lnTo>
                  <a:lnTo>
                    <a:pt x="2936523" y="860399"/>
                  </a:lnTo>
                  <a:lnTo>
                    <a:pt x="2864901" y="845684"/>
                  </a:lnTo>
                  <a:lnTo>
                    <a:pt x="2793278" y="830720"/>
                  </a:lnTo>
                  <a:lnTo>
                    <a:pt x="2721655" y="815503"/>
                  </a:lnTo>
                  <a:lnTo>
                    <a:pt x="2650033" y="800028"/>
                  </a:lnTo>
                  <a:lnTo>
                    <a:pt x="2578410" y="784292"/>
                  </a:lnTo>
                  <a:lnTo>
                    <a:pt x="2506788" y="768290"/>
                  </a:lnTo>
                  <a:lnTo>
                    <a:pt x="2435165" y="752018"/>
                  </a:lnTo>
                  <a:lnTo>
                    <a:pt x="2363543" y="735470"/>
                  </a:lnTo>
                  <a:lnTo>
                    <a:pt x="2291920" y="718642"/>
                  </a:lnTo>
                  <a:lnTo>
                    <a:pt x="2220298" y="701530"/>
                  </a:lnTo>
                  <a:lnTo>
                    <a:pt x="2148675" y="684128"/>
                  </a:lnTo>
                  <a:lnTo>
                    <a:pt x="2077053" y="666433"/>
                  </a:lnTo>
                  <a:lnTo>
                    <a:pt x="2005430" y="648438"/>
                  </a:lnTo>
                  <a:lnTo>
                    <a:pt x="1933808" y="630139"/>
                  </a:lnTo>
                  <a:lnTo>
                    <a:pt x="1862185" y="611530"/>
                  </a:lnTo>
                  <a:lnTo>
                    <a:pt x="1790563" y="592607"/>
                  </a:lnTo>
                  <a:lnTo>
                    <a:pt x="1718940" y="573364"/>
                  </a:lnTo>
                  <a:lnTo>
                    <a:pt x="1647318" y="553795"/>
                  </a:lnTo>
                  <a:lnTo>
                    <a:pt x="1575695" y="533896"/>
                  </a:lnTo>
                  <a:lnTo>
                    <a:pt x="1504073" y="513660"/>
                  </a:lnTo>
                  <a:lnTo>
                    <a:pt x="1432450" y="493082"/>
                  </a:lnTo>
                  <a:lnTo>
                    <a:pt x="1360827" y="472156"/>
                  </a:lnTo>
                  <a:lnTo>
                    <a:pt x="1289205" y="450876"/>
                  </a:lnTo>
                  <a:lnTo>
                    <a:pt x="1217582" y="429237"/>
                  </a:lnTo>
                  <a:lnTo>
                    <a:pt x="1145960" y="407231"/>
                  </a:lnTo>
                  <a:lnTo>
                    <a:pt x="1074337" y="384854"/>
                  </a:lnTo>
                  <a:lnTo>
                    <a:pt x="1002715" y="362098"/>
                  </a:lnTo>
                  <a:lnTo>
                    <a:pt x="931092" y="338957"/>
                  </a:lnTo>
                  <a:lnTo>
                    <a:pt x="859470" y="315425"/>
                  </a:lnTo>
                  <a:lnTo>
                    <a:pt x="787847" y="291495"/>
                  </a:lnTo>
                  <a:lnTo>
                    <a:pt x="716225" y="267161"/>
                  </a:lnTo>
                  <a:lnTo>
                    <a:pt x="644602" y="242415"/>
                  </a:lnTo>
                  <a:lnTo>
                    <a:pt x="572980" y="217251"/>
                  </a:lnTo>
                  <a:lnTo>
                    <a:pt x="501357" y="191661"/>
                  </a:lnTo>
                  <a:lnTo>
                    <a:pt x="429735" y="165639"/>
                  </a:lnTo>
                  <a:lnTo>
                    <a:pt x="358112" y="139176"/>
                  </a:lnTo>
                  <a:lnTo>
                    <a:pt x="286490" y="112266"/>
                  </a:lnTo>
                  <a:lnTo>
                    <a:pt x="214867" y="84902"/>
                  </a:lnTo>
                  <a:lnTo>
                    <a:pt x="143245" y="57074"/>
                  </a:lnTo>
                  <a:lnTo>
                    <a:pt x="71622" y="2877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659928" y="2073503"/>
              <a:ext cx="6602750" cy="3385670"/>
            </a:xfrm>
            <a:custGeom>
              <a:avLst/>
              <a:pathLst>
                <a:path w="6602750" h="3385670">
                  <a:moveTo>
                    <a:pt x="0" y="0"/>
                  </a:moveTo>
                  <a:lnTo>
                    <a:pt x="13478" y="25695"/>
                  </a:lnTo>
                  <a:lnTo>
                    <a:pt x="85101" y="157049"/>
                  </a:lnTo>
                  <a:lnTo>
                    <a:pt x="156723" y="283413"/>
                  </a:lnTo>
                  <a:lnTo>
                    <a:pt x="228346" y="404978"/>
                  </a:lnTo>
                  <a:lnTo>
                    <a:pt x="299968" y="521925"/>
                  </a:lnTo>
                  <a:lnTo>
                    <a:pt x="371591" y="634429"/>
                  </a:lnTo>
                  <a:lnTo>
                    <a:pt x="443213" y="742660"/>
                  </a:lnTo>
                  <a:lnTo>
                    <a:pt x="514836" y="846780"/>
                  </a:lnTo>
                  <a:lnTo>
                    <a:pt x="586458" y="946945"/>
                  </a:lnTo>
                  <a:lnTo>
                    <a:pt x="658081" y="1043306"/>
                  </a:lnTo>
                  <a:lnTo>
                    <a:pt x="729703" y="1136006"/>
                  </a:lnTo>
                  <a:lnTo>
                    <a:pt x="801326" y="1225185"/>
                  </a:lnTo>
                  <a:lnTo>
                    <a:pt x="872948" y="1310976"/>
                  </a:lnTo>
                  <a:lnTo>
                    <a:pt x="944571" y="1393509"/>
                  </a:lnTo>
                  <a:lnTo>
                    <a:pt x="1016193" y="1472906"/>
                  </a:lnTo>
                  <a:lnTo>
                    <a:pt x="1087816" y="1549288"/>
                  </a:lnTo>
                  <a:lnTo>
                    <a:pt x="1159438" y="1622768"/>
                  </a:lnTo>
                  <a:lnTo>
                    <a:pt x="1231061" y="1693457"/>
                  </a:lnTo>
                  <a:lnTo>
                    <a:pt x="1302684" y="1761461"/>
                  </a:lnTo>
                  <a:lnTo>
                    <a:pt x="1374306" y="1826882"/>
                  </a:lnTo>
                  <a:lnTo>
                    <a:pt x="1445929" y="1889818"/>
                  </a:lnTo>
                  <a:lnTo>
                    <a:pt x="1517551" y="1950363"/>
                  </a:lnTo>
                  <a:lnTo>
                    <a:pt x="1589174" y="2008609"/>
                  </a:lnTo>
                  <a:lnTo>
                    <a:pt x="1660796" y="2064642"/>
                  </a:lnTo>
                  <a:lnTo>
                    <a:pt x="1732419" y="2118547"/>
                  </a:lnTo>
                  <a:lnTo>
                    <a:pt x="1804041" y="2170404"/>
                  </a:lnTo>
                  <a:lnTo>
                    <a:pt x="1875664" y="2220291"/>
                  </a:lnTo>
                  <a:lnTo>
                    <a:pt x="1947286" y="2268283"/>
                  </a:lnTo>
                  <a:lnTo>
                    <a:pt x="2018909" y="2314452"/>
                  </a:lnTo>
                  <a:lnTo>
                    <a:pt x="2090531" y="2358868"/>
                  </a:lnTo>
                  <a:lnTo>
                    <a:pt x="2162154" y="2401596"/>
                  </a:lnTo>
                  <a:lnTo>
                    <a:pt x="2233776" y="2442702"/>
                  </a:lnTo>
                  <a:lnTo>
                    <a:pt x="2305399" y="2482246"/>
                  </a:lnTo>
                  <a:lnTo>
                    <a:pt x="2377021" y="2520288"/>
                  </a:lnTo>
                  <a:lnTo>
                    <a:pt x="2448644" y="2556885"/>
                  </a:lnTo>
                  <a:lnTo>
                    <a:pt x="2520266" y="2592092"/>
                  </a:lnTo>
                  <a:lnTo>
                    <a:pt x="2591889" y="2625961"/>
                  </a:lnTo>
                  <a:lnTo>
                    <a:pt x="2663512" y="2658544"/>
                  </a:lnTo>
                  <a:lnTo>
                    <a:pt x="2735134" y="2689889"/>
                  </a:lnTo>
                  <a:lnTo>
                    <a:pt x="2806757" y="2720044"/>
                  </a:lnTo>
                  <a:lnTo>
                    <a:pt x="2878379" y="2749053"/>
                  </a:lnTo>
                  <a:lnTo>
                    <a:pt x="2950002" y="2776960"/>
                  </a:lnTo>
                  <a:lnTo>
                    <a:pt x="3021624" y="2803808"/>
                  </a:lnTo>
                  <a:lnTo>
                    <a:pt x="3093247" y="2829635"/>
                  </a:lnTo>
                  <a:lnTo>
                    <a:pt x="3164869" y="2854481"/>
                  </a:lnTo>
                  <a:lnTo>
                    <a:pt x="3236492" y="2878384"/>
                  </a:lnTo>
                  <a:lnTo>
                    <a:pt x="3308114" y="2901379"/>
                  </a:lnTo>
                  <a:lnTo>
                    <a:pt x="3379737" y="2923500"/>
                  </a:lnTo>
                  <a:lnTo>
                    <a:pt x="3451359" y="2944781"/>
                  </a:lnTo>
                  <a:lnTo>
                    <a:pt x="3522982" y="2965253"/>
                  </a:lnTo>
                  <a:lnTo>
                    <a:pt x="3594604" y="2984948"/>
                  </a:lnTo>
                  <a:lnTo>
                    <a:pt x="3666227" y="3003895"/>
                  </a:lnTo>
                  <a:lnTo>
                    <a:pt x="3737849" y="3022122"/>
                  </a:lnTo>
                  <a:lnTo>
                    <a:pt x="3809472" y="3039657"/>
                  </a:lnTo>
                  <a:lnTo>
                    <a:pt x="3881094" y="3056526"/>
                  </a:lnTo>
                  <a:lnTo>
                    <a:pt x="3952717" y="3072754"/>
                  </a:lnTo>
                  <a:lnTo>
                    <a:pt x="4024340" y="3088365"/>
                  </a:lnTo>
                  <a:lnTo>
                    <a:pt x="4095962" y="3103384"/>
                  </a:lnTo>
                  <a:lnTo>
                    <a:pt x="4167585" y="3117832"/>
                  </a:lnTo>
                  <a:lnTo>
                    <a:pt x="4239207" y="3131731"/>
                  </a:lnTo>
                  <a:lnTo>
                    <a:pt x="4310830" y="3145102"/>
                  </a:lnTo>
                  <a:lnTo>
                    <a:pt x="4382452" y="3157966"/>
                  </a:lnTo>
                  <a:lnTo>
                    <a:pt x="4454075" y="3170341"/>
                  </a:lnTo>
                  <a:lnTo>
                    <a:pt x="4525697" y="3182245"/>
                  </a:lnTo>
                  <a:lnTo>
                    <a:pt x="4597320" y="3193698"/>
                  </a:lnTo>
                  <a:lnTo>
                    <a:pt x="4668942" y="3204715"/>
                  </a:lnTo>
                  <a:lnTo>
                    <a:pt x="4740565" y="3215314"/>
                  </a:lnTo>
                  <a:lnTo>
                    <a:pt x="4812187" y="3225511"/>
                  </a:lnTo>
                  <a:lnTo>
                    <a:pt x="4883810" y="3235320"/>
                  </a:lnTo>
                  <a:lnTo>
                    <a:pt x="4955432" y="3244756"/>
                  </a:lnTo>
                  <a:lnTo>
                    <a:pt x="5027055" y="3253834"/>
                  </a:lnTo>
                  <a:lnTo>
                    <a:pt x="5098677" y="3262567"/>
                  </a:lnTo>
                  <a:lnTo>
                    <a:pt x="5170300" y="3270969"/>
                  </a:lnTo>
                  <a:lnTo>
                    <a:pt x="5241922" y="3279051"/>
                  </a:lnTo>
                  <a:lnTo>
                    <a:pt x="5313545" y="3286827"/>
                  </a:lnTo>
                  <a:lnTo>
                    <a:pt x="5385168" y="3294307"/>
                  </a:lnTo>
                  <a:lnTo>
                    <a:pt x="5456790" y="3301502"/>
                  </a:lnTo>
                  <a:lnTo>
                    <a:pt x="5528413" y="3308425"/>
                  </a:lnTo>
                  <a:lnTo>
                    <a:pt x="5600035" y="3315084"/>
                  </a:lnTo>
                  <a:lnTo>
                    <a:pt x="5671658" y="3321491"/>
                  </a:lnTo>
                  <a:lnTo>
                    <a:pt x="5743280" y="3327654"/>
                  </a:lnTo>
                  <a:lnTo>
                    <a:pt x="5814903" y="3333584"/>
                  </a:lnTo>
                  <a:lnTo>
                    <a:pt x="5886525" y="3339287"/>
                  </a:lnTo>
                  <a:lnTo>
                    <a:pt x="5958148" y="3344775"/>
                  </a:lnTo>
                  <a:lnTo>
                    <a:pt x="6029770" y="3350054"/>
                  </a:lnTo>
                  <a:lnTo>
                    <a:pt x="6101393" y="3355132"/>
                  </a:lnTo>
                  <a:lnTo>
                    <a:pt x="6173015" y="3360017"/>
                  </a:lnTo>
                  <a:lnTo>
                    <a:pt x="6244638" y="3364717"/>
                  </a:lnTo>
                  <a:lnTo>
                    <a:pt x="6316260" y="3369238"/>
                  </a:lnTo>
                  <a:lnTo>
                    <a:pt x="6387883" y="3373588"/>
                  </a:lnTo>
                  <a:lnTo>
                    <a:pt x="6459505" y="3377772"/>
                  </a:lnTo>
                  <a:lnTo>
                    <a:pt x="6531128" y="3381798"/>
                  </a:lnTo>
                  <a:lnTo>
                    <a:pt x="6602750" y="338567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49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4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086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12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1.66 (1.25-2.21), p_Bonf = 0.003 (n = 6)  |  per IQR decline (Δ = 25.8 %): 3.69 (1.76-7.75)  |  IQR: [-10.6, 15.2]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2026-10-09T15:07:18Z</dcterms:modified>
  <cp:category/>
</cp:coreProperties>
</file>