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65741"/>
            </a:xfrm>
            <a:custGeom>
              <a:avLst/>
              <a:pathLst>
                <a:path w="7090630" h="3465741">
                  <a:moveTo>
                    <a:pt x="1662733" y="0"/>
                  </a:moveTo>
                  <a:lnTo>
                    <a:pt x="1718940" y="186169"/>
                  </a:lnTo>
                  <a:lnTo>
                    <a:pt x="1790563" y="407476"/>
                  </a:lnTo>
                  <a:lnTo>
                    <a:pt x="1862185" y="613931"/>
                  </a:lnTo>
                  <a:lnTo>
                    <a:pt x="1933808" y="806530"/>
                  </a:lnTo>
                  <a:lnTo>
                    <a:pt x="2005430" y="986204"/>
                  </a:lnTo>
                  <a:lnTo>
                    <a:pt x="2077053" y="1153819"/>
                  </a:lnTo>
                  <a:lnTo>
                    <a:pt x="2148675" y="1310185"/>
                  </a:lnTo>
                  <a:lnTo>
                    <a:pt x="2220298" y="1456057"/>
                  </a:lnTo>
                  <a:lnTo>
                    <a:pt x="2291920" y="1592140"/>
                  </a:lnTo>
                  <a:lnTo>
                    <a:pt x="2363543" y="1719089"/>
                  </a:lnTo>
                  <a:lnTo>
                    <a:pt x="2435165" y="1837519"/>
                  </a:lnTo>
                  <a:lnTo>
                    <a:pt x="2506788" y="1948001"/>
                  </a:lnTo>
                  <a:lnTo>
                    <a:pt x="2578410" y="2051068"/>
                  </a:lnTo>
                  <a:lnTo>
                    <a:pt x="2650033" y="2147218"/>
                  </a:lnTo>
                  <a:lnTo>
                    <a:pt x="2721655" y="2236915"/>
                  </a:lnTo>
                  <a:lnTo>
                    <a:pt x="2793278" y="2320592"/>
                  </a:lnTo>
                  <a:lnTo>
                    <a:pt x="2864901" y="2398654"/>
                  </a:lnTo>
                  <a:lnTo>
                    <a:pt x="2936523" y="2471477"/>
                  </a:lnTo>
                  <a:lnTo>
                    <a:pt x="3008146" y="2539412"/>
                  </a:lnTo>
                  <a:lnTo>
                    <a:pt x="3079768" y="2602788"/>
                  </a:lnTo>
                  <a:lnTo>
                    <a:pt x="3151391" y="2656192"/>
                  </a:lnTo>
                  <a:lnTo>
                    <a:pt x="3223013" y="2670408"/>
                  </a:lnTo>
                  <a:lnTo>
                    <a:pt x="3294636" y="2684380"/>
                  </a:lnTo>
                  <a:lnTo>
                    <a:pt x="3366258" y="2698112"/>
                  </a:lnTo>
                  <a:lnTo>
                    <a:pt x="3437881" y="2711608"/>
                  </a:lnTo>
                  <a:lnTo>
                    <a:pt x="3509503" y="2724872"/>
                  </a:lnTo>
                  <a:lnTo>
                    <a:pt x="3581126" y="2737908"/>
                  </a:lnTo>
                  <a:lnTo>
                    <a:pt x="3652748" y="2750720"/>
                  </a:lnTo>
                  <a:lnTo>
                    <a:pt x="3724371" y="2763313"/>
                  </a:lnTo>
                  <a:lnTo>
                    <a:pt x="3795993" y="2775688"/>
                  </a:lnTo>
                  <a:lnTo>
                    <a:pt x="3867616" y="2787852"/>
                  </a:lnTo>
                  <a:lnTo>
                    <a:pt x="3939238" y="2799806"/>
                  </a:lnTo>
                  <a:lnTo>
                    <a:pt x="4010861" y="2811555"/>
                  </a:lnTo>
                  <a:lnTo>
                    <a:pt x="4082483" y="2823102"/>
                  </a:lnTo>
                  <a:lnTo>
                    <a:pt x="4154106" y="2834451"/>
                  </a:lnTo>
                  <a:lnTo>
                    <a:pt x="4225729" y="2845605"/>
                  </a:lnTo>
                  <a:lnTo>
                    <a:pt x="4297351" y="2856567"/>
                  </a:lnTo>
                  <a:lnTo>
                    <a:pt x="4368974" y="2867341"/>
                  </a:lnTo>
                  <a:lnTo>
                    <a:pt x="4440596" y="2877930"/>
                  </a:lnTo>
                  <a:lnTo>
                    <a:pt x="4512219" y="2888337"/>
                  </a:lnTo>
                  <a:lnTo>
                    <a:pt x="4583841" y="2898565"/>
                  </a:lnTo>
                  <a:lnTo>
                    <a:pt x="4655464" y="2908617"/>
                  </a:lnTo>
                  <a:lnTo>
                    <a:pt x="4727086" y="2918497"/>
                  </a:lnTo>
                  <a:lnTo>
                    <a:pt x="4798709" y="2928207"/>
                  </a:lnTo>
                  <a:lnTo>
                    <a:pt x="4870331" y="2937750"/>
                  </a:lnTo>
                  <a:lnTo>
                    <a:pt x="4941954" y="2947130"/>
                  </a:lnTo>
                  <a:lnTo>
                    <a:pt x="5013576" y="2956348"/>
                  </a:lnTo>
                  <a:lnTo>
                    <a:pt x="5085199" y="2965408"/>
                  </a:lnTo>
                  <a:lnTo>
                    <a:pt x="5156821" y="2974312"/>
                  </a:lnTo>
                  <a:lnTo>
                    <a:pt x="5228444" y="2983063"/>
                  </a:lnTo>
                  <a:lnTo>
                    <a:pt x="5300066" y="2991664"/>
                  </a:lnTo>
                  <a:lnTo>
                    <a:pt x="5371689" y="3000117"/>
                  </a:lnTo>
                  <a:lnTo>
                    <a:pt x="5443311" y="3008425"/>
                  </a:lnTo>
                  <a:lnTo>
                    <a:pt x="5514934" y="3016590"/>
                  </a:lnTo>
                  <a:lnTo>
                    <a:pt x="5586557" y="3024615"/>
                  </a:lnTo>
                  <a:lnTo>
                    <a:pt x="5658179" y="3032503"/>
                  </a:lnTo>
                  <a:lnTo>
                    <a:pt x="5729802" y="3040254"/>
                  </a:lnTo>
                  <a:lnTo>
                    <a:pt x="5801424" y="3047873"/>
                  </a:lnTo>
                  <a:lnTo>
                    <a:pt x="5873047" y="3055360"/>
                  </a:lnTo>
                  <a:lnTo>
                    <a:pt x="5944669" y="3062719"/>
                  </a:lnTo>
                  <a:lnTo>
                    <a:pt x="6016292" y="3069952"/>
                  </a:lnTo>
                  <a:lnTo>
                    <a:pt x="6087914" y="3077060"/>
                  </a:lnTo>
                  <a:lnTo>
                    <a:pt x="6159537" y="3084046"/>
                  </a:lnTo>
                  <a:lnTo>
                    <a:pt x="6231159" y="3090912"/>
                  </a:lnTo>
                  <a:lnTo>
                    <a:pt x="6302782" y="3097661"/>
                  </a:lnTo>
                  <a:lnTo>
                    <a:pt x="6374404" y="3104293"/>
                  </a:lnTo>
                  <a:lnTo>
                    <a:pt x="6446027" y="3110811"/>
                  </a:lnTo>
                  <a:lnTo>
                    <a:pt x="6517649" y="3117218"/>
                  </a:lnTo>
                  <a:lnTo>
                    <a:pt x="6589272" y="3123514"/>
                  </a:lnTo>
                  <a:lnTo>
                    <a:pt x="6660894" y="3129702"/>
                  </a:lnTo>
                  <a:lnTo>
                    <a:pt x="6732517" y="3135784"/>
                  </a:lnTo>
                  <a:lnTo>
                    <a:pt x="6804139" y="3141762"/>
                  </a:lnTo>
                  <a:lnTo>
                    <a:pt x="6875762" y="3147636"/>
                  </a:lnTo>
                  <a:lnTo>
                    <a:pt x="6947385" y="3153410"/>
                  </a:lnTo>
                  <a:lnTo>
                    <a:pt x="7019007" y="3159085"/>
                  </a:lnTo>
                  <a:lnTo>
                    <a:pt x="7090630" y="3164662"/>
                  </a:lnTo>
                  <a:lnTo>
                    <a:pt x="7090630" y="3465741"/>
                  </a:lnTo>
                  <a:lnTo>
                    <a:pt x="7019007" y="3464446"/>
                  </a:lnTo>
                  <a:lnTo>
                    <a:pt x="6947385" y="3463057"/>
                  </a:lnTo>
                  <a:lnTo>
                    <a:pt x="6875762" y="3461569"/>
                  </a:lnTo>
                  <a:lnTo>
                    <a:pt x="6804139" y="3459973"/>
                  </a:lnTo>
                  <a:lnTo>
                    <a:pt x="6732517" y="3458263"/>
                  </a:lnTo>
                  <a:lnTo>
                    <a:pt x="6660894" y="3456430"/>
                  </a:lnTo>
                  <a:lnTo>
                    <a:pt x="6589272" y="3454464"/>
                  </a:lnTo>
                  <a:lnTo>
                    <a:pt x="6517649" y="3452358"/>
                  </a:lnTo>
                  <a:lnTo>
                    <a:pt x="6446027" y="3450100"/>
                  </a:lnTo>
                  <a:lnTo>
                    <a:pt x="6374404" y="3447679"/>
                  </a:lnTo>
                  <a:lnTo>
                    <a:pt x="6302782" y="3445085"/>
                  </a:lnTo>
                  <a:lnTo>
                    <a:pt x="6231159" y="3442303"/>
                  </a:lnTo>
                  <a:lnTo>
                    <a:pt x="6159537" y="3439322"/>
                  </a:lnTo>
                  <a:lnTo>
                    <a:pt x="6087914" y="3436126"/>
                  </a:lnTo>
                  <a:lnTo>
                    <a:pt x="6016292" y="3432700"/>
                  </a:lnTo>
                  <a:lnTo>
                    <a:pt x="5944669" y="3429028"/>
                  </a:lnTo>
                  <a:lnTo>
                    <a:pt x="5873047" y="3425091"/>
                  </a:lnTo>
                  <a:lnTo>
                    <a:pt x="5801424" y="3420872"/>
                  </a:lnTo>
                  <a:lnTo>
                    <a:pt x="5729802" y="3416349"/>
                  </a:lnTo>
                  <a:lnTo>
                    <a:pt x="5658179" y="3411500"/>
                  </a:lnTo>
                  <a:lnTo>
                    <a:pt x="5586557" y="3406303"/>
                  </a:lnTo>
                  <a:lnTo>
                    <a:pt x="5514934" y="3400731"/>
                  </a:lnTo>
                  <a:lnTo>
                    <a:pt x="5443311" y="3394759"/>
                  </a:lnTo>
                  <a:lnTo>
                    <a:pt x="5371689" y="3388357"/>
                  </a:lnTo>
                  <a:lnTo>
                    <a:pt x="5300066" y="3381495"/>
                  </a:lnTo>
                  <a:lnTo>
                    <a:pt x="5228444" y="3374139"/>
                  </a:lnTo>
                  <a:lnTo>
                    <a:pt x="5156821" y="3366254"/>
                  </a:lnTo>
                  <a:lnTo>
                    <a:pt x="5085199" y="3357801"/>
                  </a:lnTo>
                  <a:lnTo>
                    <a:pt x="5013576" y="3348741"/>
                  </a:lnTo>
                  <a:lnTo>
                    <a:pt x="4941954" y="3339029"/>
                  </a:lnTo>
                  <a:lnTo>
                    <a:pt x="4870331" y="3328618"/>
                  </a:lnTo>
                  <a:lnTo>
                    <a:pt x="4798709" y="3317458"/>
                  </a:lnTo>
                  <a:lnTo>
                    <a:pt x="4727086" y="3305495"/>
                  </a:lnTo>
                  <a:lnTo>
                    <a:pt x="4655464" y="3292671"/>
                  </a:lnTo>
                  <a:lnTo>
                    <a:pt x="4583841" y="3278925"/>
                  </a:lnTo>
                  <a:lnTo>
                    <a:pt x="4512219" y="3264191"/>
                  </a:lnTo>
                  <a:lnTo>
                    <a:pt x="4440596" y="3248396"/>
                  </a:lnTo>
                  <a:lnTo>
                    <a:pt x="4368974" y="3231465"/>
                  </a:lnTo>
                  <a:lnTo>
                    <a:pt x="4297351" y="3213315"/>
                  </a:lnTo>
                  <a:lnTo>
                    <a:pt x="4225729" y="3193861"/>
                  </a:lnTo>
                  <a:lnTo>
                    <a:pt x="4154106" y="3173006"/>
                  </a:lnTo>
                  <a:lnTo>
                    <a:pt x="4082483" y="3150652"/>
                  </a:lnTo>
                  <a:lnTo>
                    <a:pt x="4010861" y="3126689"/>
                  </a:lnTo>
                  <a:lnTo>
                    <a:pt x="3939238" y="3101002"/>
                  </a:lnTo>
                  <a:lnTo>
                    <a:pt x="3867616" y="3073467"/>
                  </a:lnTo>
                  <a:lnTo>
                    <a:pt x="3795993" y="3043952"/>
                  </a:lnTo>
                  <a:lnTo>
                    <a:pt x="3724371" y="3012313"/>
                  </a:lnTo>
                  <a:lnTo>
                    <a:pt x="3652748" y="2978398"/>
                  </a:lnTo>
                  <a:lnTo>
                    <a:pt x="3581126" y="2942043"/>
                  </a:lnTo>
                  <a:lnTo>
                    <a:pt x="3509503" y="2903073"/>
                  </a:lnTo>
                  <a:lnTo>
                    <a:pt x="3437881" y="2861299"/>
                  </a:lnTo>
                  <a:lnTo>
                    <a:pt x="3366258" y="2816520"/>
                  </a:lnTo>
                  <a:lnTo>
                    <a:pt x="3294636" y="2768520"/>
                  </a:lnTo>
                  <a:lnTo>
                    <a:pt x="3223013" y="2717066"/>
                  </a:lnTo>
                  <a:lnTo>
                    <a:pt x="3151391" y="2661911"/>
                  </a:lnTo>
                  <a:lnTo>
                    <a:pt x="3079768" y="2641728"/>
                  </a:lnTo>
                  <a:lnTo>
                    <a:pt x="3008146" y="2627010"/>
                  </a:lnTo>
                  <a:lnTo>
                    <a:pt x="2936523" y="2612036"/>
                  </a:lnTo>
                  <a:lnTo>
                    <a:pt x="2864901" y="2596800"/>
                  </a:lnTo>
                  <a:lnTo>
                    <a:pt x="2793278" y="2581297"/>
                  </a:lnTo>
                  <a:lnTo>
                    <a:pt x="2721655" y="2565523"/>
                  </a:lnTo>
                  <a:lnTo>
                    <a:pt x="2650033" y="2549474"/>
                  </a:lnTo>
                  <a:lnTo>
                    <a:pt x="2578410" y="2533144"/>
                  </a:lnTo>
                  <a:lnTo>
                    <a:pt x="2506788" y="2516529"/>
                  </a:lnTo>
                  <a:lnTo>
                    <a:pt x="2435165" y="2499624"/>
                  </a:lnTo>
                  <a:lnTo>
                    <a:pt x="2363543" y="2482422"/>
                  </a:lnTo>
                  <a:lnTo>
                    <a:pt x="2291920" y="2464921"/>
                  </a:lnTo>
                  <a:lnTo>
                    <a:pt x="2220298" y="2447113"/>
                  </a:lnTo>
                  <a:lnTo>
                    <a:pt x="2148675" y="2428994"/>
                  </a:lnTo>
                  <a:lnTo>
                    <a:pt x="2077053" y="2410558"/>
                  </a:lnTo>
                  <a:lnTo>
                    <a:pt x="2005430" y="2391801"/>
                  </a:lnTo>
                  <a:lnTo>
                    <a:pt x="1933808" y="2372715"/>
                  </a:lnTo>
                  <a:lnTo>
                    <a:pt x="1862185" y="2353296"/>
                  </a:lnTo>
                  <a:lnTo>
                    <a:pt x="1790563" y="2333537"/>
                  </a:lnTo>
                  <a:lnTo>
                    <a:pt x="1718940" y="2313433"/>
                  </a:lnTo>
                  <a:lnTo>
                    <a:pt x="1647318" y="2292977"/>
                  </a:lnTo>
                  <a:lnTo>
                    <a:pt x="1575695" y="2272164"/>
                  </a:lnTo>
                  <a:lnTo>
                    <a:pt x="1504073" y="2250988"/>
                  </a:lnTo>
                  <a:lnTo>
                    <a:pt x="1432450" y="2229441"/>
                  </a:lnTo>
                  <a:lnTo>
                    <a:pt x="1360827" y="2207517"/>
                  </a:lnTo>
                  <a:lnTo>
                    <a:pt x="1289205" y="2185211"/>
                  </a:lnTo>
                  <a:lnTo>
                    <a:pt x="1217582" y="2162514"/>
                  </a:lnTo>
                  <a:lnTo>
                    <a:pt x="1145960" y="2139421"/>
                  </a:lnTo>
                  <a:lnTo>
                    <a:pt x="1074337" y="2115924"/>
                  </a:lnTo>
                  <a:lnTo>
                    <a:pt x="1002715" y="2092016"/>
                  </a:lnTo>
                  <a:lnTo>
                    <a:pt x="931092" y="2067691"/>
                  </a:lnTo>
                  <a:lnTo>
                    <a:pt x="859470" y="2042940"/>
                  </a:lnTo>
                  <a:lnTo>
                    <a:pt x="787847" y="2017757"/>
                  </a:lnTo>
                  <a:lnTo>
                    <a:pt x="716225" y="1992133"/>
                  </a:lnTo>
                  <a:lnTo>
                    <a:pt x="644602" y="1966062"/>
                  </a:lnTo>
                  <a:lnTo>
                    <a:pt x="572980" y="1939535"/>
                  </a:lnTo>
                  <a:lnTo>
                    <a:pt x="501357" y="1912544"/>
                  </a:lnTo>
                  <a:lnTo>
                    <a:pt x="429735" y="1885082"/>
                  </a:lnTo>
                  <a:lnTo>
                    <a:pt x="358112" y="1857139"/>
                  </a:lnTo>
                  <a:lnTo>
                    <a:pt x="286490" y="1828708"/>
                  </a:lnTo>
                  <a:lnTo>
                    <a:pt x="214867" y="1799781"/>
                  </a:lnTo>
                  <a:lnTo>
                    <a:pt x="143245" y="1770347"/>
                  </a:lnTo>
                  <a:lnTo>
                    <a:pt x="71622" y="1740399"/>
                  </a:lnTo>
                  <a:lnTo>
                    <a:pt x="0" y="170992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834782" y="2073503"/>
              <a:ext cx="5427896" cy="3164662"/>
            </a:xfrm>
            <a:custGeom>
              <a:avLst/>
              <a:pathLst>
                <a:path w="5427896" h="3164662">
                  <a:moveTo>
                    <a:pt x="0" y="0"/>
                  </a:moveTo>
                  <a:lnTo>
                    <a:pt x="56207" y="186169"/>
                  </a:lnTo>
                  <a:lnTo>
                    <a:pt x="127829" y="407476"/>
                  </a:lnTo>
                  <a:lnTo>
                    <a:pt x="199452" y="613931"/>
                  </a:lnTo>
                  <a:lnTo>
                    <a:pt x="271074" y="806530"/>
                  </a:lnTo>
                  <a:lnTo>
                    <a:pt x="342697" y="986204"/>
                  </a:lnTo>
                  <a:lnTo>
                    <a:pt x="414319" y="1153819"/>
                  </a:lnTo>
                  <a:lnTo>
                    <a:pt x="485942" y="1310185"/>
                  </a:lnTo>
                  <a:lnTo>
                    <a:pt x="557564" y="1456057"/>
                  </a:lnTo>
                  <a:lnTo>
                    <a:pt x="629187" y="1592140"/>
                  </a:lnTo>
                  <a:lnTo>
                    <a:pt x="700810" y="1719089"/>
                  </a:lnTo>
                  <a:lnTo>
                    <a:pt x="772432" y="1837519"/>
                  </a:lnTo>
                  <a:lnTo>
                    <a:pt x="844055" y="1948001"/>
                  </a:lnTo>
                  <a:lnTo>
                    <a:pt x="915677" y="2051068"/>
                  </a:lnTo>
                  <a:lnTo>
                    <a:pt x="987300" y="2147218"/>
                  </a:lnTo>
                  <a:lnTo>
                    <a:pt x="1058922" y="2236915"/>
                  </a:lnTo>
                  <a:lnTo>
                    <a:pt x="1130545" y="2320592"/>
                  </a:lnTo>
                  <a:lnTo>
                    <a:pt x="1202167" y="2398654"/>
                  </a:lnTo>
                  <a:lnTo>
                    <a:pt x="1273790" y="2471477"/>
                  </a:lnTo>
                  <a:lnTo>
                    <a:pt x="1345412" y="2539412"/>
                  </a:lnTo>
                  <a:lnTo>
                    <a:pt x="1417035" y="2602788"/>
                  </a:lnTo>
                  <a:lnTo>
                    <a:pt x="1488657" y="2656192"/>
                  </a:lnTo>
                  <a:lnTo>
                    <a:pt x="1560280" y="2670408"/>
                  </a:lnTo>
                  <a:lnTo>
                    <a:pt x="1631902" y="2684380"/>
                  </a:lnTo>
                  <a:lnTo>
                    <a:pt x="1703525" y="2698112"/>
                  </a:lnTo>
                  <a:lnTo>
                    <a:pt x="1775147" y="2711608"/>
                  </a:lnTo>
                  <a:lnTo>
                    <a:pt x="1846770" y="2724872"/>
                  </a:lnTo>
                  <a:lnTo>
                    <a:pt x="1918392" y="2737908"/>
                  </a:lnTo>
                  <a:lnTo>
                    <a:pt x="1990015" y="2750720"/>
                  </a:lnTo>
                  <a:lnTo>
                    <a:pt x="2061638" y="2763313"/>
                  </a:lnTo>
                  <a:lnTo>
                    <a:pt x="2133260" y="2775688"/>
                  </a:lnTo>
                  <a:lnTo>
                    <a:pt x="2204883" y="2787852"/>
                  </a:lnTo>
                  <a:lnTo>
                    <a:pt x="2276505" y="2799806"/>
                  </a:lnTo>
                  <a:lnTo>
                    <a:pt x="2348128" y="2811555"/>
                  </a:lnTo>
                  <a:lnTo>
                    <a:pt x="2419750" y="2823102"/>
                  </a:lnTo>
                  <a:lnTo>
                    <a:pt x="2491373" y="2834451"/>
                  </a:lnTo>
                  <a:lnTo>
                    <a:pt x="2562995" y="2845605"/>
                  </a:lnTo>
                  <a:lnTo>
                    <a:pt x="2634618" y="2856567"/>
                  </a:lnTo>
                  <a:lnTo>
                    <a:pt x="2706240" y="2867341"/>
                  </a:lnTo>
                  <a:lnTo>
                    <a:pt x="2777863" y="2877930"/>
                  </a:lnTo>
                  <a:lnTo>
                    <a:pt x="2849485" y="2888337"/>
                  </a:lnTo>
                  <a:lnTo>
                    <a:pt x="2921108" y="2898565"/>
                  </a:lnTo>
                  <a:lnTo>
                    <a:pt x="2992730" y="2908617"/>
                  </a:lnTo>
                  <a:lnTo>
                    <a:pt x="3064353" y="2918497"/>
                  </a:lnTo>
                  <a:lnTo>
                    <a:pt x="3135975" y="2928207"/>
                  </a:lnTo>
                  <a:lnTo>
                    <a:pt x="3207598" y="2937750"/>
                  </a:lnTo>
                  <a:lnTo>
                    <a:pt x="3279220" y="2947130"/>
                  </a:lnTo>
                  <a:lnTo>
                    <a:pt x="3350843" y="2956348"/>
                  </a:lnTo>
                  <a:lnTo>
                    <a:pt x="3422465" y="2965408"/>
                  </a:lnTo>
                  <a:lnTo>
                    <a:pt x="3494088" y="2974312"/>
                  </a:lnTo>
                  <a:lnTo>
                    <a:pt x="3565711" y="2983063"/>
                  </a:lnTo>
                  <a:lnTo>
                    <a:pt x="3637333" y="2991664"/>
                  </a:lnTo>
                  <a:lnTo>
                    <a:pt x="3708956" y="3000117"/>
                  </a:lnTo>
                  <a:lnTo>
                    <a:pt x="3780578" y="3008425"/>
                  </a:lnTo>
                  <a:lnTo>
                    <a:pt x="3852201" y="3016590"/>
                  </a:lnTo>
                  <a:lnTo>
                    <a:pt x="3923823" y="3024615"/>
                  </a:lnTo>
                  <a:lnTo>
                    <a:pt x="3995446" y="3032503"/>
                  </a:lnTo>
                  <a:lnTo>
                    <a:pt x="4067068" y="3040254"/>
                  </a:lnTo>
                  <a:lnTo>
                    <a:pt x="4138691" y="3047873"/>
                  </a:lnTo>
                  <a:lnTo>
                    <a:pt x="4210313" y="3055360"/>
                  </a:lnTo>
                  <a:lnTo>
                    <a:pt x="4281936" y="3062719"/>
                  </a:lnTo>
                  <a:lnTo>
                    <a:pt x="4353558" y="3069952"/>
                  </a:lnTo>
                  <a:lnTo>
                    <a:pt x="4425181" y="3077060"/>
                  </a:lnTo>
                  <a:lnTo>
                    <a:pt x="4496803" y="3084046"/>
                  </a:lnTo>
                  <a:lnTo>
                    <a:pt x="4568426" y="3090912"/>
                  </a:lnTo>
                  <a:lnTo>
                    <a:pt x="4640048" y="3097661"/>
                  </a:lnTo>
                  <a:lnTo>
                    <a:pt x="4711671" y="3104293"/>
                  </a:lnTo>
                  <a:lnTo>
                    <a:pt x="4783293" y="3110811"/>
                  </a:lnTo>
                  <a:lnTo>
                    <a:pt x="4854916" y="3117218"/>
                  </a:lnTo>
                  <a:lnTo>
                    <a:pt x="4926539" y="3123514"/>
                  </a:lnTo>
                  <a:lnTo>
                    <a:pt x="4998161" y="3129702"/>
                  </a:lnTo>
                  <a:lnTo>
                    <a:pt x="5069784" y="3135784"/>
                  </a:lnTo>
                  <a:lnTo>
                    <a:pt x="5141406" y="3141762"/>
                  </a:lnTo>
                  <a:lnTo>
                    <a:pt x="5213029" y="3147636"/>
                  </a:lnTo>
                  <a:lnTo>
                    <a:pt x="5284651" y="3153410"/>
                  </a:lnTo>
                  <a:lnTo>
                    <a:pt x="5356274" y="3159085"/>
                  </a:lnTo>
                  <a:lnTo>
                    <a:pt x="5427896" y="31646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783431"/>
              <a:ext cx="7090630" cy="1755812"/>
            </a:xfrm>
            <a:custGeom>
              <a:avLst/>
              <a:pathLst>
                <a:path w="7090630" h="1755812">
                  <a:moveTo>
                    <a:pt x="7090630" y="1755812"/>
                  </a:moveTo>
                  <a:lnTo>
                    <a:pt x="7019007" y="1754517"/>
                  </a:lnTo>
                  <a:lnTo>
                    <a:pt x="6947385" y="1753129"/>
                  </a:lnTo>
                  <a:lnTo>
                    <a:pt x="6875762" y="1751640"/>
                  </a:lnTo>
                  <a:lnTo>
                    <a:pt x="6804139" y="1750045"/>
                  </a:lnTo>
                  <a:lnTo>
                    <a:pt x="6732517" y="1748334"/>
                  </a:lnTo>
                  <a:lnTo>
                    <a:pt x="6660894" y="1746501"/>
                  </a:lnTo>
                  <a:lnTo>
                    <a:pt x="6589272" y="1744536"/>
                  </a:lnTo>
                  <a:lnTo>
                    <a:pt x="6517649" y="1742429"/>
                  </a:lnTo>
                  <a:lnTo>
                    <a:pt x="6446027" y="1740171"/>
                  </a:lnTo>
                  <a:lnTo>
                    <a:pt x="6374404" y="1737751"/>
                  </a:lnTo>
                  <a:lnTo>
                    <a:pt x="6302782" y="1735156"/>
                  </a:lnTo>
                  <a:lnTo>
                    <a:pt x="6231159" y="1732375"/>
                  </a:lnTo>
                  <a:lnTo>
                    <a:pt x="6159537" y="1729393"/>
                  </a:lnTo>
                  <a:lnTo>
                    <a:pt x="6087914" y="1726197"/>
                  </a:lnTo>
                  <a:lnTo>
                    <a:pt x="6016292" y="1722772"/>
                  </a:lnTo>
                  <a:lnTo>
                    <a:pt x="5944669" y="1719099"/>
                  </a:lnTo>
                  <a:lnTo>
                    <a:pt x="5873047" y="1715163"/>
                  </a:lnTo>
                  <a:lnTo>
                    <a:pt x="5801424" y="1710943"/>
                  </a:lnTo>
                  <a:lnTo>
                    <a:pt x="5729802" y="1706420"/>
                  </a:lnTo>
                  <a:lnTo>
                    <a:pt x="5658179" y="1701571"/>
                  </a:lnTo>
                  <a:lnTo>
                    <a:pt x="5586557" y="1696374"/>
                  </a:lnTo>
                  <a:lnTo>
                    <a:pt x="5514934" y="1690803"/>
                  </a:lnTo>
                  <a:lnTo>
                    <a:pt x="5443311" y="1684831"/>
                  </a:lnTo>
                  <a:lnTo>
                    <a:pt x="5371689" y="1678429"/>
                  </a:lnTo>
                  <a:lnTo>
                    <a:pt x="5300066" y="1671567"/>
                  </a:lnTo>
                  <a:lnTo>
                    <a:pt x="5228444" y="1664211"/>
                  </a:lnTo>
                  <a:lnTo>
                    <a:pt x="5156821" y="1656325"/>
                  </a:lnTo>
                  <a:lnTo>
                    <a:pt x="5085199" y="1647873"/>
                  </a:lnTo>
                  <a:lnTo>
                    <a:pt x="5013576" y="1638812"/>
                  </a:lnTo>
                  <a:lnTo>
                    <a:pt x="4941954" y="1629100"/>
                  </a:lnTo>
                  <a:lnTo>
                    <a:pt x="4870331" y="1618689"/>
                  </a:lnTo>
                  <a:lnTo>
                    <a:pt x="4798709" y="1607529"/>
                  </a:lnTo>
                  <a:lnTo>
                    <a:pt x="4727086" y="1595566"/>
                  </a:lnTo>
                  <a:lnTo>
                    <a:pt x="4655464" y="1582743"/>
                  </a:lnTo>
                  <a:lnTo>
                    <a:pt x="4583841" y="1568997"/>
                  </a:lnTo>
                  <a:lnTo>
                    <a:pt x="4512219" y="1554262"/>
                  </a:lnTo>
                  <a:lnTo>
                    <a:pt x="4440596" y="1538467"/>
                  </a:lnTo>
                  <a:lnTo>
                    <a:pt x="4368974" y="1521536"/>
                  </a:lnTo>
                  <a:lnTo>
                    <a:pt x="4297351" y="1503387"/>
                  </a:lnTo>
                  <a:lnTo>
                    <a:pt x="4225729" y="1483932"/>
                  </a:lnTo>
                  <a:lnTo>
                    <a:pt x="4154106" y="1463078"/>
                  </a:lnTo>
                  <a:lnTo>
                    <a:pt x="4082483" y="1440723"/>
                  </a:lnTo>
                  <a:lnTo>
                    <a:pt x="4010861" y="1416760"/>
                  </a:lnTo>
                  <a:lnTo>
                    <a:pt x="3939238" y="1391073"/>
                  </a:lnTo>
                  <a:lnTo>
                    <a:pt x="3867616" y="1363539"/>
                  </a:lnTo>
                  <a:lnTo>
                    <a:pt x="3795993" y="1334023"/>
                  </a:lnTo>
                  <a:lnTo>
                    <a:pt x="3724371" y="1302384"/>
                  </a:lnTo>
                  <a:lnTo>
                    <a:pt x="3652748" y="1268469"/>
                  </a:lnTo>
                  <a:lnTo>
                    <a:pt x="3581126" y="1232114"/>
                  </a:lnTo>
                  <a:lnTo>
                    <a:pt x="3509503" y="1193144"/>
                  </a:lnTo>
                  <a:lnTo>
                    <a:pt x="3437881" y="1151371"/>
                  </a:lnTo>
                  <a:lnTo>
                    <a:pt x="3366258" y="1106592"/>
                  </a:lnTo>
                  <a:lnTo>
                    <a:pt x="3294636" y="1058591"/>
                  </a:lnTo>
                  <a:lnTo>
                    <a:pt x="3223013" y="1007138"/>
                  </a:lnTo>
                  <a:lnTo>
                    <a:pt x="3151391" y="951983"/>
                  </a:lnTo>
                  <a:lnTo>
                    <a:pt x="3079768" y="931799"/>
                  </a:lnTo>
                  <a:lnTo>
                    <a:pt x="3008146" y="917082"/>
                  </a:lnTo>
                  <a:lnTo>
                    <a:pt x="2936523" y="902107"/>
                  </a:lnTo>
                  <a:lnTo>
                    <a:pt x="2864901" y="886871"/>
                  </a:lnTo>
                  <a:lnTo>
                    <a:pt x="2793278" y="871368"/>
                  </a:lnTo>
                  <a:lnTo>
                    <a:pt x="2721655" y="855595"/>
                  </a:lnTo>
                  <a:lnTo>
                    <a:pt x="2650033" y="839546"/>
                  </a:lnTo>
                  <a:lnTo>
                    <a:pt x="2578410" y="823216"/>
                  </a:lnTo>
                  <a:lnTo>
                    <a:pt x="2506788" y="806601"/>
                  </a:lnTo>
                  <a:lnTo>
                    <a:pt x="2435165" y="789695"/>
                  </a:lnTo>
                  <a:lnTo>
                    <a:pt x="2363543" y="772494"/>
                  </a:lnTo>
                  <a:lnTo>
                    <a:pt x="2291920" y="754992"/>
                  </a:lnTo>
                  <a:lnTo>
                    <a:pt x="2220298" y="737184"/>
                  </a:lnTo>
                  <a:lnTo>
                    <a:pt x="2148675" y="719066"/>
                  </a:lnTo>
                  <a:lnTo>
                    <a:pt x="2077053" y="700630"/>
                  </a:lnTo>
                  <a:lnTo>
                    <a:pt x="2005430" y="681872"/>
                  </a:lnTo>
                  <a:lnTo>
                    <a:pt x="1933808" y="662786"/>
                  </a:lnTo>
                  <a:lnTo>
                    <a:pt x="1862185" y="643367"/>
                  </a:lnTo>
                  <a:lnTo>
                    <a:pt x="1790563" y="623608"/>
                  </a:lnTo>
                  <a:lnTo>
                    <a:pt x="1718940" y="603504"/>
                  </a:lnTo>
                  <a:lnTo>
                    <a:pt x="1647318" y="583049"/>
                  </a:lnTo>
                  <a:lnTo>
                    <a:pt x="1575695" y="562236"/>
                  </a:lnTo>
                  <a:lnTo>
                    <a:pt x="1504073" y="541059"/>
                  </a:lnTo>
                  <a:lnTo>
                    <a:pt x="1432450" y="519512"/>
                  </a:lnTo>
                  <a:lnTo>
                    <a:pt x="1360827" y="497589"/>
                  </a:lnTo>
                  <a:lnTo>
                    <a:pt x="1289205" y="475282"/>
                  </a:lnTo>
                  <a:lnTo>
                    <a:pt x="1217582" y="452585"/>
                  </a:lnTo>
                  <a:lnTo>
                    <a:pt x="1145960" y="429492"/>
                  </a:lnTo>
                  <a:lnTo>
                    <a:pt x="1074337" y="405995"/>
                  </a:lnTo>
                  <a:lnTo>
                    <a:pt x="1002715" y="382087"/>
                  </a:lnTo>
                  <a:lnTo>
                    <a:pt x="931092" y="357762"/>
                  </a:lnTo>
                  <a:lnTo>
                    <a:pt x="859470" y="333011"/>
                  </a:lnTo>
                  <a:lnTo>
                    <a:pt x="787847" y="307828"/>
                  </a:lnTo>
                  <a:lnTo>
                    <a:pt x="716225" y="282205"/>
                  </a:lnTo>
                  <a:lnTo>
                    <a:pt x="644602" y="256133"/>
                  </a:lnTo>
                  <a:lnTo>
                    <a:pt x="572980" y="229606"/>
                  </a:lnTo>
                  <a:lnTo>
                    <a:pt x="501357" y="202615"/>
                  </a:lnTo>
                  <a:lnTo>
                    <a:pt x="429735" y="175153"/>
                  </a:lnTo>
                  <a:lnTo>
                    <a:pt x="358112" y="147211"/>
                  </a:lnTo>
                  <a:lnTo>
                    <a:pt x="286490" y="118780"/>
                  </a:lnTo>
                  <a:lnTo>
                    <a:pt x="214867" y="89852"/>
                  </a:lnTo>
                  <a:lnTo>
                    <a:pt x="143245" y="60419"/>
                  </a:lnTo>
                  <a:lnTo>
                    <a:pt x="71622" y="3047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945798" y="2073503"/>
              <a:ext cx="6316880" cy="3407949"/>
            </a:xfrm>
            <a:custGeom>
              <a:avLst/>
              <a:pathLst>
                <a:path w="6316880" h="3407949">
                  <a:moveTo>
                    <a:pt x="0" y="0"/>
                  </a:moveTo>
                  <a:lnTo>
                    <a:pt x="14098" y="30152"/>
                  </a:lnTo>
                  <a:lnTo>
                    <a:pt x="85720" y="176828"/>
                  </a:lnTo>
                  <a:lnTo>
                    <a:pt x="157343" y="317275"/>
                  </a:lnTo>
                  <a:lnTo>
                    <a:pt x="228965" y="451757"/>
                  </a:lnTo>
                  <a:lnTo>
                    <a:pt x="300588" y="580528"/>
                  </a:lnTo>
                  <a:lnTo>
                    <a:pt x="372210" y="703829"/>
                  </a:lnTo>
                  <a:lnTo>
                    <a:pt x="443833" y="821894"/>
                  </a:lnTo>
                  <a:lnTo>
                    <a:pt x="515455" y="934945"/>
                  </a:lnTo>
                  <a:lnTo>
                    <a:pt x="587078" y="1043194"/>
                  </a:lnTo>
                  <a:lnTo>
                    <a:pt x="658700" y="1146846"/>
                  </a:lnTo>
                  <a:lnTo>
                    <a:pt x="730323" y="1246096"/>
                  </a:lnTo>
                  <a:lnTo>
                    <a:pt x="801946" y="1341130"/>
                  </a:lnTo>
                  <a:lnTo>
                    <a:pt x="873568" y="1432128"/>
                  </a:lnTo>
                  <a:lnTo>
                    <a:pt x="945191" y="1519262"/>
                  </a:lnTo>
                  <a:lnTo>
                    <a:pt x="1016813" y="1602695"/>
                  </a:lnTo>
                  <a:lnTo>
                    <a:pt x="1088436" y="1682584"/>
                  </a:lnTo>
                  <a:lnTo>
                    <a:pt x="1160058" y="1759081"/>
                  </a:lnTo>
                  <a:lnTo>
                    <a:pt x="1231681" y="1832328"/>
                  </a:lnTo>
                  <a:lnTo>
                    <a:pt x="1303303" y="1902465"/>
                  </a:lnTo>
                  <a:lnTo>
                    <a:pt x="1374926" y="1969623"/>
                  </a:lnTo>
                  <a:lnTo>
                    <a:pt x="1446548" y="2033929"/>
                  </a:lnTo>
                  <a:lnTo>
                    <a:pt x="1518171" y="2095504"/>
                  </a:lnTo>
                  <a:lnTo>
                    <a:pt x="1589793" y="2154463"/>
                  </a:lnTo>
                  <a:lnTo>
                    <a:pt x="1661416" y="2210919"/>
                  </a:lnTo>
                  <a:lnTo>
                    <a:pt x="1733038" y="2264977"/>
                  </a:lnTo>
                  <a:lnTo>
                    <a:pt x="1804661" y="2316739"/>
                  </a:lnTo>
                  <a:lnTo>
                    <a:pt x="1876283" y="2366302"/>
                  </a:lnTo>
                  <a:lnTo>
                    <a:pt x="1947906" y="2413761"/>
                  </a:lnTo>
                  <a:lnTo>
                    <a:pt x="2019528" y="2459204"/>
                  </a:lnTo>
                  <a:lnTo>
                    <a:pt x="2091151" y="2502717"/>
                  </a:lnTo>
                  <a:lnTo>
                    <a:pt x="2162774" y="2544382"/>
                  </a:lnTo>
                  <a:lnTo>
                    <a:pt x="2234396" y="2584277"/>
                  </a:lnTo>
                  <a:lnTo>
                    <a:pt x="2306019" y="2622478"/>
                  </a:lnTo>
                  <a:lnTo>
                    <a:pt x="2377641" y="2659057"/>
                  </a:lnTo>
                  <a:lnTo>
                    <a:pt x="2449264" y="2694082"/>
                  </a:lnTo>
                  <a:lnTo>
                    <a:pt x="2520886" y="2727619"/>
                  </a:lnTo>
                  <a:lnTo>
                    <a:pt x="2592509" y="2759733"/>
                  </a:lnTo>
                  <a:lnTo>
                    <a:pt x="2664131" y="2790482"/>
                  </a:lnTo>
                  <a:lnTo>
                    <a:pt x="2735754" y="2819925"/>
                  </a:lnTo>
                  <a:lnTo>
                    <a:pt x="2807376" y="2848118"/>
                  </a:lnTo>
                  <a:lnTo>
                    <a:pt x="2878999" y="2875114"/>
                  </a:lnTo>
                  <a:lnTo>
                    <a:pt x="2950621" y="2900963"/>
                  </a:lnTo>
                  <a:lnTo>
                    <a:pt x="3022244" y="2925714"/>
                  </a:lnTo>
                  <a:lnTo>
                    <a:pt x="3093866" y="2949414"/>
                  </a:lnTo>
                  <a:lnTo>
                    <a:pt x="3165489" y="2972107"/>
                  </a:lnTo>
                  <a:lnTo>
                    <a:pt x="3237111" y="2993837"/>
                  </a:lnTo>
                  <a:lnTo>
                    <a:pt x="3308734" y="3014644"/>
                  </a:lnTo>
                  <a:lnTo>
                    <a:pt x="3380356" y="3034567"/>
                  </a:lnTo>
                  <a:lnTo>
                    <a:pt x="3451979" y="3053644"/>
                  </a:lnTo>
                  <a:lnTo>
                    <a:pt x="3523602" y="3071911"/>
                  </a:lnTo>
                  <a:lnTo>
                    <a:pt x="3595224" y="3089402"/>
                  </a:lnTo>
                  <a:lnTo>
                    <a:pt x="3666847" y="3106150"/>
                  </a:lnTo>
                  <a:lnTo>
                    <a:pt x="3738469" y="3122186"/>
                  </a:lnTo>
                  <a:lnTo>
                    <a:pt x="3810092" y="3137542"/>
                  </a:lnTo>
                  <a:lnTo>
                    <a:pt x="3881714" y="3152246"/>
                  </a:lnTo>
                  <a:lnTo>
                    <a:pt x="3953337" y="3166325"/>
                  </a:lnTo>
                  <a:lnTo>
                    <a:pt x="4024959" y="3179806"/>
                  </a:lnTo>
                  <a:lnTo>
                    <a:pt x="4096582" y="3192714"/>
                  </a:lnTo>
                  <a:lnTo>
                    <a:pt x="4168204" y="3205075"/>
                  </a:lnTo>
                  <a:lnTo>
                    <a:pt x="4239827" y="3216910"/>
                  </a:lnTo>
                  <a:lnTo>
                    <a:pt x="4311449" y="3228243"/>
                  </a:lnTo>
                  <a:lnTo>
                    <a:pt x="4383072" y="3239094"/>
                  </a:lnTo>
                  <a:lnTo>
                    <a:pt x="4454694" y="3249485"/>
                  </a:lnTo>
                  <a:lnTo>
                    <a:pt x="4526317" y="3259434"/>
                  </a:lnTo>
                  <a:lnTo>
                    <a:pt x="4597939" y="3268961"/>
                  </a:lnTo>
                  <a:lnTo>
                    <a:pt x="4669562" y="3278083"/>
                  </a:lnTo>
                  <a:lnTo>
                    <a:pt x="4741184" y="3286817"/>
                  </a:lnTo>
                  <a:lnTo>
                    <a:pt x="4812807" y="3295181"/>
                  </a:lnTo>
                  <a:lnTo>
                    <a:pt x="4884430" y="3303190"/>
                  </a:lnTo>
                  <a:lnTo>
                    <a:pt x="4956052" y="3310858"/>
                  </a:lnTo>
                  <a:lnTo>
                    <a:pt x="5027675" y="3318201"/>
                  </a:lnTo>
                  <a:lnTo>
                    <a:pt x="5099297" y="3325231"/>
                  </a:lnTo>
                  <a:lnTo>
                    <a:pt x="5170920" y="3331964"/>
                  </a:lnTo>
                  <a:lnTo>
                    <a:pt x="5242542" y="3338410"/>
                  </a:lnTo>
                  <a:lnTo>
                    <a:pt x="5314165" y="3344583"/>
                  </a:lnTo>
                  <a:lnTo>
                    <a:pt x="5385787" y="3350493"/>
                  </a:lnTo>
                  <a:lnTo>
                    <a:pt x="5457410" y="3356152"/>
                  </a:lnTo>
                  <a:lnTo>
                    <a:pt x="5529032" y="3361571"/>
                  </a:lnTo>
                  <a:lnTo>
                    <a:pt x="5600655" y="3366760"/>
                  </a:lnTo>
                  <a:lnTo>
                    <a:pt x="5672277" y="3371729"/>
                  </a:lnTo>
                  <a:lnTo>
                    <a:pt x="5743900" y="3376486"/>
                  </a:lnTo>
                  <a:lnTo>
                    <a:pt x="5815522" y="3381041"/>
                  </a:lnTo>
                  <a:lnTo>
                    <a:pt x="5887145" y="3385403"/>
                  </a:lnTo>
                  <a:lnTo>
                    <a:pt x="5958767" y="3389580"/>
                  </a:lnTo>
                  <a:lnTo>
                    <a:pt x="6030390" y="3393579"/>
                  </a:lnTo>
                  <a:lnTo>
                    <a:pt x="6102012" y="3397409"/>
                  </a:lnTo>
                  <a:lnTo>
                    <a:pt x="6173635" y="3401076"/>
                  </a:lnTo>
                  <a:lnTo>
                    <a:pt x="6245258" y="3404587"/>
                  </a:lnTo>
                  <a:lnTo>
                    <a:pt x="6316880" y="340794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1.76 (1.25-2.48), p_Bonf = 0.007 (n = 6)  |  per IQR decline (Δ = 25.8 %): 4.32 (1.79-10.42)  |  IQR: [-10.6, 15.2]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2026-10-09T13:14:07Z</dcterms:modified>
  <cp:category/>
</cp:coreProperties>
</file>