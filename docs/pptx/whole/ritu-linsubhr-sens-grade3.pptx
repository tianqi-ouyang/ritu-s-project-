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09053"/>
            </a:xfrm>
            <a:custGeom>
              <a:avLst/>
              <a:pathLst>
                <a:path w="7090630" h="3409053">
                  <a:moveTo>
                    <a:pt x="874821" y="0"/>
                  </a:moveTo>
                  <a:lnTo>
                    <a:pt x="931092" y="119646"/>
                  </a:lnTo>
                  <a:lnTo>
                    <a:pt x="1002715" y="265337"/>
                  </a:lnTo>
                  <a:lnTo>
                    <a:pt x="1074337" y="404719"/>
                  </a:lnTo>
                  <a:lnTo>
                    <a:pt x="1145960" y="538065"/>
                  </a:lnTo>
                  <a:lnTo>
                    <a:pt x="1217582" y="665635"/>
                  </a:lnTo>
                  <a:lnTo>
                    <a:pt x="1289205" y="787681"/>
                  </a:lnTo>
                  <a:lnTo>
                    <a:pt x="1360827" y="904442"/>
                  </a:lnTo>
                  <a:lnTo>
                    <a:pt x="1432450" y="1016145"/>
                  </a:lnTo>
                  <a:lnTo>
                    <a:pt x="1504073" y="1123012"/>
                  </a:lnTo>
                  <a:lnTo>
                    <a:pt x="1575695" y="1225250"/>
                  </a:lnTo>
                  <a:lnTo>
                    <a:pt x="1647318" y="1323060"/>
                  </a:lnTo>
                  <a:lnTo>
                    <a:pt x="1718940" y="1416634"/>
                  </a:lnTo>
                  <a:lnTo>
                    <a:pt x="1790563" y="1506156"/>
                  </a:lnTo>
                  <a:lnTo>
                    <a:pt x="1862185" y="1591801"/>
                  </a:lnTo>
                  <a:lnTo>
                    <a:pt x="1933808" y="1673737"/>
                  </a:lnTo>
                  <a:lnTo>
                    <a:pt x="2005430" y="1752124"/>
                  </a:lnTo>
                  <a:lnTo>
                    <a:pt x="2077053" y="1827117"/>
                  </a:lnTo>
                  <a:lnTo>
                    <a:pt x="2148675" y="1898862"/>
                  </a:lnTo>
                  <a:lnTo>
                    <a:pt x="2220298" y="1967499"/>
                  </a:lnTo>
                  <a:lnTo>
                    <a:pt x="2291920" y="2033165"/>
                  </a:lnTo>
                  <a:lnTo>
                    <a:pt x="2363543" y="2095986"/>
                  </a:lnTo>
                  <a:lnTo>
                    <a:pt x="2435165" y="2156087"/>
                  </a:lnTo>
                  <a:lnTo>
                    <a:pt x="2506788" y="2213585"/>
                  </a:lnTo>
                  <a:lnTo>
                    <a:pt x="2578410" y="2268592"/>
                  </a:lnTo>
                  <a:lnTo>
                    <a:pt x="2650033" y="2321218"/>
                  </a:lnTo>
                  <a:lnTo>
                    <a:pt x="2721655" y="2371564"/>
                  </a:lnTo>
                  <a:lnTo>
                    <a:pt x="2793278" y="2419730"/>
                  </a:lnTo>
                  <a:lnTo>
                    <a:pt x="2864901" y="2465810"/>
                  </a:lnTo>
                  <a:lnTo>
                    <a:pt x="2936523" y="2509895"/>
                  </a:lnTo>
                  <a:lnTo>
                    <a:pt x="3008146" y="2552070"/>
                  </a:lnTo>
                  <a:lnTo>
                    <a:pt x="3079768" y="2592419"/>
                  </a:lnTo>
                  <a:lnTo>
                    <a:pt x="3151391" y="2631020"/>
                  </a:lnTo>
                  <a:lnTo>
                    <a:pt x="3223013" y="2657014"/>
                  </a:lnTo>
                  <a:lnTo>
                    <a:pt x="3294636" y="2664247"/>
                  </a:lnTo>
                  <a:lnTo>
                    <a:pt x="3366258" y="2671416"/>
                  </a:lnTo>
                  <a:lnTo>
                    <a:pt x="3437881" y="2678523"/>
                  </a:lnTo>
                  <a:lnTo>
                    <a:pt x="3509503" y="2685568"/>
                  </a:lnTo>
                  <a:lnTo>
                    <a:pt x="3581126" y="2692551"/>
                  </a:lnTo>
                  <a:lnTo>
                    <a:pt x="3652748" y="2699473"/>
                  </a:lnTo>
                  <a:lnTo>
                    <a:pt x="3724371" y="2706335"/>
                  </a:lnTo>
                  <a:lnTo>
                    <a:pt x="3795993" y="2713136"/>
                  </a:lnTo>
                  <a:lnTo>
                    <a:pt x="3867616" y="2719878"/>
                  </a:lnTo>
                  <a:lnTo>
                    <a:pt x="3939238" y="2726561"/>
                  </a:lnTo>
                  <a:lnTo>
                    <a:pt x="4010861" y="2733186"/>
                  </a:lnTo>
                  <a:lnTo>
                    <a:pt x="4082483" y="2739752"/>
                  </a:lnTo>
                  <a:lnTo>
                    <a:pt x="4154106" y="2746261"/>
                  </a:lnTo>
                  <a:lnTo>
                    <a:pt x="4225729" y="2752714"/>
                  </a:lnTo>
                  <a:lnTo>
                    <a:pt x="4297351" y="2759109"/>
                  </a:lnTo>
                  <a:lnTo>
                    <a:pt x="4368974" y="2765449"/>
                  </a:lnTo>
                  <a:lnTo>
                    <a:pt x="4440596" y="2771733"/>
                  </a:lnTo>
                  <a:lnTo>
                    <a:pt x="4512219" y="2777963"/>
                  </a:lnTo>
                  <a:lnTo>
                    <a:pt x="4583841" y="2784138"/>
                  </a:lnTo>
                  <a:lnTo>
                    <a:pt x="4655464" y="2790258"/>
                  </a:lnTo>
                  <a:lnTo>
                    <a:pt x="4727086" y="2796326"/>
                  </a:lnTo>
                  <a:lnTo>
                    <a:pt x="4798709" y="2802340"/>
                  </a:lnTo>
                  <a:lnTo>
                    <a:pt x="4870331" y="2808301"/>
                  </a:lnTo>
                  <a:lnTo>
                    <a:pt x="4941954" y="2814211"/>
                  </a:lnTo>
                  <a:lnTo>
                    <a:pt x="5013576" y="2820068"/>
                  </a:lnTo>
                  <a:lnTo>
                    <a:pt x="5085199" y="2825875"/>
                  </a:lnTo>
                  <a:lnTo>
                    <a:pt x="5156821" y="2831630"/>
                  </a:lnTo>
                  <a:lnTo>
                    <a:pt x="5228444" y="2837336"/>
                  </a:lnTo>
                  <a:lnTo>
                    <a:pt x="5300066" y="2842991"/>
                  </a:lnTo>
                  <a:lnTo>
                    <a:pt x="5371689" y="2848597"/>
                  </a:lnTo>
                  <a:lnTo>
                    <a:pt x="5443311" y="2854154"/>
                  </a:lnTo>
                  <a:lnTo>
                    <a:pt x="5514934" y="2859662"/>
                  </a:lnTo>
                  <a:lnTo>
                    <a:pt x="5586557" y="2865122"/>
                  </a:lnTo>
                  <a:lnTo>
                    <a:pt x="5658179" y="2870534"/>
                  </a:lnTo>
                  <a:lnTo>
                    <a:pt x="5729802" y="2875899"/>
                  </a:lnTo>
                  <a:lnTo>
                    <a:pt x="5801424" y="2881217"/>
                  </a:lnTo>
                  <a:lnTo>
                    <a:pt x="5873047" y="2886489"/>
                  </a:lnTo>
                  <a:lnTo>
                    <a:pt x="5944669" y="2891714"/>
                  </a:lnTo>
                  <a:lnTo>
                    <a:pt x="6016292" y="2896894"/>
                  </a:lnTo>
                  <a:lnTo>
                    <a:pt x="6087914" y="2902028"/>
                  </a:lnTo>
                  <a:lnTo>
                    <a:pt x="6159537" y="2907117"/>
                  </a:lnTo>
                  <a:lnTo>
                    <a:pt x="6231159" y="2912162"/>
                  </a:lnTo>
                  <a:lnTo>
                    <a:pt x="6302782" y="2917163"/>
                  </a:lnTo>
                  <a:lnTo>
                    <a:pt x="6374404" y="2922120"/>
                  </a:lnTo>
                  <a:lnTo>
                    <a:pt x="6446027" y="2927034"/>
                  </a:lnTo>
                  <a:lnTo>
                    <a:pt x="6517649" y="2931904"/>
                  </a:lnTo>
                  <a:lnTo>
                    <a:pt x="6589272" y="2936732"/>
                  </a:lnTo>
                  <a:lnTo>
                    <a:pt x="6660894" y="2941518"/>
                  </a:lnTo>
                  <a:lnTo>
                    <a:pt x="6732517" y="2946262"/>
                  </a:lnTo>
                  <a:lnTo>
                    <a:pt x="6804139" y="2950964"/>
                  </a:lnTo>
                  <a:lnTo>
                    <a:pt x="6875762" y="2955625"/>
                  </a:lnTo>
                  <a:lnTo>
                    <a:pt x="6947385" y="2960246"/>
                  </a:lnTo>
                  <a:lnTo>
                    <a:pt x="7019007" y="2964826"/>
                  </a:lnTo>
                  <a:lnTo>
                    <a:pt x="7090630" y="2969366"/>
                  </a:lnTo>
                  <a:lnTo>
                    <a:pt x="7090630" y="3409053"/>
                  </a:lnTo>
                  <a:lnTo>
                    <a:pt x="7019007" y="3405671"/>
                  </a:lnTo>
                  <a:lnTo>
                    <a:pt x="6947385" y="3402137"/>
                  </a:lnTo>
                  <a:lnTo>
                    <a:pt x="6875762" y="3398443"/>
                  </a:lnTo>
                  <a:lnTo>
                    <a:pt x="6804139" y="3394581"/>
                  </a:lnTo>
                  <a:lnTo>
                    <a:pt x="6732517" y="3390545"/>
                  </a:lnTo>
                  <a:lnTo>
                    <a:pt x="6660894" y="3386326"/>
                  </a:lnTo>
                  <a:lnTo>
                    <a:pt x="6589272" y="3381916"/>
                  </a:lnTo>
                  <a:lnTo>
                    <a:pt x="6517649" y="3377306"/>
                  </a:lnTo>
                  <a:lnTo>
                    <a:pt x="6446027" y="3372488"/>
                  </a:lnTo>
                  <a:lnTo>
                    <a:pt x="6374404" y="3367451"/>
                  </a:lnTo>
                  <a:lnTo>
                    <a:pt x="6302782" y="3362187"/>
                  </a:lnTo>
                  <a:lnTo>
                    <a:pt x="6231159" y="3356684"/>
                  </a:lnTo>
                  <a:lnTo>
                    <a:pt x="6159537" y="3350932"/>
                  </a:lnTo>
                  <a:lnTo>
                    <a:pt x="6087914" y="3344920"/>
                  </a:lnTo>
                  <a:lnTo>
                    <a:pt x="6016292" y="3338635"/>
                  </a:lnTo>
                  <a:lnTo>
                    <a:pt x="5944669" y="3332066"/>
                  </a:lnTo>
                  <a:lnTo>
                    <a:pt x="5873047" y="3325200"/>
                  </a:lnTo>
                  <a:lnTo>
                    <a:pt x="5801424" y="3318023"/>
                  </a:lnTo>
                  <a:lnTo>
                    <a:pt x="5729802" y="3310521"/>
                  </a:lnTo>
                  <a:lnTo>
                    <a:pt x="5658179" y="3302679"/>
                  </a:lnTo>
                  <a:lnTo>
                    <a:pt x="5586557" y="3294483"/>
                  </a:lnTo>
                  <a:lnTo>
                    <a:pt x="5514934" y="3285915"/>
                  </a:lnTo>
                  <a:lnTo>
                    <a:pt x="5443311" y="3276960"/>
                  </a:lnTo>
                  <a:lnTo>
                    <a:pt x="5371689" y="3267599"/>
                  </a:lnTo>
                  <a:lnTo>
                    <a:pt x="5300066" y="3257814"/>
                  </a:lnTo>
                  <a:lnTo>
                    <a:pt x="5228444" y="3247587"/>
                  </a:lnTo>
                  <a:lnTo>
                    <a:pt x="5156821" y="3236896"/>
                  </a:lnTo>
                  <a:lnTo>
                    <a:pt x="5085199" y="3225722"/>
                  </a:lnTo>
                  <a:lnTo>
                    <a:pt x="5013576" y="3214042"/>
                  </a:lnTo>
                  <a:lnTo>
                    <a:pt x="4941954" y="3201833"/>
                  </a:lnTo>
                  <a:lnTo>
                    <a:pt x="4870331" y="3189071"/>
                  </a:lnTo>
                  <a:lnTo>
                    <a:pt x="4798709" y="3175731"/>
                  </a:lnTo>
                  <a:lnTo>
                    <a:pt x="4727086" y="3161788"/>
                  </a:lnTo>
                  <a:lnTo>
                    <a:pt x="4655464" y="3147214"/>
                  </a:lnTo>
                  <a:lnTo>
                    <a:pt x="4583841" y="3131979"/>
                  </a:lnTo>
                  <a:lnTo>
                    <a:pt x="4512219" y="3116056"/>
                  </a:lnTo>
                  <a:lnTo>
                    <a:pt x="4440596" y="3099411"/>
                  </a:lnTo>
                  <a:lnTo>
                    <a:pt x="4368974" y="3082013"/>
                  </a:lnTo>
                  <a:lnTo>
                    <a:pt x="4297351" y="3063827"/>
                  </a:lnTo>
                  <a:lnTo>
                    <a:pt x="4225729" y="3044818"/>
                  </a:lnTo>
                  <a:lnTo>
                    <a:pt x="4154106" y="3024949"/>
                  </a:lnTo>
                  <a:lnTo>
                    <a:pt x="4082483" y="3004180"/>
                  </a:lnTo>
                  <a:lnTo>
                    <a:pt x="4010861" y="2982470"/>
                  </a:lnTo>
                  <a:lnTo>
                    <a:pt x="3939238" y="2959779"/>
                  </a:lnTo>
                  <a:lnTo>
                    <a:pt x="3867616" y="2936060"/>
                  </a:lnTo>
                  <a:lnTo>
                    <a:pt x="3795993" y="2911267"/>
                  </a:lnTo>
                  <a:lnTo>
                    <a:pt x="3724371" y="2885352"/>
                  </a:lnTo>
                  <a:lnTo>
                    <a:pt x="3652748" y="2858263"/>
                  </a:lnTo>
                  <a:lnTo>
                    <a:pt x="3581126" y="2829949"/>
                  </a:lnTo>
                  <a:lnTo>
                    <a:pt x="3509503" y="2800353"/>
                  </a:lnTo>
                  <a:lnTo>
                    <a:pt x="3437881" y="2769417"/>
                  </a:lnTo>
                  <a:lnTo>
                    <a:pt x="3366258" y="2737080"/>
                  </a:lnTo>
                  <a:lnTo>
                    <a:pt x="3294636" y="2703280"/>
                  </a:lnTo>
                  <a:lnTo>
                    <a:pt x="3223013" y="2667950"/>
                  </a:lnTo>
                  <a:lnTo>
                    <a:pt x="3151391" y="2649717"/>
                  </a:lnTo>
                  <a:lnTo>
                    <a:pt x="3079768" y="2642356"/>
                  </a:lnTo>
                  <a:lnTo>
                    <a:pt x="3008146" y="2634929"/>
                  </a:lnTo>
                  <a:lnTo>
                    <a:pt x="2936523" y="2627438"/>
                  </a:lnTo>
                  <a:lnTo>
                    <a:pt x="2864901" y="2619880"/>
                  </a:lnTo>
                  <a:lnTo>
                    <a:pt x="2793278" y="2612255"/>
                  </a:lnTo>
                  <a:lnTo>
                    <a:pt x="2721655" y="2604563"/>
                  </a:lnTo>
                  <a:lnTo>
                    <a:pt x="2650033" y="2596804"/>
                  </a:lnTo>
                  <a:lnTo>
                    <a:pt x="2578410" y="2588975"/>
                  </a:lnTo>
                  <a:lnTo>
                    <a:pt x="2506788" y="2581078"/>
                  </a:lnTo>
                  <a:lnTo>
                    <a:pt x="2435165" y="2573111"/>
                  </a:lnTo>
                  <a:lnTo>
                    <a:pt x="2363543" y="2565074"/>
                  </a:lnTo>
                  <a:lnTo>
                    <a:pt x="2291920" y="2556965"/>
                  </a:lnTo>
                  <a:lnTo>
                    <a:pt x="2220298" y="2548785"/>
                  </a:lnTo>
                  <a:lnTo>
                    <a:pt x="2148675" y="2540533"/>
                  </a:lnTo>
                  <a:lnTo>
                    <a:pt x="2077053" y="2532208"/>
                  </a:lnTo>
                  <a:lnTo>
                    <a:pt x="2005430" y="2523810"/>
                  </a:lnTo>
                  <a:lnTo>
                    <a:pt x="1933808" y="2515338"/>
                  </a:lnTo>
                  <a:lnTo>
                    <a:pt x="1862185" y="2506790"/>
                  </a:lnTo>
                  <a:lnTo>
                    <a:pt x="1790563" y="2498168"/>
                  </a:lnTo>
                  <a:lnTo>
                    <a:pt x="1718940" y="2489469"/>
                  </a:lnTo>
                  <a:lnTo>
                    <a:pt x="1647318" y="2480693"/>
                  </a:lnTo>
                  <a:lnTo>
                    <a:pt x="1575695" y="2471840"/>
                  </a:lnTo>
                  <a:lnTo>
                    <a:pt x="1504073" y="2462909"/>
                  </a:lnTo>
                  <a:lnTo>
                    <a:pt x="1432450" y="2453899"/>
                  </a:lnTo>
                  <a:lnTo>
                    <a:pt x="1360827" y="2444809"/>
                  </a:lnTo>
                  <a:lnTo>
                    <a:pt x="1289205" y="2435640"/>
                  </a:lnTo>
                  <a:lnTo>
                    <a:pt x="1217582" y="2426389"/>
                  </a:lnTo>
                  <a:lnTo>
                    <a:pt x="1145960" y="2417057"/>
                  </a:lnTo>
                  <a:lnTo>
                    <a:pt x="1074337" y="2407642"/>
                  </a:lnTo>
                  <a:lnTo>
                    <a:pt x="1002715" y="2398144"/>
                  </a:lnTo>
                  <a:lnTo>
                    <a:pt x="931092" y="2388562"/>
                  </a:lnTo>
                  <a:lnTo>
                    <a:pt x="859470" y="2378896"/>
                  </a:lnTo>
                  <a:lnTo>
                    <a:pt x="787847" y="2369145"/>
                  </a:lnTo>
                  <a:lnTo>
                    <a:pt x="716225" y="2359307"/>
                  </a:lnTo>
                  <a:lnTo>
                    <a:pt x="644602" y="2349383"/>
                  </a:lnTo>
                  <a:lnTo>
                    <a:pt x="572980" y="2339371"/>
                  </a:lnTo>
                  <a:lnTo>
                    <a:pt x="501357" y="2329270"/>
                  </a:lnTo>
                  <a:lnTo>
                    <a:pt x="429735" y="2319081"/>
                  </a:lnTo>
                  <a:lnTo>
                    <a:pt x="358112" y="2308801"/>
                  </a:lnTo>
                  <a:lnTo>
                    <a:pt x="286490" y="2298431"/>
                  </a:lnTo>
                  <a:lnTo>
                    <a:pt x="214867" y="2287969"/>
                  </a:lnTo>
                  <a:lnTo>
                    <a:pt x="143245" y="2277415"/>
                  </a:lnTo>
                  <a:lnTo>
                    <a:pt x="71622" y="2266768"/>
                  </a:lnTo>
                  <a:lnTo>
                    <a:pt x="0" y="22560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46870" y="2073503"/>
              <a:ext cx="6215808" cy="2969366"/>
            </a:xfrm>
            <a:custGeom>
              <a:avLst/>
              <a:pathLst>
                <a:path w="6215808" h="2969366">
                  <a:moveTo>
                    <a:pt x="0" y="0"/>
                  </a:moveTo>
                  <a:lnTo>
                    <a:pt x="56271" y="119646"/>
                  </a:lnTo>
                  <a:lnTo>
                    <a:pt x="127893" y="265337"/>
                  </a:lnTo>
                  <a:lnTo>
                    <a:pt x="199516" y="404719"/>
                  </a:lnTo>
                  <a:lnTo>
                    <a:pt x="271138" y="538065"/>
                  </a:lnTo>
                  <a:lnTo>
                    <a:pt x="342761" y="665635"/>
                  </a:lnTo>
                  <a:lnTo>
                    <a:pt x="414383" y="787681"/>
                  </a:lnTo>
                  <a:lnTo>
                    <a:pt x="486006" y="904442"/>
                  </a:lnTo>
                  <a:lnTo>
                    <a:pt x="557628" y="1016145"/>
                  </a:lnTo>
                  <a:lnTo>
                    <a:pt x="629251" y="1123012"/>
                  </a:lnTo>
                  <a:lnTo>
                    <a:pt x="700873" y="1225250"/>
                  </a:lnTo>
                  <a:lnTo>
                    <a:pt x="772496" y="1323060"/>
                  </a:lnTo>
                  <a:lnTo>
                    <a:pt x="844119" y="1416634"/>
                  </a:lnTo>
                  <a:lnTo>
                    <a:pt x="915741" y="1506156"/>
                  </a:lnTo>
                  <a:lnTo>
                    <a:pt x="987364" y="1591801"/>
                  </a:lnTo>
                  <a:lnTo>
                    <a:pt x="1058986" y="1673737"/>
                  </a:lnTo>
                  <a:lnTo>
                    <a:pt x="1130609" y="1752124"/>
                  </a:lnTo>
                  <a:lnTo>
                    <a:pt x="1202231" y="1827117"/>
                  </a:lnTo>
                  <a:lnTo>
                    <a:pt x="1273854" y="1898862"/>
                  </a:lnTo>
                  <a:lnTo>
                    <a:pt x="1345476" y="1967499"/>
                  </a:lnTo>
                  <a:lnTo>
                    <a:pt x="1417099" y="2033165"/>
                  </a:lnTo>
                  <a:lnTo>
                    <a:pt x="1488721" y="2095986"/>
                  </a:lnTo>
                  <a:lnTo>
                    <a:pt x="1560344" y="2156087"/>
                  </a:lnTo>
                  <a:lnTo>
                    <a:pt x="1631966" y="2213585"/>
                  </a:lnTo>
                  <a:lnTo>
                    <a:pt x="1703589" y="2268592"/>
                  </a:lnTo>
                  <a:lnTo>
                    <a:pt x="1775211" y="2321218"/>
                  </a:lnTo>
                  <a:lnTo>
                    <a:pt x="1846834" y="2371564"/>
                  </a:lnTo>
                  <a:lnTo>
                    <a:pt x="1918456" y="2419730"/>
                  </a:lnTo>
                  <a:lnTo>
                    <a:pt x="1990079" y="2465810"/>
                  </a:lnTo>
                  <a:lnTo>
                    <a:pt x="2061701" y="2509895"/>
                  </a:lnTo>
                  <a:lnTo>
                    <a:pt x="2133324" y="2552070"/>
                  </a:lnTo>
                  <a:lnTo>
                    <a:pt x="2204947" y="2592419"/>
                  </a:lnTo>
                  <a:lnTo>
                    <a:pt x="2276569" y="2631020"/>
                  </a:lnTo>
                  <a:lnTo>
                    <a:pt x="2348192" y="2657014"/>
                  </a:lnTo>
                  <a:lnTo>
                    <a:pt x="2419814" y="2664247"/>
                  </a:lnTo>
                  <a:lnTo>
                    <a:pt x="2491437" y="2671416"/>
                  </a:lnTo>
                  <a:lnTo>
                    <a:pt x="2563059" y="2678523"/>
                  </a:lnTo>
                  <a:lnTo>
                    <a:pt x="2634682" y="2685568"/>
                  </a:lnTo>
                  <a:lnTo>
                    <a:pt x="2706304" y="2692551"/>
                  </a:lnTo>
                  <a:lnTo>
                    <a:pt x="2777927" y="2699473"/>
                  </a:lnTo>
                  <a:lnTo>
                    <a:pt x="2849549" y="2706335"/>
                  </a:lnTo>
                  <a:lnTo>
                    <a:pt x="2921172" y="2713136"/>
                  </a:lnTo>
                  <a:lnTo>
                    <a:pt x="2992794" y="2719878"/>
                  </a:lnTo>
                  <a:lnTo>
                    <a:pt x="3064417" y="2726561"/>
                  </a:lnTo>
                  <a:lnTo>
                    <a:pt x="3136039" y="2733186"/>
                  </a:lnTo>
                  <a:lnTo>
                    <a:pt x="3207662" y="2739752"/>
                  </a:lnTo>
                  <a:lnTo>
                    <a:pt x="3279284" y="2746261"/>
                  </a:lnTo>
                  <a:lnTo>
                    <a:pt x="3350907" y="2752714"/>
                  </a:lnTo>
                  <a:lnTo>
                    <a:pt x="3422529" y="2759109"/>
                  </a:lnTo>
                  <a:lnTo>
                    <a:pt x="3494152" y="2765449"/>
                  </a:lnTo>
                  <a:lnTo>
                    <a:pt x="3565774" y="2771733"/>
                  </a:lnTo>
                  <a:lnTo>
                    <a:pt x="3637397" y="2777963"/>
                  </a:lnTo>
                  <a:lnTo>
                    <a:pt x="3709020" y="2784138"/>
                  </a:lnTo>
                  <a:lnTo>
                    <a:pt x="3780642" y="2790258"/>
                  </a:lnTo>
                  <a:lnTo>
                    <a:pt x="3852265" y="2796326"/>
                  </a:lnTo>
                  <a:lnTo>
                    <a:pt x="3923887" y="2802340"/>
                  </a:lnTo>
                  <a:lnTo>
                    <a:pt x="3995510" y="2808301"/>
                  </a:lnTo>
                  <a:lnTo>
                    <a:pt x="4067132" y="2814211"/>
                  </a:lnTo>
                  <a:lnTo>
                    <a:pt x="4138755" y="2820068"/>
                  </a:lnTo>
                  <a:lnTo>
                    <a:pt x="4210377" y="2825875"/>
                  </a:lnTo>
                  <a:lnTo>
                    <a:pt x="4282000" y="2831630"/>
                  </a:lnTo>
                  <a:lnTo>
                    <a:pt x="4353622" y="2837336"/>
                  </a:lnTo>
                  <a:lnTo>
                    <a:pt x="4425245" y="2842991"/>
                  </a:lnTo>
                  <a:lnTo>
                    <a:pt x="4496867" y="2848597"/>
                  </a:lnTo>
                  <a:lnTo>
                    <a:pt x="4568490" y="2854154"/>
                  </a:lnTo>
                  <a:lnTo>
                    <a:pt x="4640112" y="2859662"/>
                  </a:lnTo>
                  <a:lnTo>
                    <a:pt x="4711735" y="2865122"/>
                  </a:lnTo>
                  <a:lnTo>
                    <a:pt x="4783357" y="2870534"/>
                  </a:lnTo>
                  <a:lnTo>
                    <a:pt x="4854980" y="2875899"/>
                  </a:lnTo>
                  <a:lnTo>
                    <a:pt x="4926602" y="2881217"/>
                  </a:lnTo>
                  <a:lnTo>
                    <a:pt x="4998225" y="2886489"/>
                  </a:lnTo>
                  <a:lnTo>
                    <a:pt x="5069848" y="2891714"/>
                  </a:lnTo>
                  <a:lnTo>
                    <a:pt x="5141470" y="2896894"/>
                  </a:lnTo>
                  <a:lnTo>
                    <a:pt x="5213093" y="2902028"/>
                  </a:lnTo>
                  <a:lnTo>
                    <a:pt x="5284715" y="2907117"/>
                  </a:lnTo>
                  <a:lnTo>
                    <a:pt x="5356338" y="2912162"/>
                  </a:lnTo>
                  <a:lnTo>
                    <a:pt x="5427960" y="2917163"/>
                  </a:lnTo>
                  <a:lnTo>
                    <a:pt x="5499583" y="2922120"/>
                  </a:lnTo>
                  <a:lnTo>
                    <a:pt x="5571205" y="2927034"/>
                  </a:lnTo>
                  <a:lnTo>
                    <a:pt x="5642828" y="2931904"/>
                  </a:lnTo>
                  <a:lnTo>
                    <a:pt x="5714450" y="2936732"/>
                  </a:lnTo>
                  <a:lnTo>
                    <a:pt x="5786073" y="2941518"/>
                  </a:lnTo>
                  <a:lnTo>
                    <a:pt x="5857695" y="2946262"/>
                  </a:lnTo>
                  <a:lnTo>
                    <a:pt x="5929318" y="2950964"/>
                  </a:lnTo>
                  <a:lnTo>
                    <a:pt x="6000940" y="2955625"/>
                  </a:lnTo>
                  <a:lnTo>
                    <a:pt x="6072563" y="2960246"/>
                  </a:lnTo>
                  <a:lnTo>
                    <a:pt x="6144185" y="2964826"/>
                  </a:lnTo>
                  <a:lnTo>
                    <a:pt x="6215808" y="29693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29530"/>
              <a:ext cx="7090630" cy="1153025"/>
            </a:xfrm>
            <a:custGeom>
              <a:avLst/>
              <a:pathLst>
                <a:path w="7090630" h="1153025">
                  <a:moveTo>
                    <a:pt x="7090630" y="1153025"/>
                  </a:moveTo>
                  <a:lnTo>
                    <a:pt x="7019007" y="1149644"/>
                  </a:lnTo>
                  <a:lnTo>
                    <a:pt x="6947385" y="1146109"/>
                  </a:lnTo>
                  <a:lnTo>
                    <a:pt x="6875762" y="1142415"/>
                  </a:lnTo>
                  <a:lnTo>
                    <a:pt x="6804139" y="1138554"/>
                  </a:lnTo>
                  <a:lnTo>
                    <a:pt x="6732517" y="1134517"/>
                  </a:lnTo>
                  <a:lnTo>
                    <a:pt x="6660894" y="1130298"/>
                  </a:lnTo>
                  <a:lnTo>
                    <a:pt x="6589272" y="1125888"/>
                  </a:lnTo>
                  <a:lnTo>
                    <a:pt x="6517649" y="1121278"/>
                  </a:lnTo>
                  <a:lnTo>
                    <a:pt x="6446027" y="1116460"/>
                  </a:lnTo>
                  <a:lnTo>
                    <a:pt x="6374404" y="1111424"/>
                  </a:lnTo>
                  <a:lnTo>
                    <a:pt x="6302782" y="1106159"/>
                  </a:lnTo>
                  <a:lnTo>
                    <a:pt x="6231159" y="1100656"/>
                  </a:lnTo>
                  <a:lnTo>
                    <a:pt x="6159537" y="1094904"/>
                  </a:lnTo>
                  <a:lnTo>
                    <a:pt x="6087914" y="1088892"/>
                  </a:lnTo>
                  <a:lnTo>
                    <a:pt x="6016292" y="1082608"/>
                  </a:lnTo>
                  <a:lnTo>
                    <a:pt x="5944669" y="1076039"/>
                  </a:lnTo>
                  <a:lnTo>
                    <a:pt x="5873047" y="1069173"/>
                  </a:lnTo>
                  <a:lnTo>
                    <a:pt x="5801424" y="1061995"/>
                  </a:lnTo>
                  <a:lnTo>
                    <a:pt x="5729802" y="1054493"/>
                  </a:lnTo>
                  <a:lnTo>
                    <a:pt x="5658179" y="1046652"/>
                  </a:lnTo>
                  <a:lnTo>
                    <a:pt x="5586557" y="1038455"/>
                  </a:lnTo>
                  <a:lnTo>
                    <a:pt x="5514934" y="1029888"/>
                  </a:lnTo>
                  <a:lnTo>
                    <a:pt x="5443311" y="1020932"/>
                  </a:lnTo>
                  <a:lnTo>
                    <a:pt x="5371689" y="1011571"/>
                  </a:lnTo>
                  <a:lnTo>
                    <a:pt x="5300066" y="1001787"/>
                  </a:lnTo>
                  <a:lnTo>
                    <a:pt x="5228444" y="991559"/>
                  </a:lnTo>
                  <a:lnTo>
                    <a:pt x="5156821" y="980869"/>
                  </a:lnTo>
                  <a:lnTo>
                    <a:pt x="5085199" y="969694"/>
                  </a:lnTo>
                  <a:lnTo>
                    <a:pt x="5013576" y="958014"/>
                  </a:lnTo>
                  <a:lnTo>
                    <a:pt x="4941954" y="945805"/>
                  </a:lnTo>
                  <a:lnTo>
                    <a:pt x="4870331" y="933043"/>
                  </a:lnTo>
                  <a:lnTo>
                    <a:pt x="4798709" y="919704"/>
                  </a:lnTo>
                  <a:lnTo>
                    <a:pt x="4727086" y="905761"/>
                  </a:lnTo>
                  <a:lnTo>
                    <a:pt x="4655464" y="891186"/>
                  </a:lnTo>
                  <a:lnTo>
                    <a:pt x="4583841" y="875952"/>
                  </a:lnTo>
                  <a:lnTo>
                    <a:pt x="4512219" y="860028"/>
                  </a:lnTo>
                  <a:lnTo>
                    <a:pt x="4440596" y="843383"/>
                  </a:lnTo>
                  <a:lnTo>
                    <a:pt x="4368974" y="825985"/>
                  </a:lnTo>
                  <a:lnTo>
                    <a:pt x="4297351" y="807799"/>
                  </a:lnTo>
                  <a:lnTo>
                    <a:pt x="4225729" y="788790"/>
                  </a:lnTo>
                  <a:lnTo>
                    <a:pt x="4154106" y="768921"/>
                  </a:lnTo>
                  <a:lnTo>
                    <a:pt x="4082483" y="748152"/>
                  </a:lnTo>
                  <a:lnTo>
                    <a:pt x="4010861" y="726443"/>
                  </a:lnTo>
                  <a:lnTo>
                    <a:pt x="3939238" y="703751"/>
                  </a:lnTo>
                  <a:lnTo>
                    <a:pt x="3867616" y="680032"/>
                  </a:lnTo>
                  <a:lnTo>
                    <a:pt x="3795993" y="655239"/>
                  </a:lnTo>
                  <a:lnTo>
                    <a:pt x="3724371" y="629324"/>
                  </a:lnTo>
                  <a:lnTo>
                    <a:pt x="3652748" y="602236"/>
                  </a:lnTo>
                  <a:lnTo>
                    <a:pt x="3581126" y="573921"/>
                  </a:lnTo>
                  <a:lnTo>
                    <a:pt x="3509503" y="544325"/>
                  </a:lnTo>
                  <a:lnTo>
                    <a:pt x="3437881" y="513389"/>
                  </a:lnTo>
                  <a:lnTo>
                    <a:pt x="3366258" y="481053"/>
                  </a:lnTo>
                  <a:lnTo>
                    <a:pt x="3294636" y="447253"/>
                  </a:lnTo>
                  <a:lnTo>
                    <a:pt x="3223013" y="411922"/>
                  </a:lnTo>
                  <a:lnTo>
                    <a:pt x="3151391" y="393689"/>
                  </a:lnTo>
                  <a:lnTo>
                    <a:pt x="3079768" y="386328"/>
                  </a:lnTo>
                  <a:lnTo>
                    <a:pt x="3008146" y="378902"/>
                  </a:lnTo>
                  <a:lnTo>
                    <a:pt x="2936523" y="371410"/>
                  </a:lnTo>
                  <a:lnTo>
                    <a:pt x="2864901" y="363852"/>
                  </a:lnTo>
                  <a:lnTo>
                    <a:pt x="2793278" y="356228"/>
                  </a:lnTo>
                  <a:lnTo>
                    <a:pt x="2721655" y="348536"/>
                  </a:lnTo>
                  <a:lnTo>
                    <a:pt x="2650033" y="340776"/>
                  </a:lnTo>
                  <a:lnTo>
                    <a:pt x="2578410" y="332948"/>
                  </a:lnTo>
                  <a:lnTo>
                    <a:pt x="2506788" y="325050"/>
                  </a:lnTo>
                  <a:lnTo>
                    <a:pt x="2435165" y="317083"/>
                  </a:lnTo>
                  <a:lnTo>
                    <a:pt x="2363543" y="309046"/>
                  </a:lnTo>
                  <a:lnTo>
                    <a:pt x="2291920" y="300938"/>
                  </a:lnTo>
                  <a:lnTo>
                    <a:pt x="2220298" y="292758"/>
                  </a:lnTo>
                  <a:lnTo>
                    <a:pt x="2148675" y="284506"/>
                  </a:lnTo>
                  <a:lnTo>
                    <a:pt x="2077053" y="276181"/>
                  </a:lnTo>
                  <a:lnTo>
                    <a:pt x="2005430" y="267782"/>
                  </a:lnTo>
                  <a:lnTo>
                    <a:pt x="1933808" y="259310"/>
                  </a:lnTo>
                  <a:lnTo>
                    <a:pt x="1862185" y="250763"/>
                  </a:lnTo>
                  <a:lnTo>
                    <a:pt x="1790563" y="242140"/>
                  </a:lnTo>
                  <a:lnTo>
                    <a:pt x="1718940" y="233441"/>
                  </a:lnTo>
                  <a:lnTo>
                    <a:pt x="1647318" y="224666"/>
                  </a:lnTo>
                  <a:lnTo>
                    <a:pt x="1575695" y="215813"/>
                  </a:lnTo>
                  <a:lnTo>
                    <a:pt x="1504073" y="206881"/>
                  </a:lnTo>
                  <a:lnTo>
                    <a:pt x="1432450" y="197871"/>
                  </a:lnTo>
                  <a:lnTo>
                    <a:pt x="1360827" y="188782"/>
                  </a:lnTo>
                  <a:lnTo>
                    <a:pt x="1289205" y="179612"/>
                  </a:lnTo>
                  <a:lnTo>
                    <a:pt x="1217582" y="170361"/>
                  </a:lnTo>
                  <a:lnTo>
                    <a:pt x="1145960" y="161029"/>
                  </a:lnTo>
                  <a:lnTo>
                    <a:pt x="1074337" y="151614"/>
                  </a:lnTo>
                  <a:lnTo>
                    <a:pt x="1002715" y="142117"/>
                  </a:lnTo>
                  <a:lnTo>
                    <a:pt x="931092" y="132535"/>
                  </a:lnTo>
                  <a:lnTo>
                    <a:pt x="859470" y="122869"/>
                  </a:lnTo>
                  <a:lnTo>
                    <a:pt x="787847" y="113117"/>
                  </a:lnTo>
                  <a:lnTo>
                    <a:pt x="716225" y="103280"/>
                  </a:lnTo>
                  <a:lnTo>
                    <a:pt x="644602" y="93355"/>
                  </a:lnTo>
                  <a:lnTo>
                    <a:pt x="572980" y="83343"/>
                  </a:lnTo>
                  <a:lnTo>
                    <a:pt x="501357" y="73243"/>
                  </a:lnTo>
                  <a:lnTo>
                    <a:pt x="429735" y="63053"/>
                  </a:lnTo>
                  <a:lnTo>
                    <a:pt x="358112" y="52774"/>
                  </a:lnTo>
                  <a:lnTo>
                    <a:pt x="286490" y="42404"/>
                  </a:lnTo>
                  <a:lnTo>
                    <a:pt x="214867" y="31942"/>
                  </a:lnTo>
                  <a:lnTo>
                    <a:pt x="143245" y="21388"/>
                  </a:lnTo>
                  <a:lnTo>
                    <a:pt x="71622" y="107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847281"/>
              <a:ext cx="7090630" cy="2513955"/>
            </a:xfrm>
            <a:custGeom>
              <a:avLst/>
              <a:pathLst>
                <a:path w="7090630" h="2513955">
                  <a:moveTo>
                    <a:pt x="0" y="0"/>
                  </a:moveTo>
                  <a:lnTo>
                    <a:pt x="71622" y="70951"/>
                  </a:lnTo>
                  <a:lnTo>
                    <a:pt x="143245" y="140044"/>
                  </a:lnTo>
                  <a:lnTo>
                    <a:pt x="214867" y="207329"/>
                  </a:lnTo>
                  <a:lnTo>
                    <a:pt x="286490" y="272852"/>
                  </a:lnTo>
                  <a:lnTo>
                    <a:pt x="358112" y="336660"/>
                  </a:lnTo>
                  <a:lnTo>
                    <a:pt x="429735" y="398797"/>
                  </a:lnTo>
                  <a:lnTo>
                    <a:pt x="501357" y="459307"/>
                  </a:lnTo>
                  <a:lnTo>
                    <a:pt x="572980" y="518233"/>
                  </a:lnTo>
                  <a:lnTo>
                    <a:pt x="644602" y="575616"/>
                  </a:lnTo>
                  <a:lnTo>
                    <a:pt x="716225" y="631497"/>
                  </a:lnTo>
                  <a:lnTo>
                    <a:pt x="787847" y="685914"/>
                  </a:lnTo>
                  <a:lnTo>
                    <a:pt x="859470" y="738907"/>
                  </a:lnTo>
                  <a:lnTo>
                    <a:pt x="931092" y="790513"/>
                  </a:lnTo>
                  <a:lnTo>
                    <a:pt x="1002715" y="840767"/>
                  </a:lnTo>
                  <a:lnTo>
                    <a:pt x="1074337" y="889706"/>
                  </a:lnTo>
                  <a:lnTo>
                    <a:pt x="1145960" y="937363"/>
                  </a:lnTo>
                  <a:lnTo>
                    <a:pt x="1217582" y="983773"/>
                  </a:lnTo>
                  <a:lnTo>
                    <a:pt x="1289205" y="1028967"/>
                  </a:lnTo>
                  <a:lnTo>
                    <a:pt x="1360827" y="1072978"/>
                  </a:lnTo>
                  <a:lnTo>
                    <a:pt x="1432450" y="1115837"/>
                  </a:lnTo>
                  <a:lnTo>
                    <a:pt x="1504073" y="1157574"/>
                  </a:lnTo>
                  <a:lnTo>
                    <a:pt x="1575695" y="1198218"/>
                  </a:lnTo>
                  <a:lnTo>
                    <a:pt x="1647318" y="1237798"/>
                  </a:lnTo>
                  <a:lnTo>
                    <a:pt x="1718940" y="1276342"/>
                  </a:lnTo>
                  <a:lnTo>
                    <a:pt x="1790563" y="1313877"/>
                  </a:lnTo>
                  <a:lnTo>
                    <a:pt x="1862185" y="1350429"/>
                  </a:lnTo>
                  <a:lnTo>
                    <a:pt x="1933808" y="1386024"/>
                  </a:lnTo>
                  <a:lnTo>
                    <a:pt x="2005430" y="1420686"/>
                  </a:lnTo>
                  <a:lnTo>
                    <a:pt x="2077053" y="1454442"/>
                  </a:lnTo>
                  <a:lnTo>
                    <a:pt x="2148675" y="1487314"/>
                  </a:lnTo>
                  <a:lnTo>
                    <a:pt x="2220298" y="1519325"/>
                  </a:lnTo>
                  <a:lnTo>
                    <a:pt x="2291920" y="1550498"/>
                  </a:lnTo>
                  <a:lnTo>
                    <a:pt x="2363543" y="1580854"/>
                  </a:lnTo>
                  <a:lnTo>
                    <a:pt x="2435165" y="1610416"/>
                  </a:lnTo>
                  <a:lnTo>
                    <a:pt x="2506788" y="1639204"/>
                  </a:lnTo>
                  <a:lnTo>
                    <a:pt x="2578410" y="1667239"/>
                  </a:lnTo>
                  <a:lnTo>
                    <a:pt x="2650033" y="1694539"/>
                  </a:lnTo>
                  <a:lnTo>
                    <a:pt x="2721655" y="1721124"/>
                  </a:lnTo>
                  <a:lnTo>
                    <a:pt x="2793278" y="1747014"/>
                  </a:lnTo>
                  <a:lnTo>
                    <a:pt x="2864901" y="1772226"/>
                  </a:lnTo>
                  <a:lnTo>
                    <a:pt x="2936523" y="1796777"/>
                  </a:lnTo>
                  <a:lnTo>
                    <a:pt x="3008146" y="1820686"/>
                  </a:lnTo>
                  <a:lnTo>
                    <a:pt x="3079768" y="1843969"/>
                  </a:lnTo>
                  <a:lnTo>
                    <a:pt x="3151391" y="1866642"/>
                  </a:lnTo>
                  <a:lnTo>
                    <a:pt x="3223013" y="1888722"/>
                  </a:lnTo>
                  <a:lnTo>
                    <a:pt x="3294636" y="1910223"/>
                  </a:lnTo>
                  <a:lnTo>
                    <a:pt x="3366258" y="1931162"/>
                  </a:lnTo>
                  <a:lnTo>
                    <a:pt x="3437881" y="1951552"/>
                  </a:lnTo>
                  <a:lnTo>
                    <a:pt x="3509503" y="1971409"/>
                  </a:lnTo>
                  <a:lnTo>
                    <a:pt x="3581126" y="1990745"/>
                  </a:lnTo>
                  <a:lnTo>
                    <a:pt x="3652748" y="2009576"/>
                  </a:lnTo>
                  <a:lnTo>
                    <a:pt x="3724371" y="2027913"/>
                  </a:lnTo>
                  <a:lnTo>
                    <a:pt x="3795993" y="2045770"/>
                  </a:lnTo>
                  <a:lnTo>
                    <a:pt x="3867616" y="2063160"/>
                  </a:lnTo>
                  <a:lnTo>
                    <a:pt x="3939238" y="2080095"/>
                  </a:lnTo>
                  <a:lnTo>
                    <a:pt x="4010861" y="2096586"/>
                  </a:lnTo>
                  <a:lnTo>
                    <a:pt x="4082483" y="2112645"/>
                  </a:lnTo>
                  <a:lnTo>
                    <a:pt x="4154106" y="2128284"/>
                  </a:lnTo>
                  <a:lnTo>
                    <a:pt x="4225729" y="2143513"/>
                  </a:lnTo>
                  <a:lnTo>
                    <a:pt x="4297351" y="2158344"/>
                  </a:lnTo>
                  <a:lnTo>
                    <a:pt x="4368974" y="2172786"/>
                  </a:lnTo>
                  <a:lnTo>
                    <a:pt x="4440596" y="2186851"/>
                  </a:lnTo>
                  <a:lnTo>
                    <a:pt x="4512219" y="2200547"/>
                  </a:lnTo>
                  <a:lnTo>
                    <a:pt x="4583841" y="2213884"/>
                  </a:lnTo>
                  <a:lnTo>
                    <a:pt x="4655464" y="2226872"/>
                  </a:lnTo>
                  <a:lnTo>
                    <a:pt x="4727086" y="2239521"/>
                  </a:lnTo>
                  <a:lnTo>
                    <a:pt x="4798709" y="2251838"/>
                  </a:lnTo>
                  <a:lnTo>
                    <a:pt x="4870331" y="2263832"/>
                  </a:lnTo>
                  <a:lnTo>
                    <a:pt x="4941954" y="2275513"/>
                  </a:lnTo>
                  <a:lnTo>
                    <a:pt x="5013576" y="2286888"/>
                  </a:lnTo>
                  <a:lnTo>
                    <a:pt x="5085199" y="2297964"/>
                  </a:lnTo>
                  <a:lnTo>
                    <a:pt x="5156821" y="2308751"/>
                  </a:lnTo>
                  <a:lnTo>
                    <a:pt x="5228444" y="2319256"/>
                  </a:lnTo>
                  <a:lnTo>
                    <a:pt x="5300066" y="2329485"/>
                  </a:lnTo>
                  <a:lnTo>
                    <a:pt x="5371689" y="2339447"/>
                  </a:lnTo>
                  <a:lnTo>
                    <a:pt x="5443311" y="2349148"/>
                  </a:lnTo>
                  <a:lnTo>
                    <a:pt x="5514934" y="2358595"/>
                  </a:lnTo>
                  <a:lnTo>
                    <a:pt x="5586557" y="2367794"/>
                  </a:lnTo>
                  <a:lnTo>
                    <a:pt x="5658179" y="2376753"/>
                  </a:lnTo>
                  <a:lnTo>
                    <a:pt x="5729802" y="2385477"/>
                  </a:lnTo>
                  <a:lnTo>
                    <a:pt x="5801424" y="2393973"/>
                  </a:lnTo>
                  <a:lnTo>
                    <a:pt x="5873047" y="2402246"/>
                  </a:lnTo>
                  <a:lnTo>
                    <a:pt x="5944669" y="2410302"/>
                  </a:lnTo>
                  <a:lnTo>
                    <a:pt x="6016292" y="2418148"/>
                  </a:lnTo>
                  <a:lnTo>
                    <a:pt x="6087914" y="2425789"/>
                  </a:lnTo>
                  <a:lnTo>
                    <a:pt x="6159537" y="2433229"/>
                  </a:lnTo>
                  <a:lnTo>
                    <a:pt x="6231159" y="2440474"/>
                  </a:lnTo>
                  <a:lnTo>
                    <a:pt x="6302782" y="2447530"/>
                  </a:lnTo>
                  <a:lnTo>
                    <a:pt x="6374404" y="2454401"/>
                  </a:lnTo>
                  <a:lnTo>
                    <a:pt x="6446027" y="2461092"/>
                  </a:lnTo>
                  <a:lnTo>
                    <a:pt x="6517649" y="2467608"/>
                  </a:lnTo>
                  <a:lnTo>
                    <a:pt x="6589272" y="2473954"/>
                  </a:lnTo>
                  <a:lnTo>
                    <a:pt x="6660894" y="2480133"/>
                  </a:lnTo>
                  <a:lnTo>
                    <a:pt x="6732517" y="2486150"/>
                  </a:lnTo>
                  <a:lnTo>
                    <a:pt x="6804139" y="2492010"/>
                  </a:lnTo>
                  <a:lnTo>
                    <a:pt x="6875762" y="2497717"/>
                  </a:lnTo>
                  <a:lnTo>
                    <a:pt x="6947385" y="2503274"/>
                  </a:lnTo>
                  <a:lnTo>
                    <a:pt x="7019007" y="2508685"/>
                  </a:lnTo>
                  <a:lnTo>
                    <a:pt x="7090630" y="25139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(1.12-1.75), p_Bonf = 0.020 (n = 6)  |  per IQR decline (Δ = 24.5 %): 2.27 (1.31-3.92)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2026-10-09T13:14:20Z</dcterms:modified>
  <cp:category/>
</cp:coreProperties>
</file>