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5758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893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301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664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02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389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7525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511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478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57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2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98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34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708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107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70433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9796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1172049" y="2073503"/>
              <a:ext cx="7090630" cy="3476809"/>
            </a:xfrm>
            <a:custGeom>
              <a:avLst/>
              <a:pathLst>
                <a:path w="7090630" h="3476809">
                  <a:moveTo>
                    <a:pt x="1957988" y="0"/>
                  </a:moveTo>
                  <a:lnTo>
                    <a:pt x="2005430" y="197325"/>
                  </a:lnTo>
                  <a:lnTo>
                    <a:pt x="2077053" y="470465"/>
                  </a:lnTo>
                  <a:lnTo>
                    <a:pt x="2148675" y="720905"/>
                  </a:lnTo>
                  <a:lnTo>
                    <a:pt x="2220298" y="950529"/>
                  </a:lnTo>
                  <a:lnTo>
                    <a:pt x="2291920" y="1161070"/>
                  </a:lnTo>
                  <a:lnTo>
                    <a:pt x="2363543" y="1354111"/>
                  </a:lnTo>
                  <a:lnTo>
                    <a:pt x="2435165" y="1531109"/>
                  </a:lnTo>
                  <a:lnTo>
                    <a:pt x="2506788" y="1693396"/>
                  </a:lnTo>
                  <a:lnTo>
                    <a:pt x="2578410" y="1842196"/>
                  </a:lnTo>
                  <a:lnTo>
                    <a:pt x="2650033" y="1978628"/>
                  </a:lnTo>
                  <a:lnTo>
                    <a:pt x="2721655" y="2103721"/>
                  </a:lnTo>
                  <a:lnTo>
                    <a:pt x="2793278" y="2218417"/>
                  </a:lnTo>
                  <a:lnTo>
                    <a:pt x="2864901" y="2323581"/>
                  </a:lnTo>
                  <a:lnTo>
                    <a:pt x="2936523" y="2420005"/>
                  </a:lnTo>
                  <a:lnTo>
                    <a:pt x="3008146" y="2508414"/>
                  </a:lnTo>
                  <a:lnTo>
                    <a:pt x="3079768" y="2589476"/>
                  </a:lnTo>
                  <a:lnTo>
                    <a:pt x="3151391" y="2656764"/>
                  </a:lnTo>
                  <a:lnTo>
                    <a:pt x="3223013" y="2675182"/>
                  </a:lnTo>
                  <a:lnTo>
                    <a:pt x="3294636" y="2693191"/>
                  </a:lnTo>
                  <a:lnTo>
                    <a:pt x="3366258" y="2710798"/>
                  </a:lnTo>
                  <a:lnTo>
                    <a:pt x="3437881" y="2728013"/>
                  </a:lnTo>
                  <a:lnTo>
                    <a:pt x="3509503" y="2744845"/>
                  </a:lnTo>
                  <a:lnTo>
                    <a:pt x="3581126" y="2761302"/>
                  </a:lnTo>
                  <a:lnTo>
                    <a:pt x="3652748" y="2777392"/>
                  </a:lnTo>
                  <a:lnTo>
                    <a:pt x="3724371" y="2793124"/>
                  </a:lnTo>
                  <a:lnTo>
                    <a:pt x="3795993" y="2808505"/>
                  </a:lnTo>
                  <a:lnTo>
                    <a:pt x="3867616" y="2823544"/>
                  </a:lnTo>
                  <a:lnTo>
                    <a:pt x="3939238" y="2838248"/>
                  </a:lnTo>
                  <a:lnTo>
                    <a:pt x="4010861" y="2852625"/>
                  </a:lnTo>
                  <a:lnTo>
                    <a:pt x="4082483" y="2866681"/>
                  </a:lnTo>
                  <a:lnTo>
                    <a:pt x="4154106" y="2880424"/>
                  </a:lnTo>
                  <a:lnTo>
                    <a:pt x="4225729" y="2893862"/>
                  </a:lnTo>
                  <a:lnTo>
                    <a:pt x="4297351" y="2906999"/>
                  </a:lnTo>
                  <a:lnTo>
                    <a:pt x="4368974" y="2919845"/>
                  </a:lnTo>
                  <a:lnTo>
                    <a:pt x="4440596" y="2932404"/>
                  </a:lnTo>
                  <a:lnTo>
                    <a:pt x="4512219" y="2944683"/>
                  </a:lnTo>
                  <a:lnTo>
                    <a:pt x="4583841" y="2956689"/>
                  </a:lnTo>
                  <a:lnTo>
                    <a:pt x="4655464" y="2968428"/>
                  </a:lnTo>
                  <a:lnTo>
                    <a:pt x="4727086" y="2979905"/>
                  </a:lnTo>
                  <a:lnTo>
                    <a:pt x="4798709" y="2991127"/>
                  </a:lnTo>
                  <a:lnTo>
                    <a:pt x="4870331" y="3002098"/>
                  </a:lnTo>
                  <a:lnTo>
                    <a:pt x="4941954" y="3012826"/>
                  </a:lnTo>
                  <a:lnTo>
                    <a:pt x="5013576" y="3023314"/>
                  </a:lnTo>
                  <a:lnTo>
                    <a:pt x="5085199" y="3033569"/>
                  </a:lnTo>
                  <a:lnTo>
                    <a:pt x="5156821" y="3043595"/>
                  </a:lnTo>
                  <a:lnTo>
                    <a:pt x="5228444" y="3053398"/>
                  </a:lnTo>
                  <a:lnTo>
                    <a:pt x="5300066" y="3062983"/>
                  </a:lnTo>
                  <a:lnTo>
                    <a:pt x="5371689" y="3072354"/>
                  </a:lnTo>
                  <a:lnTo>
                    <a:pt x="5443311" y="3081516"/>
                  </a:lnTo>
                  <a:lnTo>
                    <a:pt x="5514934" y="3090475"/>
                  </a:lnTo>
                  <a:lnTo>
                    <a:pt x="5586557" y="3099234"/>
                  </a:lnTo>
                  <a:lnTo>
                    <a:pt x="5658179" y="3107798"/>
                  </a:lnTo>
                  <a:lnTo>
                    <a:pt x="5729802" y="3116171"/>
                  </a:lnTo>
                  <a:lnTo>
                    <a:pt x="5801424" y="3124357"/>
                  </a:lnTo>
                  <a:lnTo>
                    <a:pt x="5873047" y="3132362"/>
                  </a:lnTo>
                  <a:lnTo>
                    <a:pt x="5944669" y="3140188"/>
                  </a:lnTo>
                  <a:lnTo>
                    <a:pt x="6016292" y="3147840"/>
                  </a:lnTo>
                  <a:lnTo>
                    <a:pt x="6087914" y="3155321"/>
                  </a:lnTo>
                  <a:lnTo>
                    <a:pt x="6159537" y="3162636"/>
                  </a:lnTo>
                  <a:lnTo>
                    <a:pt x="6231159" y="3169787"/>
                  </a:lnTo>
                  <a:lnTo>
                    <a:pt x="6302782" y="3176780"/>
                  </a:lnTo>
                  <a:lnTo>
                    <a:pt x="6374404" y="3183617"/>
                  </a:lnTo>
                  <a:lnTo>
                    <a:pt x="6446027" y="3190301"/>
                  </a:lnTo>
                  <a:lnTo>
                    <a:pt x="6517649" y="3196837"/>
                  </a:lnTo>
                  <a:lnTo>
                    <a:pt x="6589272" y="3203227"/>
                  </a:lnTo>
                  <a:lnTo>
                    <a:pt x="6660894" y="3209474"/>
                  </a:lnTo>
                  <a:lnTo>
                    <a:pt x="6732517" y="3215583"/>
                  </a:lnTo>
                  <a:lnTo>
                    <a:pt x="6804139" y="3221556"/>
                  </a:lnTo>
                  <a:lnTo>
                    <a:pt x="6875762" y="3227395"/>
                  </a:lnTo>
                  <a:lnTo>
                    <a:pt x="6947385" y="3233104"/>
                  </a:lnTo>
                  <a:lnTo>
                    <a:pt x="7019007" y="3238687"/>
                  </a:lnTo>
                  <a:lnTo>
                    <a:pt x="7090630" y="3244145"/>
                  </a:lnTo>
                  <a:lnTo>
                    <a:pt x="7090630" y="3476809"/>
                  </a:lnTo>
                  <a:lnTo>
                    <a:pt x="7019007" y="3476180"/>
                  </a:lnTo>
                  <a:lnTo>
                    <a:pt x="6947385" y="3475495"/>
                  </a:lnTo>
                  <a:lnTo>
                    <a:pt x="6875762" y="3474747"/>
                  </a:lnTo>
                  <a:lnTo>
                    <a:pt x="6804139" y="3473931"/>
                  </a:lnTo>
                  <a:lnTo>
                    <a:pt x="6732517" y="3473041"/>
                  </a:lnTo>
                  <a:lnTo>
                    <a:pt x="6660894" y="3472071"/>
                  </a:lnTo>
                  <a:lnTo>
                    <a:pt x="6589272" y="3471012"/>
                  </a:lnTo>
                  <a:lnTo>
                    <a:pt x="6517649" y="3469858"/>
                  </a:lnTo>
                  <a:lnTo>
                    <a:pt x="6446027" y="3468599"/>
                  </a:lnTo>
                  <a:lnTo>
                    <a:pt x="6374404" y="3467226"/>
                  </a:lnTo>
                  <a:lnTo>
                    <a:pt x="6302782" y="3465728"/>
                  </a:lnTo>
                  <a:lnTo>
                    <a:pt x="6231159" y="3464095"/>
                  </a:lnTo>
                  <a:lnTo>
                    <a:pt x="6159537" y="3462314"/>
                  </a:lnTo>
                  <a:lnTo>
                    <a:pt x="6087914" y="3460371"/>
                  </a:lnTo>
                  <a:lnTo>
                    <a:pt x="6016292" y="3458252"/>
                  </a:lnTo>
                  <a:lnTo>
                    <a:pt x="5944669" y="3455941"/>
                  </a:lnTo>
                  <a:lnTo>
                    <a:pt x="5873047" y="3453421"/>
                  </a:lnTo>
                  <a:lnTo>
                    <a:pt x="5801424" y="3450672"/>
                  </a:lnTo>
                  <a:lnTo>
                    <a:pt x="5729802" y="3447674"/>
                  </a:lnTo>
                  <a:lnTo>
                    <a:pt x="5658179" y="3444404"/>
                  </a:lnTo>
                  <a:lnTo>
                    <a:pt x="5586557" y="3440838"/>
                  </a:lnTo>
                  <a:lnTo>
                    <a:pt x="5514934" y="3436949"/>
                  </a:lnTo>
                  <a:lnTo>
                    <a:pt x="5443311" y="3432707"/>
                  </a:lnTo>
                  <a:lnTo>
                    <a:pt x="5371689" y="3428080"/>
                  </a:lnTo>
                  <a:lnTo>
                    <a:pt x="5300066" y="3423034"/>
                  </a:lnTo>
                  <a:lnTo>
                    <a:pt x="5228444" y="3417531"/>
                  </a:lnTo>
                  <a:lnTo>
                    <a:pt x="5156821" y="3411529"/>
                  </a:lnTo>
                  <a:lnTo>
                    <a:pt x="5085199" y="3404982"/>
                  </a:lnTo>
                  <a:lnTo>
                    <a:pt x="5013576" y="3397843"/>
                  </a:lnTo>
                  <a:lnTo>
                    <a:pt x="4941954" y="3390056"/>
                  </a:lnTo>
                  <a:lnTo>
                    <a:pt x="4870331" y="3381563"/>
                  </a:lnTo>
                  <a:lnTo>
                    <a:pt x="4798709" y="3372301"/>
                  </a:lnTo>
                  <a:lnTo>
                    <a:pt x="4727086" y="3362199"/>
                  </a:lnTo>
                  <a:lnTo>
                    <a:pt x="4655464" y="3351181"/>
                  </a:lnTo>
                  <a:lnTo>
                    <a:pt x="4583841" y="3339165"/>
                  </a:lnTo>
                  <a:lnTo>
                    <a:pt x="4512219" y="3326059"/>
                  </a:lnTo>
                  <a:lnTo>
                    <a:pt x="4440596" y="3311765"/>
                  </a:lnTo>
                  <a:lnTo>
                    <a:pt x="4368974" y="3296176"/>
                  </a:lnTo>
                  <a:lnTo>
                    <a:pt x="4297351" y="3279174"/>
                  </a:lnTo>
                  <a:lnTo>
                    <a:pt x="4225729" y="3260630"/>
                  </a:lnTo>
                  <a:lnTo>
                    <a:pt x="4154106" y="3240406"/>
                  </a:lnTo>
                  <a:lnTo>
                    <a:pt x="4082483" y="3218348"/>
                  </a:lnTo>
                  <a:lnTo>
                    <a:pt x="4010861" y="3194291"/>
                  </a:lnTo>
                  <a:lnTo>
                    <a:pt x="3939238" y="3168053"/>
                  </a:lnTo>
                  <a:lnTo>
                    <a:pt x="3867616" y="3139437"/>
                  </a:lnTo>
                  <a:lnTo>
                    <a:pt x="3795993" y="3108227"/>
                  </a:lnTo>
                  <a:lnTo>
                    <a:pt x="3724371" y="3074187"/>
                  </a:lnTo>
                  <a:lnTo>
                    <a:pt x="3652748" y="3037063"/>
                  </a:lnTo>
                  <a:lnTo>
                    <a:pt x="3581126" y="2996573"/>
                  </a:lnTo>
                  <a:lnTo>
                    <a:pt x="3509503" y="2952413"/>
                  </a:lnTo>
                  <a:lnTo>
                    <a:pt x="3437881" y="2904250"/>
                  </a:lnTo>
                  <a:lnTo>
                    <a:pt x="3366258" y="2851721"/>
                  </a:lnTo>
                  <a:lnTo>
                    <a:pt x="3294636" y="2794431"/>
                  </a:lnTo>
                  <a:lnTo>
                    <a:pt x="3223013" y="2731947"/>
                  </a:lnTo>
                  <a:lnTo>
                    <a:pt x="3151391" y="2663800"/>
                  </a:lnTo>
                  <a:lnTo>
                    <a:pt x="3079768" y="2637926"/>
                  </a:lnTo>
                  <a:lnTo>
                    <a:pt x="3008146" y="2618659"/>
                  </a:lnTo>
                  <a:lnTo>
                    <a:pt x="2936523" y="2598952"/>
                  </a:lnTo>
                  <a:lnTo>
                    <a:pt x="2864901" y="2578797"/>
                  </a:lnTo>
                  <a:lnTo>
                    <a:pt x="2793278" y="2558183"/>
                  </a:lnTo>
                  <a:lnTo>
                    <a:pt x="2721655" y="2537100"/>
                  </a:lnTo>
                  <a:lnTo>
                    <a:pt x="2650033" y="2515536"/>
                  </a:lnTo>
                  <a:lnTo>
                    <a:pt x="2578410" y="2493481"/>
                  </a:lnTo>
                  <a:lnTo>
                    <a:pt x="2506788" y="2470923"/>
                  </a:lnTo>
                  <a:lnTo>
                    <a:pt x="2435165" y="2447852"/>
                  </a:lnTo>
                  <a:lnTo>
                    <a:pt x="2363543" y="2424255"/>
                  </a:lnTo>
                  <a:lnTo>
                    <a:pt x="2291920" y="2400120"/>
                  </a:lnTo>
                  <a:lnTo>
                    <a:pt x="2220298" y="2375436"/>
                  </a:lnTo>
                  <a:lnTo>
                    <a:pt x="2148675" y="2350189"/>
                  </a:lnTo>
                  <a:lnTo>
                    <a:pt x="2077053" y="2324368"/>
                  </a:lnTo>
                  <a:lnTo>
                    <a:pt x="2005430" y="2297958"/>
                  </a:lnTo>
                  <a:lnTo>
                    <a:pt x="1933808" y="2270946"/>
                  </a:lnTo>
                  <a:lnTo>
                    <a:pt x="1862185" y="2243320"/>
                  </a:lnTo>
                  <a:lnTo>
                    <a:pt x="1790563" y="2215063"/>
                  </a:lnTo>
                  <a:lnTo>
                    <a:pt x="1718940" y="2186164"/>
                  </a:lnTo>
                  <a:lnTo>
                    <a:pt x="1647318" y="2156606"/>
                  </a:lnTo>
                  <a:lnTo>
                    <a:pt x="1575695" y="2126374"/>
                  </a:lnTo>
                  <a:lnTo>
                    <a:pt x="1504073" y="2095454"/>
                  </a:lnTo>
                  <a:lnTo>
                    <a:pt x="1432450" y="2063830"/>
                  </a:lnTo>
                  <a:lnTo>
                    <a:pt x="1360827" y="2031485"/>
                  </a:lnTo>
                  <a:lnTo>
                    <a:pt x="1289205" y="1998404"/>
                  </a:lnTo>
                  <a:lnTo>
                    <a:pt x="1217582" y="1964569"/>
                  </a:lnTo>
                  <a:lnTo>
                    <a:pt x="1145960" y="1929963"/>
                  </a:lnTo>
                  <a:lnTo>
                    <a:pt x="1074337" y="1894569"/>
                  </a:lnTo>
                  <a:lnTo>
                    <a:pt x="1002715" y="1858368"/>
                  </a:lnTo>
                  <a:lnTo>
                    <a:pt x="931092" y="1821343"/>
                  </a:lnTo>
                  <a:lnTo>
                    <a:pt x="859470" y="1783475"/>
                  </a:lnTo>
                  <a:lnTo>
                    <a:pt x="787847" y="1744744"/>
                  </a:lnTo>
                  <a:lnTo>
                    <a:pt x="716225" y="1705131"/>
                  </a:lnTo>
                  <a:lnTo>
                    <a:pt x="644602" y="1664615"/>
                  </a:lnTo>
                  <a:lnTo>
                    <a:pt x="572980" y="1623176"/>
                  </a:lnTo>
                  <a:lnTo>
                    <a:pt x="501357" y="1580794"/>
                  </a:lnTo>
                  <a:lnTo>
                    <a:pt x="429735" y="1537446"/>
                  </a:lnTo>
                  <a:lnTo>
                    <a:pt x="358112" y="1493111"/>
                  </a:lnTo>
                  <a:lnTo>
                    <a:pt x="286490" y="1447765"/>
                  </a:lnTo>
                  <a:lnTo>
                    <a:pt x="214867" y="1401387"/>
                  </a:lnTo>
                  <a:lnTo>
                    <a:pt x="143245" y="1353952"/>
                  </a:lnTo>
                  <a:lnTo>
                    <a:pt x="71622" y="1305437"/>
                  </a:lnTo>
                  <a:lnTo>
                    <a:pt x="0" y="12558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130038" y="2073503"/>
              <a:ext cx="5132641" cy="3244145"/>
            </a:xfrm>
            <a:custGeom>
              <a:avLst/>
              <a:pathLst>
                <a:path w="5132641" h="3244145">
                  <a:moveTo>
                    <a:pt x="0" y="0"/>
                  </a:moveTo>
                  <a:lnTo>
                    <a:pt x="47442" y="197325"/>
                  </a:lnTo>
                  <a:lnTo>
                    <a:pt x="119064" y="470465"/>
                  </a:lnTo>
                  <a:lnTo>
                    <a:pt x="190687" y="720905"/>
                  </a:lnTo>
                  <a:lnTo>
                    <a:pt x="262309" y="950529"/>
                  </a:lnTo>
                  <a:lnTo>
                    <a:pt x="333932" y="1161070"/>
                  </a:lnTo>
                  <a:lnTo>
                    <a:pt x="405554" y="1354111"/>
                  </a:lnTo>
                  <a:lnTo>
                    <a:pt x="477177" y="1531109"/>
                  </a:lnTo>
                  <a:lnTo>
                    <a:pt x="548799" y="1693396"/>
                  </a:lnTo>
                  <a:lnTo>
                    <a:pt x="620422" y="1842196"/>
                  </a:lnTo>
                  <a:lnTo>
                    <a:pt x="692044" y="1978628"/>
                  </a:lnTo>
                  <a:lnTo>
                    <a:pt x="763667" y="2103721"/>
                  </a:lnTo>
                  <a:lnTo>
                    <a:pt x="835289" y="2218417"/>
                  </a:lnTo>
                  <a:lnTo>
                    <a:pt x="906912" y="2323581"/>
                  </a:lnTo>
                  <a:lnTo>
                    <a:pt x="978534" y="2420005"/>
                  </a:lnTo>
                  <a:lnTo>
                    <a:pt x="1050157" y="2508414"/>
                  </a:lnTo>
                  <a:lnTo>
                    <a:pt x="1121779" y="2589476"/>
                  </a:lnTo>
                  <a:lnTo>
                    <a:pt x="1193402" y="2656764"/>
                  </a:lnTo>
                  <a:lnTo>
                    <a:pt x="1265024" y="2675182"/>
                  </a:lnTo>
                  <a:lnTo>
                    <a:pt x="1336647" y="2693191"/>
                  </a:lnTo>
                  <a:lnTo>
                    <a:pt x="1408270" y="2710798"/>
                  </a:lnTo>
                  <a:lnTo>
                    <a:pt x="1479892" y="2728013"/>
                  </a:lnTo>
                  <a:lnTo>
                    <a:pt x="1551515" y="2744845"/>
                  </a:lnTo>
                  <a:lnTo>
                    <a:pt x="1623137" y="2761302"/>
                  </a:lnTo>
                  <a:lnTo>
                    <a:pt x="1694760" y="2777392"/>
                  </a:lnTo>
                  <a:lnTo>
                    <a:pt x="1766382" y="2793124"/>
                  </a:lnTo>
                  <a:lnTo>
                    <a:pt x="1838005" y="2808505"/>
                  </a:lnTo>
                  <a:lnTo>
                    <a:pt x="1909627" y="2823544"/>
                  </a:lnTo>
                  <a:lnTo>
                    <a:pt x="1981250" y="2838248"/>
                  </a:lnTo>
                  <a:lnTo>
                    <a:pt x="2052872" y="2852625"/>
                  </a:lnTo>
                  <a:lnTo>
                    <a:pt x="2124495" y="2866681"/>
                  </a:lnTo>
                  <a:lnTo>
                    <a:pt x="2196117" y="2880424"/>
                  </a:lnTo>
                  <a:lnTo>
                    <a:pt x="2267740" y="2893862"/>
                  </a:lnTo>
                  <a:lnTo>
                    <a:pt x="2339362" y="2906999"/>
                  </a:lnTo>
                  <a:lnTo>
                    <a:pt x="2410985" y="2919845"/>
                  </a:lnTo>
                  <a:lnTo>
                    <a:pt x="2482607" y="2932404"/>
                  </a:lnTo>
                  <a:lnTo>
                    <a:pt x="2554230" y="2944683"/>
                  </a:lnTo>
                  <a:lnTo>
                    <a:pt x="2625852" y="2956689"/>
                  </a:lnTo>
                  <a:lnTo>
                    <a:pt x="2697475" y="2968428"/>
                  </a:lnTo>
                  <a:lnTo>
                    <a:pt x="2769098" y="2979905"/>
                  </a:lnTo>
                  <a:lnTo>
                    <a:pt x="2840720" y="2991127"/>
                  </a:lnTo>
                  <a:lnTo>
                    <a:pt x="2912343" y="3002098"/>
                  </a:lnTo>
                  <a:lnTo>
                    <a:pt x="2983965" y="3012826"/>
                  </a:lnTo>
                  <a:lnTo>
                    <a:pt x="3055588" y="3023314"/>
                  </a:lnTo>
                  <a:lnTo>
                    <a:pt x="3127210" y="3033569"/>
                  </a:lnTo>
                  <a:lnTo>
                    <a:pt x="3198833" y="3043595"/>
                  </a:lnTo>
                  <a:lnTo>
                    <a:pt x="3270455" y="3053398"/>
                  </a:lnTo>
                  <a:lnTo>
                    <a:pt x="3342078" y="3062983"/>
                  </a:lnTo>
                  <a:lnTo>
                    <a:pt x="3413700" y="3072354"/>
                  </a:lnTo>
                  <a:lnTo>
                    <a:pt x="3485323" y="3081516"/>
                  </a:lnTo>
                  <a:lnTo>
                    <a:pt x="3556945" y="3090475"/>
                  </a:lnTo>
                  <a:lnTo>
                    <a:pt x="3628568" y="3099234"/>
                  </a:lnTo>
                  <a:lnTo>
                    <a:pt x="3700190" y="3107798"/>
                  </a:lnTo>
                  <a:lnTo>
                    <a:pt x="3771813" y="3116171"/>
                  </a:lnTo>
                  <a:lnTo>
                    <a:pt x="3843435" y="3124357"/>
                  </a:lnTo>
                  <a:lnTo>
                    <a:pt x="3915058" y="3132362"/>
                  </a:lnTo>
                  <a:lnTo>
                    <a:pt x="3986680" y="3140188"/>
                  </a:lnTo>
                  <a:lnTo>
                    <a:pt x="4058303" y="3147840"/>
                  </a:lnTo>
                  <a:lnTo>
                    <a:pt x="4129926" y="3155321"/>
                  </a:lnTo>
                  <a:lnTo>
                    <a:pt x="4201548" y="3162636"/>
                  </a:lnTo>
                  <a:lnTo>
                    <a:pt x="4273171" y="3169787"/>
                  </a:lnTo>
                  <a:lnTo>
                    <a:pt x="4344793" y="3176780"/>
                  </a:lnTo>
                  <a:lnTo>
                    <a:pt x="4416416" y="3183617"/>
                  </a:lnTo>
                  <a:lnTo>
                    <a:pt x="4488038" y="3190301"/>
                  </a:lnTo>
                  <a:lnTo>
                    <a:pt x="4559661" y="3196837"/>
                  </a:lnTo>
                  <a:lnTo>
                    <a:pt x="4631283" y="3203227"/>
                  </a:lnTo>
                  <a:lnTo>
                    <a:pt x="4702906" y="3209474"/>
                  </a:lnTo>
                  <a:lnTo>
                    <a:pt x="4774528" y="3215583"/>
                  </a:lnTo>
                  <a:lnTo>
                    <a:pt x="4846151" y="3221556"/>
                  </a:lnTo>
                  <a:lnTo>
                    <a:pt x="4917773" y="3227395"/>
                  </a:lnTo>
                  <a:lnTo>
                    <a:pt x="4989396" y="3233104"/>
                  </a:lnTo>
                  <a:lnTo>
                    <a:pt x="5061018" y="3238687"/>
                  </a:lnTo>
                  <a:lnTo>
                    <a:pt x="5132641" y="324414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172049" y="3329320"/>
              <a:ext cx="7090630" cy="2220992"/>
            </a:xfrm>
            <a:custGeom>
              <a:avLst/>
              <a:pathLst>
                <a:path w="7090630" h="2220992">
                  <a:moveTo>
                    <a:pt x="7090630" y="2220992"/>
                  </a:moveTo>
                  <a:lnTo>
                    <a:pt x="7019007" y="2220363"/>
                  </a:lnTo>
                  <a:lnTo>
                    <a:pt x="6947385" y="2219677"/>
                  </a:lnTo>
                  <a:lnTo>
                    <a:pt x="6875762" y="2218929"/>
                  </a:lnTo>
                  <a:lnTo>
                    <a:pt x="6804139" y="2218114"/>
                  </a:lnTo>
                  <a:lnTo>
                    <a:pt x="6732517" y="2217224"/>
                  </a:lnTo>
                  <a:lnTo>
                    <a:pt x="6660894" y="2216253"/>
                  </a:lnTo>
                  <a:lnTo>
                    <a:pt x="6589272" y="2215195"/>
                  </a:lnTo>
                  <a:lnTo>
                    <a:pt x="6517649" y="2214041"/>
                  </a:lnTo>
                  <a:lnTo>
                    <a:pt x="6446027" y="2212782"/>
                  </a:lnTo>
                  <a:lnTo>
                    <a:pt x="6374404" y="2211409"/>
                  </a:lnTo>
                  <a:lnTo>
                    <a:pt x="6302782" y="2209911"/>
                  </a:lnTo>
                  <a:lnTo>
                    <a:pt x="6231159" y="2208278"/>
                  </a:lnTo>
                  <a:lnTo>
                    <a:pt x="6159537" y="2206497"/>
                  </a:lnTo>
                  <a:lnTo>
                    <a:pt x="6087914" y="2204554"/>
                  </a:lnTo>
                  <a:lnTo>
                    <a:pt x="6016292" y="2202435"/>
                  </a:lnTo>
                  <a:lnTo>
                    <a:pt x="5944669" y="2200124"/>
                  </a:lnTo>
                  <a:lnTo>
                    <a:pt x="5873047" y="2197604"/>
                  </a:lnTo>
                  <a:lnTo>
                    <a:pt x="5801424" y="2194855"/>
                  </a:lnTo>
                  <a:lnTo>
                    <a:pt x="5729802" y="2191857"/>
                  </a:lnTo>
                  <a:lnTo>
                    <a:pt x="5658179" y="2188587"/>
                  </a:lnTo>
                  <a:lnTo>
                    <a:pt x="5586557" y="2185021"/>
                  </a:lnTo>
                  <a:lnTo>
                    <a:pt x="5514934" y="2181131"/>
                  </a:lnTo>
                  <a:lnTo>
                    <a:pt x="5443311" y="2176889"/>
                  </a:lnTo>
                  <a:lnTo>
                    <a:pt x="5371689" y="2172263"/>
                  </a:lnTo>
                  <a:lnTo>
                    <a:pt x="5300066" y="2167217"/>
                  </a:lnTo>
                  <a:lnTo>
                    <a:pt x="5228444" y="2161714"/>
                  </a:lnTo>
                  <a:lnTo>
                    <a:pt x="5156821" y="2155711"/>
                  </a:lnTo>
                  <a:lnTo>
                    <a:pt x="5085199" y="2149165"/>
                  </a:lnTo>
                  <a:lnTo>
                    <a:pt x="5013576" y="2142026"/>
                  </a:lnTo>
                  <a:lnTo>
                    <a:pt x="4941954" y="2134239"/>
                  </a:lnTo>
                  <a:lnTo>
                    <a:pt x="4870331" y="2125746"/>
                  </a:lnTo>
                  <a:lnTo>
                    <a:pt x="4798709" y="2116484"/>
                  </a:lnTo>
                  <a:lnTo>
                    <a:pt x="4727086" y="2106382"/>
                  </a:lnTo>
                  <a:lnTo>
                    <a:pt x="4655464" y="2095364"/>
                  </a:lnTo>
                  <a:lnTo>
                    <a:pt x="4583841" y="2083348"/>
                  </a:lnTo>
                  <a:lnTo>
                    <a:pt x="4512219" y="2070242"/>
                  </a:lnTo>
                  <a:lnTo>
                    <a:pt x="4440596" y="2055948"/>
                  </a:lnTo>
                  <a:lnTo>
                    <a:pt x="4368974" y="2040359"/>
                  </a:lnTo>
                  <a:lnTo>
                    <a:pt x="4297351" y="2023357"/>
                  </a:lnTo>
                  <a:lnTo>
                    <a:pt x="4225729" y="2004813"/>
                  </a:lnTo>
                  <a:lnTo>
                    <a:pt x="4154106" y="1984589"/>
                  </a:lnTo>
                  <a:lnTo>
                    <a:pt x="4082483" y="1962531"/>
                  </a:lnTo>
                  <a:lnTo>
                    <a:pt x="4010861" y="1938474"/>
                  </a:lnTo>
                  <a:lnTo>
                    <a:pt x="3939238" y="1912236"/>
                  </a:lnTo>
                  <a:lnTo>
                    <a:pt x="3867616" y="1883620"/>
                  </a:lnTo>
                  <a:lnTo>
                    <a:pt x="3795993" y="1852409"/>
                  </a:lnTo>
                  <a:lnTo>
                    <a:pt x="3724371" y="1818370"/>
                  </a:lnTo>
                  <a:lnTo>
                    <a:pt x="3652748" y="1781246"/>
                  </a:lnTo>
                  <a:lnTo>
                    <a:pt x="3581126" y="1740756"/>
                  </a:lnTo>
                  <a:lnTo>
                    <a:pt x="3509503" y="1696596"/>
                  </a:lnTo>
                  <a:lnTo>
                    <a:pt x="3437881" y="1648433"/>
                  </a:lnTo>
                  <a:lnTo>
                    <a:pt x="3366258" y="1595904"/>
                  </a:lnTo>
                  <a:lnTo>
                    <a:pt x="3294636" y="1538614"/>
                  </a:lnTo>
                  <a:lnTo>
                    <a:pt x="3223013" y="1476130"/>
                  </a:lnTo>
                  <a:lnTo>
                    <a:pt x="3151391" y="1407983"/>
                  </a:lnTo>
                  <a:lnTo>
                    <a:pt x="3079768" y="1382109"/>
                  </a:lnTo>
                  <a:lnTo>
                    <a:pt x="3008146" y="1362841"/>
                  </a:lnTo>
                  <a:lnTo>
                    <a:pt x="2936523" y="1343135"/>
                  </a:lnTo>
                  <a:lnTo>
                    <a:pt x="2864901" y="1322980"/>
                  </a:lnTo>
                  <a:lnTo>
                    <a:pt x="2793278" y="1302366"/>
                  </a:lnTo>
                  <a:lnTo>
                    <a:pt x="2721655" y="1281283"/>
                  </a:lnTo>
                  <a:lnTo>
                    <a:pt x="2650033" y="1259719"/>
                  </a:lnTo>
                  <a:lnTo>
                    <a:pt x="2578410" y="1237663"/>
                  </a:lnTo>
                  <a:lnTo>
                    <a:pt x="2506788" y="1215106"/>
                  </a:lnTo>
                  <a:lnTo>
                    <a:pt x="2435165" y="1192034"/>
                  </a:lnTo>
                  <a:lnTo>
                    <a:pt x="2363543" y="1168437"/>
                  </a:lnTo>
                  <a:lnTo>
                    <a:pt x="2291920" y="1144303"/>
                  </a:lnTo>
                  <a:lnTo>
                    <a:pt x="2220298" y="1119619"/>
                  </a:lnTo>
                  <a:lnTo>
                    <a:pt x="2148675" y="1094372"/>
                  </a:lnTo>
                  <a:lnTo>
                    <a:pt x="2077053" y="1068550"/>
                  </a:lnTo>
                  <a:lnTo>
                    <a:pt x="2005430" y="1042141"/>
                  </a:lnTo>
                  <a:lnTo>
                    <a:pt x="1933808" y="1015129"/>
                  </a:lnTo>
                  <a:lnTo>
                    <a:pt x="1862185" y="987502"/>
                  </a:lnTo>
                  <a:lnTo>
                    <a:pt x="1790563" y="959246"/>
                  </a:lnTo>
                  <a:lnTo>
                    <a:pt x="1718940" y="930347"/>
                  </a:lnTo>
                  <a:lnTo>
                    <a:pt x="1647318" y="900789"/>
                  </a:lnTo>
                  <a:lnTo>
                    <a:pt x="1575695" y="870557"/>
                  </a:lnTo>
                  <a:lnTo>
                    <a:pt x="1504073" y="839637"/>
                  </a:lnTo>
                  <a:lnTo>
                    <a:pt x="1432450" y="808013"/>
                  </a:lnTo>
                  <a:lnTo>
                    <a:pt x="1360827" y="775668"/>
                  </a:lnTo>
                  <a:lnTo>
                    <a:pt x="1289205" y="742587"/>
                  </a:lnTo>
                  <a:lnTo>
                    <a:pt x="1217582" y="708752"/>
                  </a:lnTo>
                  <a:lnTo>
                    <a:pt x="1145960" y="674146"/>
                  </a:lnTo>
                  <a:lnTo>
                    <a:pt x="1074337" y="638752"/>
                  </a:lnTo>
                  <a:lnTo>
                    <a:pt x="1002715" y="602551"/>
                  </a:lnTo>
                  <a:lnTo>
                    <a:pt x="931092" y="565526"/>
                  </a:lnTo>
                  <a:lnTo>
                    <a:pt x="859470" y="527658"/>
                  </a:lnTo>
                  <a:lnTo>
                    <a:pt x="787847" y="488927"/>
                  </a:lnTo>
                  <a:lnTo>
                    <a:pt x="716225" y="449314"/>
                  </a:lnTo>
                  <a:lnTo>
                    <a:pt x="644602" y="408798"/>
                  </a:lnTo>
                  <a:lnTo>
                    <a:pt x="572980" y="367359"/>
                  </a:lnTo>
                  <a:lnTo>
                    <a:pt x="501357" y="324977"/>
                  </a:lnTo>
                  <a:lnTo>
                    <a:pt x="429735" y="281629"/>
                  </a:lnTo>
                  <a:lnTo>
                    <a:pt x="358112" y="237293"/>
                  </a:lnTo>
                  <a:lnTo>
                    <a:pt x="286490" y="191948"/>
                  </a:lnTo>
                  <a:lnTo>
                    <a:pt x="214867" y="145570"/>
                  </a:lnTo>
                  <a:lnTo>
                    <a:pt x="143245" y="98135"/>
                  </a:lnTo>
                  <a:lnTo>
                    <a:pt x="71622" y="4962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433493" y="2073503"/>
              <a:ext cx="5829186" cy="3442977"/>
            </a:xfrm>
            <a:custGeom>
              <a:avLst/>
              <a:pathLst>
                <a:path w="5829186" h="3442977">
                  <a:moveTo>
                    <a:pt x="0" y="0"/>
                  </a:moveTo>
                  <a:lnTo>
                    <a:pt x="27761" y="74228"/>
                  </a:lnTo>
                  <a:lnTo>
                    <a:pt x="99384" y="255548"/>
                  </a:lnTo>
                  <a:lnTo>
                    <a:pt x="171006" y="427225"/>
                  </a:lnTo>
                  <a:lnTo>
                    <a:pt x="242629" y="589772"/>
                  </a:lnTo>
                  <a:lnTo>
                    <a:pt x="314251" y="743675"/>
                  </a:lnTo>
                  <a:lnTo>
                    <a:pt x="385874" y="889393"/>
                  </a:lnTo>
                  <a:lnTo>
                    <a:pt x="457496" y="1027362"/>
                  </a:lnTo>
                  <a:lnTo>
                    <a:pt x="529119" y="1157993"/>
                  </a:lnTo>
                  <a:lnTo>
                    <a:pt x="600741" y="1281678"/>
                  </a:lnTo>
                  <a:lnTo>
                    <a:pt x="672364" y="1398785"/>
                  </a:lnTo>
                  <a:lnTo>
                    <a:pt x="743986" y="1509664"/>
                  </a:lnTo>
                  <a:lnTo>
                    <a:pt x="815609" y="1614647"/>
                  </a:lnTo>
                  <a:lnTo>
                    <a:pt x="887231" y="1714046"/>
                  </a:lnTo>
                  <a:lnTo>
                    <a:pt x="958854" y="1808160"/>
                  </a:lnTo>
                  <a:lnTo>
                    <a:pt x="1030476" y="1897268"/>
                  </a:lnTo>
                  <a:lnTo>
                    <a:pt x="1102099" y="1981638"/>
                  </a:lnTo>
                  <a:lnTo>
                    <a:pt x="1173721" y="2061520"/>
                  </a:lnTo>
                  <a:lnTo>
                    <a:pt x="1245344" y="2137155"/>
                  </a:lnTo>
                  <a:lnTo>
                    <a:pt x="1316967" y="2208767"/>
                  </a:lnTo>
                  <a:lnTo>
                    <a:pt x="1388589" y="2276571"/>
                  </a:lnTo>
                  <a:lnTo>
                    <a:pt x="1460212" y="2340769"/>
                  </a:lnTo>
                  <a:lnTo>
                    <a:pt x="1531834" y="2401553"/>
                  </a:lnTo>
                  <a:lnTo>
                    <a:pt x="1603457" y="2459105"/>
                  </a:lnTo>
                  <a:lnTo>
                    <a:pt x="1675079" y="2513596"/>
                  </a:lnTo>
                  <a:lnTo>
                    <a:pt x="1746702" y="2565189"/>
                  </a:lnTo>
                  <a:lnTo>
                    <a:pt x="1818324" y="2614038"/>
                  </a:lnTo>
                  <a:lnTo>
                    <a:pt x="1889947" y="2660290"/>
                  </a:lnTo>
                  <a:lnTo>
                    <a:pt x="1961569" y="2704081"/>
                  </a:lnTo>
                  <a:lnTo>
                    <a:pt x="2033192" y="2745544"/>
                  </a:lnTo>
                  <a:lnTo>
                    <a:pt x="2104814" y="2784802"/>
                  </a:lnTo>
                  <a:lnTo>
                    <a:pt x="2176437" y="2821972"/>
                  </a:lnTo>
                  <a:lnTo>
                    <a:pt x="2248059" y="2857166"/>
                  </a:lnTo>
                  <a:lnTo>
                    <a:pt x="2319682" y="2890488"/>
                  </a:lnTo>
                  <a:lnTo>
                    <a:pt x="2391304" y="2922037"/>
                  </a:lnTo>
                  <a:lnTo>
                    <a:pt x="2462927" y="2951909"/>
                  </a:lnTo>
                  <a:lnTo>
                    <a:pt x="2534549" y="2980193"/>
                  </a:lnTo>
                  <a:lnTo>
                    <a:pt x="2606172" y="3006972"/>
                  </a:lnTo>
                  <a:lnTo>
                    <a:pt x="2677795" y="3032327"/>
                  </a:lnTo>
                  <a:lnTo>
                    <a:pt x="2749417" y="3056334"/>
                  </a:lnTo>
                  <a:lnTo>
                    <a:pt x="2821040" y="3079064"/>
                  </a:lnTo>
                  <a:lnTo>
                    <a:pt x="2892662" y="3100585"/>
                  </a:lnTo>
                  <a:lnTo>
                    <a:pt x="2964285" y="3120961"/>
                  </a:lnTo>
                  <a:lnTo>
                    <a:pt x="3035907" y="3140255"/>
                  </a:lnTo>
                  <a:lnTo>
                    <a:pt x="3107530" y="3158522"/>
                  </a:lnTo>
                  <a:lnTo>
                    <a:pt x="3179152" y="3175817"/>
                  </a:lnTo>
                  <a:lnTo>
                    <a:pt x="3250775" y="3192193"/>
                  </a:lnTo>
                  <a:lnTo>
                    <a:pt x="3322397" y="3207698"/>
                  </a:lnTo>
                  <a:lnTo>
                    <a:pt x="3394020" y="3222378"/>
                  </a:lnTo>
                  <a:lnTo>
                    <a:pt x="3465642" y="3236278"/>
                  </a:lnTo>
                  <a:lnTo>
                    <a:pt x="3537265" y="3249438"/>
                  </a:lnTo>
                  <a:lnTo>
                    <a:pt x="3608887" y="3261899"/>
                  </a:lnTo>
                  <a:lnTo>
                    <a:pt x="3680510" y="3273697"/>
                  </a:lnTo>
                  <a:lnTo>
                    <a:pt x="3752132" y="3284868"/>
                  </a:lnTo>
                  <a:lnTo>
                    <a:pt x="3823755" y="3295444"/>
                  </a:lnTo>
                  <a:lnTo>
                    <a:pt x="3895377" y="3305458"/>
                  </a:lnTo>
                  <a:lnTo>
                    <a:pt x="3967000" y="3314939"/>
                  </a:lnTo>
                  <a:lnTo>
                    <a:pt x="4038622" y="3323917"/>
                  </a:lnTo>
                  <a:lnTo>
                    <a:pt x="4110245" y="3332416"/>
                  </a:lnTo>
                  <a:lnTo>
                    <a:pt x="4181868" y="3340464"/>
                  </a:lnTo>
                  <a:lnTo>
                    <a:pt x="4253490" y="3348084"/>
                  </a:lnTo>
                  <a:lnTo>
                    <a:pt x="4325113" y="3355299"/>
                  </a:lnTo>
                  <a:lnTo>
                    <a:pt x="4396735" y="3362130"/>
                  </a:lnTo>
                  <a:lnTo>
                    <a:pt x="4468358" y="3368597"/>
                  </a:lnTo>
                  <a:lnTo>
                    <a:pt x="4539980" y="3374721"/>
                  </a:lnTo>
                  <a:lnTo>
                    <a:pt x="4611603" y="3380519"/>
                  </a:lnTo>
                  <a:lnTo>
                    <a:pt x="4683225" y="3386009"/>
                  </a:lnTo>
                  <a:lnTo>
                    <a:pt x="4754848" y="3391206"/>
                  </a:lnTo>
                  <a:lnTo>
                    <a:pt x="4826470" y="3396128"/>
                  </a:lnTo>
                  <a:lnTo>
                    <a:pt x="4898093" y="3400787"/>
                  </a:lnTo>
                  <a:lnTo>
                    <a:pt x="4969715" y="3405199"/>
                  </a:lnTo>
                  <a:lnTo>
                    <a:pt x="5041338" y="3409376"/>
                  </a:lnTo>
                  <a:lnTo>
                    <a:pt x="5112960" y="3413331"/>
                  </a:lnTo>
                  <a:lnTo>
                    <a:pt x="5184583" y="3417076"/>
                  </a:lnTo>
                  <a:lnTo>
                    <a:pt x="5256205" y="3420622"/>
                  </a:lnTo>
                  <a:lnTo>
                    <a:pt x="5327828" y="3423979"/>
                  </a:lnTo>
                  <a:lnTo>
                    <a:pt x="5399450" y="3427157"/>
                  </a:lnTo>
                  <a:lnTo>
                    <a:pt x="5471073" y="3430166"/>
                  </a:lnTo>
                  <a:lnTo>
                    <a:pt x="5542696" y="3433016"/>
                  </a:lnTo>
                  <a:lnTo>
                    <a:pt x="5614318" y="3435714"/>
                  </a:lnTo>
                  <a:lnTo>
                    <a:pt x="5685941" y="3438268"/>
                  </a:lnTo>
                  <a:lnTo>
                    <a:pt x="5757563" y="3440687"/>
                  </a:lnTo>
                  <a:lnTo>
                    <a:pt x="5829186" y="344297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313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4494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121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21749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034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0866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60449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98121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9174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451914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2.04 (1.34-3.11), p = &lt;0.001  |  per IQR decline (Δ = 25.8 %): 6.32 (2.14-18.67)  |  IQR: [-10.6, 15.2]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276551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Failure to Thrive/Fatigue/Dehydration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2026-10-09T15:07:21Z</dcterms:modified>
  <cp:category/>
</cp:coreProperties>
</file>