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68021"/>
            </a:xfrm>
            <a:custGeom>
              <a:avLst/>
              <a:pathLst>
                <a:path w="7090630" h="3468021">
                  <a:moveTo>
                    <a:pt x="1712697" y="0"/>
                  </a:moveTo>
                  <a:lnTo>
                    <a:pt x="1718940" y="22499"/>
                  </a:lnTo>
                  <a:lnTo>
                    <a:pt x="1790563" y="262695"/>
                  </a:lnTo>
                  <a:lnTo>
                    <a:pt x="1862185" y="486223"/>
                  </a:lnTo>
                  <a:lnTo>
                    <a:pt x="1933808" y="694238"/>
                  </a:lnTo>
                  <a:lnTo>
                    <a:pt x="2005430" y="887818"/>
                  </a:lnTo>
                  <a:lnTo>
                    <a:pt x="2077053" y="1067965"/>
                  </a:lnTo>
                  <a:lnTo>
                    <a:pt x="2148675" y="1235610"/>
                  </a:lnTo>
                  <a:lnTo>
                    <a:pt x="2220298" y="1391621"/>
                  </a:lnTo>
                  <a:lnTo>
                    <a:pt x="2291920" y="1536806"/>
                  </a:lnTo>
                  <a:lnTo>
                    <a:pt x="2363543" y="1671915"/>
                  </a:lnTo>
                  <a:lnTo>
                    <a:pt x="2435165" y="1797649"/>
                  </a:lnTo>
                  <a:lnTo>
                    <a:pt x="2506788" y="1914657"/>
                  </a:lnTo>
                  <a:lnTo>
                    <a:pt x="2578410" y="2023545"/>
                  </a:lnTo>
                  <a:lnTo>
                    <a:pt x="2650033" y="2124877"/>
                  </a:lnTo>
                  <a:lnTo>
                    <a:pt x="2721655" y="2219177"/>
                  </a:lnTo>
                  <a:lnTo>
                    <a:pt x="2793278" y="2306933"/>
                  </a:lnTo>
                  <a:lnTo>
                    <a:pt x="2864901" y="2388599"/>
                  </a:lnTo>
                  <a:lnTo>
                    <a:pt x="2936523" y="2464597"/>
                  </a:lnTo>
                  <a:lnTo>
                    <a:pt x="3008146" y="2535322"/>
                  </a:lnTo>
                  <a:lnTo>
                    <a:pt x="3079768" y="2601139"/>
                  </a:lnTo>
                  <a:lnTo>
                    <a:pt x="3151391" y="2652710"/>
                  </a:lnTo>
                  <a:lnTo>
                    <a:pt x="3223013" y="2641096"/>
                  </a:lnTo>
                  <a:lnTo>
                    <a:pt x="3294636" y="2629320"/>
                  </a:lnTo>
                  <a:lnTo>
                    <a:pt x="3366258" y="2617379"/>
                  </a:lnTo>
                  <a:lnTo>
                    <a:pt x="3437881" y="2605272"/>
                  </a:lnTo>
                  <a:lnTo>
                    <a:pt x="3509503" y="2592995"/>
                  </a:lnTo>
                  <a:lnTo>
                    <a:pt x="3581126" y="2580547"/>
                  </a:lnTo>
                  <a:lnTo>
                    <a:pt x="3652748" y="2567925"/>
                  </a:lnTo>
                  <a:lnTo>
                    <a:pt x="3724371" y="2555126"/>
                  </a:lnTo>
                  <a:lnTo>
                    <a:pt x="3795993" y="2542148"/>
                  </a:lnTo>
                  <a:lnTo>
                    <a:pt x="3867616" y="2528990"/>
                  </a:lnTo>
                  <a:lnTo>
                    <a:pt x="3939238" y="2515647"/>
                  </a:lnTo>
                  <a:lnTo>
                    <a:pt x="4010861" y="2502118"/>
                  </a:lnTo>
                  <a:lnTo>
                    <a:pt x="4082483" y="2488399"/>
                  </a:lnTo>
                  <a:lnTo>
                    <a:pt x="4154106" y="2474489"/>
                  </a:lnTo>
                  <a:lnTo>
                    <a:pt x="4225729" y="2460385"/>
                  </a:lnTo>
                  <a:lnTo>
                    <a:pt x="4297351" y="2446083"/>
                  </a:lnTo>
                  <a:lnTo>
                    <a:pt x="4368974" y="2431582"/>
                  </a:lnTo>
                  <a:lnTo>
                    <a:pt x="4440596" y="2416878"/>
                  </a:lnTo>
                  <a:lnTo>
                    <a:pt x="4512219" y="2401968"/>
                  </a:lnTo>
                  <a:lnTo>
                    <a:pt x="4583841" y="2386851"/>
                  </a:lnTo>
                  <a:lnTo>
                    <a:pt x="4655464" y="2371521"/>
                  </a:lnTo>
                  <a:lnTo>
                    <a:pt x="4727086" y="2355978"/>
                  </a:lnTo>
                  <a:lnTo>
                    <a:pt x="4798709" y="2340217"/>
                  </a:lnTo>
                  <a:lnTo>
                    <a:pt x="4870331" y="2324237"/>
                  </a:lnTo>
                  <a:lnTo>
                    <a:pt x="4941954" y="2308032"/>
                  </a:lnTo>
                  <a:lnTo>
                    <a:pt x="5013576" y="2291602"/>
                  </a:lnTo>
                  <a:lnTo>
                    <a:pt x="5085199" y="2274941"/>
                  </a:lnTo>
                  <a:lnTo>
                    <a:pt x="5156821" y="2258048"/>
                  </a:lnTo>
                  <a:lnTo>
                    <a:pt x="5228444" y="2240919"/>
                  </a:lnTo>
                  <a:lnTo>
                    <a:pt x="5300066" y="2223551"/>
                  </a:lnTo>
                  <a:lnTo>
                    <a:pt x="5371689" y="2205939"/>
                  </a:lnTo>
                  <a:lnTo>
                    <a:pt x="5443311" y="2188082"/>
                  </a:lnTo>
                  <a:lnTo>
                    <a:pt x="5514934" y="2169975"/>
                  </a:lnTo>
                  <a:lnTo>
                    <a:pt x="5586557" y="2151615"/>
                  </a:lnTo>
                  <a:lnTo>
                    <a:pt x="5658179" y="2132999"/>
                  </a:lnTo>
                  <a:lnTo>
                    <a:pt x="5729802" y="2114122"/>
                  </a:lnTo>
                  <a:lnTo>
                    <a:pt x="5801424" y="2094981"/>
                  </a:lnTo>
                  <a:lnTo>
                    <a:pt x="5873047" y="2075573"/>
                  </a:lnTo>
                  <a:lnTo>
                    <a:pt x="5944669" y="2055894"/>
                  </a:lnTo>
                  <a:lnTo>
                    <a:pt x="6016292" y="2035940"/>
                  </a:lnTo>
                  <a:lnTo>
                    <a:pt x="6087914" y="2015707"/>
                  </a:lnTo>
                  <a:lnTo>
                    <a:pt x="6159537" y="1995191"/>
                  </a:lnTo>
                  <a:lnTo>
                    <a:pt x="6231159" y="1974388"/>
                  </a:lnTo>
                  <a:lnTo>
                    <a:pt x="6302782" y="1953295"/>
                  </a:lnTo>
                  <a:lnTo>
                    <a:pt x="6374404" y="1931907"/>
                  </a:lnTo>
                  <a:lnTo>
                    <a:pt x="6446027" y="1910220"/>
                  </a:lnTo>
                  <a:lnTo>
                    <a:pt x="6517649" y="1888229"/>
                  </a:lnTo>
                  <a:lnTo>
                    <a:pt x="6589272" y="1865932"/>
                  </a:lnTo>
                  <a:lnTo>
                    <a:pt x="6660894" y="1843323"/>
                  </a:lnTo>
                  <a:lnTo>
                    <a:pt x="6732517" y="1820398"/>
                  </a:lnTo>
                  <a:lnTo>
                    <a:pt x="6804139" y="1797153"/>
                  </a:lnTo>
                  <a:lnTo>
                    <a:pt x="6875762" y="1773583"/>
                  </a:lnTo>
                  <a:lnTo>
                    <a:pt x="6947385" y="1749683"/>
                  </a:lnTo>
                  <a:lnTo>
                    <a:pt x="7019007" y="1725449"/>
                  </a:lnTo>
                  <a:lnTo>
                    <a:pt x="7090630" y="1700877"/>
                  </a:lnTo>
                  <a:lnTo>
                    <a:pt x="7090630" y="3468021"/>
                  </a:lnTo>
                  <a:lnTo>
                    <a:pt x="7019007" y="3466848"/>
                  </a:lnTo>
                  <a:lnTo>
                    <a:pt x="6947385" y="3465588"/>
                  </a:lnTo>
                  <a:lnTo>
                    <a:pt x="6875762" y="3464234"/>
                  </a:lnTo>
                  <a:lnTo>
                    <a:pt x="6804139" y="3462779"/>
                  </a:lnTo>
                  <a:lnTo>
                    <a:pt x="6732517" y="3461215"/>
                  </a:lnTo>
                  <a:lnTo>
                    <a:pt x="6660894" y="3459535"/>
                  </a:lnTo>
                  <a:lnTo>
                    <a:pt x="6589272" y="3457730"/>
                  </a:lnTo>
                  <a:lnTo>
                    <a:pt x="6517649" y="3455790"/>
                  </a:lnTo>
                  <a:lnTo>
                    <a:pt x="6446027" y="3453705"/>
                  </a:lnTo>
                  <a:lnTo>
                    <a:pt x="6374404" y="3451465"/>
                  </a:lnTo>
                  <a:lnTo>
                    <a:pt x="6302782" y="3449057"/>
                  </a:lnTo>
                  <a:lnTo>
                    <a:pt x="6231159" y="3446471"/>
                  </a:lnTo>
                  <a:lnTo>
                    <a:pt x="6159537" y="3443691"/>
                  </a:lnTo>
                  <a:lnTo>
                    <a:pt x="6087914" y="3440704"/>
                  </a:lnTo>
                  <a:lnTo>
                    <a:pt x="6016292" y="3437494"/>
                  </a:lnTo>
                  <a:lnTo>
                    <a:pt x="5944669" y="3434045"/>
                  </a:lnTo>
                  <a:lnTo>
                    <a:pt x="5873047" y="3430339"/>
                  </a:lnTo>
                  <a:lnTo>
                    <a:pt x="5801424" y="3426356"/>
                  </a:lnTo>
                  <a:lnTo>
                    <a:pt x="5729802" y="3422077"/>
                  </a:lnTo>
                  <a:lnTo>
                    <a:pt x="5658179" y="3417478"/>
                  </a:lnTo>
                  <a:lnTo>
                    <a:pt x="5586557" y="3412536"/>
                  </a:lnTo>
                  <a:lnTo>
                    <a:pt x="5514934" y="3407226"/>
                  </a:lnTo>
                  <a:lnTo>
                    <a:pt x="5443311" y="3401520"/>
                  </a:lnTo>
                  <a:lnTo>
                    <a:pt x="5371689" y="3395388"/>
                  </a:lnTo>
                  <a:lnTo>
                    <a:pt x="5300066" y="3388799"/>
                  </a:lnTo>
                  <a:lnTo>
                    <a:pt x="5228444" y="3381719"/>
                  </a:lnTo>
                  <a:lnTo>
                    <a:pt x="5156821" y="3374110"/>
                  </a:lnTo>
                  <a:lnTo>
                    <a:pt x="5085199" y="3365935"/>
                  </a:lnTo>
                  <a:lnTo>
                    <a:pt x="5013576" y="3357150"/>
                  </a:lnTo>
                  <a:lnTo>
                    <a:pt x="4941954" y="3347709"/>
                  </a:lnTo>
                  <a:lnTo>
                    <a:pt x="4870331" y="3337565"/>
                  </a:lnTo>
                  <a:lnTo>
                    <a:pt x="4798709" y="3326664"/>
                  </a:lnTo>
                  <a:lnTo>
                    <a:pt x="4727086" y="3314950"/>
                  </a:lnTo>
                  <a:lnTo>
                    <a:pt x="4655464" y="3302363"/>
                  </a:lnTo>
                  <a:lnTo>
                    <a:pt x="4583841" y="3288837"/>
                  </a:lnTo>
                  <a:lnTo>
                    <a:pt x="4512219" y="3274302"/>
                  </a:lnTo>
                  <a:lnTo>
                    <a:pt x="4440596" y="3258684"/>
                  </a:lnTo>
                  <a:lnTo>
                    <a:pt x="4368974" y="3241901"/>
                  </a:lnTo>
                  <a:lnTo>
                    <a:pt x="4297351" y="3223866"/>
                  </a:lnTo>
                  <a:lnTo>
                    <a:pt x="4225729" y="3204487"/>
                  </a:lnTo>
                  <a:lnTo>
                    <a:pt x="4154106" y="3183662"/>
                  </a:lnTo>
                  <a:lnTo>
                    <a:pt x="4082483" y="3161285"/>
                  </a:lnTo>
                  <a:lnTo>
                    <a:pt x="4010861" y="3137239"/>
                  </a:lnTo>
                  <a:lnTo>
                    <a:pt x="3939238" y="3111399"/>
                  </a:lnTo>
                  <a:lnTo>
                    <a:pt x="3867616" y="3083633"/>
                  </a:lnTo>
                  <a:lnTo>
                    <a:pt x="3795993" y="3053796"/>
                  </a:lnTo>
                  <a:lnTo>
                    <a:pt x="3724371" y="3021735"/>
                  </a:lnTo>
                  <a:lnTo>
                    <a:pt x="3652748" y="2987282"/>
                  </a:lnTo>
                  <a:lnTo>
                    <a:pt x="3581126" y="2950261"/>
                  </a:lnTo>
                  <a:lnTo>
                    <a:pt x="3509503" y="2910478"/>
                  </a:lnTo>
                  <a:lnTo>
                    <a:pt x="3437881" y="2867729"/>
                  </a:lnTo>
                  <a:lnTo>
                    <a:pt x="3366258" y="2821792"/>
                  </a:lnTo>
                  <a:lnTo>
                    <a:pt x="3294636" y="2772430"/>
                  </a:lnTo>
                  <a:lnTo>
                    <a:pt x="3223013" y="2719387"/>
                  </a:lnTo>
                  <a:lnTo>
                    <a:pt x="3151391" y="2662388"/>
                  </a:lnTo>
                  <a:lnTo>
                    <a:pt x="3079768" y="2664163"/>
                  </a:lnTo>
                  <a:lnTo>
                    <a:pt x="3008146" y="2675459"/>
                  </a:lnTo>
                  <a:lnTo>
                    <a:pt x="2936523" y="2686599"/>
                  </a:lnTo>
                  <a:lnTo>
                    <a:pt x="2864901" y="2697586"/>
                  </a:lnTo>
                  <a:lnTo>
                    <a:pt x="2793278" y="2708421"/>
                  </a:lnTo>
                  <a:lnTo>
                    <a:pt x="2721655" y="2719107"/>
                  </a:lnTo>
                  <a:lnTo>
                    <a:pt x="2650033" y="2729646"/>
                  </a:lnTo>
                  <a:lnTo>
                    <a:pt x="2578410" y="2740039"/>
                  </a:lnTo>
                  <a:lnTo>
                    <a:pt x="2506788" y="2750289"/>
                  </a:lnTo>
                  <a:lnTo>
                    <a:pt x="2435165" y="2760398"/>
                  </a:lnTo>
                  <a:lnTo>
                    <a:pt x="2363543" y="2770367"/>
                  </a:lnTo>
                  <a:lnTo>
                    <a:pt x="2291920" y="2780199"/>
                  </a:lnTo>
                  <a:lnTo>
                    <a:pt x="2220298" y="2789896"/>
                  </a:lnTo>
                  <a:lnTo>
                    <a:pt x="2148675" y="2799459"/>
                  </a:lnTo>
                  <a:lnTo>
                    <a:pt x="2077053" y="2808890"/>
                  </a:lnTo>
                  <a:lnTo>
                    <a:pt x="2005430" y="2818191"/>
                  </a:lnTo>
                  <a:lnTo>
                    <a:pt x="1933808" y="2827364"/>
                  </a:lnTo>
                  <a:lnTo>
                    <a:pt x="1862185" y="2836411"/>
                  </a:lnTo>
                  <a:lnTo>
                    <a:pt x="1790563" y="2845333"/>
                  </a:lnTo>
                  <a:lnTo>
                    <a:pt x="1718940" y="2854131"/>
                  </a:lnTo>
                  <a:lnTo>
                    <a:pt x="1647318" y="2862809"/>
                  </a:lnTo>
                  <a:lnTo>
                    <a:pt x="1575695" y="2871367"/>
                  </a:lnTo>
                  <a:lnTo>
                    <a:pt x="1504073" y="2879807"/>
                  </a:lnTo>
                  <a:lnTo>
                    <a:pt x="1432450" y="2888131"/>
                  </a:lnTo>
                  <a:lnTo>
                    <a:pt x="1360827" y="2896340"/>
                  </a:lnTo>
                  <a:lnTo>
                    <a:pt x="1289205" y="2904436"/>
                  </a:lnTo>
                  <a:lnTo>
                    <a:pt x="1217582" y="2912420"/>
                  </a:lnTo>
                  <a:lnTo>
                    <a:pt x="1145960" y="2920294"/>
                  </a:lnTo>
                  <a:lnTo>
                    <a:pt x="1074337" y="2928060"/>
                  </a:lnTo>
                  <a:lnTo>
                    <a:pt x="1002715" y="2935719"/>
                  </a:lnTo>
                  <a:lnTo>
                    <a:pt x="931092" y="2943272"/>
                  </a:lnTo>
                  <a:lnTo>
                    <a:pt x="859470" y="2950721"/>
                  </a:lnTo>
                  <a:lnTo>
                    <a:pt x="787847" y="2958067"/>
                  </a:lnTo>
                  <a:lnTo>
                    <a:pt x="716225" y="2965313"/>
                  </a:lnTo>
                  <a:lnTo>
                    <a:pt x="644602" y="2972458"/>
                  </a:lnTo>
                  <a:lnTo>
                    <a:pt x="572980" y="2979505"/>
                  </a:lnTo>
                  <a:lnTo>
                    <a:pt x="501357" y="2986454"/>
                  </a:lnTo>
                  <a:lnTo>
                    <a:pt x="429735" y="2993308"/>
                  </a:lnTo>
                  <a:lnTo>
                    <a:pt x="358112" y="3000068"/>
                  </a:lnTo>
                  <a:lnTo>
                    <a:pt x="286490" y="3006734"/>
                  </a:lnTo>
                  <a:lnTo>
                    <a:pt x="214867" y="3013308"/>
                  </a:lnTo>
                  <a:lnTo>
                    <a:pt x="143245" y="3019792"/>
                  </a:lnTo>
                  <a:lnTo>
                    <a:pt x="71622" y="3026186"/>
                  </a:lnTo>
                  <a:lnTo>
                    <a:pt x="0" y="303249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84746" y="2073503"/>
              <a:ext cx="5377932" cy="2652710"/>
            </a:xfrm>
            <a:custGeom>
              <a:avLst/>
              <a:pathLst>
                <a:path w="5377932" h="2652710">
                  <a:moveTo>
                    <a:pt x="0" y="0"/>
                  </a:moveTo>
                  <a:lnTo>
                    <a:pt x="6243" y="22499"/>
                  </a:lnTo>
                  <a:lnTo>
                    <a:pt x="77865" y="262695"/>
                  </a:lnTo>
                  <a:lnTo>
                    <a:pt x="149488" y="486223"/>
                  </a:lnTo>
                  <a:lnTo>
                    <a:pt x="221111" y="694238"/>
                  </a:lnTo>
                  <a:lnTo>
                    <a:pt x="292733" y="887818"/>
                  </a:lnTo>
                  <a:lnTo>
                    <a:pt x="364356" y="1067965"/>
                  </a:lnTo>
                  <a:lnTo>
                    <a:pt x="435978" y="1235610"/>
                  </a:lnTo>
                  <a:lnTo>
                    <a:pt x="507601" y="1391621"/>
                  </a:lnTo>
                  <a:lnTo>
                    <a:pt x="579223" y="1536806"/>
                  </a:lnTo>
                  <a:lnTo>
                    <a:pt x="650846" y="1671915"/>
                  </a:lnTo>
                  <a:lnTo>
                    <a:pt x="722468" y="1797649"/>
                  </a:lnTo>
                  <a:lnTo>
                    <a:pt x="794091" y="1914657"/>
                  </a:lnTo>
                  <a:lnTo>
                    <a:pt x="865713" y="2023545"/>
                  </a:lnTo>
                  <a:lnTo>
                    <a:pt x="937336" y="2124877"/>
                  </a:lnTo>
                  <a:lnTo>
                    <a:pt x="1008958" y="2219177"/>
                  </a:lnTo>
                  <a:lnTo>
                    <a:pt x="1080581" y="2306933"/>
                  </a:lnTo>
                  <a:lnTo>
                    <a:pt x="1152203" y="2388599"/>
                  </a:lnTo>
                  <a:lnTo>
                    <a:pt x="1223826" y="2464597"/>
                  </a:lnTo>
                  <a:lnTo>
                    <a:pt x="1295448" y="2535322"/>
                  </a:lnTo>
                  <a:lnTo>
                    <a:pt x="1367071" y="2601139"/>
                  </a:lnTo>
                  <a:lnTo>
                    <a:pt x="1438693" y="2652710"/>
                  </a:lnTo>
                  <a:lnTo>
                    <a:pt x="1510316" y="2641096"/>
                  </a:lnTo>
                  <a:lnTo>
                    <a:pt x="1581939" y="2629320"/>
                  </a:lnTo>
                  <a:lnTo>
                    <a:pt x="1653561" y="2617379"/>
                  </a:lnTo>
                  <a:lnTo>
                    <a:pt x="1725184" y="2605272"/>
                  </a:lnTo>
                  <a:lnTo>
                    <a:pt x="1796806" y="2592995"/>
                  </a:lnTo>
                  <a:lnTo>
                    <a:pt x="1868429" y="2580547"/>
                  </a:lnTo>
                  <a:lnTo>
                    <a:pt x="1940051" y="2567925"/>
                  </a:lnTo>
                  <a:lnTo>
                    <a:pt x="2011674" y="2555126"/>
                  </a:lnTo>
                  <a:lnTo>
                    <a:pt x="2083296" y="2542148"/>
                  </a:lnTo>
                  <a:lnTo>
                    <a:pt x="2154919" y="2528990"/>
                  </a:lnTo>
                  <a:lnTo>
                    <a:pt x="2226541" y="2515647"/>
                  </a:lnTo>
                  <a:lnTo>
                    <a:pt x="2298164" y="2502118"/>
                  </a:lnTo>
                  <a:lnTo>
                    <a:pt x="2369786" y="2488399"/>
                  </a:lnTo>
                  <a:lnTo>
                    <a:pt x="2441409" y="2474489"/>
                  </a:lnTo>
                  <a:lnTo>
                    <a:pt x="2513031" y="2460385"/>
                  </a:lnTo>
                  <a:lnTo>
                    <a:pt x="2584654" y="2446083"/>
                  </a:lnTo>
                  <a:lnTo>
                    <a:pt x="2656276" y="2431582"/>
                  </a:lnTo>
                  <a:lnTo>
                    <a:pt x="2727899" y="2416878"/>
                  </a:lnTo>
                  <a:lnTo>
                    <a:pt x="2799521" y="2401968"/>
                  </a:lnTo>
                  <a:lnTo>
                    <a:pt x="2871144" y="2386851"/>
                  </a:lnTo>
                  <a:lnTo>
                    <a:pt x="2942767" y="2371521"/>
                  </a:lnTo>
                  <a:lnTo>
                    <a:pt x="3014389" y="2355978"/>
                  </a:lnTo>
                  <a:lnTo>
                    <a:pt x="3086012" y="2340217"/>
                  </a:lnTo>
                  <a:lnTo>
                    <a:pt x="3157634" y="2324237"/>
                  </a:lnTo>
                  <a:lnTo>
                    <a:pt x="3229257" y="2308032"/>
                  </a:lnTo>
                  <a:lnTo>
                    <a:pt x="3300879" y="2291602"/>
                  </a:lnTo>
                  <a:lnTo>
                    <a:pt x="3372502" y="2274941"/>
                  </a:lnTo>
                  <a:lnTo>
                    <a:pt x="3444124" y="2258048"/>
                  </a:lnTo>
                  <a:lnTo>
                    <a:pt x="3515747" y="2240919"/>
                  </a:lnTo>
                  <a:lnTo>
                    <a:pt x="3587369" y="2223551"/>
                  </a:lnTo>
                  <a:lnTo>
                    <a:pt x="3658992" y="2205939"/>
                  </a:lnTo>
                  <a:lnTo>
                    <a:pt x="3730614" y="2188082"/>
                  </a:lnTo>
                  <a:lnTo>
                    <a:pt x="3802237" y="2169975"/>
                  </a:lnTo>
                  <a:lnTo>
                    <a:pt x="3873859" y="2151615"/>
                  </a:lnTo>
                  <a:lnTo>
                    <a:pt x="3945482" y="2132999"/>
                  </a:lnTo>
                  <a:lnTo>
                    <a:pt x="4017104" y="2114122"/>
                  </a:lnTo>
                  <a:lnTo>
                    <a:pt x="4088727" y="2094981"/>
                  </a:lnTo>
                  <a:lnTo>
                    <a:pt x="4160349" y="2075573"/>
                  </a:lnTo>
                  <a:lnTo>
                    <a:pt x="4231972" y="2055894"/>
                  </a:lnTo>
                  <a:lnTo>
                    <a:pt x="4303595" y="2035940"/>
                  </a:lnTo>
                  <a:lnTo>
                    <a:pt x="4375217" y="2015707"/>
                  </a:lnTo>
                  <a:lnTo>
                    <a:pt x="4446840" y="1995191"/>
                  </a:lnTo>
                  <a:lnTo>
                    <a:pt x="4518462" y="1974388"/>
                  </a:lnTo>
                  <a:lnTo>
                    <a:pt x="4590085" y="1953295"/>
                  </a:lnTo>
                  <a:lnTo>
                    <a:pt x="4661707" y="1931907"/>
                  </a:lnTo>
                  <a:lnTo>
                    <a:pt x="4733330" y="1910220"/>
                  </a:lnTo>
                  <a:lnTo>
                    <a:pt x="4804952" y="1888229"/>
                  </a:lnTo>
                  <a:lnTo>
                    <a:pt x="4876575" y="1865932"/>
                  </a:lnTo>
                  <a:lnTo>
                    <a:pt x="4948197" y="1843323"/>
                  </a:lnTo>
                  <a:lnTo>
                    <a:pt x="5019820" y="1820398"/>
                  </a:lnTo>
                  <a:lnTo>
                    <a:pt x="5091442" y="1797153"/>
                  </a:lnTo>
                  <a:lnTo>
                    <a:pt x="5163065" y="1773583"/>
                  </a:lnTo>
                  <a:lnTo>
                    <a:pt x="5234687" y="1749683"/>
                  </a:lnTo>
                  <a:lnTo>
                    <a:pt x="5306310" y="1725449"/>
                  </a:lnTo>
                  <a:lnTo>
                    <a:pt x="5377932" y="17008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5891"/>
              <a:ext cx="7090630" cy="805632"/>
            </a:xfrm>
            <a:custGeom>
              <a:avLst/>
              <a:pathLst>
                <a:path w="7090630" h="805632">
                  <a:moveTo>
                    <a:pt x="7090630" y="805632"/>
                  </a:moveTo>
                  <a:lnTo>
                    <a:pt x="7019007" y="804460"/>
                  </a:lnTo>
                  <a:lnTo>
                    <a:pt x="6947385" y="803200"/>
                  </a:lnTo>
                  <a:lnTo>
                    <a:pt x="6875762" y="801846"/>
                  </a:lnTo>
                  <a:lnTo>
                    <a:pt x="6804139" y="800390"/>
                  </a:lnTo>
                  <a:lnTo>
                    <a:pt x="6732517" y="798827"/>
                  </a:lnTo>
                  <a:lnTo>
                    <a:pt x="6660894" y="797147"/>
                  </a:lnTo>
                  <a:lnTo>
                    <a:pt x="6589272" y="795341"/>
                  </a:lnTo>
                  <a:lnTo>
                    <a:pt x="6517649" y="793401"/>
                  </a:lnTo>
                  <a:lnTo>
                    <a:pt x="6446027" y="791316"/>
                  </a:lnTo>
                  <a:lnTo>
                    <a:pt x="6374404" y="789076"/>
                  </a:lnTo>
                  <a:lnTo>
                    <a:pt x="6302782" y="786669"/>
                  </a:lnTo>
                  <a:lnTo>
                    <a:pt x="6231159" y="784082"/>
                  </a:lnTo>
                  <a:lnTo>
                    <a:pt x="6159537" y="781302"/>
                  </a:lnTo>
                  <a:lnTo>
                    <a:pt x="6087914" y="778315"/>
                  </a:lnTo>
                  <a:lnTo>
                    <a:pt x="6016292" y="775106"/>
                  </a:lnTo>
                  <a:lnTo>
                    <a:pt x="5944669" y="771657"/>
                  </a:lnTo>
                  <a:lnTo>
                    <a:pt x="5873047" y="767950"/>
                  </a:lnTo>
                  <a:lnTo>
                    <a:pt x="5801424" y="763968"/>
                  </a:lnTo>
                  <a:lnTo>
                    <a:pt x="5729802" y="759688"/>
                  </a:lnTo>
                  <a:lnTo>
                    <a:pt x="5658179" y="755089"/>
                  </a:lnTo>
                  <a:lnTo>
                    <a:pt x="5586557" y="750148"/>
                  </a:lnTo>
                  <a:lnTo>
                    <a:pt x="5514934" y="744838"/>
                  </a:lnTo>
                  <a:lnTo>
                    <a:pt x="5443311" y="739131"/>
                  </a:lnTo>
                  <a:lnTo>
                    <a:pt x="5371689" y="733000"/>
                  </a:lnTo>
                  <a:lnTo>
                    <a:pt x="5300066" y="726411"/>
                  </a:lnTo>
                  <a:lnTo>
                    <a:pt x="5228444" y="719330"/>
                  </a:lnTo>
                  <a:lnTo>
                    <a:pt x="5156821" y="711722"/>
                  </a:lnTo>
                  <a:lnTo>
                    <a:pt x="5085199" y="703546"/>
                  </a:lnTo>
                  <a:lnTo>
                    <a:pt x="5013576" y="694761"/>
                  </a:lnTo>
                  <a:lnTo>
                    <a:pt x="4941954" y="685321"/>
                  </a:lnTo>
                  <a:lnTo>
                    <a:pt x="4870331" y="675176"/>
                  </a:lnTo>
                  <a:lnTo>
                    <a:pt x="4798709" y="664275"/>
                  </a:lnTo>
                  <a:lnTo>
                    <a:pt x="4727086" y="652562"/>
                  </a:lnTo>
                  <a:lnTo>
                    <a:pt x="4655464" y="639974"/>
                  </a:lnTo>
                  <a:lnTo>
                    <a:pt x="4583841" y="626449"/>
                  </a:lnTo>
                  <a:lnTo>
                    <a:pt x="4512219" y="611914"/>
                  </a:lnTo>
                  <a:lnTo>
                    <a:pt x="4440596" y="596296"/>
                  </a:lnTo>
                  <a:lnTo>
                    <a:pt x="4368974" y="579513"/>
                  </a:lnTo>
                  <a:lnTo>
                    <a:pt x="4297351" y="561478"/>
                  </a:lnTo>
                  <a:lnTo>
                    <a:pt x="4225729" y="542099"/>
                  </a:lnTo>
                  <a:lnTo>
                    <a:pt x="4154106" y="521274"/>
                  </a:lnTo>
                  <a:lnTo>
                    <a:pt x="4082483" y="498897"/>
                  </a:lnTo>
                  <a:lnTo>
                    <a:pt x="4010861" y="474850"/>
                  </a:lnTo>
                  <a:lnTo>
                    <a:pt x="3939238" y="449011"/>
                  </a:lnTo>
                  <a:lnTo>
                    <a:pt x="3867616" y="421245"/>
                  </a:lnTo>
                  <a:lnTo>
                    <a:pt x="3795993" y="391408"/>
                  </a:lnTo>
                  <a:lnTo>
                    <a:pt x="3724371" y="359346"/>
                  </a:lnTo>
                  <a:lnTo>
                    <a:pt x="3652748" y="324894"/>
                  </a:lnTo>
                  <a:lnTo>
                    <a:pt x="3581126" y="287872"/>
                  </a:lnTo>
                  <a:lnTo>
                    <a:pt x="3509503" y="248090"/>
                  </a:lnTo>
                  <a:lnTo>
                    <a:pt x="3437881" y="205341"/>
                  </a:lnTo>
                  <a:lnTo>
                    <a:pt x="3366258" y="159404"/>
                  </a:lnTo>
                  <a:lnTo>
                    <a:pt x="3294636" y="110042"/>
                  </a:lnTo>
                  <a:lnTo>
                    <a:pt x="3223013" y="56998"/>
                  </a:lnTo>
                  <a:lnTo>
                    <a:pt x="3151391" y="0"/>
                  </a:lnTo>
                  <a:lnTo>
                    <a:pt x="3079768" y="1775"/>
                  </a:lnTo>
                  <a:lnTo>
                    <a:pt x="3008146" y="13071"/>
                  </a:lnTo>
                  <a:lnTo>
                    <a:pt x="2936523" y="24211"/>
                  </a:lnTo>
                  <a:lnTo>
                    <a:pt x="2864901" y="35198"/>
                  </a:lnTo>
                  <a:lnTo>
                    <a:pt x="2793278" y="46033"/>
                  </a:lnTo>
                  <a:lnTo>
                    <a:pt x="2721655" y="56719"/>
                  </a:lnTo>
                  <a:lnTo>
                    <a:pt x="2650033" y="67257"/>
                  </a:lnTo>
                  <a:lnTo>
                    <a:pt x="2578410" y="77651"/>
                  </a:lnTo>
                  <a:lnTo>
                    <a:pt x="2506788" y="87901"/>
                  </a:lnTo>
                  <a:lnTo>
                    <a:pt x="2435165" y="98010"/>
                  </a:lnTo>
                  <a:lnTo>
                    <a:pt x="2363543" y="107979"/>
                  </a:lnTo>
                  <a:lnTo>
                    <a:pt x="2291920" y="117811"/>
                  </a:lnTo>
                  <a:lnTo>
                    <a:pt x="2220298" y="127508"/>
                  </a:lnTo>
                  <a:lnTo>
                    <a:pt x="2148675" y="137071"/>
                  </a:lnTo>
                  <a:lnTo>
                    <a:pt x="2077053" y="146502"/>
                  </a:lnTo>
                  <a:lnTo>
                    <a:pt x="2005430" y="155803"/>
                  </a:lnTo>
                  <a:lnTo>
                    <a:pt x="1933808" y="164976"/>
                  </a:lnTo>
                  <a:lnTo>
                    <a:pt x="1862185" y="174022"/>
                  </a:lnTo>
                  <a:lnTo>
                    <a:pt x="1790563" y="182944"/>
                  </a:lnTo>
                  <a:lnTo>
                    <a:pt x="1718940" y="191743"/>
                  </a:lnTo>
                  <a:lnTo>
                    <a:pt x="1647318" y="200421"/>
                  </a:lnTo>
                  <a:lnTo>
                    <a:pt x="1575695" y="208979"/>
                  </a:lnTo>
                  <a:lnTo>
                    <a:pt x="1504073" y="217419"/>
                  </a:lnTo>
                  <a:lnTo>
                    <a:pt x="1432450" y="225743"/>
                  </a:lnTo>
                  <a:lnTo>
                    <a:pt x="1360827" y="233952"/>
                  </a:lnTo>
                  <a:lnTo>
                    <a:pt x="1289205" y="242047"/>
                  </a:lnTo>
                  <a:lnTo>
                    <a:pt x="1217582" y="250032"/>
                  </a:lnTo>
                  <a:lnTo>
                    <a:pt x="1145960" y="257906"/>
                  </a:lnTo>
                  <a:lnTo>
                    <a:pt x="1074337" y="265672"/>
                  </a:lnTo>
                  <a:lnTo>
                    <a:pt x="1002715" y="273330"/>
                  </a:lnTo>
                  <a:lnTo>
                    <a:pt x="931092" y="280884"/>
                  </a:lnTo>
                  <a:lnTo>
                    <a:pt x="859470" y="288333"/>
                  </a:lnTo>
                  <a:lnTo>
                    <a:pt x="787847" y="295679"/>
                  </a:lnTo>
                  <a:lnTo>
                    <a:pt x="716225" y="302924"/>
                  </a:lnTo>
                  <a:lnTo>
                    <a:pt x="644602" y="310069"/>
                  </a:lnTo>
                  <a:lnTo>
                    <a:pt x="572980" y="317116"/>
                  </a:lnTo>
                  <a:lnTo>
                    <a:pt x="501357" y="324066"/>
                  </a:lnTo>
                  <a:lnTo>
                    <a:pt x="429735" y="330920"/>
                  </a:lnTo>
                  <a:lnTo>
                    <a:pt x="358112" y="337679"/>
                  </a:lnTo>
                  <a:lnTo>
                    <a:pt x="286490" y="344345"/>
                  </a:lnTo>
                  <a:lnTo>
                    <a:pt x="214867" y="350920"/>
                  </a:lnTo>
                  <a:lnTo>
                    <a:pt x="143245" y="357404"/>
                  </a:lnTo>
                  <a:lnTo>
                    <a:pt x="71622" y="363798"/>
                  </a:lnTo>
                  <a:lnTo>
                    <a:pt x="0" y="3701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594830"/>
              <a:ext cx="7090630" cy="2794977"/>
            </a:xfrm>
            <a:custGeom>
              <a:avLst/>
              <a:pathLst>
                <a:path w="7090630" h="2794977">
                  <a:moveTo>
                    <a:pt x="0" y="0"/>
                  </a:moveTo>
                  <a:lnTo>
                    <a:pt x="71622" y="84738"/>
                  </a:lnTo>
                  <a:lnTo>
                    <a:pt x="143245" y="167052"/>
                  </a:lnTo>
                  <a:lnTo>
                    <a:pt x="214867" y="247012"/>
                  </a:lnTo>
                  <a:lnTo>
                    <a:pt x="286490" y="324684"/>
                  </a:lnTo>
                  <a:lnTo>
                    <a:pt x="358112" y="400135"/>
                  </a:lnTo>
                  <a:lnTo>
                    <a:pt x="429735" y="473428"/>
                  </a:lnTo>
                  <a:lnTo>
                    <a:pt x="501357" y="544624"/>
                  </a:lnTo>
                  <a:lnTo>
                    <a:pt x="572980" y="613783"/>
                  </a:lnTo>
                  <a:lnTo>
                    <a:pt x="644602" y="680965"/>
                  </a:lnTo>
                  <a:lnTo>
                    <a:pt x="716225" y="746224"/>
                  </a:lnTo>
                  <a:lnTo>
                    <a:pt x="787847" y="809617"/>
                  </a:lnTo>
                  <a:lnTo>
                    <a:pt x="859470" y="871197"/>
                  </a:lnTo>
                  <a:lnTo>
                    <a:pt x="931092" y="931015"/>
                  </a:lnTo>
                  <a:lnTo>
                    <a:pt x="1002715" y="989122"/>
                  </a:lnTo>
                  <a:lnTo>
                    <a:pt x="1074337" y="1045567"/>
                  </a:lnTo>
                  <a:lnTo>
                    <a:pt x="1145960" y="1100398"/>
                  </a:lnTo>
                  <a:lnTo>
                    <a:pt x="1217582" y="1153660"/>
                  </a:lnTo>
                  <a:lnTo>
                    <a:pt x="1289205" y="1205398"/>
                  </a:lnTo>
                  <a:lnTo>
                    <a:pt x="1360827" y="1255657"/>
                  </a:lnTo>
                  <a:lnTo>
                    <a:pt x="1432450" y="1304477"/>
                  </a:lnTo>
                  <a:lnTo>
                    <a:pt x="1504073" y="1351902"/>
                  </a:lnTo>
                  <a:lnTo>
                    <a:pt x="1575695" y="1397970"/>
                  </a:lnTo>
                  <a:lnTo>
                    <a:pt x="1647318" y="1442720"/>
                  </a:lnTo>
                  <a:lnTo>
                    <a:pt x="1718940" y="1486190"/>
                  </a:lnTo>
                  <a:lnTo>
                    <a:pt x="1790563" y="1528417"/>
                  </a:lnTo>
                  <a:lnTo>
                    <a:pt x="1862185" y="1569435"/>
                  </a:lnTo>
                  <a:lnTo>
                    <a:pt x="1933808" y="1609281"/>
                  </a:lnTo>
                  <a:lnTo>
                    <a:pt x="2005430" y="1647987"/>
                  </a:lnTo>
                  <a:lnTo>
                    <a:pt x="2077053" y="1685585"/>
                  </a:lnTo>
                  <a:lnTo>
                    <a:pt x="2148675" y="1722108"/>
                  </a:lnTo>
                  <a:lnTo>
                    <a:pt x="2220298" y="1757587"/>
                  </a:lnTo>
                  <a:lnTo>
                    <a:pt x="2291920" y="1792050"/>
                  </a:lnTo>
                  <a:lnTo>
                    <a:pt x="2363543" y="1825528"/>
                  </a:lnTo>
                  <a:lnTo>
                    <a:pt x="2435165" y="1858048"/>
                  </a:lnTo>
                  <a:lnTo>
                    <a:pt x="2506788" y="1889638"/>
                  </a:lnTo>
                  <a:lnTo>
                    <a:pt x="2578410" y="1920324"/>
                  </a:lnTo>
                  <a:lnTo>
                    <a:pt x="2650033" y="1950132"/>
                  </a:lnTo>
                  <a:lnTo>
                    <a:pt x="2721655" y="1979088"/>
                  </a:lnTo>
                  <a:lnTo>
                    <a:pt x="2793278" y="2007216"/>
                  </a:lnTo>
                  <a:lnTo>
                    <a:pt x="2864901" y="2034539"/>
                  </a:lnTo>
                  <a:lnTo>
                    <a:pt x="2936523" y="2061080"/>
                  </a:lnTo>
                  <a:lnTo>
                    <a:pt x="3008146" y="2086863"/>
                  </a:lnTo>
                  <a:lnTo>
                    <a:pt x="3079768" y="2111907"/>
                  </a:lnTo>
                  <a:lnTo>
                    <a:pt x="3151391" y="2136236"/>
                  </a:lnTo>
                  <a:lnTo>
                    <a:pt x="3223013" y="2159868"/>
                  </a:lnTo>
                  <a:lnTo>
                    <a:pt x="3294636" y="2182825"/>
                  </a:lnTo>
                  <a:lnTo>
                    <a:pt x="3366258" y="2205125"/>
                  </a:lnTo>
                  <a:lnTo>
                    <a:pt x="3437881" y="2226787"/>
                  </a:lnTo>
                  <a:lnTo>
                    <a:pt x="3509503" y="2247829"/>
                  </a:lnTo>
                  <a:lnTo>
                    <a:pt x="3581126" y="2268269"/>
                  </a:lnTo>
                  <a:lnTo>
                    <a:pt x="3652748" y="2288125"/>
                  </a:lnTo>
                  <a:lnTo>
                    <a:pt x="3724371" y="2307413"/>
                  </a:lnTo>
                  <a:lnTo>
                    <a:pt x="3795993" y="2326149"/>
                  </a:lnTo>
                  <a:lnTo>
                    <a:pt x="3867616" y="2344349"/>
                  </a:lnTo>
                  <a:lnTo>
                    <a:pt x="3939238" y="2362029"/>
                  </a:lnTo>
                  <a:lnTo>
                    <a:pt x="4010861" y="2379202"/>
                  </a:lnTo>
                  <a:lnTo>
                    <a:pt x="4082483" y="2395885"/>
                  </a:lnTo>
                  <a:lnTo>
                    <a:pt x="4154106" y="2412090"/>
                  </a:lnTo>
                  <a:lnTo>
                    <a:pt x="4225729" y="2427832"/>
                  </a:lnTo>
                  <a:lnTo>
                    <a:pt x="4297351" y="2443124"/>
                  </a:lnTo>
                  <a:lnTo>
                    <a:pt x="4368974" y="2457978"/>
                  </a:lnTo>
                  <a:lnTo>
                    <a:pt x="4440596" y="2472407"/>
                  </a:lnTo>
                  <a:lnTo>
                    <a:pt x="4512219" y="2486424"/>
                  </a:lnTo>
                  <a:lnTo>
                    <a:pt x="4583841" y="2500039"/>
                  </a:lnTo>
                  <a:lnTo>
                    <a:pt x="4655464" y="2513265"/>
                  </a:lnTo>
                  <a:lnTo>
                    <a:pt x="4727086" y="2526113"/>
                  </a:lnTo>
                  <a:lnTo>
                    <a:pt x="4798709" y="2538593"/>
                  </a:lnTo>
                  <a:lnTo>
                    <a:pt x="4870331" y="2550717"/>
                  </a:lnTo>
                  <a:lnTo>
                    <a:pt x="4941954" y="2562493"/>
                  </a:lnTo>
                  <a:lnTo>
                    <a:pt x="5013576" y="2573933"/>
                  </a:lnTo>
                  <a:lnTo>
                    <a:pt x="5085199" y="2585045"/>
                  </a:lnTo>
                  <a:lnTo>
                    <a:pt x="5156821" y="2595840"/>
                  </a:lnTo>
                  <a:lnTo>
                    <a:pt x="5228444" y="2606325"/>
                  </a:lnTo>
                  <a:lnTo>
                    <a:pt x="5300066" y="2616511"/>
                  </a:lnTo>
                  <a:lnTo>
                    <a:pt x="5371689" y="2626406"/>
                  </a:lnTo>
                  <a:lnTo>
                    <a:pt x="5443311" y="2636017"/>
                  </a:lnTo>
                  <a:lnTo>
                    <a:pt x="5514934" y="2645354"/>
                  </a:lnTo>
                  <a:lnTo>
                    <a:pt x="5586557" y="2654423"/>
                  </a:lnTo>
                  <a:lnTo>
                    <a:pt x="5658179" y="2663233"/>
                  </a:lnTo>
                  <a:lnTo>
                    <a:pt x="5729802" y="2671791"/>
                  </a:lnTo>
                  <a:lnTo>
                    <a:pt x="5801424" y="2680105"/>
                  </a:lnTo>
                  <a:lnTo>
                    <a:pt x="5873047" y="2688180"/>
                  </a:lnTo>
                  <a:lnTo>
                    <a:pt x="5944669" y="2696024"/>
                  </a:lnTo>
                  <a:lnTo>
                    <a:pt x="6016292" y="2703645"/>
                  </a:lnTo>
                  <a:lnTo>
                    <a:pt x="6087914" y="2711047"/>
                  </a:lnTo>
                  <a:lnTo>
                    <a:pt x="6159537" y="2718237"/>
                  </a:lnTo>
                  <a:lnTo>
                    <a:pt x="6231159" y="2725222"/>
                  </a:lnTo>
                  <a:lnTo>
                    <a:pt x="6302782" y="2732007"/>
                  </a:lnTo>
                  <a:lnTo>
                    <a:pt x="6374404" y="2738597"/>
                  </a:lnTo>
                  <a:lnTo>
                    <a:pt x="6446027" y="2745000"/>
                  </a:lnTo>
                  <a:lnTo>
                    <a:pt x="6517649" y="2751219"/>
                  </a:lnTo>
                  <a:lnTo>
                    <a:pt x="6589272" y="2757260"/>
                  </a:lnTo>
                  <a:lnTo>
                    <a:pt x="6660894" y="2763129"/>
                  </a:lnTo>
                  <a:lnTo>
                    <a:pt x="6732517" y="2768829"/>
                  </a:lnTo>
                  <a:lnTo>
                    <a:pt x="6804139" y="2774367"/>
                  </a:lnTo>
                  <a:lnTo>
                    <a:pt x="6875762" y="2779746"/>
                  </a:lnTo>
                  <a:lnTo>
                    <a:pt x="6947385" y="2784971"/>
                  </a:lnTo>
                  <a:lnTo>
                    <a:pt x="7019007" y="2790047"/>
                  </a:lnTo>
                  <a:lnTo>
                    <a:pt x="7090630" y="279497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1.46 (0.83-2.56), p = 0.185  |  per IQR decline (Δ = 25.8 %): 2.67 (0.63-11.38)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48050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2026-10-08T10:07:54Z</dcterms:modified>
  <cp:category/>
</cp:coreProperties>
</file>