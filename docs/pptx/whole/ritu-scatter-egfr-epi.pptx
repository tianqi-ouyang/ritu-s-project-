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6913" y="529348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6913" y="440222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913" y="351096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913" y="261970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1616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984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8080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63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913" y="484785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6913" y="395659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6913" y="306533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6913" y="217407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5732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53964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62196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948242" y="4079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400490" y="2341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697672" y="30661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747480" y="2718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069349" y="3038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737873" y="282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373296" y="3021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53471" y="33704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400667" y="30157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9735" y="287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125802" y="2333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933859" y="2424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469688" y="3383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183758" y="2975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82690" y="43822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18011" y="3055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512478" y="39016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789373" y="2794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740762" y="27218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809272" y="3416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679329" y="4426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919455" y="2766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37350" y="3092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775753" y="2576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847787" y="3444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939566" y="305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487558" y="2148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210455" y="2931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097741" y="2432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283018" y="28534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30245" y="2581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5530847" y="318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166029" y="2689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78492" y="3920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983577" y="2842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307148" y="2815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218358" y="3032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04232" y="2662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13447" y="2338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09609" y="2571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496570" y="3036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969639" y="3160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398627" y="4647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842114" y="317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85503" y="2542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200072" y="246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526358" y="3728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967874" y="2850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456634" y="30421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473478" y="266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97460" y="2975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119899" y="3039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486740" y="2242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564178" y="3090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685144" y="26363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430553" y="29193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437719" y="3453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66197" y="3159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30858" y="2500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66992" y="2839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123312" y="3002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650387" y="23459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148594" y="2637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64963" y="32257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491431" y="3216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487640" y="2984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145684" y="26908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642330" y="343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5064734" y="25414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214024" y="2624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302894" y="31669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352855" y="3422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115196" y="2421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916089" y="2342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854882" y="307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680211" y="2528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947038" y="30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785364" y="2795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444841" y="2394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822305" y="3289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484406" y="3515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510743" y="27001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255922" y="3782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201373" y="23237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577406" y="2709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251014" y="26452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376062" y="2862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251973" y="3151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621091" y="29721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945201" y="322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7395443" y="3441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146331" y="27058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059914" y="2730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225097" y="2974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112310" y="331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777450" y="2388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422288" y="25401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968456" y="3111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228121" y="2553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927549" y="2349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767037" y="294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841589" y="324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270097" y="3354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681409" y="24127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911277" y="3404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6053297" y="2887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100746" y="3086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6009019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367343" y="2461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7834534" y="4695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524836" y="3181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199189" y="3105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295460" y="28853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7606909" y="2720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917002" y="2463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240122" y="33521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518997" y="308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401534" y="3398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82694" y="3126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386599" y="332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393522" y="29809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927991" y="2968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468223" y="3609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982631" y="2898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036536" y="3611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78236" y="3304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92566" y="2815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356504" y="2456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565936" y="3323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181441" y="4066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606317" y="294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703170" y="3189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28886" y="311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7516197" y="4179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619265" y="3181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019974" y="25607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650963" y="2347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933285" y="2933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768352" y="25819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950408" y="3120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411761" y="2941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224740" y="2975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755091" y="34164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31745" y="35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7840805" y="313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248143" y="2170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940783" y="35907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480300" y="3063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846897" y="2558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666664" y="2480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452570" y="3362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815202" y="247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400793" y="3278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643227" y="254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7152179" y="3448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460202" y="3244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051016" y="2604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7456423" y="2961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74615" y="27167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002051" y="2731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541246" y="2360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582105" y="27060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242628" y="3724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197761" y="21740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598111" y="34153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462354" y="2722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255078" y="3077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449138" y="517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846499" y="280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7418369" y="400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103604" y="2850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029408" y="2694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713365" y="4693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823373" y="285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059403" y="2524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875663" y="3101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313909" y="33467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926693" y="2912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096994" y="3860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21568" y="2848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64565" y="3443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835678" y="3041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494844" y="3418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895356" y="3100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458610" y="3144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277490" y="3788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323320" y="31735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993100" y="256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67383" y="325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7013423" y="318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221466" y="38349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024856" y="2974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043094" y="3292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094888" y="3038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910947" y="2588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453271" y="25698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835452" y="320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583247" y="24712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906496" y="31270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740032" y="343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5644870" y="3078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674952" y="30831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392386" y="274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672183" y="29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971816" y="261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560823" y="283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304358" y="29476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221118" y="3317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749978" y="3321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381848" y="3295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415701" y="2699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7475327" y="3488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7485535" y="34017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977695" y="32773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788924" y="2680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958904" y="4453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38120" y="3013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592968" y="3066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384837" y="3286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470465" y="310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411635" y="3614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253281" y="2289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545549" y="4193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208515" y="23744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414622" y="2387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099258" y="296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649401" y="308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624446" y="3209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953490" y="3657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177521" y="30360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716607" y="26626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229976" y="3912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506831" y="40325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975550" y="303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023557" y="27673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162004" y="2877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663751" y="2955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8242371" y="2834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165834" y="4028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308880" y="3625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731772" y="2573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852127" y="43317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826816" y="3262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662004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822121" y="34585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485826" y="3094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648190" y="2655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410607" y="4008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32583" y="2755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743790" y="3174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505890" y="3619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5766779" y="3307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7427620" y="2380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880530" y="4059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778088" y="3144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09458" y="2084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413979" y="3537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333054" y="3402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785523" y="255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126317" y="39226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547771" y="2874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981929" y="34159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81140" y="3040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5324392" y="3380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709548" y="2853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533876" y="2905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993723" y="2929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358087" y="2881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884728" y="28195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453783" y="4373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836189" y="3702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593514" y="3214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447358" y="2854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376771" y="27902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545228" y="2723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622706" y="2727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132600" y="26962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644852" y="2332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870744" y="3557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8149940" y="47722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051716" y="3755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190603" y="2752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7465373" y="3724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242100" y="3123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442078" y="2989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855470" y="3564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967197" y="2818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05234" y="273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988432" y="2376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155958" y="3902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904447" y="380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082079" y="2951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965466" y="2603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8176250" y="3855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117968" y="2649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945187" y="378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646167" y="3117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638274" y="329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5299417" y="2247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897580" y="2612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772159" y="2895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479011" y="2593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501066" y="2712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535932" y="3038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122406" y="2824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7384992" y="3600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332214" y="2555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670464" y="2579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06296" y="2660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109834" y="2305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7766605" y="3559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7602238" y="306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504001" y="4173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5715374" y="2924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5561988" y="3751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872373" y="3776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354072" y="2523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019512" y="29989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814334" y="3029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237811" y="2249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5902426" y="4184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313400" y="34712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1266926" y="2709643"/>
              <a:ext cx="7000270" cy="717642"/>
            </a:xfrm>
            <a:custGeom>
              <a:avLst/>
              <a:pathLst>
                <a:path w="7000270" h="717642">
                  <a:moveTo>
                    <a:pt x="0" y="0"/>
                  </a:moveTo>
                  <a:lnTo>
                    <a:pt x="88611" y="8608"/>
                  </a:lnTo>
                  <a:lnTo>
                    <a:pt x="177222" y="17208"/>
                  </a:lnTo>
                  <a:lnTo>
                    <a:pt x="265833" y="25797"/>
                  </a:lnTo>
                  <a:lnTo>
                    <a:pt x="354444" y="34376"/>
                  </a:lnTo>
                  <a:lnTo>
                    <a:pt x="443055" y="42943"/>
                  </a:lnTo>
                  <a:lnTo>
                    <a:pt x="531666" y="51498"/>
                  </a:lnTo>
                  <a:lnTo>
                    <a:pt x="620277" y="60040"/>
                  </a:lnTo>
                  <a:lnTo>
                    <a:pt x="708888" y="68568"/>
                  </a:lnTo>
                  <a:lnTo>
                    <a:pt x="797499" y="77080"/>
                  </a:lnTo>
                  <a:lnTo>
                    <a:pt x="886110" y="85576"/>
                  </a:lnTo>
                  <a:lnTo>
                    <a:pt x="974721" y="94054"/>
                  </a:lnTo>
                  <a:lnTo>
                    <a:pt x="1063332" y="102514"/>
                  </a:lnTo>
                  <a:lnTo>
                    <a:pt x="1151943" y="110952"/>
                  </a:lnTo>
                  <a:lnTo>
                    <a:pt x="1240554" y="119368"/>
                  </a:lnTo>
                  <a:lnTo>
                    <a:pt x="1329165" y="127761"/>
                  </a:lnTo>
                  <a:lnTo>
                    <a:pt x="1417776" y="136126"/>
                  </a:lnTo>
                  <a:lnTo>
                    <a:pt x="1506387" y="144463"/>
                  </a:lnTo>
                  <a:lnTo>
                    <a:pt x="1594998" y="152769"/>
                  </a:lnTo>
                  <a:lnTo>
                    <a:pt x="1683609" y="161040"/>
                  </a:lnTo>
                  <a:lnTo>
                    <a:pt x="1772220" y="169274"/>
                  </a:lnTo>
                  <a:lnTo>
                    <a:pt x="1860831" y="177467"/>
                  </a:lnTo>
                  <a:lnTo>
                    <a:pt x="1949442" y="185614"/>
                  </a:lnTo>
                  <a:lnTo>
                    <a:pt x="2038053" y="193712"/>
                  </a:lnTo>
                  <a:lnTo>
                    <a:pt x="2126664" y="201755"/>
                  </a:lnTo>
                  <a:lnTo>
                    <a:pt x="2215275" y="209737"/>
                  </a:lnTo>
                  <a:lnTo>
                    <a:pt x="2303886" y="217652"/>
                  </a:lnTo>
                  <a:lnTo>
                    <a:pt x="2392497" y="225492"/>
                  </a:lnTo>
                  <a:lnTo>
                    <a:pt x="2481108" y="233250"/>
                  </a:lnTo>
                  <a:lnTo>
                    <a:pt x="2569719" y="240916"/>
                  </a:lnTo>
                  <a:lnTo>
                    <a:pt x="2658330" y="248480"/>
                  </a:lnTo>
                  <a:lnTo>
                    <a:pt x="2746941" y="255932"/>
                  </a:lnTo>
                  <a:lnTo>
                    <a:pt x="2835552" y="263257"/>
                  </a:lnTo>
                  <a:lnTo>
                    <a:pt x="2924163" y="270443"/>
                  </a:lnTo>
                  <a:lnTo>
                    <a:pt x="3012774" y="277476"/>
                  </a:lnTo>
                  <a:lnTo>
                    <a:pt x="3101385" y="284338"/>
                  </a:lnTo>
                  <a:lnTo>
                    <a:pt x="3189996" y="291013"/>
                  </a:lnTo>
                  <a:lnTo>
                    <a:pt x="3278607" y="297485"/>
                  </a:lnTo>
                  <a:lnTo>
                    <a:pt x="3367218" y="303735"/>
                  </a:lnTo>
                  <a:lnTo>
                    <a:pt x="3455829" y="309746"/>
                  </a:lnTo>
                  <a:lnTo>
                    <a:pt x="3544440" y="315504"/>
                  </a:lnTo>
                  <a:lnTo>
                    <a:pt x="3633051" y="320994"/>
                  </a:lnTo>
                  <a:lnTo>
                    <a:pt x="3721662" y="326205"/>
                  </a:lnTo>
                  <a:lnTo>
                    <a:pt x="3810273" y="331130"/>
                  </a:lnTo>
                  <a:lnTo>
                    <a:pt x="3898884" y="335765"/>
                  </a:lnTo>
                  <a:lnTo>
                    <a:pt x="3987495" y="340111"/>
                  </a:lnTo>
                  <a:lnTo>
                    <a:pt x="4076107" y="344173"/>
                  </a:lnTo>
                  <a:lnTo>
                    <a:pt x="4164718" y="347959"/>
                  </a:lnTo>
                  <a:lnTo>
                    <a:pt x="4253329" y="351482"/>
                  </a:lnTo>
                  <a:lnTo>
                    <a:pt x="4341940" y="354756"/>
                  </a:lnTo>
                  <a:lnTo>
                    <a:pt x="4430551" y="357796"/>
                  </a:lnTo>
                  <a:lnTo>
                    <a:pt x="4519162" y="360621"/>
                  </a:lnTo>
                  <a:lnTo>
                    <a:pt x="4607773" y="363247"/>
                  </a:lnTo>
                  <a:lnTo>
                    <a:pt x="4696384" y="365693"/>
                  </a:lnTo>
                  <a:lnTo>
                    <a:pt x="4784995" y="367973"/>
                  </a:lnTo>
                  <a:lnTo>
                    <a:pt x="4873606" y="370104"/>
                  </a:lnTo>
                  <a:lnTo>
                    <a:pt x="4962217" y="372100"/>
                  </a:lnTo>
                  <a:lnTo>
                    <a:pt x="5050828" y="373975"/>
                  </a:lnTo>
                  <a:lnTo>
                    <a:pt x="5139439" y="375741"/>
                  </a:lnTo>
                  <a:lnTo>
                    <a:pt x="5228050" y="377408"/>
                  </a:lnTo>
                  <a:lnTo>
                    <a:pt x="5316661" y="378986"/>
                  </a:lnTo>
                  <a:lnTo>
                    <a:pt x="5405272" y="380485"/>
                  </a:lnTo>
                  <a:lnTo>
                    <a:pt x="5493883" y="381911"/>
                  </a:lnTo>
                  <a:lnTo>
                    <a:pt x="5582494" y="383273"/>
                  </a:lnTo>
                  <a:lnTo>
                    <a:pt x="5671105" y="384576"/>
                  </a:lnTo>
                  <a:lnTo>
                    <a:pt x="5759716" y="385825"/>
                  </a:lnTo>
                  <a:lnTo>
                    <a:pt x="5848327" y="387027"/>
                  </a:lnTo>
                  <a:lnTo>
                    <a:pt x="5936938" y="388184"/>
                  </a:lnTo>
                  <a:lnTo>
                    <a:pt x="6025549" y="389302"/>
                  </a:lnTo>
                  <a:lnTo>
                    <a:pt x="6114160" y="390383"/>
                  </a:lnTo>
                  <a:lnTo>
                    <a:pt x="6202771" y="391430"/>
                  </a:lnTo>
                  <a:lnTo>
                    <a:pt x="6291382" y="392448"/>
                  </a:lnTo>
                  <a:lnTo>
                    <a:pt x="6379993" y="393437"/>
                  </a:lnTo>
                  <a:lnTo>
                    <a:pt x="6468604" y="394401"/>
                  </a:lnTo>
                  <a:lnTo>
                    <a:pt x="6557215" y="395341"/>
                  </a:lnTo>
                  <a:lnTo>
                    <a:pt x="6645826" y="396259"/>
                  </a:lnTo>
                  <a:lnTo>
                    <a:pt x="6734437" y="397158"/>
                  </a:lnTo>
                  <a:lnTo>
                    <a:pt x="6823048" y="398037"/>
                  </a:lnTo>
                  <a:lnTo>
                    <a:pt x="6911659" y="398900"/>
                  </a:lnTo>
                  <a:lnTo>
                    <a:pt x="7000270" y="399746"/>
                  </a:lnTo>
                  <a:lnTo>
                    <a:pt x="7000270" y="717642"/>
                  </a:lnTo>
                  <a:lnTo>
                    <a:pt x="6911659" y="709125"/>
                  </a:lnTo>
                  <a:lnTo>
                    <a:pt x="6823048" y="700623"/>
                  </a:lnTo>
                  <a:lnTo>
                    <a:pt x="6734437" y="692139"/>
                  </a:lnTo>
                  <a:lnTo>
                    <a:pt x="6645826" y="683674"/>
                  </a:lnTo>
                  <a:lnTo>
                    <a:pt x="6557215" y="675228"/>
                  </a:lnTo>
                  <a:lnTo>
                    <a:pt x="6468604" y="666804"/>
                  </a:lnTo>
                  <a:lnTo>
                    <a:pt x="6379993" y="658404"/>
                  </a:lnTo>
                  <a:lnTo>
                    <a:pt x="6291382" y="650030"/>
                  </a:lnTo>
                  <a:lnTo>
                    <a:pt x="6202771" y="641683"/>
                  </a:lnTo>
                  <a:lnTo>
                    <a:pt x="6114160" y="633367"/>
                  </a:lnTo>
                  <a:lnTo>
                    <a:pt x="6025549" y="625085"/>
                  </a:lnTo>
                  <a:lnTo>
                    <a:pt x="5936938" y="616838"/>
                  </a:lnTo>
                  <a:lnTo>
                    <a:pt x="5848327" y="608632"/>
                  </a:lnTo>
                  <a:lnTo>
                    <a:pt x="5759716" y="600469"/>
                  </a:lnTo>
                  <a:lnTo>
                    <a:pt x="5671105" y="592355"/>
                  </a:lnTo>
                  <a:lnTo>
                    <a:pt x="5582494" y="584294"/>
                  </a:lnTo>
                  <a:lnTo>
                    <a:pt x="5493883" y="576292"/>
                  </a:lnTo>
                  <a:lnTo>
                    <a:pt x="5405272" y="568354"/>
                  </a:lnTo>
                  <a:lnTo>
                    <a:pt x="5316661" y="560489"/>
                  </a:lnTo>
                  <a:lnTo>
                    <a:pt x="5228050" y="552704"/>
                  </a:lnTo>
                  <a:lnTo>
                    <a:pt x="5139439" y="545007"/>
                  </a:lnTo>
                  <a:lnTo>
                    <a:pt x="5050828" y="537409"/>
                  </a:lnTo>
                  <a:lnTo>
                    <a:pt x="4962217" y="529920"/>
                  </a:lnTo>
                  <a:lnTo>
                    <a:pt x="4873606" y="522552"/>
                  </a:lnTo>
                  <a:lnTo>
                    <a:pt x="4784995" y="515319"/>
                  </a:lnTo>
                  <a:lnTo>
                    <a:pt x="4696384" y="508236"/>
                  </a:lnTo>
                  <a:lnTo>
                    <a:pt x="4607773" y="501317"/>
                  </a:lnTo>
                  <a:lnTo>
                    <a:pt x="4519162" y="494580"/>
                  </a:lnTo>
                  <a:lnTo>
                    <a:pt x="4430551" y="488040"/>
                  </a:lnTo>
                  <a:lnTo>
                    <a:pt x="4341940" y="481717"/>
                  </a:lnTo>
                  <a:lnTo>
                    <a:pt x="4253329" y="475627"/>
                  </a:lnTo>
                  <a:lnTo>
                    <a:pt x="4164718" y="469786"/>
                  </a:lnTo>
                  <a:lnTo>
                    <a:pt x="4076107" y="464209"/>
                  </a:lnTo>
                  <a:lnTo>
                    <a:pt x="3987495" y="458907"/>
                  </a:lnTo>
                  <a:lnTo>
                    <a:pt x="3898884" y="453889"/>
                  </a:lnTo>
                  <a:lnTo>
                    <a:pt x="3810273" y="449160"/>
                  </a:lnTo>
                  <a:lnTo>
                    <a:pt x="3721662" y="444721"/>
                  </a:lnTo>
                  <a:lnTo>
                    <a:pt x="3633051" y="440569"/>
                  </a:lnTo>
                  <a:lnTo>
                    <a:pt x="3544440" y="436695"/>
                  </a:lnTo>
                  <a:lnTo>
                    <a:pt x="3455829" y="433088"/>
                  </a:lnTo>
                  <a:lnTo>
                    <a:pt x="3367218" y="429736"/>
                  </a:lnTo>
                  <a:lnTo>
                    <a:pt x="3278607" y="426622"/>
                  </a:lnTo>
                  <a:lnTo>
                    <a:pt x="3189996" y="423730"/>
                  </a:lnTo>
                  <a:lnTo>
                    <a:pt x="3101385" y="421041"/>
                  </a:lnTo>
                  <a:lnTo>
                    <a:pt x="3012774" y="418540"/>
                  </a:lnTo>
                  <a:lnTo>
                    <a:pt x="2924163" y="416208"/>
                  </a:lnTo>
                  <a:lnTo>
                    <a:pt x="2835552" y="414030"/>
                  </a:lnTo>
                  <a:lnTo>
                    <a:pt x="2746941" y="411992"/>
                  </a:lnTo>
                  <a:lnTo>
                    <a:pt x="2658330" y="410080"/>
                  </a:lnTo>
                  <a:lnTo>
                    <a:pt x="2569719" y="408280"/>
                  </a:lnTo>
                  <a:lnTo>
                    <a:pt x="2481108" y="406582"/>
                  </a:lnTo>
                  <a:lnTo>
                    <a:pt x="2392497" y="404976"/>
                  </a:lnTo>
                  <a:lnTo>
                    <a:pt x="2303886" y="403453"/>
                  </a:lnTo>
                  <a:lnTo>
                    <a:pt x="2215275" y="402004"/>
                  </a:lnTo>
                  <a:lnTo>
                    <a:pt x="2126664" y="400622"/>
                  </a:lnTo>
                  <a:lnTo>
                    <a:pt x="2038053" y="399301"/>
                  </a:lnTo>
                  <a:lnTo>
                    <a:pt x="1949442" y="398035"/>
                  </a:lnTo>
                  <a:lnTo>
                    <a:pt x="1860831" y="396818"/>
                  </a:lnTo>
                  <a:lnTo>
                    <a:pt x="1772220" y="395647"/>
                  </a:lnTo>
                  <a:lnTo>
                    <a:pt x="1683609" y="394517"/>
                  </a:lnTo>
                  <a:lnTo>
                    <a:pt x="1594998" y="393425"/>
                  </a:lnTo>
                  <a:lnTo>
                    <a:pt x="1506387" y="392367"/>
                  </a:lnTo>
                  <a:lnTo>
                    <a:pt x="1417776" y="391340"/>
                  </a:lnTo>
                  <a:lnTo>
                    <a:pt x="1329165" y="390342"/>
                  </a:lnTo>
                  <a:lnTo>
                    <a:pt x="1240554" y="389370"/>
                  </a:lnTo>
                  <a:lnTo>
                    <a:pt x="1151943" y="388422"/>
                  </a:lnTo>
                  <a:lnTo>
                    <a:pt x="1063332" y="387497"/>
                  </a:lnTo>
                  <a:lnTo>
                    <a:pt x="974721" y="386593"/>
                  </a:lnTo>
                  <a:lnTo>
                    <a:pt x="886110" y="385707"/>
                  </a:lnTo>
                  <a:lnTo>
                    <a:pt x="797499" y="384839"/>
                  </a:lnTo>
                  <a:lnTo>
                    <a:pt x="708888" y="383988"/>
                  </a:lnTo>
                  <a:lnTo>
                    <a:pt x="620277" y="383152"/>
                  </a:lnTo>
                  <a:lnTo>
                    <a:pt x="531666" y="382329"/>
                  </a:lnTo>
                  <a:lnTo>
                    <a:pt x="443055" y="381520"/>
                  </a:lnTo>
                  <a:lnTo>
                    <a:pt x="354444" y="380724"/>
                  </a:lnTo>
                  <a:lnTo>
                    <a:pt x="265833" y="379939"/>
                  </a:lnTo>
                  <a:lnTo>
                    <a:pt x="177222" y="379164"/>
                  </a:lnTo>
                  <a:lnTo>
                    <a:pt x="88611" y="378400"/>
                  </a:lnTo>
                  <a:lnTo>
                    <a:pt x="0" y="37764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266926" y="2709643"/>
              <a:ext cx="7000270" cy="399746"/>
            </a:xfrm>
            <a:custGeom>
              <a:avLst/>
              <a:pathLst>
                <a:path w="7000270" h="399746">
                  <a:moveTo>
                    <a:pt x="0" y="0"/>
                  </a:moveTo>
                  <a:lnTo>
                    <a:pt x="88611" y="8608"/>
                  </a:lnTo>
                  <a:lnTo>
                    <a:pt x="177222" y="17208"/>
                  </a:lnTo>
                  <a:lnTo>
                    <a:pt x="265833" y="25797"/>
                  </a:lnTo>
                  <a:lnTo>
                    <a:pt x="354444" y="34376"/>
                  </a:lnTo>
                  <a:lnTo>
                    <a:pt x="443055" y="42943"/>
                  </a:lnTo>
                  <a:lnTo>
                    <a:pt x="531666" y="51498"/>
                  </a:lnTo>
                  <a:lnTo>
                    <a:pt x="620277" y="60040"/>
                  </a:lnTo>
                  <a:lnTo>
                    <a:pt x="708888" y="68568"/>
                  </a:lnTo>
                  <a:lnTo>
                    <a:pt x="797499" y="77080"/>
                  </a:lnTo>
                  <a:lnTo>
                    <a:pt x="886110" y="85576"/>
                  </a:lnTo>
                  <a:lnTo>
                    <a:pt x="974721" y="94054"/>
                  </a:lnTo>
                  <a:lnTo>
                    <a:pt x="1063332" y="102514"/>
                  </a:lnTo>
                  <a:lnTo>
                    <a:pt x="1151943" y="110952"/>
                  </a:lnTo>
                  <a:lnTo>
                    <a:pt x="1240554" y="119368"/>
                  </a:lnTo>
                  <a:lnTo>
                    <a:pt x="1329165" y="127761"/>
                  </a:lnTo>
                  <a:lnTo>
                    <a:pt x="1417776" y="136126"/>
                  </a:lnTo>
                  <a:lnTo>
                    <a:pt x="1506387" y="144463"/>
                  </a:lnTo>
                  <a:lnTo>
                    <a:pt x="1594998" y="152769"/>
                  </a:lnTo>
                  <a:lnTo>
                    <a:pt x="1683609" y="161040"/>
                  </a:lnTo>
                  <a:lnTo>
                    <a:pt x="1772220" y="169274"/>
                  </a:lnTo>
                  <a:lnTo>
                    <a:pt x="1860831" y="177467"/>
                  </a:lnTo>
                  <a:lnTo>
                    <a:pt x="1949442" y="185614"/>
                  </a:lnTo>
                  <a:lnTo>
                    <a:pt x="2038053" y="193712"/>
                  </a:lnTo>
                  <a:lnTo>
                    <a:pt x="2126664" y="201755"/>
                  </a:lnTo>
                  <a:lnTo>
                    <a:pt x="2215275" y="209737"/>
                  </a:lnTo>
                  <a:lnTo>
                    <a:pt x="2303886" y="217652"/>
                  </a:lnTo>
                  <a:lnTo>
                    <a:pt x="2392497" y="225492"/>
                  </a:lnTo>
                  <a:lnTo>
                    <a:pt x="2481108" y="233250"/>
                  </a:lnTo>
                  <a:lnTo>
                    <a:pt x="2569719" y="240916"/>
                  </a:lnTo>
                  <a:lnTo>
                    <a:pt x="2658330" y="248480"/>
                  </a:lnTo>
                  <a:lnTo>
                    <a:pt x="2746941" y="255932"/>
                  </a:lnTo>
                  <a:lnTo>
                    <a:pt x="2835552" y="263257"/>
                  </a:lnTo>
                  <a:lnTo>
                    <a:pt x="2924163" y="270443"/>
                  </a:lnTo>
                  <a:lnTo>
                    <a:pt x="3012774" y="277476"/>
                  </a:lnTo>
                  <a:lnTo>
                    <a:pt x="3101385" y="284338"/>
                  </a:lnTo>
                  <a:lnTo>
                    <a:pt x="3189996" y="291013"/>
                  </a:lnTo>
                  <a:lnTo>
                    <a:pt x="3278607" y="297485"/>
                  </a:lnTo>
                  <a:lnTo>
                    <a:pt x="3367218" y="303735"/>
                  </a:lnTo>
                  <a:lnTo>
                    <a:pt x="3455829" y="309746"/>
                  </a:lnTo>
                  <a:lnTo>
                    <a:pt x="3544440" y="315504"/>
                  </a:lnTo>
                  <a:lnTo>
                    <a:pt x="3633051" y="320994"/>
                  </a:lnTo>
                  <a:lnTo>
                    <a:pt x="3721662" y="326205"/>
                  </a:lnTo>
                  <a:lnTo>
                    <a:pt x="3810273" y="331130"/>
                  </a:lnTo>
                  <a:lnTo>
                    <a:pt x="3898884" y="335765"/>
                  </a:lnTo>
                  <a:lnTo>
                    <a:pt x="3987495" y="340111"/>
                  </a:lnTo>
                  <a:lnTo>
                    <a:pt x="4076107" y="344173"/>
                  </a:lnTo>
                  <a:lnTo>
                    <a:pt x="4164718" y="347959"/>
                  </a:lnTo>
                  <a:lnTo>
                    <a:pt x="4253329" y="351482"/>
                  </a:lnTo>
                  <a:lnTo>
                    <a:pt x="4341940" y="354756"/>
                  </a:lnTo>
                  <a:lnTo>
                    <a:pt x="4430551" y="357796"/>
                  </a:lnTo>
                  <a:lnTo>
                    <a:pt x="4519162" y="360621"/>
                  </a:lnTo>
                  <a:lnTo>
                    <a:pt x="4607773" y="363247"/>
                  </a:lnTo>
                  <a:lnTo>
                    <a:pt x="4696384" y="365693"/>
                  </a:lnTo>
                  <a:lnTo>
                    <a:pt x="4784995" y="367973"/>
                  </a:lnTo>
                  <a:lnTo>
                    <a:pt x="4873606" y="370104"/>
                  </a:lnTo>
                  <a:lnTo>
                    <a:pt x="4962217" y="372100"/>
                  </a:lnTo>
                  <a:lnTo>
                    <a:pt x="5050828" y="373975"/>
                  </a:lnTo>
                  <a:lnTo>
                    <a:pt x="5139439" y="375741"/>
                  </a:lnTo>
                  <a:lnTo>
                    <a:pt x="5228050" y="377408"/>
                  </a:lnTo>
                  <a:lnTo>
                    <a:pt x="5316661" y="378986"/>
                  </a:lnTo>
                  <a:lnTo>
                    <a:pt x="5405272" y="380485"/>
                  </a:lnTo>
                  <a:lnTo>
                    <a:pt x="5493883" y="381911"/>
                  </a:lnTo>
                  <a:lnTo>
                    <a:pt x="5582494" y="383273"/>
                  </a:lnTo>
                  <a:lnTo>
                    <a:pt x="5671105" y="384576"/>
                  </a:lnTo>
                  <a:lnTo>
                    <a:pt x="5759716" y="385825"/>
                  </a:lnTo>
                  <a:lnTo>
                    <a:pt x="5848327" y="387027"/>
                  </a:lnTo>
                  <a:lnTo>
                    <a:pt x="5936938" y="388184"/>
                  </a:lnTo>
                  <a:lnTo>
                    <a:pt x="6025549" y="389302"/>
                  </a:lnTo>
                  <a:lnTo>
                    <a:pt x="6114160" y="390383"/>
                  </a:lnTo>
                  <a:lnTo>
                    <a:pt x="6202771" y="391430"/>
                  </a:lnTo>
                  <a:lnTo>
                    <a:pt x="6291382" y="392448"/>
                  </a:lnTo>
                  <a:lnTo>
                    <a:pt x="6379993" y="393437"/>
                  </a:lnTo>
                  <a:lnTo>
                    <a:pt x="6468604" y="394401"/>
                  </a:lnTo>
                  <a:lnTo>
                    <a:pt x="6557215" y="395341"/>
                  </a:lnTo>
                  <a:lnTo>
                    <a:pt x="6645826" y="396259"/>
                  </a:lnTo>
                  <a:lnTo>
                    <a:pt x="6734437" y="397158"/>
                  </a:lnTo>
                  <a:lnTo>
                    <a:pt x="6823048" y="398037"/>
                  </a:lnTo>
                  <a:lnTo>
                    <a:pt x="6911659" y="398900"/>
                  </a:lnTo>
                  <a:lnTo>
                    <a:pt x="7000270" y="399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266926" y="3087288"/>
              <a:ext cx="7000270" cy="339997"/>
            </a:xfrm>
            <a:custGeom>
              <a:avLst/>
              <a:pathLst>
                <a:path w="7000270" h="339997">
                  <a:moveTo>
                    <a:pt x="7000270" y="339997"/>
                  </a:moveTo>
                  <a:lnTo>
                    <a:pt x="6911659" y="331479"/>
                  </a:lnTo>
                  <a:lnTo>
                    <a:pt x="6823048" y="322978"/>
                  </a:lnTo>
                  <a:lnTo>
                    <a:pt x="6734437" y="314494"/>
                  </a:lnTo>
                  <a:lnTo>
                    <a:pt x="6645826" y="306028"/>
                  </a:lnTo>
                  <a:lnTo>
                    <a:pt x="6557215" y="297583"/>
                  </a:lnTo>
                  <a:lnTo>
                    <a:pt x="6468604" y="289159"/>
                  </a:lnTo>
                  <a:lnTo>
                    <a:pt x="6379993" y="280759"/>
                  </a:lnTo>
                  <a:lnTo>
                    <a:pt x="6291382" y="272384"/>
                  </a:lnTo>
                  <a:lnTo>
                    <a:pt x="6202771" y="264038"/>
                  </a:lnTo>
                  <a:lnTo>
                    <a:pt x="6114160" y="255722"/>
                  </a:lnTo>
                  <a:lnTo>
                    <a:pt x="6025549" y="247439"/>
                  </a:lnTo>
                  <a:lnTo>
                    <a:pt x="5936938" y="239193"/>
                  </a:lnTo>
                  <a:lnTo>
                    <a:pt x="5848327" y="230986"/>
                  </a:lnTo>
                  <a:lnTo>
                    <a:pt x="5759716" y="222824"/>
                  </a:lnTo>
                  <a:lnTo>
                    <a:pt x="5671105" y="214709"/>
                  </a:lnTo>
                  <a:lnTo>
                    <a:pt x="5582494" y="206648"/>
                  </a:lnTo>
                  <a:lnTo>
                    <a:pt x="5493883" y="198646"/>
                  </a:lnTo>
                  <a:lnTo>
                    <a:pt x="5405272" y="190709"/>
                  </a:lnTo>
                  <a:lnTo>
                    <a:pt x="5316661" y="182844"/>
                  </a:lnTo>
                  <a:lnTo>
                    <a:pt x="5228050" y="175058"/>
                  </a:lnTo>
                  <a:lnTo>
                    <a:pt x="5139439" y="167361"/>
                  </a:lnTo>
                  <a:lnTo>
                    <a:pt x="5050828" y="159763"/>
                  </a:lnTo>
                  <a:lnTo>
                    <a:pt x="4962217" y="152274"/>
                  </a:lnTo>
                  <a:lnTo>
                    <a:pt x="4873606" y="144907"/>
                  </a:lnTo>
                  <a:lnTo>
                    <a:pt x="4784995" y="137674"/>
                  </a:lnTo>
                  <a:lnTo>
                    <a:pt x="4696384" y="130590"/>
                  </a:lnTo>
                  <a:lnTo>
                    <a:pt x="4607773" y="123672"/>
                  </a:lnTo>
                  <a:lnTo>
                    <a:pt x="4519162" y="116934"/>
                  </a:lnTo>
                  <a:lnTo>
                    <a:pt x="4430551" y="110395"/>
                  </a:lnTo>
                  <a:lnTo>
                    <a:pt x="4341940" y="104072"/>
                  </a:lnTo>
                  <a:lnTo>
                    <a:pt x="4253329" y="97982"/>
                  </a:lnTo>
                  <a:lnTo>
                    <a:pt x="4164718" y="92141"/>
                  </a:lnTo>
                  <a:lnTo>
                    <a:pt x="4076107" y="86563"/>
                  </a:lnTo>
                  <a:lnTo>
                    <a:pt x="3987495" y="81261"/>
                  </a:lnTo>
                  <a:lnTo>
                    <a:pt x="3898884" y="76243"/>
                  </a:lnTo>
                  <a:lnTo>
                    <a:pt x="3810273" y="71515"/>
                  </a:lnTo>
                  <a:lnTo>
                    <a:pt x="3721662" y="67076"/>
                  </a:lnTo>
                  <a:lnTo>
                    <a:pt x="3633051" y="62923"/>
                  </a:lnTo>
                  <a:lnTo>
                    <a:pt x="3544440" y="59049"/>
                  </a:lnTo>
                  <a:lnTo>
                    <a:pt x="3455829" y="55443"/>
                  </a:lnTo>
                  <a:lnTo>
                    <a:pt x="3367218" y="52090"/>
                  </a:lnTo>
                  <a:lnTo>
                    <a:pt x="3278607" y="48977"/>
                  </a:lnTo>
                  <a:lnTo>
                    <a:pt x="3189996" y="46084"/>
                  </a:lnTo>
                  <a:lnTo>
                    <a:pt x="3101385" y="43396"/>
                  </a:lnTo>
                  <a:lnTo>
                    <a:pt x="3012774" y="40894"/>
                  </a:lnTo>
                  <a:lnTo>
                    <a:pt x="2924163" y="38562"/>
                  </a:lnTo>
                  <a:lnTo>
                    <a:pt x="2835552" y="36385"/>
                  </a:lnTo>
                  <a:lnTo>
                    <a:pt x="2746941" y="34347"/>
                  </a:lnTo>
                  <a:lnTo>
                    <a:pt x="2658330" y="32434"/>
                  </a:lnTo>
                  <a:lnTo>
                    <a:pt x="2569719" y="30634"/>
                  </a:lnTo>
                  <a:lnTo>
                    <a:pt x="2481108" y="28937"/>
                  </a:lnTo>
                  <a:lnTo>
                    <a:pt x="2392497" y="27331"/>
                  </a:lnTo>
                  <a:lnTo>
                    <a:pt x="2303886" y="25807"/>
                  </a:lnTo>
                  <a:lnTo>
                    <a:pt x="2215275" y="24358"/>
                  </a:lnTo>
                  <a:lnTo>
                    <a:pt x="2126664" y="22977"/>
                  </a:lnTo>
                  <a:lnTo>
                    <a:pt x="2038053" y="21655"/>
                  </a:lnTo>
                  <a:lnTo>
                    <a:pt x="1949442" y="20389"/>
                  </a:lnTo>
                  <a:lnTo>
                    <a:pt x="1860831" y="19173"/>
                  </a:lnTo>
                  <a:lnTo>
                    <a:pt x="1772220" y="18002"/>
                  </a:lnTo>
                  <a:lnTo>
                    <a:pt x="1683609" y="16872"/>
                  </a:lnTo>
                  <a:lnTo>
                    <a:pt x="1594998" y="15779"/>
                  </a:lnTo>
                  <a:lnTo>
                    <a:pt x="1506387" y="14721"/>
                  </a:lnTo>
                  <a:lnTo>
                    <a:pt x="1417776" y="13694"/>
                  </a:lnTo>
                  <a:lnTo>
                    <a:pt x="1329165" y="12696"/>
                  </a:lnTo>
                  <a:lnTo>
                    <a:pt x="1240554" y="11724"/>
                  </a:lnTo>
                  <a:lnTo>
                    <a:pt x="1151943" y="10777"/>
                  </a:lnTo>
                  <a:lnTo>
                    <a:pt x="1063332" y="9852"/>
                  </a:lnTo>
                  <a:lnTo>
                    <a:pt x="974721" y="8947"/>
                  </a:lnTo>
                  <a:lnTo>
                    <a:pt x="886110" y="8062"/>
                  </a:lnTo>
                  <a:lnTo>
                    <a:pt x="797499" y="7194"/>
                  </a:lnTo>
                  <a:lnTo>
                    <a:pt x="708888" y="6342"/>
                  </a:lnTo>
                  <a:lnTo>
                    <a:pt x="620277" y="5506"/>
                  </a:lnTo>
                  <a:lnTo>
                    <a:pt x="531666" y="4684"/>
                  </a:lnTo>
                  <a:lnTo>
                    <a:pt x="443055" y="3875"/>
                  </a:lnTo>
                  <a:lnTo>
                    <a:pt x="354444" y="3078"/>
                  </a:lnTo>
                  <a:lnTo>
                    <a:pt x="265833" y="2293"/>
                  </a:lnTo>
                  <a:lnTo>
                    <a:pt x="177222" y="1519"/>
                  </a:lnTo>
                  <a:lnTo>
                    <a:pt x="88611" y="7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266926" y="2898465"/>
              <a:ext cx="7000270" cy="369871"/>
            </a:xfrm>
            <a:custGeom>
              <a:avLst/>
              <a:pathLst>
                <a:path w="7000270" h="369871">
                  <a:moveTo>
                    <a:pt x="0" y="0"/>
                  </a:moveTo>
                  <a:lnTo>
                    <a:pt x="88611" y="4681"/>
                  </a:lnTo>
                  <a:lnTo>
                    <a:pt x="177222" y="9363"/>
                  </a:lnTo>
                  <a:lnTo>
                    <a:pt x="265833" y="14045"/>
                  </a:lnTo>
                  <a:lnTo>
                    <a:pt x="354444" y="18727"/>
                  </a:lnTo>
                  <a:lnTo>
                    <a:pt x="443055" y="23409"/>
                  </a:lnTo>
                  <a:lnTo>
                    <a:pt x="531666" y="28091"/>
                  </a:lnTo>
                  <a:lnTo>
                    <a:pt x="620277" y="32773"/>
                  </a:lnTo>
                  <a:lnTo>
                    <a:pt x="708888" y="37455"/>
                  </a:lnTo>
                  <a:lnTo>
                    <a:pt x="797499" y="42137"/>
                  </a:lnTo>
                  <a:lnTo>
                    <a:pt x="886110" y="46819"/>
                  </a:lnTo>
                  <a:lnTo>
                    <a:pt x="974721" y="51501"/>
                  </a:lnTo>
                  <a:lnTo>
                    <a:pt x="1063332" y="56183"/>
                  </a:lnTo>
                  <a:lnTo>
                    <a:pt x="1151943" y="60865"/>
                  </a:lnTo>
                  <a:lnTo>
                    <a:pt x="1240554" y="65546"/>
                  </a:lnTo>
                  <a:lnTo>
                    <a:pt x="1329165" y="70228"/>
                  </a:lnTo>
                  <a:lnTo>
                    <a:pt x="1417776" y="74910"/>
                  </a:lnTo>
                  <a:lnTo>
                    <a:pt x="1506387" y="79592"/>
                  </a:lnTo>
                  <a:lnTo>
                    <a:pt x="1594998" y="84274"/>
                  </a:lnTo>
                  <a:lnTo>
                    <a:pt x="1683609" y="88956"/>
                  </a:lnTo>
                  <a:lnTo>
                    <a:pt x="1772220" y="93638"/>
                  </a:lnTo>
                  <a:lnTo>
                    <a:pt x="1860831" y="98320"/>
                  </a:lnTo>
                  <a:lnTo>
                    <a:pt x="1949442" y="103002"/>
                  </a:lnTo>
                  <a:lnTo>
                    <a:pt x="2038053" y="107684"/>
                  </a:lnTo>
                  <a:lnTo>
                    <a:pt x="2126664" y="112366"/>
                  </a:lnTo>
                  <a:lnTo>
                    <a:pt x="2215275" y="117048"/>
                  </a:lnTo>
                  <a:lnTo>
                    <a:pt x="2303886" y="121730"/>
                  </a:lnTo>
                  <a:lnTo>
                    <a:pt x="2392497" y="126411"/>
                  </a:lnTo>
                  <a:lnTo>
                    <a:pt x="2481108" y="131093"/>
                  </a:lnTo>
                  <a:lnTo>
                    <a:pt x="2569719" y="135775"/>
                  </a:lnTo>
                  <a:lnTo>
                    <a:pt x="2658330" y="140457"/>
                  </a:lnTo>
                  <a:lnTo>
                    <a:pt x="2746941" y="145139"/>
                  </a:lnTo>
                  <a:lnTo>
                    <a:pt x="2835552" y="149821"/>
                  </a:lnTo>
                  <a:lnTo>
                    <a:pt x="2924163" y="154503"/>
                  </a:lnTo>
                  <a:lnTo>
                    <a:pt x="3012774" y="159185"/>
                  </a:lnTo>
                  <a:lnTo>
                    <a:pt x="3101385" y="163867"/>
                  </a:lnTo>
                  <a:lnTo>
                    <a:pt x="3189996" y="168549"/>
                  </a:lnTo>
                  <a:lnTo>
                    <a:pt x="3278607" y="173231"/>
                  </a:lnTo>
                  <a:lnTo>
                    <a:pt x="3367218" y="177913"/>
                  </a:lnTo>
                  <a:lnTo>
                    <a:pt x="3455829" y="182595"/>
                  </a:lnTo>
                  <a:lnTo>
                    <a:pt x="3544440" y="187276"/>
                  </a:lnTo>
                  <a:lnTo>
                    <a:pt x="3633051" y="191958"/>
                  </a:lnTo>
                  <a:lnTo>
                    <a:pt x="3721662" y="196640"/>
                  </a:lnTo>
                  <a:lnTo>
                    <a:pt x="3810273" y="201322"/>
                  </a:lnTo>
                  <a:lnTo>
                    <a:pt x="3898884" y="206004"/>
                  </a:lnTo>
                  <a:lnTo>
                    <a:pt x="3987495" y="210686"/>
                  </a:lnTo>
                  <a:lnTo>
                    <a:pt x="4076107" y="215368"/>
                  </a:lnTo>
                  <a:lnTo>
                    <a:pt x="4164718" y="220050"/>
                  </a:lnTo>
                  <a:lnTo>
                    <a:pt x="4253329" y="224732"/>
                  </a:lnTo>
                  <a:lnTo>
                    <a:pt x="4341940" y="229414"/>
                  </a:lnTo>
                  <a:lnTo>
                    <a:pt x="4430551" y="234096"/>
                  </a:lnTo>
                  <a:lnTo>
                    <a:pt x="4519162" y="238778"/>
                  </a:lnTo>
                  <a:lnTo>
                    <a:pt x="4607773" y="243460"/>
                  </a:lnTo>
                  <a:lnTo>
                    <a:pt x="4696384" y="248141"/>
                  </a:lnTo>
                  <a:lnTo>
                    <a:pt x="4784995" y="252823"/>
                  </a:lnTo>
                  <a:lnTo>
                    <a:pt x="4873606" y="257505"/>
                  </a:lnTo>
                  <a:lnTo>
                    <a:pt x="4962217" y="262187"/>
                  </a:lnTo>
                  <a:lnTo>
                    <a:pt x="5050828" y="266869"/>
                  </a:lnTo>
                  <a:lnTo>
                    <a:pt x="5139439" y="271551"/>
                  </a:lnTo>
                  <a:lnTo>
                    <a:pt x="5228050" y="276233"/>
                  </a:lnTo>
                  <a:lnTo>
                    <a:pt x="5316661" y="280915"/>
                  </a:lnTo>
                  <a:lnTo>
                    <a:pt x="5405272" y="285597"/>
                  </a:lnTo>
                  <a:lnTo>
                    <a:pt x="5493883" y="290279"/>
                  </a:lnTo>
                  <a:lnTo>
                    <a:pt x="5582494" y="294961"/>
                  </a:lnTo>
                  <a:lnTo>
                    <a:pt x="5671105" y="299643"/>
                  </a:lnTo>
                  <a:lnTo>
                    <a:pt x="5759716" y="304325"/>
                  </a:lnTo>
                  <a:lnTo>
                    <a:pt x="5848327" y="309006"/>
                  </a:lnTo>
                  <a:lnTo>
                    <a:pt x="5936938" y="313688"/>
                  </a:lnTo>
                  <a:lnTo>
                    <a:pt x="6025549" y="318370"/>
                  </a:lnTo>
                  <a:lnTo>
                    <a:pt x="6114160" y="323052"/>
                  </a:lnTo>
                  <a:lnTo>
                    <a:pt x="6202771" y="327734"/>
                  </a:lnTo>
                  <a:lnTo>
                    <a:pt x="6291382" y="332416"/>
                  </a:lnTo>
                  <a:lnTo>
                    <a:pt x="6379993" y="337098"/>
                  </a:lnTo>
                  <a:lnTo>
                    <a:pt x="6468604" y="341780"/>
                  </a:lnTo>
                  <a:lnTo>
                    <a:pt x="6557215" y="346462"/>
                  </a:lnTo>
                  <a:lnTo>
                    <a:pt x="6645826" y="351144"/>
                  </a:lnTo>
                  <a:lnTo>
                    <a:pt x="6734437" y="355826"/>
                  </a:lnTo>
                  <a:lnTo>
                    <a:pt x="6823048" y="360508"/>
                  </a:lnTo>
                  <a:lnTo>
                    <a:pt x="6911659" y="365190"/>
                  </a:lnTo>
                  <a:lnTo>
                    <a:pt x="7000270" y="369871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916913" y="306533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6" name="tx346"/>
            <p:cNvSpPr/>
            <p:nvPr/>
          </p:nvSpPr>
          <p:spPr>
            <a:xfrm>
              <a:off x="692708" y="4807804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692708" y="3916544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792103" y="30252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729924" y="213402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23951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447746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6528695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3385312" y="5925448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 (unindexed, mL/min)</a:t>
              </a:r>
            </a:p>
          </p:txBody>
        </p:sp>
        <p:sp>
          <p:nvSpPr>
            <p:cNvPr id="354" name="tx354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16913" y="1669789"/>
              <a:ext cx="341601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CKD-EPI Cr-Cys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2026-10-13T10:27:38Z</dcterms:modified>
  <cp:category/>
</cp:coreProperties>
</file>