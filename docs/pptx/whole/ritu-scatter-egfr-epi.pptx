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616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984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808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63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73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5396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219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4948242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400490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697672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74748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069349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37873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373296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653471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00667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9735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25802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33859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469688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183758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18269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218011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6512478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78937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740762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809272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679329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919455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350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775753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6847787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939566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487558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2104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097741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018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430245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5530847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166029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4378492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983577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307148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521835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04232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1344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909609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496570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969639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5398627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842114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285503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00072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6526358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7967874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456634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473478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97460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119899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86740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756417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685144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5430553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437719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66197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30858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566992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123312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650387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148594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64963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491431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487640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45684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42330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506473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6214024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302894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52855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15196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916089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585488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680211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47038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85364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444841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822305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84406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510743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55922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6201373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577406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014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376062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251973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621091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945201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7395443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146331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059914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225097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112310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77450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422288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968456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228121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27549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67037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841589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270097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6681409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91127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6053297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6100746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6009019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5367343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7834534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524836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199189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295460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7606909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4917002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4012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18997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401534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282694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386599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6393522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27991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68223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982631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036536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78236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92566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356504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65936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81441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606317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703170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528886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7516197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5619265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019974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650963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933285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68352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950408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11761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224740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755091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231745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840805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4814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940783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480300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846897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666664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452570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815202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40079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643227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7152179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46020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051016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7456423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7461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002051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541246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582105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242628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197761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598111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462354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255078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44913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46499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741836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103604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029408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713365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23373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5059403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87566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313909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26693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6096994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1568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64565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35678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494844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895356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458610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77490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5323320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993100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167383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7013423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221466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024856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3043094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094888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910947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53271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35452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5583247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906496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74003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564487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5674952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92386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2183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1816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6560823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6304358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221118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749978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381848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415701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7475327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7485535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97769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788924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5958904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38120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592968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384837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470465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5411635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6253281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4554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20851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414622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099258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5649401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624446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953490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17752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716607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229976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506831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75550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023557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6162004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663751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8242371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165834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308880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731772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852127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6826816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6620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82212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485826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648190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6410607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32583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43790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505890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766779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7427620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6880530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778088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9458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413979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333054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785523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5126317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547771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981929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81140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324392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6709548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533876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6993723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358087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884728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453783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836189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5593514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47358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376771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545228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622706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132600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4644852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870744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8149940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51716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190603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7465373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442078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5855470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967197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05234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988432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155958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904447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82079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965466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176250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117968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94518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646167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638274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299417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5897580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772159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79011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501066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535932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6122406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7384992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332214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5670464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06296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109834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7766605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7602238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6504001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5715374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5561988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872373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354072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01951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814334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237811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902426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313400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1266926" y="2709643"/>
              <a:ext cx="7000270" cy="717642"/>
            </a:xfrm>
            <a:custGeom>
              <a:avLst/>
              <a:pathLst>
                <a:path w="7000270" h="717642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  <a:lnTo>
                    <a:pt x="7000270" y="717642"/>
                  </a:lnTo>
                  <a:lnTo>
                    <a:pt x="6911659" y="709125"/>
                  </a:lnTo>
                  <a:lnTo>
                    <a:pt x="6823048" y="700623"/>
                  </a:lnTo>
                  <a:lnTo>
                    <a:pt x="6734437" y="692139"/>
                  </a:lnTo>
                  <a:lnTo>
                    <a:pt x="6645826" y="683674"/>
                  </a:lnTo>
                  <a:lnTo>
                    <a:pt x="6557215" y="675228"/>
                  </a:lnTo>
                  <a:lnTo>
                    <a:pt x="6468604" y="666804"/>
                  </a:lnTo>
                  <a:lnTo>
                    <a:pt x="6379993" y="658404"/>
                  </a:lnTo>
                  <a:lnTo>
                    <a:pt x="6291382" y="650030"/>
                  </a:lnTo>
                  <a:lnTo>
                    <a:pt x="6202771" y="641683"/>
                  </a:lnTo>
                  <a:lnTo>
                    <a:pt x="6114160" y="633367"/>
                  </a:lnTo>
                  <a:lnTo>
                    <a:pt x="6025549" y="625085"/>
                  </a:lnTo>
                  <a:lnTo>
                    <a:pt x="5936938" y="616838"/>
                  </a:lnTo>
                  <a:lnTo>
                    <a:pt x="5848327" y="608632"/>
                  </a:lnTo>
                  <a:lnTo>
                    <a:pt x="5759716" y="600469"/>
                  </a:lnTo>
                  <a:lnTo>
                    <a:pt x="5671105" y="592355"/>
                  </a:lnTo>
                  <a:lnTo>
                    <a:pt x="5582494" y="584294"/>
                  </a:lnTo>
                  <a:lnTo>
                    <a:pt x="5493883" y="576292"/>
                  </a:lnTo>
                  <a:lnTo>
                    <a:pt x="5405272" y="568354"/>
                  </a:lnTo>
                  <a:lnTo>
                    <a:pt x="5316661" y="560489"/>
                  </a:lnTo>
                  <a:lnTo>
                    <a:pt x="5228050" y="552704"/>
                  </a:lnTo>
                  <a:lnTo>
                    <a:pt x="5139439" y="545007"/>
                  </a:lnTo>
                  <a:lnTo>
                    <a:pt x="5050828" y="537409"/>
                  </a:lnTo>
                  <a:lnTo>
                    <a:pt x="4962217" y="529920"/>
                  </a:lnTo>
                  <a:lnTo>
                    <a:pt x="4873606" y="522552"/>
                  </a:lnTo>
                  <a:lnTo>
                    <a:pt x="4784995" y="515319"/>
                  </a:lnTo>
                  <a:lnTo>
                    <a:pt x="4696384" y="508236"/>
                  </a:lnTo>
                  <a:lnTo>
                    <a:pt x="4607773" y="501317"/>
                  </a:lnTo>
                  <a:lnTo>
                    <a:pt x="4519162" y="494580"/>
                  </a:lnTo>
                  <a:lnTo>
                    <a:pt x="4430551" y="488040"/>
                  </a:lnTo>
                  <a:lnTo>
                    <a:pt x="4341940" y="481717"/>
                  </a:lnTo>
                  <a:lnTo>
                    <a:pt x="4253329" y="475627"/>
                  </a:lnTo>
                  <a:lnTo>
                    <a:pt x="4164718" y="469786"/>
                  </a:lnTo>
                  <a:lnTo>
                    <a:pt x="4076107" y="464209"/>
                  </a:lnTo>
                  <a:lnTo>
                    <a:pt x="3987495" y="458907"/>
                  </a:lnTo>
                  <a:lnTo>
                    <a:pt x="3898884" y="453889"/>
                  </a:lnTo>
                  <a:lnTo>
                    <a:pt x="3810273" y="449160"/>
                  </a:lnTo>
                  <a:lnTo>
                    <a:pt x="3721662" y="444721"/>
                  </a:lnTo>
                  <a:lnTo>
                    <a:pt x="3633051" y="440569"/>
                  </a:lnTo>
                  <a:lnTo>
                    <a:pt x="3544440" y="436695"/>
                  </a:lnTo>
                  <a:lnTo>
                    <a:pt x="3455829" y="433088"/>
                  </a:lnTo>
                  <a:lnTo>
                    <a:pt x="3367218" y="429736"/>
                  </a:lnTo>
                  <a:lnTo>
                    <a:pt x="3278607" y="426622"/>
                  </a:lnTo>
                  <a:lnTo>
                    <a:pt x="3189996" y="423730"/>
                  </a:lnTo>
                  <a:lnTo>
                    <a:pt x="3101385" y="421041"/>
                  </a:lnTo>
                  <a:lnTo>
                    <a:pt x="3012774" y="418540"/>
                  </a:lnTo>
                  <a:lnTo>
                    <a:pt x="2924163" y="416208"/>
                  </a:lnTo>
                  <a:lnTo>
                    <a:pt x="2835552" y="414030"/>
                  </a:lnTo>
                  <a:lnTo>
                    <a:pt x="2746941" y="411992"/>
                  </a:lnTo>
                  <a:lnTo>
                    <a:pt x="2658330" y="410080"/>
                  </a:lnTo>
                  <a:lnTo>
                    <a:pt x="2569719" y="408280"/>
                  </a:lnTo>
                  <a:lnTo>
                    <a:pt x="2481108" y="406582"/>
                  </a:lnTo>
                  <a:lnTo>
                    <a:pt x="2392497" y="404976"/>
                  </a:lnTo>
                  <a:lnTo>
                    <a:pt x="2303886" y="403453"/>
                  </a:lnTo>
                  <a:lnTo>
                    <a:pt x="2215275" y="402004"/>
                  </a:lnTo>
                  <a:lnTo>
                    <a:pt x="2126664" y="400622"/>
                  </a:lnTo>
                  <a:lnTo>
                    <a:pt x="2038053" y="399301"/>
                  </a:lnTo>
                  <a:lnTo>
                    <a:pt x="1949442" y="398035"/>
                  </a:lnTo>
                  <a:lnTo>
                    <a:pt x="1860831" y="396818"/>
                  </a:lnTo>
                  <a:lnTo>
                    <a:pt x="1772220" y="395647"/>
                  </a:lnTo>
                  <a:lnTo>
                    <a:pt x="1683609" y="394517"/>
                  </a:lnTo>
                  <a:lnTo>
                    <a:pt x="1594998" y="393425"/>
                  </a:lnTo>
                  <a:lnTo>
                    <a:pt x="1506387" y="392367"/>
                  </a:lnTo>
                  <a:lnTo>
                    <a:pt x="1417776" y="391340"/>
                  </a:lnTo>
                  <a:lnTo>
                    <a:pt x="1329165" y="390342"/>
                  </a:lnTo>
                  <a:lnTo>
                    <a:pt x="1240554" y="389370"/>
                  </a:lnTo>
                  <a:lnTo>
                    <a:pt x="1151943" y="388422"/>
                  </a:lnTo>
                  <a:lnTo>
                    <a:pt x="1063332" y="387497"/>
                  </a:lnTo>
                  <a:lnTo>
                    <a:pt x="974721" y="386593"/>
                  </a:lnTo>
                  <a:lnTo>
                    <a:pt x="886110" y="385707"/>
                  </a:lnTo>
                  <a:lnTo>
                    <a:pt x="797499" y="384839"/>
                  </a:lnTo>
                  <a:lnTo>
                    <a:pt x="708888" y="383988"/>
                  </a:lnTo>
                  <a:lnTo>
                    <a:pt x="620277" y="383152"/>
                  </a:lnTo>
                  <a:lnTo>
                    <a:pt x="531666" y="382329"/>
                  </a:lnTo>
                  <a:lnTo>
                    <a:pt x="443055" y="381520"/>
                  </a:lnTo>
                  <a:lnTo>
                    <a:pt x="354444" y="380724"/>
                  </a:lnTo>
                  <a:lnTo>
                    <a:pt x="265833" y="379939"/>
                  </a:lnTo>
                  <a:lnTo>
                    <a:pt x="177222" y="379164"/>
                  </a:lnTo>
                  <a:lnTo>
                    <a:pt x="88611" y="378400"/>
                  </a:lnTo>
                  <a:lnTo>
                    <a:pt x="0" y="3776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266926" y="2709643"/>
              <a:ext cx="7000270" cy="399746"/>
            </a:xfrm>
            <a:custGeom>
              <a:avLst/>
              <a:pathLst>
                <a:path w="7000270" h="399746">
                  <a:moveTo>
                    <a:pt x="0" y="0"/>
                  </a:moveTo>
                  <a:lnTo>
                    <a:pt x="88611" y="8608"/>
                  </a:lnTo>
                  <a:lnTo>
                    <a:pt x="177222" y="17208"/>
                  </a:lnTo>
                  <a:lnTo>
                    <a:pt x="265833" y="25797"/>
                  </a:lnTo>
                  <a:lnTo>
                    <a:pt x="354444" y="34376"/>
                  </a:lnTo>
                  <a:lnTo>
                    <a:pt x="443055" y="42943"/>
                  </a:lnTo>
                  <a:lnTo>
                    <a:pt x="531666" y="51498"/>
                  </a:lnTo>
                  <a:lnTo>
                    <a:pt x="620277" y="60040"/>
                  </a:lnTo>
                  <a:lnTo>
                    <a:pt x="708888" y="68568"/>
                  </a:lnTo>
                  <a:lnTo>
                    <a:pt x="797499" y="77080"/>
                  </a:lnTo>
                  <a:lnTo>
                    <a:pt x="886110" y="85576"/>
                  </a:lnTo>
                  <a:lnTo>
                    <a:pt x="974721" y="94054"/>
                  </a:lnTo>
                  <a:lnTo>
                    <a:pt x="1063332" y="102514"/>
                  </a:lnTo>
                  <a:lnTo>
                    <a:pt x="1151943" y="110952"/>
                  </a:lnTo>
                  <a:lnTo>
                    <a:pt x="1240554" y="119368"/>
                  </a:lnTo>
                  <a:lnTo>
                    <a:pt x="1329165" y="127761"/>
                  </a:lnTo>
                  <a:lnTo>
                    <a:pt x="1417776" y="136126"/>
                  </a:lnTo>
                  <a:lnTo>
                    <a:pt x="1506387" y="144463"/>
                  </a:lnTo>
                  <a:lnTo>
                    <a:pt x="1594998" y="152769"/>
                  </a:lnTo>
                  <a:lnTo>
                    <a:pt x="1683609" y="161040"/>
                  </a:lnTo>
                  <a:lnTo>
                    <a:pt x="1772220" y="169274"/>
                  </a:lnTo>
                  <a:lnTo>
                    <a:pt x="1860831" y="177467"/>
                  </a:lnTo>
                  <a:lnTo>
                    <a:pt x="1949442" y="185614"/>
                  </a:lnTo>
                  <a:lnTo>
                    <a:pt x="2038053" y="193712"/>
                  </a:lnTo>
                  <a:lnTo>
                    <a:pt x="2126664" y="201755"/>
                  </a:lnTo>
                  <a:lnTo>
                    <a:pt x="2215275" y="209737"/>
                  </a:lnTo>
                  <a:lnTo>
                    <a:pt x="2303886" y="217652"/>
                  </a:lnTo>
                  <a:lnTo>
                    <a:pt x="2392497" y="225492"/>
                  </a:lnTo>
                  <a:lnTo>
                    <a:pt x="2481108" y="233250"/>
                  </a:lnTo>
                  <a:lnTo>
                    <a:pt x="2569719" y="240916"/>
                  </a:lnTo>
                  <a:lnTo>
                    <a:pt x="2658330" y="248480"/>
                  </a:lnTo>
                  <a:lnTo>
                    <a:pt x="2746941" y="255932"/>
                  </a:lnTo>
                  <a:lnTo>
                    <a:pt x="2835552" y="263257"/>
                  </a:lnTo>
                  <a:lnTo>
                    <a:pt x="2924163" y="270443"/>
                  </a:lnTo>
                  <a:lnTo>
                    <a:pt x="3012774" y="277476"/>
                  </a:lnTo>
                  <a:lnTo>
                    <a:pt x="3101385" y="284338"/>
                  </a:lnTo>
                  <a:lnTo>
                    <a:pt x="3189996" y="291013"/>
                  </a:lnTo>
                  <a:lnTo>
                    <a:pt x="3278607" y="297485"/>
                  </a:lnTo>
                  <a:lnTo>
                    <a:pt x="3367218" y="303735"/>
                  </a:lnTo>
                  <a:lnTo>
                    <a:pt x="3455829" y="309746"/>
                  </a:lnTo>
                  <a:lnTo>
                    <a:pt x="3544440" y="315504"/>
                  </a:lnTo>
                  <a:lnTo>
                    <a:pt x="3633051" y="320994"/>
                  </a:lnTo>
                  <a:lnTo>
                    <a:pt x="3721662" y="326205"/>
                  </a:lnTo>
                  <a:lnTo>
                    <a:pt x="3810273" y="331130"/>
                  </a:lnTo>
                  <a:lnTo>
                    <a:pt x="3898884" y="335765"/>
                  </a:lnTo>
                  <a:lnTo>
                    <a:pt x="3987495" y="340111"/>
                  </a:lnTo>
                  <a:lnTo>
                    <a:pt x="4076107" y="344173"/>
                  </a:lnTo>
                  <a:lnTo>
                    <a:pt x="4164718" y="347959"/>
                  </a:lnTo>
                  <a:lnTo>
                    <a:pt x="4253329" y="351482"/>
                  </a:lnTo>
                  <a:lnTo>
                    <a:pt x="4341940" y="354756"/>
                  </a:lnTo>
                  <a:lnTo>
                    <a:pt x="4430551" y="357796"/>
                  </a:lnTo>
                  <a:lnTo>
                    <a:pt x="4519162" y="360621"/>
                  </a:lnTo>
                  <a:lnTo>
                    <a:pt x="4607773" y="363247"/>
                  </a:lnTo>
                  <a:lnTo>
                    <a:pt x="4696384" y="365693"/>
                  </a:lnTo>
                  <a:lnTo>
                    <a:pt x="4784995" y="367973"/>
                  </a:lnTo>
                  <a:lnTo>
                    <a:pt x="4873606" y="370104"/>
                  </a:lnTo>
                  <a:lnTo>
                    <a:pt x="4962217" y="372100"/>
                  </a:lnTo>
                  <a:lnTo>
                    <a:pt x="5050828" y="373975"/>
                  </a:lnTo>
                  <a:lnTo>
                    <a:pt x="5139439" y="375741"/>
                  </a:lnTo>
                  <a:lnTo>
                    <a:pt x="5228050" y="377408"/>
                  </a:lnTo>
                  <a:lnTo>
                    <a:pt x="5316661" y="378986"/>
                  </a:lnTo>
                  <a:lnTo>
                    <a:pt x="5405272" y="380485"/>
                  </a:lnTo>
                  <a:lnTo>
                    <a:pt x="5493883" y="381911"/>
                  </a:lnTo>
                  <a:lnTo>
                    <a:pt x="5582494" y="383273"/>
                  </a:lnTo>
                  <a:lnTo>
                    <a:pt x="5671105" y="384576"/>
                  </a:lnTo>
                  <a:lnTo>
                    <a:pt x="5759716" y="385825"/>
                  </a:lnTo>
                  <a:lnTo>
                    <a:pt x="5848327" y="387027"/>
                  </a:lnTo>
                  <a:lnTo>
                    <a:pt x="5936938" y="388184"/>
                  </a:lnTo>
                  <a:lnTo>
                    <a:pt x="6025549" y="389302"/>
                  </a:lnTo>
                  <a:lnTo>
                    <a:pt x="6114160" y="390383"/>
                  </a:lnTo>
                  <a:lnTo>
                    <a:pt x="6202771" y="391430"/>
                  </a:lnTo>
                  <a:lnTo>
                    <a:pt x="6291382" y="392448"/>
                  </a:lnTo>
                  <a:lnTo>
                    <a:pt x="6379993" y="393437"/>
                  </a:lnTo>
                  <a:lnTo>
                    <a:pt x="6468604" y="394401"/>
                  </a:lnTo>
                  <a:lnTo>
                    <a:pt x="6557215" y="395341"/>
                  </a:lnTo>
                  <a:lnTo>
                    <a:pt x="6645826" y="396259"/>
                  </a:lnTo>
                  <a:lnTo>
                    <a:pt x="6734437" y="397158"/>
                  </a:lnTo>
                  <a:lnTo>
                    <a:pt x="6823048" y="398037"/>
                  </a:lnTo>
                  <a:lnTo>
                    <a:pt x="6911659" y="398900"/>
                  </a:lnTo>
                  <a:lnTo>
                    <a:pt x="7000270" y="399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3087288"/>
              <a:ext cx="7000270" cy="339997"/>
            </a:xfrm>
            <a:custGeom>
              <a:avLst/>
              <a:pathLst>
                <a:path w="7000270" h="339997">
                  <a:moveTo>
                    <a:pt x="7000270" y="339997"/>
                  </a:moveTo>
                  <a:lnTo>
                    <a:pt x="6911659" y="331479"/>
                  </a:lnTo>
                  <a:lnTo>
                    <a:pt x="6823048" y="322978"/>
                  </a:lnTo>
                  <a:lnTo>
                    <a:pt x="6734437" y="314494"/>
                  </a:lnTo>
                  <a:lnTo>
                    <a:pt x="6645826" y="306028"/>
                  </a:lnTo>
                  <a:lnTo>
                    <a:pt x="6557215" y="297583"/>
                  </a:lnTo>
                  <a:lnTo>
                    <a:pt x="6468604" y="289159"/>
                  </a:lnTo>
                  <a:lnTo>
                    <a:pt x="6379993" y="280759"/>
                  </a:lnTo>
                  <a:lnTo>
                    <a:pt x="6291382" y="272384"/>
                  </a:lnTo>
                  <a:lnTo>
                    <a:pt x="6202771" y="264038"/>
                  </a:lnTo>
                  <a:lnTo>
                    <a:pt x="6114160" y="255722"/>
                  </a:lnTo>
                  <a:lnTo>
                    <a:pt x="6025549" y="247439"/>
                  </a:lnTo>
                  <a:lnTo>
                    <a:pt x="5936938" y="239193"/>
                  </a:lnTo>
                  <a:lnTo>
                    <a:pt x="5848327" y="230986"/>
                  </a:lnTo>
                  <a:lnTo>
                    <a:pt x="5759716" y="222824"/>
                  </a:lnTo>
                  <a:lnTo>
                    <a:pt x="5671105" y="214709"/>
                  </a:lnTo>
                  <a:lnTo>
                    <a:pt x="5582494" y="206648"/>
                  </a:lnTo>
                  <a:lnTo>
                    <a:pt x="5493883" y="198646"/>
                  </a:lnTo>
                  <a:lnTo>
                    <a:pt x="5405272" y="190709"/>
                  </a:lnTo>
                  <a:lnTo>
                    <a:pt x="5316661" y="182844"/>
                  </a:lnTo>
                  <a:lnTo>
                    <a:pt x="5228050" y="175058"/>
                  </a:lnTo>
                  <a:lnTo>
                    <a:pt x="5139439" y="167361"/>
                  </a:lnTo>
                  <a:lnTo>
                    <a:pt x="5050828" y="159763"/>
                  </a:lnTo>
                  <a:lnTo>
                    <a:pt x="4962217" y="152274"/>
                  </a:lnTo>
                  <a:lnTo>
                    <a:pt x="4873606" y="144907"/>
                  </a:lnTo>
                  <a:lnTo>
                    <a:pt x="4784995" y="137674"/>
                  </a:lnTo>
                  <a:lnTo>
                    <a:pt x="4696384" y="130590"/>
                  </a:lnTo>
                  <a:lnTo>
                    <a:pt x="4607773" y="123672"/>
                  </a:lnTo>
                  <a:lnTo>
                    <a:pt x="4519162" y="116934"/>
                  </a:lnTo>
                  <a:lnTo>
                    <a:pt x="4430551" y="110395"/>
                  </a:lnTo>
                  <a:lnTo>
                    <a:pt x="4341940" y="104072"/>
                  </a:lnTo>
                  <a:lnTo>
                    <a:pt x="4253329" y="97982"/>
                  </a:lnTo>
                  <a:lnTo>
                    <a:pt x="4164718" y="92141"/>
                  </a:lnTo>
                  <a:lnTo>
                    <a:pt x="4076107" y="86563"/>
                  </a:lnTo>
                  <a:lnTo>
                    <a:pt x="3987495" y="81261"/>
                  </a:lnTo>
                  <a:lnTo>
                    <a:pt x="3898884" y="76243"/>
                  </a:lnTo>
                  <a:lnTo>
                    <a:pt x="3810273" y="71515"/>
                  </a:lnTo>
                  <a:lnTo>
                    <a:pt x="3721662" y="67076"/>
                  </a:lnTo>
                  <a:lnTo>
                    <a:pt x="3633051" y="62923"/>
                  </a:lnTo>
                  <a:lnTo>
                    <a:pt x="3544440" y="59049"/>
                  </a:lnTo>
                  <a:lnTo>
                    <a:pt x="3455829" y="55443"/>
                  </a:lnTo>
                  <a:lnTo>
                    <a:pt x="3367218" y="52090"/>
                  </a:lnTo>
                  <a:lnTo>
                    <a:pt x="3278607" y="48977"/>
                  </a:lnTo>
                  <a:lnTo>
                    <a:pt x="3189996" y="46084"/>
                  </a:lnTo>
                  <a:lnTo>
                    <a:pt x="3101385" y="43396"/>
                  </a:lnTo>
                  <a:lnTo>
                    <a:pt x="3012774" y="40894"/>
                  </a:lnTo>
                  <a:lnTo>
                    <a:pt x="2924163" y="38562"/>
                  </a:lnTo>
                  <a:lnTo>
                    <a:pt x="2835552" y="36385"/>
                  </a:lnTo>
                  <a:lnTo>
                    <a:pt x="2746941" y="34347"/>
                  </a:lnTo>
                  <a:lnTo>
                    <a:pt x="2658330" y="32434"/>
                  </a:lnTo>
                  <a:lnTo>
                    <a:pt x="2569719" y="30634"/>
                  </a:lnTo>
                  <a:lnTo>
                    <a:pt x="2481108" y="28937"/>
                  </a:lnTo>
                  <a:lnTo>
                    <a:pt x="2392497" y="27331"/>
                  </a:lnTo>
                  <a:lnTo>
                    <a:pt x="2303886" y="25807"/>
                  </a:lnTo>
                  <a:lnTo>
                    <a:pt x="2215275" y="24358"/>
                  </a:lnTo>
                  <a:lnTo>
                    <a:pt x="2126664" y="22977"/>
                  </a:lnTo>
                  <a:lnTo>
                    <a:pt x="2038053" y="21655"/>
                  </a:lnTo>
                  <a:lnTo>
                    <a:pt x="1949442" y="20389"/>
                  </a:lnTo>
                  <a:lnTo>
                    <a:pt x="1860831" y="19173"/>
                  </a:lnTo>
                  <a:lnTo>
                    <a:pt x="1772220" y="18002"/>
                  </a:lnTo>
                  <a:lnTo>
                    <a:pt x="1683609" y="16872"/>
                  </a:lnTo>
                  <a:lnTo>
                    <a:pt x="1594998" y="15779"/>
                  </a:lnTo>
                  <a:lnTo>
                    <a:pt x="1506387" y="14721"/>
                  </a:lnTo>
                  <a:lnTo>
                    <a:pt x="1417776" y="13694"/>
                  </a:lnTo>
                  <a:lnTo>
                    <a:pt x="1329165" y="12696"/>
                  </a:lnTo>
                  <a:lnTo>
                    <a:pt x="1240554" y="11724"/>
                  </a:lnTo>
                  <a:lnTo>
                    <a:pt x="1151943" y="10777"/>
                  </a:lnTo>
                  <a:lnTo>
                    <a:pt x="1063332" y="9852"/>
                  </a:lnTo>
                  <a:lnTo>
                    <a:pt x="974721" y="8947"/>
                  </a:lnTo>
                  <a:lnTo>
                    <a:pt x="886110" y="8062"/>
                  </a:lnTo>
                  <a:lnTo>
                    <a:pt x="797499" y="7194"/>
                  </a:lnTo>
                  <a:lnTo>
                    <a:pt x="708888" y="6342"/>
                  </a:lnTo>
                  <a:lnTo>
                    <a:pt x="620277" y="5506"/>
                  </a:lnTo>
                  <a:lnTo>
                    <a:pt x="531666" y="4684"/>
                  </a:lnTo>
                  <a:lnTo>
                    <a:pt x="443055" y="3875"/>
                  </a:lnTo>
                  <a:lnTo>
                    <a:pt x="354444" y="3078"/>
                  </a:lnTo>
                  <a:lnTo>
                    <a:pt x="265833" y="2293"/>
                  </a:lnTo>
                  <a:lnTo>
                    <a:pt x="177222" y="1519"/>
                  </a:lnTo>
                  <a:lnTo>
                    <a:pt x="88611" y="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898465"/>
              <a:ext cx="7000270" cy="369871"/>
            </a:xfrm>
            <a:custGeom>
              <a:avLst/>
              <a:pathLst>
                <a:path w="7000270" h="369871">
                  <a:moveTo>
                    <a:pt x="0" y="0"/>
                  </a:moveTo>
                  <a:lnTo>
                    <a:pt x="88611" y="4681"/>
                  </a:lnTo>
                  <a:lnTo>
                    <a:pt x="177222" y="9363"/>
                  </a:lnTo>
                  <a:lnTo>
                    <a:pt x="265833" y="14045"/>
                  </a:lnTo>
                  <a:lnTo>
                    <a:pt x="354444" y="18727"/>
                  </a:lnTo>
                  <a:lnTo>
                    <a:pt x="443055" y="23409"/>
                  </a:lnTo>
                  <a:lnTo>
                    <a:pt x="531666" y="28091"/>
                  </a:lnTo>
                  <a:lnTo>
                    <a:pt x="620277" y="32773"/>
                  </a:lnTo>
                  <a:lnTo>
                    <a:pt x="708888" y="37455"/>
                  </a:lnTo>
                  <a:lnTo>
                    <a:pt x="797499" y="42137"/>
                  </a:lnTo>
                  <a:lnTo>
                    <a:pt x="886110" y="46819"/>
                  </a:lnTo>
                  <a:lnTo>
                    <a:pt x="974721" y="51501"/>
                  </a:lnTo>
                  <a:lnTo>
                    <a:pt x="1063332" y="56183"/>
                  </a:lnTo>
                  <a:lnTo>
                    <a:pt x="1151943" y="60865"/>
                  </a:lnTo>
                  <a:lnTo>
                    <a:pt x="1240554" y="65546"/>
                  </a:lnTo>
                  <a:lnTo>
                    <a:pt x="1329165" y="70228"/>
                  </a:lnTo>
                  <a:lnTo>
                    <a:pt x="1417776" y="74910"/>
                  </a:lnTo>
                  <a:lnTo>
                    <a:pt x="1506387" y="79592"/>
                  </a:lnTo>
                  <a:lnTo>
                    <a:pt x="1594998" y="84274"/>
                  </a:lnTo>
                  <a:lnTo>
                    <a:pt x="1683609" y="88956"/>
                  </a:lnTo>
                  <a:lnTo>
                    <a:pt x="1772220" y="93638"/>
                  </a:lnTo>
                  <a:lnTo>
                    <a:pt x="1860831" y="98320"/>
                  </a:lnTo>
                  <a:lnTo>
                    <a:pt x="1949442" y="103002"/>
                  </a:lnTo>
                  <a:lnTo>
                    <a:pt x="2038053" y="107684"/>
                  </a:lnTo>
                  <a:lnTo>
                    <a:pt x="2126664" y="112366"/>
                  </a:lnTo>
                  <a:lnTo>
                    <a:pt x="2215275" y="117048"/>
                  </a:lnTo>
                  <a:lnTo>
                    <a:pt x="2303886" y="121730"/>
                  </a:lnTo>
                  <a:lnTo>
                    <a:pt x="2392497" y="126411"/>
                  </a:lnTo>
                  <a:lnTo>
                    <a:pt x="2481108" y="131093"/>
                  </a:lnTo>
                  <a:lnTo>
                    <a:pt x="2569719" y="135775"/>
                  </a:lnTo>
                  <a:lnTo>
                    <a:pt x="2658330" y="140457"/>
                  </a:lnTo>
                  <a:lnTo>
                    <a:pt x="2746941" y="145139"/>
                  </a:lnTo>
                  <a:lnTo>
                    <a:pt x="2835552" y="149821"/>
                  </a:lnTo>
                  <a:lnTo>
                    <a:pt x="2924163" y="154503"/>
                  </a:lnTo>
                  <a:lnTo>
                    <a:pt x="3012774" y="159185"/>
                  </a:lnTo>
                  <a:lnTo>
                    <a:pt x="3101385" y="163867"/>
                  </a:lnTo>
                  <a:lnTo>
                    <a:pt x="3189996" y="168549"/>
                  </a:lnTo>
                  <a:lnTo>
                    <a:pt x="3278607" y="173231"/>
                  </a:lnTo>
                  <a:lnTo>
                    <a:pt x="3367218" y="177913"/>
                  </a:lnTo>
                  <a:lnTo>
                    <a:pt x="3455829" y="182595"/>
                  </a:lnTo>
                  <a:lnTo>
                    <a:pt x="3544440" y="187276"/>
                  </a:lnTo>
                  <a:lnTo>
                    <a:pt x="3633051" y="191958"/>
                  </a:lnTo>
                  <a:lnTo>
                    <a:pt x="3721662" y="196640"/>
                  </a:lnTo>
                  <a:lnTo>
                    <a:pt x="3810273" y="201322"/>
                  </a:lnTo>
                  <a:lnTo>
                    <a:pt x="3898884" y="206004"/>
                  </a:lnTo>
                  <a:lnTo>
                    <a:pt x="3987495" y="210686"/>
                  </a:lnTo>
                  <a:lnTo>
                    <a:pt x="4076107" y="215368"/>
                  </a:lnTo>
                  <a:lnTo>
                    <a:pt x="4164718" y="220050"/>
                  </a:lnTo>
                  <a:lnTo>
                    <a:pt x="4253329" y="224732"/>
                  </a:lnTo>
                  <a:lnTo>
                    <a:pt x="4341940" y="229414"/>
                  </a:lnTo>
                  <a:lnTo>
                    <a:pt x="4430551" y="234096"/>
                  </a:lnTo>
                  <a:lnTo>
                    <a:pt x="4519162" y="238778"/>
                  </a:lnTo>
                  <a:lnTo>
                    <a:pt x="4607773" y="243460"/>
                  </a:lnTo>
                  <a:lnTo>
                    <a:pt x="4696384" y="248141"/>
                  </a:lnTo>
                  <a:lnTo>
                    <a:pt x="4784995" y="252823"/>
                  </a:lnTo>
                  <a:lnTo>
                    <a:pt x="4873606" y="257505"/>
                  </a:lnTo>
                  <a:lnTo>
                    <a:pt x="4962217" y="262187"/>
                  </a:lnTo>
                  <a:lnTo>
                    <a:pt x="5050828" y="266869"/>
                  </a:lnTo>
                  <a:lnTo>
                    <a:pt x="5139439" y="271551"/>
                  </a:lnTo>
                  <a:lnTo>
                    <a:pt x="5228050" y="276233"/>
                  </a:lnTo>
                  <a:lnTo>
                    <a:pt x="5316661" y="280915"/>
                  </a:lnTo>
                  <a:lnTo>
                    <a:pt x="5405272" y="285597"/>
                  </a:lnTo>
                  <a:lnTo>
                    <a:pt x="5493883" y="290279"/>
                  </a:lnTo>
                  <a:lnTo>
                    <a:pt x="5582494" y="294961"/>
                  </a:lnTo>
                  <a:lnTo>
                    <a:pt x="5671105" y="299643"/>
                  </a:lnTo>
                  <a:lnTo>
                    <a:pt x="5759716" y="304325"/>
                  </a:lnTo>
                  <a:lnTo>
                    <a:pt x="5848327" y="309006"/>
                  </a:lnTo>
                  <a:lnTo>
                    <a:pt x="5936938" y="313688"/>
                  </a:lnTo>
                  <a:lnTo>
                    <a:pt x="6025549" y="318370"/>
                  </a:lnTo>
                  <a:lnTo>
                    <a:pt x="6114160" y="323052"/>
                  </a:lnTo>
                  <a:lnTo>
                    <a:pt x="6202771" y="327734"/>
                  </a:lnTo>
                  <a:lnTo>
                    <a:pt x="6291382" y="332416"/>
                  </a:lnTo>
                  <a:lnTo>
                    <a:pt x="6379993" y="337098"/>
                  </a:lnTo>
                  <a:lnTo>
                    <a:pt x="6468604" y="341780"/>
                  </a:lnTo>
                  <a:lnTo>
                    <a:pt x="6557215" y="346462"/>
                  </a:lnTo>
                  <a:lnTo>
                    <a:pt x="6645826" y="351144"/>
                  </a:lnTo>
                  <a:lnTo>
                    <a:pt x="6734437" y="355826"/>
                  </a:lnTo>
                  <a:lnTo>
                    <a:pt x="6823048" y="360508"/>
                  </a:lnTo>
                  <a:lnTo>
                    <a:pt x="6911659" y="365190"/>
                  </a:lnTo>
                  <a:lnTo>
                    <a:pt x="7000270" y="36987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6" name="tx346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7" name="tx347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2395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44774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652869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3385312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354" name="tx354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916913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2026-10-27T15:59:52Z</dcterms:modified>
  <cp:category/>
</cp:coreProperties>
</file>