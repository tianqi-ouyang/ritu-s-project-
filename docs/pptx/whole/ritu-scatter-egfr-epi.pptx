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079800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720832"/>
              <a:ext cx="7000270" cy="700955"/>
            </a:xfrm>
            <a:custGeom>
              <a:avLst/>
              <a:pathLst>
                <a:path w="7000270" h="700955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  <a:lnTo>
                    <a:pt x="7000270" y="700955"/>
                  </a:lnTo>
                  <a:lnTo>
                    <a:pt x="6911659" y="692648"/>
                  </a:lnTo>
                  <a:lnTo>
                    <a:pt x="6823048" y="684357"/>
                  </a:lnTo>
                  <a:lnTo>
                    <a:pt x="6734437" y="676083"/>
                  </a:lnTo>
                  <a:lnTo>
                    <a:pt x="6645826" y="667828"/>
                  </a:lnTo>
                  <a:lnTo>
                    <a:pt x="6557215" y="659592"/>
                  </a:lnTo>
                  <a:lnTo>
                    <a:pt x="6468604" y="651378"/>
                  </a:lnTo>
                  <a:lnTo>
                    <a:pt x="6379993" y="643188"/>
                  </a:lnTo>
                  <a:lnTo>
                    <a:pt x="6291382" y="635023"/>
                  </a:lnTo>
                  <a:lnTo>
                    <a:pt x="6202771" y="626886"/>
                  </a:lnTo>
                  <a:lnTo>
                    <a:pt x="6114160" y="618779"/>
                  </a:lnTo>
                  <a:lnTo>
                    <a:pt x="6025549" y="610705"/>
                  </a:lnTo>
                  <a:lnTo>
                    <a:pt x="5936938" y="602668"/>
                  </a:lnTo>
                  <a:lnTo>
                    <a:pt x="5848327" y="594670"/>
                  </a:lnTo>
                  <a:lnTo>
                    <a:pt x="5759716" y="586715"/>
                  </a:lnTo>
                  <a:lnTo>
                    <a:pt x="5671105" y="578809"/>
                  </a:lnTo>
                  <a:lnTo>
                    <a:pt x="5582494" y="570955"/>
                  </a:lnTo>
                  <a:lnTo>
                    <a:pt x="5493883" y="563160"/>
                  </a:lnTo>
                  <a:lnTo>
                    <a:pt x="5405272" y="555429"/>
                  </a:lnTo>
                  <a:lnTo>
                    <a:pt x="5316661" y="547769"/>
                  </a:lnTo>
                  <a:lnTo>
                    <a:pt x="5228050" y="540188"/>
                  </a:lnTo>
                  <a:lnTo>
                    <a:pt x="5139439" y="532696"/>
                  </a:lnTo>
                  <a:lnTo>
                    <a:pt x="5050828" y="525300"/>
                  </a:lnTo>
                  <a:lnTo>
                    <a:pt x="4962217" y="518013"/>
                  </a:lnTo>
                  <a:lnTo>
                    <a:pt x="4873606" y="510847"/>
                  </a:lnTo>
                  <a:lnTo>
                    <a:pt x="4784995" y="503813"/>
                  </a:lnTo>
                  <a:lnTo>
                    <a:pt x="4696384" y="496927"/>
                  </a:lnTo>
                  <a:lnTo>
                    <a:pt x="4607773" y="490205"/>
                  </a:lnTo>
                  <a:lnTo>
                    <a:pt x="4519162" y="483661"/>
                  </a:lnTo>
                  <a:lnTo>
                    <a:pt x="4430551" y="477314"/>
                  </a:lnTo>
                  <a:lnTo>
                    <a:pt x="4341940" y="471181"/>
                  </a:lnTo>
                  <a:lnTo>
                    <a:pt x="4253329" y="465278"/>
                  </a:lnTo>
                  <a:lnTo>
                    <a:pt x="4164718" y="459622"/>
                  </a:lnTo>
                  <a:lnTo>
                    <a:pt x="4076107" y="454227"/>
                  </a:lnTo>
                  <a:lnTo>
                    <a:pt x="3987495" y="449105"/>
                  </a:lnTo>
                  <a:lnTo>
                    <a:pt x="3898884" y="444266"/>
                  </a:lnTo>
                  <a:lnTo>
                    <a:pt x="3810273" y="439713"/>
                  </a:lnTo>
                  <a:lnTo>
                    <a:pt x="3721662" y="435449"/>
                  </a:lnTo>
                  <a:lnTo>
                    <a:pt x="3633051" y="431470"/>
                  </a:lnTo>
                  <a:lnTo>
                    <a:pt x="3544440" y="427768"/>
                  </a:lnTo>
                  <a:lnTo>
                    <a:pt x="3455829" y="424333"/>
                  </a:lnTo>
                  <a:lnTo>
                    <a:pt x="3367218" y="421152"/>
                  </a:lnTo>
                  <a:lnTo>
                    <a:pt x="3278607" y="418209"/>
                  </a:lnTo>
                  <a:lnTo>
                    <a:pt x="3189996" y="415488"/>
                  </a:lnTo>
                  <a:lnTo>
                    <a:pt x="3101385" y="412971"/>
                  </a:lnTo>
                  <a:lnTo>
                    <a:pt x="3012774" y="410642"/>
                  </a:lnTo>
                  <a:lnTo>
                    <a:pt x="2924163" y="408483"/>
                  </a:lnTo>
                  <a:lnTo>
                    <a:pt x="2835552" y="406478"/>
                  </a:lnTo>
                  <a:lnTo>
                    <a:pt x="2746941" y="404613"/>
                  </a:lnTo>
                  <a:lnTo>
                    <a:pt x="2658330" y="402875"/>
                  </a:lnTo>
                  <a:lnTo>
                    <a:pt x="2569719" y="401250"/>
                  </a:lnTo>
                  <a:lnTo>
                    <a:pt x="2481108" y="399727"/>
                  </a:lnTo>
                  <a:lnTo>
                    <a:pt x="2392497" y="398296"/>
                  </a:lnTo>
                  <a:lnTo>
                    <a:pt x="2303886" y="396949"/>
                  </a:lnTo>
                  <a:lnTo>
                    <a:pt x="2215275" y="395676"/>
                  </a:lnTo>
                  <a:lnTo>
                    <a:pt x="2126664" y="394471"/>
                  </a:lnTo>
                  <a:lnTo>
                    <a:pt x="2038053" y="393327"/>
                  </a:lnTo>
                  <a:lnTo>
                    <a:pt x="1949442" y="392238"/>
                  </a:lnTo>
                  <a:lnTo>
                    <a:pt x="1860831" y="391200"/>
                  </a:lnTo>
                  <a:lnTo>
                    <a:pt x="1772220" y="390206"/>
                  </a:lnTo>
                  <a:lnTo>
                    <a:pt x="1683609" y="389254"/>
                  </a:lnTo>
                  <a:lnTo>
                    <a:pt x="1594998" y="388340"/>
                  </a:lnTo>
                  <a:lnTo>
                    <a:pt x="1506387" y="387461"/>
                  </a:lnTo>
                  <a:lnTo>
                    <a:pt x="1417776" y="386612"/>
                  </a:lnTo>
                  <a:lnTo>
                    <a:pt x="1329165" y="385793"/>
                  </a:lnTo>
                  <a:lnTo>
                    <a:pt x="1240554" y="385000"/>
                  </a:lnTo>
                  <a:lnTo>
                    <a:pt x="1151943" y="384232"/>
                  </a:lnTo>
                  <a:lnTo>
                    <a:pt x="1063332" y="383486"/>
                  </a:lnTo>
                  <a:lnTo>
                    <a:pt x="974721" y="382761"/>
                  </a:lnTo>
                  <a:lnTo>
                    <a:pt x="886110" y="382055"/>
                  </a:lnTo>
                  <a:lnTo>
                    <a:pt x="797499" y="381366"/>
                  </a:lnTo>
                  <a:lnTo>
                    <a:pt x="708888" y="380694"/>
                  </a:lnTo>
                  <a:lnTo>
                    <a:pt x="620277" y="380038"/>
                  </a:lnTo>
                  <a:lnTo>
                    <a:pt x="531666" y="379396"/>
                  </a:lnTo>
                  <a:lnTo>
                    <a:pt x="443055" y="378766"/>
                  </a:lnTo>
                  <a:lnTo>
                    <a:pt x="354444" y="378150"/>
                  </a:lnTo>
                  <a:lnTo>
                    <a:pt x="265833" y="377544"/>
                  </a:lnTo>
                  <a:lnTo>
                    <a:pt x="177222" y="376950"/>
                  </a:lnTo>
                  <a:lnTo>
                    <a:pt x="88611" y="376366"/>
                  </a:lnTo>
                  <a:lnTo>
                    <a:pt x="0" y="37579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720832"/>
              <a:ext cx="7000270" cy="383593"/>
            </a:xfrm>
            <a:custGeom>
              <a:avLst/>
              <a:pathLst>
                <a:path w="7000270" h="383593">
                  <a:moveTo>
                    <a:pt x="0" y="0"/>
                  </a:moveTo>
                  <a:lnTo>
                    <a:pt x="88611" y="8396"/>
                  </a:lnTo>
                  <a:lnTo>
                    <a:pt x="177222" y="16784"/>
                  </a:lnTo>
                  <a:lnTo>
                    <a:pt x="265833" y="25161"/>
                  </a:lnTo>
                  <a:lnTo>
                    <a:pt x="354444" y="33527"/>
                  </a:lnTo>
                  <a:lnTo>
                    <a:pt x="443055" y="41882"/>
                  </a:lnTo>
                  <a:lnTo>
                    <a:pt x="531666" y="50225"/>
                  </a:lnTo>
                  <a:lnTo>
                    <a:pt x="620277" y="58554"/>
                  </a:lnTo>
                  <a:lnTo>
                    <a:pt x="708888" y="66869"/>
                  </a:lnTo>
                  <a:lnTo>
                    <a:pt x="797499" y="75169"/>
                  </a:lnTo>
                  <a:lnTo>
                    <a:pt x="886110" y="83452"/>
                  </a:lnTo>
                  <a:lnTo>
                    <a:pt x="974721" y="91718"/>
                  </a:lnTo>
                  <a:lnTo>
                    <a:pt x="1063332" y="99964"/>
                  </a:lnTo>
                  <a:lnTo>
                    <a:pt x="1151943" y="108190"/>
                  </a:lnTo>
                  <a:lnTo>
                    <a:pt x="1240554" y="116393"/>
                  </a:lnTo>
                  <a:lnTo>
                    <a:pt x="1329165" y="124572"/>
                  </a:lnTo>
                  <a:lnTo>
                    <a:pt x="1417776" y="132724"/>
                  </a:lnTo>
                  <a:lnTo>
                    <a:pt x="1506387" y="140847"/>
                  </a:lnTo>
                  <a:lnTo>
                    <a:pt x="1594998" y="148939"/>
                  </a:lnTo>
                  <a:lnTo>
                    <a:pt x="1683609" y="156997"/>
                  </a:lnTo>
                  <a:lnTo>
                    <a:pt x="1772220" y="165016"/>
                  </a:lnTo>
                  <a:lnTo>
                    <a:pt x="1860831" y="172995"/>
                  </a:lnTo>
                  <a:lnTo>
                    <a:pt x="1949442" y="180928"/>
                  </a:lnTo>
                  <a:lnTo>
                    <a:pt x="2038053" y="188811"/>
                  </a:lnTo>
                  <a:lnTo>
                    <a:pt x="2126664" y="196638"/>
                  </a:lnTo>
                  <a:lnTo>
                    <a:pt x="2215275" y="204405"/>
                  </a:lnTo>
                  <a:lnTo>
                    <a:pt x="2303886" y="212103"/>
                  </a:lnTo>
                  <a:lnTo>
                    <a:pt x="2392497" y="219728"/>
                  </a:lnTo>
                  <a:lnTo>
                    <a:pt x="2481108" y="227269"/>
                  </a:lnTo>
                  <a:lnTo>
                    <a:pt x="2569719" y="234718"/>
                  </a:lnTo>
                  <a:lnTo>
                    <a:pt x="2658330" y="242064"/>
                  </a:lnTo>
                  <a:lnTo>
                    <a:pt x="2746941" y="249297"/>
                  </a:lnTo>
                  <a:lnTo>
                    <a:pt x="2835552" y="256404"/>
                  </a:lnTo>
                  <a:lnTo>
                    <a:pt x="2924163" y="263371"/>
                  </a:lnTo>
                  <a:lnTo>
                    <a:pt x="3012774" y="270184"/>
                  </a:lnTo>
                  <a:lnTo>
                    <a:pt x="3101385" y="276826"/>
                  </a:lnTo>
                  <a:lnTo>
                    <a:pt x="3189996" y="283280"/>
                  </a:lnTo>
                  <a:lnTo>
                    <a:pt x="3278607" y="289531"/>
                  </a:lnTo>
                  <a:lnTo>
                    <a:pt x="3367218" y="295560"/>
                  </a:lnTo>
                  <a:lnTo>
                    <a:pt x="3455829" y="301350"/>
                  </a:lnTo>
                  <a:lnTo>
                    <a:pt x="3544440" y="306887"/>
                  </a:lnTo>
                  <a:lnTo>
                    <a:pt x="3633051" y="312157"/>
                  </a:lnTo>
                  <a:lnTo>
                    <a:pt x="3721662" y="317149"/>
                  </a:lnTo>
                  <a:lnTo>
                    <a:pt x="3810273" y="321856"/>
                  </a:lnTo>
                  <a:lnTo>
                    <a:pt x="3898884" y="326276"/>
                  </a:lnTo>
                  <a:lnTo>
                    <a:pt x="3987495" y="330408"/>
                  </a:lnTo>
                  <a:lnTo>
                    <a:pt x="4076107" y="334258"/>
                  </a:lnTo>
                  <a:lnTo>
                    <a:pt x="4164718" y="337834"/>
                  </a:lnTo>
                  <a:lnTo>
                    <a:pt x="4253329" y="341150"/>
                  </a:lnTo>
                  <a:lnTo>
                    <a:pt x="4341940" y="344219"/>
                  </a:lnTo>
                  <a:lnTo>
                    <a:pt x="4430551" y="347057"/>
                  </a:lnTo>
                  <a:lnTo>
                    <a:pt x="4519162" y="349682"/>
                  </a:lnTo>
                  <a:lnTo>
                    <a:pt x="4607773" y="352110"/>
                  </a:lnTo>
                  <a:lnTo>
                    <a:pt x="4696384" y="354359"/>
                  </a:lnTo>
                  <a:lnTo>
                    <a:pt x="4784995" y="356444"/>
                  </a:lnTo>
                  <a:lnTo>
                    <a:pt x="4873606" y="358383"/>
                  </a:lnTo>
                  <a:lnTo>
                    <a:pt x="4962217" y="360187"/>
                  </a:lnTo>
                  <a:lnTo>
                    <a:pt x="5050828" y="361872"/>
                  </a:lnTo>
                  <a:lnTo>
                    <a:pt x="5139439" y="363448"/>
                  </a:lnTo>
                  <a:lnTo>
                    <a:pt x="5228050" y="364927"/>
                  </a:lnTo>
                  <a:lnTo>
                    <a:pt x="5316661" y="366318"/>
                  </a:lnTo>
                  <a:lnTo>
                    <a:pt x="5405272" y="367630"/>
                  </a:lnTo>
                  <a:lnTo>
                    <a:pt x="5493883" y="368871"/>
                  </a:lnTo>
                  <a:lnTo>
                    <a:pt x="5582494" y="370047"/>
                  </a:lnTo>
                  <a:lnTo>
                    <a:pt x="5671105" y="371165"/>
                  </a:lnTo>
                  <a:lnTo>
                    <a:pt x="5759716" y="372230"/>
                  </a:lnTo>
                  <a:lnTo>
                    <a:pt x="5848327" y="373247"/>
                  </a:lnTo>
                  <a:lnTo>
                    <a:pt x="5936938" y="374221"/>
                  </a:lnTo>
                  <a:lnTo>
                    <a:pt x="6025549" y="375155"/>
                  </a:lnTo>
                  <a:lnTo>
                    <a:pt x="6114160" y="376053"/>
                  </a:lnTo>
                  <a:lnTo>
                    <a:pt x="6202771" y="376917"/>
                  </a:lnTo>
                  <a:lnTo>
                    <a:pt x="6291382" y="377752"/>
                  </a:lnTo>
                  <a:lnTo>
                    <a:pt x="6379993" y="378559"/>
                  </a:lnTo>
                  <a:lnTo>
                    <a:pt x="6468604" y="379340"/>
                  </a:lnTo>
                  <a:lnTo>
                    <a:pt x="6557215" y="380098"/>
                  </a:lnTo>
                  <a:lnTo>
                    <a:pt x="6645826" y="380834"/>
                  </a:lnTo>
                  <a:lnTo>
                    <a:pt x="6734437" y="381550"/>
                  </a:lnTo>
                  <a:lnTo>
                    <a:pt x="6823048" y="382248"/>
                  </a:lnTo>
                  <a:lnTo>
                    <a:pt x="6911659" y="382928"/>
                  </a:lnTo>
                  <a:lnTo>
                    <a:pt x="7000270" y="3835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3096624"/>
              <a:ext cx="7000270" cy="325163"/>
            </a:xfrm>
            <a:custGeom>
              <a:avLst/>
              <a:pathLst>
                <a:path w="7000270" h="325163">
                  <a:moveTo>
                    <a:pt x="7000270" y="325163"/>
                  </a:moveTo>
                  <a:lnTo>
                    <a:pt x="6911659" y="316856"/>
                  </a:lnTo>
                  <a:lnTo>
                    <a:pt x="6823048" y="308565"/>
                  </a:lnTo>
                  <a:lnTo>
                    <a:pt x="6734437" y="300291"/>
                  </a:lnTo>
                  <a:lnTo>
                    <a:pt x="6645826" y="292036"/>
                  </a:lnTo>
                  <a:lnTo>
                    <a:pt x="6557215" y="283801"/>
                  </a:lnTo>
                  <a:lnTo>
                    <a:pt x="6468604" y="275587"/>
                  </a:lnTo>
                  <a:lnTo>
                    <a:pt x="6379993" y="267396"/>
                  </a:lnTo>
                  <a:lnTo>
                    <a:pt x="6291382" y="259232"/>
                  </a:lnTo>
                  <a:lnTo>
                    <a:pt x="6202771" y="251095"/>
                  </a:lnTo>
                  <a:lnTo>
                    <a:pt x="6114160" y="242988"/>
                  </a:lnTo>
                  <a:lnTo>
                    <a:pt x="6025549" y="234914"/>
                  </a:lnTo>
                  <a:lnTo>
                    <a:pt x="5936938" y="226876"/>
                  </a:lnTo>
                  <a:lnTo>
                    <a:pt x="5848327" y="218878"/>
                  </a:lnTo>
                  <a:lnTo>
                    <a:pt x="5759716" y="210924"/>
                  </a:lnTo>
                  <a:lnTo>
                    <a:pt x="5671105" y="203017"/>
                  </a:lnTo>
                  <a:lnTo>
                    <a:pt x="5582494" y="195164"/>
                  </a:lnTo>
                  <a:lnTo>
                    <a:pt x="5493883" y="187368"/>
                  </a:lnTo>
                  <a:lnTo>
                    <a:pt x="5405272" y="179637"/>
                  </a:lnTo>
                  <a:lnTo>
                    <a:pt x="5316661" y="171977"/>
                  </a:lnTo>
                  <a:lnTo>
                    <a:pt x="5228050" y="164397"/>
                  </a:lnTo>
                  <a:lnTo>
                    <a:pt x="5139439" y="156904"/>
                  </a:lnTo>
                  <a:lnTo>
                    <a:pt x="5050828" y="149509"/>
                  </a:lnTo>
                  <a:lnTo>
                    <a:pt x="4962217" y="142222"/>
                  </a:lnTo>
                  <a:lnTo>
                    <a:pt x="4873606" y="135055"/>
                  </a:lnTo>
                  <a:lnTo>
                    <a:pt x="4784995" y="128022"/>
                  </a:lnTo>
                  <a:lnTo>
                    <a:pt x="4696384" y="121136"/>
                  </a:lnTo>
                  <a:lnTo>
                    <a:pt x="4607773" y="114413"/>
                  </a:lnTo>
                  <a:lnTo>
                    <a:pt x="4519162" y="107870"/>
                  </a:lnTo>
                  <a:lnTo>
                    <a:pt x="4430551" y="101523"/>
                  </a:lnTo>
                  <a:lnTo>
                    <a:pt x="4341940" y="95389"/>
                  </a:lnTo>
                  <a:lnTo>
                    <a:pt x="4253329" y="89486"/>
                  </a:lnTo>
                  <a:lnTo>
                    <a:pt x="4164718" y="83830"/>
                  </a:lnTo>
                  <a:lnTo>
                    <a:pt x="4076107" y="78436"/>
                  </a:lnTo>
                  <a:lnTo>
                    <a:pt x="3987495" y="73314"/>
                  </a:lnTo>
                  <a:lnTo>
                    <a:pt x="3898884" y="68474"/>
                  </a:lnTo>
                  <a:lnTo>
                    <a:pt x="3810273" y="63922"/>
                  </a:lnTo>
                  <a:lnTo>
                    <a:pt x="3721662" y="59658"/>
                  </a:lnTo>
                  <a:lnTo>
                    <a:pt x="3633051" y="55678"/>
                  </a:lnTo>
                  <a:lnTo>
                    <a:pt x="3544440" y="51976"/>
                  </a:lnTo>
                  <a:lnTo>
                    <a:pt x="3455829" y="48542"/>
                  </a:lnTo>
                  <a:lnTo>
                    <a:pt x="3367218" y="45361"/>
                  </a:lnTo>
                  <a:lnTo>
                    <a:pt x="3278607" y="42418"/>
                  </a:lnTo>
                  <a:lnTo>
                    <a:pt x="3189996" y="39697"/>
                  </a:lnTo>
                  <a:lnTo>
                    <a:pt x="3101385" y="37180"/>
                  </a:lnTo>
                  <a:lnTo>
                    <a:pt x="3012774" y="34850"/>
                  </a:lnTo>
                  <a:lnTo>
                    <a:pt x="2924163" y="32691"/>
                  </a:lnTo>
                  <a:lnTo>
                    <a:pt x="2835552" y="30687"/>
                  </a:lnTo>
                  <a:lnTo>
                    <a:pt x="2746941" y="28822"/>
                  </a:lnTo>
                  <a:lnTo>
                    <a:pt x="2658330" y="27083"/>
                  </a:lnTo>
                  <a:lnTo>
                    <a:pt x="2569719" y="25458"/>
                  </a:lnTo>
                  <a:lnTo>
                    <a:pt x="2481108" y="23935"/>
                  </a:lnTo>
                  <a:lnTo>
                    <a:pt x="2392497" y="22505"/>
                  </a:lnTo>
                  <a:lnTo>
                    <a:pt x="2303886" y="21157"/>
                  </a:lnTo>
                  <a:lnTo>
                    <a:pt x="2215275" y="19885"/>
                  </a:lnTo>
                  <a:lnTo>
                    <a:pt x="2126664" y="18680"/>
                  </a:lnTo>
                  <a:lnTo>
                    <a:pt x="2038053" y="17536"/>
                  </a:lnTo>
                  <a:lnTo>
                    <a:pt x="1949442" y="16447"/>
                  </a:lnTo>
                  <a:lnTo>
                    <a:pt x="1860831" y="15408"/>
                  </a:lnTo>
                  <a:lnTo>
                    <a:pt x="1772220" y="14415"/>
                  </a:lnTo>
                  <a:lnTo>
                    <a:pt x="1683609" y="13463"/>
                  </a:lnTo>
                  <a:lnTo>
                    <a:pt x="1594998" y="12549"/>
                  </a:lnTo>
                  <a:lnTo>
                    <a:pt x="1506387" y="11669"/>
                  </a:lnTo>
                  <a:lnTo>
                    <a:pt x="1417776" y="10821"/>
                  </a:lnTo>
                  <a:lnTo>
                    <a:pt x="1329165" y="10002"/>
                  </a:lnTo>
                  <a:lnTo>
                    <a:pt x="1240554" y="9209"/>
                  </a:lnTo>
                  <a:lnTo>
                    <a:pt x="1151943" y="8440"/>
                  </a:lnTo>
                  <a:lnTo>
                    <a:pt x="1063332" y="7694"/>
                  </a:lnTo>
                  <a:lnTo>
                    <a:pt x="974721" y="6969"/>
                  </a:lnTo>
                  <a:lnTo>
                    <a:pt x="886110" y="6263"/>
                  </a:lnTo>
                  <a:lnTo>
                    <a:pt x="797499" y="5575"/>
                  </a:lnTo>
                  <a:lnTo>
                    <a:pt x="708888" y="4903"/>
                  </a:lnTo>
                  <a:lnTo>
                    <a:pt x="620277" y="4246"/>
                  </a:lnTo>
                  <a:lnTo>
                    <a:pt x="531666" y="3604"/>
                  </a:lnTo>
                  <a:lnTo>
                    <a:pt x="443055" y="2975"/>
                  </a:lnTo>
                  <a:lnTo>
                    <a:pt x="354444" y="2358"/>
                  </a:lnTo>
                  <a:lnTo>
                    <a:pt x="265833" y="1753"/>
                  </a:lnTo>
                  <a:lnTo>
                    <a:pt x="177222" y="1159"/>
                  </a:lnTo>
                  <a:lnTo>
                    <a:pt x="88611" y="5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908728"/>
              <a:ext cx="7000270" cy="354378"/>
            </a:xfrm>
            <a:custGeom>
              <a:avLst/>
              <a:pathLst>
                <a:path w="7000270" h="354378">
                  <a:moveTo>
                    <a:pt x="0" y="0"/>
                  </a:moveTo>
                  <a:lnTo>
                    <a:pt x="88611" y="4485"/>
                  </a:lnTo>
                  <a:lnTo>
                    <a:pt x="177222" y="8971"/>
                  </a:lnTo>
                  <a:lnTo>
                    <a:pt x="265833" y="13457"/>
                  </a:lnTo>
                  <a:lnTo>
                    <a:pt x="354444" y="17943"/>
                  </a:lnTo>
                  <a:lnTo>
                    <a:pt x="443055" y="22429"/>
                  </a:lnTo>
                  <a:lnTo>
                    <a:pt x="531666" y="26914"/>
                  </a:lnTo>
                  <a:lnTo>
                    <a:pt x="620277" y="31400"/>
                  </a:lnTo>
                  <a:lnTo>
                    <a:pt x="708888" y="35886"/>
                  </a:lnTo>
                  <a:lnTo>
                    <a:pt x="797499" y="40372"/>
                  </a:lnTo>
                  <a:lnTo>
                    <a:pt x="886110" y="44858"/>
                  </a:lnTo>
                  <a:lnTo>
                    <a:pt x="974721" y="49343"/>
                  </a:lnTo>
                  <a:lnTo>
                    <a:pt x="1063332" y="53829"/>
                  </a:lnTo>
                  <a:lnTo>
                    <a:pt x="1151943" y="58315"/>
                  </a:lnTo>
                  <a:lnTo>
                    <a:pt x="1240554" y="62801"/>
                  </a:lnTo>
                  <a:lnTo>
                    <a:pt x="1329165" y="67287"/>
                  </a:lnTo>
                  <a:lnTo>
                    <a:pt x="1417776" y="71772"/>
                  </a:lnTo>
                  <a:lnTo>
                    <a:pt x="1506387" y="76258"/>
                  </a:lnTo>
                  <a:lnTo>
                    <a:pt x="1594998" y="80744"/>
                  </a:lnTo>
                  <a:lnTo>
                    <a:pt x="1683609" y="85230"/>
                  </a:lnTo>
                  <a:lnTo>
                    <a:pt x="1772220" y="89716"/>
                  </a:lnTo>
                  <a:lnTo>
                    <a:pt x="1860831" y="94201"/>
                  </a:lnTo>
                  <a:lnTo>
                    <a:pt x="1949442" y="98687"/>
                  </a:lnTo>
                  <a:lnTo>
                    <a:pt x="2038053" y="103173"/>
                  </a:lnTo>
                  <a:lnTo>
                    <a:pt x="2126664" y="107659"/>
                  </a:lnTo>
                  <a:lnTo>
                    <a:pt x="2215275" y="112145"/>
                  </a:lnTo>
                  <a:lnTo>
                    <a:pt x="2303886" y="116630"/>
                  </a:lnTo>
                  <a:lnTo>
                    <a:pt x="2392497" y="121116"/>
                  </a:lnTo>
                  <a:lnTo>
                    <a:pt x="2481108" y="125602"/>
                  </a:lnTo>
                  <a:lnTo>
                    <a:pt x="2569719" y="130088"/>
                  </a:lnTo>
                  <a:lnTo>
                    <a:pt x="2658330" y="134574"/>
                  </a:lnTo>
                  <a:lnTo>
                    <a:pt x="2746941" y="139060"/>
                  </a:lnTo>
                  <a:lnTo>
                    <a:pt x="2835552" y="143545"/>
                  </a:lnTo>
                  <a:lnTo>
                    <a:pt x="2924163" y="148031"/>
                  </a:lnTo>
                  <a:lnTo>
                    <a:pt x="3012774" y="152517"/>
                  </a:lnTo>
                  <a:lnTo>
                    <a:pt x="3101385" y="157003"/>
                  </a:lnTo>
                  <a:lnTo>
                    <a:pt x="3189996" y="161489"/>
                  </a:lnTo>
                  <a:lnTo>
                    <a:pt x="3278607" y="165974"/>
                  </a:lnTo>
                  <a:lnTo>
                    <a:pt x="3367218" y="170460"/>
                  </a:lnTo>
                  <a:lnTo>
                    <a:pt x="3455829" y="174946"/>
                  </a:lnTo>
                  <a:lnTo>
                    <a:pt x="3544440" y="179432"/>
                  </a:lnTo>
                  <a:lnTo>
                    <a:pt x="3633051" y="183918"/>
                  </a:lnTo>
                  <a:lnTo>
                    <a:pt x="3721662" y="188403"/>
                  </a:lnTo>
                  <a:lnTo>
                    <a:pt x="3810273" y="192889"/>
                  </a:lnTo>
                  <a:lnTo>
                    <a:pt x="3898884" y="197375"/>
                  </a:lnTo>
                  <a:lnTo>
                    <a:pt x="3987495" y="201861"/>
                  </a:lnTo>
                  <a:lnTo>
                    <a:pt x="4076107" y="206347"/>
                  </a:lnTo>
                  <a:lnTo>
                    <a:pt x="4164718" y="210832"/>
                  </a:lnTo>
                  <a:lnTo>
                    <a:pt x="4253329" y="215318"/>
                  </a:lnTo>
                  <a:lnTo>
                    <a:pt x="4341940" y="219804"/>
                  </a:lnTo>
                  <a:lnTo>
                    <a:pt x="4430551" y="224290"/>
                  </a:lnTo>
                  <a:lnTo>
                    <a:pt x="4519162" y="228776"/>
                  </a:lnTo>
                  <a:lnTo>
                    <a:pt x="4607773" y="233261"/>
                  </a:lnTo>
                  <a:lnTo>
                    <a:pt x="4696384" y="237747"/>
                  </a:lnTo>
                  <a:lnTo>
                    <a:pt x="4784995" y="242233"/>
                  </a:lnTo>
                  <a:lnTo>
                    <a:pt x="4873606" y="246719"/>
                  </a:lnTo>
                  <a:lnTo>
                    <a:pt x="4962217" y="251205"/>
                  </a:lnTo>
                  <a:lnTo>
                    <a:pt x="5050828" y="255691"/>
                  </a:lnTo>
                  <a:lnTo>
                    <a:pt x="5139439" y="260176"/>
                  </a:lnTo>
                  <a:lnTo>
                    <a:pt x="5228050" y="264662"/>
                  </a:lnTo>
                  <a:lnTo>
                    <a:pt x="5316661" y="269148"/>
                  </a:lnTo>
                  <a:lnTo>
                    <a:pt x="5405272" y="273634"/>
                  </a:lnTo>
                  <a:lnTo>
                    <a:pt x="5493883" y="278120"/>
                  </a:lnTo>
                  <a:lnTo>
                    <a:pt x="5582494" y="282605"/>
                  </a:lnTo>
                  <a:lnTo>
                    <a:pt x="5671105" y="287091"/>
                  </a:lnTo>
                  <a:lnTo>
                    <a:pt x="5759716" y="291577"/>
                  </a:lnTo>
                  <a:lnTo>
                    <a:pt x="5848327" y="296063"/>
                  </a:lnTo>
                  <a:lnTo>
                    <a:pt x="5936938" y="300549"/>
                  </a:lnTo>
                  <a:lnTo>
                    <a:pt x="6025549" y="305034"/>
                  </a:lnTo>
                  <a:lnTo>
                    <a:pt x="6114160" y="309520"/>
                  </a:lnTo>
                  <a:lnTo>
                    <a:pt x="6202771" y="314006"/>
                  </a:lnTo>
                  <a:lnTo>
                    <a:pt x="6291382" y="318492"/>
                  </a:lnTo>
                  <a:lnTo>
                    <a:pt x="6379993" y="322978"/>
                  </a:lnTo>
                  <a:lnTo>
                    <a:pt x="6468604" y="327463"/>
                  </a:lnTo>
                  <a:lnTo>
                    <a:pt x="6557215" y="331949"/>
                  </a:lnTo>
                  <a:lnTo>
                    <a:pt x="6645826" y="336435"/>
                  </a:lnTo>
                  <a:lnTo>
                    <a:pt x="6734437" y="340921"/>
                  </a:lnTo>
                  <a:lnTo>
                    <a:pt x="6823048" y="345407"/>
                  </a:lnTo>
                  <a:lnTo>
                    <a:pt x="6911659" y="349892"/>
                  </a:lnTo>
                  <a:lnTo>
                    <a:pt x="7000270" y="354378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2026-10-08T10:07:55Z</dcterms:modified>
  <cp:category/>
</cp:coreProperties>
</file>