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8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1266926" y="2709643"/>
              <a:ext cx="7000270" cy="717642"/>
            </a:xfrm>
            <a:custGeom>
              <a:avLst/>
              <a:pathLst>
                <a:path w="7000270" h="717642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  <a:lnTo>
                    <a:pt x="7000270" y="717642"/>
                  </a:lnTo>
                  <a:lnTo>
                    <a:pt x="6911659" y="709125"/>
                  </a:lnTo>
                  <a:lnTo>
                    <a:pt x="6823048" y="700623"/>
                  </a:lnTo>
                  <a:lnTo>
                    <a:pt x="6734437" y="692139"/>
                  </a:lnTo>
                  <a:lnTo>
                    <a:pt x="6645826" y="683674"/>
                  </a:lnTo>
                  <a:lnTo>
                    <a:pt x="6557215" y="675228"/>
                  </a:lnTo>
                  <a:lnTo>
                    <a:pt x="6468604" y="666804"/>
                  </a:lnTo>
                  <a:lnTo>
                    <a:pt x="6379993" y="658404"/>
                  </a:lnTo>
                  <a:lnTo>
                    <a:pt x="6291382" y="650030"/>
                  </a:lnTo>
                  <a:lnTo>
                    <a:pt x="6202771" y="641683"/>
                  </a:lnTo>
                  <a:lnTo>
                    <a:pt x="6114160" y="633367"/>
                  </a:lnTo>
                  <a:lnTo>
                    <a:pt x="6025549" y="625085"/>
                  </a:lnTo>
                  <a:lnTo>
                    <a:pt x="5936938" y="616838"/>
                  </a:lnTo>
                  <a:lnTo>
                    <a:pt x="5848327" y="608632"/>
                  </a:lnTo>
                  <a:lnTo>
                    <a:pt x="5759716" y="600469"/>
                  </a:lnTo>
                  <a:lnTo>
                    <a:pt x="5671105" y="592355"/>
                  </a:lnTo>
                  <a:lnTo>
                    <a:pt x="5582494" y="584294"/>
                  </a:lnTo>
                  <a:lnTo>
                    <a:pt x="5493883" y="576292"/>
                  </a:lnTo>
                  <a:lnTo>
                    <a:pt x="5405272" y="568354"/>
                  </a:lnTo>
                  <a:lnTo>
                    <a:pt x="5316661" y="560489"/>
                  </a:lnTo>
                  <a:lnTo>
                    <a:pt x="5228050" y="552704"/>
                  </a:lnTo>
                  <a:lnTo>
                    <a:pt x="5139439" y="545007"/>
                  </a:lnTo>
                  <a:lnTo>
                    <a:pt x="5050828" y="537409"/>
                  </a:lnTo>
                  <a:lnTo>
                    <a:pt x="4962217" y="529920"/>
                  </a:lnTo>
                  <a:lnTo>
                    <a:pt x="4873606" y="522552"/>
                  </a:lnTo>
                  <a:lnTo>
                    <a:pt x="4784995" y="515319"/>
                  </a:lnTo>
                  <a:lnTo>
                    <a:pt x="4696384" y="508236"/>
                  </a:lnTo>
                  <a:lnTo>
                    <a:pt x="4607773" y="501317"/>
                  </a:lnTo>
                  <a:lnTo>
                    <a:pt x="4519162" y="494580"/>
                  </a:lnTo>
                  <a:lnTo>
                    <a:pt x="4430551" y="488040"/>
                  </a:lnTo>
                  <a:lnTo>
                    <a:pt x="4341940" y="481717"/>
                  </a:lnTo>
                  <a:lnTo>
                    <a:pt x="4253329" y="475627"/>
                  </a:lnTo>
                  <a:lnTo>
                    <a:pt x="4164718" y="469786"/>
                  </a:lnTo>
                  <a:lnTo>
                    <a:pt x="4076107" y="464209"/>
                  </a:lnTo>
                  <a:lnTo>
                    <a:pt x="3987495" y="458907"/>
                  </a:lnTo>
                  <a:lnTo>
                    <a:pt x="3898884" y="453889"/>
                  </a:lnTo>
                  <a:lnTo>
                    <a:pt x="3810273" y="449160"/>
                  </a:lnTo>
                  <a:lnTo>
                    <a:pt x="3721662" y="444721"/>
                  </a:lnTo>
                  <a:lnTo>
                    <a:pt x="3633051" y="440569"/>
                  </a:lnTo>
                  <a:lnTo>
                    <a:pt x="3544440" y="436695"/>
                  </a:lnTo>
                  <a:lnTo>
                    <a:pt x="3455829" y="433088"/>
                  </a:lnTo>
                  <a:lnTo>
                    <a:pt x="3367218" y="429736"/>
                  </a:lnTo>
                  <a:lnTo>
                    <a:pt x="3278607" y="426622"/>
                  </a:lnTo>
                  <a:lnTo>
                    <a:pt x="3189996" y="423730"/>
                  </a:lnTo>
                  <a:lnTo>
                    <a:pt x="3101385" y="421041"/>
                  </a:lnTo>
                  <a:lnTo>
                    <a:pt x="3012774" y="418540"/>
                  </a:lnTo>
                  <a:lnTo>
                    <a:pt x="2924163" y="416208"/>
                  </a:lnTo>
                  <a:lnTo>
                    <a:pt x="2835552" y="414030"/>
                  </a:lnTo>
                  <a:lnTo>
                    <a:pt x="2746941" y="411992"/>
                  </a:lnTo>
                  <a:lnTo>
                    <a:pt x="2658330" y="410080"/>
                  </a:lnTo>
                  <a:lnTo>
                    <a:pt x="2569719" y="408280"/>
                  </a:lnTo>
                  <a:lnTo>
                    <a:pt x="2481108" y="406582"/>
                  </a:lnTo>
                  <a:lnTo>
                    <a:pt x="2392497" y="404976"/>
                  </a:lnTo>
                  <a:lnTo>
                    <a:pt x="2303886" y="403453"/>
                  </a:lnTo>
                  <a:lnTo>
                    <a:pt x="2215275" y="402004"/>
                  </a:lnTo>
                  <a:lnTo>
                    <a:pt x="2126664" y="400622"/>
                  </a:lnTo>
                  <a:lnTo>
                    <a:pt x="2038053" y="399301"/>
                  </a:lnTo>
                  <a:lnTo>
                    <a:pt x="1949442" y="398035"/>
                  </a:lnTo>
                  <a:lnTo>
                    <a:pt x="1860831" y="396818"/>
                  </a:lnTo>
                  <a:lnTo>
                    <a:pt x="1772220" y="395647"/>
                  </a:lnTo>
                  <a:lnTo>
                    <a:pt x="1683609" y="394517"/>
                  </a:lnTo>
                  <a:lnTo>
                    <a:pt x="1594998" y="393425"/>
                  </a:lnTo>
                  <a:lnTo>
                    <a:pt x="1506387" y="392367"/>
                  </a:lnTo>
                  <a:lnTo>
                    <a:pt x="1417776" y="391340"/>
                  </a:lnTo>
                  <a:lnTo>
                    <a:pt x="1329165" y="390342"/>
                  </a:lnTo>
                  <a:lnTo>
                    <a:pt x="1240554" y="389370"/>
                  </a:lnTo>
                  <a:lnTo>
                    <a:pt x="1151943" y="388422"/>
                  </a:lnTo>
                  <a:lnTo>
                    <a:pt x="1063332" y="387497"/>
                  </a:lnTo>
                  <a:lnTo>
                    <a:pt x="974721" y="386593"/>
                  </a:lnTo>
                  <a:lnTo>
                    <a:pt x="886110" y="385707"/>
                  </a:lnTo>
                  <a:lnTo>
                    <a:pt x="797499" y="384839"/>
                  </a:lnTo>
                  <a:lnTo>
                    <a:pt x="708888" y="383988"/>
                  </a:lnTo>
                  <a:lnTo>
                    <a:pt x="620277" y="383152"/>
                  </a:lnTo>
                  <a:lnTo>
                    <a:pt x="531666" y="382329"/>
                  </a:lnTo>
                  <a:lnTo>
                    <a:pt x="443055" y="381520"/>
                  </a:lnTo>
                  <a:lnTo>
                    <a:pt x="354444" y="380724"/>
                  </a:lnTo>
                  <a:lnTo>
                    <a:pt x="265833" y="379939"/>
                  </a:lnTo>
                  <a:lnTo>
                    <a:pt x="177222" y="379164"/>
                  </a:lnTo>
                  <a:lnTo>
                    <a:pt x="88611" y="378400"/>
                  </a:lnTo>
                  <a:lnTo>
                    <a:pt x="0" y="3776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266926" y="2709643"/>
              <a:ext cx="7000270" cy="399746"/>
            </a:xfrm>
            <a:custGeom>
              <a:avLst/>
              <a:pathLst>
                <a:path w="7000270" h="399746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3087288"/>
              <a:ext cx="7000270" cy="339997"/>
            </a:xfrm>
            <a:custGeom>
              <a:avLst/>
              <a:pathLst>
                <a:path w="7000270" h="339997">
                  <a:moveTo>
                    <a:pt x="7000270" y="339997"/>
                  </a:moveTo>
                  <a:lnTo>
                    <a:pt x="6911659" y="331479"/>
                  </a:lnTo>
                  <a:lnTo>
                    <a:pt x="6823048" y="322978"/>
                  </a:lnTo>
                  <a:lnTo>
                    <a:pt x="6734437" y="314494"/>
                  </a:lnTo>
                  <a:lnTo>
                    <a:pt x="6645826" y="306028"/>
                  </a:lnTo>
                  <a:lnTo>
                    <a:pt x="6557215" y="297583"/>
                  </a:lnTo>
                  <a:lnTo>
                    <a:pt x="6468604" y="289159"/>
                  </a:lnTo>
                  <a:lnTo>
                    <a:pt x="6379993" y="280759"/>
                  </a:lnTo>
                  <a:lnTo>
                    <a:pt x="6291382" y="272384"/>
                  </a:lnTo>
                  <a:lnTo>
                    <a:pt x="6202771" y="264038"/>
                  </a:lnTo>
                  <a:lnTo>
                    <a:pt x="6114160" y="255722"/>
                  </a:lnTo>
                  <a:lnTo>
                    <a:pt x="6025549" y="247439"/>
                  </a:lnTo>
                  <a:lnTo>
                    <a:pt x="5936938" y="239193"/>
                  </a:lnTo>
                  <a:lnTo>
                    <a:pt x="5848327" y="230986"/>
                  </a:lnTo>
                  <a:lnTo>
                    <a:pt x="5759716" y="222824"/>
                  </a:lnTo>
                  <a:lnTo>
                    <a:pt x="5671105" y="214709"/>
                  </a:lnTo>
                  <a:lnTo>
                    <a:pt x="5582494" y="206648"/>
                  </a:lnTo>
                  <a:lnTo>
                    <a:pt x="5493883" y="198646"/>
                  </a:lnTo>
                  <a:lnTo>
                    <a:pt x="5405272" y="190709"/>
                  </a:lnTo>
                  <a:lnTo>
                    <a:pt x="5316661" y="182844"/>
                  </a:lnTo>
                  <a:lnTo>
                    <a:pt x="5228050" y="175058"/>
                  </a:lnTo>
                  <a:lnTo>
                    <a:pt x="5139439" y="167361"/>
                  </a:lnTo>
                  <a:lnTo>
                    <a:pt x="5050828" y="159763"/>
                  </a:lnTo>
                  <a:lnTo>
                    <a:pt x="4962217" y="152274"/>
                  </a:lnTo>
                  <a:lnTo>
                    <a:pt x="4873606" y="144907"/>
                  </a:lnTo>
                  <a:lnTo>
                    <a:pt x="4784995" y="137674"/>
                  </a:lnTo>
                  <a:lnTo>
                    <a:pt x="4696384" y="130590"/>
                  </a:lnTo>
                  <a:lnTo>
                    <a:pt x="4607773" y="123672"/>
                  </a:lnTo>
                  <a:lnTo>
                    <a:pt x="4519162" y="116934"/>
                  </a:lnTo>
                  <a:lnTo>
                    <a:pt x="4430551" y="110395"/>
                  </a:lnTo>
                  <a:lnTo>
                    <a:pt x="4341940" y="104072"/>
                  </a:lnTo>
                  <a:lnTo>
                    <a:pt x="4253329" y="97982"/>
                  </a:lnTo>
                  <a:lnTo>
                    <a:pt x="4164718" y="92141"/>
                  </a:lnTo>
                  <a:lnTo>
                    <a:pt x="4076107" y="86563"/>
                  </a:lnTo>
                  <a:lnTo>
                    <a:pt x="3987495" y="81261"/>
                  </a:lnTo>
                  <a:lnTo>
                    <a:pt x="3898884" y="76243"/>
                  </a:lnTo>
                  <a:lnTo>
                    <a:pt x="3810273" y="71515"/>
                  </a:lnTo>
                  <a:lnTo>
                    <a:pt x="3721662" y="67076"/>
                  </a:lnTo>
                  <a:lnTo>
                    <a:pt x="3633051" y="62923"/>
                  </a:lnTo>
                  <a:lnTo>
                    <a:pt x="3544440" y="59049"/>
                  </a:lnTo>
                  <a:lnTo>
                    <a:pt x="3455829" y="55443"/>
                  </a:lnTo>
                  <a:lnTo>
                    <a:pt x="3367218" y="52090"/>
                  </a:lnTo>
                  <a:lnTo>
                    <a:pt x="3278607" y="48977"/>
                  </a:lnTo>
                  <a:lnTo>
                    <a:pt x="3189996" y="46084"/>
                  </a:lnTo>
                  <a:lnTo>
                    <a:pt x="3101385" y="43396"/>
                  </a:lnTo>
                  <a:lnTo>
                    <a:pt x="3012774" y="40894"/>
                  </a:lnTo>
                  <a:lnTo>
                    <a:pt x="2924163" y="38562"/>
                  </a:lnTo>
                  <a:lnTo>
                    <a:pt x="2835552" y="36385"/>
                  </a:lnTo>
                  <a:lnTo>
                    <a:pt x="2746941" y="34347"/>
                  </a:lnTo>
                  <a:lnTo>
                    <a:pt x="2658330" y="32434"/>
                  </a:lnTo>
                  <a:lnTo>
                    <a:pt x="2569719" y="30634"/>
                  </a:lnTo>
                  <a:lnTo>
                    <a:pt x="2481108" y="28937"/>
                  </a:lnTo>
                  <a:lnTo>
                    <a:pt x="2392497" y="27331"/>
                  </a:lnTo>
                  <a:lnTo>
                    <a:pt x="2303886" y="25807"/>
                  </a:lnTo>
                  <a:lnTo>
                    <a:pt x="2215275" y="24358"/>
                  </a:lnTo>
                  <a:lnTo>
                    <a:pt x="2126664" y="22977"/>
                  </a:lnTo>
                  <a:lnTo>
                    <a:pt x="2038053" y="21655"/>
                  </a:lnTo>
                  <a:lnTo>
                    <a:pt x="1949442" y="20389"/>
                  </a:lnTo>
                  <a:lnTo>
                    <a:pt x="1860831" y="19173"/>
                  </a:lnTo>
                  <a:lnTo>
                    <a:pt x="1772220" y="18002"/>
                  </a:lnTo>
                  <a:lnTo>
                    <a:pt x="1683609" y="16872"/>
                  </a:lnTo>
                  <a:lnTo>
                    <a:pt x="1594998" y="15779"/>
                  </a:lnTo>
                  <a:lnTo>
                    <a:pt x="1506387" y="14721"/>
                  </a:lnTo>
                  <a:lnTo>
                    <a:pt x="1417776" y="13694"/>
                  </a:lnTo>
                  <a:lnTo>
                    <a:pt x="1329165" y="12696"/>
                  </a:lnTo>
                  <a:lnTo>
                    <a:pt x="1240554" y="11724"/>
                  </a:lnTo>
                  <a:lnTo>
                    <a:pt x="1151943" y="10777"/>
                  </a:lnTo>
                  <a:lnTo>
                    <a:pt x="1063332" y="9852"/>
                  </a:lnTo>
                  <a:lnTo>
                    <a:pt x="974721" y="8947"/>
                  </a:lnTo>
                  <a:lnTo>
                    <a:pt x="886110" y="8062"/>
                  </a:lnTo>
                  <a:lnTo>
                    <a:pt x="797499" y="7194"/>
                  </a:lnTo>
                  <a:lnTo>
                    <a:pt x="708888" y="6342"/>
                  </a:lnTo>
                  <a:lnTo>
                    <a:pt x="620277" y="5506"/>
                  </a:lnTo>
                  <a:lnTo>
                    <a:pt x="531666" y="4684"/>
                  </a:lnTo>
                  <a:lnTo>
                    <a:pt x="443055" y="3875"/>
                  </a:lnTo>
                  <a:lnTo>
                    <a:pt x="354444" y="3078"/>
                  </a:lnTo>
                  <a:lnTo>
                    <a:pt x="265833" y="2293"/>
                  </a:lnTo>
                  <a:lnTo>
                    <a:pt x="177222" y="1519"/>
                  </a:lnTo>
                  <a:lnTo>
                    <a:pt x="88611" y="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898465"/>
              <a:ext cx="7000270" cy="369871"/>
            </a:xfrm>
            <a:custGeom>
              <a:avLst/>
              <a:pathLst>
                <a:path w="7000270" h="369871">
                  <a:moveTo>
                    <a:pt x="0" y="0"/>
                  </a:moveTo>
                  <a:lnTo>
                    <a:pt x="88611" y="4681"/>
                  </a:lnTo>
                  <a:lnTo>
                    <a:pt x="177222" y="9363"/>
                  </a:lnTo>
                  <a:lnTo>
                    <a:pt x="265833" y="14045"/>
                  </a:lnTo>
                  <a:lnTo>
                    <a:pt x="354444" y="18727"/>
                  </a:lnTo>
                  <a:lnTo>
                    <a:pt x="443055" y="23409"/>
                  </a:lnTo>
                  <a:lnTo>
                    <a:pt x="531666" y="28091"/>
                  </a:lnTo>
                  <a:lnTo>
                    <a:pt x="620277" y="32773"/>
                  </a:lnTo>
                  <a:lnTo>
                    <a:pt x="708888" y="37455"/>
                  </a:lnTo>
                  <a:lnTo>
                    <a:pt x="797499" y="42137"/>
                  </a:lnTo>
                  <a:lnTo>
                    <a:pt x="886110" y="46819"/>
                  </a:lnTo>
                  <a:lnTo>
                    <a:pt x="974721" y="51501"/>
                  </a:lnTo>
                  <a:lnTo>
                    <a:pt x="1063332" y="56183"/>
                  </a:lnTo>
                  <a:lnTo>
                    <a:pt x="1151943" y="60865"/>
                  </a:lnTo>
                  <a:lnTo>
                    <a:pt x="1240554" y="65546"/>
                  </a:lnTo>
                  <a:lnTo>
                    <a:pt x="1329165" y="70228"/>
                  </a:lnTo>
                  <a:lnTo>
                    <a:pt x="1417776" y="74910"/>
                  </a:lnTo>
                  <a:lnTo>
                    <a:pt x="1506387" y="79592"/>
                  </a:lnTo>
                  <a:lnTo>
                    <a:pt x="1594998" y="84274"/>
                  </a:lnTo>
                  <a:lnTo>
                    <a:pt x="1683609" y="88956"/>
                  </a:lnTo>
                  <a:lnTo>
                    <a:pt x="1772220" y="93638"/>
                  </a:lnTo>
                  <a:lnTo>
                    <a:pt x="1860831" y="98320"/>
                  </a:lnTo>
                  <a:lnTo>
                    <a:pt x="1949442" y="103002"/>
                  </a:lnTo>
                  <a:lnTo>
                    <a:pt x="2038053" y="107684"/>
                  </a:lnTo>
                  <a:lnTo>
                    <a:pt x="2126664" y="112366"/>
                  </a:lnTo>
                  <a:lnTo>
                    <a:pt x="2215275" y="117048"/>
                  </a:lnTo>
                  <a:lnTo>
                    <a:pt x="2303886" y="121730"/>
                  </a:lnTo>
                  <a:lnTo>
                    <a:pt x="2392497" y="126411"/>
                  </a:lnTo>
                  <a:lnTo>
                    <a:pt x="2481108" y="131093"/>
                  </a:lnTo>
                  <a:lnTo>
                    <a:pt x="2569719" y="135775"/>
                  </a:lnTo>
                  <a:lnTo>
                    <a:pt x="2658330" y="140457"/>
                  </a:lnTo>
                  <a:lnTo>
                    <a:pt x="2746941" y="145139"/>
                  </a:lnTo>
                  <a:lnTo>
                    <a:pt x="2835552" y="149821"/>
                  </a:lnTo>
                  <a:lnTo>
                    <a:pt x="2924163" y="154503"/>
                  </a:lnTo>
                  <a:lnTo>
                    <a:pt x="3012774" y="159185"/>
                  </a:lnTo>
                  <a:lnTo>
                    <a:pt x="3101385" y="163867"/>
                  </a:lnTo>
                  <a:lnTo>
                    <a:pt x="3189996" y="168549"/>
                  </a:lnTo>
                  <a:lnTo>
                    <a:pt x="3278607" y="173231"/>
                  </a:lnTo>
                  <a:lnTo>
                    <a:pt x="3367218" y="177913"/>
                  </a:lnTo>
                  <a:lnTo>
                    <a:pt x="3455829" y="182595"/>
                  </a:lnTo>
                  <a:lnTo>
                    <a:pt x="3544440" y="187276"/>
                  </a:lnTo>
                  <a:lnTo>
                    <a:pt x="3633051" y="191958"/>
                  </a:lnTo>
                  <a:lnTo>
                    <a:pt x="3721662" y="196640"/>
                  </a:lnTo>
                  <a:lnTo>
                    <a:pt x="3810273" y="201322"/>
                  </a:lnTo>
                  <a:lnTo>
                    <a:pt x="3898884" y="206004"/>
                  </a:lnTo>
                  <a:lnTo>
                    <a:pt x="3987495" y="210686"/>
                  </a:lnTo>
                  <a:lnTo>
                    <a:pt x="4076107" y="215368"/>
                  </a:lnTo>
                  <a:lnTo>
                    <a:pt x="4164718" y="220050"/>
                  </a:lnTo>
                  <a:lnTo>
                    <a:pt x="4253329" y="224732"/>
                  </a:lnTo>
                  <a:lnTo>
                    <a:pt x="4341940" y="229414"/>
                  </a:lnTo>
                  <a:lnTo>
                    <a:pt x="4430551" y="234096"/>
                  </a:lnTo>
                  <a:lnTo>
                    <a:pt x="4519162" y="238778"/>
                  </a:lnTo>
                  <a:lnTo>
                    <a:pt x="4607773" y="243460"/>
                  </a:lnTo>
                  <a:lnTo>
                    <a:pt x="4696384" y="248141"/>
                  </a:lnTo>
                  <a:lnTo>
                    <a:pt x="4784995" y="252823"/>
                  </a:lnTo>
                  <a:lnTo>
                    <a:pt x="4873606" y="257505"/>
                  </a:lnTo>
                  <a:lnTo>
                    <a:pt x="4962217" y="262187"/>
                  </a:lnTo>
                  <a:lnTo>
                    <a:pt x="5050828" y="266869"/>
                  </a:lnTo>
                  <a:lnTo>
                    <a:pt x="5139439" y="271551"/>
                  </a:lnTo>
                  <a:lnTo>
                    <a:pt x="5228050" y="276233"/>
                  </a:lnTo>
                  <a:lnTo>
                    <a:pt x="5316661" y="280915"/>
                  </a:lnTo>
                  <a:lnTo>
                    <a:pt x="5405272" y="285597"/>
                  </a:lnTo>
                  <a:lnTo>
                    <a:pt x="5493883" y="290279"/>
                  </a:lnTo>
                  <a:lnTo>
                    <a:pt x="5582494" y="294961"/>
                  </a:lnTo>
                  <a:lnTo>
                    <a:pt x="5671105" y="299643"/>
                  </a:lnTo>
                  <a:lnTo>
                    <a:pt x="5759716" y="304325"/>
                  </a:lnTo>
                  <a:lnTo>
                    <a:pt x="5848327" y="309006"/>
                  </a:lnTo>
                  <a:lnTo>
                    <a:pt x="5936938" y="313688"/>
                  </a:lnTo>
                  <a:lnTo>
                    <a:pt x="6025549" y="318370"/>
                  </a:lnTo>
                  <a:lnTo>
                    <a:pt x="6114160" y="323052"/>
                  </a:lnTo>
                  <a:lnTo>
                    <a:pt x="6202771" y="327734"/>
                  </a:lnTo>
                  <a:lnTo>
                    <a:pt x="6291382" y="332416"/>
                  </a:lnTo>
                  <a:lnTo>
                    <a:pt x="6379993" y="337098"/>
                  </a:lnTo>
                  <a:lnTo>
                    <a:pt x="6468604" y="341780"/>
                  </a:lnTo>
                  <a:lnTo>
                    <a:pt x="6557215" y="346462"/>
                  </a:lnTo>
                  <a:lnTo>
                    <a:pt x="6645826" y="351144"/>
                  </a:lnTo>
                  <a:lnTo>
                    <a:pt x="6734437" y="355826"/>
                  </a:lnTo>
                  <a:lnTo>
                    <a:pt x="6823048" y="360508"/>
                  </a:lnTo>
                  <a:lnTo>
                    <a:pt x="6911659" y="365190"/>
                  </a:lnTo>
                  <a:lnTo>
                    <a:pt x="7000270" y="36987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6" name="tx346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4" name="tx354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2026-10-09T11:52:47Z</dcterms:modified>
  <cp:category/>
</cp:coreProperties>
</file>