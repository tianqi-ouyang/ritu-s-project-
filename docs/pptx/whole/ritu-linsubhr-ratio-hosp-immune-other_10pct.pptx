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54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27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04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73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4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418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91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64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537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41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1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6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59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32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105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7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850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81731"/>
            </a:xfrm>
            <a:custGeom>
              <a:avLst/>
              <a:pathLst>
                <a:path w="7090630" h="3481731">
                  <a:moveTo>
                    <a:pt x="2201020" y="0"/>
                  </a:moveTo>
                  <a:lnTo>
                    <a:pt x="2220298" y="104923"/>
                  </a:lnTo>
                  <a:lnTo>
                    <a:pt x="2291920" y="454414"/>
                  </a:lnTo>
                  <a:lnTo>
                    <a:pt x="2363543" y="767756"/>
                  </a:lnTo>
                  <a:lnTo>
                    <a:pt x="2435165" y="1048687"/>
                  </a:lnTo>
                  <a:lnTo>
                    <a:pt x="2506788" y="1300559"/>
                  </a:lnTo>
                  <a:lnTo>
                    <a:pt x="2578410" y="1526379"/>
                  </a:lnTo>
                  <a:lnTo>
                    <a:pt x="2650033" y="1728841"/>
                  </a:lnTo>
                  <a:lnTo>
                    <a:pt x="2721655" y="1910361"/>
                  </a:lnTo>
                  <a:lnTo>
                    <a:pt x="2793278" y="2073106"/>
                  </a:lnTo>
                  <a:lnTo>
                    <a:pt x="2864901" y="2219017"/>
                  </a:lnTo>
                  <a:lnTo>
                    <a:pt x="2936523" y="2349835"/>
                  </a:lnTo>
                  <a:lnTo>
                    <a:pt x="3008146" y="2467122"/>
                  </a:lnTo>
                  <a:lnTo>
                    <a:pt x="3079768" y="2572277"/>
                  </a:lnTo>
                  <a:lnTo>
                    <a:pt x="3151391" y="2656712"/>
                  </a:lnTo>
                  <a:lnTo>
                    <a:pt x="3223013" y="2674286"/>
                  </a:lnTo>
                  <a:lnTo>
                    <a:pt x="3294636" y="2691487"/>
                  </a:lnTo>
                  <a:lnTo>
                    <a:pt x="3366258" y="2708322"/>
                  </a:lnTo>
                  <a:lnTo>
                    <a:pt x="3437881" y="2724799"/>
                  </a:lnTo>
                  <a:lnTo>
                    <a:pt x="3509503" y="2740927"/>
                  </a:lnTo>
                  <a:lnTo>
                    <a:pt x="3581126" y="2756711"/>
                  </a:lnTo>
                  <a:lnTo>
                    <a:pt x="3652748" y="2772161"/>
                  </a:lnTo>
                  <a:lnTo>
                    <a:pt x="3724371" y="2787282"/>
                  </a:lnTo>
                  <a:lnTo>
                    <a:pt x="3795993" y="2802081"/>
                  </a:lnTo>
                  <a:lnTo>
                    <a:pt x="3867616" y="2816566"/>
                  </a:lnTo>
                  <a:lnTo>
                    <a:pt x="3939238" y="2830744"/>
                  </a:lnTo>
                  <a:lnTo>
                    <a:pt x="4010861" y="2844620"/>
                  </a:lnTo>
                  <a:lnTo>
                    <a:pt x="4082483" y="2858201"/>
                  </a:lnTo>
                  <a:lnTo>
                    <a:pt x="4154106" y="2871494"/>
                  </a:lnTo>
                  <a:lnTo>
                    <a:pt x="4225729" y="2884504"/>
                  </a:lnTo>
                  <a:lnTo>
                    <a:pt x="4297351" y="2897238"/>
                  </a:lnTo>
                  <a:lnTo>
                    <a:pt x="4368974" y="2909701"/>
                  </a:lnTo>
                  <a:lnTo>
                    <a:pt x="4440596" y="2921899"/>
                  </a:lnTo>
                  <a:lnTo>
                    <a:pt x="4512219" y="2933838"/>
                  </a:lnTo>
                  <a:lnTo>
                    <a:pt x="4583841" y="2945523"/>
                  </a:lnTo>
                  <a:lnTo>
                    <a:pt x="4655464" y="2956961"/>
                  </a:lnTo>
                  <a:lnTo>
                    <a:pt x="4727086" y="2968155"/>
                  </a:lnTo>
                  <a:lnTo>
                    <a:pt x="4798709" y="2979111"/>
                  </a:lnTo>
                  <a:lnTo>
                    <a:pt x="4870331" y="2989834"/>
                  </a:lnTo>
                  <a:lnTo>
                    <a:pt x="4941954" y="3000330"/>
                  </a:lnTo>
                  <a:lnTo>
                    <a:pt x="5013576" y="3010602"/>
                  </a:lnTo>
                  <a:lnTo>
                    <a:pt x="5085199" y="3020656"/>
                  </a:lnTo>
                  <a:lnTo>
                    <a:pt x="5156821" y="3030497"/>
                  </a:lnTo>
                  <a:lnTo>
                    <a:pt x="5228444" y="3040128"/>
                  </a:lnTo>
                  <a:lnTo>
                    <a:pt x="5300066" y="3049555"/>
                  </a:lnTo>
                  <a:lnTo>
                    <a:pt x="5371689" y="3058781"/>
                  </a:lnTo>
                  <a:lnTo>
                    <a:pt x="5443311" y="3067812"/>
                  </a:lnTo>
                  <a:lnTo>
                    <a:pt x="5514934" y="3076650"/>
                  </a:lnTo>
                  <a:lnTo>
                    <a:pt x="5586557" y="3085301"/>
                  </a:lnTo>
                  <a:lnTo>
                    <a:pt x="5658179" y="3093768"/>
                  </a:lnTo>
                  <a:lnTo>
                    <a:pt x="5729802" y="3102055"/>
                  </a:lnTo>
                  <a:lnTo>
                    <a:pt x="5801424" y="3110165"/>
                  </a:lnTo>
                  <a:lnTo>
                    <a:pt x="5873047" y="3118104"/>
                  </a:lnTo>
                  <a:lnTo>
                    <a:pt x="5944669" y="3125874"/>
                  </a:lnTo>
                  <a:lnTo>
                    <a:pt x="6016292" y="3133478"/>
                  </a:lnTo>
                  <a:lnTo>
                    <a:pt x="6087914" y="3140921"/>
                  </a:lnTo>
                  <a:lnTo>
                    <a:pt x="6159537" y="3148206"/>
                  </a:lnTo>
                  <a:lnTo>
                    <a:pt x="6231159" y="3155336"/>
                  </a:lnTo>
                  <a:lnTo>
                    <a:pt x="6302782" y="3162315"/>
                  </a:lnTo>
                  <a:lnTo>
                    <a:pt x="6374404" y="3169145"/>
                  </a:lnTo>
                  <a:lnTo>
                    <a:pt x="6446027" y="3175830"/>
                  </a:lnTo>
                  <a:lnTo>
                    <a:pt x="6517649" y="3182374"/>
                  </a:lnTo>
                  <a:lnTo>
                    <a:pt x="6589272" y="3188778"/>
                  </a:lnTo>
                  <a:lnTo>
                    <a:pt x="6660894" y="3195046"/>
                  </a:lnTo>
                  <a:lnTo>
                    <a:pt x="6732517" y="3201180"/>
                  </a:lnTo>
                  <a:lnTo>
                    <a:pt x="6804139" y="3207185"/>
                  </a:lnTo>
                  <a:lnTo>
                    <a:pt x="6875762" y="3213062"/>
                  </a:lnTo>
                  <a:lnTo>
                    <a:pt x="6947385" y="3218814"/>
                  </a:lnTo>
                  <a:lnTo>
                    <a:pt x="7019007" y="3224443"/>
                  </a:lnTo>
                  <a:lnTo>
                    <a:pt x="7090630" y="3229954"/>
                  </a:lnTo>
                  <a:lnTo>
                    <a:pt x="7090630" y="3481731"/>
                  </a:lnTo>
                  <a:lnTo>
                    <a:pt x="7019007" y="3481499"/>
                  </a:lnTo>
                  <a:lnTo>
                    <a:pt x="6947385" y="3481240"/>
                  </a:lnTo>
                  <a:lnTo>
                    <a:pt x="6875762" y="3480950"/>
                  </a:lnTo>
                  <a:lnTo>
                    <a:pt x="6804139" y="3480628"/>
                  </a:lnTo>
                  <a:lnTo>
                    <a:pt x="6732517" y="3480268"/>
                  </a:lnTo>
                  <a:lnTo>
                    <a:pt x="6660894" y="3479867"/>
                  </a:lnTo>
                  <a:lnTo>
                    <a:pt x="6589272" y="3479419"/>
                  </a:lnTo>
                  <a:lnTo>
                    <a:pt x="6517649" y="3478920"/>
                  </a:lnTo>
                  <a:lnTo>
                    <a:pt x="6446027" y="3478363"/>
                  </a:lnTo>
                  <a:lnTo>
                    <a:pt x="6374404" y="3477742"/>
                  </a:lnTo>
                  <a:lnTo>
                    <a:pt x="6302782" y="3477049"/>
                  </a:lnTo>
                  <a:lnTo>
                    <a:pt x="6231159" y="3476276"/>
                  </a:lnTo>
                  <a:lnTo>
                    <a:pt x="6159537" y="3475415"/>
                  </a:lnTo>
                  <a:lnTo>
                    <a:pt x="6087914" y="3474453"/>
                  </a:lnTo>
                  <a:lnTo>
                    <a:pt x="6016292" y="3473381"/>
                  </a:lnTo>
                  <a:lnTo>
                    <a:pt x="5944669" y="3472185"/>
                  </a:lnTo>
                  <a:lnTo>
                    <a:pt x="5873047" y="3470852"/>
                  </a:lnTo>
                  <a:lnTo>
                    <a:pt x="5801424" y="3469364"/>
                  </a:lnTo>
                  <a:lnTo>
                    <a:pt x="5729802" y="3467705"/>
                  </a:lnTo>
                  <a:lnTo>
                    <a:pt x="5658179" y="3465854"/>
                  </a:lnTo>
                  <a:lnTo>
                    <a:pt x="5586557" y="3463790"/>
                  </a:lnTo>
                  <a:lnTo>
                    <a:pt x="5514934" y="3461487"/>
                  </a:lnTo>
                  <a:lnTo>
                    <a:pt x="5443311" y="3458919"/>
                  </a:lnTo>
                  <a:lnTo>
                    <a:pt x="5371689" y="3456055"/>
                  </a:lnTo>
                  <a:lnTo>
                    <a:pt x="5300066" y="3452860"/>
                  </a:lnTo>
                  <a:lnTo>
                    <a:pt x="5228444" y="3449297"/>
                  </a:lnTo>
                  <a:lnTo>
                    <a:pt x="5156821" y="3445323"/>
                  </a:lnTo>
                  <a:lnTo>
                    <a:pt x="5085199" y="3440890"/>
                  </a:lnTo>
                  <a:lnTo>
                    <a:pt x="5013576" y="3435945"/>
                  </a:lnTo>
                  <a:lnTo>
                    <a:pt x="4941954" y="3430430"/>
                  </a:lnTo>
                  <a:lnTo>
                    <a:pt x="4870331" y="3424279"/>
                  </a:lnTo>
                  <a:lnTo>
                    <a:pt x="4798709" y="3417419"/>
                  </a:lnTo>
                  <a:lnTo>
                    <a:pt x="4727086" y="3409767"/>
                  </a:lnTo>
                  <a:lnTo>
                    <a:pt x="4655464" y="3401232"/>
                  </a:lnTo>
                  <a:lnTo>
                    <a:pt x="4583841" y="3391712"/>
                  </a:lnTo>
                  <a:lnTo>
                    <a:pt x="4512219" y="3381094"/>
                  </a:lnTo>
                  <a:lnTo>
                    <a:pt x="4440596" y="3369251"/>
                  </a:lnTo>
                  <a:lnTo>
                    <a:pt x="4368974" y="3356042"/>
                  </a:lnTo>
                  <a:lnTo>
                    <a:pt x="4297351" y="3341309"/>
                  </a:lnTo>
                  <a:lnTo>
                    <a:pt x="4225729" y="3324876"/>
                  </a:lnTo>
                  <a:lnTo>
                    <a:pt x="4154106" y="3306547"/>
                  </a:lnTo>
                  <a:lnTo>
                    <a:pt x="4082483" y="3286104"/>
                  </a:lnTo>
                  <a:lnTo>
                    <a:pt x="4010861" y="3263302"/>
                  </a:lnTo>
                  <a:lnTo>
                    <a:pt x="3939238" y="3237869"/>
                  </a:lnTo>
                  <a:lnTo>
                    <a:pt x="3867616" y="3209503"/>
                  </a:lnTo>
                  <a:lnTo>
                    <a:pt x="3795993" y="3177863"/>
                  </a:lnTo>
                  <a:lnTo>
                    <a:pt x="3724371" y="3142574"/>
                  </a:lnTo>
                  <a:lnTo>
                    <a:pt x="3652748" y="3103213"/>
                  </a:lnTo>
                  <a:lnTo>
                    <a:pt x="3581126" y="3059311"/>
                  </a:lnTo>
                  <a:lnTo>
                    <a:pt x="3509503" y="3010344"/>
                  </a:lnTo>
                  <a:lnTo>
                    <a:pt x="3437881" y="2955728"/>
                  </a:lnTo>
                  <a:lnTo>
                    <a:pt x="3366258" y="2894811"/>
                  </a:lnTo>
                  <a:lnTo>
                    <a:pt x="3294636" y="2826867"/>
                  </a:lnTo>
                  <a:lnTo>
                    <a:pt x="3223013" y="2751083"/>
                  </a:lnTo>
                  <a:lnTo>
                    <a:pt x="3151391" y="2666556"/>
                  </a:lnTo>
                  <a:lnTo>
                    <a:pt x="3079768" y="2638756"/>
                  </a:lnTo>
                  <a:lnTo>
                    <a:pt x="3008146" y="2620410"/>
                  </a:lnTo>
                  <a:lnTo>
                    <a:pt x="2936523" y="2601666"/>
                  </a:lnTo>
                  <a:lnTo>
                    <a:pt x="2864901" y="2582516"/>
                  </a:lnTo>
                  <a:lnTo>
                    <a:pt x="2793278" y="2562949"/>
                  </a:lnTo>
                  <a:lnTo>
                    <a:pt x="2721655" y="2542957"/>
                  </a:lnTo>
                  <a:lnTo>
                    <a:pt x="2650033" y="2522532"/>
                  </a:lnTo>
                  <a:lnTo>
                    <a:pt x="2578410" y="2501663"/>
                  </a:lnTo>
                  <a:lnTo>
                    <a:pt x="2506788" y="2480341"/>
                  </a:lnTo>
                  <a:lnTo>
                    <a:pt x="2435165" y="2458556"/>
                  </a:lnTo>
                  <a:lnTo>
                    <a:pt x="2363543" y="2436298"/>
                  </a:lnTo>
                  <a:lnTo>
                    <a:pt x="2291920" y="2413557"/>
                  </a:lnTo>
                  <a:lnTo>
                    <a:pt x="2220298" y="2390322"/>
                  </a:lnTo>
                  <a:lnTo>
                    <a:pt x="2148675" y="2366583"/>
                  </a:lnTo>
                  <a:lnTo>
                    <a:pt x="2077053" y="2342328"/>
                  </a:lnTo>
                  <a:lnTo>
                    <a:pt x="2005430" y="2317547"/>
                  </a:lnTo>
                  <a:lnTo>
                    <a:pt x="1933808" y="2292227"/>
                  </a:lnTo>
                  <a:lnTo>
                    <a:pt x="1862185" y="2266358"/>
                  </a:lnTo>
                  <a:lnTo>
                    <a:pt x="1790563" y="2239927"/>
                  </a:lnTo>
                  <a:lnTo>
                    <a:pt x="1718940" y="2212923"/>
                  </a:lnTo>
                  <a:lnTo>
                    <a:pt x="1647318" y="2185332"/>
                  </a:lnTo>
                  <a:lnTo>
                    <a:pt x="1575695" y="2157142"/>
                  </a:lnTo>
                  <a:lnTo>
                    <a:pt x="1504073" y="2128340"/>
                  </a:lnTo>
                  <a:lnTo>
                    <a:pt x="1432450" y="2098913"/>
                  </a:lnTo>
                  <a:lnTo>
                    <a:pt x="1360827" y="2068847"/>
                  </a:lnTo>
                  <a:lnTo>
                    <a:pt x="1289205" y="2038128"/>
                  </a:lnTo>
                  <a:lnTo>
                    <a:pt x="1217582" y="2006742"/>
                  </a:lnTo>
                  <a:lnTo>
                    <a:pt x="1145960" y="1974675"/>
                  </a:lnTo>
                  <a:lnTo>
                    <a:pt x="1074337" y="1941911"/>
                  </a:lnTo>
                  <a:lnTo>
                    <a:pt x="1002715" y="1908436"/>
                  </a:lnTo>
                  <a:lnTo>
                    <a:pt x="931092" y="1874235"/>
                  </a:lnTo>
                  <a:lnTo>
                    <a:pt x="859470" y="1839290"/>
                  </a:lnTo>
                  <a:lnTo>
                    <a:pt x="787847" y="1803588"/>
                  </a:lnTo>
                  <a:lnTo>
                    <a:pt x="716225" y="1767110"/>
                  </a:lnTo>
                  <a:lnTo>
                    <a:pt x="644602" y="1729840"/>
                  </a:lnTo>
                  <a:lnTo>
                    <a:pt x="572980" y="1691761"/>
                  </a:lnTo>
                  <a:lnTo>
                    <a:pt x="501357" y="1652855"/>
                  </a:lnTo>
                  <a:lnTo>
                    <a:pt x="429735" y="1613104"/>
                  </a:lnTo>
                  <a:lnTo>
                    <a:pt x="358112" y="1572491"/>
                  </a:lnTo>
                  <a:lnTo>
                    <a:pt x="286490" y="1530995"/>
                  </a:lnTo>
                  <a:lnTo>
                    <a:pt x="214867" y="1488599"/>
                  </a:lnTo>
                  <a:lnTo>
                    <a:pt x="143245" y="1445283"/>
                  </a:lnTo>
                  <a:lnTo>
                    <a:pt x="71622" y="1401025"/>
                  </a:lnTo>
                  <a:lnTo>
                    <a:pt x="0" y="1355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373069" y="2073503"/>
              <a:ext cx="4889609" cy="3229954"/>
            </a:xfrm>
            <a:custGeom>
              <a:avLst/>
              <a:pathLst>
                <a:path w="4889609" h="3229954">
                  <a:moveTo>
                    <a:pt x="0" y="0"/>
                  </a:moveTo>
                  <a:lnTo>
                    <a:pt x="19278" y="104923"/>
                  </a:lnTo>
                  <a:lnTo>
                    <a:pt x="90900" y="454414"/>
                  </a:lnTo>
                  <a:lnTo>
                    <a:pt x="162523" y="767756"/>
                  </a:lnTo>
                  <a:lnTo>
                    <a:pt x="234145" y="1048687"/>
                  </a:lnTo>
                  <a:lnTo>
                    <a:pt x="305768" y="1300559"/>
                  </a:lnTo>
                  <a:lnTo>
                    <a:pt x="377390" y="1526379"/>
                  </a:lnTo>
                  <a:lnTo>
                    <a:pt x="449013" y="1728841"/>
                  </a:lnTo>
                  <a:lnTo>
                    <a:pt x="520635" y="1910361"/>
                  </a:lnTo>
                  <a:lnTo>
                    <a:pt x="592258" y="2073106"/>
                  </a:lnTo>
                  <a:lnTo>
                    <a:pt x="663880" y="2219017"/>
                  </a:lnTo>
                  <a:lnTo>
                    <a:pt x="735503" y="2349835"/>
                  </a:lnTo>
                  <a:lnTo>
                    <a:pt x="807125" y="2467122"/>
                  </a:lnTo>
                  <a:lnTo>
                    <a:pt x="878748" y="2572277"/>
                  </a:lnTo>
                  <a:lnTo>
                    <a:pt x="950371" y="2656712"/>
                  </a:lnTo>
                  <a:lnTo>
                    <a:pt x="1021993" y="2674286"/>
                  </a:lnTo>
                  <a:lnTo>
                    <a:pt x="1093616" y="2691487"/>
                  </a:lnTo>
                  <a:lnTo>
                    <a:pt x="1165238" y="2708322"/>
                  </a:lnTo>
                  <a:lnTo>
                    <a:pt x="1236861" y="2724799"/>
                  </a:lnTo>
                  <a:lnTo>
                    <a:pt x="1308483" y="2740927"/>
                  </a:lnTo>
                  <a:lnTo>
                    <a:pt x="1380106" y="2756711"/>
                  </a:lnTo>
                  <a:lnTo>
                    <a:pt x="1451728" y="2772161"/>
                  </a:lnTo>
                  <a:lnTo>
                    <a:pt x="1523351" y="2787282"/>
                  </a:lnTo>
                  <a:lnTo>
                    <a:pt x="1594973" y="2802081"/>
                  </a:lnTo>
                  <a:lnTo>
                    <a:pt x="1666596" y="2816566"/>
                  </a:lnTo>
                  <a:lnTo>
                    <a:pt x="1738218" y="2830744"/>
                  </a:lnTo>
                  <a:lnTo>
                    <a:pt x="1809841" y="2844620"/>
                  </a:lnTo>
                  <a:lnTo>
                    <a:pt x="1881463" y="2858201"/>
                  </a:lnTo>
                  <a:lnTo>
                    <a:pt x="1953086" y="2871494"/>
                  </a:lnTo>
                  <a:lnTo>
                    <a:pt x="2024708" y="2884504"/>
                  </a:lnTo>
                  <a:lnTo>
                    <a:pt x="2096331" y="2897238"/>
                  </a:lnTo>
                  <a:lnTo>
                    <a:pt x="2167953" y="2909701"/>
                  </a:lnTo>
                  <a:lnTo>
                    <a:pt x="2239576" y="2921899"/>
                  </a:lnTo>
                  <a:lnTo>
                    <a:pt x="2311199" y="2933838"/>
                  </a:lnTo>
                  <a:lnTo>
                    <a:pt x="2382821" y="2945523"/>
                  </a:lnTo>
                  <a:lnTo>
                    <a:pt x="2454444" y="2956961"/>
                  </a:lnTo>
                  <a:lnTo>
                    <a:pt x="2526066" y="2968155"/>
                  </a:lnTo>
                  <a:lnTo>
                    <a:pt x="2597689" y="2979111"/>
                  </a:lnTo>
                  <a:lnTo>
                    <a:pt x="2669311" y="2989834"/>
                  </a:lnTo>
                  <a:lnTo>
                    <a:pt x="2740934" y="3000330"/>
                  </a:lnTo>
                  <a:lnTo>
                    <a:pt x="2812556" y="3010602"/>
                  </a:lnTo>
                  <a:lnTo>
                    <a:pt x="2884179" y="3020656"/>
                  </a:lnTo>
                  <a:lnTo>
                    <a:pt x="2955801" y="3030497"/>
                  </a:lnTo>
                  <a:lnTo>
                    <a:pt x="3027424" y="3040128"/>
                  </a:lnTo>
                  <a:lnTo>
                    <a:pt x="3099046" y="3049555"/>
                  </a:lnTo>
                  <a:lnTo>
                    <a:pt x="3170669" y="3058781"/>
                  </a:lnTo>
                  <a:lnTo>
                    <a:pt x="3242291" y="3067812"/>
                  </a:lnTo>
                  <a:lnTo>
                    <a:pt x="3313914" y="3076650"/>
                  </a:lnTo>
                  <a:lnTo>
                    <a:pt x="3385536" y="3085301"/>
                  </a:lnTo>
                  <a:lnTo>
                    <a:pt x="3457159" y="3093768"/>
                  </a:lnTo>
                  <a:lnTo>
                    <a:pt x="3528781" y="3102055"/>
                  </a:lnTo>
                  <a:lnTo>
                    <a:pt x="3600404" y="3110165"/>
                  </a:lnTo>
                  <a:lnTo>
                    <a:pt x="3672027" y="3118104"/>
                  </a:lnTo>
                  <a:lnTo>
                    <a:pt x="3743649" y="3125874"/>
                  </a:lnTo>
                  <a:lnTo>
                    <a:pt x="3815272" y="3133478"/>
                  </a:lnTo>
                  <a:lnTo>
                    <a:pt x="3886894" y="3140921"/>
                  </a:lnTo>
                  <a:lnTo>
                    <a:pt x="3958517" y="3148206"/>
                  </a:lnTo>
                  <a:lnTo>
                    <a:pt x="4030139" y="3155336"/>
                  </a:lnTo>
                  <a:lnTo>
                    <a:pt x="4101762" y="3162315"/>
                  </a:lnTo>
                  <a:lnTo>
                    <a:pt x="4173384" y="3169145"/>
                  </a:lnTo>
                  <a:lnTo>
                    <a:pt x="4245007" y="3175830"/>
                  </a:lnTo>
                  <a:lnTo>
                    <a:pt x="4316629" y="3182374"/>
                  </a:lnTo>
                  <a:lnTo>
                    <a:pt x="4388252" y="3188778"/>
                  </a:lnTo>
                  <a:lnTo>
                    <a:pt x="4459874" y="3195046"/>
                  </a:lnTo>
                  <a:lnTo>
                    <a:pt x="4531497" y="3201180"/>
                  </a:lnTo>
                  <a:lnTo>
                    <a:pt x="4603119" y="3207185"/>
                  </a:lnTo>
                  <a:lnTo>
                    <a:pt x="4674742" y="3213062"/>
                  </a:lnTo>
                  <a:lnTo>
                    <a:pt x="4746364" y="3218814"/>
                  </a:lnTo>
                  <a:lnTo>
                    <a:pt x="4817987" y="3224443"/>
                  </a:lnTo>
                  <a:lnTo>
                    <a:pt x="4889609" y="32299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429310"/>
              <a:ext cx="7090630" cy="2125923"/>
            </a:xfrm>
            <a:custGeom>
              <a:avLst/>
              <a:pathLst>
                <a:path w="7090630" h="2125923">
                  <a:moveTo>
                    <a:pt x="7090630" y="2125923"/>
                  </a:moveTo>
                  <a:lnTo>
                    <a:pt x="7019007" y="2125691"/>
                  </a:lnTo>
                  <a:lnTo>
                    <a:pt x="6947385" y="2125432"/>
                  </a:lnTo>
                  <a:lnTo>
                    <a:pt x="6875762" y="2125142"/>
                  </a:lnTo>
                  <a:lnTo>
                    <a:pt x="6804139" y="2124820"/>
                  </a:lnTo>
                  <a:lnTo>
                    <a:pt x="6732517" y="2124460"/>
                  </a:lnTo>
                  <a:lnTo>
                    <a:pt x="6660894" y="2124059"/>
                  </a:lnTo>
                  <a:lnTo>
                    <a:pt x="6589272" y="2123611"/>
                  </a:lnTo>
                  <a:lnTo>
                    <a:pt x="6517649" y="2123112"/>
                  </a:lnTo>
                  <a:lnTo>
                    <a:pt x="6446027" y="2122555"/>
                  </a:lnTo>
                  <a:lnTo>
                    <a:pt x="6374404" y="2121934"/>
                  </a:lnTo>
                  <a:lnTo>
                    <a:pt x="6302782" y="2121241"/>
                  </a:lnTo>
                  <a:lnTo>
                    <a:pt x="6231159" y="2120468"/>
                  </a:lnTo>
                  <a:lnTo>
                    <a:pt x="6159537" y="2119607"/>
                  </a:lnTo>
                  <a:lnTo>
                    <a:pt x="6087914" y="2118645"/>
                  </a:lnTo>
                  <a:lnTo>
                    <a:pt x="6016292" y="2117573"/>
                  </a:lnTo>
                  <a:lnTo>
                    <a:pt x="5944669" y="2116377"/>
                  </a:lnTo>
                  <a:lnTo>
                    <a:pt x="5873047" y="2115044"/>
                  </a:lnTo>
                  <a:lnTo>
                    <a:pt x="5801424" y="2113556"/>
                  </a:lnTo>
                  <a:lnTo>
                    <a:pt x="5729802" y="2111897"/>
                  </a:lnTo>
                  <a:lnTo>
                    <a:pt x="5658179" y="2110046"/>
                  </a:lnTo>
                  <a:lnTo>
                    <a:pt x="5586557" y="2107982"/>
                  </a:lnTo>
                  <a:lnTo>
                    <a:pt x="5514934" y="2105679"/>
                  </a:lnTo>
                  <a:lnTo>
                    <a:pt x="5443311" y="2103111"/>
                  </a:lnTo>
                  <a:lnTo>
                    <a:pt x="5371689" y="2100247"/>
                  </a:lnTo>
                  <a:lnTo>
                    <a:pt x="5300066" y="2097052"/>
                  </a:lnTo>
                  <a:lnTo>
                    <a:pt x="5228444" y="2093489"/>
                  </a:lnTo>
                  <a:lnTo>
                    <a:pt x="5156821" y="2089515"/>
                  </a:lnTo>
                  <a:lnTo>
                    <a:pt x="5085199" y="2085082"/>
                  </a:lnTo>
                  <a:lnTo>
                    <a:pt x="5013576" y="2080137"/>
                  </a:lnTo>
                  <a:lnTo>
                    <a:pt x="4941954" y="2074623"/>
                  </a:lnTo>
                  <a:lnTo>
                    <a:pt x="4870331" y="2068472"/>
                  </a:lnTo>
                  <a:lnTo>
                    <a:pt x="4798709" y="2061611"/>
                  </a:lnTo>
                  <a:lnTo>
                    <a:pt x="4727086" y="2053959"/>
                  </a:lnTo>
                  <a:lnTo>
                    <a:pt x="4655464" y="2045424"/>
                  </a:lnTo>
                  <a:lnTo>
                    <a:pt x="4583841" y="2035904"/>
                  </a:lnTo>
                  <a:lnTo>
                    <a:pt x="4512219" y="2025286"/>
                  </a:lnTo>
                  <a:lnTo>
                    <a:pt x="4440596" y="2013443"/>
                  </a:lnTo>
                  <a:lnTo>
                    <a:pt x="4368974" y="2000234"/>
                  </a:lnTo>
                  <a:lnTo>
                    <a:pt x="4297351" y="1985501"/>
                  </a:lnTo>
                  <a:lnTo>
                    <a:pt x="4225729" y="1969068"/>
                  </a:lnTo>
                  <a:lnTo>
                    <a:pt x="4154106" y="1950739"/>
                  </a:lnTo>
                  <a:lnTo>
                    <a:pt x="4082483" y="1930296"/>
                  </a:lnTo>
                  <a:lnTo>
                    <a:pt x="4010861" y="1907494"/>
                  </a:lnTo>
                  <a:lnTo>
                    <a:pt x="3939238" y="1882061"/>
                  </a:lnTo>
                  <a:lnTo>
                    <a:pt x="3867616" y="1853695"/>
                  </a:lnTo>
                  <a:lnTo>
                    <a:pt x="3795993" y="1822055"/>
                  </a:lnTo>
                  <a:lnTo>
                    <a:pt x="3724371" y="1786766"/>
                  </a:lnTo>
                  <a:lnTo>
                    <a:pt x="3652748" y="1747405"/>
                  </a:lnTo>
                  <a:lnTo>
                    <a:pt x="3581126" y="1703503"/>
                  </a:lnTo>
                  <a:lnTo>
                    <a:pt x="3509503" y="1654537"/>
                  </a:lnTo>
                  <a:lnTo>
                    <a:pt x="3437881" y="1599921"/>
                  </a:lnTo>
                  <a:lnTo>
                    <a:pt x="3366258" y="1539004"/>
                  </a:lnTo>
                  <a:lnTo>
                    <a:pt x="3294636" y="1471059"/>
                  </a:lnTo>
                  <a:lnTo>
                    <a:pt x="3223013" y="1395275"/>
                  </a:lnTo>
                  <a:lnTo>
                    <a:pt x="3151391" y="1310748"/>
                  </a:lnTo>
                  <a:lnTo>
                    <a:pt x="3079768" y="1282948"/>
                  </a:lnTo>
                  <a:lnTo>
                    <a:pt x="3008146" y="1264602"/>
                  </a:lnTo>
                  <a:lnTo>
                    <a:pt x="2936523" y="1245858"/>
                  </a:lnTo>
                  <a:lnTo>
                    <a:pt x="2864901" y="1226708"/>
                  </a:lnTo>
                  <a:lnTo>
                    <a:pt x="2793278" y="1207141"/>
                  </a:lnTo>
                  <a:lnTo>
                    <a:pt x="2721655" y="1187150"/>
                  </a:lnTo>
                  <a:lnTo>
                    <a:pt x="2650033" y="1166724"/>
                  </a:lnTo>
                  <a:lnTo>
                    <a:pt x="2578410" y="1145855"/>
                  </a:lnTo>
                  <a:lnTo>
                    <a:pt x="2506788" y="1124533"/>
                  </a:lnTo>
                  <a:lnTo>
                    <a:pt x="2435165" y="1102748"/>
                  </a:lnTo>
                  <a:lnTo>
                    <a:pt x="2363543" y="1080490"/>
                  </a:lnTo>
                  <a:lnTo>
                    <a:pt x="2291920" y="1057749"/>
                  </a:lnTo>
                  <a:lnTo>
                    <a:pt x="2220298" y="1034514"/>
                  </a:lnTo>
                  <a:lnTo>
                    <a:pt x="2148675" y="1010775"/>
                  </a:lnTo>
                  <a:lnTo>
                    <a:pt x="2077053" y="986520"/>
                  </a:lnTo>
                  <a:lnTo>
                    <a:pt x="2005430" y="961739"/>
                  </a:lnTo>
                  <a:lnTo>
                    <a:pt x="1933808" y="936419"/>
                  </a:lnTo>
                  <a:lnTo>
                    <a:pt x="1862185" y="910550"/>
                  </a:lnTo>
                  <a:lnTo>
                    <a:pt x="1790563" y="884119"/>
                  </a:lnTo>
                  <a:lnTo>
                    <a:pt x="1718940" y="857115"/>
                  </a:lnTo>
                  <a:lnTo>
                    <a:pt x="1647318" y="829524"/>
                  </a:lnTo>
                  <a:lnTo>
                    <a:pt x="1575695" y="801334"/>
                  </a:lnTo>
                  <a:lnTo>
                    <a:pt x="1504073" y="772532"/>
                  </a:lnTo>
                  <a:lnTo>
                    <a:pt x="1432450" y="743105"/>
                  </a:lnTo>
                  <a:lnTo>
                    <a:pt x="1360827" y="713039"/>
                  </a:lnTo>
                  <a:lnTo>
                    <a:pt x="1289205" y="682320"/>
                  </a:lnTo>
                  <a:lnTo>
                    <a:pt x="1217582" y="650934"/>
                  </a:lnTo>
                  <a:lnTo>
                    <a:pt x="1145960" y="618867"/>
                  </a:lnTo>
                  <a:lnTo>
                    <a:pt x="1074337" y="586103"/>
                  </a:lnTo>
                  <a:lnTo>
                    <a:pt x="1002715" y="552628"/>
                  </a:lnTo>
                  <a:lnTo>
                    <a:pt x="931092" y="518427"/>
                  </a:lnTo>
                  <a:lnTo>
                    <a:pt x="859470" y="483483"/>
                  </a:lnTo>
                  <a:lnTo>
                    <a:pt x="787847" y="447780"/>
                  </a:lnTo>
                  <a:lnTo>
                    <a:pt x="716225" y="411302"/>
                  </a:lnTo>
                  <a:lnTo>
                    <a:pt x="644602" y="374032"/>
                  </a:lnTo>
                  <a:lnTo>
                    <a:pt x="572980" y="335953"/>
                  </a:lnTo>
                  <a:lnTo>
                    <a:pt x="501357" y="297047"/>
                  </a:lnTo>
                  <a:lnTo>
                    <a:pt x="429735" y="257296"/>
                  </a:lnTo>
                  <a:lnTo>
                    <a:pt x="358112" y="216683"/>
                  </a:lnTo>
                  <a:lnTo>
                    <a:pt x="286490" y="175188"/>
                  </a:lnTo>
                  <a:lnTo>
                    <a:pt x="214867" y="132791"/>
                  </a:lnTo>
                  <a:lnTo>
                    <a:pt x="143245" y="89475"/>
                  </a:lnTo>
                  <a:lnTo>
                    <a:pt x="71622" y="4521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40614" y="2073503"/>
              <a:ext cx="5522064" cy="3461132"/>
            </a:xfrm>
            <a:custGeom>
              <a:avLst/>
              <a:pathLst>
                <a:path w="5522064" h="3461132">
                  <a:moveTo>
                    <a:pt x="0" y="0"/>
                  </a:moveTo>
                  <a:lnTo>
                    <a:pt x="7130" y="23258"/>
                  </a:lnTo>
                  <a:lnTo>
                    <a:pt x="78752" y="242112"/>
                  </a:lnTo>
                  <a:lnTo>
                    <a:pt x="150375" y="447125"/>
                  </a:lnTo>
                  <a:lnTo>
                    <a:pt x="221997" y="639172"/>
                  </a:lnTo>
                  <a:lnTo>
                    <a:pt x="293620" y="819073"/>
                  </a:lnTo>
                  <a:lnTo>
                    <a:pt x="365242" y="987597"/>
                  </a:lnTo>
                  <a:lnTo>
                    <a:pt x="436865" y="1145463"/>
                  </a:lnTo>
                  <a:lnTo>
                    <a:pt x="508488" y="1293344"/>
                  </a:lnTo>
                  <a:lnTo>
                    <a:pt x="580110" y="1431873"/>
                  </a:lnTo>
                  <a:lnTo>
                    <a:pt x="651733" y="1561641"/>
                  </a:lnTo>
                  <a:lnTo>
                    <a:pt x="723355" y="1683202"/>
                  </a:lnTo>
                  <a:lnTo>
                    <a:pt x="794978" y="1797075"/>
                  </a:lnTo>
                  <a:lnTo>
                    <a:pt x="866600" y="1903746"/>
                  </a:lnTo>
                  <a:lnTo>
                    <a:pt x="938223" y="2003671"/>
                  </a:lnTo>
                  <a:lnTo>
                    <a:pt x="1009845" y="2097277"/>
                  </a:lnTo>
                  <a:lnTo>
                    <a:pt x="1081468" y="2184962"/>
                  </a:lnTo>
                  <a:lnTo>
                    <a:pt x="1153090" y="2267102"/>
                  </a:lnTo>
                  <a:lnTo>
                    <a:pt x="1224713" y="2344047"/>
                  </a:lnTo>
                  <a:lnTo>
                    <a:pt x="1296335" y="2416126"/>
                  </a:lnTo>
                  <a:lnTo>
                    <a:pt x="1367958" y="2483646"/>
                  </a:lnTo>
                  <a:lnTo>
                    <a:pt x="1439580" y="2546896"/>
                  </a:lnTo>
                  <a:lnTo>
                    <a:pt x="1511203" y="2606146"/>
                  </a:lnTo>
                  <a:lnTo>
                    <a:pt x="1582825" y="2661649"/>
                  </a:lnTo>
                  <a:lnTo>
                    <a:pt x="1654448" y="2713641"/>
                  </a:lnTo>
                  <a:lnTo>
                    <a:pt x="1726070" y="2762345"/>
                  </a:lnTo>
                  <a:lnTo>
                    <a:pt x="1797693" y="2807969"/>
                  </a:lnTo>
                  <a:lnTo>
                    <a:pt x="1869316" y="2850708"/>
                  </a:lnTo>
                  <a:lnTo>
                    <a:pt x="1940938" y="2890744"/>
                  </a:lnTo>
                  <a:lnTo>
                    <a:pt x="2012561" y="2928247"/>
                  </a:lnTo>
                  <a:lnTo>
                    <a:pt x="2084183" y="2963379"/>
                  </a:lnTo>
                  <a:lnTo>
                    <a:pt x="2155806" y="2996289"/>
                  </a:lnTo>
                  <a:lnTo>
                    <a:pt x="2227428" y="3027118"/>
                  </a:lnTo>
                  <a:lnTo>
                    <a:pt x="2299051" y="3055997"/>
                  </a:lnTo>
                  <a:lnTo>
                    <a:pt x="2370673" y="3083049"/>
                  </a:lnTo>
                  <a:lnTo>
                    <a:pt x="2442296" y="3108391"/>
                  </a:lnTo>
                  <a:lnTo>
                    <a:pt x="2513918" y="3132129"/>
                  </a:lnTo>
                  <a:lnTo>
                    <a:pt x="2585541" y="3154367"/>
                  </a:lnTo>
                  <a:lnTo>
                    <a:pt x="2657163" y="3175198"/>
                  </a:lnTo>
                  <a:lnTo>
                    <a:pt x="2728786" y="3194712"/>
                  </a:lnTo>
                  <a:lnTo>
                    <a:pt x="2800408" y="3212991"/>
                  </a:lnTo>
                  <a:lnTo>
                    <a:pt x="2872031" y="3230115"/>
                  </a:lnTo>
                  <a:lnTo>
                    <a:pt x="2943653" y="3246156"/>
                  </a:lnTo>
                  <a:lnTo>
                    <a:pt x="3015276" y="3261182"/>
                  </a:lnTo>
                  <a:lnTo>
                    <a:pt x="3086898" y="3275257"/>
                  </a:lnTo>
                  <a:lnTo>
                    <a:pt x="3158521" y="3288443"/>
                  </a:lnTo>
                  <a:lnTo>
                    <a:pt x="3230144" y="3300795"/>
                  </a:lnTo>
                  <a:lnTo>
                    <a:pt x="3301766" y="3312365"/>
                  </a:lnTo>
                  <a:lnTo>
                    <a:pt x="3373389" y="3323204"/>
                  </a:lnTo>
                  <a:lnTo>
                    <a:pt x="3445011" y="3333357"/>
                  </a:lnTo>
                  <a:lnTo>
                    <a:pt x="3516634" y="3342869"/>
                  </a:lnTo>
                  <a:lnTo>
                    <a:pt x="3588256" y="3351778"/>
                  </a:lnTo>
                  <a:lnTo>
                    <a:pt x="3659879" y="3360124"/>
                  </a:lnTo>
                  <a:lnTo>
                    <a:pt x="3731501" y="3367943"/>
                  </a:lnTo>
                  <a:lnTo>
                    <a:pt x="3803124" y="3375266"/>
                  </a:lnTo>
                  <a:lnTo>
                    <a:pt x="3874746" y="3382127"/>
                  </a:lnTo>
                  <a:lnTo>
                    <a:pt x="3946369" y="3388554"/>
                  </a:lnTo>
                  <a:lnTo>
                    <a:pt x="4017991" y="3394574"/>
                  </a:lnTo>
                  <a:lnTo>
                    <a:pt x="4089614" y="3400214"/>
                  </a:lnTo>
                  <a:lnTo>
                    <a:pt x="4161236" y="3405497"/>
                  </a:lnTo>
                  <a:lnTo>
                    <a:pt x="4232859" y="3410446"/>
                  </a:lnTo>
                  <a:lnTo>
                    <a:pt x="4304481" y="3415081"/>
                  </a:lnTo>
                  <a:lnTo>
                    <a:pt x="4376104" y="3419424"/>
                  </a:lnTo>
                  <a:lnTo>
                    <a:pt x="4447726" y="3423492"/>
                  </a:lnTo>
                  <a:lnTo>
                    <a:pt x="4519349" y="3427303"/>
                  </a:lnTo>
                  <a:lnTo>
                    <a:pt x="4590972" y="3430872"/>
                  </a:lnTo>
                  <a:lnTo>
                    <a:pt x="4662594" y="3434216"/>
                  </a:lnTo>
                  <a:lnTo>
                    <a:pt x="4734217" y="3437349"/>
                  </a:lnTo>
                  <a:lnTo>
                    <a:pt x="4805839" y="3440283"/>
                  </a:lnTo>
                  <a:lnTo>
                    <a:pt x="4877462" y="3443032"/>
                  </a:lnTo>
                  <a:lnTo>
                    <a:pt x="4949084" y="3445607"/>
                  </a:lnTo>
                  <a:lnTo>
                    <a:pt x="5020707" y="3448019"/>
                  </a:lnTo>
                  <a:lnTo>
                    <a:pt x="5092329" y="3450278"/>
                  </a:lnTo>
                  <a:lnTo>
                    <a:pt x="5163952" y="3452395"/>
                  </a:lnTo>
                  <a:lnTo>
                    <a:pt x="5235574" y="3454378"/>
                  </a:lnTo>
                  <a:lnTo>
                    <a:pt x="5307197" y="3456235"/>
                  </a:lnTo>
                  <a:lnTo>
                    <a:pt x="5378819" y="3457975"/>
                  </a:lnTo>
                  <a:lnTo>
                    <a:pt x="5450442" y="3459605"/>
                  </a:lnTo>
                  <a:lnTo>
                    <a:pt x="5522064" y="346113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6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334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06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89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48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110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83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56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2289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2.35 (1.32-4.17), p = 0.004  |  per IQR decline (Δ = 25.8 %): 9.10 (2.07-40.10)  |  IQR: [-10.7, 15.1]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0670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Immune-related AE &amp; Other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2026-10-08T10:07:55Z</dcterms:modified>
  <cp:category/>
</cp:coreProperties>
</file>