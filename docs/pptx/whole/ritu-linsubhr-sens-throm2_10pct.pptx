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196105"/>
              <a:ext cx="7090630" cy="2129297"/>
            </a:xfrm>
            <a:custGeom>
              <a:avLst/>
              <a:pathLst>
                <a:path w="7090630" h="2129297">
                  <a:moveTo>
                    <a:pt x="0" y="0"/>
                  </a:moveTo>
                  <a:lnTo>
                    <a:pt x="71622" y="54707"/>
                  </a:lnTo>
                  <a:lnTo>
                    <a:pt x="143245" y="108147"/>
                  </a:lnTo>
                  <a:lnTo>
                    <a:pt x="214867" y="160349"/>
                  </a:lnTo>
                  <a:lnTo>
                    <a:pt x="286490" y="211342"/>
                  </a:lnTo>
                  <a:lnTo>
                    <a:pt x="358112" y="261153"/>
                  </a:lnTo>
                  <a:lnTo>
                    <a:pt x="429735" y="309810"/>
                  </a:lnTo>
                  <a:lnTo>
                    <a:pt x="501357" y="357339"/>
                  </a:lnTo>
                  <a:lnTo>
                    <a:pt x="572980" y="403767"/>
                  </a:lnTo>
                  <a:lnTo>
                    <a:pt x="644602" y="449120"/>
                  </a:lnTo>
                  <a:lnTo>
                    <a:pt x="716225" y="493422"/>
                  </a:lnTo>
                  <a:lnTo>
                    <a:pt x="787847" y="536697"/>
                  </a:lnTo>
                  <a:lnTo>
                    <a:pt x="859470" y="578969"/>
                  </a:lnTo>
                  <a:lnTo>
                    <a:pt x="931092" y="620262"/>
                  </a:lnTo>
                  <a:lnTo>
                    <a:pt x="1002715" y="660598"/>
                  </a:lnTo>
                  <a:lnTo>
                    <a:pt x="1074337" y="700000"/>
                  </a:lnTo>
                  <a:lnTo>
                    <a:pt x="1145960" y="738489"/>
                  </a:lnTo>
                  <a:lnTo>
                    <a:pt x="1217582" y="776086"/>
                  </a:lnTo>
                  <a:lnTo>
                    <a:pt x="1289205" y="812812"/>
                  </a:lnTo>
                  <a:lnTo>
                    <a:pt x="1360827" y="848687"/>
                  </a:lnTo>
                  <a:lnTo>
                    <a:pt x="1432450" y="883730"/>
                  </a:lnTo>
                  <a:lnTo>
                    <a:pt x="1504073" y="917962"/>
                  </a:lnTo>
                  <a:lnTo>
                    <a:pt x="1575695" y="951401"/>
                  </a:lnTo>
                  <a:lnTo>
                    <a:pt x="1647318" y="984064"/>
                  </a:lnTo>
                  <a:lnTo>
                    <a:pt x="1718940" y="1015971"/>
                  </a:lnTo>
                  <a:lnTo>
                    <a:pt x="1790563" y="1047139"/>
                  </a:lnTo>
                  <a:lnTo>
                    <a:pt x="1862185" y="1077585"/>
                  </a:lnTo>
                  <a:lnTo>
                    <a:pt x="1933808" y="1107325"/>
                  </a:lnTo>
                  <a:lnTo>
                    <a:pt x="2005430" y="1136376"/>
                  </a:lnTo>
                  <a:lnTo>
                    <a:pt x="2077053" y="1164754"/>
                  </a:lnTo>
                  <a:lnTo>
                    <a:pt x="2148675" y="1192474"/>
                  </a:lnTo>
                  <a:lnTo>
                    <a:pt x="2220298" y="1219552"/>
                  </a:lnTo>
                  <a:lnTo>
                    <a:pt x="2291920" y="1246003"/>
                  </a:lnTo>
                  <a:lnTo>
                    <a:pt x="2363543" y="1271841"/>
                  </a:lnTo>
                  <a:lnTo>
                    <a:pt x="2435165" y="1297080"/>
                  </a:lnTo>
                  <a:lnTo>
                    <a:pt x="2506788" y="1321734"/>
                  </a:lnTo>
                  <a:lnTo>
                    <a:pt x="2578410" y="1345817"/>
                  </a:lnTo>
                  <a:lnTo>
                    <a:pt x="2650033" y="1369343"/>
                  </a:lnTo>
                  <a:lnTo>
                    <a:pt x="2721655" y="1392323"/>
                  </a:lnTo>
                  <a:lnTo>
                    <a:pt x="2793278" y="1414770"/>
                  </a:lnTo>
                  <a:lnTo>
                    <a:pt x="2864901" y="1436698"/>
                  </a:lnTo>
                  <a:lnTo>
                    <a:pt x="2936523" y="1458117"/>
                  </a:lnTo>
                  <a:lnTo>
                    <a:pt x="3008146" y="1479040"/>
                  </a:lnTo>
                  <a:lnTo>
                    <a:pt x="3079768" y="1499479"/>
                  </a:lnTo>
                  <a:lnTo>
                    <a:pt x="3151391" y="1519444"/>
                  </a:lnTo>
                  <a:lnTo>
                    <a:pt x="3223013" y="1527200"/>
                  </a:lnTo>
                  <a:lnTo>
                    <a:pt x="3294636" y="1515142"/>
                  </a:lnTo>
                  <a:lnTo>
                    <a:pt x="3366258" y="1502910"/>
                  </a:lnTo>
                  <a:lnTo>
                    <a:pt x="3437881" y="1490501"/>
                  </a:lnTo>
                  <a:lnTo>
                    <a:pt x="3509503" y="1477912"/>
                  </a:lnTo>
                  <a:lnTo>
                    <a:pt x="3581126" y="1465141"/>
                  </a:lnTo>
                  <a:lnTo>
                    <a:pt x="3652748" y="1452186"/>
                  </a:lnTo>
                  <a:lnTo>
                    <a:pt x="3724371" y="1439043"/>
                  </a:lnTo>
                  <a:lnTo>
                    <a:pt x="3795993" y="1425711"/>
                  </a:lnTo>
                  <a:lnTo>
                    <a:pt x="3867616" y="1412185"/>
                  </a:lnTo>
                  <a:lnTo>
                    <a:pt x="3939238" y="1398464"/>
                  </a:lnTo>
                  <a:lnTo>
                    <a:pt x="4010861" y="1384545"/>
                  </a:lnTo>
                  <a:lnTo>
                    <a:pt x="4082483" y="1370424"/>
                  </a:lnTo>
                  <a:lnTo>
                    <a:pt x="4154106" y="1356099"/>
                  </a:lnTo>
                  <a:lnTo>
                    <a:pt x="4225729" y="1341567"/>
                  </a:lnTo>
                  <a:lnTo>
                    <a:pt x="4297351" y="1326825"/>
                  </a:lnTo>
                  <a:lnTo>
                    <a:pt x="4368974" y="1311870"/>
                  </a:lnTo>
                  <a:lnTo>
                    <a:pt x="4440596" y="1296698"/>
                  </a:lnTo>
                  <a:lnTo>
                    <a:pt x="4512219" y="1281307"/>
                  </a:lnTo>
                  <a:lnTo>
                    <a:pt x="4583841" y="1265694"/>
                  </a:lnTo>
                  <a:lnTo>
                    <a:pt x="4655464" y="1249855"/>
                  </a:lnTo>
                  <a:lnTo>
                    <a:pt x="4727086" y="1233787"/>
                  </a:lnTo>
                  <a:lnTo>
                    <a:pt x="4798709" y="1217486"/>
                  </a:lnTo>
                  <a:lnTo>
                    <a:pt x="4870331" y="1200950"/>
                  </a:lnTo>
                  <a:lnTo>
                    <a:pt x="4941954" y="1184175"/>
                  </a:lnTo>
                  <a:lnTo>
                    <a:pt x="5013576" y="1167157"/>
                  </a:lnTo>
                  <a:lnTo>
                    <a:pt x="5085199" y="1149893"/>
                  </a:lnTo>
                  <a:lnTo>
                    <a:pt x="5156821" y="1132379"/>
                  </a:lnTo>
                  <a:lnTo>
                    <a:pt x="5228444" y="1114613"/>
                  </a:lnTo>
                  <a:lnTo>
                    <a:pt x="5300066" y="1096589"/>
                  </a:lnTo>
                  <a:lnTo>
                    <a:pt x="5371689" y="1078305"/>
                  </a:lnTo>
                  <a:lnTo>
                    <a:pt x="5443311" y="1059756"/>
                  </a:lnTo>
                  <a:lnTo>
                    <a:pt x="5514934" y="1040939"/>
                  </a:lnTo>
                  <a:lnTo>
                    <a:pt x="5586557" y="1021850"/>
                  </a:lnTo>
                  <a:lnTo>
                    <a:pt x="5658179" y="1002485"/>
                  </a:lnTo>
                  <a:lnTo>
                    <a:pt x="5729802" y="982840"/>
                  </a:lnTo>
                  <a:lnTo>
                    <a:pt x="5801424" y="962912"/>
                  </a:lnTo>
                  <a:lnTo>
                    <a:pt x="5873047" y="942694"/>
                  </a:lnTo>
                  <a:lnTo>
                    <a:pt x="5944669" y="922185"/>
                  </a:lnTo>
                  <a:lnTo>
                    <a:pt x="6016292" y="901379"/>
                  </a:lnTo>
                  <a:lnTo>
                    <a:pt x="6087914" y="880272"/>
                  </a:lnTo>
                  <a:lnTo>
                    <a:pt x="6159537" y="858860"/>
                  </a:lnTo>
                  <a:lnTo>
                    <a:pt x="6231159" y="837139"/>
                  </a:lnTo>
                  <a:lnTo>
                    <a:pt x="6302782" y="815103"/>
                  </a:lnTo>
                  <a:lnTo>
                    <a:pt x="6374404" y="792749"/>
                  </a:lnTo>
                  <a:lnTo>
                    <a:pt x="6446027" y="770071"/>
                  </a:lnTo>
                  <a:lnTo>
                    <a:pt x="6517649" y="747066"/>
                  </a:lnTo>
                  <a:lnTo>
                    <a:pt x="6589272" y="723728"/>
                  </a:lnTo>
                  <a:lnTo>
                    <a:pt x="6660894" y="700052"/>
                  </a:lnTo>
                  <a:lnTo>
                    <a:pt x="6732517" y="676035"/>
                  </a:lnTo>
                  <a:lnTo>
                    <a:pt x="6804139" y="651669"/>
                  </a:lnTo>
                  <a:lnTo>
                    <a:pt x="6875762" y="626952"/>
                  </a:lnTo>
                  <a:lnTo>
                    <a:pt x="6947385" y="601877"/>
                  </a:lnTo>
                  <a:lnTo>
                    <a:pt x="7019007" y="576440"/>
                  </a:lnTo>
                  <a:lnTo>
                    <a:pt x="7090630" y="550635"/>
                  </a:lnTo>
                  <a:lnTo>
                    <a:pt x="7090630" y="2129297"/>
                  </a:lnTo>
                  <a:lnTo>
                    <a:pt x="7019007" y="2123798"/>
                  </a:lnTo>
                  <a:lnTo>
                    <a:pt x="6947385" y="2118168"/>
                  </a:lnTo>
                  <a:lnTo>
                    <a:pt x="6875762" y="2112405"/>
                  </a:lnTo>
                  <a:lnTo>
                    <a:pt x="6804139" y="2106505"/>
                  </a:lnTo>
                  <a:lnTo>
                    <a:pt x="6732517" y="2100465"/>
                  </a:lnTo>
                  <a:lnTo>
                    <a:pt x="6660894" y="2094282"/>
                  </a:lnTo>
                  <a:lnTo>
                    <a:pt x="6589272" y="2087952"/>
                  </a:lnTo>
                  <a:lnTo>
                    <a:pt x="6517649" y="2081472"/>
                  </a:lnTo>
                  <a:lnTo>
                    <a:pt x="6446027" y="2074838"/>
                  </a:lnTo>
                  <a:lnTo>
                    <a:pt x="6374404" y="2068047"/>
                  </a:lnTo>
                  <a:lnTo>
                    <a:pt x="6302782" y="2061095"/>
                  </a:lnTo>
                  <a:lnTo>
                    <a:pt x="6231159" y="2053978"/>
                  </a:lnTo>
                  <a:lnTo>
                    <a:pt x="6159537" y="2046692"/>
                  </a:lnTo>
                  <a:lnTo>
                    <a:pt x="6087914" y="2039233"/>
                  </a:lnTo>
                  <a:lnTo>
                    <a:pt x="6016292" y="2031598"/>
                  </a:lnTo>
                  <a:lnTo>
                    <a:pt x="5944669" y="2023781"/>
                  </a:lnTo>
                  <a:lnTo>
                    <a:pt x="5873047" y="2015779"/>
                  </a:lnTo>
                  <a:lnTo>
                    <a:pt x="5801424" y="2007587"/>
                  </a:lnTo>
                  <a:lnTo>
                    <a:pt x="5729802" y="1999201"/>
                  </a:lnTo>
                  <a:lnTo>
                    <a:pt x="5658179" y="1990616"/>
                  </a:lnTo>
                  <a:lnTo>
                    <a:pt x="5586557" y="1981827"/>
                  </a:lnTo>
                  <a:lnTo>
                    <a:pt x="5514934" y="1972829"/>
                  </a:lnTo>
                  <a:lnTo>
                    <a:pt x="5443311" y="1963619"/>
                  </a:lnTo>
                  <a:lnTo>
                    <a:pt x="5371689" y="1954190"/>
                  </a:lnTo>
                  <a:lnTo>
                    <a:pt x="5300066" y="1944537"/>
                  </a:lnTo>
                  <a:lnTo>
                    <a:pt x="5228444" y="1934655"/>
                  </a:lnTo>
                  <a:lnTo>
                    <a:pt x="5156821" y="1924539"/>
                  </a:lnTo>
                  <a:lnTo>
                    <a:pt x="5085199" y="1914183"/>
                  </a:lnTo>
                  <a:lnTo>
                    <a:pt x="5013576" y="1903581"/>
                  </a:lnTo>
                  <a:lnTo>
                    <a:pt x="4941954" y="1892728"/>
                  </a:lnTo>
                  <a:lnTo>
                    <a:pt x="4870331" y="1881617"/>
                  </a:lnTo>
                  <a:lnTo>
                    <a:pt x="4798709" y="1870243"/>
                  </a:lnTo>
                  <a:lnTo>
                    <a:pt x="4727086" y="1858599"/>
                  </a:lnTo>
                  <a:lnTo>
                    <a:pt x="4655464" y="1846679"/>
                  </a:lnTo>
                  <a:lnTo>
                    <a:pt x="4583841" y="1834476"/>
                  </a:lnTo>
                  <a:lnTo>
                    <a:pt x="4512219" y="1821983"/>
                  </a:lnTo>
                  <a:lnTo>
                    <a:pt x="4440596" y="1809195"/>
                  </a:lnTo>
                  <a:lnTo>
                    <a:pt x="4368974" y="1796103"/>
                  </a:lnTo>
                  <a:lnTo>
                    <a:pt x="4297351" y="1782700"/>
                  </a:lnTo>
                  <a:lnTo>
                    <a:pt x="4225729" y="1768980"/>
                  </a:lnTo>
                  <a:lnTo>
                    <a:pt x="4154106" y="1754934"/>
                  </a:lnTo>
                  <a:lnTo>
                    <a:pt x="4082483" y="1740555"/>
                  </a:lnTo>
                  <a:lnTo>
                    <a:pt x="4010861" y="1725835"/>
                  </a:lnTo>
                  <a:lnTo>
                    <a:pt x="3939238" y="1710765"/>
                  </a:lnTo>
                  <a:lnTo>
                    <a:pt x="3867616" y="1695339"/>
                  </a:lnTo>
                  <a:lnTo>
                    <a:pt x="3795993" y="1679546"/>
                  </a:lnTo>
                  <a:lnTo>
                    <a:pt x="3724371" y="1663379"/>
                  </a:lnTo>
                  <a:lnTo>
                    <a:pt x="3652748" y="1646828"/>
                  </a:lnTo>
                  <a:lnTo>
                    <a:pt x="3581126" y="1629885"/>
                  </a:lnTo>
                  <a:lnTo>
                    <a:pt x="3509503" y="1612539"/>
                  </a:lnTo>
                  <a:lnTo>
                    <a:pt x="3437881" y="1594783"/>
                  </a:lnTo>
                  <a:lnTo>
                    <a:pt x="3366258" y="1576605"/>
                  </a:lnTo>
                  <a:lnTo>
                    <a:pt x="3294636" y="1557996"/>
                  </a:lnTo>
                  <a:lnTo>
                    <a:pt x="3223013" y="1538946"/>
                  </a:lnTo>
                  <a:lnTo>
                    <a:pt x="3151391" y="1539087"/>
                  </a:lnTo>
                  <a:lnTo>
                    <a:pt x="3079768" y="1550803"/>
                  </a:lnTo>
                  <a:lnTo>
                    <a:pt x="3008146" y="1562353"/>
                  </a:lnTo>
                  <a:lnTo>
                    <a:pt x="2936523" y="1573738"/>
                  </a:lnTo>
                  <a:lnTo>
                    <a:pt x="2864901" y="1584961"/>
                  </a:lnTo>
                  <a:lnTo>
                    <a:pt x="2793278" y="1596024"/>
                  </a:lnTo>
                  <a:lnTo>
                    <a:pt x="2721655" y="1606929"/>
                  </a:lnTo>
                  <a:lnTo>
                    <a:pt x="2650033" y="1617679"/>
                  </a:lnTo>
                  <a:lnTo>
                    <a:pt x="2578410" y="1628276"/>
                  </a:lnTo>
                  <a:lnTo>
                    <a:pt x="2506788" y="1638721"/>
                  </a:lnTo>
                  <a:lnTo>
                    <a:pt x="2435165" y="1649018"/>
                  </a:lnTo>
                  <a:lnTo>
                    <a:pt x="2363543" y="1659168"/>
                  </a:lnTo>
                  <a:lnTo>
                    <a:pt x="2291920" y="1669173"/>
                  </a:lnTo>
                  <a:lnTo>
                    <a:pt x="2220298" y="1679036"/>
                  </a:lnTo>
                  <a:lnTo>
                    <a:pt x="2148675" y="1688758"/>
                  </a:lnTo>
                  <a:lnTo>
                    <a:pt x="2077053" y="1698341"/>
                  </a:lnTo>
                  <a:lnTo>
                    <a:pt x="2005430" y="1707788"/>
                  </a:lnTo>
                  <a:lnTo>
                    <a:pt x="1933808" y="1717100"/>
                  </a:lnTo>
                  <a:lnTo>
                    <a:pt x="1862185" y="1726280"/>
                  </a:lnTo>
                  <a:lnTo>
                    <a:pt x="1790563" y="1735329"/>
                  </a:lnTo>
                  <a:lnTo>
                    <a:pt x="1718940" y="1744248"/>
                  </a:lnTo>
                  <a:lnTo>
                    <a:pt x="1647318" y="1753041"/>
                  </a:lnTo>
                  <a:lnTo>
                    <a:pt x="1575695" y="1761708"/>
                  </a:lnTo>
                  <a:lnTo>
                    <a:pt x="1504073" y="1770252"/>
                  </a:lnTo>
                  <a:lnTo>
                    <a:pt x="1432450" y="1778674"/>
                  </a:lnTo>
                  <a:lnTo>
                    <a:pt x="1360827" y="1786976"/>
                  </a:lnTo>
                  <a:lnTo>
                    <a:pt x="1289205" y="1795159"/>
                  </a:lnTo>
                  <a:lnTo>
                    <a:pt x="1217582" y="1803226"/>
                  </a:lnTo>
                  <a:lnTo>
                    <a:pt x="1145960" y="1811178"/>
                  </a:lnTo>
                  <a:lnTo>
                    <a:pt x="1074337" y="1819017"/>
                  </a:lnTo>
                  <a:lnTo>
                    <a:pt x="1002715" y="1826744"/>
                  </a:lnTo>
                  <a:lnTo>
                    <a:pt x="931092" y="1834361"/>
                  </a:lnTo>
                  <a:lnTo>
                    <a:pt x="859470" y="1841869"/>
                  </a:lnTo>
                  <a:lnTo>
                    <a:pt x="787847" y="1849270"/>
                  </a:lnTo>
                  <a:lnTo>
                    <a:pt x="716225" y="1856566"/>
                  </a:lnTo>
                  <a:lnTo>
                    <a:pt x="644602" y="1863758"/>
                  </a:lnTo>
                  <a:lnTo>
                    <a:pt x="572980" y="1870847"/>
                  </a:lnTo>
                  <a:lnTo>
                    <a:pt x="501357" y="1877835"/>
                  </a:lnTo>
                  <a:lnTo>
                    <a:pt x="429735" y="1884724"/>
                  </a:lnTo>
                  <a:lnTo>
                    <a:pt x="358112" y="1891514"/>
                  </a:lnTo>
                  <a:lnTo>
                    <a:pt x="286490" y="1898208"/>
                  </a:lnTo>
                  <a:lnTo>
                    <a:pt x="214867" y="1904806"/>
                  </a:lnTo>
                  <a:lnTo>
                    <a:pt x="143245" y="1911310"/>
                  </a:lnTo>
                  <a:lnTo>
                    <a:pt x="71622" y="1917721"/>
                  </a:lnTo>
                  <a:lnTo>
                    <a:pt x="0" y="192404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196105"/>
              <a:ext cx="7090630" cy="1527200"/>
            </a:xfrm>
            <a:custGeom>
              <a:avLst/>
              <a:pathLst>
                <a:path w="7090630" h="1527200">
                  <a:moveTo>
                    <a:pt x="0" y="0"/>
                  </a:moveTo>
                  <a:lnTo>
                    <a:pt x="71622" y="54707"/>
                  </a:lnTo>
                  <a:lnTo>
                    <a:pt x="143245" y="108147"/>
                  </a:lnTo>
                  <a:lnTo>
                    <a:pt x="214867" y="160349"/>
                  </a:lnTo>
                  <a:lnTo>
                    <a:pt x="286490" y="211342"/>
                  </a:lnTo>
                  <a:lnTo>
                    <a:pt x="358112" y="261153"/>
                  </a:lnTo>
                  <a:lnTo>
                    <a:pt x="429735" y="309810"/>
                  </a:lnTo>
                  <a:lnTo>
                    <a:pt x="501357" y="357339"/>
                  </a:lnTo>
                  <a:lnTo>
                    <a:pt x="572980" y="403767"/>
                  </a:lnTo>
                  <a:lnTo>
                    <a:pt x="644602" y="449120"/>
                  </a:lnTo>
                  <a:lnTo>
                    <a:pt x="716225" y="493422"/>
                  </a:lnTo>
                  <a:lnTo>
                    <a:pt x="787847" y="536697"/>
                  </a:lnTo>
                  <a:lnTo>
                    <a:pt x="859470" y="578969"/>
                  </a:lnTo>
                  <a:lnTo>
                    <a:pt x="931092" y="620262"/>
                  </a:lnTo>
                  <a:lnTo>
                    <a:pt x="1002715" y="660598"/>
                  </a:lnTo>
                  <a:lnTo>
                    <a:pt x="1074337" y="700000"/>
                  </a:lnTo>
                  <a:lnTo>
                    <a:pt x="1145960" y="738489"/>
                  </a:lnTo>
                  <a:lnTo>
                    <a:pt x="1217582" y="776086"/>
                  </a:lnTo>
                  <a:lnTo>
                    <a:pt x="1289205" y="812812"/>
                  </a:lnTo>
                  <a:lnTo>
                    <a:pt x="1360827" y="848687"/>
                  </a:lnTo>
                  <a:lnTo>
                    <a:pt x="1432450" y="883730"/>
                  </a:lnTo>
                  <a:lnTo>
                    <a:pt x="1504073" y="917962"/>
                  </a:lnTo>
                  <a:lnTo>
                    <a:pt x="1575695" y="951401"/>
                  </a:lnTo>
                  <a:lnTo>
                    <a:pt x="1647318" y="984064"/>
                  </a:lnTo>
                  <a:lnTo>
                    <a:pt x="1718940" y="1015971"/>
                  </a:lnTo>
                  <a:lnTo>
                    <a:pt x="1790563" y="1047139"/>
                  </a:lnTo>
                  <a:lnTo>
                    <a:pt x="1862185" y="1077585"/>
                  </a:lnTo>
                  <a:lnTo>
                    <a:pt x="1933808" y="1107325"/>
                  </a:lnTo>
                  <a:lnTo>
                    <a:pt x="2005430" y="1136376"/>
                  </a:lnTo>
                  <a:lnTo>
                    <a:pt x="2077053" y="1164754"/>
                  </a:lnTo>
                  <a:lnTo>
                    <a:pt x="2148675" y="1192474"/>
                  </a:lnTo>
                  <a:lnTo>
                    <a:pt x="2220298" y="1219552"/>
                  </a:lnTo>
                  <a:lnTo>
                    <a:pt x="2291920" y="1246003"/>
                  </a:lnTo>
                  <a:lnTo>
                    <a:pt x="2363543" y="1271841"/>
                  </a:lnTo>
                  <a:lnTo>
                    <a:pt x="2435165" y="1297080"/>
                  </a:lnTo>
                  <a:lnTo>
                    <a:pt x="2506788" y="1321734"/>
                  </a:lnTo>
                  <a:lnTo>
                    <a:pt x="2578410" y="1345817"/>
                  </a:lnTo>
                  <a:lnTo>
                    <a:pt x="2650033" y="1369343"/>
                  </a:lnTo>
                  <a:lnTo>
                    <a:pt x="2721655" y="1392323"/>
                  </a:lnTo>
                  <a:lnTo>
                    <a:pt x="2793278" y="1414770"/>
                  </a:lnTo>
                  <a:lnTo>
                    <a:pt x="2864901" y="1436698"/>
                  </a:lnTo>
                  <a:lnTo>
                    <a:pt x="2936523" y="1458117"/>
                  </a:lnTo>
                  <a:lnTo>
                    <a:pt x="3008146" y="1479040"/>
                  </a:lnTo>
                  <a:lnTo>
                    <a:pt x="3079768" y="1499479"/>
                  </a:lnTo>
                  <a:lnTo>
                    <a:pt x="3151391" y="1519444"/>
                  </a:lnTo>
                  <a:lnTo>
                    <a:pt x="3223013" y="1527200"/>
                  </a:lnTo>
                  <a:lnTo>
                    <a:pt x="3294636" y="1515142"/>
                  </a:lnTo>
                  <a:lnTo>
                    <a:pt x="3366258" y="1502910"/>
                  </a:lnTo>
                  <a:lnTo>
                    <a:pt x="3437881" y="1490501"/>
                  </a:lnTo>
                  <a:lnTo>
                    <a:pt x="3509503" y="1477912"/>
                  </a:lnTo>
                  <a:lnTo>
                    <a:pt x="3581126" y="1465141"/>
                  </a:lnTo>
                  <a:lnTo>
                    <a:pt x="3652748" y="1452186"/>
                  </a:lnTo>
                  <a:lnTo>
                    <a:pt x="3724371" y="1439043"/>
                  </a:lnTo>
                  <a:lnTo>
                    <a:pt x="3795993" y="1425711"/>
                  </a:lnTo>
                  <a:lnTo>
                    <a:pt x="3867616" y="1412185"/>
                  </a:lnTo>
                  <a:lnTo>
                    <a:pt x="3939238" y="1398464"/>
                  </a:lnTo>
                  <a:lnTo>
                    <a:pt x="4010861" y="1384545"/>
                  </a:lnTo>
                  <a:lnTo>
                    <a:pt x="4082483" y="1370424"/>
                  </a:lnTo>
                  <a:lnTo>
                    <a:pt x="4154106" y="1356099"/>
                  </a:lnTo>
                  <a:lnTo>
                    <a:pt x="4225729" y="1341567"/>
                  </a:lnTo>
                  <a:lnTo>
                    <a:pt x="4297351" y="1326825"/>
                  </a:lnTo>
                  <a:lnTo>
                    <a:pt x="4368974" y="1311870"/>
                  </a:lnTo>
                  <a:lnTo>
                    <a:pt x="4440596" y="1296698"/>
                  </a:lnTo>
                  <a:lnTo>
                    <a:pt x="4512219" y="1281307"/>
                  </a:lnTo>
                  <a:lnTo>
                    <a:pt x="4583841" y="1265694"/>
                  </a:lnTo>
                  <a:lnTo>
                    <a:pt x="4655464" y="1249855"/>
                  </a:lnTo>
                  <a:lnTo>
                    <a:pt x="4727086" y="1233787"/>
                  </a:lnTo>
                  <a:lnTo>
                    <a:pt x="4798709" y="1217486"/>
                  </a:lnTo>
                  <a:lnTo>
                    <a:pt x="4870331" y="1200950"/>
                  </a:lnTo>
                  <a:lnTo>
                    <a:pt x="4941954" y="1184175"/>
                  </a:lnTo>
                  <a:lnTo>
                    <a:pt x="5013576" y="1167157"/>
                  </a:lnTo>
                  <a:lnTo>
                    <a:pt x="5085199" y="1149893"/>
                  </a:lnTo>
                  <a:lnTo>
                    <a:pt x="5156821" y="1132379"/>
                  </a:lnTo>
                  <a:lnTo>
                    <a:pt x="5228444" y="1114613"/>
                  </a:lnTo>
                  <a:lnTo>
                    <a:pt x="5300066" y="1096589"/>
                  </a:lnTo>
                  <a:lnTo>
                    <a:pt x="5371689" y="1078305"/>
                  </a:lnTo>
                  <a:lnTo>
                    <a:pt x="5443311" y="1059756"/>
                  </a:lnTo>
                  <a:lnTo>
                    <a:pt x="5514934" y="1040939"/>
                  </a:lnTo>
                  <a:lnTo>
                    <a:pt x="5586557" y="1021850"/>
                  </a:lnTo>
                  <a:lnTo>
                    <a:pt x="5658179" y="1002485"/>
                  </a:lnTo>
                  <a:lnTo>
                    <a:pt x="5729802" y="982840"/>
                  </a:lnTo>
                  <a:lnTo>
                    <a:pt x="5801424" y="962912"/>
                  </a:lnTo>
                  <a:lnTo>
                    <a:pt x="5873047" y="942694"/>
                  </a:lnTo>
                  <a:lnTo>
                    <a:pt x="5944669" y="922185"/>
                  </a:lnTo>
                  <a:lnTo>
                    <a:pt x="6016292" y="901379"/>
                  </a:lnTo>
                  <a:lnTo>
                    <a:pt x="6087914" y="880272"/>
                  </a:lnTo>
                  <a:lnTo>
                    <a:pt x="6159537" y="858860"/>
                  </a:lnTo>
                  <a:lnTo>
                    <a:pt x="6231159" y="837139"/>
                  </a:lnTo>
                  <a:lnTo>
                    <a:pt x="6302782" y="815103"/>
                  </a:lnTo>
                  <a:lnTo>
                    <a:pt x="6374404" y="792749"/>
                  </a:lnTo>
                  <a:lnTo>
                    <a:pt x="6446027" y="770071"/>
                  </a:lnTo>
                  <a:lnTo>
                    <a:pt x="6517649" y="747066"/>
                  </a:lnTo>
                  <a:lnTo>
                    <a:pt x="6589272" y="723728"/>
                  </a:lnTo>
                  <a:lnTo>
                    <a:pt x="6660894" y="700052"/>
                  </a:lnTo>
                  <a:lnTo>
                    <a:pt x="6732517" y="676035"/>
                  </a:lnTo>
                  <a:lnTo>
                    <a:pt x="6804139" y="651669"/>
                  </a:lnTo>
                  <a:lnTo>
                    <a:pt x="6875762" y="626952"/>
                  </a:lnTo>
                  <a:lnTo>
                    <a:pt x="6947385" y="601877"/>
                  </a:lnTo>
                  <a:lnTo>
                    <a:pt x="7019007" y="576440"/>
                  </a:lnTo>
                  <a:lnTo>
                    <a:pt x="7090630" y="5506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5051"/>
              <a:ext cx="7090630" cy="590351"/>
            </a:xfrm>
            <a:custGeom>
              <a:avLst/>
              <a:pathLst>
                <a:path w="7090630" h="590351">
                  <a:moveTo>
                    <a:pt x="7090630" y="590351"/>
                  </a:moveTo>
                  <a:lnTo>
                    <a:pt x="7019007" y="584852"/>
                  </a:lnTo>
                  <a:lnTo>
                    <a:pt x="6947385" y="579222"/>
                  </a:lnTo>
                  <a:lnTo>
                    <a:pt x="6875762" y="573459"/>
                  </a:lnTo>
                  <a:lnTo>
                    <a:pt x="6804139" y="567559"/>
                  </a:lnTo>
                  <a:lnTo>
                    <a:pt x="6732517" y="561519"/>
                  </a:lnTo>
                  <a:lnTo>
                    <a:pt x="6660894" y="555335"/>
                  </a:lnTo>
                  <a:lnTo>
                    <a:pt x="6589272" y="549006"/>
                  </a:lnTo>
                  <a:lnTo>
                    <a:pt x="6517649" y="542526"/>
                  </a:lnTo>
                  <a:lnTo>
                    <a:pt x="6446027" y="535892"/>
                  </a:lnTo>
                  <a:lnTo>
                    <a:pt x="6374404" y="529101"/>
                  </a:lnTo>
                  <a:lnTo>
                    <a:pt x="6302782" y="522149"/>
                  </a:lnTo>
                  <a:lnTo>
                    <a:pt x="6231159" y="515032"/>
                  </a:lnTo>
                  <a:lnTo>
                    <a:pt x="6159537" y="507746"/>
                  </a:lnTo>
                  <a:lnTo>
                    <a:pt x="6087914" y="500287"/>
                  </a:lnTo>
                  <a:lnTo>
                    <a:pt x="6016292" y="492651"/>
                  </a:lnTo>
                  <a:lnTo>
                    <a:pt x="5944669" y="484835"/>
                  </a:lnTo>
                  <a:lnTo>
                    <a:pt x="5873047" y="476833"/>
                  </a:lnTo>
                  <a:lnTo>
                    <a:pt x="5801424" y="468641"/>
                  </a:lnTo>
                  <a:lnTo>
                    <a:pt x="5729802" y="460254"/>
                  </a:lnTo>
                  <a:lnTo>
                    <a:pt x="5658179" y="451669"/>
                  </a:lnTo>
                  <a:lnTo>
                    <a:pt x="5586557" y="442880"/>
                  </a:lnTo>
                  <a:lnTo>
                    <a:pt x="5514934" y="433883"/>
                  </a:lnTo>
                  <a:lnTo>
                    <a:pt x="5443311" y="424672"/>
                  </a:lnTo>
                  <a:lnTo>
                    <a:pt x="5371689" y="415243"/>
                  </a:lnTo>
                  <a:lnTo>
                    <a:pt x="5300066" y="405591"/>
                  </a:lnTo>
                  <a:lnTo>
                    <a:pt x="5228444" y="395709"/>
                  </a:lnTo>
                  <a:lnTo>
                    <a:pt x="5156821" y="385593"/>
                  </a:lnTo>
                  <a:lnTo>
                    <a:pt x="5085199" y="375237"/>
                  </a:lnTo>
                  <a:lnTo>
                    <a:pt x="5013576" y="364635"/>
                  </a:lnTo>
                  <a:lnTo>
                    <a:pt x="4941954" y="353782"/>
                  </a:lnTo>
                  <a:lnTo>
                    <a:pt x="4870331" y="342671"/>
                  </a:lnTo>
                  <a:lnTo>
                    <a:pt x="4798709" y="331297"/>
                  </a:lnTo>
                  <a:lnTo>
                    <a:pt x="4727086" y="319653"/>
                  </a:lnTo>
                  <a:lnTo>
                    <a:pt x="4655464" y="307733"/>
                  </a:lnTo>
                  <a:lnTo>
                    <a:pt x="4583841" y="295530"/>
                  </a:lnTo>
                  <a:lnTo>
                    <a:pt x="4512219" y="283037"/>
                  </a:lnTo>
                  <a:lnTo>
                    <a:pt x="4440596" y="270249"/>
                  </a:lnTo>
                  <a:lnTo>
                    <a:pt x="4368974" y="257157"/>
                  </a:lnTo>
                  <a:lnTo>
                    <a:pt x="4297351" y="243754"/>
                  </a:lnTo>
                  <a:lnTo>
                    <a:pt x="4225729" y="230033"/>
                  </a:lnTo>
                  <a:lnTo>
                    <a:pt x="4154106" y="215988"/>
                  </a:lnTo>
                  <a:lnTo>
                    <a:pt x="4082483" y="201609"/>
                  </a:lnTo>
                  <a:lnTo>
                    <a:pt x="4010861" y="186888"/>
                  </a:lnTo>
                  <a:lnTo>
                    <a:pt x="3939238" y="171819"/>
                  </a:lnTo>
                  <a:lnTo>
                    <a:pt x="3867616" y="156392"/>
                  </a:lnTo>
                  <a:lnTo>
                    <a:pt x="3795993" y="140600"/>
                  </a:lnTo>
                  <a:lnTo>
                    <a:pt x="3724371" y="124432"/>
                  </a:lnTo>
                  <a:lnTo>
                    <a:pt x="3652748" y="107882"/>
                  </a:lnTo>
                  <a:lnTo>
                    <a:pt x="3581126" y="90938"/>
                  </a:lnTo>
                  <a:lnTo>
                    <a:pt x="3509503" y="73593"/>
                  </a:lnTo>
                  <a:lnTo>
                    <a:pt x="3437881" y="55837"/>
                  </a:lnTo>
                  <a:lnTo>
                    <a:pt x="3366258" y="37659"/>
                  </a:lnTo>
                  <a:lnTo>
                    <a:pt x="3294636" y="19050"/>
                  </a:lnTo>
                  <a:lnTo>
                    <a:pt x="3223013" y="0"/>
                  </a:lnTo>
                  <a:lnTo>
                    <a:pt x="3151391" y="140"/>
                  </a:lnTo>
                  <a:lnTo>
                    <a:pt x="3079768" y="11857"/>
                  </a:lnTo>
                  <a:lnTo>
                    <a:pt x="3008146" y="23407"/>
                  </a:lnTo>
                  <a:lnTo>
                    <a:pt x="2936523" y="34792"/>
                  </a:lnTo>
                  <a:lnTo>
                    <a:pt x="2864901" y="46015"/>
                  </a:lnTo>
                  <a:lnTo>
                    <a:pt x="2793278" y="57078"/>
                  </a:lnTo>
                  <a:lnTo>
                    <a:pt x="2721655" y="67983"/>
                  </a:lnTo>
                  <a:lnTo>
                    <a:pt x="2650033" y="78733"/>
                  </a:lnTo>
                  <a:lnTo>
                    <a:pt x="2578410" y="89329"/>
                  </a:lnTo>
                  <a:lnTo>
                    <a:pt x="2506788" y="99775"/>
                  </a:lnTo>
                  <a:lnTo>
                    <a:pt x="2435165" y="110071"/>
                  </a:lnTo>
                  <a:lnTo>
                    <a:pt x="2363543" y="120221"/>
                  </a:lnTo>
                  <a:lnTo>
                    <a:pt x="2291920" y="130227"/>
                  </a:lnTo>
                  <a:lnTo>
                    <a:pt x="2220298" y="140089"/>
                  </a:lnTo>
                  <a:lnTo>
                    <a:pt x="2148675" y="149811"/>
                  </a:lnTo>
                  <a:lnTo>
                    <a:pt x="2077053" y="159395"/>
                  </a:lnTo>
                  <a:lnTo>
                    <a:pt x="2005430" y="168842"/>
                  </a:lnTo>
                  <a:lnTo>
                    <a:pt x="1933808" y="178154"/>
                  </a:lnTo>
                  <a:lnTo>
                    <a:pt x="1862185" y="187334"/>
                  </a:lnTo>
                  <a:lnTo>
                    <a:pt x="1790563" y="196382"/>
                  </a:lnTo>
                  <a:lnTo>
                    <a:pt x="1718940" y="205302"/>
                  </a:lnTo>
                  <a:lnTo>
                    <a:pt x="1647318" y="214095"/>
                  </a:lnTo>
                  <a:lnTo>
                    <a:pt x="1575695" y="222762"/>
                  </a:lnTo>
                  <a:lnTo>
                    <a:pt x="1504073" y="231306"/>
                  </a:lnTo>
                  <a:lnTo>
                    <a:pt x="1432450" y="239728"/>
                  </a:lnTo>
                  <a:lnTo>
                    <a:pt x="1360827" y="248029"/>
                  </a:lnTo>
                  <a:lnTo>
                    <a:pt x="1289205" y="256213"/>
                  </a:lnTo>
                  <a:lnTo>
                    <a:pt x="1217582" y="264280"/>
                  </a:lnTo>
                  <a:lnTo>
                    <a:pt x="1145960" y="272232"/>
                  </a:lnTo>
                  <a:lnTo>
                    <a:pt x="1074337" y="280071"/>
                  </a:lnTo>
                  <a:lnTo>
                    <a:pt x="1002715" y="287798"/>
                  </a:lnTo>
                  <a:lnTo>
                    <a:pt x="931092" y="295414"/>
                  </a:lnTo>
                  <a:lnTo>
                    <a:pt x="859470" y="302923"/>
                  </a:lnTo>
                  <a:lnTo>
                    <a:pt x="787847" y="310324"/>
                  </a:lnTo>
                  <a:lnTo>
                    <a:pt x="716225" y="317620"/>
                  </a:lnTo>
                  <a:lnTo>
                    <a:pt x="644602" y="324811"/>
                  </a:lnTo>
                  <a:lnTo>
                    <a:pt x="572980" y="331900"/>
                  </a:lnTo>
                  <a:lnTo>
                    <a:pt x="501357" y="338889"/>
                  </a:lnTo>
                  <a:lnTo>
                    <a:pt x="429735" y="345777"/>
                  </a:lnTo>
                  <a:lnTo>
                    <a:pt x="358112" y="352568"/>
                  </a:lnTo>
                  <a:lnTo>
                    <a:pt x="286490" y="359261"/>
                  </a:lnTo>
                  <a:lnTo>
                    <a:pt x="214867" y="365860"/>
                  </a:lnTo>
                  <a:lnTo>
                    <a:pt x="143245" y="372364"/>
                  </a:lnTo>
                  <a:lnTo>
                    <a:pt x="71622" y="378775"/>
                  </a:lnTo>
                  <a:lnTo>
                    <a:pt x="0" y="385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41344"/>
              <a:ext cx="7090630" cy="368015"/>
            </a:xfrm>
            <a:custGeom>
              <a:avLst/>
              <a:pathLst>
                <a:path w="7090630" h="368015">
                  <a:moveTo>
                    <a:pt x="0" y="0"/>
                  </a:moveTo>
                  <a:lnTo>
                    <a:pt x="71622" y="4605"/>
                  </a:lnTo>
                  <a:lnTo>
                    <a:pt x="143245" y="9189"/>
                  </a:lnTo>
                  <a:lnTo>
                    <a:pt x="214867" y="13753"/>
                  </a:lnTo>
                  <a:lnTo>
                    <a:pt x="286490" y="18296"/>
                  </a:lnTo>
                  <a:lnTo>
                    <a:pt x="358112" y="22819"/>
                  </a:lnTo>
                  <a:lnTo>
                    <a:pt x="429735" y="27320"/>
                  </a:lnTo>
                  <a:lnTo>
                    <a:pt x="501357" y="31802"/>
                  </a:lnTo>
                  <a:lnTo>
                    <a:pt x="572980" y="36263"/>
                  </a:lnTo>
                  <a:lnTo>
                    <a:pt x="644602" y="40704"/>
                  </a:lnTo>
                  <a:lnTo>
                    <a:pt x="716225" y="45125"/>
                  </a:lnTo>
                  <a:lnTo>
                    <a:pt x="787847" y="49526"/>
                  </a:lnTo>
                  <a:lnTo>
                    <a:pt x="859470" y="53907"/>
                  </a:lnTo>
                  <a:lnTo>
                    <a:pt x="931092" y="58268"/>
                  </a:lnTo>
                  <a:lnTo>
                    <a:pt x="1002715" y="62609"/>
                  </a:lnTo>
                  <a:lnTo>
                    <a:pt x="1074337" y="66930"/>
                  </a:lnTo>
                  <a:lnTo>
                    <a:pt x="1145960" y="71232"/>
                  </a:lnTo>
                  <a:lnTo>
                    <a:pt x="1217582" y="75515"/>
                  </a:lnTo>
                  <a:lnTo>
                    <a:pt x="1289205" y="79778"/>
                  </a:lnTo>
                  <a:lnTo>
                    <a:pt x="1360827" y="84022"/>
                  </a:lnTo>
                  <a:lnTo>
                    <a:pt x="1432450" y="88246"/>
                  </a:lnTo>
                  <a:lnTo>
                    <a:pt x="1504073" y="92451"/>
                  </a:lnTo>
                  <a:lnTo>
                    <a:pt x="1575695" y="96638"/>
                  </a:lnTo>
                  <a:lnTo>
                    <a:pt x="1647318" y="100805"/>
                  </a:lnTo>
                  <a:lnTo>
                    <a:pt x="1718940" y="104953"/>
                  </a:lnTo>
                  <a:lnTo>
                    <a:pt x="1790563" y="109083"/>
                  </a:lnTo>
                  <a:lnTo>
                    <a:pt x="1862185" y="113194"/>
                  </a:lnTo>
                  <a:lnTo>
                    <a:pt x="1933808" y="117286"/>
                  </a:lnTo>
                  <a:lnTo>
                    <a:pt x="2005430" y="121360"/>
                  </a:lnTo>
                  <a:lnTo>
                    <a:pt x="2077053" y="125415"/>
                  </a:lnTo>
                  <a:lnTo>
                    <a:pt x="2148675" y="129452"/>
                  </a:lnTo>
                  <a:lnTo>
                    <a:pt x="2220298" y="133470"/>
                  </a:lnTo>
                  <a:lnTo>
                    <a:pt x="2291920" y="137471"/>
                  </a:lnTo>
                  <a:lnTo>
                    <a:pt x="2363543" y="141453"/>
                  </a:lnTo>
                  <a:lnTo>
                    <a:pt x="2435165" y="145417"/>
                  </a:lnTo>
                  <a:lnTo>
                    <a:pt x="2506788" y="149363"/>
                  </a:lnTo>
                  <a:lnTo>
                    <a:pt x="2578410" y="153291"/>
                  </a:lnTo>
                  <a:lnTo>
                    <a:pt x="2650033" y="157202"/>
                  </a:lnTo>
                  <a:lnTo>
                    <a:pt x="2721655" y="161095"/>
                  </a:lnTo>
                  <a:lnTo>
                    <a:pt x="2793278" y="164970"/>
                  </a:lnTo>
                  <a:lnTo>
                    <a:pt x="2864901" y="168827"/>
                  </a:lnTo>
                  <a:lnTo>
                    <a:pt x="2936523" y="172667"/>
                  </a:lnTo>
                  <a:lnTo>
                    <a:pt x="3008146" y="176490"/>
                  </a:lnTo>
                  <a:lnTo>
                    <a:pt x="3079768" y="180295"/>
                  </a:lnTo>
                  <a:lnTo>
                    <a:pt x="3151391" y="184083"/>
                  </a:lnTo>
                  <a:lnTo>
                    <a:pt x="3223013" y="187854"/>
                  </a:lnTo>
                  <a:lnTo>
                    <a:pt x="3294636" y="191608"/>
                  </a:lnTo>
                  <a:lnTo>
                    <a:pt x="3366258" y="195345"/>
                  </a:lnTo>
                  <a:lnTo>
                    <a:pt x="3437881" y="199064"/>
                  </a:lnTo>
                  <a:lnTo>
                    <a:pt x="3509503" y="202767"/>
                  </a:lnTo>
                  <a:lnTo>
                    <a:pt x="3581126" y="206454"/>
                  </a:lnTo>
                  <a:lnTo>
                    <a:pt x="3652748" y="210123"/>
                  </a:lnTo>
                  <a:lnTo>
                    <a:pt x="3724371" y="213776"/>
                  </a:lnTo>
                  <a:lnTo>
                    <a:pt x="3795993" y="217412"/>
                  </a:lnTo>
                  <a:lnTo>
                    <a:pt x="3867616" y="221032"/>
                  </a:lnTo>
                  <a:lnTo>
                    <a:pt x="3939238" y="224635"/>
                  </a:lnTo>
                  <a:lnTo>
                    <a:pt x="4010861" y="228222"/>
                  </a:lnTo>
                  <a:lnTo>
                    <a:pt x="4082483" y="231793"/>
                  </a:lnTo>
                  <a:lnTo>
                    <a:pt x="4154106" y="235348"/>
                  </a:lnTo>
                  <a:lnTo>
                    <a:pt x="4225729" y="238886"/>
                  </a:lnTo>
                  <a:lnTo>
                    <a:pt x="4297351" y="242409"/>
                  </a:lnTo>
                  <a:lnTo>
                    <a:pt x="4368974" y="245915"/>
                  </a:lnTo>
                  <a:lnTo>
                    <a:pt x="4440596" y="249406"/>
                  </a:lnTo>
                  <a:lnTo>
                    <a:pt x="4512219" y="252880"/>
                  </a:lnTo>
                  <a:lnTo>
                    <a:pt x="4583841" y="256339"/>
                  </a:lnTo>
                  <a:lnTo>
                    <a:pt x="4655464" y="259783"/>
                  </a:lnTo>
                  <a:lnTo>
                    <a:pt x="4727086" y="263210"/>
                  </a:lnTo>
                  <a:lnTo>
                    <a:pt x="4798709" y="266623"/>
                  </a:lnTo>
                  <a:lnTo>
                    <a:pt x="4870331" y="270019"/>
                  </a:lnTo>
                  <a:lnTo>
                    <a:pt x="4941954" y="273401"/>
                  </a:lnTo>
                  <a:lnTo>
                    <a:pt x="5013576" y="276767"/>
                  </a:lnTo>
                  <a:lnTo>
                    <a:pt x="5085199" y="280117"/>
                  </a:lnTo>
                  <a:lnTo>
                    <a:pt x="5156821" y="283453"/>
                  </a:lnTo>
                  <a:lnTo>
                    <a:pt x="5228444" y="286773"/>
                  </a:lnTo>
                  <a:lnTo>
                    <a:pt x="5300066" y="290079"/>
                  </a:lnTo>
                  <a:lnTo>
                    <a:pt x="5371689" y="293369"/>
                  </a:lnTo>
                  <a:lnTo>
                    <a:pt x="5443311" y="296644"/>
                  </a:lnTo>
                  <a:lnTo>
                    <a:pt x="5514934" y="299905"/>
                  </a:lnTo>
                  <a:lnTo>
                    <a:pt x="5586557" y="303151"/>
                  </a:lnTo>
                  <a:lnTo>
                    <a:pt x="5658179" y="306382"/>
                  </a:lnTo>
                  <a:lnTo>
                    <a:pt x="5729802" y="309598"/>
                  </a:lnTo>
                  <a:lnTo>
                    <a:pt x="5801424" y="312800"/>
                  </a:lnTo>
                  <a:lnTo>
                    <a:pt x="5873047" y="315988"/>
                  </a:lnTo>
                  <a:lnTo>
                    <a:pt x="5944669" y="319161"/>
                  </a:lnTo>
                  <a:lnTo>
                    <a:pt x="6016292" y="322319"/>
                  </a:lnTo>
                  <a:lnTo>
                    <a:pt x="6087914" y="325463"/>
                  </a:lnTo>
                  <a:lnTo>
                    <a:pt x="6159537" y="328593"/>
                  </a:lnTo>
                  <a:lnTo>
                    <a:pt x="6231159" y="331709"/>
                  </a:lnTo>
                  <a:lnTo>
                    <a:pt x="6302782" y="334811"/>
                  </a:lnTo>
                  <a:lnTo>
                    <a:pt x="6374404" y="337898"/>
                  </a:lnTo>
                  <a:lnTo>
                    <a:pt x="6446027" y="340972"/>
                  </a:lnTo>
                  <a:lnTo>
                    <a:pt x="6517649" y="344032"/>
                  </a:lnTo>
                  <a:lnTo>
                    <a:pt x="6589272" y="347077"/>
                  </a:lnTo>
                  <a:lnTo>
                    <a:pt x="6660894" y="350109"/>
                  </a:lnTo>
                  <a:lnTo>
                    <a:pt x="6732517" y="353128"/>
                  </a:lnTo>
                  <a:lnTo>
                    <a:pt x="6804139" y="356132"/>
                  </a:lnTo>
                  <a:lnTo>
                    <a:pt x="6875762" y="359123"/>
                  </a:lnTo>
                  <a:lnTo>
                    <a:pt x="6947385" y="362100"/>
                  </a:lnTo>
                  <a:lnTo>
                    <a:pt x="7019007" y="365064"/>
                  </a:lnTo>
                  <a:lnTo>
                    <a:pt x="7090630" y="36801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1.06 (0.83-1.34), p_Bonf = 1.000 (n = 6)  |  per IQR decline (Δ = 24.5 %): 1.15 (0.64-2.06)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2026-10-09T11:52:52Z</dcterms:modified>
  <cp:category/>
</cp:coreProperties>
</file>