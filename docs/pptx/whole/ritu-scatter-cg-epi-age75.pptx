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511436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4244691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3375014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50533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16295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90734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5174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39613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54920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679530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809853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940175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207049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29075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03514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77954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52393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26833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2"/>
            <p:cNvSpPr/>
            <p:nvPr/>
          </p:nvSpPr>
          <p:spPr>
            <a:xfrm>
              <a:off x="5565628" y="39867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3828172" y="38356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3538061" y="44045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3833619" y="40538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5095198" y="36121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2609000" y="47252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3938592" y="41788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3865818" y="44193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4620214" y="3835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3481633" y="43236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3635187" y="39274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2943095" y="43256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4428339" y="41466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3757867" y="42421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6078890" y="39083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4544743" y="38965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6405691" y="34640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3280870" y="43739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3832869" y="40560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4694711" y="40331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7133915" y="34083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4675440" y="36622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3863678" y="42576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3015557" y="43784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6093904" y="33520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3691789" y="43237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2989285" y="41406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5064241" y="35649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3732460" y="39367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4350781" y="38748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2789853" y="44939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4906980" y="37920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4080134" y="39139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4997079" y="41770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2796328" y="46431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4322005" y="38668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4517297" y="38964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3001601" y="44357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3698937" y="38981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3098979" y="43337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4039019" y="41376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3160910" y="46478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6535533" y="3836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3090675" y="46904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3317292" y="42081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3841622" y="3902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6211059" y="34594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6146643" y="29778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5358834" y="34827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4252091" y="38112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4102212" y="40705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3789726" y="42634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3099094" y="41409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6157919" y="31126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5035441" y="34063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4527054" y="3825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4488845" y="41573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3424979" y="45153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3432574" y="41261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3184822" y="444822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4419139" y="39282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4000972" y="37521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3336636" y="42539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4239720" y="41482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3686041" y="46110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4246787" y="41393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4641405" y="38065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3397657" y="42548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3937643" y="44230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3838069" y="39478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4706312" y="35638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4732274" y="38682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3725068" y="45197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2390429" y="45991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4175304" y="36633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4989839" y="36838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3564789" y="40762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4301215" y="39871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3278979" y="43752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3249976" y="41549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5224068" y="36946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5263012" y="38075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3653167" y="41329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4753924" y="42180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4344132" y="35680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3709095" y="41106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4084771" y="38855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3083549" y="45120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4680202" y="3885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2706179" y="47642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5234291" y="36536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6456892" y="31690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3415603" y="42546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4056725" y="39494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3784012" y="42283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4107847" y="42660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3466387" y="40437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4076219" y="38283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5113159" y="36458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3291611" y="42273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3520444" y="39936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3438829" y="43813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5184626" y="36882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4260751" y="42133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4770370" y="34076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4079143" y="43331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4907453" y="36175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5172299" y="36016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3888710" y="36323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3947009" y="38466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8223735" y="30223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2886955" y="47964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2579773" y="49052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3726428" y="42048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5752354" y="3098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3648120" y="39971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4907638" y="38892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5445402" y="34619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5070462" y="38352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2660226" y="48773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4977096" y="38402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5244681" y="35038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4247597" y="39934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5363004" y="38129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3532263" y="43093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5075231" y="39572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4140031" y="42440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3173324" y="44396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3263540" y="41844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4422060" y="41144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5036679" y="42429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4670718" y="37668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3686949" y="44027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3484271" y="44609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7404184" y="31287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4961684" y="37625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3830792" y="39627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4673596" y="34178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3540553" y="43258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4357171" y="37127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2430745" y="49883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3870217" y="41659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4455133" y="38943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4658103" y="40512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t166"/>
            <p:cNvSpPr/>
            <p:nvPr/>
          </p:nvSpPr>
          <p:spPr>
            <a:xfrm>
              <a:off x="3148069" y="48943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t167"/>
            <p:cNvSpPr/>
            <p:nvPr/>
          </p:nvSpPr>
          <p:spPr>
            <a:xfrm>
              <a:off x="6390244" y="30202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t168"/>
            <p:cNvSpPr/>
            <p:nvPr/>
          </p:nvSpPr>
          <p:spPr>
            <a:xfrm>
              <a:off x="3525760" y="38865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t169"/>
            <p:cNvSpPr/>
            <p:nvPr/>
          </p:nvSpPr>
          <p:spPr>
            <a:xfrm>
              <a:off x="4317017" y="43233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t170"/>
            <p:cNvSpPr/>
            <p:nvPr/>
          </p:nvSpPr>
          <p:spPr>
            <a:xfrm>
              <a:off x="4729721" y="38089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t171"/>
            <p:cNvSpPr/>
            <p:nvPr/>
          </p:nvSpPr>
          <p:spPr>
            <a:xfrm>
              <a:off x="3712382" y="40205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t172"/>
            <p:cNvSpPr/>
            <p:nvPr/>
          </p:nvSpPr>
          <p:spPr>
            <a:xfrm>
              <a:off x="3500165" y="40808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t173"/>
            <p:cNvSpPr/>
            <p:nvPr/>
          </p:nvSpPr>
          <p:spPr>
            <a:xfrm>
              <a:off x="5062046" y="38182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t174"/>
            <p:cNvSpPr/>
            <p:nvPr/>
          </p:nvSpPr>
          <p:spPr>
            <a:xfrm>
              <a:off x="2923662" y="43652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t175"/>
            <p:cNvSpPr/>
            <p:nvPr/>
          </p:nvSpPr>
          <p:spPr>
            <a:xfrm>
              <a:off x="4258381" y="41696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t176"/>
            <p:cNvSpPr/>
            <p:nvPr/>
          </p:nvSpPr>
          <p:spPr>
            <a:xfrm>
              <a:off x="3558480" y="40886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t177"/>
            <p:cNvSpPr/>
            <p:nvPr/>
          </p:nvSpPr>
          <p:spPr>
            <a:xfrm>
              <a:off x="6302276" y="32503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t178"/>
            <p:cNvSpPr/>
            <p:nvPr/>
          </p:nvSpPr>
          <p:spPr>
            <a:xfrm>
              <a:off x="4928516" y="38156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t179"/>
            <p:cNvSpPr/>
            <p:nvPr/>
          </p:nvSpPr>
          <p:spPr>
            <a:xfrm>
              <a:off x="3903347" y="39523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t180"/>
            <p:cNvSpPr/>
            <p:nvPr/>
          </p:nvSpPr>
          <p:spPr>
            <a:xfrm>
              <a:off x="5933635" y="31486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t181"/>
            <p:cNvSpPr/>
            <p:nvPr/>
          </p:nvSpPr>
          <p:spPr>
            <a:xfrm>
              <a:off x="3112313" y="44122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t182"/>
            <p:cNvSpPr/>
            <p:nvPr/>
          </p:nvSpPr>
          <p:spPr>
            <a:xfrm>
              <a:off x="4018953" y="39687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t183"/>
            <p:cNvSpPr/>
            <p:nvPr/>
          </p:nvSpPr>
          <p:spPr>
            <a:xfrm>
              <a:off x="4615613" y="34544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t184"/>
            <p:cNvSpPr/>
            <p:nvPr/>
          </p:nvSpPr>
          <p:spPr>
            <a:xfrm>
              <a:off x="5048280" y="34408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t185"/>
            <p:cNvSpPr/>
            <p:nvPr/>
          </p:nvSpPr>
          <p:spPr>
            <a:xfrm>
              <a:off x="5346422" y="38883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t186"/>
            <p:cNvSpPr/>
            <p:nvPr/>
          </p:nvSpPr>
          <p:spPr>
            <a:xfrm>
              <a:off x="3495765" y="39033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t187"/>
            <p:cNvSpPr/>
            <p:nvPr/>
          </p:nvSpPr>
          <p:spPr>
            <a:xfrm>
              <a:off x="5221771" y="37695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t188"/>
            <p:cNvSpPr/>
            <p:nvPr/>
          </p:nvSpPr>
          <p:spPr>
            <a:xfrm>
              <a:off x="4986922" y="34808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t189"/>
            <p:cNvSpPr/>
            <p:nvPr/>
          </p:nvSpPr>
          <p:spPr>
            <a:xfrm>
              <a:off x="4595593" y="38842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90"/>
            <p:cNvSpPr/>
            <p:nvPr/>
          </p:nvSpPr>
          <p:spPr>
            <a:xfrm>
              <a:off x="7190853" y="38193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1"/>
            <p:cNvSpPr/>
            <p:nvPr/>
          </p:nvSpPr>
          <p:spPr>
            <a:xfrm>
              <a:off x="5343925" y="33524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t192"/>
            <p:cNvSpPr/>
            <p:nvPr/>
          </p:nvSpPr>
          <p:spPr>
            <a:xfrm>
              <a:off x="7138911" y="31614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t193"/>
            <p:cNvSpPr/>
            <p:nvPr/>
          </p:nvSpPr>
          <p:spPr>
            <a:xfrm>
              <a:off x="4896694" y="36007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t194"/>
            <p:cNvSpPr/>
            <p:nvPr/>
          </p:nvSpPr>
          <p:spPr>
            <a:xfrm>
              <a:off x="4664468" y="36254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t195"/>
            <p:cNvSpPr/>
            <p:nvPr/>
          </p:nvSpPr>
          <p:spPr>
            <a:xfrm>
              <a:off x="5460198" y="43993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t196"/>
            <p:cNvSpPr/>
            <p:nvPr/>
          </p:nvSpPr>
          <p:spPr>
            <a:xfrm>
              <a:off x="2709978" y="46966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t197"/>
            <p:cNvSpPr/>
            <p:nvPr/>
          </p:nvSpPr>
          <p:spPr>
            <a:xfrm>
              <a:off x="3814714" y="3949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t198"/>
            <p:cNvSpPr/>
            <p:nvPr/>
          </p:nvSpPr>
          <p:spPr>
            <a:xfrm>
              <a:off x="5039064" y="36768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t199"/>
            <p:cNvSpPr/>
            <p:nvPr/>
          </p:nvSpPr>
          <p:spPr>
            <a:xfrm>
              <a:off x="2940186" y="48669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t200"/>
            <p:cNvSpPr/>
            <p:nvPr/>
          </p:nvSpPr>
          <p:spPr>
            <a:xfrm>
              <a:off x="3510806" y="43280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t201"/>
            <p:cNvSpPr/>
            <p:nvPr/>
          </p:nvSpPr>
          <p:spPr>
            <a:xfrm>
              <a:off x="6079407" y="36029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t202"/>
            <p:cNvSpPr/>
            <p:nvPr/>
          </p:nvSpPr>
          <p:spPr>
            <a:xfrm>
              <a:off x="3164005" y="44634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t203"/>
            <p:cNvSpPr/>
            <p:nvPr/>
          </p:nvSpPr>
          <p:spPr>
            <a:xfrm>
              <a:off x="3958685" y="44156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t204"/>
            <p:cNvSpPr/>
            <p:nvPr/>
          </p:nvSpPr>
          <p:spPr>
            <a:xfrm>
              <a:off x="4272347" y="40243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t205"/>
            <p:cNvSpPr/>
            <p:nvPr/>
          </p:nvSpPr>
          <p:spPr>
            <a:xfrm>
              <a:off x="3815884" y="44723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t206"/>
            <p:cNvSpPr/>
            <p:nvPr/>
          </p:nvSpPr>
          <p:spPr>
            <a:xfrm>
              <a:off x="4381329" y="40043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t207"/>
            <p:cNvSpPr/>
            <p:nvPr/>
          </p:nvSpPr>
          <p:spPr>
            <a:xfrm>
              <a:off x="4810021" y="38162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t208"/>
            <p:cNvSpPr/>
            <p:nvPr/>
          </p:nvSpPr>
          <p:spPr>
            <a:xfrm>
              <a:off x="5445227" y="38767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t209"/>
            <p:cNvSpPr/>
            <p:nvPr/>
          </p:nvSpPr>
          <p:spPr>
            <a:xfrm>
              <a:off x="4753650" y="38614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t210"/>
            <p:cNvSpPr/>
            <p:nvPr/>
          </p:nvSpPr>
          <p:spPr>
            <a:xfrm>
              <a:off x="3819749" y="39717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t211"/>
            <p:cNvSpPr/>
            <p:nvPr/>
          </p:nvSpPr>
          <p:spPr>
            <a:xfrm>
              <a:off x="4075832" y="42476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t212"/>
            <p:cNvSpPr/>
            <p:nvPr/>
          </p:nvSpPr>
          <p:spPr>
            <a:xfrm>
              <a:off x="5899524" y="32967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t213"/>
            <p:cNvSpPr/>
            <p:nvPr/>
          </p:nvSpPr>
          <p:spPr>
            <a:xfrm>
              <a:off x="4791956" y="42295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t214"/>
            <p:cNvSpPr/>
            <p:nvPr/>
          </p:nvSpPr>
          <p:spPr>
            <a:xfrm>
              <a:off x="4989742" y="36270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t215"/>
            <p:cNvSpPr/>
            <p:nvPr/>
          </p:nvSpPr>
          <p:spPr>
            <a:xfrm>
              <a:off x="3365688" y="46232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t216"/>
            <p:cNvSpPr/>
            <p:nvPr/>
          </p:nvSpPr>
          <p:spPr>
            <a:xfrm>
              <a:off x="4441632" y="39377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t217"/>
            <p:cNvSpPr/>
            <p:nvPr/>
          </p:nvSpPr>
          <p:spPr>
            <a:xfrm>
              <a:off x="2449572" y="46674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t218"/>
            <p:cNvSpPr/>
            <p:nvPr/>
          </p:nvSpPr>
          <p:spPr>
            <a:xfrm>
              <a:off x="3461700" y="41521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t219"/>
            <p:cNvSpPr/>
            <p:nvPr/>
          </p:nvSpPr>
          <p:spPr>
            <a:xfrm>
              <a:off x="3122420" y="46926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t220"/>
            <p:cNvSpPr/>
            <p:nvPr/>
          </p:nvSpPr>
          <p:spPr>
            <a:xfrm>
              <a:off x="4103132" y="37745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t221"/>
            <p:cNvSpPr/>
            <p:nvPr/>
          </p:nvSpPr>
          <p:spPr>
            <a:xfrm>
              <a:off x="3079333" y="46689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t222"/>
            <p:cNvSpPr/>
            <p:nvPr/>
          </p:nvSpPr>
          <p:spPr>
            <a:xfrm>
              <a:off x="4670581" y="40562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t223"/>
            <p:cNvSpPr/>
            <p:nvPr/>
          </p:nvSpPr>
          <p:spPr>
            <a:xfrm>
              <a:off x="4857006" y="37539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t224"/>
            <p:cNvSpPr/>
            <p:nvPr/>
          </p:nvSpPr>
          <p:spPr>
            <a:xfrm>
              <a:off x="4883146" y="37439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t225"/>
            <p:cNvSpPr/>
            <p:nvPr/>
          </p:nvSpPr>
          <p:spPr>
            <a:xfrm>
              <a:off x="3622871" y="41724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t226"/>
            <p:cNvSpPr/>
            <p:nvPr/>
          </p:nvSpPr>
          <p:spPr>
            <a:xfrm>
              <a:off x="4089052" y="40789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t227"/>
            <p:cNvSpPr/>
            <p:nvPr/>
          </p:nvSpPr>
          <p:spPr>
            <a:xfrm>
              <a:off x="3192932" y="43129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t228"/>
            <p:cNvSpPr/>
            <p:nvPr/>
          </p:nvSpPr>
          <p:spPr>
            <a:xfrm>
              <a:off x="5187657" y="34479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t229"/>
            <p:cNvSpPr/>
            <p:nvPr/>
          </p:nvSpPr>
          <p:spPr>
            <a:xfrm>
              <a:off x="5145853" y="35336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t230"/>
            <p:cNvSpPr/>
            <p:nvPr/>
          </p:nvSpPr>
          <p:spPr>
            <a:xfrm>
              <a:off x="4184287" y="42296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t231"/>
            <p:cNvSpPr/>
            <p:nvPr/>
          </p:nvSpPr>
          <p:spPr>
            <a:xfrm>
              <a:off x="3873497" y="43870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t232"/>
            <p:cNvSpPr/>
            <p:nvPr/>
          </p:nvSpPr>
          <p:spPr>
            <a:xfrm>
              <a:off x="5606129" y="35077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t233"/>
            <p:cNvSpPr/>
            <p:nvPr/>
          </p:nvSpPr>
          <p:spPr>
            <a:xfrm>
              <a:off x="4259435" y="38305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t234"/>
            <p:cNvSpPr/>
            <p:nvPr/>
          </p:nvSpPr>
          <p:spPr>
            <a:xfrm>
              <a:off x="6565755" y="31423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t235"/>
            <p:cNvSpPr/>
            <p:nvPr/>
          </p:nvSpPr>
          <p:spPr>
            <a:xfrm>
              <a:off x="6470738" y="31389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t236"/>
            <p:cNvSpPr/>
            <p:nvPr/>
          </p:nvSpPr>
          <p:spPr>
            <a:xfrm>
              <a:off x="5314110" y="36427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t237"/>
            <p:cNvSpPr/>
            <p:nvPr/>
          </p:nvSpPr>
          <p:spPr>
            <a:xfrm>
              <a:off x="3816547" y="40399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t238"/>
            <p:cNvSpPr/>
            <p:nvPr/>
          </p:nvSpPr>
          <p:spPr>
            <a:xfrm>
              <a:off x="6683267" y="36490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t239"/>
            <p:cNvSpPr/>
            <p:nvPr/>
          </p:nvSpPr>
          <p:spPr>
            <a:xfrm>
              <a:off x="4575112" y="38564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t240"/>
            <p:cNvSpPr/>
            <p:nvPr/>
          </p:nvSpPr>
          <p:spPr>
            <a:xfrm>
              <a:off x="4808348" y="37713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t241"/>
            <p:cNvSpPr/>
            <p:nvPr/>
          </p:nvSpPr>
          <p:spPr>
            <a:xfrm>
              <a:off x="5598082" y="35067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t242"/>
            <p:cNvSpPr/>
            <p:nvPr/>
          </p:nvSpPr>
          <p:spPr>
            <a:xfrm>
              <a:off x="4769842" y="38122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t243"/>
            <p:cNvSpPr/>
            <p:nvPr/>
          </p:nvSpPr>
          <p:spPr>
            <a:xfrm>
              <a:off x="5330324" y="38318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t244"/>
            <p:cNvSpPr/>
            <p:nvPr/>
          </p:nvSpPr>
          <p:spPr>
            <a:xfrm>
              <a:off x="4338979" y="35506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t245"/>
            <p:cNvSpPr/>
            <p:nvPr/>
          </p:nvSpPr>
          <p:spPr>
            <a:xfrm>
              <a:off x="6100827" y="37871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t246"/>
            <p:cNvSpPr/>
            <p:nvPr/>
          </p:nvSpPr>
          <p:spPr>
            <a:xfrm>
              <a:off x="3738309" y="38997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t247"/>
            <p:cNvSpPr/>
            <p:nvPr/>
          </p:nvSpPr>
          <p:spPr>
            <a:xfrm>
              <a:off x="3891734" y="38309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t248"/>
            <p:cNvSpPr/>
            <p:nvPr/>
          </p:nvSpPr>
          <p:spPr>
            <a:xfrm>
              <a:off x="4361511" y="39362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t249"/>
            <p:cNvSpPr/>
            <p:nvPr/>
          </p:nvSpPr>
          <p:spPr>
            <a:xfrm>
              <a:off x="4865222" y="37524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t250"/>
            <p:cNvSpPr/>
            <p:nvPr/>
          </p:nvSpPr>
          <p:spPr>
            <a:xfrm>
              <a:off x="4328087" y="40949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t251"/>
            <p:cNvSpPr/>
            <p:nvPr/>
          </p:nvSpPr>
          <p:spPr>
            <a:xfrm>
              <a:off x="5074097" y="39849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t252"/>
            <p:cNvSpPr/>
            <p:nvPr/>
          </p:nvSpPr>
          <p:spPr>
            <a:xfrm>
              <a:off x="3154123" y="45783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t253"/>
            <p:cNvSpPr/>
            <p:nvPr/>
          </p:nvSpPr>
          <p:spPr>
            <a:xfrm>
              <a:off x="3747111" y="40641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t254"/>
            <p:cNvSpPr/>
            <p:nvPr/>
          </p:nvSpPr>
          <p:spPr>
            <a:xfrm>
              <a:off x="5558617" y="38925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t255"/>
            <p:cNvSpPr/>
            <p:nvPr/>
          </p:nvSpPr>
          <p:spPr>
            <a:xfrm>
              <a:off x="5215231" y="41342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t256"/>
            <p:cNvSpPr/>
            <p:nvPr/>
          </p:nvSpPr>
          <p:spPr>
            <a:xfrm>
              <a:off x="3012844" y="46458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t257"/>
            <p:cNvSpPr/>
            <p:nvPr/>
          </p:nvSpPr>
          <p:spPr>
            <a:xfrm>
              <a:off x="3405570" y="42956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t258"/>
            <p:cNvSpPr/>
            <p:nvPr/>
          </p:nvSpPr>
          <p:spPr>
            <a:xfrm>
              <a:off x="4968388" y="35811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t259"/>
            <p:cNvSpPr/>
            <p:nvPr/>
          </p:nvSpPr>
          <p:spPr>
            <a:xfrm>
              <a:off x="3384938" y="44159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t260"/>
            <p:cNvSpPr/>
            <p:nvPr/>
          </p:nvSpPr>
          <p:spPr>
            <a:xfrm>
              <a:off x="6311465" y="28860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t261"/>
            <p:cNvSpPr/>
            <p:nvPr/>
          </p:nvSpPr>
          <p:spPr>
            <a:xfrm>
              <a:off x="5652347" y="39140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t262"/>
            <p:cNvSpPr/>
            <p:nvPr/>
          </p:nvSpPr>
          <p:spPr>
            <a:xfrm>
              <a:off x="5944383" y="35321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t263"/>
            <p:cNvSpPr/>
            <p:nvPr/>
          </p:nvSpPr>
          <p:spPr>
            <a:xfrm>
              <a:off x="4322819" y="37249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t264"/>
            <p:cNvSpPr/>
            <p:nvPr/>
          </p:nvSpPr>
          <p:spPr>
            <a:xfrm>
              <a:off x="5798063" y="40188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t265"/>
            <p:cNvSpPr/>
            <p:nvPr/>
          </p:nvSpPr>
          <p:spPr>
            <a:xfrm>
              <a:off x="5866002" y="3359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t266"/>
            <p:cNvSpPr/>
            <p:nvPr/>
          </p:nvSpPr>
          <p:spPr>
            <a:xfrm>
              <a:off x="7741311" y="3748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t267"/>
            <p:cNvSpPr/>
            <p:nvPr/>
          </p:nvSpPr>
          <p:spPr>
            <a:xfrm>
              <a:off x="4752415" y="40288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t268"/>
            <p:cNvSpPr/>
            <p:nvPr/>
          </p:nvSpPr>
          <p:spPr>
            <a:xfrm>
              <a:off x="4770014" y="38071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t269"/>
            <p:cNvSpPr/>
            <p:nvPr/>
          </p:nvSpPr>
          <p:spPr>
            <a:xfrm>
              <a:off x="3022283" y="44210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t270"/>
            <p:cNvSpPr/>
            <p:nvPr/>
          </p:nvSpPr>
          <p:spPr>
            <a:xfrm>
              <a:off x="6463059" y="34981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t271"/>
            <p:cNvSpPr/>
            <p:nvPr/>
          </p:nvSpPr>
          <p:spPr>
            <a:xfrm>
              <a:off x="3866429" y="40587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t272"/>
            <p:cNvSpPr/>
            <p:nvPr/>
          </p:nvSpPr>
          <p:spPr>
            <a:xfrm>
              <a:off x="4365951" y="40550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t273"/>
            <p:cNvSpPr/>
            <p:nvPr/>
          </p:nvSpPr>
          <p:spPr>
            <a:xfrm>
              <a:off x="5400208" y="38004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t274"/>
            <p:cNvSpPr/>
            <p:nvPr/>
          </p:nvSpPr>
          <p:spPr>
            <a:xfrm>
              <a:off x="5208705" y="37132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t275"/>
            <p:cNvSpPr/>
            <p:nvPr/>
          </p:nvSpPr>
          <p:spPr>
            <a:xfrm>
              <a:off x="5232657" y="31583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t276"/>
            <p:cNvSpPr/>
            <p:nvPr/>
          </p:nvSpPr>
          <p:spPr>
            <a:xfrm>
              <a:off x="6837987" y="33411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t277"/>
            <p:cNvSpPr/>
            <p:nvPr/>
          </p:nvSpPr>
          <p:spPr>
            <a:xfrm>
              <a:off x="5024921" y="37094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t278"/>
            <p:cNvSpPr/>
            <p:nvPr/>
          </p:nvSpPr>
          <p:spPr>
            <a:xfrm>
              <a:off x="3398233" y="38994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t279"/>
            <p:cNvSpPr/>
            <p:nvPr/>
          </p:nvSpPr>
          <p:spPr>
            <a:xfrm>
              <a:off x="3231451" y="48334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t280"/>
            <p:cNvSpPr/>
            <p:nvPr/>
          </p:nvSpPr>
          <p:spPr>
            <a:xfrm>
              <a:off x="5029089" y="38581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t281"/>
            <p:cNvSpPr/>
            <p:nvPr/>
          </p:nvSpPr>
          <p:spPr>
            <a:xfrm>
              <a:off x="5003127" y="33728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t282"/>
            <p:cNvSpPr/>
            <p:nvPr/>
          </p:nvSpPr>
          <p:spPr>
            <a:xfrm>
              <a:off x="5501312" y="39272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t283"/>
            <p:cNvSpPr/>
            <p:nvPr/>
          </p:nvSpPr>
          <p:spPr>
            <a:xfrm>
              <a:off x="3882660" y="41205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t284"/>
            <p:cNvSpPr/>
            <p:nvPr/>
          </p:nvSpPr>
          <p:spPr>
            <a:xfrm>
              <a:off x="4139322" y="43095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t285"/>
            <p:cNvSpPr/>
            <p:nvPr/>
          </p:nvSpPr>
          <p:spPr>
            <a:xfrm>
              <a:off x="4099475" y="41093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t286"/>
            <p:cNvSpPr/>
            <p:nvPr/>
          </p:nvSpPr>
          <p:spPr>
            <a:xfrm>
              <a:off x="4997152" y="38610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t287"/>
            <p:cNvSpPr/>
            <p:nvPr/>
          </p:nvSpPr>
          <p:spPr>
            <a:xfrm>
              <a:off x="5307403" y="33982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t288"/>
            <p:cNvSpPr/>
            <p:nvPr/>
          </p:nvSpPr>
          <p:spPr>
            <a:xfrm>
              <a:off x="4579621" y="37910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t289"/>
            <p:cNvSpPr/>
            <p:nvPr/>
          </p:nvSpPr>
          <p:spPr>
            <a:xfrm>
              <a:off x="5586558" y="33032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t290"/>
            <p:cNvSpPr/>
            <p:nvPr/>
          </p:nvSpPr>
          <p:spPr>
            <a:xfrm>
              <a:off x="3763559" y="41839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t291"/>
            <p:cNvSpPr/>
            <p:nvPr/>
          </p:nvSpPr>
          <p:spPr>
            <a:xfrm>
              <a:off x="4714195" y="36738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t292"/>
            <p:cNvSpPr/>
            <p:nvPr/>
          </p:nvSpPr>
          <p:spPr>
            <a:xfrm>
              <a:off x="4909438" y="44860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t293"/>
            <p:cNvSpPr/>
            <p:nvPr/>
          </p:nvSpPr>
          <p:spPr>
            <a:xfrm>
              <a:off x="4378218" y="43582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t294"/>
            <p:cNvSpPr/>
            <p:nvPr/>
          </p:nvSpPr>
          <p:spPr>
            <a:xfrm>
              <a:off x="4982280" y="37711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t295"/>
            <p:cNvSpPr/>
            <p:nvPr/>
          </p:nvSpPr>
          <p:spPr>
            <a:xfrm>
              <a:off x="3792526" y="41540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t296"/>
            <p:cNvSpPr/>
            <p:nvPr/>
          </p:nvSpPr>
          <p:spPr>
            <a:xfrm>
              <a:off x="2999069" y="45117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t297"/>
            <p:cNvSpPr/>
            <p:nvPr/>
          </p:nvSpPr>
          <p:spPr>
            <a:xfrm>
              <a:off x="3703277" y="41213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t298"/>
            <p:cNvSpPr/>
            <p:nvPr/>
          </p:nvSpPr>
          <p:spPr>
            <a:xfrm>
              <a:off x="4430918" y="37613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t299"/>
            <p:cNvSpPr/>
            <p:nvPr/>
          </p:nvSpPr>
          <p:spPr>
            <a:xfrm>
              <a:off x="4065313" y="39251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t300"/>
            <p:cNvSpPr/>
            <p:nvPr/>
          </p:nvSpPr>
          <p:spPr>
            <a:xfrm>
              <a:off x="3310907" y="40880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t301"/>
            <p:cNvSpPr/>
            <p:nvPr/>
          </p:nvSpPr>
          <p:spPr>
            <a:xfrm>
              <a:off x="4231188" y="43467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t302"/>
            <p:cNvSpPr/>
            <p:nvPr/>
          </p:nvSpPr>
          <p:spPr>
            <a:xfrm>
              <a:off x="8525379" y="29169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t303"/>
            <p:cNvSpPr/>
            <p:nvPr/>
          </p:nvSpPr>
          <p:spPr>
            <a:xfrm>
              <a:off x="3244920" y="49545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t304"/>
            <p:cNvSpPr/>
            <p:nvPr/>
          </p:nvSpPr>
          <p:spPr>
            <a:xfrm>
              <a:off x="4170501" y="39057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t305"/>
            <p:cNvSpPr/>
            <p:nvPr/>
          </p:nvSpPr>
          <p:spPr>
            <a:xfrm>
              <a:off x="6836029" y="31457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t306"/>
            <p:cNvSpPr/>
            <p:nvPr/>
          </p:nvSpPr>
          <p:spPr>
            <a:xfrm>
              <a:off x="1959486" y="52250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t307"/>
            <p:cNvSpPr/>
            <p:nvPr/>
          </p:nvSpPr>
          <p:spPr>
            <a:xfrm>
              <a:off x="3946447" y="41558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t308"/>
            <p:cNvSpPr/>
            <p:nvPr/>
          </p:nvSpPr>
          <p:spPr>
            <a:xfrm>
              <a:off x="5569703" y="36836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t309"/>
            <p:cNvSpPr/>
            <p:nvPr/>
          </p:nvSpPr>
          <p:spPr>
            <a:xfrm>
              <a:off x="3427486" y="43145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t310"/>
            <p:cNvSpPr/>
            <p:nvPr/>
          </p:nvSpPr>
          <p:spPr>
            <a:xfrm>
              <a:off x="3284888" y="43352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t311"/>
            <p:cNvSpPr/>
            <p:nvPr/>
          </p:nvSpPr>
          <p:spPr>
            <a:xfrm>
              <a:off x="4262898" y="36391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t312"/>
            <p:cNvSpPr/>
            <p:nvPr/>
          </p:nvSpPr>
          <p:spPr>
            <a:xfrm>
              <a:off x="6167787" y="35832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t313"/>
            <p:cNvSpPr/>
            <p:nvPr/>
          </p:nvSpPr>
          <p:spPr>
            <a:xfrm>
              <a:off x="7219475" y="29990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t314"/>
            <p:cNvSpPr/>
            <p:nvPr/>
          </p:nvSpPr>
          <p:spPr>
            <a:xfrm>
              <a:off x="4330855" y="39420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t315"/>
            <p:cNvSpPr/>
            <p:nvPr/>
          </p:nvSpPr>
          <p:spPr>
            <a:xfrm>
              <a:off x="5185187" y="33127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t316"/>
            <p:cNvSpPr/>
            <p:nvPr/>
          </p:nvSpPr>
          <p:spPr>
            <a:xfrm>
              <a:off x="7466442" y="29081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t317"/>
            <p:cNvSpPr/>
            <p:nvPr/>
          </p:nvSpPr>
          <p:spPr>
            <a:xfrm>
              <a:off x="3330638" y="42641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t318"/>
            <p:cNvSpPr/>
            <p:nvPr/>
          </p:nvSpPr>
          <p:spPr>
            <a:xfrm>
              <a:off x="6563966" y="33195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t319"/>
            <p:cNvSpPr/>
            <p:nvPr/>
          </p:nvSpPr>
          <p:spPr>
            <a:xfrm>
              <a:off x="3563892" y="44217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t320"/>
            <p:cNvSpPr/>
            <p:nvPr/>
          </p:nvSpPr>
          <p:spPr>
            <a:xfrm>
              <a:off x="4442326" y="40902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t321"/>
            <p:cNvSpPr/>
            <p:nvPr/>
          </p:nvSpPr>
          <p:spPr>
            <a:xfrm>
              <a:off x="3649724" y="38693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t322"/>
            <p:cNvSpPr/>
            <p:nvPr/>
          </p:nvSpPr>
          <p:spPr>
            <a:xfrm>
              <a:off x="4480252" y="36695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t323"/>
            <p:cNvSpPr/>
            <p:nvPr/>
          </p:nvSpPr>
          <p:spPr>
            <a:xfrm>
              <a:off x="4728098" y="37114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t324"/>
            <p:cNvSpPr/>
            <p:nvPr/>
          </p:nvSpPr>
          <p:spPr>
            <a:xfrm>
              <a:off x="3506217" y="41435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t325"/>
            <p:cNvSpPr/>
            <p:nvPr/>
          </p:nvSpPr>
          <p:spPr>
            <a:xfrm>
              <a:off x="3661753" y="41361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t326"/>
            <p:cNvSpPr/>
            <p:nvPr/>
          </p:nvSpPr>
          <p:spPr>
            <a:xfrm>
              <a:off x="4067386" y="41244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t327"/>
            <p:cNvSpPr/>
            <p:nvPr/>
          </p:nvSpPr>
          <p:spPr>
            <a:xfrm>
              <a:off x="4879701" y="3594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t328"/>
            <p:cNvSpPr/>
            <p:nvPr/>
          </p:nvSpPr>
          <p:spPr>
            <a:xfrm>
              <a:off x="6636871" y="3172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t329"/>
            <p:cNvSpPr/>
            <p:nvPr/>
          </p:nvSpPr>
          <p:spPr>
            <a:xfrm>
              <a:off x="3363158" y="41925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t330"/>
            <p:cNvSpPr/>
            <p:nvPr/>
          </p:nvSpPr>
          <p:spPr>
            <a:xfrm>
              <a:off x="4288728" y="37454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t331"/>
            <p:cNvSpPr/>
            <p:nvPr/>
          </p:nvSpPr>
          <p:spPr>
            <a:xfrm>
              <a:off x="5010711" y="34327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t332"/>
            <p:cNvSpPr/>
            <p:nvPr/>
          </p:nvSpPr>
          <p:spPr>
            <a:xfrm>
              <a:off x="4261651" y="35986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t333"/>
            <p:cNvSpPr/>
            <p:nvPr/>
          </p:nvSpPr>
          <p:spPr>
            <a:xfrm>
              <a:off x="6844867" y="30450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t334"/>
            <p:cNvSpPr/>
            <p:nvPr/>
          </p:nvSpPr>
          <p:spPr>
            <a:xfrm>
              <a:off x="6158917" y="30999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t335"/>
            <p:cNvSpPr/>
            <p:nvPr/>
          </p:nvSpPr>
          <p:spPr>
            <a:xfrm>
              <a:off x="6719082" y="34669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t336"/>
            <p:cNvSpPr/>
            <p:nvPr/>
          </p:nvSpPr>
          <p:spPr>
            <a:xfrm>
              <a:off x="4724363" y="3730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t337"/>
            <p:cNvSpPr/>
            <p:nvPr/>
          </p:nvSpPr>
          <p:spPr>
            <a:xfrm>
              <a:off x="5592269" y="37816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t338"/>
            <p:cNvSpPr/>
            <p:nvPr/>
          </p:nvSpPr>
          <p:spPr>
            <a:xfrm>
              <a:off x="7169781" y="30097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t339"/>
            <p:cNvSpPr/>
            <p:nvPr/>
          </p:nvSpPr>
          <p:spPr>
            <a:xfrm>
              <a:off x="4011295" y="38511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t340"/>
            <p:cNvSpPr/>
            <p:nvPr/>
          </p:nvSpPr>
          <p:spPr>
            <a:xfrm>
              <a:off x="4344990" y="396291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t341"/>
            <p:cNvSpPr/>
            <p:nvPr/>
          </p:nvSpPr>
          <p:spPr>
            <a:xfrm>
              <a:off x="4243085" y="40314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t342"/>
            <p:cNvSpPr/>
            <p:nvPr/>
          </p:nvSpPr>
          <p:spPr>
            <a:xfrm>
              <a:off x="3611603" y="38899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t343"/>
            <p:cNvSpPr/>
            <p:nvPr/>
          </p:nvSpPr>
          <p:spPr>
            <a:xfrm>
              <a:off x="6329442" y="36679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t344"/>
            <p:cNvSpPr/>
            <p:nvPr/>
          </p:nvSpPr>
          <p:spPr>
            <a:xfrm>
              <a:off x="5096619" y="38647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g345"/>
            <p:cNvSpPr/>
            <p:nvPr/>
          </p:nvSpPr>
          <p:spPr>
            <a:xfrm>
              <a:off x="1985667" y="2636385"/>
              <a:ext cx="6565893" cy="2168685"/>
            </a:xfrm>
            <a:custGeom>
              <a:avLst/>
              <a:pathLst>
                <a:path w="6565893" h="2168685">
                  <a:moveTo>
                    <a:pt x="0" y="2013551"/>
                  </a:moveTo>
                  <a:lnTo>
                    <a:pt x="83112" y="1990463"/>
                  </a:lnTo>
                  <a:lnTo>
                    <a:pt x="166225" y="1967365"/>
                  </a:lnTo>
                  <a:lnTo>
                    <a:pt x="249337" y="1944256"/>
                  </a:lnTo>
                  <a:lnTo>
                    <a:pt x="332450" y="1921136"/>
                  </a:lnTo>
                  <a:lnTo>
                    <a:pt x="415562" y="1898004"/>
                  </a:lnTo>
                  <a:lnTo>
                    <a:pt x="498675" y="1874858"/>
                  </a:lnTo>
                  <a:lnTo>
                    <a:pt x="581788" y="1851697"/>
                  </a:lnTo>
                  <a:lnTo>
                    <a:pt x="664900" y="1828520"/>
                  </a:lnTo>
                  <a:lnTo>
                    <a:pt x="748013" y="1805326"/>
                  </a:lnTo>
                  <a:lnTo>
                    <a:pt x="831125" y="1782112"/>
                  </a:lnTo>
                  <a:lnTo>
                    <a:pt x="914238" y="1758876"/>
                  </a:lnTo>
                  <a:lnTo>
                    <a:pt x="997350" y="1735617"/>
                  </a:lnTo>
                  <a:lnTo>
                    <a:pt x="1080463" y="1712331"/>
                  </a:lnTo>
                  <a:lnTo>
                    <a:pt x="1163576" y="1689015"/>
                  </a:lnTo>
                  <a:lnTo>
                    <a:pt x="1246688" y="1665668"/>
                  </a:lnTo>
                  <a:lnTo>
                    <a:pt x="1329801" y="1642284"/>
                  </a:lnTo>
                  <a:lnTo>
                    <a:pt x="1412913" y="1618859"/>
                  </a:lnTo>
                  <a:lnTo>
                    <a:pt x="1496026" y="1595390"/>
                  </a:lnTo>
                  <a:lnTo>
                    <a:pt x="1579138" y="1571870"/>
                  </a:lnTo>
                  <a:lnTo>
                    <a:pt x="1662251" y="1548293"/>
                  </a:lnTo>
                  <a:lnTo>
                    <a:pt x="1745364" y="1524653"/>
                  </a:lnTo>
                  <a:lnTo>
                    <a:pt x="1828476" y="1500943"/>
                  </a:lnTo>
                  <a:lnTo>
                    <a:pt x="1911589" y="1477153"/>
                  </a:lnTo>
                  <a:lnTo>
                    <a:pt x="1994701" y="1453275"/>
                  </a:lnTo>
                  <a:lnTo>
                    <a:pt x="2077814" y="1429298"/>
                  </a:lnTo>
                  <a:lnTo>
                    <a:pt x="2160926" y="1405214"/>
                  </a:lnTo>
                  <a:lnTo>
                    <a:pt x="2244039" y="1381010"/>
                  </a:lnTo>
                  <a:lnTo>
                    <a:pt x="2327152" y="1356677"/>
                  </a:lnTo>
                  <a:lnTo>
                    <a:pt x="2410264" y="1332204"/>
                  </a:lnTo>
                  <a:lnTo>
                    <a:pt x="2493377" y="1307582"/>
                  </a:lnTo>
                  <a:lnTo>
                    <a:pt x="2576489" y="1282804"/>
                  </a:lnTo>
                  <a:lnTo>
                    <a:pt x="2659602" y="1257863"/>
                  </a:lnTo>
                  <a:lnTo>
                    <a:pt x="2742714" y="1232757"/>
                  </a:lnTo>
                  <a:lnTo>
                    <a:pt x="2825827" y="1207486"/>
                  </a:lnTo>
                  <a:lnTo>
                    <a:pt x="2908940" y="1182051"/>
                  </a:lnTo>
                  <a:lnTo>
                    <a:pt x="2992052" y="1156459"/>
                  </a:lnTo>
                  <a:lnTo>
                    <a:pt x="3075165" y="1130715"/>
                  </a:lnTo>
                  <a:lnTo>
                    <a:pt x="3158277" y="1104830"/>
                  </a:lnTo>
                  <a:lnTo>
                    <a:pt x="3241390" y="1078813"/>
                  </a:lnTo>
                  <a:lnTo>
                    <a:pt x="3324502" y="1052674"/>
                  </a:lnTo>
                  <a:lnTo>
                    <a:pt x="3407615" y="1026425"/>
                  </a:lnTo>
                  <a:lnTo>
                    <a:pt x="3490728" y="1000076"/>
                  </a:lnTo>
                  <a:lnTo>
                    <a:pt x="3573840" y="973636"/>
                  </a:lnTo>
                  <a:lnTo>
                    <a:pt x="3656953" y="947115"/>
                  </a:lnTo>
                  <a:lnTo>
                    <a:pt x="3740065" y="920521"/>
                  </a:lnTo>
                  <a:lnTo>
                    <a:pt x="3823178" y="893862"/>
                  </a:lnTo>
                  <a:lnTo>
                    <a:pt x="3906290" y="867146"/>
                  </a:lnTo>
                  <a:lnTo>
                    <a:pt x="3989403" y="840377"/>
                  </a:lnTo>
                  <a:lnTo>
                    <a:pt x="4072516" y="813563"/>
                  </a:lnTo>
                  <a:lnTo>
                    <a:pt x="4155628" y="786707"/>
                  </a:lnTo>
                  <a:lnTo>
                    <a:pt x="4238741" y="759813"/>
                  </a:lnTo>
                  <a:lnTo>
                    <a:pt x="4321853" y="732887"/>
                  </a:lnTo>
                  <a:lnTo>
                    <a:pt x="4404966" y="705930"/>
                  </a:lnTo>
                  <a:lnTo>
                    <a:pt x="4488078" y="678947"/>
                  </a:lnTo>
                  <a:lnTo>
                    <a:pt x="4571191" y="651939"/>
                  </a:lnTo>
                  <a:lnTo>
                    <a:pt x="4654304" y="624909"/>
                  </a:lnTo>
                  <a:lnTo>
                    <a:pt x="4737416" y="597859"/>
                  </a:lnTo>
                  <a:lnTo>
                    <a:pt x="4820529" y="570791"/>
                  </a:lnTo>
                  <a:lnTo>
                    <a:pt x="4903641" y="543706"/>
                  </a:lnTo>
                  <a:lnTo>
                    <a:pt x="4986754" y="516607"/>
                  </a:lnTo>
                  <a:lnTo>
                    <a:pt x="5069866" y="489493"/>
                  </a:lnTo>
                  <a:lnTo>
                    <a:pt x="5152979" y="462367"/>
                  </a:lnTo>
                  <a:lnTo>
                    <a:pt x="5236092" y="435230"/>
                  </a:lnTo>
                  <a:lnTo>
                    <a:pt x="5319204" y="408081"/>
                  </a:lnTo>
                  <a:lnTo>
                    <a:pt x="5402317" y="380923"/>
                  </a:lnTo>
                  <a:lnTo>
                    <a:pt x="5485429" y="353756"/>
                  </a:lnTo>
                  <a:lnTo>
                    <a:pt x="5568542" y="326581"/>
                  </a:lnTo>
                  <a:lnTo>
                    <a:pt x="5651654" y="299397"/>
                  </a:lnTo>
                  <a:lnTo>
                    <a:pt x="5734767" y="272207"/>
                  </a:lnTo>
                  <a:lnTo>
                    <a:pt x="5817880" y="245010"/>
                  </a:lnTo>
                  <a:lnTo>
                    <a:pt x="5900992" y="217806"/>
                  </a:lnTo>
                  <a:lnTo>
                    <a:pt x="5984105" y="190597"/>
                  </a:lnTo>
                  <a:lnTo>
                    <a:pt x="6067217" y="163383"/>
                  </a:lnTo>
                  <a:lnTo>
                    <a:pt x="6150330" y="136163"/>
                  </a:lnTo>
                  <a:lnTo>
                    <a:pt x="6233442" y="108939"/>
                  </a:lnTo>
                  <a:lnTo>
                    <a:pt x="6316555" y="81710"/>
                  </a:lnTo>
                  <a:lnTo>
                    <a:pt x="6399668" y="54477"/>
                  </a:lnTo>
                  <a:lnTo>
                    <a:pt x="6482780" y="27240"/>
                  </a:lnTo>
                  <a:lnTo>
                    <a:pt x="6565893" y="0"/>
                  </a:lnTo>
                  <a:lnTo>
                    <a:pt x="6565893" y="212593"/>
                  </a:lnTo>
                  <a:lnTo>
                    <a:pt x="6482780" y="235601"/>
                  </a:lnTo>
                  <a:lnTo>
                    <a:pt x="6399668" y="258613"/>
                  </a:lnTo>
                  <a:lnTo>
                    <a:pt x="6316555" y="281629"/>
                  </a:lnTo>
                  <a:lnTo>
                    <a:pt x="6233442" y="304649"/>
                  </a:lnTo>
                  <a:lnTo>
                    <a:pt x="6150330" y="327673"/>
                  </a:lnTo>
                  <a:lnTo>
                    <a:pt x="6067217" y="350702"/>
                  </a:lnTo>
                  <a:lnTo>
                    <a:pt x="5984105" y="373736"/>
                  </a:lnTo>
                  <a:lnTo>
                    <a:pt x="5900992" y="396775"/>
                  </a:lnTo>
                  <a:lnTo>
                    <a:pt x="5817880" y="419821"/>
                  </a:lnTo>
                  <a:lnTo>
                    <a:pt x="5734767" y="442872"/>
                  </a:lnTo>
                  <a:lnTo>
                    <a:pt x="5651654" y="465930"/>
                  </a:lnTo>
                  <a:lnTo>
                    <a:pt x="5568542" y="488996"/>
                  </a:lnTo>
                  <a:lnTo>
                    <a:pt x="5485429" y="512069"/>
                  </a:lnTo>
                  <a:lnTo>
                    <a:pt x="5402317" y="535150"/>
                  </a:lnTo>
                  <a:lnTo>
                    <a:pt x="5319204" y="558241"/>
                  </a:lnTo>
                  <a:lnTo>
                    <a:pt x="5236092" y="581341"/>
                  </a:lnTo>
                  <a:lnTo>
                    <a:pt x="5152979" y="604452"/>
                  </a:lnTo>
                  <a:lnTo>
                    <a:pt x="5069866" y="627575"/>
                  </a:lnTo>
                  <a:lnTo>
                    <a:pt x="4986754" y="650710"/>
                  </a:lnTo>
                  <a:lnTo>
                    <a:pt x="4903641" y="673859"/>
                  </a:lnTo>
                  <a:lnTo>
                    <a:pt x="4820529" y="697023"/>
                  </a:lnTo>
                  <a:lnTo>
                    <a:pt x="4737416" y="720204"/>
                  </a:lnTo>
                  <a:lnTo>
                    <a:pt x="4654304" y="743403"/>
                  </a:lnTo>
                  <a:lnTo>
                    <a:pt x="4571191" y="766622"/>
                  </a:lnTo>
                  <a:lnTo>
                    <a:pt x="4488078" y="789862"/>
                  </a:lnTo>
                  <a:lnTo>
                    <a:pt x="4404966" y="813127"/>
                  </a:lnTo>
                  <a:lnTo>
                    <a:pt x="4321853" y="836420"/>
                  </a:lnTo>
                  <a:lnTo>
                    <a:pt x="4238741" y="859742"/>
                  </a:lnTo>
                  <a:lnTo>
                    <a:pt x="4155628" y="883097"/>
                  </a:lnTo>
                  <a:lnTo>
                    <a:pt x="4072516" y="906490"/>
                  </a:lnTo>
                  <a:lnTo>
                    <a:pt x="3989403" y="929924"/>
                  </a:lnTo>
                  <a:lnTo>
                    <a:pt x="3906290" y="953404"/>
                  </a:lnTo>
                  <a:lnTo>
                    <a:pt x="3823178" y="976936"/>
                  </a:lnTo>
                  <a:lnTo>
                    <a:pt x="3740065" y="1000526"/>
                  </a:lnTo>
                  <a:lnTo>
                    <a:pt x="3656953" y="1024181"/>
                  </a:lnTo>
                  <a:lnTo>
                    <a:pt x="3573840" y="1047909"/>
                  </a:lnTo>
                  <a:lnTo>
                    <a:pt x="3490728" y="1071717"/>
                  </a:lnTo>
                  <a:lnTo>
                    <a:pt x="3407615" y="1095616"/>
                  </a:lnTo>
                  <a:lnTo>
                    <a:pt x="3324502" y="1119616"/>
                  </a:lnTo>
                  <a:lnTo>
                    <a:pt x="3241390" y="1143726"/>
                  </a:lnTo>
                  <a:lnTo>
                    <a:pt x="3158277" y="1167957"/>
                  </a:lnTo>
                  <a:lnTo>
                    <a:pt x="3075165" y="1192321"/>
                  </a:lnTo>
                  <a:lnTo>
                    <a:pt x="2992052" y="1216826"/>
                  </a:lnTo>
                  <a:lnTo>
                    <a:pt x="2908940" y="1241482"/>
                  </a:lnTo>
                  <a:lnTo>
                    <a:pt x="2825827" y="1266297"/>
                  </a:lnTo>
                  <a:lnTo>
                    <a:pt x="2742714" y="1291274"/>
                  </a:lnTo>
                  <a:lnTo>
                    <a:pt x="2659602" y="1316417"/>
                  </a:lnTo>
                  <a:lnTo>
                    <a:pt x="2576489" y="1341725"/>
                  </a:lnTo>
                  <a:lnTo>
                    <a:pt x="2493377" y="1367195"/>
                  </a:lnTo>
                  <a:lnTo>
                    <a:pt x="2410264" y="1392821"/>
                  </a:lnTo>
                  <a:lnTo>
                    <a:pt x="2327152" y="1418597"/>
                  </a:lnTo>
                  <a:lnTo>
                    <a:pt x="2244039" y="1444512"/>
                  </a:lnTo>
                  <a:lnTo>
                    <a:pt x="2160926" y="1470558"/>
                  </a:lnTo>
                  <a:lnTo>
                    <a:pt x="2077814" y="1496722"/>
                  </a:lnTo>
                  <a:lnTo>
                    <a:pt x="1994701" y="1522994"/>
                  </a:lnTo>
                  <a:lnTo>
                    <a:pt x="1911589" y="1549365"/>
                  </a:lnTo>
                  <a:lnTo>
                    <a:pt x="1828476" y="1575823"/>
                  </a:lnTo>
                  <a:lnTo>
                    <a:pt x="1745364" y="1602361"/>
                  </a:lnTo>
                  <a:lnTo>
                    <a:pt x="1662251" y="1628970"/>
                  </a:lnTo>
                  <a:lnTo>
                    <a:pt x="1579138" y="1655642"/>
                  </a:lnTo>
                  <a:lnTo>
                    <a:pt x="1496026" y="1682371"/>
                  </a:lnTo>
                  <a:lnTo>
                    <a:pt x="1412913" y="1709150"/>
                  </a:lnTo>
                  <a:lnTo>
                    <a:pt x="1329801" y="1735974"/>
                  </a:lnTo>
                  <a:lnTo>
                    <a:pt x="1246688" y="1762839"/>
                  </a:lnTo>
                  <a:lnTo>
                    <a:pt x="1163576" y="1789740"/>
                  </a:lnTo>
                  <a:lnTo>
                    <a:pt x="1080463" y="1816673"/>
                  </a:lnTo>
                  <a:lnTo>
                    <a:pt x="997350" y="1843636"/>
                  </a:lnTo>
                  <a:lnTo>
                    <a:pt x="914238" y="1870625"/>
                  </a:lnTo>
                  <a:lnTo>
                    <a:pt x="831125" y="1897638"/>
                  </a:lnTo>
                  <a:lnTo>
                    <a:pt x="748013" y="1924673"/>
                  </a:lnTo>
                  <a:lnTo>
                    <a:pt x="664900" y="1951727"/>
                  </a:lnTo>
                  <a:lnTo>
                    <a:pt x="581788" y="1978799"/>
                  </a:lnTo>
                  <a:lnTo>
                    <a:pt x="498675" y="2005887"/>
                  </a:lnTo>
                  <a:lnTo>
                    <a:pt x="415562" y="2032990"/>
                  </a:lnTo>
                  <a:lnTo>
                    <a:pt x="332450" y="2060106"/>
                  </a:lnTo>
                  <a:lnTo>
                    <a:pt x="249337" y="2087235"/>
                  </a:lnTo>
                  <a:lnTo>
                    <a:pt x="166225" y="2114375"/>
                  </a:lnTo>
                  <a:lnTo>
                    <a:pt x="83112" y="2141525"/>
                  </a:lnTo>
                  <a:lnTo>
                    <a:pt x="0" y="2168685"/>
                  </a:lnTo>
                  <a:close/>
                </a:path>
              </a:pathLst>
            </a:custGeom>
            <a:solidFill>
              <a:srgbClr val="999999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346" name="pl346"/>
            <p:cNvSpPr/>
            <p:nvPr/>
          </p:nvSpPr>
          <p:spPr>
            <a:xfrm>
              <a:off x="1985667" y="2636385"/>
              <a:ext cx="6565893" cy="2013551"/>
            </a:xfrm>
            <a:custGeom>
              <a:avLst/>
              <a:pathLst>
                <a:path w="6565893" h="2013551">
                  <a:moveTo>
                    <a:pt x="0" y="2013551"/>
                  </a:moveTo>
                  <a:lnTo>
                    <a:pt x="83112" y="1990463"/>
                  </a:lnTo>
                  <a:lnTo>
                    <a:pt x="166225" y="1967365"/>
                  </a:lnTo>
                  <a:lnTo>
                    <a:pt x="249337" y="1944256"/>
                  </a:lnTo>
                  <a:lnTo>
                    <a:pt x="332450" y="1921136"/>
                  </a:lnTo>
                  <a:lnTo>
                    <a:pt x="415562" y="1898004"/>
                  </a:lnTo>
                  <a:lnTo>
                    <a:pt x="498675" y="1874858"/>
                  </a:lnTo>
                  <a:lnTo>
                    <a:pt x="581788" y="1851697"/>
                  </a:lnTo>
                  <a:lnTo>
                    <a:pt x="664900" y="1828520"/>
                  </a:lnTo>
                  <a:lnTo>
                    <a:pt x="748013" y="1805326"/>
                  </a:lnTo>
                  <a:lnTo>
                    <a:pt x="831125" y="1782112"/>
                  </a:lnTo>
                  <a:lnTo>
                    <a:pt x="914238" y="1758876"/>
                  </a:lnTo>
                  <a:lnTo>
                    <a:pt x="997350" y="1735617"/>
                  </a:lnTo>
                  <a:lnTo>
                    <a:pt x="1080463" y="1712331"/>
                  </a:lnTo>
                  <a:lnTo>
                    <a:pt x="1163576" y="1689015"/>
                  </a:lnTo>
                  <a:lnTo>
                    <a:pt x="1246688" y="1665668"/>
                  </a:lnTo>
                  <a:lnTo>
                    <a:pt x="1329801" y="1642284"/>
                  </a:lnTo>
                  <a:lnTo>
                    <a:pt x="1412913" y="1618859"/>
                  </a:lnTo>
                  <a:lnTo>
                    <a:pt x="1496026" y="1595390"/>
                  </a:lnTo>
                  <a:lnTo>
                    <a:pt x="1579138" y="1571870"/>
                  </a:lnTo>
                  <a:lnTo>
                    <a:pt x="1662251" y="1548293"/>
                  </a:lnTo>
                  <a:lnTo>
                    <a:pt x="1745364" y="1524653"/>
                  </a:lnTo>
                  <a:lnTo>
                    <a:pt x="1828476" y="1500943"/>
                  </a:lnTo>
                  <a:lnTo>
                    <a:pt x="1911589" y="1477153"/>
                  </a:lnTo>
                  <a:lnTo>
                    <a:pt x="1994701" y="1453275"/>
                  </a:lnTo>
                  <a:lnTo>
                    <a:pt x="2077814" y="1429298"/>
                  </a:lnTo>
                  <a:lnTo>
                    <a:pt x="2160926" y="1405214"/>
                  </a:lnTo>
                  <a:lnTo>
                    <a:pt x="2244039" y="1381010"/>
                  </a:lnTo>
                  <a:lnTo>
                    <a:pt x="2327152" y="1356677"/>
                  </a:lnTo>
                  <a:lnTo>
                    <a:pt x="2410264" y="1332204"/>
                  </a:lnTo>
                  <a:lnTo>
                    <a:pt x="2493377" y="1307582"/>
                  </a:lnTo>
                  <a:lnTo>
                    <a:pt x="2576489" y="1282804"/>
                  </a:lnTo>
                  <a:lnTo>
                    <a:pt x="2659602" y="1257863"/>
                  </a:lnTo>
                  <a:lnTo>
                    <a:pt x="2742714" y="1232757"/>
                  </a:lnTo>
                  <a:lnTo>
                    <a:pt x="2825827" y="1207486"/>
                  </a:lnTo>
                  <a:lnTo>
                    <a:pt x="2908940" y="1182051"/>
                  </a:lnTo>
                  <a:lnTo>
                    <a:pt x="2992052" y="1156459"/>
                  </a:lnTo>
                  <a:lnTo>
                    <a:pt x="3075165" y="1130715"/>
                  </a:lnTo>
                  <a:lnTo>
                    <a:pt x="3158277" y="1104830"/>
                  </a:lnTo>
                  <a:lnTo>
                    <a:pt x="3241390" y="1078813"/>
                  </a:lnTo>
                  <a:lnTo>
                    <a:pt x="3324502" y="1052674"/>
                  </a:lnTo>
                  <a:lnTo>
                    <a:pt x="3407615" y="1026425"/>
                  </a:lnTo>
                  <a:lnTo>
                    <a:pt x="3490728" y="1000076"/>
                  </a:lnTo>
                  <a:lnTo>
                    <a:pt x="3573840" y="973636"/>
                  </a:lnTo>
                  <a:lnTo>
                    <a:pt x="3656953" y="947115"/>
                  </a:lnTo>
                  <a:lnTo>
                    <a:pt x="3740065" y="920521"/>
                  </a:lnTo>
                  <a:lnTo>
                    <a:pt x="3823178" y="893862"/>
                  </a:lnTo>
                  <a:lnTo>
                    <a:pt x="3906290" y="867146"/>
                  </a:lnTo>
                  <a:lnTo>
                    <a:pt x="3989403" y="840377"/>
                  </a:lnTo>
                  <a:lnTo>
                    <a:pt x="4072516" y="813563"/>
                  </a:lnTo>
                  <a:lnTo>
                    <a:pt x="4155628" y="786707"/>
                  </a:lnTo>
                  <a:lnTo>
                    <a:pt x="4238741" y="759813"/>
                  </a:lnTo>
                  <a:lnTo>
                    <a:pt x="4321853" y="732887"/>
                  </a:lnTo>
                  <a:lnTo>
                    <a:pt x="4404966" y="705930"/>
                  </a:lnTo>
                  <a:lnTo>
                    <a:pt x="4488078" y="678947"/>
                  </a:lnTo>
                  <a:lnTo>
                    <a:pt x="4571191" y="651939"/>
                  </a:lnTo>
                  <a:lnTo>
                    <a:pt x="4654304" y="624909"/>
                  </a:lnTo>
                  <a:lnTo>
                    <a:pt x="4737416" y="597859"/>
                  </a:lnTo>
                  <a:lnTo>
                    <a:pt x="4820529" y="570791"/>
                  </a:lnTo>
                  <a:lnTo>
                    <a:pt x="4903641" y="543706"/>
                  </a:lnTo>
                  <a:lnTo>
                    <a:pt x="4986754" y="516607"/>
                  </a:lnTo>
                  <a:lnTo>
                    <a:pt x="5069866" y="489493"/>
                  </a:lnTo>
                  <a:lnTo>
                    <a:pt x="5152979" y="462367"/>
                  </a:lnTo>
                  <a:lnTo>
                    <a:pt x="5236092" y="435230"/>
                  </a:lnTo>
                  <a:lnTo>
                    <a:pt x="5319204" y="408081"/>
                  </a:lnTo>
                  <a:lnTo>
                    <a:pt x="5402317" y="380923"/>
                  </a:lnTo>
                  <a:lnTo>
                    <a:pt x="5485429" y="353756"/>
                  </a:lnTo>
                  <a:lnTo>
                    <a:pt x="5568542" y="326581"/>
                  </a:lnTo>
                  <a:lnTo>
                    <a:pt x="5651654" y="299397"/>
                  </a:lnTo>
                  <a:lnTo>
                    <a:pt x="5734767" y="272207"/>
                  </a:lnTo>
                  <a:lnTo>
                    <a:pt x="5817880" y="245010"/>
                  </a:lnTo>
                  <a:lnTo>
                    <a:pt x="5900992" y="217806"/>
                  </a:lnTo>
                  <a:lnTo>
                    <a:pt x="5984105" y="190597"/>
                  </a:lnTo>
                  <a:lnTo>
                    <a:pt x="6067217" y="163383"/>
                  </a:lnTo>
                  <a:lnTo>
                    <a:pt x="6150330" y="136163"/>
                  </a:lnTo>
                  <a:lnTo>
                    <a:pt x="6233442" y="108939"/>
                  </a:lnTo>
                  <a:lnTo>
                    <a:pt x="6316555" y="81710"/>
                  </a:lnTo>
                  <a:lnTo>
                    <a:pt x="6399668" y="54477"/>
                  </a:lnTo>
                  <a:lnTo>
                    <a:pt x="6482780" y="27240"/>
                  </a:lnTo>
                  <a:lnTo>
                    <a:pt x="6565893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7" name="pl347"/>
            <p:cNvSpPr/>
            <p:nvPr/>
          </p:nvSpPr>
          <p:spPr>
            <a:xfrm>
              <a:off x="1985667" y="2848978"/>
              <a:ext cx="6565893" cy="1956092"/>
            </a:xfrm>
            <a:custGeom>
              <a:avLst/>
              <a:pathLst>
                <a:path w="6565893" h="1956092">
                  <a:moveTo>
                    <a:pt x="6565893" y="0"/>
                  </a:moveTo>
                  <a:lnTo>
                    <a:pt x="6482780" y="23008"/>
                  </a:lnTo>
                  <a:lnTo>
                    <a:pt x="6399668" y="46019"/>
                  </a:lnTo>
                  <a:lnTo>
                    <a:pt x="6316555" y="69035"/>
                  </a:lnTo>
                  <a:lnTo>
                    <a:pt x="6233442" y="92055"/>
                  </a:lnTo>
                  <a:lnTo>
                    <a:pt x="6150330" y="115079"/>
                  </a:lnTo>
                  <a:lnTo>
                    <a:pt x="6067217" y="138108"/>
                  </a:lnTo>
                  <a:lnTo>
                    <a:pt x="5984105" y="161142"/>
                  </a:lnTo>
                  <a:lnTo>
                    <a:pt x="5900992" y="184182"/>
                  </a:lnTo>
                  <a:lnTo>
                    <a:pt x="5817880" y="207227"/>
                  </a:lnTo>
                  <a:lnTo>
                    <a:pt x="5734767" y="230279"/>
                  </a:lnTo>
                  <a:lnTo>
                    <a:pt x="5651654" y="253337"/>
                  </a:lnTo>
                  <a:lnTo>
                    <a:pt x="5568542" y="276402"/>
                  </a:lnTo>
                  <a:lnTo>
                    <a:pt x="5485429" y="299475"/>
                  </a:lnTo>
                  <a:lnTo>
                    <a:pt x="5402317" y="322557"/>
                  </a:lnTo>
                  <a:lnTo>
                    <a:pt x="5319204" y="345647"/>
                  </a:lnTo>
                  <a:lnTo>
                    <a:pt x="5236092" y="368748"/>
                  </a:lnTo>
                  <a:lnTo>
                    <a:pt x="5152979" y="391859"/>
                  </a:lnTo>
                  <a:lnTo>
                    <a:pt x="5069866" y="414981"/>
                  </a:lnTo>
                  <a:lnTo>
                    <a:pt x="4986754" y="438117"/>
                  </a:lnTo>
                  <a:lnTo>
                    <a:pt x="4903641" y="461266"/>
                  </a:lnTo>
                  <a:lnTo>
                    <a:pt x="4820529" y="484430"/>
                  </a:lnTo>
                  <a:lnTo>
                    <a:pt x="4737416" y="507610"/>
                  </a:lnTo>
                  <a:lnTo>
                    <a:pt x="4654304" y="530809"/>
                  </a:lnTo>
                  <a:lnTo>
                    <a:pt x="4571191" y="554028"/>
                  </a:lnTo>
                  <a:lnTo>
                    <a:pt x="4488078" y="577269"/>
                  </a:lnTo>
                  <a:lnTo>
                    <a:pt x="4404966" y="600534"/>
                  </a:lnTo>
                  <a:lnTo>
                    <a:pt x="4321853" y="623826"/>
                  </a:lnTo>
                  <a:lnTo>
                    <a:pt x="4238741" y="647148"/>
                  </a:lnTo>
                  <a:lnTo>
                    <a:pt x="4155628" y="670504"/>
                  </a:lnTo>
                  <a:lnTo>
                    <a:pt x="4072516" y="693896"/>
                  </a:lnTo>
                  <a:lnTo>
                    <a:pt x="3989403" y="717330"/>
                  </a:lnTo>
                  <a:lnTo>
                    <a:pt x="3906290" y="740810"/>
                  </a:lnTo>
                  <a:lnTo>
                    <a:pt x="3823178" y="764342"/>
                  </a:lnTo>
                  <a:lnTo>
                    <a:pt x="3740065" y="787933"/>
                  </a:lnTo>
                  <a:lnTo>
                    <a:pt x="3656953" y="811587"/>
                  </a:lnTo>
                  <a:lnTo>
                    <a:pt x="3573840" y="835315"/>
                  </a:lnTo>
                  <a:lnTo>
                    <a:pt x="3490728" y="859124"/>
                  </a:lnTo>
                  <a:lnTo>
                    <a:pt x="3407615" y="883023"/>
                  </a:lnTo>
                  <a:lnTo>
                    <a:pt x="3324502" y="907022"/>
                  </a:lnTo>
                  <a:lnTo>
                    <a:pt x="3241390" y="931132"/>
                  </a:lnTo>
                  <a:lnTo>
                    <a:pt x="3158277" y="955364"/>
                  </a:lnTo>
                  <a:lnTo>
                    <a:pt x="3075165" y="979727"/>
                  </a:lnTo>
                  <a:lnTo>
                    <a:pt x="2992052" y="1004233"/>
                  </a:lnTo>
                  <a:lnTo>
                    <a:pt x="2908940" y="1028889"/>
                  </a:lnTo>
                  <a:lnTo>
                    <a:pt x="2825827" y="1053703"/>
                  </a:lnTo>
                  <a:lnTo>
                    <a:pt x="2742714" y="1078680"/>
                  </a:lnTo>
                  <a:lnTo>
                    <a:pt x="2659602" y="1103823"/>
                  </a:lnTo>
                  <a:lnTo>
                    <a:pt x="2576489" y="1129131"/>
                  </a:lnTo>
                  <a:lnTo>
                    <a:pt x="2493377" y="1154601"/>
                  </a:lnTo>
                  <a:lnTo>
                    <a:pt x="2410264" y="1180228"/>
                  </a:lnTo>
                  <a:lnTo>
                    <a:pt x="2327152" y="1206003"/>
                  </a:lnTo>
                  <a:lnTo>
                    <a:pt x="2244039" y="1231919"/>
                  </a:lnTo>
                  <a:lnTo>
                    <a:pt x="2160926" y="1257964"/>
                  </a:lnTo>
                  <a:lnTo>
                    <a:pt x="2077814" y="1284128"/>
                  </a:lnTo>
                  <a:lnTo>
                    <a:pt x="1994701" y="1310401"/>
                  </a:lnTo>
                  <a:lnTo>
                    <a:pt x="1911589" y="1336771"/>
                  </a:lnTo>
                  <a:lnTo>
                    <a:pt x="1828476" y="1363230"/>
                  </a:lnTo>
                  <a:lnTo>
                    <a:pt x="1745364" y="1389768"/>
                  </a:lnTo>
                  <a:lnTo>
                    <a:pt x="1662251" y="1416377"/>
                  </a:lnTo>
                  <a:lnTo>
                    <a:pt x="1579138" y="1443049"/>
                  </a:lnTo>
                  <a:lnTo>
                    <a:pt x="1496026" y="1469777"/>
                  </a:lnTo>
                  <a:lnTo>
                    <a:pt x="1412913" y="1496556"/>
                  </a:lnTo>
                  <a:lnTo>
                    <a:pt x="1329801" y="1523381"/>
                  </a:lnTo>
                  <a:lnTo>
                    <a:pt x="1246688" y="1550245"/>
                  </a:lnTo>
                  <a:lnTo>
                    <a:pt x="1163576" y="1577146"/>
                  </a:lnTo>
                  <a:lnTo>
                    <a:pt x="1080463" y="1604080"/>
                  </a:lnTo>
                  <a:lnTo>
                    <a:pt x="997350" y="1631043"/>
                  </a:lnTo>
                  <a:lnTo>
                    <a:pt x="914238" y="1658032"/>
                  </a:lnTo>
                  <a:lnTo>
                    <a:pt x="831125" y="1685045"/>
                  </a:lnTo>
                  <a:lnTo>
                    <a:pt x="748013" y="1712079"/>
                  </a:lnTo>
                  <a:lnTo>
                    <a:pt x="664900" y="1739133"/>
                  </a:lnTo>
                  <a:lnTo>
                    <a:pt x="581788" y="1766205"/>
                  </a:lnTo>
                  <a:lnTo>
                    <a:pt x="498675" y="1793293"/>
                  </a:lnTo>
                  <a:lnTo>
                    <a:pt x="415562" y="1820396"/>
                  </a:lnTo>
                  <a:lnTo>
                    <a:pt x="332450" y="1847512"/>
                  </a:lnTo>
                  <a:lnTo>
                    <a:pt x="249337" y="1874641"/>
                  </a:lnTo>
                  <a:lnTo>
                    <a:pt x="166225" y="1901781"/>
                  </a:lnTo>
                  <a:lnTo>
                    <a:pt x="83112" y="1928932"/>
                  </a:lnTo>
                  <a:lnTo>
                    <a:pt x="0" y="195609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8" name="pl348"/>
            <p:cNvSpPr/>
            <p:nvPr/>
          </p:nvSpPr>
          <p:spPr>
            <a:xfrm>
              <a:off x="1985667" y="2742681"/>
              <a:ext cx="6565893" cy="1984822"/>
            </a:xfrm>
            <a:custGeom>
              <a:avLst/>
              <a:pathLst>
                <a:path w="6565893" h="1984822">
                  <a:moveTo>
                    <a:pt x="0" y="1984822"/>
                  </a:moveTo>
                  <a:lnTo>
                    <a:pt x="83112" y="1959697"/>
                  </a:lnTo>
                  <a:lnTo>
                    <a:pt x="166225" y="1934573"/>
                  </a:lnTo>
                  <a:lnTo>
                    <a:pt x="249337" y="1909449"/>
                  </a:lnTo>
                  <a:lnTo>
                    <a:pt x="332450" y="1884324"/>
                  </a:lnTo>
                  <a:lnTo>
                    <a:pt x="415562" y="1859200"/>
                  </a:lnTo>
                  <a:lnTo>
                    <a:pt x="498675" y="1834076"/>
                  </a:lnTo>
                  <a:lnTo>
                    <a:pt x="581788" y="1808951"/>
                  </a:lnTo>
                  <a:lnTo>
                    <a:pt x="664900" y="1783827"/>
                  </a:lnTo>
                  <a:lnTo>
                    <a:pt x="748013" y="1758703"/>
                  </a:lnTo>
                  <a:lnTo>
                    <a:pt x="831125" y="1733578"/>
                  </a:lnTo>
                  <a:lnTo>
                    <a:pt x="914238" y="1708454"/>
                  </a:lnTo>
                  <a:lnTo>
                    <a:pt x="997350" y="1683330"/>
                  </a:lnTo>
                  <a:lnTo>
                    <a:pt x="1080463" y="1658205"/>
                  </a:lnTo>
                  <a:lnTo>
                    <a:pt x="1163576" y="1633081"/>
                  </a:lnTo>
                  <a:lnTo>
                    <a:pt x="1246688" y="1607957"/>
                  </a:lnTo>
                  <a:lnTo>
                    <a:pt x="1329801" y="1582832"/>
                  </a:lnTo>
                  <a:lnTo>
                    <a:pt x="1412913" y="1557708"/>
                  </a:lnTo>
                  <a:lnTo>
                    <a:pt x="1496026" y="1532584"/>
                  </a:lnTo>
                  <a:lnTo>
                    <a:pt x="1579138" y="1507459"/>
                  </a:lnTo>
                  <a:lnTo>
                    <a:pt x="1662251" y="1482335"/>
                  </a:lnTo>
                  <a:lnTo>
                    <a:pt x="1745364" y="1457211"/>
                  </a:lnTo>
                  <a:lnTo>
                    <a:pt x="1828476" y="1432086"/>
                  </a:lnTo>
                  <a:lnTo>
                    <a:pt x="1911589" y="1406962"/>
                  </a:lnTo>
                  <a:lnTo>
                    <a:pt x="1994701" y="1381838"/>
                  </a:lnTo>
                  <a:lnTo>
                    <a:pt x="2077814" y="1356713"/>
                  </a:lnTo>
                  <a:lnTo>
                    <a:pt x="2160926" y="1331589"/>
                  </a:lnTo>
                  <a:lnTo>
                    <a:pt x="2244039" y="1306465"/>
                  </a:lnTo>
                  <a:lnTo>
                    <a:pt x="2327152" y="1281340"/>
                  </a:lnTo>
                  <a:lnTo>
                    <a:pt x="2410264" y="1256216"/>
                  </a:lnTo>
                  <a:lnTo>
                    <a:pt x="2493377" y="1231092"/>
                  </a:lnTo>
                  <a:lnTo>
                    <a:pt x="2576489" y="1205967"/>
                  </a:lnTo>
                  <a:lnTo>
                    <a:pt x="2659602" y="1180843"/>
                  </a:lnTo>
                  <a:lnTo>
                    <a:pt x="2742714" y="1155719"/>
                  </a:lnTo>
                  <a:lnTo>
                    <a:pt x="2825827" y="1130594"/>
                  </a:lnTo>
                  <a:lnTo>
                    <a:pt x="2908940" y="1105470"/>
                  </a:lnTo>
                  <a:lnTo>
                    <a:pt x="2992052" y="1080346"/>
                  </a:lnTo>
                  <a:lnTo>
                    <a:pt x="3075165" y="1055221"/>
                  </a:lnTo>
                  <a:lnTo>
                    <a:pt x="3158277" y="1030097"/>
                  </a:lnTo>
                  <a:lnTo>
                    <a:pt x="3241390" y="1004973"/>
                  </a:lnTo>
                  <a:lnTo>
                    <a:pt x="3324502" y="979848"/>
                  </a:lnTo>
                  <a:lnTo>
                    <a:pt x="3407615" y="954724"/>
                  </a:lnTo>
                  <a:lnTo>
                    <a:pt x="3490728" y="929600"/>
                  </a:lnTo>
                  <a:lnTo>
                    <a:pt x="3573840" y="904475"/>
                  </a:lnTo>
                  <a:lnTo>
                    <a:pt x="3656953" y="879351"/>
                  </a:lnTo>
                  <a:lnTo>
                    <a:pt x="3740065" y="854227"/>
                  </a:lnTo>
                  <a:lnTo>
                    <a:pt x="3823178" y="829102"/>
                  </a:lnTo>
                  <a:lnTo>
                    <a:pt x="3906290" y="803978"/>
                  </a:lnTo>
                  <a:lnTo>
                    <a:pt x="3989403" y="778854"/>
                  </a:lnTo>
                  <a:lnTo>
                    <a:pt x="4072516" y="753729"/>
                  </a:lnTo>
                  <a:lnTo>
                    <a:pt x="4155628" y="728605"/>
                  </a:lnTo>
                  <a:lnTo>
                    <a:pt x="4238741" y="703481"/>
                  </a:lnTo>
                  <a:lnTo>
                    <a:pt x="4321853" y="678356"/>
                  </a:lnTo>
                  <a:lnTo>
                    <a:pt x="4404966" y="653232"/>
                  </a:lnTo>
                  <a:lnTo>
                    <a:pt x="4488078" y="628108"/>
                  </a:lnTo>
                  <a:lnTo>
                    <a:pt x="4571191" y="602983"/>
                  </a:lnTo>
                  <a:lnTo>
                    <a:pt x="4654304" y="577859"/>
                  </a:lnTo>
                  <a:lnTo>
                    <a:pt x="4737416" y="552735"/>
                  </a:lnTo>
                  <a:lnTo>
                    <a:pt x="4820529" y="527610"/>
                  </a:lnTo>
                  <a:lnTo>
                    <a:pt x="4903641" y="502486"/>
                  </a:lnTo>
                  <a:lnTo>
                    <a:pt x="4986754" y="477362"/>
                  </a:lnTo>
                  <a:lnTo>
                    <a:pt x="5069866" y="452237"/>
                  </a:lnTo>
                  <a:lnTo>
                    <a:pt x="5152979" y="427113"/>
                  </a:lnTo>
                  <a:lnTo>
                    <a:pt x="5236092" y="401989"/>
                  </a:lnTo>
                  <a:lnTo>
                    <a:pt x="5319204" y="376864"/>
                  </a:lnTo>
                  <a:lnTo>
                    <a:pt x="5402317" y="351740"/>
                  </a:lnTo>
                  <a:lnTo>
                    <a:pt x="5485429" y="326616"/>
                  </a:lnTo>
                  <a:lnTo>
                    <a:pt x="5568542" y="301491"/>
                  </a:lnTo>
                  <a:lnTo>
                    <a:pt x="5651654" y="276367"/>
                  </a:lnTo>
                  <a:lnTo>
                    <a:pt x="5734767" y="251243"/>
                  </a:lnTo>
                  <a:lnTo>
                    <a:pt x="5817880" y="226118"/>
                  </a:lnTo>
                  <a:lnTo>
                    <a:pt x="5900992" y="200994"/>
                  </a:lnTo>
                  <a:lnTo>
                    <a:pt x="5984105" y="175870"/>
                  </a:lnTo>
                  <a:lnTo>
                    <a:pt x="6067217" y="150745"/>
                  </a:lnTo>
                  <a:lnTo>
                    <a:pt x="6150330" y="125621"/>
                  </a:lnTo>
                  <a:lnTo>
                    <a:pt x="6233442" y="100497"/>
                  </a:lnTo>
                  <a:lnTo>
                    <a:pt x="6316555" y="75372"/>
                  </a:lnTo>
                  <a:lnTo>
                    <a:pt x="6399668" y="50248"/>
                  </a:lnTo>
                  <a:lnTo>
                    <a:pt x="6482780" y="25124"/>
                  </a:lnTo>
                  <a:lnTo>
                    <a:pt x="6565893" y="0"/>
                  </a:lnTo>
                </a:path>
              </a:pathLst>
            </a:custGeom>
            <a:ln w="27101" cap="flat">
              <a:solidFill>
                <a:srgbClr val="9999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g349"/>
            <p:cNvSpPr/>
            <p:nvPr/>
          </p:nvSpPr>
          <p:spPr>
            <a:xfrm>
              <a:off x="2416610" y="3428651"/>
              <a:ext cx="2612697" cy="1501486"/>
            </a:xfrm>
            <a:custGeom>
              <a:avLst/>
              <a:pathLst>
                <a:path w="2612697" h="1501486">
                  <a:moveTo>
                    <a:pt x="0" y="1262183"/>
                  </a:moveTo>
                  <a:lnTo>
                    <a:pt x="33072" y="1249320"/>
                  </a:lnTo>
                  <a:lnTo>
                    <a:pt x="66144" y="1236439"/>
                  </a:lnTo>
                  <a:lnTo>
                    <a:pt x="99216" y="1223540"/>
                  </a:lnTo>
                  <a:lnTo>
                    <a:pt x="132288" y="1210620"/>
                  </a:lnTo>
                  <a:lnTo>
                    <a:pt x="165360" y="1197679"/>
                  </a:lnTo>
                  <a:lnTo>
                    <a:pt x="198432" y="1184714"/>
                  </a:lnTo>
                  <a:lnTo>
                    <a:pt x="231504" y="1171723"/>
                  </a:lnTo>
                  <a:lnTo>
                    <a:pt x="264576" y="1158705"/>
                  </a:lnTo>
                  <a:lnTo>
                    <a:pt x="297649" y="1145658"/>
                  </a:lnTo>
                  <a:lnTo>
                    <a:pt x="330721" y="1132578"/>
                  </a:lnTo>
                  <a:lnTo>
                    <a:pt x="363793" y="1119464"/>
                  </a:lnTo>
                  <a:lnTo>
                    <a:pt x="396865" y="1106312"/>
                  </a:lnTo>
                  <a:lnTo>
                    <a:pt x="429937" y="1093119"/>
                  </a:lnTo>
                  <a:lnTo>
                    <a:pt x="463009" y="1079881"/>
                  </a:lnTo>
                  <a:lnTo>
                    <a:pt x="496081" y="1066595"/>
                  </a:lnTo>
                  <a:lnTo>
                    <a:pt x="529153" y="1053256"/>
                  </a:lnTo>
                  <a:lnTo>
                    <a:pt x="562226" y="1039859"/>
                  </a:lnTo>
                  <a:lnTo>
                    <a:pt x="595298" y="1026400"/>
                  </a:lnTo>
                  <a:lnTo>
                    <a:pt x="628370" y="1012872"/>
                  </a:lnTo>
                  <a:lnTo>
                    <a:pt x="661442" y="999270"/>
                  </a:lnTo>
                  <a:lnTo>
                    <a:pt x="694514" y="985587"/>
                  </a:lnTo>
                  <a:lnTo>
                    <a:pt x="727586" y="971816"/>
                  </a:lnTo>
                  <a:lnTo>
                    <a:pt x="760658" y="957949"/>
                  </a:lnTo>
                  <a:lnTo>
                    <a:pt x="793730" y="943979"/>
                  </a:lnTo>
                  <a:lnTo>
                    <a:pt x="826802" y="929897"/>
                  </a:lnTo>
                  <a:lnTo>
                    <a:pt x="859875" y="915694"/>
                  </a:lnTo>
                  <a:lnTo>
                    <a:pt x="892947" y="901362"/>
                  </a:lnTo>
                  <a:lnTo>
                    <a:pt x="926019" y="886893"/>
                  </a:lnTo>
                  <a:lnTo>
                    <a:pt x="959091" y="872277"/>
                  </a:lnTo>
                  <a:lnTo>
                    <a:pt x="992163" y="857507"/>
                  </a:lnTo>
                  <a:lnTo>
                    <a:pt x="1025235" y="842576"/>
                  </a:lnTo>
                  <a:lnTo>
                    <a:pt x="1058307" y="827478"/>
                  </a:lnTo>
                  <a:lnTo>
                    <a:pt x="1091379" y="812208"/>
                  </a:lnTo>
                  <a:lnTo>
                    <a:pt x="1124452" y="796763"/>
                  </a:lnTo>
                  <a:lnTo>
                    <a:pt x="1157524" y="781141"/>
                  </a:lnTo>
                  <a:lnTo>
                    <a:pt x="1190596" y="765342"/>
                  </a:lnTo>
                  <a:lnTo>
                    <a:pt x="1223668" y="749367"/>
                  </a:lnTo>
                  <a:lnTo>
                    <a:pt x="1256740" y="733221"/>
                  </a:lnTo>
                  <a:lnTo>
                    <a:pt x="1289812" y="716909"/>
                  </a:lnTo>
                  <a:lnTo>
                    <a:pt x="1322884" y="700435"/>
                  </a:lnTo>
                  <a:lnTo>
                    <a:pt x="1355956" y="683808"/>
                  </a:lnTo>
                  <a:lnTo>
                    <a:pt x="1389028" y="667035"/>
                  </a:lnTo>
                  <a:lnTo>
                    <a:pt x="1422101" y="650126"/>
                  </a:lnTo>
                  <a:lnTo>
                    <a:pt x="1455173" y="633087"/>
                  </a:lnTo>
                  <a:lnTo>
                    <a:pt x="1488245" y="615929"/>
                  </a:lnTo>
                  <a:lnTo>
                    <a:pt x="1521317" y="598659"/>
                  </a:lnTo>
                  <a:lnTo>
                    <a:pt x="1554389" y="581286"/>
                  </a:lnTo>
                  <a:lnTo>
                    <a:pt x="1587461" y="563818"/>
                  </a:lnTo>
                  <a:lnTo>
                    <a:pt x="1620533" y="546262"/>
                  </a:lnTo>
                  <a:lnTo>
                    <a:pt x="1653605" y="528626"/>
                  </a:lnTo>
                  <a:lnTo>
                    <a:pt x="1686678" y="510916"/>
                  </a:lnTo>
                  <a:lnTo>
                    <a:pt x="1719750" y="493138"/>
                  </a:lnTo>
                  <a:lnTo>
                    <a:pt x="1752822" y="475297"/>
                  </a:lnTo>
                  <a:lnTo>
                    <a:pt x="1785894" y="457399"/>
                  </a:lnTo>
                  <a:lnTo>
                    <a:pt x="1818966" y="439449"/>
                  </a:lnTo>
                  <a:lnTo>
                    <a:pt x="1852038" y="421451"/>
                  </a:lnTo>
                  <a:lnTo>
                    <a:pt x="1885110" y="403408"/>
                  </a:lnTo>
                  <a:lnTo>
                    <a:pt x="1918182" y="385324"/>
                  </a:lnTo>
                  <a:lnTo>
                    <a:pt x="1951254" y="367203"/>
                  </a:lnTo>
                  <a:lnTo>
                    <a:pt x="1984327" y="349047"/>
                  </a:lnTo>
                  <a:lnTo>
                    <a:pt x="2017399" y="330859"/>
                  </a:lnTo>
                  <a:lnTo>
                    <a:pt x="2050471" y="312641"/>
                  </a:lnTo>
                  <a:lnTo>
                    <a:pt x="2083543" y="294397"/>
                  </a:lnTo>
                  <a:lnTo>
                    <a:pt x="2116615" y="276127"/>
                  </a:lnTo>
                  <a:lnTo>
                    <a:pt x="2149687" y="257834"/>
                  </a:lnTo>
                  <a:lnTo>
                    <a:pt x="2182759" y="239519"/>
                  </a:lnTo>
                  <a:lnTo>
                    <a:pt x="2215831" y="221184"/>
                  </a:lnTo>
                  <a:lnTo>
                    <a:pt x="2248904" y="202830"/>
                  </a:lnTo>
                  <a:lnTo>
                    <a:pt x="2281976" y="184458"/>
                  </a:lnTo>
                  <a:lnTo>
                    <a:pt x="2315048" y="166070"/>
                  </a:lnTo>
                  <a:lnTo>
                    <a:pt x="2348120" y="147667"/>
                  </a:lnTo>
                  <a:lnTo>
                    <a:pt x="2381192" y="129250"/>
                  </a:lnTo>
                  <a:lnTo>
                    <a:pt x="2414264" y="110820"/>
                  </a:lnTo>
                  <a:lnTo>
                    <a:pt x="2447336" y="92377"/>
                  </a:lnTo>
                  <a:lnTo>
                    <a:pt x="2480408" y="73922"/>
                  </a:lnTo>
                  <a:lnTo>
                    <a:pt x="2513480" y="55456"/>
                  </a:lnTo>
                  <a:lnTo>
                    <a:pt x="2546553" y="36980"/>
                  </a:lnTo>
                  <a:lnTo>
                    <a:pt x="2579625" y="18494"/>
                  </a:lnTo>
                  <a:lnTo>
                    <a:pt x="2612697" y="0"/>
                  </a:lnTo>
                  <a:lnTo>
                    <a:pt x="2612697" y="296230"/>
                  </a:lnTo>
                  <a:lnTo>
                    <a:pt x="2579625" y="308969"/>
                  </a:lnTo>
                  <a:lnTo>
                    <a:pt x="2546553" y="321717"/>
                  </a:lnTo>
                  <a:lnTo>
                    <a:pt x="2513480" y="334474"/>
                  </a:lnTo>
                  <a:lnTo>
                    <a:pt x="2480408" y="347242"/>
                  </a:lnTo>
                  <a:lnTo>
                    <a:pt x="2447336" y="360020"/>
                  </a:lnTo>
                  <a:lnTo>
                    <a:pt x="2414264" y="372811"/>
                  </a:lnTo>
                  <a:lnTo>
                    <a:pt x="2381192" y="385614"/>
                  </a:lnTo>
                  <a:lnTo>
                    <a:pt x="2348120" y="398430"/>
                  </a:lnTo>
                  <a:lnTo>
                    <a:pt x="2315048" y="411260"/>
                  </a:lnTo>
                  <a:lnTo>
                    <a:pt x="2281976" y="424106"/>
                  </a:lnTo>
                  <a:lnTo>
                    <a:pt x="2248904" y="436968"/>
                  </a:lnTo>
                  <a:lnTo>
                    <a:pt x="2215831" y="449847"/>
                  </a:lnTo>
                  <a:lnTo>
                    <a:pt x="2182759" y="462746"/>
                  </a:lnTo>
                  <a:lnTo>
                    <a:pt x="2149687" y="475664"/>
                  </a:lnTo>
                  <a:lnTo>
                    <a:pt x="2116615" y="488604"/>
                  </a:lnTo>
                  <a:lnTo>
                    <a:pt x="2083543" y="501568"/>
                  </a:lnTo>
                  <a:lnTo>
                    <a:pt x="2050471" y="514556"/>
                  </a:lnTo>
                  <a:lnTo>
                    <a:pt x="2017399" y="527573"/>
                  </a:lnTo>
                  <a:lnTo>
                    <a:pt x="1984327" y="540618"/>
                  </a:lnTo>
                  <a:lnTo>
                    <a:pt x="1951254" y="553696"/>
                  </a:lnTo>
                  <a:lnTo>
                    <a:pt x="1918182" y="566808"/>
                  </a:lnTo>
                  <a:lnTo>
                    <a:pt x="1885110" y="579957"/>
                  </a:lnTo>
                  <a:lnTo>
                    <a:pt x="1852038" y="593148"/>
                  </a:lnTo>
                  <a:lnTo>
                    <a:pt x="1818966" y="606383"/>
                  </a:lnTo>
                  <a:lnTo>
                    <a:pt x="1785894" y="619666"/>
                  </a:lnTo>
                  <a:lnTo>
                    <a:pt x="1752822" y="633001"/>
                  </a:lnTo>
                  <a:lnTo>
                    <a:pt x="1719750" y="646394"/>
                  </a:lnTo>
                  <a:lnTo>
                    <a:pt x="1686678" y="659849"/>
                  </a:lnTo>
                  <a:lnTo>
                    <a:pt x="1653605" y="673373"/>
                  </a:lnTo>
                  <a:lnTo>
                    <a:pt x="1620533" y="686970"/>
                  </a:lnTo>
                  <a:lnTo>
                    <a:pt x="1587461" y="700648"/>
                  </a:lnTo>
                  <a:lnTo>
                    <a:pt x="1554389" y="714413"/>
                  </a:lnTo>
                  <a:lnTo>
                    <a:pt x="1521317" y="728274"/>
                  </a:lnTo>
                  <a:lnTo>
                    <a:pt x="1488245" y="742237"/>
                  </a:lnTo>
                  <a:lnTo>
                    <a:pt x="1455173" y="756312"/>
                  </a:lnTo>
                  <a:lnTo>
                    <a:pt x="1422101" y="770507"/>
                  </a:lnTo>
                  <a:lnTo>
                    <a:pt x="1389028" y="784831"/>
                  </a:lnTo>
                  <a:lnTo>
                    <a:pt x="1355956" y="799291"/>
                  </a:lnTo>
                  <a:lnTo>
                    <a:pt x="1322884" y="813898"/>
                  </a:lnTo>
                  <a:lnTo>
                    <a:pt x="1289812" y="828658"/>
                  </a:lnTo>
                  <a:lnTo>
                    <a:pt x="1256740" y="843578"/>
                  </a:lnTo>
                  <a:lnTo>
                    <a:pt x="1223668" y="858666"/>
                  </a:lnTo>
                  <a:lnTo>
                    <a:pt x="1190596" y="873925"/>
                  </a:lnTo>
                  <a:lnTo>
                    <a:pt x="1157524" y="889359"/>
                  </a:lnTo>
                  <a:lnTo>
                    <a:pt x="1124452" y="904971"/>
                  </a:lnTo>
                  <a:lnTo>
                    <a:pt x="1091379" y="920759"/>
                  </a:lnTo>
                  <a:lnTo>
                    <a:pt x="1058307" y="936722"/>
                  </a:lnTo>
                  <a:lnTo>
                    <a:pt x="1025235" y="952857"/>
                  </a:lnTo>
                  <a:lnTo>
                    <a:pt x="992163" y="969160"/>
                  </a:lnTo>
                  <a:lnTo>
                    <a:pt x="959091" y="985624"/>
                  </a:lnTo>
                  <a:lnTo>
                    <a:pt x="926019" y="1002241"/>
                  </a:lnTo>
                  <a:lnTo>
                    <a:pt x="892947" y="1019005"/>
                  </a:lnTo>
                  <a:lnTo>
                    <a:pt x="859875" y="1035907"/>
                  </a:lnTo>
                  <a:lnTo>
                    <a:pt x="826802" y="1052937"/>
                  </a:lnTo>
                  <a:lnTo>
                    <a:pt x="793730" y="1070089"/>
                  </a:lnTo>
                  <a:lnTo>
                    <a:pt x="760658" y="1087352"/>
                  </a:lnTo>
                  <a:lnTo>
                    <a:pt x="727586" y="1104718"/>
                  </a:lnTo>
                  <a:lnTo>
                    <a:pt x="694514" y="1122181"/>
                  </a:lnTo>
                  <a:lnTo>
                    <a:pt x="661442" y="1139731"/>
                  </a:lnTo>
                  <a:lnTo>
                    <a:pt x="628370" y="1157362"/>
                  </a:lnTo>
                  <a:lnTo>
                    <a:pt x="595298" y="1175068"/>
                  </a:lnTo>
                  <a:lnTo>
                    <a:pt x="562226" y="1192842"/>
                  </a:lnTo>
                  <a:lnTo>
                    <a:pt x="529153" y="1210679"/>
                  </a:lnTo>
                  <a:lnTo>
                    <a:pt x="496081" y="1228573"/>
                  </a:lnTo>
                  <a:lnTo>
                    <a:pt x="463009" y="1246521"/>
                  </a:lnTo>
                  <a:lnTo>
                    <a:pt x="429937" y="1264516"/>
                  </a:lnTo>
                  <a:lnTo>
                    <a:pt x="396865" y="1282557"/>
                  </a:lnTo>
                  <a:lnTo>
                    <a:pt x="363793" y="1300638"/>
                  </a:lnTo>
                  <a:lnTo>
                    <a:pt x="330721" y="1318757"/>
                  </a:lnTo>
                  <a:lnTo>
                    <a:pt x="297649" y="1336911"/>
                  </a:lnTo>
                  <a:lnTo>
                    <a:pt x="264576" y="1355097"/>
                  </a:lnTo>
                  <a:lnTo>
                    <a:pt x="231504" y="1373312"/>
                  </a:lnTo>
                  <a:lnTo>
                    <a:pt x="198432" y="1391555"/>
                  </a:lnTo>
                  <a:lnTo>
                    <a:pt x="165360" y="1409824"/>
                  </a:lnTo>
                  <a:lnTo>
                    <a:pt x="132288" y="1428116"/>
                  </a:lnTo>
                  <a:lnTo>
                    <a:pt x="99216" y="1446429"/>
                  </a:lnTo>
                  <a:lnTo>
                    <a:pt x="66144" y="1464763"/>
                  </a:lnTo>
                  <a:lnTo>
                    <a:pt x="33072" y="1483116"/>
                  </a:lnTo>
                  <a:lnTo>
                    <a:pt x="0" y="1501486"/>
                  </a:lnTo>
                  <a:close/>
                </a:path>
              </a:pathLst>
            </a:custGeom>
            <a:solidFill>
              <a:srgbClr val="E31A1C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350" name="pl350"/>
            <p:cNvSpPr/>
            <p:nvPr/>
          </p:nvSpPr>
          <p:spPr>
            <a:xfrm>
              <a:off x="2416610" y="3428651"/>
              <a:ext cx="2612697" cy="1262183"/>
            </a:xfrm>
            <a:custGeom>
              <a:avLst/>
              <a:pathLst>
                <a:path w="2612697" h="1262183">
                  <a:moveTo>
                    <a:pt x="0" y="1262183"/>
                  </a:moveTo>
                  <a:lnTo>
                    <a:pt x="33072" y="1249320"/>
                  </a:lnTo>
                  <a:lnTo>
                    <a:pt x="66144" y="1236439"/>
                  </a:lnTo>
                  <a:lnTo>
                    <a:pt x="99216" y="1223540"/>
                  </a:lnTo>
                  <a:lnTo>
                    <a:pt x="132288" y="1210620"/>
                  </a:lnTo>
                  <a:lnTo>
                    <a:pt x="165360" y="1197679"/>
                  </a:lnTo>
                  <a:lnTo>
                    <a:pt x="198432" y="1184714"/>
                  </a:lnTo>
                  <a:lnTo>
                    <a:pt x="231504" y="1171723"/>
                  </a:lnTo>
                  <a:lnTo>
                    <a:pt x="264576" y="1158705"/>
                  </a:lnTo>
                  <a:lnTo>
                    <a:pt x="297649" y="1145658"/>
                  </a:lnTo>
                  <a:lnTo>
                    <a:pt x="330721" y="1132578"/>
                  </a:lnTo>
                  <a:lnTo>
                    <a:pt x="363793" y="1119464"/>
                  </a:lnTo>
                  <a:lnTo>
                    <a:pt x="396865" y="1106312"/>
                  </a:lnTo>
                  <a:lnTo>
                    <a:pt x="429937" y="1093119"/>
                  </a:lnTo>
                  <a:lnTo>
                    <a:pt x="463009" y="1079881"/>
                  </a:lnTo>
                  <a:lnTo>
                    <a:pt x="496081" y="1066595"/>
                  </a:lnTo>
                  <a:lnTo>
                    <a:pt x="529153" y="1053256"/>
                  </a:lnTo>
                  <a:lnTo>
                    <a:pt x="562226" y="1039859"/>
                  </a:lnTo>
                  <a:lnTo>
                    <a:pt x="595298" y="1026400"/>
                  </a:lnTo>
                  <a:lnTo>
                    <a:pt x="628370" y="1012872"/>
                  </a:lnTo>
                  <a:lnTo>
                    <a:pt x="661442" y="999270"/>
                  </a:lnTo>
                  <a:lnTo>
                    <a:pt x="694514" y="985587"/>
                  </a:lnTo>
                  <a:lnTo>
                    <a:pt x="727586" y="971816"/>
                  </a:lnTo>
                  <a:lnTo>
                    <a:pt x="760658" y="957949"/>
                  </a:lnTo>
                  <a:lnTo>
                    <a:pt x="793730" y="943979"/>
                  </a:lnTo>
                  <a:lnTo>
                    <a:pt x="826802" y="929897"/>
                  </a:lnTo>
                  <a:lnTo>
                    <a:pt x="859875" y="915694"/>
                  </a:lnTo>
                  <a:lnTo>
                    <a:pt x="892947" y="901362"/>
                  </a:lnTo>
                  <a:lnTo>
                    <a:pt x="926019" y="886893"/>
                  </a:lnTo>
                  <a:lnTo>
                    <a:pt x="959091" y="872277"/>
                  </a:lnTo>
                  <a:lnTo>
                    <a:pt x="992163" y="857507"/>
                  </a:lnTo>
                  <a:lnTo>
                    <a:pt x="1025235" y="842576"/>
                  </a:lnTo>
                  <a:lnTo>
                    <a:pt x="1058307" y="827478"/>
                  </a:lnTo>
                  <a:lnTo>
                    <a:pt x="1091379" y="812208"/>
                  </a:lnTo>
                  <a:lnTo>
                    <a:pt x="1124452" y="796763"/>
                  </a:lnTo>
                  <a:lnTo>
                    <a:pt x="1157524" y="781141"/>
                  </a:lnTo>
                  <a:lnTo>
                    <a:pt x="1190596" y="765342"/>
                  </a:lnTo>
                  <a:lnTo>
                    <a:pt x="1223668" y="749367"/>
                  </a:lnTo>
                  <a:lnTo>
                    <a:pt x="1256740" y="733221"/>
                  </a:lnTo>
                  <a:lnTo>
                    <a:pt x="1289812" y="716909"/>
                  </a:lnTo>
                  <a:lnTo>
                    <a:pt x="1322884" y="700435"/>
                  </a:lnTo>
                  <a:lnTo>
                    <a:pt x="1355956" y="683808"/>
                  </a:lnTo>
                  <a:lnTo>
                    <a:pt x="1389028" y="667035"/>
                  </a:lnTo>
                  <a:lnTo>
                    <a:pt x="1422101" y="650126"/>
                  </a:lnTo>
                  <a:lnTo>
                    <a:pt x="1455173" y="633087"/>
                  </a:lnTo>
                  <a:lnTo>
                    <a:pt x="1488245" y="615929"/>
                  </a:lnTo>
                  <a:lnTo>
                    <a:pt x="1521317" y="598659"/>
                  </a:lnTo>
                  <a:lnTo>
                    <a:pt x="1554389" y="581286"/>
                  </a:lnTo>
                  <a:lnTo>
                    <a:pt x="1587461" y="563818"/>
                  </a:lnTo>
                  <a:lnTo>
                    <a:pt x="1620533" y="546262"/>
                  </a:lnTo>
                  <a:lnTo>
                    <a:pt x="1653605" y="528626"/>
                  </a:lnTo>
                  <a:lnTo>
                    <a:pt x="1686678" y="510916"/>
                  </a:lnTo>
                  <a:lnTo>
                    <a:pt x="1719750" y="493138"/>
                  </a:lnTo>
                  <a:lnTo>
                    <a:pt x="1752822" y="475297"/>
                  </a:lnTo>
                  <a:lnTo>
                    <a:pt x="1785894" y="457399"/>
                  </a:lnTo>
                  <a:lnTo>
                    <a:pt x="1818966" y="439449"/>
                  </a:lnTo>
                  <a:lnTo>
                    <a:pt x="1852038" y="421451"/>
                  </a:lnTo>
                  <a:lnTo>
                    <a:pt x="1885110" y="403408"/>
                  </a:lnTo>
                  <a:lnTo>
                    <a:pt x="1918182" y="385324"/>
                  </a:lnTo>
                  <a:lnTo>
                    <a:pt x="1951254" y="367203"/>
                  </a:lnTo>
                  <a:lnTo>
                    <a:pt x="1984327" y="349047"/>
                  </a:lnTo>
                  <a:lnTo>
                    <a:pt x="2017399" y="330859"/>
                  </a:lnTo>
                  <a:lnTo>
                    <a:pt x="2050471" y="312641"/>
                  </a:lnTo>
                  <a:lnTo>
                    <a:pt x="2083543" y="294397"/>
                  </a:lnTo>
                  <a:lnTo>
                    <a:pt x="2116615" y="276127"/>
                  </a:lnTo>
                  <a:lnTo>
                    <a:pt x="2149687" y="257834"/>
                  </a:lnTo>
                  <a:lnTo>
                    <a:pt x="2182759" y="239519"/>
                  </a:lnTo>
                  <a:lnTo>
                    <a:pt x="2215831" y="221184"/>
                  </a:lnTo>
                  <a:lnTo>
                    <a:pt x="2248904" y="202830"/>
                  </a:lnTo>
                  <a:lnTo>
                    <a:pt x="2281976" y="184458"/>
                  </a:lnTo>
                  <a:lnTo>
                    <a:pt x="2315048" y="166070"/>
                  </a:lnTo>
                  <a:lnTo>
                    <a:pt x="2348120" y="147667"/>
                  </a:lnTo>
                  <a:lnTo>
                    <a:pt x="2381192" y="129250"/>
                  </a:lnTo>
                  <a:lnTo>
                    <a:pt x="2414264" y="110820"/>
                  </a:lnTo>
                  <a:lnTo>
                    <a:pt x="2447336" y="92377"/>
                  </a:lnTo>
                  <a:lnTo>
                    <a:pt x="2480408" y="73922"/>
                  </a:lnTo>
                  <a:lnTo>
                    <a:pt x="2513480" y="55456"/>
                  </a:lnTo>
                  <a:lnTo>
                    <a:pt x="2546553" y="36980"/>
                  </a:lnTo>
                  <a:lnTo>
                    <a:pt x="2579625" y="18494"/>
                  </a:lnTo>
                  <a:lnTo>
                    <a:pt x="2612697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1" name="pl351"/>
            <p:cNvSpPr/>
            <p:nvPr/>
          </p:nvSpPr>
          <p:spPr>
            <a:xfrm>
              <a:off x="2416610" y="3724882"/>
              <a:ext cx="2612697" cy="1205255"/>
            </a:xfrm>
            <a:custGeom>
              <a:avLst/>
              <a:pathLst>
                <a:path w="2612697" h="1205255">
                  <a:moveTo>
                    <a:pt x="2612697" y="0"/>
                  </a:moveTo>
                  <a:lnTo>
                    <a:pt x="2579625" y="12738"/>
                  </a:lnTo>
                  <a:lnTo>
                    <a:pt x="2546553" y="25486"/>
                  </a:lnTo>
                  <a:lnTo>
                    <a:pt x="2513480" y="38243"/>
                  </a:lnTo>
                  <a:lnTo>
                    <a:pt x="2480408" y="51011"/>
                  </a:lnTo>
                  <a:lnTo>
                    <a:pt x="2447336" y="63789"/>
                  </a:lnTo>
                  <a:lnTo>
                    <a:pt x="2414264" y="76580"/>
                  </a:lnTo>
                  <a:lnTo>
                    <a:pt x="2381192" y="89383"/>
                  </a:lnTo>
                  <a:lnTo>
                    <a:pt x="2348120" y="102199"/>
                  </a:lnTo>
                  <a:lnTo>
                    <a:pt x="2315048" y="115029"/>
                  </a:lnTo>
                  <a:lnTo>
                    <a:pt x="2281976" y="127875"/>
                  </a:lnTo>
                  <a:lnTo>
                    <a:pt x="2248904" y="140737"/>
                  </a:lnTo>
                  <a:lnTo>
                    <a:pt x="2215831" y="153616"/>
                  </a:lnTo>
                  <a:lnTo>
                    <a:pt x="2182759" y="166515"/>
                  </a:lnTo>
                  <a:lnTo>
                    <a:pt x="2149687" y="179433"/>
                  </a:lnTo>
                  <a:lnTo>
                    <a:pt x="2116615" y="192373"/>
                  </a:lnTo>
                  <a:lnTo>
                    <a:pt x="2083543" y="205337"/>
                  </a:lnTo>
                  <a:lnTo>
                    <a:pt x="2050471" y="218326"/>
                  </a:lnTo>
                  <a:lnTo>
                    <a:pt x="2017399" y="231342"/>
                  </a:lnTo>
                  <a:lnTo>
                    <a:pt x="1984327" y="244387"/>
                  </a:lnTo>
                  <a:lnTo>
                    <a:pt x="1951254" y="257465"/>
                  </a:lnTo>
                  <a:lnTo>
                    <a:pt x="1918182" y="270577"/>
                  </a:lnTo>
                  <a:lnTo>
                    <a:pt x="1885110" y="283726"/>
                  </a:lnTo>
                  <a:lnTo>
                    <a:pt x="1852038" y="296917"/>
                  </a:lnTo>
                  <a:lnTo>
                    <a:pt x="1818966" y="310152"/>
                  </a:lnTo>
                  <a:lnTo>
                    <a:pt x="1785894" y="323435"/>
                  </a:lnTo>
                  <a:lnTo>
                    <a:pt x="1752822" y="336770"/>
                  </a:lnTo>
                  <a:lnTo>
                    <a:pt x="1719750" y="350163"/>
                  </a:lnTo>
                  <a:lnTo>
                    <a:pt x="1686678" y="363619"/>
                  </a:lnTo>
                  <a:lnTo>
                    <a:pt x="1653605" y="377142"/>
                  </a:lnTo>
                  <a:lnTo>
                    <a:pt x="1620533" y="390739"/>
                  </a:lnTo>
                  <a:lnTo>
                    <a:pt x="1587461" y="404417"/>
                  </a:lnTo>
                  <a:lnTo>
                    <a:pt x="1554389" y="418182"/>
                  </a:lnTo>
                  <a:lnTo>
                    <a:pt x="1521317" y="432043"/>
                  </a:lnTo>
                  <a:lnTo>
                    <a:pt x="1488245" y="446006"/>
                  </a:lnTo>
                  <a:lnTo>
                    <a:pt x="1455173" y="460081"/>
                  </a:lnTo>
                  <a:lnTo>
                    <a:pt x="1422101" y="474276"/>
                  </a:lnTo>
                  <a:lnTo>
                    <a:pt x="1389028" y="488600"/>
                  </a:lnTo>
                  <a:lnTo>
                    <a:pt x="1355956" y="503061"/>
                  </a:lnTo>
                  <a:lnTo>
                    <a:pt x="1322884" y="517667"/>
                  </a:lnTo>
                  <a:lnTo>
                    <a:pt x="1289812" y="532427"/>
                  </a:lnTo>
                  <a:lnTo>
                    <a:pt x="1256740" y="547348"/>
                  </a:lnTo>
                  <a:lnTo>
                    <a:pt x="1223668" y="562435"/>
                  </a:lnTo>
                  <a:lnTo>
                    <a:pt x="1190596" y="577694"/>
                  </a:lnTo>
                  <a:lnTo>
                    <a:pt x="1157524" y="593128"/>
                  </a:lnTo>
                  <a:lnTo>
                    <a:pt x="1124452" y="608740"/>
                  </a:lnTo>
                  <a:lnTo>
                    <a:pt x="1091379" y="624528"/>
                  </a:lnTo>
                  <a:lnTo>
                    <a:pt x="1058307" y="640491"/>
                  </a:lnTo>
                  <a:lnTo>
                    <a:pt x="1025235" y="656627"/>
                  </a:lnTo>
                  <a:lnTo>
                    <a:pt x="992163" y="672929"/>
                  </a:lnTo>
                  <a:lnTo>
                    <a:pt x="959091" y="689393"/>
                  </a:lnTo>
                  <a:lnTo>
                    <a:pt x="926019" y="706010"/>
                  </a:lnTo>
                  <a:lnTo>
                    <a:pt x="892947" y="722774"/>
                  </a:lnTo>
                  <a:lnTo>
                    <a:pt x="859875" y="739676"/>
                  </a:lnTo>
                  <a:lnTo>
                    <a:pt x="826802" y="756707"/>
                  </a:lnTo>
                  <a:lnTo>
                    <a:pt x="793730" y="773858"/>
                  </a:lnTo>
                  <a:lnTo>
                    <a:pt x="760658" y="791121"/>
                  </a:lnTo>
                  <a:lnTo>
                    <a:pt x="727586" y="808488"/>
                  </a:lnTo>
                  <a:lnTo>
                    <a:pt x="694514" y="825950"/>
                  </a:lnTo>
                  <a:lnTo>
                    <a:pt x="661442" y="843500"/>
                  </a:lnTo>
                  <a:lnTo>
                    <a:pt x="628370" y="861132"/>
                  </a:lnTo>
                  <a:lnTo>
                    <a:pt x="595298" y="878837"/>
                  </a:lnTo>
                  <a:lnTo>
                    <a:pt x="562226" y="896611"/>
                  </a:lnTo>
                  <a:lnTo>
                    <a:pt x="529153" y="914448"/>
                  </a:lnTo>
                  <a:lnTo>
                    <a:pt x="496081" y="932343"/>
                  </a:lnTo>
                  <a:lnTo>
                    <a:pt x="463009" y="950290"/>
                  </a:lnTo>
                  <a:lnTo>
                    <a:pt x="429937" y="968285"/>
                  </a:lnTo>
                  <a:lnTo>
                    <a:pt x="396865" y="986326"/>
                  </a:lnTo>
                  <a:lnTo>
                    <a:pt x="363793" y="1004407"/>
                  </a:lnTo>
                  <a:lnTo>
                    <a:pt x="330721" y="1022526"/>
                  </a:lnTo>
                  <a:lnTo>
                    <a:pt x="297649" y="1040680"/>
                  </a:lnTo>
                  <a:lnTo>
                    <a:pt x="264576" y="1058866"/>
                  </a:lnTo>
                  <a:lnTo>
                    <a:pt x="231504" y="1077081"/>
                  </a:lnTo>
                  <a:lnTo>
                    <a:pt x="198432" y="1095324"/>
                  </a:lnTo>
                  <a:lnTo>
                    <a:pt x="165360" y="1113593"/>
                  </a:lnTo>
                  <a:lnTo>
                    <a:pt x="132288" y="1131885"/>
                  </a:lnTo>
                  <a:lnTo>
                    <a:pt x="99216" y="1150198"/>
                  </a:lnTo>
                  <a:lnTo>
                    <a:pt x="66144" y="1168532"/>
                  </a:lnTo>
                  <a:lnTo>
                    <a:pt x="33072" y="1186885"/>
                  </a:lnTo>
                  <a:lnTo>
                    <a:pt x="0" y="120525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2" name="pl352"/>
            <p:cNvSpPr/>
            <p:nvPr/>
          </p:nvSpPr>
          <p:spPr>
            <a:xfrm>
              <a:off x="2416610" y="3576767"/>
              <a:ext cx="2612697" cy="1233719"/>
            </a:xfrm>
            <a:custGeom>
              <a:avLst/>
              <a:pathLst>
                <a:path w="2612697" h="1233719">
                  <a:moveTo>
                    <a:pt x="0" y="1233719"/>
                  </a:moveTo>
                  <a:lnTo>
                    <a:pt x="33072" y="1218103"/>
                  </a:lnTo>
                  <a:lnTo>
                    <a:pt x="66144" y="1202486"/>
                  </a:lnTo>
                  <a:lnTo>
                    <a:pt x="99216" y="1186869"/>
                  </a:lnTo>
                  <a:lnTo>
                    <a:pt x="132288" y="1171252"/>
                  </a:lnTo>
                  <a:lnTo>
                    <a:pt x="165360" y="1155636"/>
                  </a:lnTo>
                  <a:lnTo>
                    <a:pt x="198432" y="1140019"/>
                  </a:lnTo>
                  <a:lnTo>
                    <a:pt x="231504" y="1124402"/>
                  </a:lnTo>
                  <a:lnTo>
                    <a:pt x="264576" y="1108786"/>
                  </a:lnTo>
                  <a:lnTo>
                    <a:pt x="297649" y="1093169"/>
                  </a:lnTo>
                  <a:lnTo>
                    <a:pt x="330721" y="1077552"/>
                  </a:lnTo>
                  <a:lnTo>
                    <a:pt x="363793" y="1061936"/>
                  </a:lnTo>
                  <a:lnTo>
                    <a:pt x="396865" y="1046319"/>
                  </a:lnTo>
                  <a:lnTo>
                    <a:pt x="429937" y="1030702"/>
                  </a:lnTo>
                  <a:lnTo>
                    <a:pt x="463009" y="1015085"/>
                  </a:lnTo>
                  <a:lnTo>
                    <a:pt x="496081" y="999469"/>
                  </a:lnTo>
                  <a:lnTo>
                    <a:pt x="529153" y="983852"/>
                  </a:lnTo>
                  <a:lnTo>
                    <a:pt x="562226" y="968235"/>
                  </a:lnTo>
                  <a:lnTo>
                    <a:pt x="595298" y="952619"/>
                  </a:lnTo>
                  <a:lnTo>
                    <a:pt x="628370" y="937002"/>
                  </a:lnTo>
                  <a:lnTo>
                    <a:pt x="661442" y="921385"/>
                  </a:lnTo>
                  <a:lnTo>
                    <a:pt x="694514" y="905768"/>
                  </a:lnTo>
                  <a:lnTo>
                    <a:pt x="727586" y="890152"/>
                  </a:lnTo>
                  <a:lnTo>
                    <a:pt x="760658" y="874535"/>
                  </a:lnTo>
                  <a:lnTo>
                    <a:pt x="793730" y="858918"/>
                  </a:lnTo>
                  <a:lnTo>
                    <a:pt x="826802" y="843302"/>
                  </a:lnTo>
                  <a:lnTo>
                    <a:pt x="859875" y="827685"/>
                  </a:lnTo>
                  <a:lnTo>
                    <a:pt x="892947" y="812068"/>
                  </a:lnTo>
                  <a:lnTo>
                    <a:pt x="926019" y="796452"/>
                  </a:lnTo>
                  <a:lnTo>
                    <a:pt x="959091" y="780835"/>
                  </a:lnTo>
                  <a:lnTo>
                    <a:pt x="992163" y="765218"/>
                  </a:lnTo>
                  <a:lnTo>
                    <a:pt x="1025235" y="749601"/>
                  </a:lnTo>
                  <a:lnTo>
                    <a:pt x="1058307" y="733985"/>
                  </a:lnTo>
                  <a:lnTo>
                    <a:pt x="1091379" y="718368"/>
                  </a:lnTo>
                  <a:lnTo>
                    <a:pt x="1124452" y="702751"/>
                  </a:lnTo>
                  <a:lnTo>
                    <a:pt x="1157524" y="687135"/>
                  </a:lnTo>
                  <a:lnTo>
                    <a:pt x="1190596" y="671518"/>
                  </a:lnTo>
                  <a:lnTo>
                    <a:pt x="1223668" y="655901"/>
                  </a:lnTo>
                  <a:lnTo>
                    <a:pt x="1256740" y="640284"/>
                  </a:lnTo>
                  <a:lnTo>
                    <a:pt x="1289812" y="624668"/>
                  </a:lnTo>
                  <a:lnTo>
                    <a:pt x="1322884" y="609051"/>
                  </a:lnTo>
                  <a:lnTo>
                    <a:pt x="1355956" y="593434"/>
                  </a:lnTo>
                  <a:lnTo>
                    <a:pt x="1389028" y="577818"/>
                  </a:lnTo>
                  <a:lnTo>
                    <a:pt x="1422101" y="562201"/>
                  </a:lnTo>
                  <a:lnTo>
                    <a:pt x="1455173" y="546584"/>
                  </a:lnTo>
                  <a:lnTo>
                    <a:pt x="1488245" y="530968"/>
                  </a:lnTo>
                  <a:lnTo>
                    <a:pt x="1521317" y="515351"/>
                  </a:lnTo>
                  <a:lnTo>
                    <a:pt x="1554389" y="499734"/>
                  </a:lnTo>
                  <a:lnTo>
                    <a:pt x="1587461" y="484117"/>
                  </a:lnTo>
                  <a:lnTo>
                    <a:pt x="1620533" y="468501"/>
                  </a:lnTo>
                  <a:lnTo>
                    <a:pt x="1653605" y="452884"/>
                  </a:lnTo>
                  <a:lnTo>
                    <a:pt x="1686678" y="437267"/>
                  </a:lnTo>
                  <a:lnTo>
                    <a:pt x="1719750" y="421651"/>
                  </a:lnTo>
                  <a:lnTo>
                    <a:pt x="1752822" y="406034"/>
                  </a:lnTo>
                  <a:lnTo>
                    <a:pt x="1785894" y="390417"/>
                  </a:lnTo>
                  <a:lnTo>
                    <a:pt x="1818966" y="374800"/>
                  </a:lnTo>
                  <a:lnTo>
                    <a:pt x="1852038" y="359184"/>
                  </a:lnTo>
                  <a:lnTo>
                    <a:pt x="1885110" y="343567"/>
                  </a:lnTo>
                  <a:lnTo>
                    <a:pt x="1918182" y="327950"/>
                  </a:lnTo>
                  <a:lnTo>
                    <a:pt x="1951254" y="312334"/>
                  </a:lnTo>
                  <a:lnTo>
                    <a:pt x="1984327" y="296717"/>
                  </a:lnTo>
                  <a:lnTo>
                    <a:pt x="2017399" y="281100"/>
                  </a:lnTo>
                  <a:lnTo>
                    <a:pt x="2050471" y="265484"/>
                  </a:lnTo>
                  <a:lnTo>
                    <a:pt x="2083543" y="249867"/>
                  </a:lnTo>
                  <a:lnTo>
                    <a:pt x="2116615" y="234250"/>
                  </a:lnTo>
                  <a:lnTo>
                    <a:pt x="2149687" y="218633"/>
                  </a:lnTo>
                  <a:lnTo>
                    <a:pt x="2182759" y="203017"/>
                  </a:lnTo>
                  <a:lnTo>
                    <a:pt x="2215831" y="187400"/>
                  </a:lnTo>
                  <a:lnTo>
                    <a:pt x="2248904" y="171783"/>
                  </a:lnTo>
                  <a:lnTo>
                    <a:pt x="2281976" y="156167"/>
                  </a:lnTo>
                  <a:lnTo>
                    <a:pt x="2315048" y="140550"/>
                  </a:lnTo>
                  <a:lnTo>
                    <a:pt x="2348120" y="124933"/>
                  </a:lnTo>
                  <a:lnTo>
                    <a:pt x="2381192" y="109316"/>
                  </a:lnTo>
                  <a:lnTo>
                    <a:pt x="2414264" y="93700"/>
                  </a:lnTo>
                  <a:lnTo>
                    <a:pt x="2447336" y="78083"/>
                  </a:lnTo>
                  <a:lnTo>
                    <a:pt x="2480408" y="62466"/>
                  </a:lnTo>
                  <a:lnTo>
                    <a:pt x="2513480" y="46850"/>
                  </a:lnTo>
                  <a:lnTo>
                    <a:pt x="2546553" y="31233"/>
                  </a:lnTo>
                  <a:lnTo>
                    <a:pt x="2579625" y="15616"/>
                  </a:lnTo>
                  <a:lnTo>
                    <a:pt x="2612697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tx353"/>
            <p:cNvSpPr/>
            <p:nvPr/>
          </p:nvSpPr>
          <p:spPr>
            <a:xfrm>
              <a:off x="1465194" y="2113392"/>
              <a:ext cx="2324221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E31A1C">
                      <a:alpha val="100000"/>
                    </a:srgbClr>
                  </a:solidFill>
                  <a:latin typeface="Helvetica"/>
                  <a:cs typeface="Helvetica"/>
                </a:rPr>
                <a:t>&gt;= threshold: y = 0.95 x +11.9   (R² = 0.66)</a:t>
              </a:r>
            </a:p>
          </p:txBody>
        </p:sp>
        <p:sp>
          <p:nvSpPr>
            <p:cNvPr id="354" name="tx354"/>
            <p:cNvSpPr/>
            <p:nvPr/>
          </p:nvSpPr>
          <p:spPr>
            <a:xfrm>
              <a:off x="1465194" y="2339508"/>
              <a:ext cx="228664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666666">
                      <a:alpha val="100000"/>
                    </a:srgbClr>
                  </a:solidFill>
                  <a:latin typeface="Helvetica"/>
                  <a:cs typeface="Helvetica"/>
                </a:rPr>
                <a:t>&lt; threshold:  y = 0.61 x +35.2   (R² = 0.65)</a:t>
              </a:r>
            </a:p>
          </p:txBody>
        </p:sp>
        <p:sp>
          <p:nvSpPr>
            <p:cNvPr id="355" name="tx355"/>
            <p:cNvSpPr/>
            <p:nvPr/>
          </p:nvSpPr>
          <p:spPr>
            <a:xfrm>
              <a:off x="817066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56" name="tx356"/>
            <p:cNvSpPr/>
            <p:nvPr/>
          </p:nvSpPr>
          <p:spPr>
            <a:xfrm>
              <a:off x="754887" y="4639479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57" name="tx357"/>
            <p:cNvSpPr/>
            <p:nvPr/>
          </p:nvSpPr>
          <p:spPr>
            <a:xfrm>
              <a:off x="692708" y="376980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58" name="tx358"/>
            <p:cNvSpPr/>
            <p:nvPr/>
          </p:nvSpPr>
          <p:spPr>
            <a:xfrm>
              <a:off x="692708" y="290012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359" name="tx359"/>
            <p:cNvSpPr/>
            <p:nvPr/>
          </p:nvSpPr>
          <p:spPr>
            <a:xfrm>
              <a:off x="692708" y="2030448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360" name="tx360"/>
            <p:cNvSpPr/>
            <p:nvPr/>
          </p:nvSpPr>
          <p:spPr>
            <a:xfrm>
              <a:off x="1259665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61" name="tx361"/>
            <p:cNvSpPr/>
            <p:nvPr/>
          </p:nvSpPr>
          <p:spPr>
            <a:xfrm>
              <a:off x="297297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62" name="tx362"/>
            <p:cNvSpPr/>
            <p:nvPr/>
          </p:nvSpPr>
          <p:spPr>
            <a:xfrm>
              <a:off x="4686274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63" name="tx363"/>
            <p:cNvSpPr/>
            <p:nvPr/>
          </p:nvSpPr>
          <p:spPr>
            <a:xfrm>
              <a:off x="6430669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364" name="tx364"/>
            <p:cNvSpPr/>
            <p:nvPr/>
          </p:nvSpPr>
          <p:spPr>
            <a:xfrm>
              <a:off x="8175063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365" name="tx365"/>
            <p:cNvSpPr/>
            <p:nvPr/>
          </p:nvSpPr>
          <p:spPr>
            <a:xfrm>
              <a:off x="3793774" y="5925448"/>
              <a:ext cx="197153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Cockcroft-Gault eGFR (mL/min)</a:t>
              </a:r>
            </a:p>
          </p:txBody>
        </p:sp>
        <p:sp>
          <p:nvSpPr>
            <p:cNvPr id="366" name="tx366"/>
            <p:cNvSpPr/>
            <p:nvPr/>
          </p:nvSpPr>
          <p:spPr>
            <a:xfrm rot="-5400000">
              <a:off x="-804851" y="3759743"/>
              <a:ext cx="276349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eGFR, unindexed (mL/min)</a:t>
              </a:r>
            </a:p>
          </p:txBody>
        </p:sp>
        <p:sp>
          <p:nvSpPr>
            <p:cNvPr id="367" name="tx367"/>
            <p:cNvSpPr/>
            <p:nvPr/>
          </p:nvSpPr>
          <p:spPr>
            <a:xfrm>
              <a:off x="941876" y="1669789"/>
              <a:ext cx="2586288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Age &gt;= 75   |   N = 323, n_red = 55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2026-08-17T08:26:32Z</dcterms:modified>
  <cp:category/>
</cp:coreProperties>
</file>