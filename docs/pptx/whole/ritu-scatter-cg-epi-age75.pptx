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40182"/>
              <a:ext cx="6565893" cy="2159607"/>
            </a:xfrm>
            <a:custGeom>
              <a:avLst/>
              <a:pathLst>
                <a:path w="6565893" h="2159607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  <a:lnTo>
                    <a:pt x="6565893" y="211858"/>
                  </a:lnTo>
                  <a:lnTo>
                    <a:pt x="6482780" y="234763"/>
                  </a:lnTo>
                  <a:lnTo>
                    <a:pt x="6399668" y="257672"/>
                  </a:lnTo>
                  <a:lnTo>
                    <a:pt x="6316555" y="280585"/>
                  </a:lnTo>
                  <a:lnTo>
                    <a:pt x="6233442" y="303501"/>
                  </a:lnTo>
                  <a:lnTo>
                    <a:pt x="6150330" y="326422"/>
                  </a:lnTo>
                  <a:lnTo>
                    <a:pt x="6067217" y="349348"/>
                  </a:lnTo>
                  <a:lnTo>
                    <a:pt x="5984105" y="372279"/>
                  </a:lnTo>
                  <a:lnTo>
                    <a:pt x="5900992" y="395216"/>
                  </a:lnTo>
                  <a:lnTo>
                    <a:pt x="5817880" y="418158"/>
                  </a:lnTo>
                  <a:lnTo>
                    <a:pt x="5734767" y="441106"/>
                  </a:lnTo>
                  <a:lnTo>
                    <a:pt x="5651654" y="464061"/>
                  </a:lnTo>
                  <a:lnTo>
                    <a:pt x="5568542" y="487023"/>
                  </a:lnTo>
                  <a:lnTo>
                    <a:pt x="5485429" y="509993"/>
                  </a:lnTo>
                  <a:lnTo>
                    <a:pt x="5402317" y="532972"/>
                  </a:lnTo>
                  <a:lnTo>
                    <a:pt x="5319204" y="555959"/>
                  </a:lnTo>
                  <a:lnTo>
                    <a:pt x="5236092" y="578957"/>
                  </a:lnTo>
                  <a:lnTo>
                    <a:pt x="5152979" y="601965"/>
                  </a:lnTo>
                  <a:lnTo>
                    <a:pt x="5069866" y="624984"/>
                  </a:lnTo>
                  <a:lnTo>
                    <a:pt x="4986754" y="648016"/>
                  </a:lnTo>
                  <a:lnTo>
                    <a:pt x="4903641" y="671063"/>
                  </a:lnTo>
                  <a:lnTo>
                    <a:pt x="4820529" y="694124"/>
                  </a:lnTo>
                  <a:lnTo>
                    <a:pt x="4737416" y="717201"/>
                  </a:lnTo>
                  <a:lnTo>
                    <a:pt x="4654304" y="740297"/>
                  </a:lnTo>
                  <a:lnTo>
                    <a:pt x="4571191" y="763413"/>
                  </a:lnTo>
                  <a:lnTo>
                    <a:pt x="4488078" y="786551"/>
                  </a:lnTo>
                  <a:lnTo>
                    <a:pt x="4404966" y="809714"/>
                  </a:lnTo>
                  <a:lnTo>
                    <a:pt x="4321853" y="832903"/>
                  </a:lnTo>
                  <a:lnTo>
                    <a:pt x="4238741" y="856123"/>
                  </a:lnTo>
                  <a:lnTo>
                    <a:pt x="4155628" y="879376"/>
                  </a:lnTo>
                  <a:lnTo>
                    <a:pt x="4072516" y="902666"/>
                  </a:lnTo>
                  <a:lnTo>
                    <a:pt x="3989403" y="925997"/>
                  </a:lnTo>
                  <a:lnTo>
                    <a:pt x="3906290" y="949375"/>
                  </a:lnTo>
                  <a:lnTo>
                    <a:pt x="3823178" y="972806"/>
                  </a:lnTo>
                  <a:lnTo>
                    <a:pt x="3740065" y="996294"/>
                  </a:lnTo>
                  <a:lnTo>
                    <a:pt x="3656953" y="1019847"/>
                  </a:lnTo>
                  <a:lnTo>
                    <a:pt x="3573840" y="1043473"/>
                  </a:lnTo>
                  <a:lnTo>
                    <a:pt x="3490728" y="1067180"/>
                  </a:lnTo>
                  <a:lnTo>
                    <a:pt x="3407615" y="1090978"/>
                  </a:lnTo>
                  <a:lnTo>
                    <a:pt x="3324502" y="1114877"/>
                  </a:lnTo>
                  <a:lnTo>
                    <a:pt x="3241390" y="1138886"/>
                  </a:lnTo>
                  <a:lnTo>
                    <a:pt x="3158277" y="1163017"/>
                  </a:lnTo>
                  <a:lnTo>
                    <a:pt x="3075165" y="1187280"/>
                  </a:lnTo>
                  <a:lnTo>
                    <a:pt x="2992052" y="1211684"/>
                  </a:lnTo>
                  <a:lnTo>
                    <a:pt x="2908940" y="1236240"/>
                  </a:lnTo>
                  <a:lnTo>
                    <a:pt x="2825827" y="1260953"/>
                  </a:lnTo>
                  <a:lnTo>
                    <a:pt x="2742714" y="1285829"/>
                  </a:lnTo>
                  <a:lnTo>
                    <a:pt x="2659602" y="1310870"/>
                  </a:lnTo>
                  <a:lnTo>
                    <a:pt x="2576489" y="1336076"/>
                  </a:lnTo>
                  <a:lnTo>
                    <a:pt x="2493377" y="1361443"/>
                  </a:lnTo>
                  <a:lnTo>
                    <a:pt x="2410264" y="1386967"/>
                  </a:lnTo>
                  <a:lnTo>
                    <a:pt x="2327152" y="1412638"/>
                  </a:lnTo>
                  <a:lnTo>
                    <a:pt x="2244039" y="1438448"/>
                  </a:lnTo>
                  <a:lnTo>
                    <a:pt x="2160926" y="1464387"/>
                  </a:lnTo>
                  <a:lnTo>
                    <a:pt x="2077814" y="1490444"/>
                  </a:lnTo>
                  <a:lnTo>
                    <a:pt x="1994701" y="1516609"/>
                  </a:lnTo>
                  <a:lnTo>
                    <a:pt x="1911589" y="1542871"/>
                  </a:lnTo>
                  <a:lnTo>
                    <a:pt x="1828476" y="1569221"/>
                  </a:lnTo>
                  <a:lnTo>
                    <a:pt x="1745364" y="1595649"/>
                  </a:lnTo>
                  <a:lnTo>
                    <a:pt x="1662251" y="1622148"/>
                  </a:lnTo>
                  <a:lnTo>
                    <a:pt x="1579138" y="1648709"/>
                  </a:lnTo>
                  <a:lnTo>
                    <a:pt x="1496026" y="1675327"/>
                  </a:lnTo>
                  <a:lnTo>
                    <a:pt x="1412913" y="1701995"/>
                  </a:lnTo>
                  <a:lnTo>
                    <a:pt x="1329801" y="1728707"/>
                  </a:lnTo>
                  <a:lnTo>
                    <a:pt x="1246688" y="1755460"/>
                  </a:lnTo>
                  <a:lnTo>
                    <a:pt x="1163576" y="1782249"/>
                  </a:lnTo>
                  <a:lnTo>
                    <a:pt x="1080463" y="1809070"/>
                  </a:lnTo>
                  <a:lnTo>
                    <a:pt x="997350" y="1835920"/>
                  </a:lnTo>
                  <a:lnTo>
                    <a:pt x="914238" y="1862796"/>
                  </a:lnTo>
                  <a:lnTo>
                    <a:pt x="831125" y="1889696"/>
                  </a:lnTo>
                  <a:lnTo>
                    <a:pt x="748013" y="1916617"/>
                  </a:lnTo>
                  <a:lnTo>
                    <a:pt x="664900" y="1943558"/>
                  </a:lnTo>
                  <a:lnTo>
                    <a:pt x="581788" y="1970517"/>
                  </a:lnTo>
                  <a:lnTo>
                    <a:pt x="498675" y="1997491"/>
                  </a:lnTo>
                  <a:lnTo>
                    <a:pt x="415562" y="2024480"/>
                  </a:lnTo>
                  <a:lnTo>
                    <a:pt x="332450" y="2051483"/>
                  </a:lnTo>
                  <a:lnTo>
                    <a:pt x="249337" y="2078498"/>
                  </a:lnTo>
                  <a:lnTo>
                    <a:pt x="166225" y="2105524"/>
                  </a:lnTo>
                  <a:lnTo>
                    <a:pt x="83112" y="2132561"/>
                  </a:lnTo>
                  <a:lnTo>
                    <a:pt x="0" y="215960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40182"/>
              <a:ext cx="6565893" cy="2004688"/>
            </a:xfrm>
            <a:custGeom>
              <a:avLst/>
              <a:pathLst>
                <a:path w="6565893" h="2004688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52041"/>
              <a:ext cx="6565893" cy="1947748"/>
            </a:xfrm>
            <a:custGeom>
              <a:avLst/>
              <a:pathLst>
                <a:path w="6565893" h="1947748">
                  <a:moveTo>
                    <a:pt x="6565893" y="0"/>
                  </a:moveTo>
                  <a:lnTo>
                    <a:pt x="6482780" y="22904"/>
                  </a:lnTo>
                  <a:lnTo>
                    <a:pt x="6399668" y="45813"/>
                  </a:lnTo>
                  <a:lnTo>
                    <a:pt x="6316555" y="68726"/>
                  </a:lnTo>
                  <a:lnTo>
                    <a:pt x="6233442" y="91642"/>
                  </a:lnTo>
                  <a:lnTo>
                    <a:pt x="6150330" y="114563"/>
                  </a:lnTo>
                  <a:lnTo>
                    <a:pt x="6067217" y="137489"/>
                  </a:lnTo>
                  <a:lnTo>
                    <a:pt x="5984105" y="160420"/>
                  </a:lnTo>
                  <a:lnTo>
                    <a:pt x="5900992" y="183357"/>
                  </a:lnTo>
                  <a:lnTo>
                    <a:pt x="5817880" y="206299"/>
                  </a:lnTo>
                  <a:lnTo>
                    <a:pt x="5734767" y="229247"/>
                  </a:lnTo>
                  <a:lnTo>
                    <a:pt x="5651654" y="252202"/>
                  </a:lnTo>
                  <a:lnTo>
                    <a:pt x="5568542" y="275164"/>
                  </a:lnTo>
                  <a:lnTo>
                    <a:pt x="5485429" y="298134"/>
                  </a:lnTo>
                  <a:lnTo>
                    <a:pt x="5402317" y="321113"/>
                  </a:lnTo>
                  <a:lnTo>
                    <a:pt x="5319204" y="344100"/>
                  </a:lnTo>
                  <a:lnTo>
                    <a:pt x="5236092" y="367098"/>
                  </a:lnTo>
                  <a:lnTo>
                    <a:pt x="5152979" y="390106"/>
                  </a:lnTo>
                  <a:lnTo>
                    <a:pt x="5069866" y="413125"/>
                  </a:lnTo>
                  <a:lnTo>
                    <a:pt x="4986754" y="436157"/>
                  </a:lnTo>
                  <a:lnTo>
                    <a:pt x="4903641" y="459204"/>
                  </a:lnTo>
                  <a:lnTo>
                    <a:pt x="4820529" y="482265"/>
                  </a:lnTo>
                  <a:lnTo>
                    <a:pt x="4737416" y="505342"/>
                  </a:lnTo>
                  <a:lnTo>
                    <a:pt x="4654304" y="528438"/>
                  </a:lnTo>
                  <a:lnTo>
                    <a:pt x="4571191" y="551554"/>
                  </a:lnTo>
                  <a:lnTo>
                    <a:pt x="4488078" y="574692"/>
                  </a:lnTo>
                  <a:lnTo>
                    <a:pt x="4404966" y="597855"/>
                  </a:lnTo>
                  <a:lnTo>
                    <a:pt x="4321853" y="621044"/>
                  </a:lnTo>
                  <a:lnTo>
                    <a:pt x="4238741" y="644264"/>
                  </a:lnTo>
                  <a:lnTo>
                    <a:pt x="4155628" y="667517"/>
                  </a:lnTo>
                  <a:lnTo>
                    <a:pt x="4072516" y="690807"/>
                  </a:lnTo>
                  <a:lnTo>
                    <a:pt x="3989403" y="714138"/>
                  </a:lnTo>
                  <a:lnTo>
                    <a:pt x="3906290" y="737516"/>
                  </a:lnTo>
                  <a:lnTo>
                    <a:pt x="3823178" y="760947"/>
                  </a:lnTo>
                  <a:lnTo>
                    <a:pt x="3740065" y="784435"/>
                  </a:lnTo>
                  <a:lnTo>
                    <a:pt x="3656953" y="807988"/>
                  </a:lnTo>
                  <a:lnTo>
                    <a:pt x="3573840" y="831614"/>
                  </a:lnTo>
                  <a:lnTo>
                    <a:pt x="3490728" y="855321"/>
                  </a:lnTo>
                  <a:lnTo>
                    <a:pt x="3407615" y="879119"/>
                  </a:lnTo>
                  <a:lnTo>
                    <a:pt x="3324502" y="903018"/>
                  </a:lnTo>
                  <a:lnTo>
                    <a:pt x="3241390" y="927027"/>
                  </a:lnTo>
                  <a:lnTo>
                    <a:pt x="3158277" y="951158"/>
                  </a:lnTo>
                  <a:lnTo>
                    <a:pt x="3075165" y="975421"/>
                  </a:lnTo>
                  <a:lnTo>
                    <a:pt x="2992052" y="999825"/>
                  </a:lnTo>
                  <a:lnTo>
                    <a:pt x="2908940" y="1024381"/>
                  </a:lnTo>
                  <a:lnTo>
                    <a:pt x="2825827" y="1049094"/>
                  </a:lnTo>
                  <a:lnTo>
                    <a:pt x="2742714" y="1073970"/>
                  </a:lnTo>
                  <a:lnTo>
                    <a:pt x="2659602" y="1099012"/>
                  </a:lnTo>
                  <a:lnTo>
                    <a:pt x="2576489" y="1124217"/>
                  </a:lnTo>
                  <a:lnTo>
                    <a:pt x="2493377" y="1149584"/>
                  </a:lnTo>
                  <a:lnTo>
                    <a:pt x="2410264" y="1175108"/>
                  </a:lnTo>
                  <a:lnTo>
                    <a:pt x="2327152" y="1200779"/>
                  </a:lnTo>
                  <a:lnTo>
                    <a:pt x="2244039" y="1226589"/>
                  </a:lnTo>
                  <a:lnTo>
                    <a:pt x="2160926" y="1252528"/>
                  </a:lnTo>
                  <a:lnTo>
                    <a:pt x="2077814" y="1278585"/>
                  </a:lnTo>
                  <a:lnTo>
                    <a:pt x="1994701" y="1304750"/>
                  </a:lnTo>
                  <a:lnTo>
                    <a:pt x="1911589" y="1331012"/>
                  </a:lnTo>
                  <a:lnTo>
                    <a:pt x="1828476" y="1357362"/>
                  </a:lnTo>
                  <a:lnTo>
                    <a:pt x="1745364" y="1383790"/>
                  </a:lnTo>
                  <a:lnTo>
                    <a:pt x="1662251" y="1410289"/>
                  </a:lnTo>
                  <a:lnTo>
                    <a:pt x="1579138" y="1436850"/>
                  </a:lnTo>
                  <a:lnTo>
                    <a:pt x="1496026" y="1463468"/>
                  </a:lnTo>
                  <a:lnTo>
                    <a:pt x="1412913" y="1490136"/>
                  </a:lnTo>
                  <a:lnTo>
                    <a:pt x="1329801" y="1516848"/>
                  </a:lnTo>
                  <a:lnTo>
                    <a:pt x="1246688" y="1543601"/>
                  </a:lnTo>
                  <a:lnTo>
                    <a:pt x="1163576" y="1570390"/>
                  </a:lnTo>
                  <a:lnTo>
                    <a:pt x="1080463" y="1597211"/>
                  </a:lnTo>
                  <a:lnTo>
                    <a:pt x="997350" y="1624061"/>
                  </a:lnTo>
                  <a:lnTo>
                    <a:pt x="914238" y="1650937"/>
                  </a:lnTo>
                  <a:lnTo>
                    <a:pt x="831125" y="1677837"/>
                  </a:lnTo>
                  <a:lnTo>
                    <a:pt x="748013" y="1704758"/>
                  </a:lnTo>
                  <a:lnTo>
                    <a:pt x="664900" y="1731699"/>
                  </a:lnTo>
                  <a:lnTo>
                    <a:pt x="581788" y="1758658"/>
                  </a:lnTo>
                  <a:lnTo>
                    <a:pt x="498675" y="1785632"/>
                  </a:lnTo>
                  <a:lnTo>
                    <a:pt x="415562" y="1812621"/>
                  </a:lnTo>
                  <a:lnTo>
                    <a:pt x="332450" y="1839624"/>
                  </a:lnTo>
                  <a:lnTo>
                    <a:pt x="249337" y="1866639"/>
                  </a:lnTo>
                  <a:lnTo>
                    <a:pt x="166225" y="1893665"/>
                  </a:lnTo>
                  <a:lnTo>
                    <a:pt x="83112" y="1920702"/>
                  </a:lnTo>
                  <a:lnTo>
                    <a:pt x="0" y="1947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46112"/>
              <a:ext cx="6565893" cy="1976218"/>
            </a:xfrm>
            <a:custGeom>
              <a:avLst/>
              <a:pathLst>
                <a:path w="6565893" h="1976218">
                  <a:moveTo>
                    <a:pt x="0" y="1976218"/>
                  </a:moveTo>
                  <a:lnTo>
                    <a:pt x="83112" y="1951203"/>
                  </a:lnTo>
                  <a:lnTo>
                    <a:pt x="166225" y="1926187"/>
                  </a:lnTo>
                  <a:lnTo>
                    <a:pt x="249337" y="1901172"/>
                  </a:lnTo>
                  <a:lnTo>
                    <a:pt x="332450" y="1876157"/>
                  </a:lnTo>
                  <a:lnTo>
                    <a:pt x="415562" y="1851141"/>
                  </a:lnTo>
                  <a:lnTo>
                    <a:pt x="498675" y="1826126"/>
                  </a:lnTo>
                  <a:lnTo>
                    <a:pt x="581788" y="1801110"/>
                  </a:lnTo>
                  <a:lnTo>
                    <a:pt x="664900" y="1776095"/>
                  </a:lnTo>
                  <a:lnTo>
                    <a:pt x="748013" y="1751079"/>
                  </a:lnTo>
                  <a:lnTo>
                    <a:pt x="831125" y="1726064"/>
                  </a:lnTo>
                  <a:lnTo>
                    <a:pt x="914238" y="1701049"/>
                  </a:lnTo>
                  <a:lnTo>
                    <a:pt x="997350" y="1676033"/>
                  </a:lnTo>
                  <a:lnTo>
                    <a:pt x="1080463" y="1651018"/>
                  </a:lnTo>
                  <a:lnTo>
                    <a:pt x="1163576" y="1626002"/>
                  </a:lnTo>
                  <a:lnTo>
                    <a:pt x="1246688" y="1600987"/>
                  </a:lnTo>
                  <a:lnTo>
                    <a:pt x="1329801" y="1575971"/>
                  </a:lnTo>
                  <a:lnTo>
                    <a:pt x="1412913" y="1550956"/>
                  </a:lnTo>
                  <a:lnTo>
                    <a:pt x="1496026" y="1525941"/>
                  </a:lnTo>
                  <a:lnTo>
                    <a:pt x="1579138" y="1500925"/>
                  </a:lnTo>
                  <a:lnTo>
                    <a:pt x="1662251" y="1475910"/>
                  </a:lnTo>
                  <a:lnTo>
                    <a:pt x="1745364" y="1450894"/>
                  </a:lnTo>
                  <a:lnTo>
                    <a:pt x="1828476" y="1425879"/>
                  </a:lnTo>
                  <a:lnTo>
                    <a:pt x="1911589" y="1400863"/>
                  </a:lnTo>
                  <a:lnTo>
                    <a:pt x="1994701" y="1375848"/>
                  </a:lnTo>
                  <a:lnTo>
                    <a:pt x="2077814" y="1350833"/>
                  </a:lnTo>
                  <a:lnTo>
                    <a:pt x="2160926" y="1325817"/>
                  </a:lnTo>
                  <a:lnTo>
                    <a:pt x="2244039" y="1300802"/>
                  </a:lnTo>
                  <a:lnTo>
                    <a:pt x="2327152" y="1275786"/>
                  </a:lnTo>
                  <a:lnTo>
                    <a:pt x="2410264" y="1250771"/>
                  </a:lnTo>
                  <a:lnTo>
                    <a:pt x="2493377" y="1225755"/>
                  </a:lnTo>
                  <a:lnTo>
                    <a:pt x="2576489" y="1200740"/>
                  </a:lnTo>
                  <a:lnTo>
                    <a:pt x="2659602" y="1175725"/>
                  </a:lnTo>
                  <a:lnTo>
                    <a:pt x="2742714" y="1150709"/>
                  </a:lnTo>
                  <a:lnTo>
                    <a:pt x="2825827" y="1125694"/>
                  </a:lnTo>
                  <a:lnTo>
                    <a:pt x="2908940" y="1100678"/>
                  </a:lnTo>
                  <a:lnTo>
                    <a:pt x="2992052" y="1075663"/>
                  </a:lnTo>
                  <a:lnTo>
                    <a:pt x="3075165" y="1050647"/>
                  </a:lnTo>
                  <a:lnTo>
                    <a:pt x="3158277" y="1025632"/>
                  </a:lnTo>
                  <a:lnTo>
                    <a:pt x="3241390" y="1000617"/>
                  </a:lnTo>
                  <a:lnTo>
                    <a:pt x="3324502" y="975601"/>
                  </a:lnTo>
                  <a:lnTo>
                    <a:pt x="3407615" y="950586"/>
                  </a:lnTo>
                  <a:lnTo>
                    <a:pt x="3490728" y="925570"/>
                  </a:lnTo>
                  <a:lnTo>
                    <a:pt x="3573840" y="900555"/>
                  </a:lnTo>
                  <a:lnTo>
                    <a:pt x="3656953" y="875539"/>
                  </a:lnTo>
                  <a:lnTo>
                    <a:pt x="3740065" y="850524"/>
                  </a:lnTo>
                  <a:lnTo>
                    <a:pt x="3823178" y="825509"/>
                  </a:lnTo>
                  <a:lnTo>
                    <a:pt x="3906290" y="800493"/>
                  </a:lnTo>
                  <a:lnTo>
                    <a:pt x="3989403" y="775478"/>
                  </a:lnTo>
                  <a:lnTo>
                    <a:pt x="4072516" y="750462"/>
                  </a:lnTo>
                  <a:lnTo>
                    <a:pt x="4155628" y="725447"/>
                  </a:lnTo>
                  <a:lnTo>
                    <a:pt x="4238741" y="700431"/>
                  </a:lnTo>
                  <a:lnTo>
                    <a:pt x="4321853" y="675416"/>
                  </a:lnTo>
                  <a:lnTo>
                    <a:pt x="4404966" y="650401"/>
                  </a:lnTo>
                  <a:lnTo>
                    <a:pt x="4488078" y="625385"/>
                  </a:lnTo>
                  <a:lnTo>
                    <a:pt x="4571191" y="600370"/>
                  </a:lnTo>
                  <a:lnTo>
                    <a:pt x="4654304" y="575354"/>
                  </a:lnTo>
                  <a:lnTo>
                    <a:pt x="4737416" y="550339"/>
                  </a:lnTo>
                  <a:lnTo>
                    <a:pt x="4820529" y="525323"/>
                  </a:lnTo>
                  <a:lnTo>
                    <a:pt x="4903641" y="500308"/>
                  </a:lnTo>
                  <a:lnTo>
                    <a:pt x="4986754" y="475293"/>
                  </a:lnTo>
                  <a:lnTo>
                    <a:pt x="5069866" y="450277"/>
                  </a:lnTo>
                  <a:lnTo>
                    <a:pt x="5152979" y="425262"/>
                  </a:lnTo>
                  <a:lnTo>
                    <a:pt x="5236092" y="400246"/>
                  </a:lnTo>
                  <a:lnTo>
                    <a:pt x="5319204" y="375231"/>
                  </a:lnTo>
                  <a:lnTo>
                    <a:pt x="5402317" y="350215"/>
                  </a:lnTo>
                  <a:lnTo>
                    <a:pt x="5485429" y="325200"/>
                  </a:lnTo>
                  <a:lnTo>
                    <a:pt x="5568542" y="300185"/>
                  </a:lnTo>
                  <a:lnTo>
                    <a:pt x="5651654" y="275169"/>
                  </a:lnTo>
                  <a:lnTo>
                    <a:pt x="5734767" y="250154"/>
                  </a:lnTo>
                  <a:lnTo>
                    <a:pt x="5817880" y="225138"/>
                  </a:lnTo>
                  <a:lnTo>
                    <a:pt x="5900992" y="200123"/>
                  </a:lnTo>
                  <a:lnTo>
                    <a:pt x="5984105" y="175107"/>
                  </a:lnTo>
                  <a:lnTo>
                    <a:pt x="6067217" y="150092"/>
                  </a:lnTo>
                  <a:lnTo>
                    <a:pt x="6150330" y="125077"/>
                  </a:lnTo>
                  <a:lnTo>
                    <a:pt x="6233442" y="100061"/>
                  </a:lnTo>
                  <a:lnTo>
                    <a:pt x="6316555" y="75046"/>
                  </a:lnTo>
                  <a:lnTo>
                    <a:pt x="6399668" y="50030"/>
                  </a:lnTo>
                  <a:lnTo>
                    <a:pt x="6482780" y="2501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0.60 x +35.5   (R² = 0.65)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322,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2026-10-27T10:59:48Z</dcterms:modified>
  <cp:category/>
</cp:coreProperties>
</file>