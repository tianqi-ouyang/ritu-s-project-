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1985667" y="2636385"/>
              <a:ext cx="6565893" cy="2168685"/>
            </a:xfrm>
            <a:custGeom>
              <a:avLst/>
              <a:pathLst>
                <a:path w="6565893" h="2168685">
                  <a:moveTo>
                    <a:pt x="0" y="2013551"/>
                  </a:moveTo>
                  <a:lnTo>
                    <a:pt x="83112" y="1990463"/>
                  </a:lnTo>
                  <a:lnTo>
                    <a:pt x="166225" y="1967365"/>
                  </a:lnTo>
                  <a:lnTo>
                    <a:pt x="249337" y="1944256"/>
                  </a:lnTo>
                  <a:lnTo>
                    <a:pt x="332450" y="1921136"/>
                  </a:lnTo>
                  <a:lnTo>
                    <a:pt x="415562" y="1898004"/>
                  </a:lnTo>
                  <a:lnTo>
                    <a:pt x="498675" y="1874858"/>
                  </a:lnTo>
                  <a:lnTo>
                    <a:pt x="581788" y="1851697"/>
                  </a:lnTo>
                  <a:lnTo>
                    <a:pt x="664900" y="1828520"/>
                  </a:lnTo>
                  <a:lnTo>
                    <a:pt x="748013" y="1805326"/>
                  </a:lnTo>
                  <a:lnTo>
                    <a:pt x="831125" y="1782112"/>
                  </a:lnTo>
                  <a:lnTo>
                    <a:pt x="914238" y="1758876"/>
                  </a:lnTo>
                  <a:lnTo>
                    <a:pt x="997350" y="1735617"/>
                  </a:lnTo>
                  <a:lnTo>
                    <a:pt x="1080463" y="1712331"/>
                  </a:lnTo>
                  <a:lnTo>
                    <a:pt x="1163576" y="1689015"/>
                  </a:lnTo>
                  <a:lnTo>
                    <a:pt x="1246688" y="1665668"/>
                  </a:lnTo>
                  <a:lnTo>
                    <a:pt x="1329801" y="1642284"/>
                  </a:lnTo>
                  <a:lnTo>
                    <a:pt x="1412913" y="1618859"/>
                  </a:lnTo>
                  <a:lnTo>
                    <a:pt x="1496026" y="1595390"/>
                  </a:lnTo>
                  <a:lnTo>
                    <a:pt x="1579138" y="1571870"/>
                  </a:lnTo>
                  <a:lnTo>
                    <a:pt x="1662251" y="1548293"/>
                  </a:lnTo>
                  <a:lnTo>
                    <a:pt x="1745364" y="1524653"/>
                  </a:lnTo>
                  <a:lnTo>
                    <a:pt x="1828476" y="1500943"/>
                  </a:lnTo>
                  <a:lnTo>
                    <a:pt x="1911589" y="1477153"/>
                  </a:lnTo>
                  <a:lnTo>
                    <a:pt x="1994701" y="1453275"/>
                  </a:lnTo>
                  <a:lnTo>
                    <a:pt x="2077814" y="1429298"/>
                  </a:lnTo>
                  <a:lnTo>
                    <a:pt x="2160926" y="1405214"/>
                  </a:lnTo>
                  <a:lnTo>
                    <a:pt x="2244039" y="1381010"/>
                  </a:lnTo>
                  <a:lnTo>
                    <a:pt x="2327152" y="1356677"/>
                  </a:lnTo>
                  <a:lnTo>
                    <a:pt x="2410264" y="1332204"/>
                  </a:lnTo>
                  <a:lnTo>
                    <a:pt x="2493377" y="1307582"/>
                  </a:lnTo>
                  <a:lnTo>
                    <a:pt x="2576489" y="1282804"/>
                  </a:lnTo>
                  <a:lnTo>
                    <a:pt x="2659602" y="1257863"/>
                  </a:lnTo>
                  <a:lnTo>
                    <a:pt x="2742714" y="1232757"/>
                  </a:lnTo>
                  <a:lnTo>
                    <a:pt x="2825827" y="1207486"/>
                  </a:lnTo>
                  <a:lnTo>
                    <a:pt x="2908940" y="1182051"/>
                  </a:lnTo>
                  <a:lnTo>
                    <a:pt x="2992052" y="1156459"/>
                  </a:lnTo>
                  <a:lnTo>
                    <a:pt x="3075165" y="1130715"/>
                  </a:lnTo>
                  <a:lnTo>
                    <a:pt x="3158277" y="1104830"/>
                  </a:lnTo>
                  <a:lnTo>
                    <a:pt x="3241390" y="1078813"/>
                  </a:lnTo>
                  <a:lnTo>
                    <a:pt x="3324502" y="1052674"/>
                  </a:lnTo>
                  <a:lnTo>
                    <a:pt x="3407615" y="1026425"/>
                  </a:lnTo>
                  <a:lnTo>
                    <a:pt x="3490728" y="1000076"/>
                  </a:lnTo>
                  <a:lnTo>
                    <a:pt x="3573840" y="973636"/>
                  </a:lnTo>
                  <a:lnTo>
                    <a:pt x="3656953" y="947115"/>
                  </a:lnTo>
                  <a:lnTo>
                    <a:pt x="3740065" y="920521"/>
                  </a:lnTo>
                  <a:lnTo>
                    <a:pt x="3823178" y="893862"/>
                  </a:lnTo>
                  <a:lnTo>
                    <a:pt x="3906290" y="867146"/>
                  </a:lnTo>
                  <a:lnTo>
                    <a:pt x="3989403" y="840377"/>
                  </a:lnTo>
                  <a:lnTo>
                    <a:pt x="4072516" y="813563"/>
                  </a:lnTo>
                  <a:lnTo>
                    <a:pt x="4155628" y="786707"/>
                  </a:lnTo>
                  <a:lnTo>
                    <a:pt x="4238741" y="759813"/>
                  </a:lnTo>
                  <a:lnTo>
                    <a:pt x="4321853" y="732887"/>
                  </a:lnTo>
                  <a:lnTo>
                    <a:pt x="4404966" y="705930"/>
                  </a:lnTo>
                  <a:lnTo>
                    <a:pt x="4488078" y="678947"/>
                  </a:lnTo>
                  <a:lnTo>
                    <a:pt x="4571191" y="651939"/>
                  </a:lnTo>
                  <a:lnTo>
                    <a:pt x="4654304" y="624909"/>
                  </a:lnTo>
                  <a:lnTo>
                    <a:pt x="4737416" y="597859"/>
                  </a:lnTo>
                  <a:lnTo>
                    <a:pt x="4820529" y="570791"/>
                  </a:lnTo>
                  <a:lnTo>
                    <a:pt x="4903641" y="543706"/>
                  </a:lnTo>
                  <a:lnTo>
                    <a:pt x="4986754" y="516607"/>
                  </a:lnTo>
                  <a:lnTo>
                    <a:pt x="5069866" y="489493"/>
                  </a:lnTo>
                  <a:lnTo>
                    <a:pt x="5152979" y="462367"/>
                  </a:lnTo>
                  <a:lnTo>
                    <a:pt x="5236092" y="435230"/>
                  </a:lnTo>
                  <a:lnTo>
                    <a:pt x="5319204" y="408081"/>
                  </a:lnTo>
                  <a:lnTo>
                    <a:pt x="5402317" y="380923"/>
                  </a:lnTo>
                  <a:lnTo>
                    <a:pt x="5485429" y="353756"/>
                  </a:lnTo>
                  <a:lnTo>
                    <a:pt x="5568542" y="326581"/>
                  </a:lnTo>
                  <a:lnTo>
                    <a:pt x="5651654" y="299397"/>
                  </a:lnTo>
                  <a:lnTo>
                    <a:pt x="5734767" y="272207"/>
                  </a:lnTo>
                  <a:lnTo>
                    <a:pt x="5817880" y="245010"/>
                  </a:lnTo>
                  <a:lnTo>
                    <a:pt x="5900992" y="217806"/>
                  </a:lnTo>
                  <a:lnTo>
                    <a:pt x="5984105" y="190597"/>
                  </a:lnTo>
                  <a:lnTo>
                    <a:pt x="6067217" y="163383"/>
                  </a:lnTo>
                  <a:lnTo>
                    <a:pt x="6150330" y="136163"/>
                  </a:lnTo>
                  <a:lnTo>
                    <a:pt x="6233442" y="108939"/>
                  </a:lnTo>
                  <a:lnTo>
                    <a:pt x="6316555" y="81710"/>
                  </a:lnTo>
                  <a:lnTo>
                    <a:pt x="6399668" y="54477"/>
                  </a:lnTo>
                  <a:lnTo>
                    <a:pt x="6482780" y="27240"/>
                  </a:lnTo>
                  <a:lnTo>
                    <a:pt x="6565893" y="0"/>
                  </a:lnTo>
                  <a:lnTo>
                    <a:pt x="6565893" y="212593"/>
                  </a:lnTo>
                  <a:lnTo>
                    <a:pt x="6482780" y="235601"/>
                  </a:lnTo>
                  <a:lnTo>
                    <a:pt x="6399668" y="258613"/>
                  </a:lnTo>
                  <a:lnTo>
                    <a:pt x="6316555" y="281629"/>
                  </a:lnTo>
                  <a:lnTo>
                    <a:pt x="6233442" y="304649"/>
                  </a:lnTo>
                  <a:lnTo>
                    <a:pt x="6150330" y="327673"/>
                  </a:lnTo>
                  <a:lnTo>
                    <a:pt x="6067217" y="350702"/>
                  </a:lnTo>
                  <a:lnTo>
                    <a:pt x="5984105" y="373736"/>
                  </a:lnTo>
                  <a:lnTo>
                    <a:pt x="5900992" y="396775"/>
                  </a:lnTo>
                  <a:lnTo>
                    <a:pt x="5817880" y="419821"/>
                  </a:lnTo>
                  <a:lnTo>
                    <a:pt x="5734767" y="442872"/>
                  </a:lnTo>
                  <a:lnTo>
                    <a:pt x="5651654" y="465930"/>
                  </a:lnTo>
                  <a:lnTo>
                    <a:pt x="5568542" y="488996"/>
                  </a:lnTo>
                  <a:lnTo>
                    <a:pt x="5485429" y="512069"/>
                  </a:lnTo>
                  <a:lnTo>
                    <a:pt x="5402317" y="535150"/>
                  </a:lnTo>
                  <a:lnTo>
                    <a:pt x="5319204" y="558241"/>
                  </a:lnTo>
                  <a:lnTo>
                    <a:pt x="5236092" y="581341"/>
                  </a:lnTo>
                  <a:lnTo>
                    <a:pt x="5152979" y="604452"/>
                  </a:lnTo>
                  <a:lnTo>
                    <a:pt x="5069866" y="627575"/>
                  </a:lnTo>
                  <a:lnTo>
                    <a:pt x="4986754" y="650710"/>
                  </a:lnTo>
                  <a:lnTo>
                    <a:pt x="4903641" y="673859"/>
                  </a:lnTo>
                  <a:lnTo>
                    <a:pt x="4820529" y="697023"/>
                  </a:lnTo>
                  <a:lnTo>
                    <a:pt x="4737416" y="720204"/>
                  </a:lnTo>
                  <a:lnTo>
                    <a:pt x="4654304" y="743403"/>
                  </a:lnTo>
                  <a:lnTo>
                    <a:pt x="4571191" y="766622"/>
                  </a:lnTo>
                  <a:lnTo>
                    <a:pt x="4488078" y="789862"/>
                  </a:lnTo>
                  <a:lnTo>
                    <a:pt x="4404966" y="813127"/>
                  </a:lnTo>
                  <a:lnTo>
                    <a:pt x="4321853" y="836420"/>
                  </a:lnTo>
                  <a:lnTo>
                    <a:pt x="4238741" y="859742"/>
                  </a:lnTo>
                  <a:lnTo>
                    <a:pt x="4155628" y="883097"/>
                  </a:lnTo>
                  <a:lnTo>
                    <a:pt x="4072516" y="906490"/>
                  </a:lnTo>
                  <a:lnTo>
                    <a:pt x="3989403" y="929924"/>
                  </a:lnTo>
                  <a:lnTo>
                    <a:pt x="3906290" y="953404"/>
                  </a:lnTo>
                  <a:lnTo>
                    <a:pt x="3823178" y="976936"/>
                  </a:lnTo>
                  <a:lnTo>
                    <a:pt x="3740065" y="1000526"/>
                  </a:lnTo>
                  <a:lnTo>
                    <a:pt x="3656953" y="1024181"/>
                  </a:lnTo>
                  <a:lnTo>
                    <a:pt x="3573840" y="1047909"/>
                  </a:lnTo>
                  <a:lnTo>
                    <a:pt x="3490728" y="1071717"/>
                  </a:lnTo>
                  <a:lnTo>
                    <a:pt x="3407615" y="1095616"/>
                  </a:lnTo>
                  <a:lnTo>
                    <a:pt x="3324502" y="1119616"/>
                  </a:lnTo>
                  <a:lnTo>
                    <a:pt x="3241390" y="1143726"/>
                  </a:lnTo>
                  <a:lnTo>
                    <a:pt x="3158277" y="1167957"/>
                  </a:lnTo>
                  <a:lnTo>
                    <a:pt x="3075165" y="1192321"/>
                  </a:lnTo>
                  <a:lnTo>
                    <a:pt x="2992052" y="1216826"/>
                  </a:lnTo>
                  <a:lnTo>
                    <a:pt x="2908940" y="1241482"/>
                  </a:lnTo>
                  <a:lnTo>
                    <a:pt x="2825827" y="1266297"/>
                  </a:lnTo>
                  <a:lnTo>
                    <a:pt x="2742714" y="1291274"/>
                  </a:lnTo>
                  <a:lnTo>
                    <a:pt x="2659602" y="1316417"/>
                  </a:lnTo>
                  <a:lnTo>
                    <a:pt x="2576489" y="1341725"/>
                  </a:lnTo>
                  <a:lnTo>
                    <a:pt x="2493377" y="1367195"/>
                  </a:lnTo>
                  <a:lnTo>
                    <a:pt x="2410264" y="1392821"/>
                  </a:lnTo>
                  <a:lnTo>
                    <a:pt x="2327152" y="1418597"/>
                  </a:lnTo>
                  <a:lnTo>
                    <a:pt x="2244039" y="1444512"/>
                  </a:lnTo>
                  <a:lnTo>
                    <a:pt x="2160926" y="1470558"/>
                  </a:lnTo>
                  <a:lnTo>
                    <a:pt x="2077814" y="1496722"/>
                  </a:lnTo>
                  <a:lnTo>
                    <a:pt x="1994701" y="1522994"/>
                  </a:lnTo>
                  <a:lnTo>
                    <a:pt x="1911589" y="1549365"/>
                  </a:lnTo>
                  <a:lnTo>
                    <a:pt x="1828476" y="1575823"/>
                  </a:lnTo>
                  <a:lnTo>
                    <a:pt x="1745364" y="1602361"/>
                  </a:lnTo>
                  <a:lnTo>
                    <a:pt x="1662251" y="1628970"/>
                  </a:lnTo>
                  <a:lnTo>
                    <a:pt x="1579138" y="1655642"/>
                  </a:lnTo>
                  <a:lnTo>
                    <a:pt x="1496026" y="1682371"/>
                  </a:lnTo>
                  <a:lnTo>
                    <a:pt x="1412913" y="1709150"/>
                  </a:lnTo>
                  <a:lnTo>
                    <a:pt x="1329801" y="1735974"/>
                  </a:lnTo>
                  <a:lnTo>
                    <a:pt x="1246688" y="1762839"/>
                  </a:lnTo>
                  <a:lnTo>
                    <a:pt x="1163576" y="1789740"/>
                  </a:lnTo>
                  <a:lnTo>
                    <a:pt x="1080463" y="1816673"/>
                  </a:lnTo>
                  <a:lnTo>
                    <a:pt x="997350" y="1843636"/>
                  </a:lnTo>
                  <a:lnTo>
                    <a:pt x="914238" y="1870625"/>
                  </a:lnTo>
                  <a:lnTo>
                    <a:pt x="831125" y="1897638"/>
                  </a:lnTo>
                  <a:lnTo>
                    <a:pt x="748013" y="1924673"/>
                  </a:lnTo>
                  <a:lnTo>
                    <a:pt x="664900" y="1951727"/>
                  </a:lnTo>
                  <a:lnTo>
                    <a:pt x="581788" y="1978799"/>
                  </a:lnTo>
                  <a:lnTo>
                    <a:pt x="498675" y="2005887"/>
                  </a:lnTo>
                  <a:lnTo>
                    <a:pt x="415562" y="2032990"/>
                  </a:lnTo>
                  <a:lnTo>
                    <a:pt x="332450" y="2060106"/>
                  </a:lnTo>
                  <a:lnTo>
                    <a:pt x="249337" y="2087235"/>
                  </a:lnTo>
                  <a:lnTo>
                    <a:pt x="166225" y="2114375"/>
                  </a:lnTo>
                  <a:lnTo>
                    <a:pt x="83112" y="2141525"/>
                  </a:lnTo>
                  <a:lnTo>
                    <a:pt x="0" y="2168685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636385"/>
              <a:ext cx="6565893" cy="2013551"/>
            </a:xfrm>
            <a:custGeom>
              <a:avLst/>
              <a:pathLst>
                <a:path w="6565893" h="2013551">
                  <a:moveTo>
                    <a:pt x="0" y="2013551"/>
                  </a:moveTo>
                  <a:lnTo>
                    <a:pt x="83112" y="1990463"/>
                  </a:lnTo>
                  <a:lnTo>
                    <a:pt x="166225" y="1967365"/>
                  </a:lnTo>
                  <a:lnTo>
                    <a:pt x="249337" y="1944256"/>
                  </a:lnTo>
                  <a:lnTo>
                    <a:pt x="332450" y="1921136"/>
                  </a:lnTo>
                  <a:lnTo>
                    <a:pt x="415562" y="1898004"/>
                  </a:lnTo>
                  <a:lnTo>
                    <a:pt x="498675" y="1874858"/>
                  </a:lnTo>
                  <a:lnTo>
                    <a:pt x="581788" y="1851697"/>
                  </a:lnTo>
                  <a:lnTo>
                    <a:pt x="664900" y="1828520"/>
                  </a:lnTo>
                  <a:lnTo>
                    <a:pt x="748013" y="1805326"/>
                  </a:lnTo>
                  <a:lnTo>
                    <a:pt x="831125" y="1782112"/>
                  </a:lnTo>
                  <a:lnTo>
                    <a:pt x="914238" y="1758876"/>
                  </a:lnTo>
                  <a:lnTo>
                    <a:pt x="997350" y="1735617"/>
                  </a:lnTo>
                  <a:lnTo>
                    <a:pt x="1080463" y="1712331"/>
                  </a:lnTo>
                  <a:lnTo>
                    <a:pt x="1163576" y="1689015"/>
                  </a:lnTo>
                  <a:lnTo>
                    <a:pt x="1246688" y="1665668"/>
                  </a:lnTo>
                  <a:lnTo>
                    <a:pt x="1329801" y="1642284"/>
                  </a:lnTo>
                  <a:lnTo>
                    <a:pt x="1412913" y="1618859"/>
                  </a:lnTo>
                  <a:lnTo>
                    <a:pt x="1496026" y="1595390"/>
                  </a:lnTo>
                  <a:lnTo>
                    <a:pt x="1579138" y="1571870"/>
                  </a:lnTo>
                  <a:lnTo>
                    <a:pt x="1662251" y="1548293"/>
                  </a:lnTo>
                  <a:lnTo>
                    <a:pt x="1745364" y="1524653"/>
                  </a:lnTo>
                  <a:lnTo>
                    <a:pt x="1828476" y="1500943"/>
                  </a:lnTo>
                  <a:lnTo>
                    <a:pt x="1911589" y="1477153"/>
                  </a:lnTo>
                  <a:lnTo>
                    <a:pt x="1994701" y="1453275"/>
                  </a:lnTo>
                  <a:lnTo>
                    <a:pt x="2077814" y="1429298"/>
                  </a:lnTo>
                  <a:lnTo>
                    <a:pt x="2160926" y="1405214"/>
                  </a:lnTo>
                  <a:lnTo>
                    <a:pt x="2244039" y="1381010"/>
                  </a:lnTo>
                  <a:lnTo>
                    <a:pt x="2327152" y="1356677"/>
                  </a:lnTo>
                  <a:lnTo>
                    <a:pt x="2410264" y="1332204"/>
                  </a:lnTo>
                  <a:lnTo>
                    <a:pt x="2493377" y="1307582"/>
                  </a:lnTo>
                  <a:lnTo>
                    <a:pt x="2576489" y="1282804"/>
                  </a:lnTo>
                  <a:lnTo>
                    <a:pt x="2659602" y="1257863"/>
                  </a:lnTo>
                  <a:lnTo>
                    <a:pt x="2742714" y="1232757"/>
                  </a:lnTo>
                  <a:lnTo>
                    <a:pt x="2825827" y="1207486"/>
                  </a:lnTo>
                  <a:lnTo>
                    <a:pt x="2908940" y="1182051"/>
                  </a:lnTo>
                  <a:lnTo>
                    <a:pt x="2992052" y="1156459"/>
                  </a:lnTo>
                  <a:lnTo>
                    <a:pt x="3075165" y="1130715"/>
                  </a:lnTo>
                  <a:lnTo>
                    <a:pt x="3158277" y="1104830"/>
                  </a:lnTo>
                  <a:lnTo>
                    <a:pt x="3241390" y="1078813"/>
                  </a:lnTo>
                  <a:lnTo>
                    <a:pt x="3324502" y="1052674"/>
                  </a:lnTo>
                  <a:lnTo>
                    <a:pt x="3407615" y="1026425"/>
                  </a:lnTo>
                  <a:lnTo>
                    <a:pt x="3490728" y="1000076"/>
                  </a:lnTo>
                  <a:lnTo>
                    <a:pt x="3573840" y="973636"/>
                  </a:lnTo>
                  <a:lnTo>
                    <a:pt x="3656953" y="947115"/>
                  </a:lnTo>
                  <a:lnTo>
                    <a:pt x="3740065" y="920521"/>
                  </a:lnTo>
                  <a:lnTo>
                    <a:pt x="3823178" y="893862"/>
                  </a:lnTo>
                  <a:lnTo>
                    <a:pt x="3906290" y="867146"/>
                  </a:lnTo>
                  <a:lnTo>
                    <a:pt x="3989403" y="840377"/>
                  </a:lnTo>
                  <a:lnTo>
                    <a:pt x="4072516" y="813563"/>
                  </a:lnTo>
                  <a:lnTo>
                    <a:pt x="4155628" y="786707"/>
                  </a:lnTo>
                  <a:lnTo>
                    <a:pt x="4238741" y="759813"/>
                  </a:lnTo>
                  <a:lnTo>
                    <a:pt x="4321853" y="732887"/>
                  </a:lnTo>
                  <a:lnTo>
                    <a:pt x="4404966" y="705930"/>
                  </a:lnTo>
                  <a:lnTo>
                    <a:pt x="4488078" y="678947"/>
                  </a:lnTo>
                  <a:lnTo>
                    <a:pt x="4571191" y="651939"/>
                  </a:lnTo>
                  <a:lnTo>
                    <a:pt x="4654304" y="624909"/>
                  </a:lnTo>
                  <a:lnTo>
                    <a:pt x="4737416" y="597859"/>
                  </a:lnTo>
                  <a:lnTo>
                    <a:pt x="4820529" y="570791"/>
                  </a:lnTo>
                  <a:lnTo>
                    <a:pt x="4903641" y="543706"/>
                  </a:lnTo>
                  <a:lnTo>
                    <a:pt x="4986754" y="516607"/>
                  </a:lnTo>
                  <a:lnTo>
                    <a:pt x="5069866" y="489493"/>
                  </a:lnTo>
                  <a:lnTo>
                    <a:pt x="5152979" y="462367"/>
                  </a:lnTo>
                  <a:lnTo>
                    <a:pt x="5236092" y="435230"/>
                  </a:lnTo>
                  <a:lnTo>
                    <a:pt x="5319204" y="408081"/>
                  </a:lnTo>
                  <a:lnTo>
                    <a:pt x="5402317" y="380923"/>
                  </a:lnTo>
                  <a:lnTo>
                    <a:pt x="5485429" y="353756"/>
                  </a:lnTo>
                  <a:lnTo>
                    <a:pt x="5568542" y="326581"/>
                  </a:lnTo>
                  <a:lnTo>
                    <a:pt x="5651654" y="299397"/>
                  </a:lnTo>
                  <a:lnTo>
                    <a:pt x="5734767" y="272207"/>
                  </a:lnTo>
                  <a:lnTo>
                    <a:pt x="5817880" y="245010"/>
                  </a:lnTo>
                  <a:lnTo>
                    <a:pt x="5900992" y="217806"/>
                  </a:lnTo>
                  <a:lnTo>
                    <a:pt x="5984105" y="190597"/>
                  </a:lnTo>
                  <a:lnTo>
                    <a:pt x="6067217" y="163383"/>
                  </a:lnTo>
                  <a:lnTo>
                    <a:pt x="6150330" y="136163"/>
                  </a:lnTo>
                  <a:lnTo>
                    <a:pt x="6233442" y="108939"/>
                  </a:lnTo>
                  <a:lnTo>
                    <a:pt x="6316555" y="81710"/>
                  </a:lnTo>
                  <a:lnTo>
                    <a:pt x="6399668" y="54477"/>
                  </a:lnTo>
                  <a:lnTo>
                    <a:pt x="6482780" y="27240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848978"/>
              <a:ext cx="6565893" cy="1956092"/>
            </a:xfrm>
            <a:custGeom>
              <a:avLst/>
              <a:pathLst>
                <a:path w="6565893" h="1956092">
                  <a:moveTo>
                    <a:pt x="6565893" y="0"/>
                  </a:moveTo>
                  <a:lnTo>
                    <a:pt x="6482780" y="23008"/>
                  </a:lnTo>
                  <a:lnTo>
                    <a:pt x="6399668" y="46019"/>
                  </a:lnTo>
                  <a:lnTo>
                    <a:pt x="6316555" y="69035"/>
                  </a:lnTo>
                  <a:lnTo>
                    <a:pt x="6233442" y="92055"/>
                  </a:lnTo>
                  <a:lnTo>
                    <a:pt x="6150330" y="115079"/>
                  </a:lnTo>
                  <a:lnTo>
                    <a:pt x="6067217" y="138108"/>
                  </a:lnTo>
                  <a:lnTo>
                    <a:pt x="5984105" y="161142"/>
                  </a:lnTo>
                  <a:lnTo>
                    <a:pt x="5900992" y="184182"/>
                  </a:lnTo>
                  <a:lnTo>
                    <a:pt x="5817880" y="207227"/>
                  </a:lnTo>
                  <a:lnTo>
                    <a:pt x="5734767" y="230279"/>
                  </a:lnTo>
                  <a:lnTo>
                    <a:pt x="5651654" y="253337"/>
                  </a:lnTo>
                  <a:lnTo>
                    <a:pt x="5568542" y="276402"/>
                  </a:lnTo>
                  <a:lnTo>
                    <a:pt x="5485429" y="299475"/>
                  </a:lnTo>
                  <a:lnTo>
                    <a:pt x="5402317" y="322557"/>
                  </a:lnTo>
                  <a:lnTo>
                    <a:pt x="5319204" y="345647"/>
                  </a:lnTo>
                  <a:lnTo>
                    <a:pt x="5236092" y="368748"/>
                  </a:lnTo>
                  <a:lnTo>
                    <a:pt x="5152979" y="391859"/>
                  </a:lnTo>
                  <a:lnTo>
                    <a:pt x="5069866" y="414981"/>
                  </a:lnTo>
                  <a:lnTo>
                    <a:pt x="4986754" y="438117"/>
                  </a:lnTo>
                  <a:lnTo>
                    <a:pt x="4903641" y="461266"/>
                  </a:lnTo>
                  <a:lnTo>
                    <a:pt x="4820529" y="484430"/>
                  </a:lnTo>
                  <a:lnTo>
                    <a:pt x="4737416" y="507610"/>
                  </a:lnTo>
                  <a:lnTo>
                    <a:pt x="4654304" y="530809"/>
                  </a:lnTo>
                  <a:lnTo>
                    <a:pt x="4571191" y="554028"/>
                  </a:lnTo>
                  <a:lnTo>
                    <a:pt x="4488078" y="577269"/>
                  </a:lnTo>
                  <a:lnTo>
                    <a:pt x="4404966" y="600534"/>
                  </a:lnTo>
                  <a:lnTo>
                    <a:pt x="4321853" y="623826"/>
                  </a:lnTo>
                  <a:lnTo>
                    <a:pt x="4238741" y="647148"/>
                  </a:lnTo>
                  <a:lnTo>
                    <a:pt x="4155628" y="670504"/>
                  </a:lnTo>
                  <a:lnTo>
                    <a:pt x="4072516" y="693896"/>
                  </a:lnTo>
                  <a:lnTo>
                    <a:pt x="3989403" y="717330"/>
                  </a:lnTo>
                  <a:lnTo>
                    <a:pt x="3906290" y="740810"/>
                  </a:lnTo>
                  <a:lnTo>
                    <a:pt x="3823178" y="764342"/>
                  </a:lnTo>
                  <a:lnTo>
                    <a:pt x="3740065" y="787933"/>
                  </a:lnTo>
                  <a:lnTo>
                    <a:pt x="3656953" y="811587"/>
                  </a:lnTo>
                  <a:lnTo>
                    <a:pt x="3573840" y="835315"/>
                  </a:lnTo>
                  <a:lnTo>
                    <a:pt x="3490728" y="859124"/>
                  </a:lnTo>
                  <a:lnTo>
                    <a:pt x="3407615" y="883023"/>
                  </a:lnTo>
                  <a:lnTo>
                    <a:pt x="3324502" y="907022"/>
                  </a:lnTo>
                  <a:lnTo>
                    <a:pt x="3241390" y="931132"/>
                  </a:lnTo>
                  <a:lnTo>
                    <a:pt x="3158277" y="955364"/>
                  </a:lnTo>
                  <a:lnTo>
                    <a:pt x="3075165" y="979727"/>
                  </a:lnTo>
                  <a:lnTo>
                    <a:pt x="2992052" y="1004233"/>
                  </a:lnTo>
                  <a:lnTo>
                    <a:pt x="2908940" y="1028889"/>
                  </a:lnTo>
                  <a:lnTo>
                    <a:pt x="2825827" y="1053703"/>
                  </a:lnTo>
                  <a:lnTo>
                    <a:pt x="2742714" y="1078680"/>
                  </a:lnTo>
                  <a:lnTo>
                    <a:pt x="2659602" y="1103823"/>
                  </a:lnTo>
                  <a:lnTo>
                    <a:pt x="2576489" y="1129131"/>
                  </a:lnTo>
                  <a:lnTo>
                    <a:pt x="2493377" y="1154601"/>
                  </a:lnTo>
                  <a:lnTo>
                    <a:pt x="2410264" y="1180228"/>
                  </a:lnTo>
                  <a:lnTo>
                    <a:pt x="2327152" y="1206003"/>
                  </a:lnTo>
                  <a:lnTo>
                    <a:pt x="2244039" y="1231919"/>
                  </a:lnTo>
                  <a:lnTo>
                    <a:pt x="2160926" y="1257964"/>
                  </a:lnTo>
                  <a:lnTo>
                    <a:pt x="2077814" y="1284128"/>
                  </a:lnTo>
                  <a:lnTo>
                    <a:pt x="1994701" y="1310401"/>
                  </a:lnTo>
                  <a:lnTo>
                    <a:pt x="1911589" y="1336771"/>
                  </a:lnTo>
                  <a:lnTo>
                    <a:pt x="1828476" y="1363230"/>
                  </a:lnTo>
                  <a:lnTo>
                    <a:pt x="1745364" y="1389768"/>
                  </a:lnTo>
                  <a:lnTo>
                    <a:pt x="1662251" y="1416377"/>
                  </a:lnTo>
                  <a:lnTo>
                    <a:pt x="1579138" y="1443049"/>
                  </a:lnTo>
                  <a:lnTo>
                    <a:pt x="1496026" y="1469777"/>
                  </a:lnTo>
                  <a:lnTo>
                    <a:pt x="1412913" y="1496556"/>
                  </a:lnTo>
                  <a:lnTo>
                    <a:pt x="1329801" y="1523381"/>
                  </a:lnTo>
                  <a:lnTo>
                    <a:pt x="1246688" y="1550245"/>
                  </a:lnTo>
                  <a:lnTo>
                    <a:pt x="1163576" y="1577146"/>
                  </a:lnTo>
                  <a:lnTo>
                    <a:pt x="1080463" y="1604080"/>
                  </a:lnTo>
                  <a:lnTo>
                    <a:pt x="997350" y="1631043"/>
                  </a:lnTo>
                  <a:lnTo>
                    <a:pt x="914238" y="1658032"/>
                  </a:lnTo>
                  <a:lnTo>
                    <a:pt x="831125" y="1685045"/>
                  </a:lnTo>
                  <a:lnTo>
                    <a:pt x="748013" y="1712079"/>
                  </a:lnTo>
                  <a:lnTo>
                    <a:pt x="664900" y="1739133"/>
                  </a:lnTo>
                  <a:lnTo>
                    <a:pt x="581788" y="1766205"/>
                  </a:lnTo>
                  <a:lnTo>
                    <a:pt x="498675" y="1793293"/>
                  </a:lnTo>
                  <a:lnTo>
                    <a:pt x="415562" y="1820396"/>
                  </a:lnTo>
                  <a:lnTo>
                    <a:pt x="332450" y="1847512"/>
                  </a:lnTo>
                  <a:lnTo>
                    <a:pt x="249337" y="1874641"/>
                  </a:lnTo>
                  <a:lnTo>
                    <a:pt x="166225" y="1901781"/>
                  </a:lnTo>
                  <a:lnTo>
                    <a:pt x="83112" y="1928932"/>
                  </a:lnTo>
                  <a:lnTo>
                    <a:pt x="0" y="19560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1985667" y="2742681"/>
              <a:ext cx="6565893" cy="1984822"/>
            </a:xfrm>
            <a:custGeom>
              <a:avLst/>
              <a:pathLst>
                <a:path w="6565893" h="1984822">
                  <a:moveTo>
                    <a:pt x="0" y="1984822"/>
                  </a:moveTo>
                  <a:lnTo>
                    <a:pt x="83112" y="1959697"/>
                  </a:lnTo>
                  <a:lnTo>
                    <a:pt x="166225" y="1934573"/>
                  </a:lnTo>
                  <a:lnTo>
                    <a:pt x="249337" y="1909449"/>
                  </a:lnTo>
                  <a:lnTo>
                    <a:pt x="332450" y="1884324"/>
                  </a:lnTo>
                  <a:lnTo>
                    <a:pt x="415562" y="1859200"/>
                  </a:lnTo>
                  <a:lnTo>
                    <a:pt x="498675" y="1834076"/>
                  </a:lnTo>
                  <a:lnTo>
                    <a:pt x="581788" y="1808951"/>
                  </a:lnTo>
                  <a:lnTo>
                    <a:pt x="664900" y="1783827"/>
                  </a:lnTo>
                  <a:lnTo>
                    <a:pt x="748013" y="1758703"/>
                  </a:lnTo>
                  <a:lnTo>
                    <a:pt x="831125" y="1733578"/>
                  </a:lnTo>
                  <a:lnTo>
                    <a:pt x="914238" y="1708454"/>
                  </a:lnTo>
                  <a:lnTo>
                    <a:pt x="997350" y="1683330"/>
                  </a:lnTo>
                  <a:lnTo>
                    <a:pt x="1080463" y="1658205"/>
                  </a:lnTo>
                  <a:lnTo>
                    <a:pt x="1163576" y="1633081"/>
                  </a:lnTo>
                  <a:lnTo>
                    <a:pt x="1246688" y="1607957"/>
                  </a:lnTo>
                  <a:lnTo>
                    <a:pt x="1329801" y="1582832"/>
                  </a:lnTo>
                  <a:lnTo>
                    <a:pt x="1412913" y="1557708"/>
                  </a:lnTo>
                  <a:lnTo>
                    <a:pt x="1496026" y="1532584"/>
                  </a:lnTo>
                  <a:lnTo>
                    <a:pt x="1579138" y="1507459"/>
                  </a:lnTo>
                  <a:lnTo>
                    <a:pt x="1662251" y="1482335"/>
                  </a:lnTo>
                  <a:lnTo>
                    <a:pt x="1745364" y="1457211"/>
                  </a:lnTo>
                  <a:lnTo>
                    <a:pt x="1828476" y="1432086"/>
                  </a:lnTo>
                  <a:lnTo>
                    <a:pt x="1911589" y="1406962"/>
                  </a:lnTo>
                  <a:lnTo>
                    <a:pt x="1994701" y="1381838"/>
                  </a:lnTo>
                  <a:lnTo>
                    <a:pt x="2077814" y="1356713"/>
                  </a:lnTo>
                  <a:lnTo>
                    <a:pt x="2160926" y="1331589"/>
                  </a:lnTo>
                  <a:lnTo>
                    <a:pt x="2244039" y="1306465"/>
                  </a:lnTo>
                  <a:lnTo>
                    <a:pt x="2327152" y="1281340"/>
                  </a:lnTo>
                  <a:lnTo>
                    <a:pt x="2410264" y="1256216"/>
                  </a:lnTo>
                  <a:lnTo>
                    <a:pt x="2493377" y="1231092"/>
                  </a:lnTo>
                  <a:lnTo>
                    <a:pt x="2576489" y="1205967"/>
                  </a:lnTo>
                  <a:lnTo>
                    <a:pt x="2659602" y="1180843"/>
                  </a:lnTo>
                  <a:lnTo>
                    <a:pt x="2742714" y="1155719"/>
                  </a:lnTo>
                  <a:lnTo>
                    <a:pt x="2825827" y="1130594"/>
                  </a:lnTo>
                  <a:lnTo>
                    <a:pt x="2908940" y="1105470"/>
                  </a:lnTo>
                  <a:lnTo>
                    <a:pt x="2992052" y="1080346"/>
                  </a:lnTo>
                  <a:lnTo>
                    <a:pt x="3075165" y="1055221"/>
                  </a:lnTo>
                  <a:lnTo>
                    <a:pt x="3158277" y="1030097"/>
                  </a:lnTo>
                  <a:lnTo>
                    <a:pt x="3241390" y="1004973"/>
                  </a:lnTo>
                  <a:lnTo>
                    <a:pt x="3324502" y="979848"/>
                  </a:lnTo>
                  <a:lnTo>
                    <a:pt x="3407615" y="954724"/>
                  </a:lnTo>
                  <a:lnTo>
                    <a:pt x="3490728" y="929600"/>
                  </a:lnTo>
                  <a:lnTo>
                    <a:pt x="3573840" y="904475"/>
                  </a:lnTo>
                  <a:lnTo>
                    <a:pt x="3656953" y="879351"/>
                  </a:lnTo>
                  <a:lnTo>
                    <a:pt x="3740065" y="854227"/>
                  </a:lnTo>
                  <a:lnTo>
                    <a:pt x="3823178" y="829102"/>
                  </a:lnTo>
                  <a:lnTo>
                    <a:pt x="3906290" y="803978"/>
                  </a:lnTo>
                  <a:lnTo>
                    <a:pt x="3989403" y="778854"/>
                  </a:lnTo>
                  <a:lnTo>
                    <a:pt x="4072516" y="753729"/>
                  </a:lnTo>
                  <a:lnTo>
                    <a:pt x="4155628" y="728605"/>
                  </a:lnTo>
                  <a:lnTo>
                    <a:pt x="4238741" y="703481"/>
                  </a:lnTo>
                  <a:lnTo>
                    <a:pt x="4321853" y="678356"/>
                  </a:lnTo>
                  <a:lnTo>
                    <a:pt x="4404966" y="653232"/>
                  </a:lnTo>
                  <a:lnTo>
                    <a:pt x="4488078" y="628108"/>
                  </a:lnTo>
                  <a:lnTo>
                    <a:pt x="4571191" y="602983"/>
                  </a:lnTo>
                  <a:lnTo>
                    <a:pt x="4654304" y="577859"/>
                  </a:lnTo>
                  <a:lnTo>
                    <a:pt x="4737416" y="552735"/>
                  </a:lnTo>
                  <a:lnTo>
                    <a:pt x="4820529" y="527610"/>
                  </a:lnTo>
                  <a:lnTo>
                    <a:pt x="4903641" y="502486"/>
                  </a:lnTo>
                  <a:lnTo>
                    <a:pt x="4986754" y="477362"/>
                  </a:lnTo>
                  <a:lnTo>
                    <a:pt x="5069866" y="452237"/>
                  </a:lnTo>
                  <a:lnTo>
                    <a:pt x="5152979" y="427113"/>
                  </a:lnTo>
                  <a:lnTo>
                    <a:pt x="5236092" y="401989"/>
                  </a:lnTo>
                  <a:lnTo>
                    <a:pt x="5319204" y="376864"/>
                  </a:lnTo>
                  <a:lnTo>
                    <a:pt x="5402317" y="351740"/>
                  </a:lnTo>
                  <a:lnTo>
                    <a:pt x="5485429" y="326616"/>
                  </a:lnTo>
                  <a:lnTo>
                    <a:pt x="5568542" y="301491"/>
                  </a:lnTo>
                  <a:lnTo>
                    <a:pt x="5651654" y="276367"/>
                  </a:lnTo>
                  <a:lnTo>
                    <a:pt x="5734767" y="251243"/>
                  </a:lnTo>
                  <a:lnTo>
                    <a:pt x="5817880" y="226118"/>
                  </a:lnTo>
                  <a:lnTo>
                    <a:pt x="5900992" y="200994"/>
                  </a:lnTo>
                  <a:lnTo>
                    <a:pt x="5984105" y="175870"/>
                  </a:lnTo>
                  <a:lnTo>
                    <a:pt x="6067217" y="150745"/>
                  </a:lnTo>
                  <a:lnTo>
                    <a:pt x="6150330" y="125621"/>
                  </a:lnTo>
                  <a:lnTo>
                    <a:pt x="6233442" y="100497"/>
                  </a:lnTo>
                  <a:lnTo>
                    <a:pt x="6316555" y="75372"/>
                  </a:lnTo>
                  <a:lnTo>
                    <a:pt x="6399668" y="50248"/>
                  </a:lnTo>
                  <a:lnTo>
                    <a:pt x="6482780" y="25124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416610" y="3428651"/>
              <a:ext cx="2612697" cy="1501486"/>
            </a:xfrm>
            <a:custGeom>
              <a:avLst/>
              <a:pathLst>
                <a:path w="2612697" h="1501486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  <a:lnTo>
                    <a:pt x="2612697" y="296230"/>
                  </a:lnTo>
                  <a:lnTo>
                    <a:pt x="2579625" y="308969"/>
                  </a:lnTo>
                  <a:lnTo>
                    <a:pt x="2546553" y="321717"/>
                  </a:lnTo>
                  <a:lnTo>
                    <a:pt x="2513480" y="334474"/>
                  </a:lnTo>
                  <a:lnTo>
                    <a:pt x="2480408" y="347242"/>
                  </a:lnTo>
                  <a:lnTo>
                    <a:pt x="2447336" y="360020"/>
                  </a:lnTo>
                  <a:lnTo>
                    <a:pt x="2414264" y="372811"/>
                  </a:lnTo>
                  <a:lnTo>
                    <a:pt x="2381192" y="385614"/>
                  </a:lnTo>
                  <a:lnTo>
                    <a:pt x="2348120" y="398430"/>
                  </a:lnTo>
                  <a:lnTo>
                    <a:pt x="2315048" y="411260"/>
                  </a:lnTo>
                  <a:lnTo>
                    <a:pt x="2281976" y="424106"/>
                  </a:lnTo>
                  <a:lnTo>
                    <a:pt x="2248904" y="436968"/>
                  </a:lnTo>
                  <a:lnTo>
                    <a:pt x="2215831" y="449847"/>
                  </a:lnTo>
                  <a:lnTo>
                    <a:pt x="2182759" y="462746"/>
                  </a:lnTo>
                  <a:lnTo>
                    <a:pt x="2149687" y="475664"/>
                  </a:lnTo>
                  <a:lnTo>
                    <a:pt x="2116615" y="488604"/>
                  </a:lnTo>
                  <a:lnTo>
                    <a:pt x="2083543" y="501568"/>
                  </a:lnTo>
                  <a:lnTo>
                    <a:pt x="2050471" y="514556"/>
                  </a:lnTo>
                  <a:lnTo>
                    <a:pt x="2017399" y="527573"/>
                  </a:lnTo>
                  <a:lnTo>
                    <a:pt x="1984327" y="540618"/>
                  </a:lnTo>
                  <a:lnTo>
                    <a:pt x="1951254" y="553696"/>
                  </a:lnTo>
                  <a:lnTo>
                    <a:pt x="1918182" y="566808"/>
                  </a:lnTo>
                  <a:lnTo>
                    <a:pt x="1885110" y="579957"/>
                  </a:lnTo>
                  <a:lnTo>
                    <a:pt x="1852038" y="593148"/>
                  </a:lnTo>
                  <a:lnTo>
                    <a:pt x="1818966" y="606383"/>
                  </a:lnTo>
                  <a:lnTo>
                    <a:pt x="1785894" y="619666"/>
                  </a:lnTo>
                  <a:lnTo>
                    <a:pt x="1752822" y="633001"/>
                  </a:lnTo>
                  <a:lnTo>
                    <a:pt x="1719750" y="646394"/>
                  </a:lnTo>
                  <a:lnTo>
                    <a:pt x="1686678" y="659849"/>
                  </a:lnTo>
                  <a:lnTo>
                    <a:pt x="1653605" y="673373"/>
                  </a:lnTo>
                  <a:lnTo>
                    <a:pt x="1620533" y="686970"/>
                  </a:lnTo>
                  <a:lnTo>
                    <a:pt x="1587461" y="700648"/>
                  </a:lnTo>
                  <a:lnTo>
                    <a:pt x="1554389" y="714413"/>
                  </a:lnTo>
                  <a:lnTo>
                    <a:pt x="1521317" y="728274"/>
                  </a:lnTo>
                  <a:lnTo>
                    <a:pt x="1488245" y="742237"/>
                  </a:lnTo>
                  <a:lnTo>
                    <a:pt x="1455173" y="756312"/>
                  </a:lnTo>
                  <a:lnTo>
                    <a:pt x="1422101" y="770507"/>
                  </a:lnTo>
                  <a:lnTo>
                    <a:pt x="1389028" y="784831"/>
                  </a:lnTo>
                  <a:lnTo>
                    <a:pt x="1355956" y="799291"/>
                  </a:lnTo>
                  <a:lnTo>
                    <a:pt x="1322884" y="813898"/>
                  </a:lnTo>
                  <a:lnTo>
                    <a:pt x="1289812" y="828658"/>
                  </a:lnTo>
                  <a:lnTo>
                    <a:pt x="1256740" y="843578"/>
                  </a:lnTo>
                  <a:lnTo>
                    <a:pt x="1223668" y="858666"/>
                  </a:lnTo>
                  <a:lnTo>
                    <a:pt x="1190596" y="873925"/>
                  </a:lnTo>
                  <a:lnTo>
                    <a:pt x="1157524" y="889359"/>
                  </a:lnTo>
                  <a:lnTo>
                    <a:pt x="1124452" y="904971"/>
                  </a:lnTo>
                  <a:lnTo>
                    <a:pt x="1091379" y="920759"/>
                  </a:lnTo>
                  <a:lnTo>
                    <a:pt x="1058307" y="936722"/>
                  </a:lnTo>
                  <a:lnTo>
                    <a:pt x="1025235" y="952857"/>
                  </a:lnTo>
                  <a:lnTo>
                    <a:pt x="992163" y="969160"/>
                  </a:lnTo>
                  <a:lnTo>
                    <a:pt x="959091" y="985624"/>
                  </a:lnTo>
                  <a:lnTo>
                    <a:pt x="926019" y="1002241"/>
                  </a:lnTo>
                  <a:lnTo>
                    <a:pt x="892947" y="1019005"/>
                  </a:lnTo>
                  <a:lnTo>
                    <a:pt x="859875" y="1035907"/>
                  </a:lnTo>
                  <a:lnTo>
                    <a:pt x="826802" y="1052937"/>
                  </a:lnTo>
                  <a:lnTo>
                    <a:pt x="793730" y="1070089"/>
                  </a:lnTo>
                  <a:lnTo>
                    <a:pt x="760658" y="1087352"/>
                  </a:lnTo>
                  <a:lnTo>
                    <a:pt x="727586" y="1104718"/>
                  </a:lnTo>
                  <a:lnTo>
                    <a:pt x="694514" y="1122181"/>
                  </a:lnTo>
                  <a:lnTo>
                    <a:pt x="661442" y="1139731"/>
                  </a:lnTo>
                  <a:lnTo>
                    <a:pt x="628370" y="1157362"/>
                  </a:lnTo>
                  <a:lnTo>
                    <a:pt x="595298" y="1175068"/>
                  </a:lnTo>
                  <a:lnTo>
                    <a:pt x="562226" y="1192842"/>
                  </a:lnTo>
                  <a:lnTo>
                    <a:pt x="529153" y="1210679"/>
                  </a:lnTo>
                  <a:lnTo>
                    <a:pt x="496081" y="1228573"/>
                  </a:lnTo>
                  <a:lnTo>
                    <a:pt x="463009" y="1246521"/>
                  </a:lnTo>
                  <a:lnTo>
                    <a:pt x="429937" y="1264516"/>
                  </a:lnTo>
                  <a:lnTo>
                    <a:pt x="396865" y="1282557"/>
                  </a:lnTo>
                  <a:lnTo>
                    <a:pt x="363793" y="1300638"/>
                  </a:lnTo>
                  <a:lnTo>
                    <a:pt x="330721" y="1318757"/>
                  </a:lnTo>
                  <a:lnTo>
                    <a:pt x="297649" y="1336911"/>
                  </a:lnTo>
                  <a:lnTo>
                    <a:pt x="264576" y="1355097"/>
                  </a:lnTo>
                  <a:lnTo>
                    <a:pt x="231504" y="1373312"/>
                  </a:lnTo>
                  <a:lnTo>
                    <a:pt x="198432" y="1391555"/>
                  </a:lnTo>
                  <a:lnTo>
                    <a:pt x="165360" y="1409824"/>
                  </a:lnTo>
                  <a:lnTo>
                    <a:pt x="132288" y="1428116"/>
                  </a:lnTo>
                  <a:lnTo>
                    <a:pt x="99216" y="1446429"/>
                  </a:lnTo>
                  <a:lnTo>
                    <a:pt x="66144" y="1464763"/>
                  </a:lnTo>
                  <a:lnTo>
                    <a:pt x="33072" y="1483116"/>
                  </a:lnTo>
                  <a:lnTo>
                    <a:pt x="0" y="150148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16610" y="3428651"/>
              <a:ext cx="2612697" cy="1262183"/>
            </a:xfrm>
            <a:custGeom>
              <a:avLst/>
              <a:pathLst>
                <a:path w="2612697" h="1262183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16610" y="3724882"/>
              <a:ext cx="2612697" cy="1205255"/>
            </a:xfrm>
            <a:custGeom>
              <a:avLst/>
              <a:pathLst>
                <a:path w="2612697" h="1205255">
                  <a:moveTo>
                    <a:pt x="2612697" y="0"/>
                  </a:moveTo>
                  <a:lnTo>
                    <a:pt x="2579625" y="12738"/>
                  </a:lnTo>
                  <a:lnTo>
                    <a:pt x="2546553" y="25486"/>
                  </a:lnTo>
                  <a:lnTo>
                    <a:pt x="2513480" y="38243"/>
                  </a:lnTo>
                  <a:lnTo>
                    <a:pt x="2480408" y="51011"/>
                  </a:lnTo>
                  <a:lnTo>
                    <a:pt x="2447336" y="63789"/>
                  </a:lnTo>
                  <a:lnTo>
                    <a:pt x="2414264" y="76580"/>
                  </a:lnTo>
                  <a:lnTo>
                    <a:pt x="2381192" y="89383"/>
                  </a:lnTo>
                  <a:lnTo>
                    <a:pt x="2348120" y="102199"/>
                  </a:lnTo>
                  <a:lnTo>
                    <a:pt x="2315048" y="115029"/>
                  </a:lnTo>
                  <a:lnTo>
                    <a:pt x="2281976" y="127875"/>
                  </a:lnTo>
                  <a:lnTo>
                    <a:pt x="2248904" y="140737"/>
                  </a:lnTo>
                  <a:lnTo>
                    <a:pt x="2215831" y="153616"/>
                  </a:lnTo>
                  <a:lnTo>
                    <a:pt x="2182759" y="166515"/>
                  </a:lnTo>
                  <a:lnTo>
                    <a:pt x="2149687" y="179433"/>
                  </a:lnTo>
                  <a:lnTo>
                    <a:pt x="2116615" y="192373"/>
                  </a:lnTo>
                  <a:lnTo>
                    <a:pt x="2083543" y="205337"/>
                  </a:lnTo>
                  <a:lnTo>
                    <a:pt x="2050471" y="218326"/>
                  </a:lnTo>
                  <a:lnTo>
                    <a:pt x="2017399" y="231342"/>
                  </a:lnTo>
                  <a:lnTo>
                    <a:pt x="1984327" y="244387"/>
                  </a:lnTo>
                  <a:lnTo>
                    <a:pt x="1951254" y="257465"/>
                  </a:lnTo>
                  <a:lnTo>
                    <a:pt x="1918182" y="270577"/>
                  </a:lnTo>
                  <a:lnTo>
                    <a:pt x="1885110" y="283726"/>
                  </a:lnTo>
                  <a:lnTo>
                    <a:pt x="1852038" y="296917"/>
                  </a:lnTo>
                  <a:lnTo>
                    <a:pt x="1818966" y="310152"/>
                  </a:lnTo>
                  <a:lnTo>
                    <a:pt x="1785894" y="323435"/>
                  </a:lnTo>
                  <a:lnTo>
                    <a:pt x="1752822" y="336770"/>
                  </a:lnTo>
                  <a:lnTo>
                    <a:pt x="1719750" y="350163"/>
                  </a:lnTo>
                  <a:lnTo>
                    <a:pt x="1686678" y="363619"/>
                  </a:lnTo>
                  <a:lnTo>
                    <a:pt x="1653605" y="377142"/>
                  </a:lnTo>
                  <a:lnTo>
                    <a:pt x="1620533" y="390739"/>
                  </a:lnTo>
                  <a:lnTo>
                    <a:pt x="1587461" y="404417"/>
                  </a:lnTo>
                  <a:lnTo>
                    <a:pt x="1554389" y="418182"/>
                  </a:lnTo>
                  <a:lnTo>
                    <a:pt x="1521317" y="432043"/>
                  </a:lnTo>
                  <a:lnTo>
                    <a:pt x="1488245" y="446006"/>
                  </a:lnTo>
                  <a:lnTo>
                    <a:pt x="1455173" y="460081"/>
                  </a:lnTo>
                  <a:lnTo>
                    <a:pt x="1422101" y="474276"/>
                  </a:lnTo>
                  <a:lnTo>
                    <a:pt x="1389028" y="488600"/>
                  </a:lnTo>
                  <a:lnTo>
                    <a:pt x="1355956" y="503061"/>
                  </a:lnTo>
                  <a:lnTo>
                    <a:pt x="1322884" y="517667"/>
                  </a:lnTo>
                  <a:lnTo>
                    <a:pt x="1289812" y="532427"/>
                  </a:lnTo>
                  <a:lnTo>
                    <a:pt x="1256740" y="547348"/>
                  </a:lnTo>
                  <a:lnTo>
                    <a:pt x="1223668" y="562435"/>
                  </a:lnTo>
                  <a:lnTo>
                    <a:pt x="1190596" y="577694"/>
                  </a:lnTo>
                  <a:lnTo>
                    <a:pt x="1157524" y="593128"/>
                  </a:lnTo>
                  <a:lnTo>
                    <a:pt x="1124452" y="608740"/>
                  </a:lnTo>
                  <a:lnTo>
                    <a:pt x="1091379" y="624528"/>
                  </a:lnTo>
                  <a:lnTo>
                    <a:pt x="1058307" y="640491"/>
                  </a:lnTo>
                  <a:lnTo>
                    <a:pt x="1025235" y="656627"/>
                  </a:lnTo>
                  <a:lnTo>
                    <a:pt x="992163" y="672929"/>
                  </a:lnTo>
                  <a:lnTo>
                    <a:pt x="959091" y="689393"/>
                  </a:lnTo>
                  <a:lnTo>
                    <a:pt x="926019" y="706010"/>
                  </a:lnTo>
                  <a:lnTo>
                    <a:pt x="892947" y="722774"/>
                  </a:lnTo>
                  <a:lnTo>
                    <a:pt x="859875" y="739676"/>
                  </a:lnTo>
                  <a:lnTo>
                    <a:pt x="826802" y="756707"/>
                  </a:lnTo>
                  <a:lnTo>
                    <a:pt x="793730" y="773858"/>
                  </a:lnTo>
                  <a:lnTo>
                    <a:pt x="760658" y="791121"/>
                  </a:lnTo>
                  <a:lnTo>
                    <a:pt x="727586" y="808488"/>
                  </a:lnTo>
                  <a:lnTo>
                    <a:pt x="694514" y="825950"/>
                  </a:lnTo>
                  <a:lnTo>
                    <a:pt x="661442" y="843500"/>
                  </a:lnTo>
                  <a:lnTo>
                    <a:pt x="628370" y="861132"/>
                  </a:lnTo>
                  <a:lnTo>
                    <a:pt x="595298" y="878837"/>
                  </a:lnTo>
                  <a:lnTo>
                    <a:pt x="562226" y="896611"/>
                  </a:lnTo>
                  <a:lnTo>
                    <a:pt x="529153" y="914448"/>
                  </a:lnTo>
                  <a:lnTo>
                    <a:pt x="496081" y="932343"/>
                  </a:lnTo>
                  <a:lnTo>
                    <a:pt x="463009" y="950290"/>
                  </a:lnTo>
                  <a:lnTo>
                    <a:pt x="429937" y="968285"/>
                  </a:lnTo>
                  <a:lnTo>
                    <a:pt x="396865" y="986326"/>
                  </a:lnTo>
                  <a:lnTo>
                    <a:pt x="363793" y="1004407"/>
                  </a:lnTo>
                  <a:lnTo>
                    <a:pt x="330721" y="1022526"/>
                  </a:lnTo>
                  <a:lnTo>
                    <a:pt x="297649" y="1040680"/>
                  </a:lnTo>
                  <a:lnTo>
                    <a:pt x="264576" y="1058866"/>
                  </a:lnTo>
                  <a:lnTo>
                    <a:pt x="231504" y="1077081"/>
                  </a:lnTo>
                  <a:lnTo>
                    <a:pt x="198432" y="1095324"/>
                  </a:lnTo>
                  <a:lnTo>
                    <a:pt x="165360" y="1113593"/>
                  </a:lnTo>
                  <a:lnTo>
                    <a:pt x="132288" y="1131885"/>
                  </a:lnTo>
                  <a:lnTo>
                    <a:pt x="99216" y="1150198"/>
                  </a:lnTo>
                  <a:lnTo>
                    <a:pt x="66144" y="1168532"/>
                  </a:lnTo>
                  <a:lnTo>
                    <a:pt x="33072" y="1186885"/>
                  </a:lnTo>
                  <a:lnTo>
                    <a:pt x="0" y="12052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2416610" y="3576767"/>
              <a:ext cx="2612697" cy="1233719"/>
            </a:xfrm>
            <a:custGeom>
              <a:avLst/>
              <a:pathLst>
                <a:path w="2612697" h="1233719">
                  <a:moveTo>
                    <a:pt x="0" y="1233719"/>
                  </a:moveTo>
                  <a:lnTo>
                    <a:pt x="33072" y="1218103"/>
                  </a:lnTo>
                  <a:lnTo>
                    <a:pt x="66144" y="1202486"/>
                  </a:lnTo>
                  <a:lnTo>
                    <a:pt x="99216" y="1186869"/>
                  </a:lnTo>
                  <a:lnTo>
                    <a:pt x="132288" y="1171252"/>
                  </a:lnTo>
                  <a:lnTo>
                    <a:pt x="165360" y="1155636"/>
                  </a:lnTo>
                  <a:lnTo>
                    <a:pt x="198432" y="1140019"/>
                  </a:lnTo>
                  <a:lnTo>
                    <a:pt x="231504" y="1124402"/>
                  </a:lnTo>
                  <a:lnTo>
                    <a:pt x="264576" y="1108786"/>
                  </a:lnTo>
                  <a:lnTo>
                    <a:pt x="297649" y="1093169"/>
                  </a:lnTo>
                  <a:lnTo>
                    <a:pt x="330721" y="1077552"/>
                  </a:lnTo>
                  <a:lnTo>
                    <a:pt x="363793" y="1061936"/>
                  </a:lnTo>
                  <a:lnTo>
                    <a:pt x="396865" y="1046319"/>
                  </a:lnTo>
                  <a:lnTo>
                    <a:pt x="429937" y="1030702"/>
                  </a:lnTo>
                  <a:lnTo>
                    <a:pt x="463009" y="1015085"/>
                  </a:lnTo>
                  <a:lnTo>
                    <a:pt x="496081" y="999469"/>
                  </a:lnTo>
                  <a:lnTo>
                    <a:pt x="529153" y="983852"/>
                  </a:lnTo>
                  <a:lnTo>
                    <a:pt x="562226" y="968235"/>
                  </a:lnTo>
                  <a:lnTo>
                    <a:pt x="595298" y="952619"/>
                  </a:lnTo>
                  <a:lnTo>
                    <a:pt x="628370" y="937002"/>
                  </a:lnTo>
                  <a:lnTo>
                    <a:pt x="661442" y="921385"/>
                  </a:lnTo>
                  <a:lnTo>
                    <a:pt x="694514" y="905768"/>
                  </a:lnTo>
                  <a:lnTo>
                    <a:pt x="727586" y="890152"/>
                  </a:lnTo>
                  <a:lnTo>
                    <a:pt x="760658" y="874535"/>
                  </a:lnTo>
                  <a:lnTo>
                    <a:pt x="793730" y="858918"/>
                  </a:lnTo>
                  <a:lnTo>
                    <a:pt x="826802" y="843302"/>
                  </a:lnTo>
                  <a:lnTo>
                    <a:pt x="859875" y="827685"/>
                  </a:lnTo>
                  <a:lnTo>
                    <a:pt x="892947" y="812068"/>
                  </a:lnTo>
                  <a:lnTo>
                    <a:pt x="926019" y="796452"/>
                  </a:lnTo>
                  <a:lnTo>
                    <a:pt x="959091" y="780835"/>
                  </a:lnTo>
                  <a:lnTo>
                    <a:pt x="992163" y="765218"/>
                  </a:lnTo>
                  <a:lnTo>
                    <a:pt x="1025235" y="749601"/>
                  </a:lnTo>
                  <a:lnTo>
                    <a:pt x="1058307" y="733985"/>
                  </a:lnTo>
                  <a:lnTo>
                    <a:pt x="1091379" y="718368"/>
                  </a:lnTo>
                  <a:lnTo>
                    <a:pt x="1124452" y="702751"/>
                  </a:lnTo>
                  <a:lnTo>
                    <a:pt x="1157524" y="687135"/>
                  </a:lnTo>
                  <a:lnTo>
                    <a:pt x="1190596" y="671518"/>
                  </a:lnTo>
                  <a:lnTo>
                    <a:pt x="1223668" y="655901"/>
                  </a:lnTo>
                  <a:lnTo>
                    <a:pt x="1256740" y="640284"/>
                  </a:lnTo>
                  <a:lnTo>
                    <a:pt x="1289812" y="624668"/>
                  </a:lnTo>
                  <a:lnTo>
                    <a:pt x="1322884" y="609051"/>
                  </a:lnTo>
                  <a:lnTo>
                    <a:pt x="1355956" y="593434"/>
                  </a:lnTo>
                  <a:lnTo>
                    <a:pt x="1389028" y="577818"/>
                  </a:lnTo>
                  <a:lnTo>
                    <a:pt x="1422101" y="562201"/>
                  </a:lnTo>
                  <a:lnTo>
                    <a:pt x="1455173" y="546584"/>
                  </a:lnTo>
                  <a:lnTo>
                    <a:pt x="1488245" y="530968"/>
                  </a:lnTo>
                  <a:lnTo>
                    <a:pt x="1521317" y="515351"/>
                  </a:lnTo>
                  <a:lnTo>
                    <a:pt x="1554389" y="499734"/>
                  </a:lnTo>
                  <a:lnTo>
                    <a:pt x="1587461" y="484117"/>
                  </a:lnTo>
                  <a:lnTo>
                    <a:pt x="1620533" y="468501"/>
                  </a:lnTo>
                  <a:lnTo>
                    <a:pt x="1653605" y="452884"/>
                  </a:lnTo>
                  <a:lnTo>
                    <a:pt x="1686678" y="437267"/>
                  </a:lnTo>
                  <a:lnTo>
                    <a:pt x="1719750" y="421651"/>
                  </a:lnTo>
                  <a:lnTo>
                    <a:pt x="1752822" y="406034"/>
                  </a:lnTo>
                  <a:lnTo>
                    <a:pt x="1785894" y="390417"/>
                  </a:lnTo>
                  <a:lnTo>
                    <a:pt x="1818966" y="374800"/>
                  </a:lnTo>
                  <a:lnTo>
                    <a:pt x="1852038" y="359184"/>
                  </a:lnTo>
                  <a:lnTo>
                    <a:pt x="1885110" y="343567"/>
                  </a:lnTo>
                  <a:lnTo>
                    <a:pt x="1918182" y="327950"/>
                  </a:lnTo>
                  <a:lnTo>
                    <a:pt x="1951254" y="312334"/>
                  </a:lnTo>
                  <a:lnTo>
                    <a:pt x="1984327" y="296717"/>
                  </a:lnTo>
                  <a:lnTo>
                    <a:pt x="2017399" y="281100"/>
                  </a:lnTo>
                  <a:lnTo>
                    <a:pt x="2050471" y="265484"/>
                  </a:lnTo>
                  <a:lnTo>
                    <a:pt x="2083543" y="249867"/>
                  </a:lnTo>
                  <a:lnTo>
                    <a:pt x="2116615" y="234250"/>
                  </a:lnTo>
                  <a:lnTo>
                    <a:pt x="2149687" y="218633"/>
                  </a:lnTo>
                  <a:lnTo>
                    <a:pt x="2182759" y="203017"/>
                  </a:lnTo>
                  <a:lnTo>
                    <a:pt x="2215831" y="187400"/>
                  </a:lnTo>
                  <a:lnTo>
                    <a:pt x="2248904" y="171783"/>
                  </a:lnTo>
                  <a:lnTo>
                    <a:pt x="2281976" y="156167"/>
                  </a:lnTo>
                  <a:lnTo>
                    <a:pt x="2315048" y="140550"/>
                  </a:lnTo>
                  <a:lnTo>
                    <a:pt x="2348120" y="124933"/>
                  </a:lnTo>
                  <a:lnTo>
                    <a:pt x="2381192" y="109316"/>
                  </a:lnTo>
                  <a:lnTo>
                    <a:pt x="2414264" y="93700"/>
                  </a:lnTo>
                  <a:lnTo>
                    <a:pt x="2447336" y="78083"/>
                  </a:lnTo>
                  <a:lnTo>
                    <a:pt x="2480408" y="62466"/>
                  </a:lnTo>
                  <a:lnTo>
                    <a:pt x="2513480" y="46850"/>
                  </a:lnTo>
                  <a:lnTo>
                    <a:pt x="2546553" y="31233"/>
                  </a:lnTo>
                  <a:lnTo>
                    <a:pt x="2579625" y="15616"/>
                  </a:lnTo>
                  <a:lnTo>
                    <a:pt x="26126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0.95 x +11.9   (R² = 0.66)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0.61 x +35.2   (R² = 0.65)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323, n_red = 55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2026-10-08T10:07:56Z</dcterms:modified>
  <cp:category/>
</cp:coreProperties>
</file>