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1985667" y="2640182"/>
              <a:ext cx="6565893" cy="2159607"/>
            </a:xfrm>
            <a:custGeom>
              <a:avLst/>
              <a:pathLst>
                <a:path w="6565893" h="2159607">
                  <a:moveTo>
                    <a:pt x="0" y="2004688"/>
                  </a:moveTo>
                  <a:lnTo>
                    <a:pt x="83112" y="1981704"/>
                  </a:lnTo>
                  <a:lnTo>
                    <a:pt x="166225" y="1958710"/>
                  </a:lnTo>
                  <a:lnTo>
                    <a:pt x="249337" y="1935705"/>
                  </a:lnTo>
                  <a:lnTo>
                    <a:pt x="332450" y="1912689"/>
                  </a:lnTo>
                  <a:lnTo>
                    <a:pt x="415562" y="1889661"/>
                  </a:lnTo>
                  <a:lnTo>
                    <a:pt x="498675" y="1866619"/>
                  </a:lnTo>
                  <a:lnTo>
                    <a:pt x="581788" y="1843563"/>
                  </a:lnTo>
                  <a:lnTo>
                    <a:pt x="664900" y="1820491"/>
                  </a:lnTo>
                  <a:lnTo>
                    <a:pt x="748013" y="1797401"/>
                  </a:lnTo>
                  <a:lnTo>
                    <a:pt x="831125" y="1774291"/>
                  </a:lnTo>
                  <a:lnTo>
                    <a:pt x="914238" y="1751160"/>
                  </a:lnTo>
                  <a:lnTo>
                    <a:pt x="997350" y="1728006"/>
                  </a:lnTo>
                  <a:lnTo>
                    <a:pt x="1080463" y="1704825"/>
                  </a:lnTo>
                  <a:lnTo>
                    <a:pt x="1163576" y="1681615"/>
                  </a:lnTo>
                  <a:lnTo>
                    <a:pt x="1246688" y="1658373"/>
                  </a:lnTo>
                  <a:lnTo>
                    <a:pt x="1329801" y="1635095"/>
                  </a:lnTo>
                  <a:lnTo>
                    <a:pt x="1412913" y="1611776"/>
                  </a:lnTo>
                  <a:lnTo>
                    <a:pt x="1496026" y="1588413"/>
                  </a:lnTo>
                  <a:lnTo>
                    <a:pt x="1579138" y="1565000"/>
                  </a:lnTo>
                  <a:lnTo>
                    <a:pt x="1662251" y="1541531"/>
                  </a:lnTo>
                  <a:lnTo>
                    <a:pt x="1745364" y="1517999"/>
                  </a:lnTo>
                  <a:lnTo>
                    <a:pt x="1828476" y="1494396"/>
                  </a:lnTo>
                  <a:lnTo>
                    <a:pt x="1911589" y="1470715"/>
                  </a:lnTo>
                  <a:lnTo>
                    <a:pt x="1994701" y="1446946"/>
                  </a:lnTo>
                  <a:lnTo>
                    <a:pt x="2077814" y="1423080"/>
                  </a:lnTo>
                  <a:lnTo>
                    <a:pt x="2160926" y="1399107"/>
                  </a:lnTo>
                  <a:lnTo>
                    <a:pt x="2244039" y="1375015"/>
                  </a:lnTo>
                  <a:lnTo>
                    <a:pt x="2327152" y="1350794"/>
                  </a:lnTo>
                  <a:lnTo>
                    <a:pt x="2410264" y="1326434"/>
                  </a:lnTo>
                  <a:lnTo>
                    <a:pt x="2493377" y="1301926"/>
                  </a:lnTo>
                  <a:lnTo>
                    <a:pt x="2576489" y="1277263"/>
                  </a:lnTo>
                  <a:lnTo>
                    <a:pt x="2659602" y="1252438"/>
                  </a:lnTo>
                  <a:lnTo>
                    <a:pt x="2742714" y="1227448"/>
                  </a:lnTo>
                  <a:lnTo>
                    <a:pt x="2825827" y="1202293"/>
                  </a:lnTo>
                  <a:lnTo>
                    <a:pt x="2908940" y="1176976"/>
                  </a:lnTo>
                  <a:lnTo>
                    <a:pt x="2992052" y="1151500"/>
                  </a:lnTo>
                  <a:lnTo>
                    <a:pt x="3075165" y="1125874"/>
                  </a:lnTo>
                  <a:lnTo>
                    <a:pt x="3158277" y="1100106"/>
                  </a:lnTo>
                  <a:lnTo>
                    <a:pt x="3241390" y="1074206"/>
                  </a:lnTo>
                  <a:lnTo>
                    <a:pt x="3324502" y="1048185"/>
                  </a:lnTo>
                  <a:lnTo>
                    <a:pt x="3407615" y="1022052"/>
                  </a:lnTo>
                  <a:lnTo>
                    <a:pt x="3490728" y="995819"/>
                  </a:lnTo>
                  <a:lnTo>
                    <a:pt x="3573840" y="969496"/>
                  </a:lnTo>
                  <a:lnTo>
                    <a:pt x="3656953" y="943091"/>
                  </a:lnTo>
                  <a:lnTo>
                    <a:pt x="3740065" y="916613"/>
                  </a:lnTo>
                  <a:lnTo>
                    <a:pt x="3823178" y="890071"/>
                  </a:lnTo>
                  <a:lnTo>
                    <a:pt x="3906290" y="863470"/>
                  </a:lnTo>
                  <a:lnTo>
                    <a:pt x="3989403" y="836817"/>
                  </a:lnTo>
                  <a:lnTo>
                    <a:pt x="4072516" y="810118"/>
                  </a:lnTo>
                  <a:lnTo>
                    <a:pt x="4155628" y="783377"/>
                  </a:lnTo>
                  <a:lnTo>
                    <a:pt x="4238741" y="756599"/>
                  </a:lnTo>
                  <a:lnTo>
                    <a:pt x="4321853" y="729788"/>
                  </a:lnTo>
                  <a:lnTo>
                    <a:pt x="4404966" y="702947"/>
                  </a:lnTo>
                  <a:lnTo>
                    <a:pt x="4488078" y="676078"/>
                  </a:lnTo>
                  <a:lnTo>
                    <a:pt x="4571191" y="649185"/>
                  </a:lnTo>
                  <a:lnTo>
                    <a:pt x="4654304" y="622270"/>
                  </a:lnTo>
                  <a:lnTo>
                    <a:pt x="4737416" y="595335"/>
                  </a:lnTo>
                  <a:lnTo>
                    <a:pt x="4820529" y="568382"/>
                  </a:lnTo>
                  <a:lnTo>
                    <a:pt x="4903641" y="541413"/>
                  </a:lnTo>
                  <a:lnTo>
                    <a:pt x="4986754" y="514428"/>
                  </a:lnTo>
                  <a:lnTo>
                    <a:pt x="5069866" y="487429"/>
                  </a:lnTo>
                  <a:lnTo>
                    <a:pt x="5152979" y="460418"/>
                  </a:lnTo>
                  <a:lnTo>
                    <a:pt x="5236092" y="433395"/>
                  </a:lnTo>
                  <a:lnTo>
                    <a:pt x="5319204" y="406362"/>
                  </a:lnTo>
                  <a:lnTo>
                    <a:pt x="5402317" y="379318"/>
                  </a:lnTo>
                  <a:lnTo>
                    <a:pt x="5485429" y="352266"/>
                  </a:lnTo>
                  <a:lnTo>
                    <a:pt x="5568542" y="325205"/>
                  </a:lnTo>
                  <a:lnTo>
                    <a:pt x="5651654" y="298136"/>
                  </a:lnTo>
                  <a:lnTo>
                    <a:pt x="5734767" y="271061"/>
                  </a:lnTo>
                  <a:lnTo>
                    <a:pt x="5817880" y="243978"/>
                  </a:lnTo>
                  <a:lnTo>
                    <a:pt x="5900992" y="216889"/>
                  </a:lnTo>
                  <a:lnTo>
                    <a:pt x="5984105" y="189795"/>
                  </a:lnTo>
                  <a:lnTo>
                    <a:pt x="6067217" y="162695"/>
                  </a:lnTo>
                  <a:lnTo>
                    <a:pt x="6150330" y="135590"/>
                  </a:lnTo>
                  <a:lnTo>
                    <a:pt x="6233442" y="108480"/>
                  </a:lnTo>
                  <a:lnTo>
                    <a:pt x="6316555" y="81366"/>
                  </a:lnTo>
                  <a:lnTo>
                    <a:pt x="6399668" y="54248"/>
                  </a:lnTo>
                  <a:lnTo>
                    <a:pt x="6482780" y="27125"/>
                  </a:lnTo>
                  <a:lnTo>
                    <a:pt x="6565893" y="0"/>
                  </a:lnTo>
                  <a:lnTo>
                    <a:pt x="6565893" y="211858"/>
                  </a:lnTo>
                  <a:lnTo>
                    <a:pt x="6482780" y="234763"/>
                  </a:lnTo>
                  <a:lnTo>
                    <a:pt x="6399668" y="257672"/>
                  </a:lnTo>
                  <a:lnTo>
                    <a:pt x="6316555" y="280585"/>
                  </a:lnTo>
                  <a:lnTo>
                    <a:pt x="6233442" y="303501"/>
                  </a:lnTo>
                  <a:lnTo>
                    <a:pt x="6150330" y="326422"/>
                  </a:lnTo>
                  <a:lnTo>
                    <a:pt x="6067217" y="349348"/>
                  </a:lnTo>
                  <a:lnTo>
                    <a:pt x="5984105" y="372279"/>
                  </a:lnTo>
                  <a:lnTo>
                    <a:pt x="5900992" y="395216"/>
                  </a:lnTo>
                  <a:lnTo>
                    <a:pt x="5817880" y="418158"/>
                  </a:lnTo>
                  <a:lnTo>
                    <a:pt x="5734767" y="441106"/>
                  </a:lnTo>
                  <a:lnTo>
                    <a:pt x="5651654" y="464061"/>
                  </a:lnTo>
                  <a:lnTo>
                    <a:pt x="5568542" y="487023"/>
                  </a:lnTo>
                  <a:lnTo>
                    <a:pt x="5485429" y="509993"/>
                  </a:lnTo>
                  <a:lnTo>
                    <a:pt x="5402317" y="532972"/>
                  </a:lnTo>
                  <a:lnTo>
                    <a:pt x="5319204" y="555959"/>
                  </a:lnTo>
                  <a:lnTo>
                    <a:pt x="5236092" y="578957"/>
                  </a:lnTo>
                  <a:lnTo>
                    <a:pt x="5152979" y="601965"/>
                  </a:lnTo>
                  <a:lnTo>
                    <a:pt x="5069866" y="624984"/>
                  </a:lnTo>
                  <a:lnTo>
                    <a:pt x="4986754" y="648016"/>
                  </a:lnTo>
                  <a:lnTo>
                    <a:pt x="4903641" y="671063"/>
                  </a:lnTo>
                  <a:lnTo>
                    <a:pt x="4820529" y="694124"/>
                  </a:lnTo>
                  <a:lnTo>
                    <a:pt x="4737416" y="717201"/>
                  </a:lnTo>
                  <a:lnTo>
                    <a:pt x="4654304" y="740297"/>
                  </a:lnTo>
                  <a:lnTo>
                    <a:pt x="4571191" y="763413"/>
                  </a:lnTo>
                  <a:lnTo>
                    <a:pt x="4488078" y="786551"/>
                  </a:lnTo>
                  <a:lnTo>
                    <a:pt x="4404966" y="809714"/>
                  </a:lnTo>
                  <a:lnTo>
                    <a:pt x="4321853" y="832903"/>
                  </a:lnTo>
                  <a:lnTo>
                    <a:pt x="4238741" y="856123"/>
                  </a:lnTo>
                  <a:lnTo>
                    <a:pt x="4155628" y="879376"/>
                  </a:lnTo>
                  <a:lnTo>
                    <a:pt x="4072516" y="902666"/>
                  </a:lnTo>
                  <a:lnTo>
                    <a:pt x="3989403" y="925997"/>
                  </a:lnTo>
                  <a:lnTo>
                    <a:pt x="3906290" y="949375"/>
                  </a:lnTo>
                  <a:lnTo>
                    <a:pt x="3823178" y="972806"/>
                  </a:lnTo>
                  <a:lnTo>
                    <a:pt x="3740065" y="996294"/>
                  </a:lnTo>
                  <a:lnTo>
                    <a:pt x="3656953" y="1019847"/>
                  </a:lnTo>
                  <a:lnTo>
                    <a:pt x="3573840" y="1043473"/>
                  </a:lnTo>
                  <a:lnTo>
                    <a:pt x="3490728" y="1067180"/>
                  </a:lnTo>
                  <a:lnTo>
                    <a:pt x="3407615" y="1090978"/>
                  </a:lnTo>
                  <a:lnTo>
                    <a:pt x="3324502" y="1114877"/>
                  </a:lnTo>
                  <a:lnTo>
                    <a:pt x="3241390" y="1138886"/>
                  </a:lnTo>
                  <a:lnTo>
                    <a:pt x="3158277" y="1163017"/>
                  </a:lnTo>
                  <a:lnTo>
                    <a:pt x="3075165" y="1187280"/>
                  </a:lnTo>
                  <a:lnTo>
                    <a:pt x="2992052" y="1211684"/>
                  </a:lnTo>
                  <a:lnTo>
                    <a:pt x="2908940" y="1236240"/>
                  </a:lnTo>
                  <a:lnTo>
                    <a:pt x="2825827" y="1260953"/>
                  </a:lnTo>
                  <a:lnTo>
                    <a:pt x="2742714" y="1285829"/>
                  </a:lnTo>
                  <a:lnTo>
                    <a:pt x="2659602" y="1310870"/>
                  </a:lnTo>
                  <a:lnTo>
                    <a:pt x="2576489" y="1336076"/>
                  </a:lnTo>
                  <a:lnTo>
                    <a:pt x="2493377" y="1361443"/>
                  </a:lnTo>
                  <a:lnTo>
                    <a:pt x="2410264" y="1386967"/>
                  </a:lnTo>
                  <a:lnTo>
                    <a:pt x="2327152" y="1412638"/>
                  </a:lnTo>
                  <a:lnTo>
                    <a:pt x="2244039" y="1438448"/>
                  </a:lnTo>
                  <a:lnTo>
                    <a:pt x="2160926" y="1464387"/>
                  </a:lnTo>
                  <a:lnTo>
                    <a:pt x="2077814" y="1490444"/>
                  </a:lnTo>
                  <a:lnTo>
                    <a:pt x="1994701" y="1516609"/>
                  </a:lnTo>
                  <a:lnTo>
                    <a:pt x="1911589" y="1542871"/>
                  </a:lnTo>
                  <a:lnTo>
                    <a:pt x="1828476" y="1569221"/>
                  </a:lnTo>
                  <a:lnTo>
                    <a:pt x="1745364" y="1595649"/>
                  </a:lnTo>
                  <a:lnTo>
                    <a:pt x="1662251" y="1622148"/>
                  </a:lnTo>
                  <a:lnTo>
                    <a:pt x="1579138" y="1648709"/>
                  </a:lnTo>
                  <a:lnTo>
                    <a:pt x="1496026" y="1675327"/>
                  </a:lnTo>
                  <a:lnTo>
                    <a:pt x="1412913" y="1701995"/>
                  </a:lnTo>
                  <a:lnTo>
                    <a:pt x="1329801" y="1728707"/>
                  </a:lnTo>
                  <a:lnTo>
                    <a:pt x="1246688" y="1755460"/>
                  </a:lnTo>
                  <a:lnTo>
                    <a:pt x="1163576" y="1782249"/>
                  </a:lnTo>
                  <a:lnTo>
                    <a:pt x="1080463" y="1809070"/>
                  </a:lnTo>
                  <a:lnTo>
                    <a:pt x="997350" y="1835920"/>
                  </a:lnTo>
                  <a:lnTo>
                    <a:pt x="914238" y="1862796"/>
                  </a:lnTo>
                  <a:lnTo>
                    <a:pt x="831125" y="1889696"/>
                  </a:lnTo>
                  <a:lnTo>
                    <a:pt x="748013" y="1916617"/>
                  </a:lnTo>
                  <a:lnTo>
                    <a:pt x="664900" y="1943558"/>
                  </a:lnTo>
                  <a:lnTo>
                    <a:pt x="581788" y="1970517"/>
                  </a:lnTo>
                  <a:lnTo>
                    <a:pt x="498675" y="1997491"/>
                  </a:lnTo>
                  <a:lnTo>
                    <a:pt x="415562" y="2024480"/>
                  </a:lnTo>
                  <a:lnTo>
                    <a:pt x="332450" y="2051483"/>
                  </a:lnTo>
                  <a:lnTo>
                    <a:pt x="249337" y="2078498"/>
                  </a:lnTo>
                  <a:lnTo>
                    <a:pt x="166225" y="2105524"/>
                  </a:lnTo>
                  <a:lnTo>
                    <a:pt x="83112" y="2132561"/>
                  </a:lnTo>
                  <a:lnTo>
                    <a:pt x="0" y="2159607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985667" y="2640182"/>
              <a:ext cx="6565893" cy="2004688"/>
            </a:xfrm>
            <a:custGeom>
              <a:avLst/>
              <a:pathLst>
                <a:path w="6565893" h="2004688">
                  <a:moveTo>
                    <a:pt x="0" y="2004688"/>
                  </a:moveTo>
                  <a:lnTo>
                    <a:pt x="83112" y="1981704"/>
                  </a:lnTo>
                  <a:lnTo>
                    <a:pt x="166225" y="1958710"/>
                  </a:lnTo>
                  <a:lnTo>
                    <a:pt x="249337" y="1935705"/>
                  </a:lnTo>
                  <a:lnTo>
                    <a:pt x="332450" y="1912689"/>
                  </a:lnTo>
                  <a:lnTo>
                    <a:pt x="415562" y="1889661"/>
                  </a:lnTo>
                  <a:lnTo>
                    <a:pt x="498675" y="1866619"/>
                  </a:lnTo>
                  <a:lnTo>
                    <a:pt x="581788" y="1843563"/>
                  </a:lnTo>
                  <a:lnTo>
                    <a:pt x="664900" y="1820491"/>
                  </a:lnTo>
                  <a:lnTo>
                    <a:pt x="748013" y="1797401"/>
                  </a:lnTo>
                  <a:lnTo>
                    <a:pt x="831125" y="1774291"/>
                  </a:lnTo>
                  <a:lnTo>
                    <a:pt x="914238" y="1751160"/>
                  </a:lnTo>
                  <a:lnTo>
                    <a:pt x="997350" y="1728006"/>
                  </a:lnTo>
                  <a:lnTo>
                    <a:pt x="1080463" y="1704825"/>
                  </a:lnTo>
                  <a:lnTo>
                    <a:pt x="1163576" y="1681615"/>
                  </a:lnTo>
                  <a:lnTo>
                    <a:pt x="1246688" y="1658373"/>
                  </a:lnTo>
                  <a:lnTo>
                    <a:pt x="1329801" y="1635095"/>
                  </a:lnTo>
                  <a:lnTo>
                    <a:pt x="1412913" y="1611776"/>
                  </a:lnTo>
                  <a:lnTo>
                    <a:pt x="1496026" y="1588413"/>
                  </a:lnTo>
                  <a:lnTo>
                    <a:pt x="1579138" y="1565000"/>
                  </a:lnTo>
                  <a:lnTo>
                    <a:pt x="1662251" y="1541531"/>
                  </a:lnTo>
                  <a:lnTo>
                    <a:pt x="1745364" y="1517999"/>
                  </a:lnTo>
                  <a:lnTo>
                    <a:pt x="1828476" y="1494396"/>
                  </a:lnTo>
                  <a:lnTo>
                    <a:pt x="1911589" y="1470715"/>
                  </a:lnTo>
                  <a:lnTo>
                    <a:pt x="1994701" y="1446946"/>
                  </a:lnTo>
                  <a:lnTo>
                    <a:pt x="2077814" y="1423080"/>
                  </a:lnTo>
                  <a:lnTo>
                    <a:pt x="2160926" y="1399107"/>
                  </a:lnTo>
                  <a:lnTo>
                    <a:pt x="2244039" y="1375015"/>
                  </a:lnTo>
                  <a:lnTo>
                    <a:pt x="2327152" y="1350794"/>
                  </a:lnTo>
                  <a:lnTo>
                    <a:pt x="2410264" y="1326434"/>
                  </a:lnTo>
                  <a:lnTo>
                    <a:pt x="2493377" y="1301926"/>
                  </a:lnTo>
                  <a:lnTo>
                    <a:pt x="2576489" y="1277263"/>
                  </a:lnTo>
                  <a:lnTo>
                    <a:pt x="2659602" y="1252438"/>
                  </a:lnTo>
                  <a:lnTo>
                    <a:pt x="2742714" y="1227448"/>
                  </a:lnTo>
                  <a:lnTo>
                    <a:pt x="2825827" y="1202293"/>
                  </a:lnTo>
                  <a:lnTo>
                    <a:pt x="2908940" y="1176976"/>
                  </a:lnTo>
                  <a:lnTo>
                    <a:pt x="2992052" y="1151500"/>
                  </a:lnTo>
                  <a:lnTo>
                    <a:pt x="3075165" y="1125874"/>
                  </a:lnTo>
                  <a:lnTo>
                    <a:pt x="3158277" y="1100106"/>
                  </a:lnTo>
                  <a:lnTo>
                    <a:pt x="3241390" y="1074206"/>
                  </a:lnTo>
                  <a:lnTo>
                    <a:pt x="3324502" y="1048185"/>
                  </a:lnTo>
                  <a:lnTo>
                    <a:pt x="3407615" y="1022052"/>
                  </a:lnTo>
                  <a:lnTo>
                    <a:pt x="3490728" y="995819"/>
                  </a:lnTo>
                  <a:lnTo>
                    <a:pt x="3573840" y="969496"/>
                  </a:lnTo>
                  <a:lnTo>
                    <a:pt x="3656953" y="943091"/>
                  </a:lnTo>
                  <a:lnTo>
                    <a:pt x="3740065" y="916613"/>
                  </a:lnTo>
                  <a:lnTo>
                    <a:pt x="3823178" y="890071"/>
                  </a:lnTo>
                  <a:lnTo>
                    <a:pt x="3906290" y="863470"/>
                  </a:lnTo>
                  <a:lnTo>
                    <a:pt x="3989403" y="836817"/>
                  </a:lnTo>
                  <a:lnTo>
                    <a:pt x="4072516" y="810118"/>
                  </a:lnTo>
                  <a:lnTo>
                    <a:pt x="4155628" y="783377"/>
                  </a:lnTo>
                  <a:lnTo>
                    <a:pt x="4238741" y="756599"/>
                  </a:lnTo>
                  <a:lnTo>
                    <a:pt x="4321853" y="729788"/>
                  </a:lnTo>
                  <a:lnTo>
                    <a:pt x="4404966" y="702947"/>
                  </a:lnTo>
                  <a:lnTo>
                    <a:pt x="4488078" y="676078"/>
                  </a:lnTo>
                  <a:lnTo>
                    <a:pt x="4571191" y="649185"/>
                  </a:lnTo>
                  <a:lnTo>
                    <a:pt x="4654304" y="622270"/>
                  </a:lnTo>
                  <a:lnTo>
                    <a:pt x="4737416" y="595335"/>
                  </a:lnTo>
                  <a:lnTo>
                    <a:pt x="4820529" y="568382"/>
                  </a:lnTo>
                  <a:lnTo>
                    <a:pt x="4903641" y="541413"/>
                  </a:lnTo>
                  <a:lnTo>
                    <a:pt x="4986754" y="514428"/>
                  </a:lnTo>
                  <a:lnTo>
                    <a:pt x="5069866" y="487429"/>
                  </a:lnTo>
                  <a:lnTo>
                    <a:pt x="5152979" y="460418"/>
                  </a:lnTo>
                  <a:lnTo>
                    <a:pt x="5236092" y="433395"/>
                  </a:lnTo>
                  <a:lnTo>
                    <a:pt x="5319204" y="406362"/>
                  </a:lnTo>
                  <a:lnTo>
                    <a:pt x="5402317" y="379318"/>
                  </a:lnTo>
                  <a:lnTo>
                    <a:pt x="5485429" y="352266"/>
                  </a:lnTo>
                  <a:lnTo>
                    <a:pt x="5568542" y="325205"/>
                  </a:lnTo>
                  <a:lnTo>
                    <a:pt x="5651654" y="298136"/>
                  </a:lnTo>
                  <a:lnTo>
                    <a:pt x="5734767" y="271061"/>
                  </a:lnTo>
                  <a:lnTo>
                    <a:pt x="5817880" y="243978"/>
                  </a:lnTo>
                  <a:lnTo>
                    <a:pt x="5900992" y="216889"/>
                  </a:lnTo>
                  <a:lnTo>
                    <a:pt x="5984105" y="189795"/>
                  </a:lnTo>
                  <a:lnTo>
                    <a:pt x="6067217" y="162695"/>
                  </a:lnTo>
                  <a:lnTo>
                    <a:pt x="6150330" y="135590"/>
                  </a:lnTo>
                  <a:lnTo>
                    <a:pt x="6233442" y="108480"/>
                  </a:lnTo>
                  <a:lnTo>
                    <a:pt x="6316555" y="81366"/>
                  </a:lnTo>
                  <a:lnTo>
                    <a:pt x="6399668" y="54248"/>
                  </a:lnTo>
                  <a:lnTo>
                    <a:pt x="6482780" y="27125"/>
                  </a:lnTo>
                  <a:lnTo>
                    <a:pt x="656589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985667" y="2852041"/>
              <a:ext cx="6565893" cy="1947748"/>
            </a:xfrm>
            <a:custGeom>
              <a:avLst/>
              <a:pathLst>
                <a:path w="6565893" h="1947748">
                  <a:moveTo>
                    <a:pt x="6565893" y="0"/>
                  </a:moveTo>
                  <a:lnTo>
                    <a:pt x="6482780" y="22904"/>
                  </a:lnTo>
                  <a:lnTo>
                    <a:pt x="6399668" y="45813"/>
                  </a:lnTo>
                  <a:lnTo>
                    <a:pt x="6316555" y="68726"/>
                  </a:lnTo>
                  <a:lnTo>
                    <a:pt x="6233442" y="91642"/>
                  </a:lnTo>
                  <a:lnTo>
                    <a:pt x="6150330" y="114563"/>
                  </a:lnTo>
                  <a:lnTo>
                    <a:pt x="6067217" y="137489"/>
                  </a:lnTo>
                  <a:lnTo>
                    <a:pt x="5984105" y="160420"/>
                  </a:lnTo>
                  <a:lnTo>
                    <a:pt x="5900992" y="183357"/>
                  </a:lnTo>
                  <a:lnTo>
                    <a:pt x="5817880" y="206299"/>
                  </a:lnTo>
                  <a:lnTo>
                    <a:pt x="5734767" y="229247"/>
                  </a:lnTo>
                  <a:lnTo>
                    <a:pt x="5651654" y="252202"/>
                  </a:lnTo>
                  <a:lnTo>
                    <a:pt x="5568542" y="275164"/>
                  </a:lnTo>
                  <a:lnTo>
                    <a:pt x="5485429" y="298134"/>
                  </a:lnTo>
                  <a:lnTo>
                    <a:pt x="5402317" y="321113"/>
                  </a:lnTo>
                  <a:lnTo>
                    <a:pt x="5319204" y="344100"/>
                  </a:lnTo>
                  <a:lnTo>
                    <a:pt x="5236092" y="367098"/>
                  </a:lnTo>
                  <a:lnTo>
                    <a:pt x="5152979" y="390106"/>
                  </a:lnTo>
                  <a:lnTo>
                    <a:pt x="5069866" y="413125"/>
                  </a:lnTo>
                  <a:lnTo>
                    <a:pt x="4986754" y="436157"/>
                  </a:lnTo>
                  <a:lnTo>
                    <a:pt x="4903641" y="459204"/>
                  </a:lnTo>
                  <a:lnTo>
                    <a:pt x="4820529" y="482265"/>
                  </a:lnTo>
                  <a:lnTo>
                    <a:pt x="4737416" y="505342"/>
                  </a:lnTo>
                  <a:lnTo>
                    <a:pt x="4654304" y="528438"/>
                  </a:lnTo>
                  <a:lnTo>
                    <a:pt x="4571191" y="551554"/>
                  </a:lnTo>
                  <a:lnTo>
                    <a:pt x="4488078" y="574692"/>
                  </a:lnTo>
                  <a:lnTo>
                    <a:pt x="4404966" y="597855"/>
                  </a:lnTo>
                  <a:lnTo>
                    <a:pt x="4321853" y="621044"/>
                  </a:lnTo>
                  <a:lnTo>
                    <a:pt x="4238741" y="644264"/>
                  </a:lnTo>
                  <a:lnTo>
                    <a:pt x="4155628" y="667517"/>
                  </a:lnTo>
                  <a:lnTo>
                    <a:pt x="4072516" y="690807"/>
                  </a:lnTo>
                  <a:lnTo>
                    <a:pt x="3989403" y="714138"/>
                  </a:lnTo>
                  <a:lnTo>
                    <a:pt x="3906290" y="737516"/>
                  </a:lnTo>
                  <a:lnTo>
                    <a:pt x="3823178" y="760947"/>
                  </a:lnTo>
                  <a:lnTo>
                    <a:pt x="3740065" y="784435"/>
                  </a:lnTo>
                  <a:lnTo>
                    <a:pt x="3656953" y="807988"/>
                  </a:lnTo>
                  <a:lnTo>
                    <a:pt x="3573840" y="831614"/>
                  </a:lnTo>
                  <a:lnTo>
                    <a:pt x="3490728" y="855321"/>
                  </a:lnTo>
                  <a:lnTo>
                    <a:pt x="3407615" y="879119"/>
                  </a:lnTo>
                  <a:lnTo>
                    <a:pt x="3324502" y="903018"/>
                  </a:lnTo>
                  <a:lnTo>
                    <a:pt x="3241390" y="927027"/>
                  </a:lnTo>
                  <a:lnTo>
                    <a:pt x="3158277" y="951158"/>
                  </a:lnTo>
                  <a:lnTo>
                    <a:pt x="3075165" y="975421"/>
                  </a:lnTo>
                  <a:lnTo>
                    <a:pt x="2992052" y="999825"/>
                  </a:lnTo>
                  <a:lnTo>
                    <a:pt x="2908940" y="1024381"/>
                  </a:lnTo>
                  <a:lnTo>
                    <a:pt x="2825827" y="1049094"/>
                  </a:lnTo>
                  <a:lnTo>
                    <a:pt x="2742714" y="1073970"/>
                  </a:lnTo>
                  <a:lnTo>
                    <a:pt x="2659602" y="1099012"/>
                  </a:lnTo>
                  <a:lnTo>
                    <a:pt x="2576489" y="1124217"/>
                  </a:lnTo>
                  <a:lnTo>
                    <a:pt x="2493377" y="1149584"/>
                  </a:lnTo>
                  <a:lnTo>
                    <a:pt x="2410264" y="1175108"/>
                  </a:lnTo>
                  <a:lnTo>
                    <a:pt x="2327152" y="1200779"/>
                  </a:lnTo>
                  <a:lnTo>
                    <a:pt x="2244039" y="1226589"/>
                  </a:lnTo>
                  <a:lnTo>
                    <a:pt x="2160926" y="1252528"/>
                  </a:lnTo>
                  <a:lnTo>
                    <a:pt x="2077814" y="1278585"/>
                  </a:lnTo>
                  <a:lnTo>
                    <a:pt x="1994701" y="1304750"/>
                  </a:lnTo>
                  <a:lnTo>
                    <a:pt x="1911589" y="1331012"/>
                  </a:lnTo>
                  <a:lnTo>
                    <a:pt x="1828476" y="1357362"/>
                  </a:lnTo>
                  <a:lnTo>
                    <a:pt x="1745364" y="1383790"/>
                  </a:lnTo>
                  <a:lnTo>
                    <a:pt x="1662251" y="1410289"/>
                  </a:lnTo>
                  <a:lnTo>
                    <a:pt x="1579138" y="1436850"/>
                  </a:lnTo>
                  <a:lnTo>
                    <a:pt x="1496026" y="1463468"/>
                  </a:lnTo>
                  <a:lnTo>
                    <a:pt x="1412913" y="1490136"/>
                  </a:lnTo>
                  <a:lnTo>
                    <a:pt x="1329801" y="1516848"/>
                  </a:lnTo>
                  <a:lnTo>
                    <a:pt x="1246688" y="1543601"/>
                  </a:lnTo>
                  <a:lnTo>
                    <a:pt x="1163576" y="1570390"/>
                  </a:lnTo>
                  <a:lnTo>
                    <a:pt x="1080463" y="1597211"/>
                  </a:lnTo>
                  <a:lnTo>
                    <a:pt x="997350" y="1624061"/>
                  </a:lnTo>
                  <a:lnTo>
                    <a:pt x="914238" y="1650937"/>
                  </a:lnTo>
                  <a:lnTo>
                    <a:pt x="831125" y="1677837"/>
                  </a:lnTo>
                  <a:lnTo>
                    <a:pt x="748013" y="1704758"/>
                  </a:lnTo>
                  <a:lnTo>
                    <a:pt x="664900" y="1731699"/>
                  </a:lnTo>
                  <a:lnTo>
                    <a:pt x="581788" y="1758658"/>
                  </a:lnTo>
                  <a:lnTo>
                    <a:pt x="498675" y="1785632"/>
                  </a:lnTo>
                  <a:lnTo>
                    <a:pt x="415562" y="1812621"/>
                  </a:lnTo>
                  <a:lnTo>
                    <a:pt x="332450" y="1839624"/>
                  </a:lnTo>
                  <a:lnTo>
                    <a:pt x="249337" y="1866639"/>
                  </a:lnTo>
                  <a:lnTo>
                    <a:pt x="166225" y="1893665"/>
                  </a:lnTo>
                  <a:lnTo>
                    <a:pt x="83112" y="1920702"/>
                  </a:lnTo>
                  <a:lnTo>
                    <a:pt x="0" y="19477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1985667" y="2746112"/>
              <a:ext cx="6565893" cy="1976218"/>
            </a:xfrm>
            <a:custGeom>
              <a:avLst/>
              <a:pathLst>
                <a:path w="6565893" h="1976218">
                  <a:moveTo>
                    <a:pt x="0" y="1976218"/>
                  </a:moveTo>
                  <a:lnTo>
                    <a:pt x="83112" y="1951203"/>
                  </a:lnTo>
                  <a:lnTo>
                    <a:pt x="166225" y="1926187"/>
                  </a:lnTo>
                  <a:lnTo>
                    <a:pt x="249337" y="1901172"/>
                  </a:lnTo>
                  <a:lnTo>
                    <a:pt x="332450" y="1876157"/>
                  </a:lnTo>
                  <a:lnTo>
                    <a:pt x="415562" y="1851141"/>
                  </a:lnTo>
                  <a:lnTo>
                    <a:pt x="498675" y="1826126"/>
                  </a:lnTo>
                  <a:lnTo>
                    <a:pt x="581788" y="1801110"/>
                  </a:lnTo>
                  <a:lnTo>
                    <a:pt x="664900" y="1776095"/>
                  </a:lnTo>
                  <a:lnTo>
                    <a:pt x="748013" y="1751079"/>
                  </a:lnTo>
                  <a:lnTo>
                    <a:pt x="831125" y="1726064"/>
                  </a:lnTo>
                  <a:lnTo>
                    <a:pt x="914238" y="1701049"/>
                  </a:lnTo>
                  <a:lnTo>
                    <a:pt x="997350" y="1676033"/>
                  </a:lnTo>
                  <a:lnTo>
                    <a:pt x="1080463" y="1651018"/>
                  </a:lnTo>
                  <a:lnTo>
                    <a:pt x="1163576" y="1626002"/>
                  </a:lnTo>
                  <a:lnTo>
                    <a:pt x="1246688" y="1600987"/>
                  </a:lnTo>
                  <a:lnTo>
                    <a:pt x="1329801" y="1575971"/>
                  </a:lnTo>
                  <a:lnTo>
                    <a:pt x="1412913" y="1550956"/>
                  </a:lnTo>
                  <a:lnTo>
                    <a:pt x="1496026" y="1525941"/>
                  </a:lnTo>
                  <a:lnTo>
                    <a:pt x="1579138" y="1500925"/>
                  </a:lnTo>
                  <a:lnTo>
                    <a:pt x="1662251" y="1475910"/>
                  </a:lnTo>
                  <a:lnTo>
                    <a:pt x="1745364" y="1450894"/>
                  </a:lnTo>
                  <a:lnTo>
                    <a:pt x="1828476" y="1425879"/>
                  </a:lnTo>
                  <a:lnTo>
                    <a:pt x="1911589" y="1400863"/>
                  </a:lnTo>
                  <a:lnTo>
                    <a:pt x="1994701" y="1375848"/>
                  </a:lnTo>
                  <a:lnTo>
                    <a:pt x="2077814" y="1350833"/>
                  </a:lnTo>
                  <a:lnTo>
                    <a:pt x="2160926" y="1325817"/>
                  </a:lnTo>
                  <a:lnTo>
                    <a:pt x="2244039" y="1300802"/>
                  </a:lnTo>
                  <a:lnTo>
                    <a:pt x="2327152" y="1275786"/>
                  </a:lnTo>
                  <a:lnTo>
                    <a:pt x="2410264" y="1250771"/>
                  </a:lnTo>
                  <a:lnTo>
                    <a:pt x="2493377" y="1225755"/>
                  </a:lnTo>
                  <a:lnTo>
                    <a:pt x="2576489" y="1200740"/>
                  </a:lnTo>
                  <a:lnTo>
                    <a:pt x="2659602" y="1175725"/>
                  </a:lnTo>
                  <a:lnTo>
                    <a:pt x="2742714" y="1150709"/>
                  </a:lnTo>
                  <a:lnTo>
                    <a:pt x="2825827" y="1125694"/>
                  </a:lnTo>
                  <a:lnTo>
                    <a:pt x="2908940" y="1100678"/>
                  </a:lnTo>
                  <a:lnTo>
                    <a:pt x="2992052" y="1075663"/>
                  </a:lnTo>
                  <a:lnTo>
                    <a:pt x="3075165" y="1050647"/>
                  </a:lnTo>
                  <a:lnTo>
                    <a:pt x="3158277" y="1025632"/>
                  </a:lnTo>
                  <a:lnTo>
                    <a:pt x="3241390" y="1000617"/>
                  </a:lnTo>
                  <a:lnTo>
                    <a:pt x="3324502" y="975601"/>
                  </a:lnTo>
                  <a:lnTo>
                    <a:pt x="3407615" y="950586"/>
                  </a:lnTo>
                  <a:lnTo>
                    <a:pt x="3490728" y="925570"/>
                  </a:lnTo>
                  <a:lnTo>
                    <a:pt x="3573840" y="900555"/>
                  </a:lnTo>
                  <a:lnTo>
                    <a:pt x="3656953" y="875539"/>
                  </a:lnTo>
                  <a:lnTo>
                    <a:pt x="3740065" y="850524"/>
                  </a:lnTo>
                  <a:lnTo>
                    <a:pt x="3823178" y="825509"/>
                  </a:lnTo>
                  <a:lnTo>
                    <a:pt x="3906290" y="800493"/>
                  </a:lnTo>
                  <a:lnTo>
                    <a:pt x="3989403" y="775478"/>
                  </a:lnTo>
                  <a:lnTo>
                    <a:pt x="4072516" y="750462"/>
                  </a:lnTo>
                  <a:lnTo>
                    <a:pt x="4155628" y="725447"/>
                  </a:lnTo>
                  <a:lnTo>
                    <a:pt x="4238741" y="700431"/>
                  </a:lnTo>
                  <a:lnTo>
                    <a:pt x="4321853" y="675416"/>
                  </a:lnTo>
                  <a:lnTo>
                    <a:pt x="4404966" y="650401"/>
                  </a:lnTo>
                  <a:lnTo>
                    <a:pt x="4488078" y="625385"/>
                  </a:lnTo>
                  <a:lnTo>
                    <a:pt x="4571191" y="600370"/>
                  </a:lnTo>
                  <a:lnTo>
                    <a:pt x="4654304" y="575354"/>
                  </a:lnTo>
                  <a:lnTo>
                    <a:pt x="4737416" y="550339"/>
                  </a:lnTo>
                  <a:lnTo>
                    <a:pt x="4820529" y="525323"/>
                  </a:lnTo>
                  <a:lnTo>
                    <a:pt x="4903641" y="500308"/>
                  </a:lnTo>
                  <a:lnTo>
                    <a:pt x="4986754" y="475293"/>
                  </a:lnTo>
                  <a:lnTo>
                    <a:pt x="5069866" y="450277"/>
                  </a:lnTo>
                  <a:lnTo>
                    <a:pt x="5152979" y="425262"/>
                  </a:lnTo>
                  <a:lnTo>
                    <a:pt x="5236092" y="400246"/>
                  </a:lnTo>
                  <a:lnTo>
                    <a:pt x="5319204" y="375231"/>
                  </a:lnTo>
                  <a:lnTo>
                    <a:pt x="5402317" y="350215"/>
                  </a:lnTo>
                  <a:lnTo>
                    <a:pt x="5485429" y="325200"/>
                  </a:lnTo>
                  <a:lnTo>
                    <a:pt x="5568542" y="300185"/>
                  </a:lnTo>
                  <a:lnTo>
                    <a:pt x="5651654" y="275169"/>
                  </a:lnTo>
                  <a:lnTo>
                    <a:pt x="5734767" y="250154"/>
                  </a:lnTo>
                  <a:lnTo>
                    <a:pt x="5817880" y="225138"/>
                  </a:lnTo>
                  <a:lnTo>
                    <a:pt x="5900992" y="200123"/>
                  </a:lnTo>
                  <a:lnTo>
                    <a:pt x="5984105" y="175107"/>
                  </a:lnTo>
                  <a:lnTo>
                    <a:pt x="6067217" y="150092"/>
                  </a:lnTo>
                  <a:lnTo>
                    <a:pt x="6150330" y="125077"/>
                  </a:lnTo>
                  <a:lnTo>
                    <a:pt x="6233442" y="100061"/>
                  </a:lnTo>
                  <a:lnTo>
                    <a:pt x="6316555" y="75046"/>
                  </a:lnTo>
                  <a:lnTo>
                    <a:pt x="6399668" y="50030"/>
                  </a:lnTo>
                  <a:lnTo>
                    <a:pt x="6482780" y="25015"/>
                  </a:lnTo>
                  <a:lnTo>
                    <a:pt x="656589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416610" y="3428651"/>
              <a:ext cx="2612697" cy="1501486"/>
            </a:xfrm>
            <a:custGeom>
              <a:avLst/>
              <a:pathLst>
                <a:path w="2612697" h="1501486">
                  <a:moveTo>
                    <a:pt x="0" y="1262183"/>
                  </a:moveTo>
                  <a:lnTo>
                    <a:pt x="33072" y="1249320"/>
                  </a:lnTo>
                  <a:lnTo>
                    <a:pt x="66144" y="1236439"/>
                  </a:lnTo>
                  <a:lnTo>
                    <a:pt x="99216" y="1223540"/>
                  </a:lnTo>
                  <a:lnTo>
                    <a:pt x="132288" y="1210620"/>
                  </a:lnTo>
                  <a:lnTo>
                    <a:pt x="165360" y="1197679"/>
                  </a:lnTo>
                  <a:lnTo>
                    <a:pt x="198432" y="1184714"/>
                  </a:lnTo>
                  <a:lnTo>
                    <a:pt x="231504" y="1171723"/>
                  </a:lnTo>
                  <a:lnTo>
                    <a:pt x="264576" y="1158705"/>
                  </a:lnTo>
                  <a:lnTo>
                    <a:pt x="297649" y="1145658"/>
                  </a:lnTo>
                  <a:lnTo>
                    <a:pt x="330721" y="1132578"/>
                  </a:lnTo>
                  <a:lnTo>
                    <a:pt x="363793" y="1119464"/>
                  </a:lnTo>
                  <a:lnTo>
                    <a:pt x="396865" y="1106312"/>
                  </a:lnTo>
                  <a:lnTo>
                    <a:pt x="429937" y="1093119"/>
                  </a:lnTo>
                  <a:lnTo>
                    <a:pt x="463009" y="1079881"/>
                  </a:lnTo>
                  <a:lnTo>
                    <a:pt x="496081" y="1066595"/>
                  </a:lnTo>
                  <a:lnTo>
                    <a:pt x="529153" y="1053256"/>
                  </a:lnTo>
                  <a:lnTo>
                    <a:pt x="562226" y="1039859"/>
                  </a:lnTo>
                  <a:lnTo>
                    <a:pt x="595298" y="1026400"/>
                  </a:lnTo>
                  <a:lnTo>
                    <a:pt x="628370" y="1012872"/>
                  </a:lnTo>
                  <a:lnTo>
                    <a:pt x="661442" y="999270"/>
                  </a:lnTo>
                  <a:lnTo>
                    <a:pt x="694514" y="985587"/>
                  </a:lnTo>
                  <a:lnTo>
                    <a:pt x="727586" y="971816"/>
                  </a:lnTo>
                  <a:lnTo>
                    <a:pt x="760658" y="957949"/>
                  </a:lnTo>
                  <a:lnTo>
                    <a:pt x="793730" y="943979"/>
                  </a:lnTo>
                  <a:lnTo>
                    <a:pt x="826802" y="929897"/>
                  </a:lnTo>
                  <a:lnTo>
                    <a:pt x="859875" y="915694"/>
                  </a:lnTo>
                  <a:lnTo>
                    <a:pt x="892947" y="901362"/>
                  </a:lnTo>
                  <a:lnTo>
                    <a:pt x="926019" y="886893"/>
                  </a:lnTo>
                  <a:lnTo>
                    <a:pt x="959091" y="872277"/>
                  </a:lnTo>
                  <a:lnTo>
                    <a:pt x="992163" y="857507"/>
                  </a:lnTo>
                  <a:lnTo>
                    <a:pt x="1025235" y="842576"/>
                  </a:lnTo>
                  <a:lnTo>
                    <a:pt x="1058307" y="827478"/>
                  </a:lnTo>
                  <a:lnTo>
                    <a:pt x="1091379" y="812208"/>
                  </a:lnTo>
                  <a:lnTo>
                    <a:pt x="1124452" y="796763"/>
                  </a:lnTo>
                  <a:lnTo>
                    <a:pt x="1157524" y="781141"/>
                  </a:lnTo>
                  <a:lnTo>
                    <a:pt x="1190596" y="765342"/>
                  </a:lnTo>
                  <a:lnTo>
                    <a:pt x="1223668" y="749367"/>
                  </a:lnTo>
                  <a:lnTo>
                    <a:pt x="1256740" y="733221"/>
                  </a:lnTo>
                  <a:lnTo>
                    <a:pt x="1289812" y="716909"/>
                  </a:lnTo>
                  <a:lnTo>
                    <a:pt x="1322884" y="700435"/>
                  </a:lnTo>
                  <a:lnTo>
                    <a:pt x="1355956" y="683808"/>
                  </a:lnTo>
                  <a:lnTo>
                    <a:pt x="1389028" y="667035"/>
                  </a:lnTo>
                  <a:lnTo>
                    <a:pt x="1422101" y="650126"/>
                  </a:lnTo>
                  <a:lnTo>
                    <a:pt x="1455173" y="633087"/>
                  </a:lnTo>
                  <a:lnTo>
                    <a:pt x="1488245" y="615929"/>
                  </a:lnTo>
                  <a:lnTo>
                    <a:pt x="1521317" y="598659"/>
                  </a:lnTo>
                  <a:lnTo>
                    <a:pt x="1554389" y="581286"/>
                  </a:lnTo>
                  <a:lnTo>
                    <a:pt x="1587461" y="563818"/>
                  </a:lnTo>
                  <a:lnTo>
                    <a:pt x="1620533" y="546262"/>
                  </a:lnTo>
                  <a:lnTo>
                    <a:pt x="1653605" y="528626"/>
                  </a:lnTo>
                  <a:lnTo>
                    <a:pt x="1686678" y="510916"/>
                  </a:lnTo>
                  <a:lnTo>
                    <a:pt x="1719750" y="493138"/>
                  </a:lnTo>
                  <a:lnTo>
                    <a:pt x="1752822" y="475297"/>
                  </a:lnTo>
                  <a:lnTo>
                    <a:pt x="1785894" y="457399"/>
                  </a:lnTo>
                  <a:lnTo>
                    <a:pt x="1818966" y="439449"/>
                  </a:lnTo>
                  <a:lnTo>
                    <a:pt x="1852038" y="421451"/>
                  </a:lnTo>
                  <a:lnTo>
                    <a:pt x="1885110" y="403408"/>
                  </a:lnTo>
                  <a:lnTo>
                    <a:pt x="1918182" y="385324"/>
                  </a:lnTo>
                  <a:lnTo>
                    <a:pt x="1951254" y="367203"/>
                  </a:lnTo>
                  <a:lnTo>
                    <a:pt x="1984327" y="349047"/>
                  </a:lnTo>
                  <a:lnTo>
                    <a:pt x="2017399" y="330859"/>
                  </a:lnTo>
                  <a:lnTo>
                    <a:pt x="2050471" y="312641"/>
                  </a:lnTo>
                  <a:lnTo>
                    <a:pt x="2083543" y="294397"/>
                  </a:lnTo>
                  <a:lnTo>
                    <a:pt x="2116615" y="276127"/>
                  </a:lnTo>
                  <a:lnTo>
                    <a:pt x="2149687" y="257834"/>
                  </a:lnTo>
                  <a:lnTo>
                    <a:pt x="2182759" y="239519"/>
                  </a:lnTo>
                  <a:lnTo>
                    <a:pt x="2215831" y="221184"/>
                  </a:lnTo>
                  <a:lnTo>
                    <a:pt x="2248904" y="202830"/>
                  </a:lnTo>
                  <a:lnTo>
                    <a:pt x="2281976" y="184458"/>
                  </a:lnTo>
                  <a:lnTo>
                    <a:pt x="2315048" y="166070"/>
                  </a:lnTo>
                  <a:lnTo>
                    <a:pt x="2348120" y="147667"/>
                  </a:lnTo>
                  <a:lnTo>
                    <a:pt x="2381192" y="129250"/>
                  </a:lnTo>
                  <a:lnTo>
                    <a:pt x="2414264" y="110820"/>
                  </a:lnTo>
                  <a:lnTo>
                    <a:pt x="2447336" y="92377"/>
                  </a:lnTo>
                  <a:lnTo>
                    <a:pt x="2480408" y="73922"/>
                  </a:lnTo>
                  <a:lnTo>
                    <a:pt x="2513480" y="55456"/>
                  </a:lnTo>
                  <a:lnTo>
                    <a:pt x="2546553" y="36980"/>
                  </a:lnTo>
                  <a:lnTo>
                    <a:pt x="2579625" y="18494"/>
                  </a:lnTo>
                  <a:lnTo>
                    <a:pt x="2612697" y="0"/>
                  </a:lnTo>
                  <a:lnTo>
                    <a:pt x="2612697" y="296230"/>
                  </a:lnTo>
                  <a:lnTo>
                    <a:pt x="2579625" y="308969"/>
                  </a:lnTo>
                  <a:lnTo>
                    <a:pt x="2546553" y="321717"/>
                  </a:lnTo>
                  <a:lnTo>
                    <a:pt x="2513480" y="334474"/>
                  </a:lnTo>
                  <a:lnTo>
                    <a:pt x="2480408" y="347242"/>
                  </a:lnTo>
                  <a:lnTo>
                    <a:pt x="2447336" y="360020"/>
                  </a:lnTo>
                  <a:lnTo>
                    <a:pt x="2414264" y="372811"/>
                  </a:lnTo>
                  <a:lnTo>
                    <a:pt x="2381192" y="385614"/>
                  </a:lnTo>
                  <a:lnTo>
                    <a:pt x="2348120" y="398430"/>
                  </a:lnTo>
                  <a:lnTo>
                    <a:pt x="2315048" y="411260"/>
                  </a:lnTo>
                  <a:lnTo>
                    <a:pt x="2281976" y="424106"/>
                  </a:lnTo>
                  <a:lnTo>
                    <a:pt x="2248904" y="436968"/>
                  </a:lnTo>
                  <a:lnTo>
                    <a:pt x="2215831" y="449847"/>
                  </a:lnTo>
                  <a:lnTo>
                    <a:pt x="2182759" y="462746"/>
                  </a:lnTo>
                  <a:lnTo>
                    <a:pt x="2149687" y="475664"/>
                  </a:lnTo>
                  <a:lnTo>
                    <a:pt x="2116615" y="488604"/>
                  </a:lnTo>
                  <a:lnTo>
                    <a:pt x="2083543" y="501568"/>
                  </a:lnTo>
                  <a:lnTo>
                    <a:pt x="2050471" y="514556"/>
                  </a:lnTo>
                  <a:lnTo>
                    <a:pt x="2017399" y="527573"/>
                  </a:lnTo>
                  <a:lnTo>
                    <a:pt x="1984327" y="540618"/>
                  </a:lnTo>
                  <a:lnTo>
                    <a:pt x="1951254" y="553696"/>
                  </a:lnTo>
                  <a:lnTo>
                    <a:pt x="1918182" y="566808"/>
                  </a:lnTo>
                  <a:lnTo>
                    <a:pt x="1885110" y="579957"/>
                  </a:lnTo>
                  <a:lnTo>
                    <a:pt x="1852038" y="593148"/>
                  </a:lnTo>
                  <a:lnTo>
                    <a:pt x="1818966" y="606383"/>
                  </a:lnTo>
                  <a:lnTo>
                    <a:pt x="1785894" y="619666"/>
                  </a:lnTo>
                  <a:lnTo>
                    <a:pt x="1752822" y="633001"/>
                  </a:lnTo>
                  <a:lnTo>
                    <a:pt x="1719750" y="646394"/>
                  </a:lnTo>
                  <a:lnTo>
                    <a:pt x="1686678" y="659849"/>
                  </a:lnTo>
                  <a:lnTo>
                    <a:pt x="1653605" y="673373"/>
                  </a:lnTo>
                  <a:lnTo>
                    <a:pt x="1620533" y="686970"/>
                  </a:lnTo>
                  <a:lnTo>
                    <a:pt x="1587461" y="700648"/>
                  </a:lnTo>
                  <a:lnTo>
                    <a:pt x="1554389" y="714413"/>
                  </a:lnTo>
                  <a:lnTo>
                    <a:pt x="1521317" y="728274"/>
                  </a:lnTo>
                  <a:lnTo>
                    <a:pt x="1488245" y="742237"/>
                  </a:lnTo>
                  <a:lnTo>
                    <a:pt x="1455173" y="756312"/>
                  </a:lnTo>
                  <a:lnTo>
                    <a:pt x="1422101" y="770507"/>
                  </a:lnTo>
                  <a:lnTo>
                    <a:pt x="1389028" y="784831"/>
                  </a:lnTo>
                  <a:lnTo>
                    <a:pt x="1355956" y="799291"/>
                  </a:lnTo>
                  <a:lnTo>
                    <a:pt x="1322884" y="813898"/>
                  </a:lnTo>
                  <a:lnTo>
                    <a:pt x="1289812" y="828658"/>
                  </a:lnTo>
                  <a:lnTo>
                    <a:pt x="1256740" y="843578"/>
                  </a:lnTo>
                  <a:lnTo>
                    <a:pt x="1223668" y="858666"/>
                  </a:lnTo>
                  <a:lnTo>
                    <a:pt x="1190596" y="873925"/>
                  </a:lnTo>
                  <a:lnTo>
                    <a:pt x="1157524" y="889359"/>
                  </a:lnTo>
                  <a:lnTo>
                    <a:pt x="1124452" y="904971"/>
                  </a:lnTo>
                  <a:lnTo>
                    <a:pt x="1091379" y="920759"/>
                  </a:lnTo>
                  <a:lnTo>
                    <a:pt x="1058307" y="936722"/>
                  </a:lnTo>
                  <a:lnTo>
                    <a:pt x="1025235" y="952857"/>
                  </a:lnTo>
                  <a:lnTo>
                    <a:pt x="992163" y="969160"/>
                  </a:lnTo>
                  <a:lnTo>
                    <a:pt x="959091" y="985624"/>
                  </a:lnTo>
                  <a:lnTo>
                    <a:pt x="926019" y="1002241"/>
                  </a:lnTo>
                  <a:lnTo>
                    <a:pt x="892947" y="1019005"/>
                  </a:lnTo>
                  <a:lnTo>
                    <a:pt x="859875" y="1035907"/>
                  </a:lnTo>
                  <a:lnTo>
                    <a:pt x="826802" y="1052937"/>
                  </a:lnTo>
                  <a:lnTo>
                    <a:pt x="793730" y="1070089"/>
                  </a:lnTo>
                  <a:lnTo>
                    <a:pt x="760658" y="1087352"/>
                  </a:lnTo>
                  <a:lnTo>
                    <a:pt x="727586" y="1104718"/>
                  </a:lnTo>
                  <a:lnTo>
                    <a:pt x="694514" y="1122181"/>
                  </a:lnTo>
                  <a:lnTo>
                    <a:pt x="661442" y="1139731"/>
                  </a:lnTo>
                  <a:lnTo>
                    <a:pt x="628370" y="1157362"/>
                  </a:lnTo>
                  <a:lnTo>
                    <a:pt x="595298" y="1175068"/>
                  </a:lnTo>
                  <a:lnTo>
                    <a:pt x="562226" y="1192842"/>
                  </a:lnTo>
                  <a:lnTo>
                    <a:pt x="529153" y="1210679"/>
                  </a:lnTo>
                  <a:lnTo>
                    <a:pt x="496081" y="1228573"/>
                  </a:lnTo>
                  <a:lnTo>
                    <a:pt x="463009" y="1246521"/>
                  </a:lnTo>
                  <a:lnTo>
                    <a:pt x="429937" y="1264516"/>
                  </a:lnTo>
                  <a:lnTo>
                    <a:pt x="396865" y="1282557"/>
                  </a:lnTo>
                  <a:lnTo>
                    <a:pt x="363793" y="1300638"/>
                  </a:lnTo>
                  <a:lnTo>
                    <a:pt x="330721" y="1318757"/>
                  </a:lnTo>
                  <a:lnTo>
                    <a:pt x="297649" y="1336911"/>
                  </a:lnTo>
                  <a:lnTo>
                    <a:pt x="264576" y="1355097"/>
                  </a:lnTo>
                  <a:lnTo>
                    <a:pt x="231504" y="1373312"/>
                  </a:lnTo>
                  <a:lnTo>
                    <a:pt x="198432" y="1391555"/>
                  </a:lnTo>
                  <a:lnTo>
                    <a:pt x="165360" y="1409824"/>
                  </a:lnTo>
                  <a:lnTo>
                    <a:pt x="132288" y="1428116"/>
                  </a:lnTo>
                  <a:lnTo>
                    <a:pt x="99216" y="1446429"/>
                  </a:lnTo>
                  <a:lnTo>
                    <a:pt x="66144" y="1464763"/>
                  </a:lnTo>
                  <a:lnTo>
                    <a:pt x="33072" y="1483116"/>
                  </a:lnTo>
                  <a:lnTo>
                    <a:pt x="0" y="1501486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416610" y="3428651"/>
              <a:ext cx="2612697" cy="1262183"/>
            </a:xfrm>
            <a:custGeom>
              <a:avLst/>
              <a:pathLst>
                <a:path w="2612697" h="1262183">
                  <a:moveTo>
                    <a:pt x="0" y="1262183"/>
                  </a:moveTo>
                  <a:lnTo>
                    <a:pt x="33072" y="1249320"/>
                  </a:lnTo>
                  <a:lnTo>
                    <a:pt x="66144" y="1236439"/>
                  </a:lnTo>
                  <a:lnTo>
                    <a:pt x="99216" y="1223540"/>
                  </a:lnTo>
                  <a:lnTo>
                    <a:pt x="132288" y="1210620"/>
                  </a:lnTo>
                  <a:lnTo>
                    <a:pt x="165360" y="1197679"/>
                  </a:lnTo>
                  <a:lnTo>
                    <a:pt x="198432" y="1184714"/>
                  </a:lnTo>
                  <a:lnTo>
                    <a:pt x="231504" y="1171723"/>
                  </a:lnTo>
                  <a:lnTo>
                    <a:pt x="264576" y="1158705"/>
                  </a:lnTo>
                  <a:lnTo>
                    <a:pt x="297649" y="1145658"/>
                  </a:lnTo>
                  <a:lnTo>
                    <a:pt x="330721" y="1132578"/>
                  </a:lnTo>
                  <a:lnTo>
                    <a:pt x="363793" y="1119464"/>
                  </a:lnTo>
                  <a:lnTo>
                    <a:pt x="396865" y="1106312"/>
                  </a:lnTo>
                  <a:lnTo>
                    <a:pt x="429937" y="1093119"/>
                  </a:lnTo>
                  <a:lnTo>
                    <a:pt x="463009" y="1079881"/>
                  </a:lnTo>
                  <a:lnTo>
                    <a:pt x="496081" y="1066595"/>
                  </a:lnTo>
                  <a:lnTo>
                    <a:pt x="529153" y="1053256"/>
                  </a:lnTo>
                  <a:lnTo>
                    <a:pt x="562226" y="1039859"/>
                  </a:lnTo>
                  <a:lnTo>
                    <a:pt x="595298" y="1026400"/>
                  </a:lnTo>
                  <a:lnTo>
                    <a:pt x="628370" y="1012872"/>
                  </a:lnTo>
                  <a:lnTo>
                    <a:pt x="661442" y="999270"/>
                  </a:lnTo>
                  <a:lnTo>
                    <a:pt x="694514" y="985587"/>
                  </a:lnTo>
                  <a:lnTo>
                    <a:pt x="727586" y="971816"/>
                  </a:lnTo>
                  <a:lnTo>
                    <a:pt x="760658" y="957949"/>
                  </a:lnTo>
                  <a:lnTo>
                    <a:pt x="793730" y="943979"/>
                  </a:lnTo>
                  <a:lnTo>
                    <a:pt x="826802" y="929897"/>
                  </a:lnTo>
                  <a:lnTo>
                    <a:pt x="859875" y="915694"/>
                  </a:lnTo>
                  <a:lnTo>
                    <a:pt x="892947" y="901362"/>
                  </a:lnTo>
                  <a:lnTo>
                    <a:pt x="926019" y="886893"/>
                  </a:lnTo>
                  <a:lnTo>
                    <a:pt x="959091" y="872277"/>
                  </a:lnTo>
                  <a:lnTo>
                    <a:pt x="992163" y="857507"/>
                  </a:lnTo>
                  <a:lnTo>
                    <a:pt x="1025235" y="842576"/>
                  </a:lnTo>
                  <a:lnTo>
                    <a:pt x="1058307" y="827478"/>
                  </a:lnTo>
                  <a:lnTo>
                    <a:pt x="1091379" y="812208"/>
                  </a:lnTo>
                  <a:lnTo>
                    <a:pt x="1124452" y="796763"/>
                  </a:lnTo>
                  <a:lnTo>
                    <a:pt x="1157524" y="781141"/>
                  </a:lnTo>
                  <a:lnTo>
                    <a:pt x="1190596" y="765342"/>
                  </a:lnTo>
                  <a:lnTo>
                    <a:pt x="1223668" y="749367"/>
                  </a:lnTo>
                  <a:lnTo>
                    <a:pt x="1256740" y="733221"/>
                  </a:lnTo>
                  <a:lnTo>
                    <a:pt x="1289812" y="716909"/>
                  </a:lnTo>
                  <a:lnTo>
                    <a:pt x="1322884" y="700435"/>
                  </a:lnTo>
                  <a:lnTo>
                    <a:pt x="1355956" y="683808"/>
                  </a:lnTo>
                  <a:lnTo>
                    <a:pt x="1389028" y="667035"/>
                  </a:lnTo>
                  <a:lnTo>
                    <a:pt x="1422101" y="650126"/>
                  </a:lnTo>
                  <a:lnTo>
                    <a:pt x="1455173" y="633087"/>
                  </a:lnTo>
                  <a:lnTo>
                    <a:pt x="1488245" y="615929"/>
                  </a:lnTo>
                  <a:lnTo>
                    <a:pt x="1521317" y="598659"/>
                  </a:lnTo>
                  <a:lnTo>
                    <a:pt x="1554389" y="581286"/>
                  </a:lnTo>
                  <a:lnTo>
                    <a:pt x="1587461" y="563818"/>
                  </a:lnTo>
                  <a:lnTo>
                    <a:pt x="1620533" y="546262"/>
                  </a:lnTo>
                  <a:lnTo>
                    <a:pt x="1653605" y="528626"/>
                  </a:lnTo>
                  <a:lnTo>
                    <a:pt x="1686678" y="510916"/>
                  </a:lnTo>
                  <a:lnTo>
                    <a:pt x="1719750" y="493138"/>
                  </a:lnTo>
                  <a:lnTo>
                    <a:pt x="1752822" y="475297"/>
                  </a:lnTo>
                  <a:lnTo>
                    <a:pt x="1785894" y="457399"/>
                  </a:lnTo>
                  <a:lnTo>
                    <a:pt x="1818966" y="439449"/>
                  </a:lnTo>
                  <a:lnTo>
                    <a:pt x="1852038" y="421451"/>
                  </a:lnTo>
                  <a:lnTo>
                    <a:pt x="1885110" y="403408"/>
                  </a:lnTo>
                  <a:lnTo>
                    <a:pt x="1918182" y="385324"/>
                  </a:lnTo>
                  <a:lnTo>
                    <a:pt x="1951254" y="367203"/>
                  </a:lnTo>
                  <a:lnTo>
                    <a:pt x="1984327" y="349047"/>
                  </a:lnTo>
                  <a:lnTo>
                    <a:pt x="2017399" y="330859"/>
                  </a:lnTo>
                  <a:lnTo>
                    <a:pt x="2050471" y="312641"/>
                  </a:lnTo>
                  <a:lnTo>
                    <a:pt x="2083543" y="294397"/>
                  </a:lnTo>
                  <a:lnTo>
                    <a:pt x="2116615" y="276127"/>
                  </a:lnTo>
                  <a:lnTo>
                    <a:pt x="2149687" y="257834"/>
                  </a:lnTo>
                  <a:lnTo>
                    <a:pt x="2182759" y="239519"/>
                  </a:lnTo>
                  <a:lnTo>
                    <a:pt x="2215831" y="221184"/>
                  </a:lnTo>
                  <a:lnTo>
                    <a:pt x="2248904" y="202830"/>
                  </a:lnTo>
                  <a:lnTo>
                    <a:pt x="2281976" y="184458"/>
                  </a:lnTo>
                  <a:lnTo>
                    <a:pt x="2315048" y="166070"/>
                  </a:lnTo>
                  <a:lnTo>
                    <a:pt x="2348120" y="147667"/>
                  </a:lnTo>
                  <a:lnTo>
                    <a:pt x="2381192" y="129250"/>
                  </a:lnTo>
                  <a:lnTo>
                    <a:pt x="2414264" y="110820"/>
                  </a:lnTo>
                  <a:lnTo>
                    <a:pt x="2447336" y="92377"/>
                  </a:lnTo>
                  <a:lnTo>
                    <a:pt x="2480408" y="73922"/>
                  </a:lnTo>
                  <a:lnTo>
                    <a:pt x="2513480" y="55456"/>
                  </a:lnTo>
                  <a:lnTo>
                    <a:pt x="2546553" y="36980"/>
                  </a:lnTo>
                  <a:lnTo>
                    <a:pt x="2579625" y="18494"/>
                  </a:lnTo>
                  <a:lnTo>
                    <a:pt x="261269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2416610" y="3724882"/>
              <a:ext cx="2612697" cy="1205255"/>
            </a:xfrm>
            <a:custGeom>
              <a:avLst/>
              <a:pathLst>
                <a:path w="2612697" h="1205255">
                  <a:moveTo>
                    <a:pt x="2612697" y="0"/>
                  </a:moveTo>
                  <a:lnTo>
                    <a:pt x="2579625" y="12738"/>
                  </a:lnTo>
                  <a:lnTo>
                    <a:pt x="2546553" y="25486"/>
                  </a:lnTo>
                  <a:lnTo>
                    <a:pt x="2513480" y="38243"/>
                  </a:lnTo>
                  <a:lnTo>
                    <a:pt x="2480408" y="51011"/>
                  </a:lnTo>
                  <a:lnTo>
                    <a:pt x="2447336" y="63789"/>
                  </a:lnTo>
                  <a:lnTo>
                    <a:pt x="2414264" y="76580"/>
                  </a:lnTo>
                  <a:lnTo>
                    <a:pt x="2381192" y="89383"/>
                  </a:lnTo>
                  <a:lnTo>
                    <a:pt x="2348120" y="102199"/>
                  </a:lnTo>
                  <a:lnTo>
                    <a:pt x="2315048" y="115029"/>
                  </a:lnTo>
                  <a:lnTo>
                    <a:pt x="2281976" y="127875"/>
                  </a:lnTo>
                  <a:lnTo>
                    <a:pt x="2248904" y="140737"/>
                  </a:lnTo>
                  <a:lnTo>
                    <a:pt x="2215831" y="153616"/>
                  </a:lnTo>
                  <a:lnTo>
                    <a:pt x="2182759" y="166515"/>
                  </a:lnTo>
                  <a:lnTo>
                    <a:pt x="2149687" y="179433"/>
                  </a:lnTo>
                  <a:lnTo>
                    <a:pt x="2116615" y="192373"/>
                  </a:lnTo>
                  <a:lnTo>
                    <a:pt x="2083543" y="205337"/>
                  </a:lnTo>
                  <a:lnTo>
                    <a:pt x="2050471" y="218326"/>
                  </a:lnTo>
                  <a:lnTo>
                    <a:pt x="2017399" y="231342"/>
                  </a:lnTo>
                  <a:lnTo>
                    <a:pt x="1984327" y="244387"/>
                  </a:lnTo>
                  <a:lnTo>
                    <a:pt x="1951254" y="257465"/>
                  </a:lnTo>
                  <a:lnTo>
                    <a:pt x="1918182" y="270577"/>
                  </a:lnTo>
                  <a:lnTo>
                    <a:pt x="1885110" y="283726"/>
                  </a:lnTo>
                  <a:lnTo>
                    <a:pt x="1852038" y="296917"/>
                  </a:lnTo>
                  <a:lnTo>
                    <a:pt x="1818966" y="310152"/>
                  </a:lnTo>
                  <a:lnTo>
                    <a:pt x="1785894" y="323435"/>
                  </a:lnTo>
                  <a:lnTo>
                    <a:pt x="1752822" y="336770"/>
                  </a:lnTo>
                  <a:lnTo>
                    <a:pt x="1719750" y="350163"/>
                  </a:lnTo>
                  <a:lnTo>
                    <a:pt x="1686678" y="363619"/>
                  </a:lnTo>
                  <a:lnTo>
                    <a:pt x="1653605" y="377142"/>
                  </a:lnTo>
                  <a:lnTo>
                    <a:pt x="1620533" y="390739"/>
                  </a:lnTo>
                  <a:lnTo>
                    <a:pt x="1587461" y="404417"/>
                  </a:lnTo>
                  <a:lnTo>
                    <a:pt x="1554389" y="418182"/>
                  </a:lnTo>
                  <a:lnTo>
                    <a:pt x="1521317" y="432043"/>
                  </a:lnTo>
                  <a:lnTo>
                    <a:pt x="1488245" y="446006"/>
                  </a:lnTo>
                  <a:lnTo>
                    <a:pt x="1455173" y="460081"/>
                  </a:lnTo>
                  <a:lnTo>
                    <a:pt x="1422101" y="474276"/>
                  </a:lnTo>
                  <a:lnTo>
                    <a:pt x="1389028" y="488600"/>
                  </a:lnTo>
                  <a:lnTo>
                    <a:pt x="1355956" y="503061"/>
                  </a:lnTo>
                  <a:lnTo>
                    <a:pt x="1322884" y="517667"/>
                  </a:lnTo>
                  <a:lnTo>
                    <a:pt x="1289812" y="532427"/>
                  </a:lnTo>
                  <a:lnTo>
                    <a:pt x="1256740" y="547348"/>
                  </a:lnTo>
                  <a:lnTo>
                    <a:pt x="1223668" y="562435"/>
                  </a:lnTo>
                  <a:lnTo>
                    <a:pt x="1190596" y="577694"/>
                  </a:lnTo>
                  <a:lnTo>
                    <a:pt x="1157524" y="593128"/>
                  </a:lnTo>
                  <a:lnTo>
                    <a:pt x="1124452" y="608740"/>
                  </a:lnTo>
                  <a:lnTo>
                    <a:pt x="1091379" y="624528"/>
                  </a:lnTo>
                  <a:lnTo>
                    <a:pt x="1058307" y="640491"/>
                  </a:lnTo>
                  <a:lnTo>
                    <a:pt x="1025235" y="656627"/>
                  </a:lnTo>
                  <a:lnTo>
                    <a:pt x="992163" y="672929"/>
                  </a:lnTo>
                  <a:lnTo>
                    <a:pt x="959091" y="689393"/>
                  </a:lnTo>
                  <a:lnTo>
                    <a:pt x="926019" y="706010"/>
                  </a:lnTo>
                  <a:lnTo>
                    <a:pt x="892947" y="722774"/>
                  </a:lnTo>
                  <a:lnTo>
                    <a:pt x="859875" y="739676"/>
                  </a:lnTo>
                  <a:lnTo>
                    <a:pt x="826802" y="756707"/>
                  </a:lnTo>
                  <a:lnTo>
                    <a:pt x="793730" y="773858"/>
                  </a:lnTo>
                  <a:lnTo>
                    <a:pt x="760658" y="791121"/>
                  </a:lnTo>
                  <a:lnTo>
                    <a:pt x="727586" y="808488"/>
                  </a:lnTo>
                  <a:lnTo>
                    <a:pt x="694514" y="825950"/>
                  </a:lnTo>
                  <a:lnTo>
                    <a:pt x="661442" y="843500"/>
                  </a:lnTo>
                  <a:lnTo>
                    <a:pt x="628370" y="861132"/>
                  </a:lnTo>
                  <a:lnTo>
                    <a:pt x="595298" y="878837"/>
                  </a:lnTo>
                  <a:lnTo>
                    <a:pt x="562226" y="896611"/>
                  </a:lnTo>
                  <a:lnTo>
                    <a:pt x="529153" y="914448"/>
                  </a:lnTo>
                  <a:lnTo>
                    <a:pt x="496081" y="932343"/>
                  </a:lnTo>
                  <a:lnTo>
                    <a:pt x="463009" y="950290"/>
                  </a:lnTo>
                  <a:lnTo>
                    <a:pt x="429937" y="968285"/>
                  </a:lnTo>
                  <a:lnTo>
                    <a:pt x="396865" y="986326"/>
                  </a:lnTo>
                  <a:lnTo>
                    <a:pt x="363793" y="1004407"/>
                  </a:lnTo>
                  <a:lnTo>
                    <a:pt x="330721" y="1022526"/>
                  </a:lnTo>
                  <a:lnTo>
                    <a:pt x="297649" y="1040680"/>
                  </a:lnTo>
                  <a:lnTo>
                    <a:pt x="264576" y="1058866"/>
                  </a:lnTo>
                  <a:lnTo>
                    <a:pt x="231504" y="1077081"/>
                  </a:lnTo>
                  <a:lnTo>
                    <a:pt x="198432" y="1095324"/>
                  </a:lnTo>
                  <a:lnTo>
                    <a:pt x="165360" y="1113593"/>
                  </a:lnTo>
                  <a:lnTo>
                    <a:pt x="132288" y="1131885"/>
                  </a:lnTo>
                  <a:lnTo>
                    <a:pt x="99216" y="1150198"/>
                  </a:lnTo>
                  <a:lnTo>
                    <a:pt x="66144" y="1168532"/>
                  </a:lnTo>
                  <a:lnTo>
                    <a:pt x="33072" y="1186885"/>
                  </a:lnTo>
                  <a:lnTo>
                    <a:pt x="0" y="12052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2416610" y="3576767"/>
              <a:ext cx="2612697" cy="1233719"/>
            </a:xfrm>
            <a:custGeom>
              <a:avLst/>
              <a:pathLst>
                <a:path w="2612697" h="1233719">
                  <a:moveTo>
                    <a:pt x="0" y="1233719"/>
                  </a:moveTo>
                  <a:lnTo>
                    <a:pt x="33072" y="1218103"/>
                  </a:lnTo>
                  <a:lnTo>
                    <a:pt x="66144" y="1202486"/>
                  </a:lnTo>
                  <a:lnTo>
                    <a:pt x="99216" y="1186869"/>
                  </a:lnTo>
                  <a:lnTo>
                    <a:pt x="132288" y="1171252"/>
                  </a:lnTo>
                  <a:lnTo>
                    <a:pt x="165360" y="1155636"/>
                  </a:lnTo>
                  <a:lnTo>
                    <a:pt x="198432" y="1140019"/>
                  </a:lnTo>
                  <a:lnTo>
                    <a:pt x="231504" y="1124402"/>
                  </a:lnTo>
                  <a:lnTo>
                    <a:pt x="264576" y="1108786"/>
                  </a:lnTo>
                  <a:lnTo>
                    <a:pt x="297649" y="1093169"/>
                  </a:lnTo>
                  <a:lnTo>
                    <a:pt x="330721" y="1077552"/>
                  </a:lnTo>
                  <a:lnTo>
                    <a:pt x="363793" y="1061936"/>
                  </a:lnTo>
                  <a:lnTo>
                    <a:pt x="396865" y="1046319"/>
                  </a:lnTo>
                  <a:lnTo>
                    <a:pt x="429937" y="1030702"/>
                  </a:lnTo>
                  <a:lnTo>
                    <a:pt x="463009" y="1015085"/>
                  </a:lnTo>
                  <a:lnTo>
                    <a:pt x="496081" y="999469"/>
                  </a:lnTo>
                  <a:lnTo>
                    <a:pt x="529153" y="983852"/>
                  </a:lnTo>
                  <a:lnTo>
                    <a:pt x="562226" y="968235"/>
                  </a:lnTo>
                  <a:lnTo>
                    <a:pt x="595298" y="952619"/>
                  </a:lnTo>
                  <a:lnTo>
                    <a:pt x="628370" y="937002"/>
                  </a:lnTo>
                  <a:lnTo>
                    <a:pt x="661442" y="921385"/>
                  </a:lnTo>
                  <a:lnTo>
                    <a:pt x="694514" y="905768"/>
                  </a:lnTo>
                  <a:lnTo>
                    <a:pt x="727586" y="890152"/>
                  </a:lnTo>
                  <a:lnTo>
                    <a:pt x="760658" y="874535"/>
                  </a:lnTo>
                  <a:lnTo>
                    <a:pt x="793730" y="858918"/>
                  </a:lnTo>
                  <a:lnTo>
                    <a:pt x="826802" y="843302"/>
                  </a:lnTo>
                  <a:lnTo>
                    <a:pt x="859875" y="827685"/>
                  </a:lnTo>
                  <a:lnTo>
                    <a:pt x="892947" y="812068"/>
                  </a:lnTo>
                  <a:lnTo>
                    <a:pt x="926019" y="796452"/>
                  </a:lnTo>
                  <a:lnTo>
                    <a:pt x="959091" y="780835"/>
                  </a:lnTo>
                  <a:lnTo>
                    <a:pt x="992163" y="765218"/>
                  </a:lnTo>
                  <a:lnTo>
                    <a:pt x="1025235" y="749601"/>
                  </a:lnTo>
                  <a:lnTo>
                    <a:pt x="1058307" y="733985"/>
                  </a:lnTo>
                  <a:lnTo>
                    <a:pt x="1091379" y="718368"/>
                  </a:lnTo>
                  <a:lnTo>
                    <a:pt x="1124452" y="702751"/>
                  </a:lnTo>
                  <a:lnTo>
                    <a:pt x="1157524" y="687135"/>
                  </a:lnTo>
                  <a:lnTo>
                    <a:pt x="1190596" y="671518"/>
                  </a:lnTo>
                  <a:lnTo>
                    <a:pt x="1223668" y="655901"/>
                  </a:lnTo>
                  <a:lnTo>
                    <a:pt x="1256740" y="640284"/>
                  </a:lnTo>
                  <a:lnTo>
                    <a:pt x="1289812" y="624668"/>
                  </a:lnTo>
                  <a:lnTo>
                    <a:pt x="1322884" y="609051"/>
                  </a:lnTo>
                  <a:lnTo>
                    <a:pt x="1355956" y="593434"/>
                  </a:lnTo>
                  <a:lnTo>
                    <a:pt x="1389028" y="577818"/>
                  </a:lnTo>
                  <a:lnTo>
                    <a:pt x="1422101" y="562201"/>
                  </a:lnTo>
                  <a:lnTo>
                    <a:pt x="1455173" y="546584"/>
                  </a:lnTo>
                  <a:lnTo>
                    <a:pt x="1488245" y="530968"/>
                  </a:lnTo>
                  <a:lnTo>
                    <a:pt x="1521317" y="515351"/>
                  </a:lnTo>
                  <a:lnTo>
                    <a:pt x="1554389" y="499734"/>
                  </a:lnTo>
                  <a:lnTo>
                    <a:pt x="1587461" y="484117"/>
                  </a:lnTo>
                  <a:lnTo>
                    <a:pt x="1620533" y="468501"/>
                  </a:lnTo>
                  <a:lnTo>
                    <a:pt x="1653605" y="452884"/>
                  </a:lnTo>
                  <a:lnTo>
                    <a:pt x="1686678" y="437267"/>
                  </a:lnTo>
                  <a:lnTo>
                    <a:pt x="1719750" y="421651"/>
                  </a:lnTo>
                  <a:lnTo>
                    <a:pt x="1752822" y="406034"/>
                  </a:lnTo>
                  <a:lnTo>
                    <a:pt x="1785894" y="390417"/>
                  </a:lnTo>
                  <a:lnTo>
                    <a:pt x="1818966" y="374800"/>
                  </a:lnTo>
                  <a:lnTo>
                    <a:pt x="1852038" y="359184"/>
                  </a:lnTo>
                  <a:lnTo>
                    <a:pt x="1885110" y="343567"/>
                  </a:lnTo>
                  <a:lnTo>
                    <a:pt x="1918182" y="327950"/>
                  </a:lnTo>
                  <a:lnTo>
                    <a:pt x="1951254" y="312334"/>
                  </a:lnTo>
                  <a:lnTo>
                    <a:pt x="1984327" y="296717"/>
                  </a:lnTo>
                  <a:lnTo>
                    <a:pt x="2017399" y="281100"/>
                  </a:lnTo>
                  <a:lnTo>
                    <a:pt x="2050471" y="265484"/>
                  </a:lnTo>
                  <a:lnTo>
                    <a:pt x="2083543" y="249867"/>
                  </a:lnTo>
                  <a:lnTo>
                    <a:pt x="2116615" y="234250"/>
                  </a:lnTo>
                  <a:lnTo>
                    <a:pt x="2149687" y="218633"/>
                  </a:lnTo>
                  <a:lnTo>
                    <a:pt x="2182759" y="203017"/>
                  </a:lnTo>
                  <a:lnTo>
                    <a:pt x="2215831" y="187400"/>
                  </a:lnTo>
                  <a:lnTo>
                    <a:pt x="2248904" y="171783"/>
                  </a:lnTo>
                  <a:lnTo>
                    <a:pt x="2281976" y="156167"/>
                  </a:lnTo>
                  <a:lnTo>
                    <a:pt x="2315048" y="140550"/>
                  </a:lnTo>
                  <a:lnTo>
                    <a:pt x="2348120" y="124933"/>
                  </a:lnTo>
                  <a:lnTo>
                    <a:pt x="2381192" y="109316"/>
                  </a:lnTo>
                  <a:lnTo>
                    <a:pt x="2414264" y="93700"/>
                  </a:lnTo>
                  <a:lnTo>
                    <a:pt x="2447336" y="78083"/>
                  </a:lnTo>
                  <a:lnTo>
                    <a:pt x="2480408" y="62466"/>
                  </a:lnTo>
                  <a:lnTo>
                    <a:pt x="2513480" y="46850"/>
                  </a:lnTo>
                  <a:lnTo>
                    <a:pt x="2546553" y="31233"/>
                  </a:lnTo>
                  <a:lnTo>
                    <a:pt x="2579625" y="15616"/>
                  </a:lnTo>
                  <a:lnTo>
                    <a:pt x="2612697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0.95 x +11.9   (R² = 0.66)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0.60 x +35.5   (R² = 0.65)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365" name="tx365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941876" y="1669789"/>
              <a:ext cx="258628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75   |   N = 322, n_red = 55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2026-10-30T13:15:16Z</dcterms:modified>
  <cp:category/>
</cp:coreProperties>
</file>