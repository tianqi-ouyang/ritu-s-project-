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46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085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25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5653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3050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15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955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695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435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12170"/>
              <a:ext cx="6839649" cy="2335455"/>
            </a:xfrm>
            <a:custGeom>
              <a:avLst/>
              <a:pathLst>
                <a:path w="6839649" h="2335455">
                  <a:moveTo>
                    <a:pt x="0" y="2334278"/>
                  </a:moveTo>
                  <a:lnTo>
                    <a:pt x="13384" y="2334167"/>
                  </a:lnTo>
                  <a:lnTo>
                    <a:pt x="26769" y="2334046"/>
                  </a:lnTo>
                  <a:lnTo>
                    <a:pt x="40154" y="2333913"/>
                  </a:lnTo>
                  <a:lnTo>
                    <a:pt x="53539" y="2333772"/>
                  </a:lnTo>
                  <a:lnTo>
                    <a:pt x="66924" y="2333617"/>
                  </a:lnTo>
                  <a:lnTo>
                    <a:pt x="80308" y="2333448"/>
                  </a:lnTo>
                  <a:lnTo>
                    <a:pt x="93693" y="2333270"/>
                  </a:lnTo>
                  <a:lnTo>
                    <a:pt x="107078" y="2333072"/>
                  </a:lnTo>
                  <a:lnTo>
                    <a:pt x="120463" y="2332860"/>
                  </a:lnTo>
                  <a:lnTo>
                    <a:pt x="133848" y="2332636"/>
                  </a:lnTo>
                  <a:lnTo>
                    <a:pt x="147233" y="2332385"/>
                  </a:lnTo>
                  <a:lnTo>
                    <a:pt x="160617" y="2332121"/>
                  </a:lnTo>
                  <a:lnTo>
                    <a:pt x="174002" y="2331838"/>
                  </a:lnTo>
                  <a:lnTo>
                    <a:pt x="187387" y="2331526"/>
                  </a:lnTo>
                  <a:lnTo>
                    <a:pt x="200772" y="2331199"/>
                  </a:lnTo>
                  <a:lnTo>
                    <a:pt x="214157" y="2330843"/>
                  </a:lnTo>
                  <a:lnTo>
                    <a:pt x="227542" y="2330458"/>
                  </a:lnTo>
                  <a:lnTo>
                    <a:pt x="240926" y="2330055"/>
                  </a:lnTo>
                  <a:lnTo>
                    <a:pt x="254311" y="2329612"/>
                  </a:lnTo>
                  <a:lnTo>
                    <a:pt x="267696" y="2329141"/>
                  </a:lnTo>
                  <a:lnTo>
                    <a:pt x="281081" y="2328647"/>
                  </a:lnTo>
                  <a:lnTo>
                    <a:pt x="294466" y="2328099"/>
                  </a:lnTo>
                  <a:lnTo>
                    <a:pt x="307851" y="2327526"/>
                  </a:lnTo>
                  <a:lnTo>
                    <a:pt x="321235" y="2326917"/>
                  </a:lnTo>
                  <a:lnTo>
                    <a:pt x="334620" y="2326253"/>
                  </a:lnTo>
                  <a:lnTo>
                    <a:pt x="348005" y="2325559"/>
                  </a:lnTo>
                  <a:lnTo>
                    <a:pt x="361390" y="2324814"/>
                  </a:lnTo>
                  <a:lnTo>
                    <a:pt x="374775" y="2324015"/>
                  </a:lnTo>
                  <a:lnTo>
                    <a:pt x="388160" y="2323181"/>
                  </a:lnTo>
                  <a:lnTo>
                    <a:pt x="401544" y="2322276"/>
                  </a:lnTo>
                  <a:lnTo>
                    <a:pt x="414929" y="2321320"/>
                  </a:lnTo>
                  <a:lnTo>
                    <a:pt x="428314" y="2320325"/>
                  </a:lnTo>
                  <a:lnTo>
                    <a:pt x="441699" y="2319234"/>
                  </a:lnTo>
                  <a:lnTo>
                    <a:pt x="455084" y="2318097"/>
                  </a:lnTo>
                  <a:lnTo>
                    <a:pt x="468469" y="2316902"/>
                  </a:lnTo>
                  <a:lnTo>
                    <a:pt x="481853" y="2315611"/>
                  </a:lnTo>
                  <a:lnTo>
                    <a:pt x="495238" y="2314269"/>
                  </a:lnTo>
                  <a:lnTo>
                    <a:pt x="508623" y="2312844"/>
                  </a:lnTo>
                  <a:lnTo>
                    <a:pt x="522008" y="2311326"/>
                  </a:lnTo>
                  <a:lnTo>
                    <a:pt x="535393" y="2309751"/>
                  </a:lnTo>
                  <a:lnTo>
                    <a:pt x="548778" y="2308064"/>
                  </a:lnTo>
                  <a:lnTo>
                    <a:pt x="562162" y="2306290"/>
                  </a:lnTo>
                  <a:lnTo>
                    <a:pt x="575547" y="2304455"/>
                  </a:lnTo>
                  <a:lnTo>
                    <a:pt x="588932" y="2302471"/>
                  </a:lnTo>
                  <a:lnTo>
                    <a:pt x="602317" y="2300413"/>
                  </a:lnTo>
                  <a:lnTo>
                    <a:pt x="615702" y="2298268"/>
                  </a:lnTo>
                  <a:lnTo>
                    <a:pt x="629087" y="2295971"/>
                  </a:lnTo>
                  <a:lnTo>
                    <a:pt x="642471" y="2293598"/>
                  </a:lnTo>
                  <a:lnTo>
                    <a:pt x="655856" y="2291103"/>
                  </a:lnTo>
                  <a:lnTo>
                    <a:pt x="669241" y="2288466"/>
                  </a:lnTo>
                  <a:lnTo>
                    <a:pt x="682626" y="2285746"/>
                  </a:lnTo>
                  <a:lnTo>
                    <a:pt x="696011" y="2282865"/>
                  </a:lnTo>
                  <a:lnTo>
                    <a:pt x="709396" y="2279856"/>
                  </a:lnTo>
                  <a:lnTo>
                    <a:pt x="722780" y="2276758"/>
                  </a:lnTo>
                  <a:lnTo>
                    <a:pt x="736165" y="2273453"/>
                  </a:lnTo>
                  <a:lnTo>
                    <a:pt x="749550" y="2270041"/>
                  </a:lnTo>
                  <a:lnTo>
                    <a:pt x="762935" y="2266512"/>
                  </a:lnTo>
                  <a:lnTo>
                    <a:pt x="776320" y="2262770"/>
                  </a:lnTo>
                  <a:lnTo>
                    <a:pt x="789705" y="2258924"/>
                  </a:lnTo>
                  <a:lnTo>
                    <a:pt x="803089" y="2254917"/>
                  </a:lnTo>
                  <a:lnTo>
                    <a:pt x="816474" y="2250717"/>
                  </a:lnTo>
                  <a:lnTo>
                    <a:pt x="829859" y="2246407"/>
                  </a:lnTo>
                  <a:lnTo>
                    <a:pt x="843244" y="2241891"/>
                  </a:lnTo>
                  <a:lnTo>
                    <a:pt x="856629" y="2237205"/>
                  </a:lnTo>
                  <a:lnTo>
                    <a:pt x="870014" y="2232403"/>
                  </a:lnTo>
                  <a:lnTo>
                    <a:pt x="883398" y="2227345"/>
                  </a:lnTo>
                  <a:lnTo>
                    <a:pt x="896783" y="2222146"/>
                  </a:lnTo>
                  <a:lnTo>
                    <a:pt x="910168" y="2216806"/>
                  </a:lnTo>
                  <a:lnTo>
                    <a:pt x="923553" y="2211198"/>
                  </a:lnTo>
                  <a:lnTo>
                    <a:pt x="936938" y="2205464"/>
                  </a:lnTo>
                  <a:lnTo>
                    <a:pt x="950323" y="2199541"/>
                  </a:lnTo>
                  <a:lnTo>
                    <a:pt x="963707" y="2193380"/>
                  </a:lnTo>
                  <a:lnTo>
                    <a:pt x="977092" y="2187088"/>
                  </a:lnTo>
                  <a:lnTo>
                    <a:pt x="990477" y="2180560"/>
                  </a:lnTo>
                  <a:lnTo>
                    <a:pt x="1003862" y="2173828"/>
                  </a:lnTo>
                  <a:lnTo>
                    <a:pt x="1017247" y="2166962"/>
                  </a:lnTo>
                  <a:lnTo>
                    <a:pt x="1030632" y="2159810"/>
                  </a:lnTo>
                  <a:lnTo>
                    <a:pt x="1044016" y="2152492"/>
                  </a:lnTo>
                  <a:lnTo>
                    <a:pt x="1057401" y="2145022"/>
                  </a:lnTo>
                  <a:lnTo>
                    <a:pt x="1070786" y="2137248"/>
                  </a:lnTo>
                  <a:lnTo>
                    <a:pt x="1084171" y="2129334"/>
                  </a:lnTo>
                  <a:lnTo>
                    <a:pt x="1097556" y="2121221"/>
                  </a:lnTo>
                  <a:lnTo>
                    <a:pt x="1110941" y="2112844"/>
                  </a:lnTo>
                  <a:lnTo>
                    <a:pt x="1124325" y="2104327"/>
                  </a:lnTo>
                  <a:lnTo>
                    <a:pt x="1137710" y="2095564"/>
                  </a:lnTo>
                  <a:lnTo>
                    <a:pt x="1151095" y="2086581"/>
                  </a:lnTo>
                  <a:lnTo>
                    <a:pt x="1164480" y="2077456"/>
                  </a:lnTo>
                  <a:lnTo>
                    <a:pt x="1177865" y="2068041"/>
                  </a:lnTo>
                  <a:lnTo>
                    <a:pt x="1191250" y="2058451"/>
                  </a:lnTo>
                  <a:lnTo>
                    <a:pt x="1204634" y="2048711"/>
                  </a:lnTo>
                  <a:lnTo>
                    <a:pt x="1218019" y="2038655"/>
                  </a:lnTo>
                  <a:lnTo>
                    <a:pt x="1231404" y="2028460"/>
                  </a:lnTo>
                  <a:lnTo>
                    <a:pt x="1244789" y="2018073"/>
                  </a:lnTo>
                  <a:lnTo>
                    <a:pt x="1258174" y="2007418"/>
                  </a:lnTo>
                  <a:lnTo>
                    <a:pt x="1271559" y="1996625"/>
                  </a:lnTo>
                  <a:lnTo>
                    <a:pt x="1284943" y="1985598"/>
                  </a:lnTo>
                  <a:lnTo>
                    <a:pt x="1298328" y="1974351"/>
                  </a:lnTo>
                  <a:lnTo>
                    <a:pt x="1311713" y="1962969"/>
                  </a:lnTo>
                  <a:lnTo>
                    <a:pt x="1325098" y="1951314"/>
                  </a:lnTo>
                  <a:lnTo>
                    <a:pt x="1338483" y="1939486"/>
                  </a:lnTo>
                  <a:lnTo>
                    <a:pt x="1351868" y="1927523"/>
                  </a:lnTo>
                  <a:lnTo>
                    <a:pt x="1365252" y="1915257"/>
                  </a:lnTo>
                  <a:lnTo>
                    <a:pt x="1378637" y="1902860"/>
                  </a:lnTo>
                  <a:lnTo>
                    <a:pt x="1392022" y="1890291"/>
                  </a:lnTo>
                  <a:lnTo>
                    <a:pt x="1405407" y="1877468"/>
                  </a:lnTo>
                  <a:lnTo>
                    <a:pt x="1418792" y="1864518"/>
                  </a:lnTo>
                  <a:lnTo>
                    <a:pt x="1432177" y="1851360"/>
                  </a:lnTo>
                  <a:lnTo>
                    <a:pt x="1445561" y="1837995"/>
                  </a:lnTo>
                  <a:lnTo>
                    <a:pt x="1458946" y="1824507"/>
                  </a:lnTo>
                  <a:lnTo>
                    <a:pt x="1472331" y="1810779"/>
                  </a:lnTo>
                  <a:lnTo>
                    <a:pt x="1485716" y="1796890"/>
                  </a:lnTo>
                  <a:lnTo>
                    <a:pt x="1499101" y="1782881"/>
                  </a:lnTo>
                  <a:lnTo>
                    <a:pt x="1512486" y="1768605"/>
                  </a:lnTo>
                  <a:lnTo>
                    <a:pt x="1525870" y="1754209"/>
                  </a:lnTo>
                  <a:lnTo>
                    <a:pt x="1539255" y="1739666"/>
                  </a:lnTo>
                  <a:lnTo>
                    <a:pt x="1552640" y="1724895"/>
                  </a:lnTo>
                  <a:lnTo>
                    <a:pt x="1566025" y="1710013"/>
                  </a:lnTo>
                  <a:lnTo>
                    <a:pt x="1579410" y="1694955"/>
                  </a:lnTo>
                  <a:lnTo>
                    <a:pt x="1592795" y="1679713"/>
                  </a:lnTo>
                  <a:lnTo>
                    <a:pt x="1606179" y="1664366"/>
                  </a:lnTo>
                  <a:lnTo>
                    <a:pt x="1619564" y="1648818"/>
                  </a:lnTo>
                  <a:lnTo>
                    <a:pt x="1632949" y="1633128"/>
                  </a:lnTo>
                  <a:lnTo>
                    <a:pt x="1646334" y="1617337"/>
                  </a:lnTo>
                  <a:lnTo>
                    <a:pt x="1659719" y="1601327"/>
                  </a:lnTo>
                  <a:lnTo>
                    <a:pt x="1673104" y="1585213"/>
                  </a:lnTo>
                  <a:lnTo>
                    <a:pt x="1686488" y="1568982"/>
                  </a:lnTo>
                  <a:lnTo>
                    <a:pt x="1699873" y="1552561"/>
                  </a:lnTo>
                  <a:lnTo>
                    <a:pt x="1713258" y="1536051"/>
                  </a:lnTo>
                  <a:lnTo>
                    <a:pt x="1726643" y="1519405"/>
                  </a:lnTo>
                  <a:lnTo>
                    <a:pt x="1740028" y="1502610"/>
                  </a:lnTo>
                  <a:lnTo>
                    <a:pt x="1753413" y="1485733"/>
                  </a:lnTo>
                  <a:lnTo>
                    <a:pt x="1766797" y="1468707"/>
                  </a:lnTo>
                  <a:lnTo>
                    <a:pt x="1780182" y="1451572"/>
                  </a:lnTo>
                  <a:lnTo>
                    <a:pt x="1793567" y="1434362"/>
                  </a:lnTo>
                  <a:lnTo>
                    <a:pt x="1806952" y="1416997"/>
                  </a:lnTo>
                  <a:lnTo>
                    <a:pt x="1820337" y="1399558"/>
                  </a:lnTo>
                  <a:lnTo>
                    <a:pt x="1833722" y="1382040"/>
                  </a:lnTo>
                  <a:lnTo>
                    <a:pt x="1847106" y="1364395"/>
                  </a:lnTo>
                  <a:lnTo>
                    <a:pt x="1860491" y="1346693"/>
                  </a:lnTo>
                  <a:lnTo>
                    <a:pt x="1873876" y="1328909"/>
                  </a:lnTo>
                  <a:lnTo>
                    <a:pt x="1887261" y="1311036"/>
                  </a:lnTo>
                  <a:lnTo>
                    <a:pt x="1900646" y="1293118"/>
                  </a:lnTo>
                  <a:lnTo>
                    <a:pt x="1914031" y="1275122"/>
                  </a:lnTo>
                  <a:lnTo>
                    <a:pt x="1927415" y="1257072"/>
                  </a:lnTo>
                  <a:lnTo>
                    <a:pt x="1940800" y="1238988"/>
                  </a:lnTo>
                  <a:lnTo>
                    <a:pt x="1954185" y="1220842"/>
                  </a:lnTo>
                  <a:lnTo>
                    <a:pt x="1967570" y="1202670"/>
                  </a:lnTo>
                  <a:lnTo>
                    <a:pt x="1980955" y="1184473"/>
                  </a:lnTo>
                  <a:lnTo>
                    <a:pt x="1994340" y="1166246"/>
                  </a:lnTo>
                  <a:lnTo>
                    <a:pt x="2007724" y="1148012"/>
                  </a:lnTo>
                  <a:lnTo>
                    <a:pt x="2021109" y="1129769"/>
                  </a:lnTo>
                  <a:lnTo>
                    <a:pt x="2034494" y="1111529"/>
                  </a:lnTo>
                  <a:lnTo>
                    <a:pt x="2047879" y="1093295"/>
                  </a:lnTo>
                  <a:lnTo>
                    <a:pt x="2061264" y="1075080"/>
                  </a:lnTo>
                  <a:lnTo>
                    <a:pt x="2074649" y="1056893"/>
                  </a:lnTo>
                  <a:lnTo>
                    <a:pt x="2088033" y="1038727"/>
                  </a:lnTo>
                  <a:lnTo>
                    <a:pt x="2101418" y="1020619"/>
                  </a:lnTo>
                  <a:lnTo>
                    <a:pt x="2114803" y="1002555"/>
                  </a:lnTo>
                  <a:lnTo>
                    <a:pt x="2128188" y="984530"/>
                  </a:lnTo>
                  <a:lnTo>
                    <a:pt x="2141573" y="966606"/>
                  </a:lnTo>
                  <a:lnTo>
                    <a:pt x="2154958" y="948735"/>
                  </a:lnTo>
                  <a:lnTo>
                    <a:pt x="2168342" y="930939"/>
                  </a:lnTo>
                  <a:lnTo>
                    <a:pt x="2181727" y="913263"/>
                  </a:lnTo>
                  <a:lnTo>
                    <a:pt x="2195112" y="895655"/>
                  </a:lnTo>
                  <a:lnTo>
                    <a:pt x="2208497" y="878170"/>
                  </a:lnTo>
                  <a:lnTo>
                    <a:pt x="2221882" y="860812"/>
                  </a:lnTo>
                  <a:lnTo>
                    <a:pt x="2235267" y="843536"/>
                  </a:lnTo>
                  <a:lnTo>
                    <a:pt x="2248651" y="826440"/>
                  </a:lnTo>
                  <a:lnTo>
                    <a:pt x="2262036" y="809467"/>
                  </a:lnTo>
                  <a:lnTo>
                    <a:pt x="2275421" y="792594"/>
                  </a:lnTo>
                  <a:lnTo>
                    <a:pt x="2288806" y="775957"/>
                  </a:lnTo>
                  <a:lnTo>
                    <a:pt x="2302191" y="759431"/>
                  </a:lnTo>
                  <a:lnTo>
                    <a:pt x="2315576" y="743056"/>
                  </a:lnTo>
                  <a:lnTo>
                    <a:pt x="2328960" y="726912"/>
                  </a:lnTo>
                  <a:lnTo>
                    <a:pt x="2342345" y="710890"/>
                  </a:lnTo>
                  <a:lnTo>
                    <a:pt x="2355730" y="695077"/>
                  </a:lnTo>
                  <a:lnTo>
                    <a:pt x="2369115" y="679477"/>
                  </a:lnTo>
                  <a:lnTo>
                    <a:pt x="2382500" y="664009"/>
                  </a:lnTo>
                  <a:lnTo>
                    <a:pt x="2395885" y="648812"/>
                  </a:lnTo>
                  <a:lnTo>
                    <a:pt x="2409269" y="633799"/>
                  </a:lnTo>
                  <a:lnTo>
                    <a:pt x="2422654" y="618926"/>
                  </a:lnTo>
                  <a:lnTo>
                    <a:pt x="2436039" y="604387"/>
                  </a:lnTo>
                  <a:lnTo>
                    <a:pt x="2449424" y="589996"/>
                  </a:lnTo>
                  <a:lnTo>
                    <a:pt x="2462809" y="575798"/>
                  </a:lnTo>
                  <a:lnTo>
                    <a:pt x="2476194" y="561900"/>
                  </a:lnTo>
                  <a:lnTo>
                    <a:pt x="2489578" y="548154"/>
                  </a:lnTo>
                  <a:lnTo>
                    <a:pt x="2502963" y="534656"/>
                  </a:lnTo>
                  <a:lnTo>
                    <a:pt x="2516348" y="521415"/>
                  </a:lnTo>
                  <a:lnTo>
                    <a:pt x="2529733" y="508328"/>
                  </a:lnTo>
                  <a:lnTo>
                    <a:pt x="2543118" y="495541"/>
                  </a:lnTo>
                  <a:lnTo>
                    <a:pt x="2556503" y="482963"/>
                  </a:lnTo>
                  <a:lnTo>
                    <a:pt x="2569887" y="470539"/>
                  </a:lnTo>
                  <a:lnTo>
                    <a:pt x="2583272" y="458461"/>
                  </a:lnTo>
                  <a:lnTo>
                    <a:pt x="2596657" y="446541"/>
                  </a:lnTo>
                  <a:lnTo>
                    <a:pt x="2610042" y="434813"/>
                  </a:lnTo>
                  <a:lnTo>
                    <a:pt x="2623427" y="423391"/>
                  </a:lnTo>
                  <a:lnTo>
                    <a:pt x="2636812" y="412115"/>
                  </a:lnTo>
                  <a:lnTo>
                    <a:pt x="2650196" y="401071"/>
                  </a:lnTo>
                  <a:lnTo>
                    <a:pt x="2663581" y="390275"/>
                  </a:lnTo>
                  <a:lnTo>
                    <a:pt x="2676966" y="379621"/>
                  </a:lnTo>
                  <a:lnTo>
                    <a:pt x="2690351" y="369231"/>
                  </a:lnTo>
                  <a:lnTo>
                    <a:pt x="2703736" y="359033"/>
                  </a:lnTo>
                  <a:lnTo>
                    <a:pt x="2717121" y="348970"/>
                  </a:lnTo>
                  <a:lnTo>
                    <a:pt x="2730505" y="339196"/>
                  </a:lnTo>
                  <a:lnTo>
                    <a:pt x="2743890" y="329561"/>
                  </a:lnTo>
                  <a:lnTo>
                    <a:pt x="2757275" y="320079"/>
                  </a:lnTo>
                  <a:lnTo>
                    <a:pt x="2770660" y="310850"/>
                  </a:lnTo>
                  <a:lnTo>
                    <a:pt x="2784045" y="301738"/>
                  </a:lnTo>
                  <a:lnTo>
                    <a:pt x="2797430" y="292803"/>
                  </a:lnTo>
                  <a:lnTo>
                    <a:pt x="2810814" y="284064"/>
                  </a:lnTo>
                  <a:lnTo>
                    <a:pt x="2824199" y="275433"/>
                  </a:lnTo>
                  <a:lnTo>
                    <a:pt x="2837584" y="266995"/>
                  </a:lnTo>
                  <a:lnTo>
                    <a:pt x="2850969" y="258704"/>
                  </a:lnTo>
                  <a:lnTo>
                    <a:pt x="2864354" y="250511"/>
                  </a:lnTo>
                  <a:lnTo>
                    <a:pt x="2877739" y="242522"/>
                  </a:lnTo>
                  <a:lnTo>
                    <a:pt x="2891123" y="234636"/>
                  </a:lnTo>
                  <a:lnTo>
                    <a:pt x="2904508" y="226855"/>
                  </a:lnTo>
                  <a:lnTo>
                    <a:pt x="2917893" y="219254"/>
                  </a:lnTo>
                  <a:lnTo>
                    <a:pt x="2931278" y="211735"/>
                  </a:lnTo>
                  <a:lnTo>
                    <a:pt x="2944663" y="204335"/>
                  </a:lnTo>
                  <a:lnTo>
                    <a:pt x="2958048" y="197074"/>
                  </a:lnTo>
                  <a:lnTo>
                    <a:pt x="2971432" y="189888"/>
                  </a:lnTo>
                  <a:lnTo>
                    <a:pt x="2984817" y="182833"/>
                  </a:lnTo>
                  <a:lnTo>
                    <a:pt x="2998202" y="175884"/>
                  </a:lnTo>
                  <a:lnTo>
                    <a:pt x="3011587" y="169004"/>
                  </a:lnTo>
                  <a:lnTo>
                    <a:pt x="3024972" y="162267"/>
                  </a:lnTo>
                  <a:lnTo>
                    <a:pt x="3038357" y="155608"/>
                  </a:lnTo>
                  <a:lnTo>
                    <a:pt x="3051741" y="149024"/>
                  </a:lnTo>
                  <a:lnTo>
                    <a:pt x="3065126" y="142581"/>
                  </a:lnTo>
                  <a:lnTo>
                    <a:pt x="3078511" y="136203"/>
                  </a:lnTo>
                  <a:lnTo>
                    <a:pt x="3091896" y="129918"/>
                  </a:lnTo>
                  <a:lnTo>
                    <a:pt x="3105281" y="123754"/>
                  </a:lnTo>
                  <a:lnTo>
                    <a:pt x="3118666" y="117655"/>
                  </a:lnTo>
                  <a:lnTo>
                    <a:pt x="3132050" y="111673"/>
                  </a:lnTo>
                  <a:lnTo>
                    <a:pt x="3145435" y="105796"/>
                  </a:lnTo>
                  <a:lnTo>
                    <a:pt x="3158820" y="99988"/>
                  </a:lnTo>
                  <a:lnTo>
                    <a:pt x="3172205" y="94325"/>
                  </a:lnTo>
                  <a:lnTo>
                    <a:pt x="3185590" y="88755"/>
                  </a:lnTo>
                  <a:lnTo>
                    <a:pt x="3198975" y="83265"/>
                  </a:lnTo>
                  <a:lnTo>
                    <a:pt x="3212359" y="77949"/>
                  </a:lnTo>
                  <a:lnTo>
                    <a:pt x="3225744" y="72716"/>
                  </a:lnTo>
                  <a:lnTo>
                    <a:pt x="3239129" y="67598"/>
                  </a:lnTo>
                  <a:lnTo>
                    <a:pt x="3252514" y="62651"/>
                  </a:lnTo>
                  <a:lnTo>
                    <a:pt x="3265899" y="57796"/>
                  </a:lnTo>
                  <a:lnTo>
                    <a:pt x="3279284" y="53102"/>
                  </a:lnTo>
                  <a:lnTo>
                    <a:pt x="3292668" y="48571"/>
                  </a:lnTo>
                  <a:lnTo>
                    <a:pt x="3306053" y="44144"/>
                  </a:lnTo>
                  <a:lnTo>
                    <a:pt x="3319438" y="39936"/>
                  </a:lnTo>
                  <a:lnTo>
                    <a:pt x="3332823" y="35878"/>
                  </a:lnTo>
                  <a:lnTo>
                    <a:pt x="3346208" y="31938"/>
                  </a:lnTo>
                  <a:lnTo>
                    <a:pt x="3359593" y="28284"/>
                  </a:lnTo>
                  <a:lnTo>
                    <a:pt x="3372977" y="24761"/>
                  </a:lnTo>
                  <a:lnTo>
                    <a:pt x="3386362" y="21415"/>
                  </a:lnTo>
                  <a:lnTo>
                    <a:pt x="3399747" y="18348"/>
                  </a:lnTo>
                  <a:lnTo>
                    <a:pt x="3413132" y="15427"/>
                  </a:lnTo>
                  <a:lnTo>
                    <a:pt x="3426517" y="12753"/>
                  </a:lnTo>
                  <a:lnTo>
                    <a:pt x="3439902" y="10341"/>
                  </a:lnTo>
                  <a:lnTo>
                    <a:pt x="3453286" y="8090"/>
                  </a:lnTo>
                  <a:lnTo>
                    <a:pt x="3466671" y="6167"/>
                  </a:lnTo>
                  <a:lnTo>
                    <a:pt x="3480056" y="4478"/>
                  </a:lnTo>
                  <a:lnTo>
                    <a:pt x="3493441" y="2964"/>
                  </a:lnTo>
                  <a:lnTo>
                    <a:pt x="3506826" y="1868"/>
                  </a:lnTo>
                  <a:lnTo>
                    <a:pt x="3520211" y="966"/>
                  </a:lnTo>
                  <a:lnTo>
                    <a:pt x="3533595" y="311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3"/>
                  </a:lnTo>
                  <a:lnTo>
                    <a:pt x="3587135" y="905"/>
                  </a:lnTo>
                  <a:lnTo>
                    <a:pt x="3600520" y="1748"/>
                  </a:lnTo>
                  <a:lnTo>
                    <a:pt x="3613904" y="3006"/>
                  </a:lnTo>
                  <a:lnTo>
                    <a:pt x="3627289" y="4569"/>
                  </a:lnTo>
                  <a:lnTo>
                    <a:pt x="3640674" y="6352"/>
                  </a:lnTo>
                  <a:lnTo>
                    <a:pt x="3654059" y="8636"/>
                  </a:lnTo>
                  <a:lnTo>
                    <a:pt x="3667444" y="11163"/>
                  </a:lnTo>
                  <a:lnTo>
                    <a:pt x="3680829" y="13971"/>
                  </a:lnTo>
                  <a:lnTo>
                    <a:pt x="3694213" y="17252"/>
                  </a:lnTo>
                  <a:lnTo>
                    <a:pt x="3707598" y="20761"/>
                  </a:lnTo>
                  <a:lnTo>
                    <a:pt x="3720983" y="24628"/>
                  </a:lnTo>
                  <a:lnTo>
                    <a:pt x="3734368" y="28897"/>
                  </a:lnTo>
                  <a:lnTo>
                    <a:pt x="3747753" y="33395"/>
                  </a:lnTo>
                  <a:lnTo>
                    <a:pt x="3761138" y="38321"/>
                  </a:lnTo>
                  <a:lnTo>
                    <a:pt x="3774522" y="43573"/>
                  </a:lnTo>
                  <a:lnTo>
                    <a:pt x="3787907" y="49050"/>
                  </a:lnTo>
                  <a:lnTo>
                    <a:pt x="3801292" y="55018"/>
                  </a:lnTo>
                  <a:lnTo>
                    <a:pt x="3814677" y="61231"/>
                  </a:lnTo>
                  <a:lnTo>
                    <a:pt x="3828062" y="67708"/>
                  </a:lnTo>
                  <a:lnTo>
                    <a:pt x="3841447" y="74640"/>
                  </a:lnTo>
                  <a:lnTo>
                    <a:pt x="3854831" y="81783"/>
                  </a:lnTo>
                  <a:lnTo>
                    <a:pt x="3868216" y="89242"/>
                  </a:lnTo>
                  <a:lnTo>
                    <a:pt x="3881601" y="97068"/>
                  </a:lnTo>
                  <a:lnTo>
                    <a:pt x="3894986" y="105093"/>
                  </a:lnTo>
                  <a:lnTo>
                    <a:pt x="3908371" y="113477"/>
                  </a:lnTo>
                  <a:lnTo>
                    <a:pt x="3921756" y="122140"/>
                  </a:lnTo>
                  <a:lnTo>
                    <a:pt x="3935140" y="130990"/>
                  </a:lnTo>
                  <a:lnTo>
                    <a:pt x="3948525" y="140226"/>
                  </a:lnTo>
                  <a:lnTo>
                    <a:pt x="3961910" y="149662"/>
                  </a:lnTo>
                  <a:lnTo>
                    <a:pt x="3975295" y="159295"/>
                  </a:lnTo>
                  <a:lnTo>
                    <a:pt x="3988680" y="169277"/>
                  </a:lnTo>
                  <a:lnTo>
                    <a:pt x="4002065" y="179413"/>
                  </a:lnTo>
                  <a:lnTo>
                    <a:pt x="4015449" y="189770"/>
                  </a:lnTo>
                  <a:lnTo>
                    <a:pt x="4028834" y="200390"/>
                  </a:lnTo>
                  <a:lnTo>
                    <a:pt x="4042219" y="211146"/>
                  </a:lnTo>
                  <a:lnTo>
                    <a:pt x="4055604" y="222136"/>
                  </a:lnTo>
                  <a:lnTo>
                    <a:pt x="4068989" y="233312"/>
                  </a:lnTo>
                  <a:lnTo>
                    <a:pt x="4082374" y="244606"/>
                  </a:lnTo>
                  <a:lnTo>
                    <a:pt x="4095758" y="256131"/>
                  </a:lnTo>
                  <a:lnTo>
                    <a:pt x="4109143" y="267778"/>
                  </a:lnTo>
                  <a:lnTo>
                    <a:pt x="4122528" y="279534"/>
                  </a:lnTo>
                  <a:lnTo>
                    <a:pt x="4135913" y="291488"/>
                  </a:lnTo>
                  <a:lnTo>
                    <a:pt x="4149298" y="303522"/>
                  </a:lnTo>
                  <a:lnTo>
                    <a:pt x="4162683" y="315667"/>
                  </a:lnTo>
                  <a:lnTo>
                    <a:pt x="4176067" y="327943"/>
                  </a:lnTo>
                  <a:lnTo>
                    <a:pt x="4189452" y="340281"/>
                  </a:lnTo>
                  <a:lnTo>
                    <a:pt x="4202837" y="352721"/>
                  </a:lnTo>
                  <a:lnTo>
                    <a:pt x="4216222" y="365239"/>
                  </a:lnTo>
                  <a:lnTo>
                    <a:pt x="4229607" y="377803"/>
                  </a:lnTo>
                  <a:lnTo>
                    <a:pt x="4242992" y="390447"/>
                  </a:lnTo>
                  <a:lnTo>
                    <a:pt x="4256376" y="403131"/>
                  </a:lnTo>
                  <a:lnTo>
                    <a:pt x="4269761" y="415846"/>
                  </a:lnTo>
                  <a:lnTo>
                    <a:pt x="4283146" y="428611"/>
                  </a:lnTo>
                  <a:lnTo>
                    <a:pt x="4296531" y="441390"/>
                  </a:lnTo>
                  <a:lnTo>
                    <a:pt x="4309916" y="454187"/>
                  </a:lnTo>
                  <a:lnTo>
                    <a:pt x="4323301" y="466994"/>
                  </a:lnTo>
                  <a:lnTo>
                    <a:pt x="4336685" y="479803"/>
                  </a:lnTo>
                  <a:lnTo>
                    <a:pt x="4350070" y="492608"/>
                  </a:lnTo>
                  <a:lnTo>
                    <a:pt x="4363455" y="505399"/>
                  </a:lnTo>
                  <a:lnTo>
                    <a:pt x="4376840" y="518179"/>
                  </a:lnTo>
                  <a:lnTo>
                    <a:pt x="4390225" y="530927"/>
                  </a:lnTo>
                  <a:lnTo>
                    <a:pt x="4403610" y="543646"/>
                  </a:lnTo>
                  <a:lnTo>
                    <a:pt x="4416994" y="556343"/>
                  </a:lnTo>
                  <a:lnTo>
                    <a:pt x="4430379" y="568976"/>
                  </a:lnTo>
                  <a:lnTo>
                    <a:pt x="4443764" y="581576"/>
                  </a:lnTo>
                  <a:lnTo>
                    <a:pt x="4457149" y="594131"/>
                  </a:lnTo>
                  <a:lnTo>
                    <a:pt x="4470534" y="606609"/>
                  </a:lnTo>
                  <a:lnTo>
                    <a:pt x="4483919" y="619046"/>
                  </a:lnTo>
                  <a:lnTo>
                    <a:pt x="4497303" y="631411"/>
                  </a:lnTo>
                  <a:lnTo>
                    <a:pt x="4510688" y="643697"/>
                  </a:lnTo>
                  <a:lnTo>
                    <a:pt x="4524073" y="655933"/>
                  </a:lnTo>
                  <a:lnTo>
                    <a:pt x="4537458" y="668067"/>
                  </a:lnTo>
                  <a:lnTo>
                    <a:pt x="4550843" y="680126"/>
                  </a:lnTo>
                  <a:lnTo>
                    <a:pt x="4564228" y="692128"/>
                  </a:lnTo>
                  <a:lnTo>
                    <a:pt x="4577612" y="703996"/>
                  </a:lnTo>
                  <a:lnTo>
                    <a:pt x="4590997" y="715799"/>
                  </a:lnTo>
                  <a:lnTo>
                    <a:pt x="4604382" y="727522"/>
                  </a:lnTo>
                  <a:lnTo>
                    <a:pt x="4617767" y="739111"/>
                  </a:lnTo>
                  <a:lnTo>
                    <a:pt x="4631152" y="750633"/>
                  </a:lnTo>
                  <a:lnTo>
                    <a:pt x="4644537" y="762046"/>
                  </a:lnTo>
                  <a:lnTo>
                    <a:pt x="4657921" y="773337"/>
                  </a:lnTo>
                  <a:lnTo>
                    <a:pt x="4671306" y="784557"/>
                  </a:lnTo>
                  <a:lnTo>
                    <a:pt x="4684691" y="795638"/>
                  </a:lnTo>
                  <a:lnTo>
                    <a:pt x="4698076" y="806614"/>
                  </a:lnTo>
                  <a:lnTo>
                    <a:pt x="4711461" y="817516"/>
                  </a:lnTo>
                  <a:lnTo>
                    <a:pt x="4724846" y="828248"/>
                  </a:lnTo>
                  <a:lnTo>
                    <a:pt x="4738230" y="838896"/>
                  </a:lnTo>
                  <a:lnTo>
                    <a:pt x="4751615" y="849450"/>
                  </a:lnTo>
                  <a:lnTo>
                    <a:pt x="4765000" y="859840"/>
                  </a:lnTo>
                  <a:lnTo>
                    <a:pt x="4778385" y="870151"/>
                  </a:lnTo>
                  <a:lnTo>
                    <a:pt x="4791770" y="880341"/>
                  </a:lnTo>
                  <a:lnTo>
                    <a:pt x="4805155" y="890390"/>
                  </a:lnTo>
                  <a:lnTo>
                    <a:pt x="4818539" y="900361"/>
                  </a:lnTo>
                  <a:lnTo>
                    <a:pt x="4831924" y="910186"/>
                  </a:lnTo>
                  <a:lnTo>
                    <a:pt x="4845309" y="919896"/>
                  </a:lnTo>
                  <a:lnTo>
                    <a:pt x="4858694" y="929529"/>
                  </a:lnTo>
                  <a:lnTo>
                    <a:pt x="4872079" y="938993"/>
                  </a:lnTo>
                  <a:lnTo>
                    <a:pt x="4885464" y="948371"/>
                  </a:lnTo>
                  <a:lnTo>
                    <a:pt x="4898848" y="957659"/>
                  </a:lnTo>
                  <a:lnTo>
                    <a:pt x="4912233" y="966789"/>
                  </a:lnTo>
                  <a:lnTo>
                    <a:pt x="4925618" y="975846"/>
                  </a:lnTo>
                  <a:lnTo>
                    <a:pt x="4939003" y="984797"/>
                  </a:lnTo>
                  <a:lnTo>
                    <a:pt x="4952388" y="993621"/>
                  </a:lnTo>
                  <a:lnTo>
                    <a:pt x="4965773" y="1002378"/>
                  </a:lnTo>
                  <a:lnTo>
                    <a:pt x="4979157" y="1011015"/>
                  </a:lnTo>
                  <a:lnTo>
                    <a:pt x="4992542" y="1019559"/>
                  </a:lnTo>
                  <a:lnTo>
                    <a:pt x="5005927" y="1028041"/>
                  </a:lnTo>
                  <a:lnTo>
                    <a:pt x="5019312" y="1036399"/>
                  </a:lnTo>
                  <a:lnTo>
                    <a:pt x="5032697" y="1044694"/>
                  </a:lnTo>
                  <a:lnTo>
                    <a:pt x="5046082" y="1052928"/>
                  </a:lnTo>
                  <a:lnTo>
                    <a:pt x="5059466" y="1061055"/>
                  </a:lnTo>
                  <a:lnTo>
                    <a:pt x="5072851" y="1069139"/>
                  </a:lnTo>
                  <a:lnTo>
                    <a:pt x="5086236" y="1077159"/>
                  </a:lnTo>
                  <a:lnTo>
                    <a:pt x="5099621" y="1085110"/>
                  </a:lnTo>
                  <a:lnTo>
                    <a:pt x="5113006" y="1093026"/>
                  </a:lnTo>
                  <a:lnTo>
                    <a:pt x="5126391" y="1100887"/>
                  </a:lnTo>
                  <a:lnTo>
                    <a:pt x="5139775" y="1108709"/>
                  </a:lnTo>
                  <a:lnTo>
                    <a:pt x="5153160" y="1116508"/>
                  </a:lnTo>
                  <a:lnTo>
                    <a:pt x="5166545" y="1124269"/>
                  </a:lnTo>
                  <a:lnTo>
                    <a:pt x="5179930" y="1132016"/>
                  </a:lnTo>
                  <a:lnTo>
                    <a:pt x="5193315" y="1139751"/>
                  </a:lnTo>
                  <a:lnTo>
                    <a:pt x="5206700" y="1147477"/>
                  </a:lnTo>
                  <a:lnTo>
                    <a:pt x="5220084" y="1155205"/>
                  </a:lnTo>
                  <a:lnTo>
                    <a:pt x="5233469" y="1162937"/>
                  </a:lnTo>
                  <a:lnTo>
                    <a:pt x="5246854" y="1170690"/>
                  </a:lnTo>
                  <a:lnTo>
                    <a:pt x="5260239" y="1178457"/>
                  </a:lnTo>
                  <a:lnTo>
                    <a:pt x="5273624" y="1186255"/>
                  </a:lnTo>
                  <a:lnTo>
                    <a:pt x="5287009" y="1194092"/>
                  </a:lnTo>
                  <a:lnTo>
                    <a:pt x="5300393" y="1201957"/>
                  </a:lnTo>
                  <a:lnTo>
                    <a:pt x="5313778" y="1209887"/>
                  </a:lnTo>
                  <a:lnTo>
                    <a:pt x="5327163" y="1217867"/>
                  </a:lnTo>
                  <a:lnTo>
                    <a:pt x="5340548" y="1225887"/>
                  </a:lnTo>
                  <a:lnTo>
                    <a:pt x="5353933" y="1234011"/>
                  </a:lnTo>
                  <a:lnTo>
                    <a:pt x="5367318" y="1242187"/>
                  </a:lnTo>
                  <a:lnTo>
                    <a:pt x="5380702" y="1250432"/>
                  </a:lnTo>
                  <a:lnTo>
                    <a:pt x="5394087" y="1258791"/>
                  </a:lnTo>
                  <a:lnTo>
                    <a:pt x="5407472" y="1267212"/>
                  </a:lnTo>
                  <a:lnTo>
                    <a:pt x="5420857" y="1275737"/>
                  </a:lnTo>
                  <a:lnTo>
                    <a:pt x="5434242" y="1284375"/>
                  </a:lnTo>
                  <a:lnTo>
                    <a:pt x="5447627" y="1293082"/>
                  </a:lnTo>
                  <a:lnTo>
                    <a:pt x="5461011" y="1301933"/>
                  </a:lnTo>
                  <a:lnTo>
                    <a:pt x="5474396" y="1310885"/>
                  </a:lnTo>
                  <a:lnTo>
                    <a:pt x="5487781" y="1319912"/>
                  </a:lnTo>
                  <a:lnTo>
                    <a:pt x="5501166" y="1329121"/>
                  </a:lnTo>
                  <a:lnTo>
                    <a:pt x="5514551" y="1338413"/>
                  </a:lnTo>
                  <a:lnTo>
                    <a:pt x="5527936" y="1347810"/>
                  </a:lnTo>
                  <a:lnTo>
                    <a:pt x="5541320" y="1357373"/>
                  </a:lnTo>
                  <a:lnTo>
                    <a:pt x="5554705" y="1367020"/>
                  </a:lnTo>
                  <a:lnTo>
                    <a:pt x="5568090" y="1376801"/>
                  </a:lnTo>
                  <a:lnTo>
                    <a:pt x="5581475" y="1386724"/>
                  </a:lnTo>
                  <a:lnTo>
                    <a:pt x="5594860" y="1396730"/>
                  </a:lnTo>
                  <a:lnTo>
                    <a:pt x="5608245" y="1406895"/>
                  </a:lnTo>
                  <a:lnTo>
                    <a:pt x="5621629" y="1417172"/>
                  </a:lnTo>
                  <a:lnTo>
                    <a:pt x="5635014" y="1427530"/>
                  </a:lnTo>
                  <a:lnTo>
                    <a:pt x="5648399" y="1438063"/>
                  </a:lnTo>
                  <a:lnTo>
                    <a:pt x="5661784" y="1448677"/>
                  </a:lnTo>
                  <a:lnTo>
                    <a:pt x="5675169" y="1459384"/>
                  </a:lnTo>
                  <a:lnTo>
                    <a:pt x="5688554" y="1470238"/>
                  </a:lnTo>
                  <a:lnTo>
                    <a:pt x="5701938" y="1481159"/>
                  </a:lnTo>
                  <a:lnTo>
                    <a:pt x="5715323" y="1492184"/>
                  </a:lnTo>
                  <a:lnTo>
                    <a:pt x="5728708" y="1503316"/>
                  </a:lnTo>
                  <a:lnTo>
                    <a:pt x="5742093" y="1514505"/>
                  </a:lnTo>
                  <a:lnTo>
                    <a:pt x="5755478" y="1525798"/>
                  </a:lnTo>
                  <a:lnTo>
                    <a:pt x="5768863" y="1537159"/>
                  </a:lnTo>
                  <a:lnTo>
                    <a:pt x="5782247" y="1548568"/>
                  </a:lnTo>
                  <a:lnTo>
                    <a:pt x="5795632" y="1560067"/>
                  </a:lnTo>
                  <a:lnTo>
                    <a:pt x="5809017" y="1571602"/>
                  </a:lnTo>
                  <a:lnTo>
                    <a:pt x="5822402" y="1583177"/>
                  </a:lnTo>
                  <a:lnTo>
                    <a:pt x="5835787" y="1594804"/>
                  </a:lnTo>
                  <a:lnTo>
                    <a:pt x="5849172" y="1606450"/>
                  </a:lnTo>
                  <a:lnTo>
                    <a:pt x="5862556" y="1618121"/>
                  </a:lnTo>
                  <a:lnTo>
                    <a:pt x="5875941" y="1629805"/>
                  </a:lnTo>
                  <a:lnTo>
                    <a:pt x="5889326" y="1641492"/>
                  </a:lnTo>
                  <a:lnTo>
                    <a:pt x="5902711" y="1653177"/>
                  </a:lnTo>
                  <a:lnTo>
                    <a:pt x="5916096" y="1664847"/>
                  </a:lnTo>
                  <a:lnTo>
                    <a:pt x="5929481" y="1676504"/>
                  </a:lnTo>
                  <a:lnTo>
                    <a:pt x="5942865" y="1688119"/>
                  </a:lnTo>
                  <a:lnTo>
                    <a:pt x="5956250" y="1699700"/>
                  </a:lnTo>
                  <a:lnTo>
                    <a:pt x="5969635" y="1711248"/>
                  </a:lnTo>
                  <a:lnTo>
                    <a:pt x="5983020" y="1722713"/>
                  </a:lnTo>
                  <a:lnTo>
                    <a:pt x="5996405" y="1734133"/>
                  </a:lnTo>
                  <a:lnTo>
                    <a:pt x="6009790" y="1745484"/>
                  </a:lnTo>
                  <a:lnTo>
                    <a:pt x="6023174" y="1756732"/>
                  </a:lnTo>
                  <a:lnTo>
                    <a:pt x="6036559" y="1767920"/>
                  </a:lnTo>
                  <a:lnTo>
                    <a:pt x="6049944" y="1778993"/>
                  </a:lnTo>
                  <a:lnTo>
                    <a:pt x="6063329" y="1789956"/>
                  </a:lnTo>
                  <a:lnTo>
                    <a:pt x="6076714" y="1800845"/>
                  </a:lnTo>
                  <a:lnTo>
                    <a:pt x="6090099" y="1811565"/>
                  </a:lnTo>
                  <a:lnTo>
                    <a:pt x="6103483" y="1822181"/>
                  </a:lnTo>
                  <a:lnTo>
                    <a:pt x="6116868" y="1832700"/>
                  </a:lnTo>
                  <a:lnTo>
                    <a:pt x="6130253" y="1843012"/>
                  </a:lnTo>
                  <a:lnTo>
                    <a:pt x="6143638" y="1853224"/>
                  </a:lnTo>
                  <a:lnTo>
                    <a:pt x="6157023" y="1863294"/>
                  </a:lnTo>
                  <a:lnTo>
                    <a:pt x="6170408" y="1873165"/>
                  </a:lnTo>
                  <a:lnTo>
                    <a:pt x="6183792" y="1882927"/>
                  </a:lnTo>
                  <a:lnTo>
                    <a:pt x="6197177" y="1892498"/>
                  </a:lnTo>
                  <a:lnTo>
                    <a:pt x="6210562" y="1901887"/>
                  </a:lnTo>
                  <a:lnTo>
                    <a:pt x="6223947" y="1911162"/>
                  </a:lnTo>
                  <a:lnTo>
                    <a:pt x="6237332" y="1920192"/>
                  </a:lnTo>
                  <a:lnTo>
                    <a:pt x="6250717" y="1929071"/>
                  </a:lnTo>
                  <a:lnTo>
                    <a:pt x="6264101" y="1937821"/>
                  </a:lnTo>
                  <a:lnTo>
                    <a:pt x="6277486" y="1946292"/>
                  </a:lnTo>
                  <a:lnTo>
                    <a:pt x="6290871" y="1954639"/>
                  </a:lnTo>
                  <a:lnTo>
                    <a:pt x="6304256" y="1962814"/>
                  </a:lnTo>
                  <a:lnTo>
                    <a:pt x="6317641" y="1970744"/>
                  </a:lnTo>
                  <a:lnTo>
                    <a:pt x="6331026" y="1978548"/>
                  </a:lnTo>
                  <a:lnTo>
                    <a:pt x="6344410" y="1986140"/>
                  </a:lnTo>
                  <a:lnTo>
                    <a:pt x="6357795" y="1993527"/>
                  </a:lnTo>
                  <a:lnTo>
                    <a:pt x="6371180" y="2000788"/>
                  </a:lnTo>
                  <a:lnTo>
                    <a:pt x="6384565" y="2007800"/>
                  </a:lnTo>
                  <a:lnTo>
                    <a:pt x="6397950" y="2014651"/>
                  </a:lnTo>
                  <a:lnTo>
                    <a:pt x="6411335" y="2021377"/>
                  </a:lnTo>
                  <a:lnTo>
                    <a:pt x="6424719" y="2027825"/>
                  </a:lnTo>
                  <a:lnTo>
                    <a:pt x="6438104" y="2034156"/>
                  </a:lnTo>
                  <a:lnTo>
                    <a:pt x="6451489" y="2040329"/>
                  </a:lnTo>
                  <a:lnTo>
                    <a:pt x="6464874" y="2046274"/>
                  </a:lnTo>
                  <a:lnTo>
                    <a:pt x="6478259" y="2052107"/>
                  </a:lnTo>
                  <a:lnTo>
                    <a:pt x="6491644" y="2057757"/>
                  </a:lnTo>
                  <a:lnTo>
                    <a:pt x="6505028" y="2063229"/>
                  </a:lnTo>
                  <a:lnTo>
                    <a:pt x="6518413" y="2068594"/>
                  </a:lnTo>
                  <a:lnTo>
                    <a:pt x="6531798" y="2073759"/>
                  </a:lnTo>
                  <a:lnTo>
                    <a:pt x="6545183" y="2078791"/>
                  </a:lnTo>
                  <a:lnTo>
                    <a:pt x="6558568" y="2083725"/>
                  </a:lnTo>
                  <a:lnTo>
                    <a:pt x="6571953" y="2088447"/>
                  </a:lnTo>
                  <a:lnTo>
                    <a:pt x="6585337" y="2093078"/>
                  </a:lnTo>
                  <a:lnTo>
                    <a:pt x="6598722" y="2097596"/>
                  </a:lnTo>
                  <a:lnTo>
                    <a:pt x="6612107" y="2101947"/>
                  </a:lnTo>
                  <a:lnTo>
                    <a:pt x="6625492" y="2106219"/>
                  </a:lnTo>
                  <a:lnTo>
                    <a:pt x="6638877" y="2110367"/>
                  </a:lnTo>
                  <a:lnTo>
                    <a:pt x="6652262" y="2114392"/>
                  </a:lnTo>
                  <a:lnTo>
                    <a:pt x="6665646" y="2118348"/>
                  </a:lnTo>
                  <a:lnTo>
                    <a:pt x="6679031" y="2122177"/>
                  </a:lnTo>
                  <a:lnTo>
                    <a:pt x="6692416" y="2125921"/>
                  </a:lnTo>
                  <a:lnTo>
                    <a:pt x="6705801" y="2129603"/>
                  </a:lnTo>
                  <a:lnTo>
                    <a:pt x="6719186" y="2133162"/>
                  </a:lnTo>
                  <a:lnTo>
                    <a:pt x="6732571" y="2136666"/>
                  </a:lnTo>
                  <a:lnTo>
                    <a:pt x="6745955" y="2140108"/>
                  </a:lnTo>
                  <a:lnTo>
                    <a:pt x="6759340" y="2143455"/>
                  </a:lnTo>
                  <a:lnTo>
                    <a:pt x="6772725" y="2146760"/>
                  </a:lnTo>
                  <a:lnTo>
                    <a:pt x="6786110" y="2150002"/>
                  </a:lnTo>
                  <a:lnTo>
                    <a:pt x="6799495" y="2153180"/>
                  </a:lnTo>
                  <a:lnTo>
                    <a:pt x="6812880" y="2156323"/>
                  </a:lnTo>
                  <a:lnTo>
                    <a:pt x="6826264" y="2159407"/>
                  </a:lnTo>
                  <a:lnTo>
                    <a:pt x="6839649" y="2162450"/>
                  </a:lnTo>
                  <a:lnTo>
                    <a:pt x="6839649" y="2335455"/>
                  </a:lnTo>
                  <a:lnTo>
                    <a:pt x="6826264" y="2335455"/>
                  </a:lnTo>
                  <a:lnTo>
                    <a:pt x="6812880" y="2335455"/>
                  </a:lnTo>
                  <a:lnTo>
                    <a:pt x="6799495" y="2335455"/>
                  </a:lnTo>
                  <a:lnTo>
                    <a:pt x="6786110" y="2335455"/>
                  </a:lnTo>
                  <a:lnTo>
                    <a:pt x="6772725" y="2335455"/>
                  </a:lnTo>
                  <a:lnTo>
                    <a:pt x="6759340" y="2335455"/>
                  </a:lnTo>
                  <a:lnTo>
                    <a:pt x="6745955" y="2335455"/>
                  </a:lnTo>
                  <a:lnTo>
                    <a:pt x="6732571" y="2335455"/>
                  </a:lnTo>
                  <a:lnTo>
                    <a:pt x="6719186" y="2335455"/>
                  </a:lnTo>
                  <a:lnTo>
                    <a:pt x="6705801" y="2335455"/>
                  </a:lnTo>
                  <a:lnTo>
                    <a:pt x="6692416" y="2335455"/>
                  </a:lnTo>
                  <a:lnTo>
                    <a:pt x="6679031" y="2335455"/>
                  </a:lnTo>
                  <a:lnTo>
                    <a:pt x="6665646" y="2335455"/>
                  </a:lnTo>
                  <a:lnTo>
                    <a:pt x="6652262" y="2335455"/>
                  </a:lnTo>
                  <a:lnTo>
                    <a:pt x="6638877" y="2335455"/>
                  </a:lnTo>
                  <a:lnTo>
                    <a:pt x="6625492" y="2335455"/>
                  </a:lnTo>
                  <a:lnTo>
                    <a:pt x="6612107" y="2335455"/>
                  </a:lnTo>
                  <a:lnTo>
                    <a:pt x="6598722" y="2335455"/>
                  </a:lnTo>
                  <a:lnTo>
                    <a:pt x="6585337" y="2335455"/>
                  </a:lnTo>
                  <a:lnTo>
                    <a:pt x="6571953" y="2335455"/>
                  </a:lnTo>
                  <a:lnTo>
                    <a:pt x="6558568" y="2335455"/>
                  </a:lnTo>
                  <a:lnTo>
                    <a:pt x="6545183" y="2335455"/>
                  </a:lnTo>
                  <a:lnTo>
                    <a:pt x="6531798" y="2335455"/>
                  </a:lnTo>
                  <a:lnTo>
                    <a:pt x="6518413" y="2335455"/>
                  </a:lnTo>
                  <a:lnTo>
                    <a:pt x="6505028" y="2335455"/>
                  </a:lnTo>
                  <a:lnTo>
                    <a:pt x="6491644" y="2335455"/>
                  </a:lnTo>
                  <a:lnTo>
                    <a:pt x="6478259" y="2335455"/>
                  </a:lnTo>
                  <a:lnTo>
                    <a:pt x="6464874" y="2335455"/>
                  </a:lnTo>
                  <a:lnTo>
                    <a:pt x="6451489" y="2335455"/>
                  </a:lnTo>
                  <a:lnTo>
                    <a:pt x="6438104" y="2335455"/>
                  </a:lnTo>
                  <a:lnTo>
                    <a:pt x="6424719" y="2335455"/>
                  </a:lnTo>
                  <a:lnTo>
                    <a:pt x="6411335" y="2335455"/>
                  </a:lnTo>
                  <a:lnTo>
                    <a:pt x="6397950" y="2335455"/>
                  </a:lnTo>
                  <a:lnTo>
                    <a:pt x="6384565" y="2335455"/>
                  </a:lnTo>
                  <a:lnTo>
                    <a:pt x="6371180" y="2335455"/>
                  </a:lnTo>
                  <a:lnTo>
                    <a:pt x="6357795" y="2335455"/>
                  </a:lnTo>
                  <a:lnTo>
                    <a:pt x="6344410" y="2335455"/>
                  </a:lnTo>
                  <a:lnTo>
                    <a:pt x="6331026" y="2335455"/>
                  </a:lnTo>
                  <a:lnTo>
                    <a:pt x="6317641" y="2335455"/>
                  </a:lnTo>
                  <a:lnTo>
                    <a:pt x="6304256" y="2335455"/>
                  </a:lnTo>
                  <a:lnTo>
                    <a:pt x="6290871" y="2335455"/>
                  </a:lnTo>
                  <a:lnTo>
                    <a:pt x="6277486" y="2335455"/>
                  </a:lnTo>
                  <a:lnTo>
                    <a:pt x="6264101" y="2335455"/>
                  </a:lnTo>
                  <a:lnTo>
                    <a:pt x="6250717" y="2335455"/>
                  </a:lnTo>
                  <a:lnTo>
                    <a:pt x="6237332" y="2335455"/>
                  </a:lnTo>
                  <a:lnTo>
                    <a:pt x="6223947" y="2335455"/>
                  </a:lnTo>
                  <a:lnTo>
                    <a:pt x="6210562" y="2335455"/>
                  </a:lnTo>
                  <a:lnTo>
                    <a:pt x="6197177" y="2335455"/>
                  </a:lnTo>
                  <a:lnTo>
                    <a:pt x="6183792" y="2335455"/>
                  </a:lnTo>
                  <a:lnTo>
                    <a:pt x="6170408" y="2335455"/>
                  </a:lnTo>
                  <a:lnTo>
                    <a:pt x="6157023" y="2335455"/>
                  </a:lnTo>
                  <a:lnTo>
                    <a:pt x="6143638" y="2335455"/>
                  </a:lnTo>
                  <a:lnTo>
                    <a:pt x="6130253" y="2335455"/>
                  </a:lnTo>
                  <a:lnTo>
                    <a:pt x="6116868" y="2335455"/>
                  </a:lnTo>
                  <a:lnTo>
                    <a:pt x="6103483" y="2335455"/>
                  </a:lnTo>
                  <a:lnTo>
                    <a:pt x="6090099" y="2335455"/>
                  </a:lnTo>
                  <a:lnTo>
                    <a:pt x="6076714" y="2335455"/>
                  </a:lnTo>
                  <a:lnTo>
                    <a:pt x="6063329" y="2335455"/>
                  </a:lnTo>
                  <a:lnTo>
                    <a:pt x="6049944" y="2335455"/>
                  </a:lnTo>
                  <a:lnTo>
                    <a:pt x="6036559" y="2335455"/>
                  </a:lnTo>
                  <a:lnTo>
                    <a:pt x="6023174" y="2335455"/>
                  </a:lnTo>
                  <a:lnTo>
                    <a:pt x="6009790" y="2335455"/>
                  </a:lnTo>
                  <a:lnTo>
                    <a:pt x="5996405" y="2335455"/>
                  </a:lnTo>
                  <a:lnTo>
                    <a:pt x="5983020" y="2335455"/>
                  </a:lnTo>
                  <a:lnTo>
                    <a:pt x="5969635" y="2335455"/>
                  </a:lnTo>
                  <a:lnTo>
                    <a:pt x="5956250" y="2335455"/>
                  </a:lnTo>
                  <a:lnTo>
                    <a:pt x="5942865" y="2335455"/>
                  </a:lnTo>
                  <a:lnTo>
                    <a:pt x="5929481" y="2335455"/>
                  </a:lnTo>
                  <a:lnTo>
                    <a:pt x="5916096" y="2335455"/>
                  </a:lnTo>
                  <a:lnTo>
                    <a:pt x="5902711" y="2335455"/>
                  </a:lnTo>
                  <a:lnTo>
                    <a:pt x="5889326" y="2335455"/>
                  </a:lnTo>
                  <a:lnTo>
                    <a:pt x="5875941" y="2335455"/>
                  </a:lnTo>
                  <a:lnTo>
                    <a:pt x="5862556" y="2335455"/>
                  </a:lnTo>
                  <a:lnTo>
                    <a:pt x="5849172" y="2335455"/>
                  </a:lnTo>
                  <a:lnTo>
                    <a:pt x="5835787" y="2335455"/>
                  </a:lnTo>
                  <a:lnTo>
                    <a:pt x="5822402" y="2335455"/>
                  </a:lnTo>
                  <a:lnTo>
                    <a:pt x="5809017" y="2335455"/>
                  </a:lnTo>
                  <a:lnTo>
                    <a:pt x="5795632" y="2335455"/>
                  </a:lnTo>
                  <a:lnTo>
                    <a:pt x="5782247" y="2335455"/>
                  </a:lnTo>
                  <a:lnTo>
                    <a:pt x="5768863" y="2335455"/>
                  </a:lnTo>
                  <a:lnTo>
                    <a:pt x="5755478" y="2335455"/>
                  </a:lnTo>
                  <a:lnTo>
                    <a:pt x="5742093" y="2335455"/>
                  </a:lnTo>
                  <a:lnTo>
                    <a:pt x="5728708" y="2335455"/>
                  </a:lnTo>
                  <a:lnTo>
                    <a:pt x="5715323" y="2335455"/>
                  </a:lnTo>
                  <a:lnTo>
                    <a:pt x="5701938" y="2335455"/>
                  </a:lnTo>
                  <a:lnTo>
                    <a:pt x="5688554" y="2335455"/>
                  </a:lnTo>
                  <a:lnTo>
                    <a:pt x="5675169" y="2335455"/>
                  </a:lnTo>
                  <a:lnTo>
                    <a:pt x="5661784" y="2335455"/>
                  </a:lnTo>
                  <a:lnTo>
                    <a:pt x="5648399" y="2335455"/>
                  </a:lnTo>
                  <a:lnTo>
                    <a:pt x="5635014" y="2335455"/>
                  </a:lnTo>
                  <a:lnTo>
                    <a:pt x="5621629" y="2335455"/>
                  </a:lnTo>
                  <a:lnTo>
                    <a:pt x="5608245" y="2335455"/>
                  </a:lnTo>
                  <a:lnTo>
                    <a:pt x="5594860" y="2335455"/>
                  </a:lnTo>
                  <a:lnTo>
                    <a:pt x="5581475" y="2335455"/>
                  </a:lnTo>
                  <a:lnTo>
                    <a:pt x="5568090" y="2335455"/>
                  </a:lnTo>
                  <a:lnTo>
                    <a:pt x="5554705" y="2335455"/>
                  </a:lnTo>
                  <a:lnTo>
                    <a:pt x="5541320" y="2335455"/>
                  </a:lnTo>
                  <a:lnTo>
                    <a:pt x="5527936" y="2335455"/>
                  </a:lnTo>
                  <a:lnTo>
                    <a:pt x="5514551" y="2335455"/>
                  </a:lnTo>
                  <a:lnTo>
                    <a:pt x="5501166" y="2335455"/>
                  </a:lnTo>
                  <a:lnTo>
                    <a:pt x="5487781" y="2335455"/>
                  </a:lnTo>
                  <a:lnTo>
                    <a:pt x="5474396" y="2335455"/>
                  </a:lnTo>
                  <a:lnTo>
                    <a:pt x="5461011" y="2335455"/>
                  </a:lnTo>
                  <a:lnTo>
                    <a:pt x="5447627" y="2335455"/>
                  </a:lnTo>
                  <a:lnTo>
                    <a:pt x="5434242" y="2335455"/>
                  </a:lnTo>
                  <a:lnTo>
                    <a:pt x="5420857" y="2335455"/>
                  </a:lnTo>
                  <a:lnTo>
                    <a:pt x="5407472" y="2335455"/>
                  </a:lnTo>
                  <a:lnTo>
                    <a:pt x="5394087" y="2335455"/>
                  </a:lnTo>
                  <a:lnTo>
                    <a:pt x="5380702" y="2335455"/>
                  </a:lnTo>
                  <a:lnTo>
                    <a:pt x="5367318" y="2335455"/>
                  </a:lnTo>
                  <a:lnTo>
                    <a:pt x="5353933" y="2335455"/>
                  </a:lnTo>
                  <a:lnTo>
                    <a:pt x="5340548" y="2335455"/>
                  </a:lnTo>
                  <a:lnTo>
                    <a:pt x="5327163" y="2335455"/>
                  </a:lnTo>
                  <a:lnTo>
                    <a:pt x="5313778" y="2335455"/>
                  </a:lnTo>
                  <a:lnTo>
                    <a:pt x="5300393" y="2335455"/>
                  </a:lnTo>
                  <a:lnTo>
                    <a:pt x="5287009" y="2335455"/>
                  </a:lnTo>
                  <a:lnTo>
                    <a:pt x="5273624" y="2335455"/>
                  </a:lnTo>
                  <a:lnTo>
                    <a:pt x="5260239" y="2335455"/>
                  </a:lnTo>
                  <a:lnTo>
                    <a:pt x="5246854" y="2335455"/>
                  </a:lnTo>
                  <a:lnTo>
                    <a:pt x="5233469" y="2335455"/>
                  </a:lnTo>
                  <a:lnTo>
                    <a:pt x="5220084" y="2335455"/>
                  </a:lnTo>
                  <a:lnTo>
                    <a:pt x="5206700" y="2335455"/>
                  </a:lnTo>
                  <a:lnTo>
                    <a:pt x="5193315" y="2335455"/>
                  </a:lnTo>
                  <a:lnTo>
                    <a:pt x="5179930" y="2335455"/>
                  </a:lnTo>
                  <a:lnTo>
                    <a:pt x="5166545" y="2335455"/>
                  </a:lnTo>
                  <a:lnTo>
                    <a:pt x="5153160" y="2335455"/>
                  </a:lnTo>
                  <a:lnTo>
                    <a:pt x="5139775" y="2335455"/>
                  </a:lnTo>
                  <a:lnTo>
                    <a:pt x="5126391" y="2335455"/>
                  </a:lnTo>
                  <a:lnTo>
                    <a:pt x="5113006" y="2335455"/>
                  </a:lnTo>
                  <a:lnTo>
                    <a:pt x="5099621" y="2335455"/>
                  </a:lnTo>
                  <a:lnTo>
                    <a:pt x="5086236" y="2335455"/>
                  </a:lnTo>
                  <a:lnTo>
                    <a:pt x="5072851" y="2335455"/>
                  </a:lnTo>
                  <a:lnTo>
                    <a:pt x="5059466" y="2335455"/>
                  </a:lnTo>
                  <a:lnTo>
                    <a:pt x="5046082" y="2335455"/>
                  </a:lnTo>
                  <a:lnTo>
                    <a:pt x="5032697" y="2335455"/>
                  </a:lnTo>
                  <a:lnTo>
                    <a:pt x="5019312" y="2335455"/>
                  </a:lnTo>
                  <a:lnTo>
                    <a:pt x="5005927" y="2335455"/>
                  </a:lnTo>
                  <a:lnTo>
                    <a:pt x="4992542" y="2335455"/>
                  </a:lnTo>
                  <a:lnTo>
                    <a:pt x="4979157" y="2335455"/>
                  </a:lnTo>
                  <a:lnTo>
                    <a:pt x="4965773" y="2335455"/>
                  </a:lnTo>
                  <a:lnTo>
                    <a:pt x="4952388" y="2335455"/>
                  </a:lnTo>
                  <a:lnTo>
                    <a:pt x="4939003" y="2335455"/>
                  </a:lnTo>
                  <a:lnTo>
                    <a:pt x="4925618" y="2335455"/>
                  </a:lnTo>
                  <a:lnTo>
                    <a:pt x="4912233" y="2335455"/>
                  </a:lnTo>
                  <a:lnTo>
                    <a:pt x="4898848" y="2335455"/>
                  </a:lnTo>
                  <a:lnTo>
                    <a:pt x="4885464" y="2335455"/>
                  </a:lnTo>
                  <a:lnTo>
                    <a:pt x="4872079" y="2335455"/>
                  </a:lnTo>
                  <a:lnTo>
                    <a:pt x="4858694" y="2335455"/>
                  </a:lnTo>
                  <a:lnTo>
                    <a:pt x="4845309" y="2335455"/>
                  </a:lnTo>
                  <a:lnTo>
                    <a:pt x="4831924" y="2335455"/>
                  </a:lnTo>
                  <a:lnTo>
                    <a:pt x="4818539" y="2335455"/>
                  </a:lnTo>
                  <a:lnTo>
                    <a:pt x="4805155" y="2335455"/>
                  </a:lnTo>
                  <a:lnTo>
                    <a:pt x="4791770" y="2335455"/>
                  </a:lnTo>
                  <a:lnTo>
                    <a:pt x="4778385" y="2335455"/>
                  </a:lnTo>
                  <a:lnTo>
                    <a:pt x="4765000" y="2335455"/>
                  </a:lnTo>
                  <a:lnTo>
                    <a:pt x="4751615" y="2335455"/>
                  </a:lnTo>
                  <a:lnTo>
                    <a:pt x="4738230" y="2335455"/>
                  </a:lnTo>
                  <a:lnTo>
                    <a:pt x="4724846" y="2335455"/>
                  </a:lnTo>
                  <a:lnTo>
                    <a:pt x="4711461" y="2335455"/>
                  </a:lnTo>
                  <a:lnTo>
                    <a:pt x="4698076" y="2335455"/>
                  </a:lnTo>
                  <a:lnTo>
                    <a:pt x="4684691" y="2335455"/>
                  </a:lnTo>
                  <a:lnTo>
                    <a:pt x="4671306" y="2335455"/>
                  </a:lnTo>
                  <a:lnTo>
                    <a:pt x="4657921" y="2335455"/>
                  </a:lnTo>
                  <a:lnTo>
                    <a:pt x="4644537" y="2335455"/>
                  </a:lnTo>
                  <a:lnTo>
                    <a:pt x="4631152" y="2335455"/>
                  </a:lnTo>
                  <a:lnTo>
                    <a:pt x="4617767" y="2335455"/>
                  </a:lnTo>
                  <a:lnTo>
                    <a:pt x="4604382" y="2335455"/>
                  </a:lnTo>
                  <a:lnTo>
                    <a:pt x="4590997" y="2335455"/>
                  </a:lnTo>
                  <a:lnTo>
                    <a:pt x="4577612" y="2335455"/>
                  </a:lnTo>
                  <a:lnTo>
                    <a:pt x="4564228" y="2335455"/>
                  </a:lnTo>
                  <a:lnTo>
                    <a:pt x="4550843" y="2335455"/>
                  </a:lnTo>
                  <a:lnTo>
                    <a:pt x="4537458" y="2335455"/>
                  </a:lnTo>
                  <a:lnTo>
                    <a:pt x="4524073" y="2335455"/>
                  </a:lnTo>
                  <a:lnTo>
                    <a:pt x="4510688" y="2335455"/>
                  </a:lnTo>
                  <a:lnTo>
                    <a:pt x="4497303" y="2335455"/>
                  </a:lnTo>
                  <a:lnTo>
                    <a:pt x="4483919" y="2335455"/>
                  </a:lnTo>
                  <a:lnTo>
                    <a:pt x="4470534" y="2335455"/>
                  </a:lnTo>
                  <a:lnTo>
                    <a:pt x="4457149" y="2335455"/>
                  </a:lnTo>
                  <a:lnTo>
                    <a:pt x="4443764" y="2335455"/>
                  </a:lnTo>
                  <a:lnTo>
                    <a:pt x="4430379" y="2335455"/>
                  </a:lnTo>
                  <a:lnTo>
                    <a:pt x="4416994" y="2335455"/>
                  </a:lnTo>
                  <a:lnTo>
                    <a:pt x="4403610" y="2335455"/>
                  </a:lnTo>
                  <a:lnTo>
                    <a:pt x="4390225" y="2335455"/>
                  </a:lnTo>
                  <a:lnTo>
                    <a:pt x="4376840" y="2335455"/>
                  </a:lnTo>
                  <a:lnTo>
                    <a:pt x="4363455" y="2335455"/>
                  </a:lnTo>
                  <a:lnTo>
                    <a:pt x="4350070" y="2335455"/>
                  </a:lnTo>
                  <a:lnTo>
                    <a:pt x="4336685" y="2335455"/>
                  </a:lnTo>
                  <a:lnTo>
                    <a:pt x="4323301" y="2335455"/>
                  </a:lnTo>
                  <a:lnTo>
                    <a:pt x="4309916" y="2335455"/>
                  </a:lnTo>
                  <a:lnTo>
                    <a:pt x="4296531" y="2335455"/>
                  </a:lnTo>
                  <a:lnTo>
                    <a:pt x="4283146" y="2335455"/>
                  </a:lnTo>
                  <a:lnTo>
                    <a:pt x="4269761" y="2335455"/>
                  </a:lnTo>
                  <a:lnTo>
                    <a:pt x="4256376" y="2335455"/>
                  </a:lnTo>
                  <a:lnTo>
                    <a:pt x="4242992" y="2335455"/>
                  </a:lnTo>
                  <a:lnTo>
                    <a:pt x="4229607" y="2335455"/>
                  </a:lnTo>
                  <a:lnTo>
                    <a:pt x="4216222" y="2335455"/>
                  </a:lnTo>
                  <a:lnTo>
                    <a:pt x="4202837" y="2335455"/>
                  </a:lnTo>
                  <a:lnTo>
                    <a:pt x="4189452" y="2335455"/>
                  </a:lnTo>
                  <a:lnTo>
                    <a:pt x="4176067" y="2335455"/>
                  </a:lnTo>
                  <a:lnTo>
                    <a:pt x="4162683" y="2335455"/>
                  </a:lnTo>
                  <a:lnTo>
                    <a:pt x="4149298" y="2335455"/>
                  </a:lnTo>
                  <a:lnTo>
                    <a:pt x="4135913" y="2335455"/>
                  </a:lnTo>
                  <a:lnTo>
                    <a:pt x="4122528" y="2335455"/>
                  </a:lnTo>
                  <a:lnTo>
                    <a:pt x="4109143" y="2335455"/>
                  </a:lnTo>
                  <a:lnTo>
                    <a:pt x="4095758" y="2335455"/>
                  </a:lnTo>
                  <a:lnTo>
                    <a:pt x="4082374" y="2335455"/>
                  </a:lnTo>
                  <a:lnTo>
                    <a:pt x="4068989" y="2335455"/>
                  </a:lnTo>
                  <a:lnTo>
                    <a:pt x="4055604" y="2335455"/>
                  </a:lnTo>
                  <a:lnTo>
                    <a:pt x="4042219" y="2335455"/>
                  </a:lnTo>
                  <a:lnTo>
                    <a:pt x="4028834" y="2335455"/>
                  </a:lnTo>
                  <a:lnTo>
                    <a:pt x="4015449" y="2335455"/>
                  </a:lnTo>
                  <a:lnTo>
                    <a:pt x="4002065" y="2335455"/>
                  </a:lnTo>
                  <a:lnTo>
                    <a:pt x="3988680" y="2335455"/>
                  </a:lnTo>
                  <a:lnTo>
                    <a:pt x="3975295" y="2335455"/>
                  </a:lnTo>
                  <a:lnTo>
                    <a:pt x="3961910" y="2335455"/>
                  </a:lnTo>
                  <a:lnTo>
                    <a:pt x="3948525" y="2335455"/>
                  </a:lnTo>
                  <a:lnTo>
                    <a:pt x="3935140" y="2335455"/>
                  </a:lnTo>
                  <a:lnTo>
                    <a:pt x="3921756" y="2335455"/>
                  </a:lnTo>
                  <a:lnTo>
                    <a:pt x="3908371" y="2335455"/>
                  </a:lnTo>
                  <a:lnTo>
                    <a:pt x="3894986" y="2335455"/>
                  </a:lnTo>
                  <a:lnTo>
                    <a:pt x="3881601" y="2335455"/>
                  </a:lnTo>
                  <a:lnTo>
                    <a:pt x="3868216" y="2335455"/>
                  </a:lnTo>
                  <a:lnTo>
                    <a:pt x="3854831" y="2335455"/>
                  </a:lnTo>
                  <a:lnTo>
                    <a:pt x="3841447" y="2335455"/>
                  </a:lnTo>
                  <a:lnTo>
                    <a:pt x="3828062" y="2335455"/>
                  </a:lnTo>
                  <a:lnTo>
                    <a:pt x="3814677" y="2335455"/>
                  </a:lnTo>
                  <a:lnTo>
                    <a:pt x="3801292" y="2335455"/>
                  </a:lnTo>
                  <a:lnTo>
                    <a:pt x="3787907" y="2335455"/>
                  </a:lnTo>
                  <a:lnTo>
                    <a:pt x="3774522" y="2335455"/>
                  </a:lnTo>
                  <a:lnTo>
                    <a:pt x="3761138" y="2335455"/>
                  </a:lnTo>
                  <a:lnTo>
                    <a:pt x="3747753" y="2335455"/>
                  </a:lnTo>
                  <a:lnTo>
                    <a:pt x="3734368" y="2335455"/>
                  </a:lnTo>
                  <a:lnTo>
                    <a:pt x="3720983" y="2335455"/>
                  </a:lnTo>
                  <a:lnTo>
                    <a:pt x="3707598" y="2335455"/>
                  </a:lnTo>
                  <a:lnTo>
                    <a:pt x="3694213" y="2335455"/>
                  </a:lnTo>
                  <a:lnTo>
                    <a:pt x="3680829" y="2335455"/>
                  </a:lnTo>
                  <a:lnTo>
                    <a:pt x="3667444" y="2335455"/>
                  </a:lnTo>
                  <a:lnTo>
                    <a:pt x="3654059" y="2335455"/>
                  </a:lnTo>
                  <a:lnTo>
                    <a:pt x="3640674" y="2335455"/>
                  </a:lnTo>
                  <a:lnTo>
                    <a:pt x="3627289" y="2335455"/>
                  </a:lnTo>
                  <a:lnTo>
                    <a:pt x="3613904" y="2335455"/>
                  </a:lnTo>
                  <a:lnTo>
                    <a:pt x="3600520" y="2335455"/>
                  </a:lnTo>
                  <a:lnTo>
                    <a:pt x="3587135" y="2335455"/>
                  </a:lnTo>
                  <a:lnTo>
                    <a:pt x="3573750" y="2335455"/>
                  </a:lnTo>
                  <a:lnTo>
                    <a:pt x="3560365" y="2335455"/>
                  </a:lnTo>
                  <a:lnTo>
                    <a:pt x="3546980" y="2335455"/>
                  </a:lnTo>
                  <a:lnTo>
                    <a:pt x="3533595" y="2335455"/>
                  </a:lnTo>
                  <a:lnTo>
                    <a:pt x="3520211" y="2335455"/>
                  </a:lnTo>
                  <a:lnTo>
                    <a:pt x="3506826" y="2335455"/>
                  </a:lnTo>
                  <a:lnTo>
                    <a:pt x="3493441" y="2335455"/>
                  </a:lnTo>
                  <a:lnTo>
                    <a:pt x="3480056" y="2335455"/>
                  </a:lnTo>
                  <a:lnTo>
                    <a:pt x="3466671" y="2335455"/>
                  </a:lnTo>
                  <a:lnTo>
                    <a:pt x="3453286" y="2335455"/>
                  </a:lnTo>
                  <a:lnTo>
                    <a:pt x="3439902" y="2335455"/>
                  </a:lnTo>
                  <a:lnTo>
                    <a:pt x="3426517" y="2335455"/>
                  </a:lnTo>
                  <a:lnTo>
                    <a:pt x="3413132" y="2335455"/>
                  </a:lnTo>
                  <a:lnTo>
                    <a:pt x="3399747" y="2335455"/>
                  </a:lnTo>
                  <a:lnTo>
                    <a:pt x="3386362" y="2335455"/>
                  </a:lnTo>
                  <a:lnTo>
                    <a:pt x="3372977" y="2335455"/>
                  </a:lnTo>
                  <a:lnTo>
                    <a:pt x="3359593" y="2335455"/>
                  </a:lnTo>
                  <a:lnTo>
                    <a:pt x="3346208" y="2335455"/>
                  </a:lnTo>
                  <a:lnTo>
                    <a:pt x="3332823" y="2335455"/>
                  </a:lnTo>
                  <a:lnTo>
                    <a:pt x="3319438" y="2335455"/>
                  </a:lnTo>
                  <a:lnTo>
                    <a:pt x="3306053" y="2335455"/>
                  </a:lnTo>
                  <a:lnTo>
                    <a:pt x="3292668" y="2335455"/>
                  </a:lnTo>
                  <a:lnTo>
                    <a:pt x="3279284" y="2335455"/>
                  </a:lnTo>
                  <a:lnTo>
                    <a:pt x="3265899" y="2335455"/>
                  </a:lnTo>
                  <a:lnTo>
                    <a:pt x="3252514" y="2335455"/>
                  </a:lnTo>
                  <a:lnTo>
                    <a:pt x="3239129" y="2335455"/>
                  </a:lnTo>
                  <a:lnTo>
                    <a:pt x="3225744" y="2335455"/>
                  </a:lnTo>
                  <a:lnTo>
                    <a:pt x="3212359" y="2335455"/>
                  </a:lnTo>
                  <a:lnTo>
                    <a:pt x="3198975" y="2335455"/>
                  </a:lnTo>
                  <a:lnTo>
                    <a:pt x="3185590" y="2335455"/>
                  </a:lnTo>
                  <a:lnTo>
                    <a:pt x="3172205" y="2335455"/>
                  </a:lnTo>
                  <a:lnTo>
                    <a:pt x="3158820" y="2335455"/>
                  </a:lnTo>
                  <a:lnTo>
                    <a:pt x="3145435" y="2335455"/>
                  </a:lnTo>
                  <a:lnTo>
                    <a:pt x="3132050" y="2335455"/>
                  </a:lnTo>
                  <a:lnTo>
                    <a:pt x="3118666" y="2335455"/>
                  </a:lnTo>
                  <a:lnTo>
                    <a:pt x="3105281" y="2335455"/>
                  </a:lnTo>
                  <a:lnTo>
                    <a:pt x="3091896" y="2335455"/>
                  </a:lnTo>
                  <a:lnTo>
                    <a:pt x="3078511" y="2335455"/>
                  </a:lnTo>
                  <a:lnTo>
                    <a:pt x="3065126" y="2335455"/>
                  </a:lnTo>
                  <a:lnTo>
                    <a:pt x="3051741" y="2335455"/>
                  </a:lnTo>
                  <a:lnTo>
                    <a:pt x="3038357" y="2335455"/>
                  </a:lnTo>
                  <a:lnTo>
                    <a:pt x="3024972" y="2335455"/>
                  </a:lnTo>
                  <a:lnTo>
                    <a:pt x="3011587" y="2335455"/>
                  </a:lnTo>
                  <a:lnTo>
                    <a:pt x="2998202" y="2335455"/>
                  </a:lnTo>
                  <a:lnTo>
                    <a:pt x="2984817" y="2335455"/>
                  </a:lnTo>
                  <a:lnTo>
                    <a:pt x="2971432" y="2335455"/>
                  </a:lnTo>
                  <a:lnTo>
                    <a:pt x="2958048" y="2335455"/>
                  </a:lnTo>
                  <a:lnTo>
                    <a:pt x="2944663" y="2335455"/>
                  </a:lnTo>
                  <a:lnTo>
                    <a:pt x="2931278" y="2335455"/>
                  </a:lnTo>
                  <a:lnTo>
                    <a:pt x="2917893" y="2335455"/>
                  </a:lnTo>
                  <a:lnTo>
                    <a:pt x="2904508" y="2335455"/>
                  </a:lnTo>
                  <a:lnTo>
                    <a:pt x="2891123" y="2335455"/>
                  </a:lnTo>
                  <a:lnTo>
                    <a:pt x="2877739" y="2335455"/>
                  </a:lnTo>
                  <a:lnTo>
                    <a:pt x="2864354" y="2335455"/>
                  </a:lnTo>
                  <a:lnTo>
                    <a:pt x="2850969" y="2335455"/>
                  </a:lnTo>
                  <a:lnTo>
                    <a:pt x="2837584" y="2335455"/>
                  </a:lnTo>
                  <a:lnTo>
                    <a:pt x="2824199" y="2335455"/>
                  </a:lnTo>
                  <a:lnTo>
                    <a:pt x="2810814" y="2335455"/>
                  </a:lnTo>
                  <a:lnTo>
                    <a:pt x="2797430" y="2335455"/>
                  </a:lnTo>
                  <a:lnTo>
                    <a:pt x="2784045" y="2335455"/>
                  </a:lnTo>
                  <a:lnTo>
                    <a:pt x="2770660" y="2335455"/>
                  </a:lnTo>
                  <a:lnTo>
                    <a:pt x="2757275" y="2335455"/>
                  </a:lnTo>
                  <a:lnTo>
                    <a:pt x="2743890" y="2335455"/>
                  </a:lnTo>
                  <a:lnTo>
                    <a:pt x="2730505" y="2335455"/>
                  </a:lnTo>
                  <a:lnTo>
                    <a:pt x="2717121" y="2335455"/>
                  </a:lnTo>
                  <a:lnTo>
                    <a:pt x="2703736" y="2335455"/>
                  </a:lnTo>
                  <a:lnTo>
                    <a:pt x="2690351" y="2335455"/>
                  </a:lnTo>
                  <a:lnTo>
                    <a:pt x="2676966" y="2335455"/>
                  </a:lnTo>
                  <a:lnTo>
                    <a:pt x="2663581" y="2335455"/>
                  </a:lnTo>
                  <a:lnTo>
                    <a:pt x="2650196" y="2335455"/>
                  </a:lnTo>
                  <a:lnTo>
                    <a:pt x="2636812" y="2335455"/>
                  </a:lnTo>
                  <a:lnTo>
                    <a:pt x="2623427" y="2335455"/>
                  </a:lnTo>
                  <a:lnTo>
                    <a:pt x="2610042" y="2335455"/>
                  </a:lnTo>
                  <a:lnTo>
                    <a:pt x="2596657" y="2335455"/>
                  </a:lnTo>
                  <a:lnTo>
                    <a:pt x="2583272" y="2335455"/>
                  </a:lnTo>
                  <a:lnTo>
                    <a:pt x="2569887" y="2335455"/>
                  </a:lnTo>
                  <a:lnTo>
                    <a:pt x="2556503" y="2335455"/>
                  </a:lnTo>
                  <a:lnTo>
                    <a:pt x="2543118" y="2335455"/>
                  </a:lnTo>
                  <a:lnTo>
                    <a:pt x="2529733" y="2335455"/>
                  </a:lnTo>
                  <a:lnTo>
                    <a:pt x="2516348" y="2335455"/>
                  </a:lnTo>
                  <a:lnTo>
                    <a:pt x="2502963" y="2335455"/>
                  </a:lnTo>
                  <a:lnTo>
                    <a:pt x="2489578" y="2335455"/>
                  </a:lnTo>
                  <a:lnTo>
                    <a:pt x="2476194" y="2335455"/>
                  </a:lnTo>
                  <a:lnTo>
                    <a:pt x="2462809" y="2335455"/>
                  </a:lnTo>
                  <a:lnTo>
                    <a:pt x="2449424" y="2335455"/>
                  </a:lnTo>
                  <a:lnTo>
                    <a:pt x="2436039" y="2335455"/>
                  </a:lnTo>
                  <a:lnTo>
                    <a:pt x="2422654" y="2335455"/>
                  </a:lnTo>
                  <a:lnTo>
                    <a:pt x="2409269" y="2335455"/>
                  </a:lnTo>
                  <a:lnTo>
                    <a:pt x="2395885" y="2335455"/>
                  </a:lnTo>
                  <a:lnTo>
                    <a:pt x="2382500" y="2335455"/>
                  </a:lnTo>
                  <a:lnTo>
                    <a:pt x="2369115" y="2335455"/>
                  </a:lnTo>
                  <a:lnTo>
                    <a:pt x="2355730" y="2335455"/>
                  </a:lnTo>
                  <a:lnTo>
                    <a:pt x="2342345" y="2335455"/>
                  </a:lnTo>
                  <a:lnTo>
                    <a:pt x="2328960" y="2335455"/>
                  </a:lnTo>
                  <a:lnTo>
                    <a:pt x="2315576" y="2335455"/>
                  </a:lnTo>
                  <a:lnTo>
                    <a:pt x="2302191" y="2335455"/>
                  </a:lnTo>
                  <a:lnTo>
                    <a:pt x="2288806" y="2335455"/>
                  </a:lnTo>
                  <a:lnTo>
                    <a:pt x="2275421" y="2335455"/>
                  </a:lnTo>
                  <a:lnTo>
                    <a:pt x="2262036" y="2335455"/>
                  </a:lnTo>
                  <a:lnTo>
                    <a:pt x="2248651" y="2335455"/>
                  </a:lnTo>
                  <a:lnTo>
                    <a:pt x="2235267" y="2335455"/>
                  </a:lnTo>
                  <a:lnTo>
                    <a:pt x="2221882" y="2335455"/>
                  </a:lnTo>
                  <a:lnTo>
                    <a:pt x="2208497" y="2335455"/>
                  </a:lnTo>
                  <a:lnTo>
                    <a:pt x="2195112" y="2335455"/>
                  </a:lnTo>
                  <a:lnTo>
                    <a:pt x="2181727" y="2335455"/>
                  </a:lnTo>
                  <a:lnTo>
                    <a:pt x="2168342" y="2335455"/>
                  </a:lnTo>
                  <a:lnTo>
                    <a:pt x="2154958" y="2335455"/>
                  </a:lnTo>
                  <a:lnTo>
                    <a:pt x="2141573" y="2335455"/>
                  </a:lnTo>
                  <a:lnTo>
                    <a:pt x="2128188" y="2335455"/>
                  </a:lnTo>
                  <a:lnTo>
                    <a:pt x="2114803" y="2335455"/>
                  </a:lnTo>
                  <a:lnTo>
                    <a:pt x="2101418" y="2335455"/>
                  </a:lnTo>
                  <a:lnTo>
                    <a:pt x="2088033" y="2335455"/>
                  </a:lnTo>
                  <a:lnTo>
                    <a:pt x="2074649" y="2335455"/>
                  </a:lnTo>
                  <a:lnTo>
                    <a:pt x="2061264" y="2335455"/>
                  </a:lnTo>
                  <a:lnTo>
                    <a:pt x="2047879" y="2335455"/>
                  </a:lnTo>
                  <a:lnTo>
                    <a:pt x="2034494" y="2335455"/>
                  </a:lnTo>
                  <a:lnTo>
                    <a:pt x="2021109" y="2335455"/>
                  </a:lnTo>
                  <a:lnTo>
                    <a:pt x="2007724" y="2335455"/>
                  </a:lnTo>
                  <a:lnTo>
                    <a:pt x="1994340" y="2335455"/>
                  </a:lnTo>
                  <a:lnTo>
                    <a:pt x="1980955" y="2335455"/>
                  </a:lnTo>
                  <a:lnTo>
                    <a:pt x="1967570" y="2335455"/>
                  </a:lnTo>
                  <a:lnTo>
                    <a:pt x="1954185" y="2335455"/>
                  </a:lnTo>
                  <a:lnTo>
                    <a:pt x="1940800" y="2335455"/>
                  </a:lnTo>
                  <a:lnTo>
                    <a:pt x="1927415" y="2335455"/>
                  </a:lnTo>
                  <a:lnTo>
                    <a:pt x="1914031" y="2335455"/>
                  </a:lnTo>
                  <a:lnTo>
                    <a:pt x="1900646" y="2335455"/>
                  </a:lnTo>
                  <a:lnTo>
                    <a:pt x="1887261" y="2335455"/>
                  </a:lnTo>
                  <a:lnTo>
                    <a:pt x="1873876" y="2335455"/>
                  </a:lnTo>
                  <a:lnTo>
                    <a:pt x="1860491" y="2335455"/>
                  </a:lnTo>
                  <a:lnTo>
                    <a:pt x="1847106" y="2335455"/>
                  </a:lnTo>
                  <a:lnTo>
                    <a:pt x="1833722" y="2335455"/>
                  </a:lnTo>
                  <a:lnTo>
                    <a:pt x="1820337" y="2335455"/>
                  </a:lnTo>
                  <a:lnTo>
                    <a:pt x="1806952" y="2335455"/>
                  </a:lnTo>
                  <a:lnTo>
                    <a:pt x="1793567" y="2335455"/>
                  </a:lnTo>
                  <a:lnTo>
                    <a:pt x="1780182" y="2335455"/>
                  </a:lnTo>
                  <a:lnTo>
                    <a:pt x="1766797" y="2335455"/>
                  </a:lnTo>
                  <a:lnTo>
                    <a:pt x="1753413" y="2335455"/>
                  </a:lnTo>
                  <a:lnTo>
                    <a:pt x="1740028" y="2335455"/>
                  </a:lnTo>
                  <a:lnTo>
                    <a:pt x="1726643" y="2335455"/>
                  </a:lnTo>
                  <a:lnTo>
                    <a:pt x="1713258" y="2335455"/>
                  </a:lnTo>
                  <a:lnTo>
                    <a:pt x="1699873" y="2335455"/>
                  </a:lnTo>
                  <a:lnTo>
                    <a:pt x="1686488" y="2335455"/>
                  </a:lnTo>
                  <a:lnTo>
                    <a:pt x="1673104" y="2335455"/>
                  </a:lnTo>
                  <a:lnTo>
                    <a:pt x="1659719" y="2335455"/>
                  </a:lnTo>
                  <a:lnTo>
                    <a:pt x="1646334" y="2335455"/>
                  </a:lnTo>
                  <a:lnTo>
                    <a:pt x="1632949" y="2335455"/>
                  </a:lnTo>
                  <a:lnTo>
                    <a:pt x="1619564" y="2335455"/>
                  </a:lnTo>
                  <a:lnTo>
                    <a:pt x="1606179" y="2335455"/>
                  </a:lnTo>
                  <a:lnTo>
                    <a:pt x="1592795" y="2335455"/>
                  </a:lnTo>
                  <a:lnTo>
                    <a:pt x="1579410" y="2335455"/>
                  </a:lnTo>
                  <a:lnTo>
                    <a:pt x="1566025" y="2335455"/>
                  </a:lnTo>
                  <a:lnTo>
                    <a:pt x="1552640" y="2335455"/>
                  </a:lnTo>
                  <a:lnTo>
                    <a:pt x="1539255" y="2335455"/>
                  </a:lnTo>
                  <a:lnTo>
                    <a:pt x="1525870" y="2335455"/>
                  </a:lnTo>
                  <a:lnTo>
                    <a:pt x="1512486" y="2335455"/>
                  </a:lnTo>
                  <a:lnTo>
                    <a:pt x="1499101" y="2335455"/>
                  </a:lnTo>
                  <a:lnTo>
                    <a:pt x="1485716" y="2335455"/>
                  </a:lnTo>
                  <a:lnTo>
                    <a:pt x="1472331" y="2335455"/>
                  </a:lnTo>
                  <a:lnTo>
                    <a:pt x="1458946" y="2335455"/>
                  </a:lnTo>
                  <a:lnTo>
                    <a:pt x="1445561" y="2335455"/>
                  </a:lnTo>
                  <a:lnTo>
                    <a:pt x="1432177" y="2335455"/>
                  </a:lnTo>
                  <a:lnTo>
                    <a:pt x="1418792" y="2335455"/>
                  </a:lnTo>
                  <a:lnTo>
                    <a:pt x="1405407" y="2335455"/>
                  </a:lnTo>
                  <a:lnTo>
                    <a:pt x="1392022" y="2335455"/>
                  </a:lnTo>
                  <a:lnTo>
                    <a:pt x="1378637" y="2335455"/>
                  </a:lnTo>
                  <a:lnTo>
                    <a:pt x="1365252" y="2335455"/>
                  </a:lnTo>
                  <a:lnTo>
                    <a:pt x="1351868" y="2335455"/>
                  </a:lnTo>
                  <a:lnTo>
                    <a:pt x="1338483" y="2335455"/>
                  </a:lnTo>
                  <a:lnTo>
                    <a:pt x="1325098" y="2335455"/>
                  </a:lnTo>
                  <a:lnTo>
                    <a:pt x="1311713" y="2335455"/>
                  </a:lnTo>
                  <a:lnTo>
                    <a:pt x="1298328" y="2335455"/>
                  </a:lnTo>
                  <a:lnTo>
                    <a:pt x="1284943" y="2335455"/>
                  </a:lnTo>
                  <a:lnTo>
                    <a:pt x="1271559" y="2335455"/>
                  </a:lnTo>
                  <a:lnTo>
                    <a:pt x="1258174" y="2335455"/>
                  </a:lnTo>
                  <a:lnTo>
                    <a:pt x="1244789" y="2335455"/>
                  </a:lnTo>
                  <a:lnTo>
                    <a:pt x="1231404" y="2335455"/>
                  </a:lnTo>
                  <a:lnTo>
                    <a:pt x="1218019" y="2335455"/>
                  </a:lnTo>
                  <a:lnTo>
                    <a:pt x="1204634" y="2335455"/>
                  </a:lnTo>
                  <a:lnTo>
                    <a:pt x="1191250" y="2335455"/>
                  </a:lnTo>
                  <a:lnTo>
                    <a:pt x="1177865" y="2335455"/>
                  </a:lnTo>
                  <a:lnTo>
                    <a:pt x="1164480" y="2335455"/>
                  </a:lnTo>
                  <a:lnTo>
                    <a:pt x="1151095" y="2335455"/>
                  </a:lnTo>
                  <a:lnTo>
                    <a:pt x="1137710" y="2335455"/>
                  </a:lnTo>
                  <a:lnTo>
                    <a:pt x="1124325" y="2335455"/>
                  </a:lnTo>
                  <a:lnTo>
                    <a:pt x="1110941" y="2335455"/>
                  </a:lnTo>
                  <a:lnTo>
                    <a:pt x="1097556" y="2335455"/>
                  </a:lnTo>
                  <a:lnTo>
                    <a:pt x="1084171" y="2335455"/>
                  </a:lnTo>
                  <a:lnTo>
                    <a:pt x="1070786" y="2335455"/>
                  </a:lnTo>
                  <a:lnTo>
                    <a:pt x="1057401" y="2335455"/>
                  </a:lnTo>
                  <a:lnTo>
                    <a:pt x="1044016" y="2335455"/>
                  </a:lnTo>
                  <a:lnTo>
                    <a:pt x="1030632" y="2335455"/>
                  </a:lnTo>
                  <a:lnTo>
                    <a:pt x="1017247" y="2335455"/>
                  </a:lnTo>
                  <a:lnTo>
                    <a:pt x="1003862" y="2335455"/>
                  </a:lnTo>
                  <a:lnTo>
                    <a:pt x="990477" y="2335455"/>
                  </a:lnTo>
                  <a:lnTo>
                    <a:pt x="977092" y="2335455"/>
                  </a:lnTo>
                  <a:lnTo>
                    <a:pt x="963707" y="2335455"/>
                  </a:lnTo>
                  <a:lnTo>
                    <a:pt x="950323" y="2335455"/>
                  </a:lnTo>
                  <a:lnTo>
                    <a:pt x="936938" y="2335455"/>
                  </a:lnTo>
                  <a:lnTo>
                    <a:pt x="923553" y="2335455"/>
                  </a:lnTo>
                  <a:lnTo>
                    <a:pt x="910168" y="2335455"/>
                  </a:lnTo>
                  <a:lnTo>
                    <a:pt x="896783" y="2335455"/>
                  </a:lnTo>
                  <a:lnTo>
                    <a:pt x="883398" y="2335455"/>
                  </a:lnTo>
                  <a:lnTo>
                    <a:pt x="870014" y="2335455"/>
                  </a:lnTo>
                  <a:lnTo>
                    <a:pt x="856629" y="2335455"/>
                  </a:lnTo>
                  <a:lnTo>
                    <a:pt x="843244" y="2335455"/>
                  </a:lnTo>
                  <a:lnTo>
                    <a:pt x="829859" y="2335455"/>
                  </a:lnTo>
                  <a:lnTo>
                    <a:pt x="816474" y="2335455"/>
                  </a:lnTo>
                  <a:lnTo>
                    <a:pt x="803089" y="2335455"/>
                  </a:lnTo>
                  <a:lnTo>
                    <a:pt x="789705" y="2335455"/>
                  </a:lnTo>
                  <a:lnTo>
                    <a:pt x="776320" y="2335455"/>
                  </a:lnTo>
                  <a:lnTo>
                    <a:pt x="762935" y="2335455"/>
                  </a:lnTo>
                  <a:lnTo>
                    <a:pt x="749550" y="2335455"/>
                  </a:lnTo>
                  <a:lnTo>
                    <a:pt x="736165" y="2335455"/>
                  </a:lnTo>
                  <a:lnTo>
                    <a:pt x="722780" y="2335455"/>
                  </a:lnTo>
                  <a:lnTo>
                    <a:pt x="709396" y="2335455"/>
                  </a:lnTo>
                  <a:lnTo>
                    <a:pt x="696011" y="2335455"/>
                  </a:lnTo>
                  <a:lnTo>
                    <a:pt x="682626" y="2335455"/>
                  </a:lnTo>
                  <a:lnTo>
                    <a:pt x="669241" y="2335455"/>
                  </a:lnTo>
                  <a:lnTo>
                    <a:pt x="655856" y="2335455"/>
                  </a:lnTo>
                  <a:lnTo>
                    <a:pt x="642471" y="2335455"/>
                  </a:lnTo>
                  <a:lnTo>
                    <a:pt x="629087" y="2335455"/>
                  </a:lnTo>
                  <a:lnTo>
                    <a:pt x="615702" y="2335455"/>
                  </a:lnTo>
                  <a:lnTo>
                    <a:pt x="602317" y="2335455"/>
                  </a:lnTo>
                  <a:lnTo>
                    <a:pt x="588932" y="2335455"/>
                  </a:lnTo>
                  <a:lnTo>
                    <a:pt x="575547" y="2335455"/>
                  </a:lnTo>
                  <a:lnTo>
                    <a:pt x="562162" y="2335455"/>
                  </a:lnTo>
                  <a:lnTo>
                    <a:pt x="548778" y="2335455"/>
                  </a:lnTo>
                  <a:lnTo>
                    <a:pt x="535393" y="2335455"/>
                  </a:lnTo>
                  <a:lnTo>
                    <a:pt x="522008" y="2335455"/>
                  </a:lnTo>
                  <a:lnTo>
                    <a:pt x="508623" y="2335455"/>
                  </a:lnTo>
                  <a:lnTo>
                    <a:pt x="495238" y="2335455"/>
                  </a:lnTo>
                  <a:lnTo>
                    <a:pt x="481853" y="2335455"/>
                  </a:lnTo>
                  <a:lnTo>
                    <a:pt x="468469" y="2335455"/>
                  </a:lnTo>
                  <a:lnTo>
                    <a:pt x="455084" y="2335455"/>
                  </a:lnTo>
                  <a:lnTo>
                    <a:pt x="441699" y="2335455"/>
                  </a:lnTo>
                  <a:lnTo>
                    <a:pt x="428314" y="2335455"/>
                  </a:lnTo>
                  <a:lnTo>
                    <a:pt x="414929" y="2335455"/>
                  </a:lnTo>
                  <a:lnTo>
                    <a:pt x="401544" y="2335455"/>
                  </a:lnTo>
                  <a:lnTo>
                    <a:pt x="388160" y="2335455"/>
                  </a:lnTo>
                  <a:lnTo>
                    <a:pt x="374775" y="2335455"/>
                  </a:lnTo>
                  <a:lnTo>
                    <a:pt x="361390" y="2335455"/>
                  </a:lnTo>
                  <a:lnTo>
                    <a:pt x="348005" y="2335455"/>
                  </a:lnTo>
                  <a:lnTo>
                    <a:pt x="334620" y="2335455"/>
                  </a:lnTo>
                  <a:lnTo>
                    <a:pt x="321235" y="2335455"/>
                  </a:lnTo>
                  <a:lnTo>
                    <a:pt x="307851" y="2335455"/>
                  </a:lnTo>
                  <a:lnTo>
                    <a:pt x="294466" y="2335455"/>
                  </a:lnTo>
                  <a:lnTo>
                    <a:pt x="281081" y="2335455"/>
                  </a:lnTo>
                  <a:lnTo>
                    <a:pt x="267696" y="2335455"/>
                  </a:lnTo>
                  <a:lnTo>
                    <a:pt x="254311" y="2335455"/>
                  </a:lnTo>
                  <a:lnTo>
                    <a:pt x="240926" y="2335455"/>
                  </a:lnTo>
                  <a:lnTo>
                    <a:pt x="227542" y="2335455"/>
                  </a:lnTo>
                  <a:lnTo>
                    <a:pt x="214157" y="2335455"/>
                  </a:lnTo>
                  <a:lnTo>
                    <a:pt x="200772" y="2335455"/>
                  </a:lnTo>
                  <a:lnTo>
                    <a:pt x="187387" y="2335455"/>
                  </a:lnTo>
                  <a:lnTo>
                    <a:pt x="174002" y="2335455"/>
                  </a:lnTo>
                  <a:lnTo>
                    <a:pt x="160617" y="2335455"/>
                  </a:lnTo>
                  <a:lnTo>
                    <a:pt x="147233" y="2335455"/>
                  </a:lnTo>
                  <a:lnTo>
                    <a:pt x="133848" y="2335455"/>
                  </a:lnTo>
                  <a:lnTo>
                    <a:pt x="120463" y="2335455"/>
                  </a:lnTo>
                  <a:lnTo>
                    <a:pt x="107078" y="2335455"/>
                  </a:lnTo>
                  <a:lnTo>
                    <a:pt x="93693" y="2335455"/>
                  </a:lnTo>
                  <a:lnTo>
                    <a:pt x="80308" y="2335455"/>
                  </a:lnTo>
                  <a:lnTo>
                    <a:pt x="66924" y="2335455"/>
                  </a:lnTo>
                  <a:lnTo>
                    <a:pt x="53539" y="2335455"/>
                  </a:lnTo>
                  <a:lnTo>
                    <a:pt x="40154" y="2335455"/>
                  </a:lnTo>
                  <a:lnTo>
                    <a:pt x="26769" y="2335455"/>
                  </a:lnTo>
                  <a:lnTo>
                    <a:pt x="13384" y="2335455"/>
                  </a:lnTo>
                  <a:lnTo>
                    <a:pt x="0" y="2335455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12170"/>
              <a:ext cx="6839649" cy="2334278"/>
            </a:xfrm>
            <a:custGeom>
              <a:avLst/>
              <a:pathLst>
                <a:path w="6839649" h="2334278">
                  <a:moveTo>
                    <a:pt x="0" y="2334278"/>
                  </a:moveTo>
                  <a:lnTo>
                    <a:pt x="13384" y="2334167"/>
                  </a:lnTo>
                  <a:lnTo>
                    <a:pt x="26769" y="2334046"/>
                  </a:lnTo>
                  <a:lnTo>
                    <a:pt x="40154" y="2333913"/>
                  </a:lnTo>
                  <a:lnTo>
                    <a:pt x="53539" y="2333772"/>
                  </a:lnTo>
                  <a:lnTo>
                    <a:pt x="66924" y="2333617"/>
                  </a:lnTo>
                  <a:lnTo>
                    <a:pt x="80308" y="2333448"/>
                  </a:lnTo>
                  <a:lnTo>
                    <a:pt x="93693" y="2333270"/>
                  </a:lnTo>
                  <a:lnTo>
                    <a:pt x="107078" y="2333072"/>
                  </a:lnTo>
                  <a:lnTo>
                    <a:pt x="120463" y="2332860"/>
                  </a:lnTo>
                  <a:lnTo>
                    <a:pt x="133848" y="2332636"/>
                  </a:lnTo>
                  <a:lnTo>
                    <a:pt x="147233" y="2332385"/>
                  </a:lnTo>
                  <a:lnTo>
                    <a:pt x="160617" y="2332121"/>
                  </a:lnTo>
                  <a:lnTo>
                    <a:pt x="174002" y="2331838"/>
                  </a:lnTo>
                  <a:lnTo>
                    <a:pt x="187387" y="2331526"/>
                  </a:lnTo>
                  <a:lnTo>
                    <a:pt x="200772" y="2331199"/>
                  </a:lnTo>
                  <a:lnTo>
                    <a:pt x="214157" y="2330843"/>
                  </a:lnTo>
                  <a:lnTo>
                    <a:pt x="227542" y="2330458"/>
                  </a:lnTo>
                  <a:lnTo>
                    <a:pt x="240926" y="2330055"/>
                  </a:lnTo>
                  <a:lnTo>
                    <a:pt x="254311" y="2329612"/>
                  </a:lnTo>
                  <a:lnTo>
                    <a:pt x="267696" y="2329141"/>
                  </a:lnTo>
                  <a:lnTo>
                    <a:pt x="281081" y="2328647"/>
                  </a:lnTo>
                  <a:lnTo>
                    <a:pt x="294466" y="2328099"/>
                  </a:lnTo>
                  <a:lnTo>
                    <a:pt x="307851" y="2327526"/>
                  </a:lnTo>
                  <a:lnTo>
                    <a:pt x="321235" y="2326917"/>
                  </a:lnTo>
                  <a:lnTo>
                    <a:pt x="334620" y="2326253"/>
                  </a:lnTo>
                  <a:lnTo>
                    <a:pt x="348005" y="2325559"/>
                  </a:lnTo>
                  <a:lnTo>
                    <a:pt x="361390" y="2324814"/>
                  </a:lnTo>
                  <a:lnTo>
                    <a:pt x="374775" y="2324015"/>
                  </a:lnTo>
                  <a:lnTo>
                    <a:pt x="388160" y="2323181"/>
                  </a:lnTo>
                  <a:lnTo>
                    <a:pt x="401544" y="2322276"/>
                  </a:lnTo>
                  <a:lnTo>
                    <a:pt x="414929" y="2321320"/>
                  </a:lnTo>
                  <a:lnTo>
                    <a:pt x="428314" y="2320325"/>
                  </a:lnTo>
                  <a:lnTo>
                    <a:pt x="441699" y="2319234"/>
                  </a:lnTo>
                  <a:lnTo>
                    <a:pt x="455084" y="2318097"/>
                  </a:lnTo>
                  <a:lnTo>
                    <a:pt x="468469" y="2316902"/>
                  </a:lnTo>
                  <a:lnTo>
                    <a:pt x="481853" y="2315611"/>
                  </a:lnTo>
                  <a:lnTo>
                    <a:pt x="495238" y="2314269"/>
                  </a:lnTo>
                  <a:lnTo>
                    <a:pt x="508623" y="2312844"/>
                  </a:lnTo>
                  <a:lnTo>
                    <a:pt x="522008" y="2311326"/>
                  </a:lnTo>
                  <a:lnTo>
                    <a:pt x="535393" y="2309751"/>
                  </a:lnTo>
                  <a:lnTo>
                    <a:pt x="548778" y="2308064"/>
                  </a:lnTo>
                  <a:lnTo>
                    <a:pt x="562162" y="2306290"/>
                  </a:lnTo>
                  <a:lnTo>
                    <a:pt x="575547" y="2304455"/>
                  </a:lnTo>
                  <a:lnTo>
                    <a:pt x="588932" y="2302471"/>
                  </a:lnTo>
                  <a:lnTo>
                    <a:pt x="602317" y="2300413"/>
                  </a:lnTo>
                  <a:lnTo>
                    <a:pt x="615702" y="2298268"/>
                  </a:lnTo>
                  <a:lnTo>
                    <a:pt x="629087" y="2295971"/>
                  </a:lnTo>
                  <a:lnTo>
                    <a:pt x="642471" y="2293598"/>
                  </a:lnTo>
                  <a:lnTo>
                    <a:pt x="655856" y="2291103"/>
                  </a:lnTo>
                  <a:lnTo>
                    <a:pt x="669241" y="2288466"/>
                  </a:lnTo>
                  <a:lnTo>
                    <a:pt x="682626" y="2285746"/>
                  </a:lnTo>
                  <a:lnTo>
                    <a:pt x="696011" y="2282865"/>
                  </a:lnTo>
                  <a:lnTo>
                    <a:pt x="709396" y="2279856"/>
                  </a:lnTo>
                  <a:lnTo>
                    <a:pt x="722780" y="2276758"/>
                  </a:lnTo>
                  <a:lnTo>
                    <a:pt x="736165" y="2273453"/>
                  </a:lnTo>
                  <a:lnTo>
                    <a:pt x="749550" y="2270041"/>
                  </a:lnTo>
                  <a:lnTo>
                    <a:pt x="762935" y="2266512"/>
                  </a:lnTo>
                  <a:lnTo>
                    <a:pt x="776320" y="2262770"/>
                  </a:lnTo>
                  <a:lnTo>
                    <a:pt x="789705" y="2258924"/>
                  </a:lnTo>
                  <a:lnTo>
                    <a:pt x="803089" y="2254917"/>
                  </a:lnTo>
                  <a:lnTo>
                    <a:pt x="816474" y="2250717"/>
                  </a:lnTo>
                  <a:lnTo>
                    <a:pt x="829859" y="2246407"/>
                  </a:lnTo>
                  <a:lnTo>
                    <a:pt x="843244" y="2241891"/>
                  </a:lnTo>
                  <a:lnTo>
                    <a:pt x="856629" y="2237205"/>
                  </a:lnTo>
                  <a:lnTo>
                    <a:pt x="870014" y="2232403"/>
                  </a:lnTo>
                  <a:lnTo>
                    <a:pt x="883398" y="2227345"/>
                  </a:lnTo>
                  <a:lnTo>
                    <a:pt x="896783" y="2222146"/>
                  </a:lnTo>
                  <a:lnTo>
                    <a:pt x="910168" y="2216806"/>
                  </a:lnTo>
                  <a:lnTo>
                    <a:pt x="923553" y="2211198"/>
                  </a:lnTo>
                  <a:lnTo>
                    <a:pt x="936938" y="2205464"/>
                  </a:lnTo>
                  <a:lnTo>
                    <a:pt x="950323" y="2199541"/>
                  </a:lnTo>
                  <a:lnTo>
                    <a:pt x="963707" y="2193380"/>
                  </a:lnTo>
                  <a:lnTo>
                    <a:pt x="977092" y="2187088"/>
                  </a:lnTo>
                  <a:lnTo>
                    <a:pt x="990477" y="2180560"/>
                  </a:lnTo>
                  <a:lnTo>
                    <a:pt x="1003862" y="2173828"/>
                  </a:lnTo>
                  <a:lnTo>
                    <a:pt x="1017247" y="2166962"/>
                  </a:lnTo>
                  <a:lnTo>
                    <a:pt x="1030632" y="2159810"/>
                  </a:lnTo>
                  <a:lnTo>
                    <a:pt x="1044016" y="2152492"/>
                  </a:lnTo>
                  <a:lnTo>
                    <a:pt x="1057401" y="2145022"/>
                  </a:lnTo>
                  <a:lnTo>
                    <a:pt x="1070786" y="2137248"/>
                  </a:lnTo>
                  <a:lnTo>
                    <a:pt x="1084171" y="2129334"/>
                  </a:lnTo>
                  <a:lnTo>
                    <a:pt x="1097556" y="2121221"/>
                  </a:lnTo>
                  <a:lnTo>
                    <a:pt x="1110941" y="2112844"/>
                  </a:lnTo>
                  <a:lnTo>
                    <a:pt x="1124325" y="2104327"/>
                  </a:lnTo>
                  <a:lnTo>
                    <a:pt x="1137710" y="2095564"/>
                  </a:lnTo>
                  <a:lnTo>
                    <a:pt x="1151095" y="2086581"/>
                  </a:lnTo>
                  <a:lnTo>
                    <a:pt x="1164480" y="2077456"/>
                  </a:lnTo>
                  <a:lnTo>
                    <a:pt x="1177865" y="2068041"/>
                  </a:lnTo>
                  <a:lnTo>
                    <a:pt x="1191250" y="2058451"/>
                  </a:lnTo>
                  <a:lnTo>
                    <a:pt x="1204634" y="2048711"/>
                  </a:lnTo>
                  <a:lnTo>
                    <a:pt x="1218019" y="2038655"/>
                  </a:lnTo>
                  <a:lnTo>
                    <a:pt x="1231404" y="2028460"/>
                  </a:lnTo>
                  <a:lnTo>
                    <a:pt x="1244789" y="2018073"/>
                  </a:lnTo>
                  <a:lnTo>
                    <a:pt x="1258174" y="2007418"/>
                  </a:lnTo>
                  <a:lnTo>
                    <a:pt x="1271559" y="1996625"/>
                  </a:lnTo>
                  <a:lnTo>
                    <a:pt x="1284943" y="1985598"/>
                  </a:lnTo>
                  <a:lnTo>
                    <a:pt x="1298328" y="1974351"/>
                  </a:lnTo>
                  <a:lnTo>
                    <a:pt x="1311713" y="1962969"/>
                  </a:lnTo>
                  <a:lnTo>
                    <a:pt x="1325098" y="1951314"/>
                  </a:lnTo>
                  <a:lnTo>
                    <a:pt x="1338483" y="1939486"/>
                  </a:lnTo>
                  <a:lnTo>
                    <a:pt x="1351868" y="1927523"/>
                  </a:lnTo>
                  <a:lnTo>
                    <a:pt x="1365252" y="1915257"/>
                  </a:lnTo>
                  <a:lnTo>
                    <a:pt x="1378637" y="1902860"/>
                  </a:lnTo>
                  <a:lnTo>
                    <a:pt x="1392022" y="1890291"/>
                  </a:lnTo>
                  <a:lnTo>
                    <a:pt x="1405407" y="1877468"/>
                  </a:lnTo>
                  <a:lnTo>
                    <a:pt x="1418792" y="1864518"/>
                  </a:lnTo>
                  <a:lnTo>
                    <a:pt x="1432177" y="1851360"/>
                  </a:lnTo>
                  <a:lnTo>
                    <a:pt x="1445561" y="1837995"/>
                  </a:lnTo>
                  <a:lnTo>
                    <a:pt x="1458946" y="1824507"/>
                  </a:lnTo>
                  <a:lnTo>
                    <a:pt x="1472331" y="1810779"/>
                  </a:lnTo>
                  <a:lnTo>
                    <a:pt x="1485716" y="1796890"/>
                  </a:lnTo>
                  <a:lnTo>
                    <a:pt x="1499101" y="1782881"/>
                  </a:lnTo>
                  <a:lnTo>
                    <a:pt x="1512486" y="1768605"/>
                  </a:lnTo>
                  <a:lnTo>
                    <a:pt x="1525870" y="1754209"/>
                  </a:lnTo>
                  <a:lnTo>
                    <a:pt x="1539255" y="1739666"/>
                  </a:lnTo>
                  <a:lnTo>
                    <a:pt x="1552640" y="1724895"/>
                  </a:lnTo>
                  <a:lnTo>
                    <a:pt x="1566025" y="1710013"/>
                  </a:lnTo>
                  <a:lnTo>
                    <a:pt x="1579410" y="1694955"/>
                  </a:lnTo>
                  <a:lnTo>
                    <a:pt x="1592795" y="1679713"/>
                  </a:lnTo>
                  <a:lnTo>
                    <a:pt x="1606179" y="1664366"/>
                  </a:lnTo>
                  <a:lnTo>
                    <a:pt x="1619564" y="1648818"/>
                  </a:lnTo>
                  <a:lnTo>
                    <a:pt x="1632949" y="1633128"/>
                  </a:lnTo>
                  <a:lnTo>
                    <a:pt x="1646334" y="1617337"/>
                  </a:lnTo>
                  <a:lnTo>
                    <a:pt x="1659719" y="1601327"/>
                  </a:lnTo>
                  <a:lnTo>
                    <a:pt x="1673104" y="1585213"/>
                  </a:lnTo>
                  <a:lnTo>
                    <a:pt x="1686488" y="1568982"/>
                  </a:lnTo>
                  <a:lnTo>
                    <a:pt x="1699873" y="1552561"/>
                  </a:lnTo>
                  <a:lnTo>
                    <a:pt x="1713258" y="1536051"/>
                  </a:lnTo>
                  <a:lnTo>
                    <a:pt x="1726643" y="1519405"/>
                  </a:lnTo>
                  <a:lnTo>
                    <a:pt x="1740028" y="1502610"/>
                  </a:lnTo>
                  <a:lnTo>
                    <a:pt x="1753413" y="1485733"/>
                  </a:lnTo>
                  <a:lnTo>
                    <a:pt x="1766797" y="1468707"/>
                  </a:lnTo>
                  <a:lnTo>
                    <a:pt x="1780182" y="1451572"/>
                  </a:lnTo>
                  <a:lnTo>
                    <a:pt x="1793567" y="1434362"/>
                  </a:lnTo>
                  <a:lnTo>
                    <a:pt x="1806952" y="1416997"/>
                  </a:lnTo>
                  <a:lnTo>
                    <a:pt x="1820337" y="1399558"/>
                  </a:lnTo>
                  <a:lnTo>
                    <a:pt x="1833722" y="1382040"/>
                  </a:lnTo>
                  <a:lnTo>
                    <a:pt x="1847106" y="1364395"/>
                  </a:lnTo>
                  <a:lnTo>
                    <a:pt x="1860491" y="1346693"/>
                  </a:lnTo>
                  <a:lnTo>
                    <a:pt x="1873876" y="1328909"/>
                  </a:lnTo>
                  <a:lnTo>
                    <a:pt x="1887261" y="1311036"/>
                  </a:lnTo>
                  <a:lnTo>
                    <a:pt x="1900646" y="1293118"/>
                  </a:lnTo>
                  <a:lnTo>
                    <a:pt x="1914031" y="1275122"/>
                  </a:lnTo>
                  <a:lnTo>
                    <a:pt x="1927415" y="1257072"/>
                  </a:lnTo>
                  <a:lnTo>
                    <a:pt x="1940800" y="1238988"/>
                  </a:lnTo>
                  <a:lnTo>
                    <a:pt x="1954185" y="1220842"/>
                  </a:lnTo>
                  <a:lnTo>
                    <a:pt x="1967570" y="1202670"/>
                  </a:lnTo>
                  <a:lnTo>
                    <a:pt x="1980955" y="1184473"/>
                  </a:lnTo>
                  <a:lnTo>
                    <a:pt x="1994340" y="1166246"/>
                  </a:lnTo>
                  <a:lnTo>
                    <a:pt x="2007724" y="1148012"/>
                  </a:lnTo>
                  <a:lnTo>
                    <a:pt x="2021109" y="1129769"/>
                  </a:lnTo>
                  <a:lnTo>
                    <a:pt x="2034494" y="1111529"/>
                  </a:lnTo>
                  <a:lnTo>
                    <a:pt x="2047879" y="1093295"/>
                  </a:lnTo>
                  <a:lnTo>
                    <a:pt x="2061264" y="1075080"/>
                  </a:lnTo>
                  <a:lnTo>
                    <a:pt x="2074649" y="1056893"/>
                  </a:lnTo>
                  <a:lnTo>
                    <a:pt x="2088033" y="1038727"/>
                  </a:lnTo>
                  <a:lnTo>
                    <a:pt x="2101418" y="1020619"/>
                  </a:lnTo>
                  <a:lnTo>
                    <a:pt x="2114803" y="1002555"/>
                  </a:lnTo>
                  <a:lnTo>
                    <a:pt x="2128188" y="984530"/>
                  </a:lnTo>
                  <a:lnTo>
                    <a:pt x="2141573" y="966606"/>
                  </a:lnTo>
                  <a:lnTo>
                    <a:pt x="2154958" y="948735"/>
                  </a:lnTo>
                  <a:lnTo>
                    <a:pt x="2168342" y="930939"/>
                  </a:lnTo>
                  <a:lnTo>
                    <a:pt x="2181727" y="913263"/>
                  </a:lnTo>
                  <a:lnTo>
                    <a:pt x="2195112" y="895655"/>
                  </a:lnTo>
                  <a:lnTo>
                    <a:pt x="2208497" y="878170"/>
                  </a:lnTo>
                  <a:lnTo>
                    <a:pt x="2221882" y="860812"/>
                  </a:lnTo>
                  <a:lnTo>
                    <a:pt x="2235267" y="843536"/>
                  </a:lnTo>
                  <a:lnTo>
                    <a:pt x="2248651" y="826440"/>
                  </a:lnTo>
                  <a:lnTo>
                    <a:pt x="2262036" y="809467"/>
                  </a:lnTo>
                  <a:lnTo>
                    <a:pt x="2275421" y="792594"/>
                  </a:lnTo>
                  <a:lnTo>
                    <a:pt x="2288806" y="775957"/>
                  </a:lnTo>
                  <a:lnTo>
                    <a:pt x="2302191" y="759431"/>
                  </a:lnTo>
                  <a:lnTo>
                    <a:pt x="2315576" y="743056"/>
                  </a:lnTo>
                  <a:lnTo>
                    <a:pt x="2328960" y="726912"/>
                  </a:lnTo>
                  <a:lnTo>
                    <a:pt x="2342345" y="710890"/>
                  </a:lnTo>
                  <a:lnTo>
                    <a:pt x="2355730" y="695077"/>
                  </a:lnTo>
                  <a:lnTo>
                    <a:pt x="2369115" y="679477"/>
                  </a:lnTo>
                  <a:lnTo>
                    <a:pt x="2382500" y="664009"/>
                  </a:lnTo>
                  <a:lnTo>
                    <a:pt x="2395885" y="648812"/>
                  </a:lnTo>
                  <a:lnTo>
                    <a:pt x="2409269" y="633799"/>
                  </a:lnTo>
                  <a:lnTo>
                    <a:pt x="2422654" y="618926"/>
                  </a:lnTo>
                  <a:lnTo>
                    <a:pt x="2436039" y="604387"/>
                  </a:lnTo>
                  <a:lnTo>
                    <a:pt x="2449424" y="589996"/>
                  </a:lnTo>
                  <a:lnTo>
                    <a:pt x="2462809" y="575798"/>
                  </a:lnTo>
                  <a:lnTo>
                    <a:pt x="2476194" y="561900"/>
                  </a:lnTo>
                  <a:lnTo>
                    <a:pt x="2489578" y="548154"/>
                  </a:lnTo>
                  <a:lnTo>
                    <a:pt x="2502963" y="534656"/>
                  </a:lnTo>
                  <a:lnTo>
                    <a:pt x="2516348" y="521415"/>
                  </a:lnTo>
                  <a:lnTo>
                    <a:pt x="2529733" y="508328"/>
                  </a:lnTo>
                  <a:lnTo>
                    <a:pt x="2543118" y="495541"/>
                  </a:lnTo>
                  <a:lnTo>
                    <a:pt x="2556503" y="482963"/>
                  </a:lnTo>
                  <a:lnTo>
                    <a:pt x="2569887" y="470539"/>
                  </a:lnTo>
                  <a:lnTo>
                    <a:pt x="2583272" y="458461"/>
                  </a:lnTo>
                  <a:lnTo>
                    <a:pt x="2596657" y="446541"/>
                  </a:lnTo>
                  <a:lnTo>
                    <a:pt x="2610042" y="434813"/>
                  </a:lnTo>
                  <a:lnTo>
                    <a:pt x="2623427" y="423391"/>
                  </a:lnTo>
                  <a:lnTo>
                    <a:pt x="2636812" y="412115"/>
                  </a:lnTo>
                  <a:lnTo>
                    <a:pt x="2650196" y="401071"/>
                  </a:lnTo>
                  <a:lnTo>
                    <a:pt x="2663581" y="390275"/>
                  </a:lnTo>
                  <a:lnTo>
                    <a:pt x="2676966" y="379621"/>
                  </a:lnTo>
                  <a:lnTo>
                    <a:pt x="2690351" y="369231"/>
                  </a:lnTo>
                  <a:lnTo>
                    <a:pt x="2703736" y="359033"/>
                  </a:lnTo>
                  <a:lnTo>
                    <a:pt x="2717121" y="348970"/>
                  </a:lnTo>
                  <a:lnTo>
                    <a:pt x="2730505" y="339196"/>
                  </a:lnTo>
                  <a:lnTo>
                    <a:pt x="2743890" y="329561"/>
                  </a:lnTo>
                  <a:lnTo>
                    <a:pt x="2757275" y="320079"/>
                  </a:lnTo>
                  <a:lnTo>
                    <a:pt x="2770660" y="310850"/>
                  </a:lnTo>
                  <a:lnTo>
                    <a:pt x="2784045" y="301738"/>
                  </a:lnTo>
                  <a:lnTo>
                    <a:pt x="2797430" y="292803"/>
                  </a:lnTo>
                  <a:lnTo>
                    <a:pt x="2810814" y="284064"/>
                  </a:lnTo>
                  <a:lnTo>
                    <a:pt x="2824199" y="275433"/>
                  </a:lnTo>
                  <a:lnTo>
                    <a:pt x="2837584" y="266995"/>
                  </a:lnTo>
                  <a:lnTo>
                    <a:pt x="2850969" y="258704"/>
                  </a:lnTo>
                  <a:lnTo>
                    <a:pt x="2864354" y="250511"/>
                  </a:lnTo>
                  <a:lnTo>
                    <a:pt x="2877739" y="242522"/>
                  </a:lnTo>
                  <a:lnTo>
                    <a:pt x="2891123" y="234636"/>
                  </a:lnTo>
                  <a:lnTo>
                    <a:pt x="2904508" y="226855"/>
                  </a:lnTo>
                  <a:lnTo>
                    <a:pt x="2917893" y="219254"/>
                  </a:lnTo>
                  <a:lnTo>
                    <a:pt x="2931278" y="211735"/>
                  </a:lnTo>
                  <a:lnTo>
                    <a:pt x="2944663" y="204335"/>
                  </a:lnTo>
                  <a:lnTo>
                    <a:pt x="2958048" y="197074"/>
                  </a:lnTo>
                  <a:lnTo>
                    <a:pt x="2971432" y="189888"/>
                  </a:lnTo>
                  <a:lnTo>
                    <a:pt x="2984817" y="182833"/>
                  </a:lnTo>
                  <a:lnTo>
                    <a:pt x="2998202" y="175884"/>
                  </a:lnTo>
                  <a:lnTo>
                    <a:pt x="3011587" y="169004"/>
                  </a:lnTo>
                  <a:lnTo>
                    <a:pt x="3024972" y="162267"/>
                  </a:lnTo>
                  <a:lnTo>
                    <a:pt x="3038357" y="155608"/>
                  </a:lnTo>
                  <a:lnTo>
                    <a:pt x="3051741" y="149024"/>
                  </a:lnTo>
                  <a:lnTo>
                    <a:pt x="3065126" y="142581"/>
                  </a:lnTo>
                  <a:lnTo>
                    <a:pt x="3078511" y="136203"/>
                  </a:lnTo>
                  <a:lnTo>
                    <a:pt x="3091896" y="129918"/>
                  </a:lnTo>
                  <a:lnTo>
                    <a:pt x="3105281" y="123754"/>
                  </a:lnTo>
                  <a:lnTo>
                    <a:pt x="3118666" y="117655"/>
                  </a:lnTo>
                  <a:lnTo>
                    <a:pt x="3132050" y="111673"/>
                  </a:lnTo>
                  <a:lnTo>
                    <a:pt x="3145435" y="105796"/>
                  </a:lnTo>
                  <a:lnTo>
                    <a:pt x="3158820" y="99988"/>
                  </a:lnTo>
                  <a:lnTo>
                    <a:pt x="3172205" y="94325"/>
                  </a:lnTo>
                  <a:lnTo>
                    <a:pt x="3185590" y="88755"/>
                  </a:lnTo>
                  <a:lnTo>
                    <a:pt x="3198975" y="83265"/>
                  </a:lnTo>
                  <a:lnTo>
                    <a:pt x="3212359" y="77949"/>
                  </a:lnTo>
                  <a:lnTo>
                    <a:pt x="3225744" y="72716"/>
                  </a:lnTo>
                  <a:lnTo>
                    <a:pt x="3239129" y="67598"/>
                  </a:lnTo>
                  <a:lnTo>
                    <a:pt x="3252514" y="62651"/>
                  </a:lnTo>
                  <a:lnTo>
                    <a:pt x="3265899" y="57796"/>
                  </a:lnTo>
                  <a:lnTo>
                    <a:pt x="3279284" y="53102"/>
                  </a:lnTo>
                  <a:lnTo>
                    <a:pt x="3292668" y="48571"/>
                  </a:lnTo>
                  <a:lnTo>
                    <a:pt x="3306053" y="44144"/>
                  </a:lnTo>
                  <a:lnTo>
                    <a:pt x="3319438" y="39936"/>
                  </a:lnTo>
                  <a:lnTo>
                    <a:pt x="3332823" y="35878"/>
                  </a:lnTo>
                  <a:lnTo>
                    <a:pt x="3346208" y="31938"/>
                  </a:lnTo>
                  <a:lnTo>
                    <a:pt x="3359593" y="28284"/>
                  </a:lnTo>
                  <a:lnTo>
                    <a:pt x="3372977" y="24761"/>
                  </a:lnTo>
                  <a:lnTo>
                    <a:pt x="3386362" y="21415"/>
                  </a:lnTo>
                  <a:lnTo>
                    <a:pt x="3399747" y="18348"/>
                  </a:lnTo>
                  <a:lnTo>
                    <a:pt x="3413132" y="15427"/>
                  </a:lnTo>
                  <a:lnTo>
                    <a:pt x="3426517" y="12753"/>
                  </a:lnTo>
                  <a:lnTo>
                    <a:pt x="3439902" y="10341"/>
                  </a:lnTo>
                  <a:lnTo>
                    <a:pt x="3453286" y="8090"/>
                  </a:lnTo>
                  <a:lnTo>
                    <a:pt x="3466671" y="6167"/>
                  </a:lnTo>
                  <a:lnTo>
                    <a:pt x="3480056" y="4478"/>
                  </a:lnTo>
                  <a:lnTo>
                    <a:pt x="3493441" y="2964"/>
                  </a:lnTo>
                  <a:lnTo>
                    <a:pt x="3506826" y="1868"/>
                  </a:lnTo>
                  <a:lnTo>
                    <a:pt x="3520211" y="966"/>
                  </a:lnTo>
                  <a:lnTo>
                    <a:pt x="3533595" y="311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3"/>
                  </a:lnTo>
                  <a:lnTo>
                    <a:pt x="3587135" y="905"/>
                  </a:lnTo>
                  <a:lnTo>
                    <a:pt x="3600520" y="1748"/>
                  </a:lnTo>
                  <a:lnTo>
                    <a:pt x="3613904" y="3006"/>
                  </a:lnTo>
                  <a:lnTo>
                    <a:pt x="3627289" y="4569"/>
                  </a:lnTo>
                  <a:lnTo>
                    <a:pt x="3640674" y="6352"/>
                  </a:lnTo>
                  <a:lnTo>
                    <a:pt x="3654059" y="8636"/>
                  </a:lnTo>
                  <a:lnTo>
                    <a:pt x="3667444" y="11163"/>
                  </a:lnTo>
                  <a:lnTo>
                    <a:pt x="3680829" y="13971"/>
                  </a:lnTo>
                  <a:lnTo>
                    <a:pt x="3694213" y="17252"/>
                  </a:lnTo>
                  <a:lnTo>
                    <a:pt x="3707598" y="20761"/>
                  </a:lnTo>
                  <a:lnTo>
                    <a:pt x="3720983" y="24628"/>
                  </a:lnTo>
                  <a:lnTo>
                    <a:pt x="3734368" y="28897"/>
                  </a:lnTo>
                  <a:lnTo>
                    <a:pt x="3747753" y="33395"/>
                  </a:lnTo>
                  <a:lnTo>
                    <a:pt x="3761138" y="38321"/>
                  </a:lnTo>
                  <a:lnTo>
                    <a:pt x="3774522" y="43573"/>
                  </a:lnTo>
                  <a:lnTo>
                    <a:pt x="3787907" y="49050"/>
                  </a:lnTo>
                  <a:lnTo>
                    <a:pt x="3801292" y="55018"/>
                  </a:lnTo>
                  <a:lnTo>
                    <a:pt x="3814677" y="61231"/>
                  </a:lnTo>
                  <a:lnTo>
                    <a:pt x="3828062" y="67708"/>
                  </a:lnTo>
                  <a:lnTo>
                    <a:pt x="3841447" y="74640"/>
                  </a:lnTo>
                  <a:lnTo>
                    <a:pt x="3854831" y="81783"/>
                  </a:lnTo>
                  <a:lnTo>
                    <a:pt x="3868216" y="89242"/>
                  </a:lnTo>
                  <a:lnTo>
                    <a:pt x="3881601" y="97068"/>
                  </a:lnTo>
                  <a:lnTo>
                    <a:pt x="3894986" y="105093"/>
                  </a:lnTo>
                  <a:lnTo>
                    <a:pt x="3908371" y="113477"/>
                  </a:lnTo>
                  <a:lnTo>
                    <a:pt x="3921756" y="122140"/>
                  </a:lnTo>
                  <a:lnTo>
                    <a:pt x="3935140" y="130990"/>
                  </a:lnTo>
                  <a:lnTo>
                    <a:pt x="3948525" y="140226"/>
                  </a:lnTo>
                  <a:lnTo>
                    <a:pt x="3961910" y="149662"/>
                  </a:lnTo>
                  <a:lnTo>
                    <a:pt x="3975295" y="159295"/>
                  </a:lnTo>
                  <a:lnTo>
                    <a:pt x="3988680" y="169277"/>
                  </a:lnTo>
                  <a:lnTo>
                    <a:pt x="4002065" y="179413"/>
                  </a:lnTo>
                  <a:lnTo>
                    <a:pt x="4015449" y="189770"/>
                  </a:lnTo>
                  <a:lnTo>
                    <a:pt x="4028834" y="200390"/>
                  </a:lnTo>
                  <a:lnTo>
                    <a:pt x="4042219" y="211146"/>
                  </a:lnTo>
                  <a:lnTo>
                    <a:pt x="4055604" y="222136"/>
                  </a:lnTo>
                  <a:lnTo>
                    <a:pt x="4068989" y="233312"/>
                  </a:lnTo>
                  <a:lnTo>
                    <a:pt x="4082374" y="244606"/>
                  </a:lnTo>
                  <a:lnTo>
                    <a:pt x="4095758" y="256131"/>
                  </a:lnTo>
                  <a:lnTo>
                    <a:pt x="4109143" y="267778"/>
                  </a:lnTo>
                  <a:lnTo>
                    <a:pt x="4122528" y="279534"/>
                  </a:lnTo>
                  <a:lnTo>
                    <a:pt x="4135913" y="291488"/>
                  </a:lnTo>
                  <a:lnTo>
                    <a:pt x="4149298" y="303522"/>
                  </a:lnTo>
                  <a:lnTo>
                    <a:pt x="4162683" y="315667"/>
                  </a:lnTo>
                  <a:lnTo>
                    <a:pt x="4176067" y="327943"/>
                  </a:lnTo>
                  <a:lnTo>
                    <a:pt x="4189452" y="340281"/>
                  </a:lnTo>
                  <a:lnTo>
                    <a:pt x="4202837" y="352721"/>
                  </a:lnTo>
                  <a:lnTo>
                    <a:pt x="4216222" y="365239"/>
                  </a:lnTo>
                  <a:lnTo>
                    <a:pt x="4229607" y="377803"/>
                  </a:lnTo>
                  <a:lnTo>
                    <a:pt x="4242992" y="390447"/>
                  </a:lnTo>
                  <a:lnTo>
                    <a:pt x="4256376" y="403131"/>
                  </a:lnTo>
                  <a:lnTo>
                    <a:pt x="4269761" y="415846"/>
                  </a:lnTo>
                  <a:lnTo>
                    <a:pt x="4283146" y="428611"/>
                  </a:lnTo>
                  <a:lnTo>
                    <a:pt x="4296531" y="441390"/>
                  </a:lnTo>
                  <a:lnTo>
                    <a:pt x="4309916" y="454187"/>
                  </a:lnTo>
                  <a:lnTo>
                    <a:pt x="4323301" y="466994"/>
                  </a:lnTo>
                  <a:lnTo>
                    <a:pt x="4336685" y="479803"/>
                  </a:lnTo>
                  <a:lnTo>
                    <a:pt x="4350070" y="492608"/>
                  </a:lnTo>
                  <a:lnTo>
                    <a:pt x="4363455" y="505399"/>
                  </a:lnTo>
                  <a:lnTo>
                    <a:pt x="4376840" y="518179"/>
                  </a:lnTo>
                  <a:lnTo>
                    <a:pt x="4390225" y="530927"/>
                  </a:lnTo>
                  <a:lnTo>
                    <a:pt x="4403610" y="543646"/>
                  </a:lnTo>
                  <a:lnTo>
                    <a:pt x="4416994" y="556343"/>
                  </a:lnTo>
                  <a:lnTo>
                    <a:pt x="4430379" y="568976"/>
                  </a:lnTo>
                  <a:lnTo>
                    <a:pt x="4443764" y="581576"/>
                  </a:lnTo>
                  <a:lnTo>
                    <a:pt x="4457149" y="594131"/>
                  </a:lnTo>
                  <a:lnTo>
                    <a:pt x="4470534" y="606609"/>
                  </a:lnTo>
                  <a:lnTo>
                    <a:pt x="4483919" y="619046"/>
                  </a:lnTo>
                  <a:lnTo>
                    <a:pt x="4497303" y="631411"/>
                  </a:lnTo>
                  <a:lnTo>
                    <a:pt x="4510688" y="643697"/>
                  </a:lnTo>
                  <a:lnTo>
                    <a:pt x="4524073" y="655933"/>
                  </a:lnTo>
                  <a:lnTo>
                    <a:pt x="4537458" y="668067"/>
                  </a:lnTo>
                  <a:lnTo>
                    <a:pt x="4550843" y="680126"/>
                  </a:lnTo>
                  <a:lnTo>
                    <a:pt x="4564228" y="692128"/>
                  </a:lnTo>
                  <a:lnTo>
                    <a:pt x="4577612" y="703996"/>
                  </a:lnTo>
                  <a:lnTo>
                    <a:pt x="4590997" y="715799"/>
                  </a:lnTo>
                  <a:lnTo>
                    <a:pt x="4604382" y="727522"/>
                  </a:lnTo>
                  <a:lnTo>
                    <a:pt x="4617767" y="739111"/>
                  </a:lnTo>
                  <a:lnTo>
                    <a:pt x="4631152" y="750633"/>
                  </a:lnTo>
                  <a:lnTo>
                    <a:pt x="4644537" y="762046"/>
                  </a:lnTo>
                  <a:lnTo>
                    <a:pt x="4657921" y="773337"/>
                  </a:lnTo>
                  <a:lnTo>
                    <a:pt x="4671306" y="784557"/>
                  </a:lnTo>
                  <a:lnTo>
                    <a:pt x="4684691" y="795638"/>
                  </a:lnTo>
                  <a:lnTo>
                    <a:pt x="4698076" y="806614"/>
                  </a:lnTo>
                  <a:lnTo>
                    <a:pt x="4711461" y="817516"/>
                  </a:lnTo>
                  <a:lnTo>
                    <a:pt x="4724846" y="828248"/>
                  </a:lnTo>
                  <a:lnTo>
                    <a:pt x="4738230" y="838896"/>
                  </a:lnTo>
                  <a:lnTo>
                    <a:pt x="4751615" y="849450"/>
                  </a:lnTo>
                  <a:lnTo>
                    <a:pt x="4765000" y="859840"/>
                  </a:lnTo>
                  <a:lnTo>
                    <a:pt x="4778385" y="870151"/>
                  </a:lnTo>
                  <a:lnTo>
                    <a:pt x="4791770" y="880341"/>
                  </a:lnTo>
                  <a:lnTo>
                    <a:pt x="4805155" y="890390"/>
                  </a:lnTo>
                  <a:lnTo>
                    <a:pt x="4818539" y="900361"/>
                  </a:lnTo>
                  <a:lnTo>
                    <a:pt x="4831924" y="910186"/>
                  </a:lnTo>
                  <a:lnTo>
                    <a:pt x="4845309" y="919896"/>
                  </a:lnTo>
                  <a:lnTo>
                    <a:pt x="4858694" y="929529"/>
                  </a:lnTo>
                  <a:lnTo>
                    <a:pt x="4872079" y="938993"/>
                  </a:lnTo>
                  <a:lnTo>
                    <a:pt x="4885464" y="948371"/>
                  </a:lnTo>
                  <a:lnTo>
                    <a:pt x="4898848" y="957659"/>
                  </a:lnTo>
                  <a:lnTo>
                    <a:pt x="4912233" y="966789"/>
                  </a:lnTo>
                  <a:lnTo>
                    <a:pt x="4925618" y="975846"/>
                  </a:lnTo>
                  <a:lnTo>
                    <a:pt x="4939003" y="984797"/>
                  </a:lnTo>
                  <a:lnTo>
                    <a:pt x="4952388" y="993621"/>
                  </a:lnTo>
                  <a:lnTo>
                    <a:pt x="4965773" y="1002378"/>
                  </a:lnTo>
                  <a:lnTo>
                    <a:pt x="4979157" y="1011015"/>
                  </a:lnTo>
                  <a:lnTo>
                    <a:pt x="4992542" y="1019559"/>
                  </a:lnTo>
                  <a:lnTo>
                    <a:pt x="5005927" y="1028041"/>
                  </a:lnTo>
                  <a:lnTo>
                    <a:pt x="5019312" y="1036399"/>
                  </a:lnTo>
                  <a:lnTo>
                    <a:pt x="5032697" y="1044694"/>
                  </a:lnTo>
                  <a:lnTo>
                    <a:pt x="5046082" y="1052928"/>
                  </a:lnTo>
                  <a:lnTo>
                    <a:pt x="5059466" y="1061055"/>
                  </a:lnTo>
                  <a:lnTo>
                    <a:pt x="5072851" y="1069139"/>
                  </a:lnTo>
                  <a:lnTo>
                    <a:pt x="5086236" y="1077159"/>
                  </a:lnTo>
                  <a:lnTo>
                    <a:pt x="5099621" y="1085110"/>
                  </a:lnTo>
                  <a:lnTo>
                    <a:pt x="5113006" y="1093026"/>
                  </a:lnTo>
                  <a:lnTo>
                    <a:pt x="5126391" y="1100887"/>
                  </a:lnTo>
                  <a:lnTo>
                    <a:pt x="5139775" y="1108709"/>
                  </a:lnTo>
                  <a:lnTo>
                    <a:pt x="5153160" y="1116508"/>
                  </a:lnTo>
                  <a:lnTo>
                    <a:pt x="5166545" y="1124269"/>
                  </a:lnTo>
                  <a:lnTo>
                    <a:pt x="5179930" y="1132016"/>
                  </a:lnTo>
                  <a:lnTo>
                    <a:pt x="5193315" y="1139751"/>
                  </a:lnTo>
                  <a:lnTo>
                    <a:pt x="5206700" y="1147477"/>
                  </a:lnTo>
                  <a:lnTo>
                    <a:pt x="5220084" y="1155205"/>
                  </a:lnTo>
                  <a:lnTo>
                    <a:pt x="5233469" y="1162937"/>
                  </a:lnTo>
                  <a:lnTo>
                    <a:pt x="5246854" y="1170690"/>
                  </a:lnTo>
                  <a:lnTo>
                    <a:pt x="5260239" y="1178457"/>
                  </a:lnTo>
                  <a:lnTo>
                    <a:pt x="5273624" y="1186255"/>
                  </a:lnTo>
                  <a:lnTo>
                    <a:pt x="5287009" y="1194092"/>
                  </a:lnTo>
                  <a:lnTo>
                    <a:pt x="5300393" y="1201957"/>
                  </a:lnTo>
                  <a:lnTo>
                    <a:pt x="5313778" y="1209887"/>
                  </a:lnTo>
                  <a:lnTo>
                    <a:pt x="5327163" y="1217867"/>
                  </a:lnTo>
                  <a:lnTo>
                    <a:pt x="5340548" y="1225887"/>
                  </a:lnTo>
                  <a:lnTo>
                    <a:pt x="5353933" y="1234011"/>
                  </a:lnTo>
                  <a:lnTo>
                    <a:pt x="5367318" y="1242187"/>
                  </a:lnTo>
                  <a:lnTo>
                    <a:pt x="5380702" y="1250432"/>
                  </a:lnTo>
                  <a:lnTo>
                    <a:pt x="5394087" y="1258791"/>
                  </a:lnTo>
                  <a:lnTo>
                    <a:pt x="5407472" y="1267212"/>
                  </a:lnTo>
                  <a:lnTo>
                    <a:pt x="5420857" y="1275737"/>
                  </a:lnTo>
                  <a:lnTo>
                    <a:pt x="5434242" y="1284375"/>
                  </a:lnTo>
                  <a:lnTo>
                    <a:pt x="5447627" y="1293082"/>
                  </a:lnTo>
                  <a:lnTo>
                    <a:pt x="5461011" y="1301933"/>
                  </a:lnTo>
                  <a:lnTo>
                    <a:pt x="5474396" y="1310885"/>
                  </a:lnTo>
                  <a:lnTo>
                    <a:pt x="5487781" y="1319912"/>
                  </a:lnTo>
                  <a:lnTo>
                    <a:pt x="5501166" y="1329121"/>
                  </a:lnTo>
                  <a:lnTo>
                    <a:pt x="5514551" y="1338413"/>
                  </a:lnTo>
                  <a:lnTo>
                    <a:pt x="5527936" y="1347810"/>
                  </a:lnTo>
                  <a:lnTo>
                    <a:pt x="5541320" y="1357373"/>
                  </a:lnTo>
                  <a:lnTo>
                    <a:pt x="5554705" y="1367020"/>
                  </a:lnTo>
                  <a:lnTo>
                    <a:pt x="5568090" y="1376801"/>
                  </a:lnTo>
                  <a:lnTo>
                    <a:pt x="5581475" y="1386724"/>
                  </a:lnTo>
                  <a:lnTo>
                    <a:pt x="5594860" y="1396730"/>
                  </a:lnTo>
                  <a:lnTo>
                    <a:pt x="5608245" y="1406895"/>
                  </a:lnTo>
                  <a:lnTo>
                    <a:pt x="5621629" y="1417172"/>
                  </a:lnTo>
                  <a:lnTo>
                    <a:pt x="5635014" y="1427530"/>
                  </a:lnTo>
                  <a:lnTo>
                    <a:pt x="5648399" y="1438063"/>
                  </a:lnTo>
                  <a:lnTo>
                    <a:pt x="5661784" y="1448677"/>
                  </a:lnTo>
                  <a:lnTo>
                    <a:pt x="5675169" y="1459384"/>
                  </a:lnTo>
                  <a:lnTo>
                    <a:pt x="5688554" y="1470238"/>
                  </a:lnTo>
                  <a:lnTo>
                    <a:pt x="5701938" y="1481159"/>
                  </a:lnTo>
                  <a:lnTo>
                    <a:pt x="5715323" y="1492184"/>
                  </a:lnTo>
                  <a:lnTo>
                    <a:pt x="5728708" y="1503316"/>
                  </a:lnTo>
                  <a:lnTo>
                    <a:pt x="5742093" y="1514505"/>
                  </a:lnTo>
                  <a:lnTo>
                    <a:pt x="5755478" y="1525798"/>
                  </a:lnTo>
                  <a:lnTo>
                    <a:pt x="5768863" y="1537159"/>
                  </a:lnTo>
                  <a:lnTo>
                    <a:pt x="5782247" y="1548568"/>
                  </a:lnTo>
                  <a:lnTo>
                    <a:pt x="5795632" y="1560067"/>
                  </a:lnTo>
                  <a:lnTo>
                    <a:pt x="5809017" y="1571602"/>
                  </a:lnTo>
                  <a:lnTo>
                    <a:pt x="5822402" y="1583177"/>
                  </a:lnTo>
                  <a:lnTo>
                    <a:pt x="5835787" y="1594804"/>
                  </a:lnTo>
                  <a:lnTo>
                    <a:pt x="5849172" y="1606450"/>
                  </a:lnTo>
                  <a:lnTo>
                    <a:pt x="5862556" y="1618121"/>
                  </a:lnTo>
                  <a:lnTo>
                    <a:pt x="5875941" y="1629805"/>
                  </a:lnTo>
                  <a:lnTo>
                    <a:pt x="5889326" y="1641492"/>
                  </a:lnTo>
                  <a:lnTo>
                    <a:pt x="5902711" y="1653177"/>
                  </a:lnTo>
                  <a:lnTo>
                    <a:pt x="5916096" y="1664847"/>
                  </a:lnTo>
                  <a:lnTo>
                    <a:pt x="5929481" y="1676504"/>
                  </a:lnTo>
                  <a:lnTo>
                    <a:pt x="5942865" y="1688119"/>
                  </a:lnTo>
                  <a:lnTo>
                    <a:pt x="5956250" y="1699700"/>
                  </a:lnTo>
                  <a:lnTo>
                    <a:pt x="5969635" y="1711248"/>
                  </a:lnTo>
                  <a:lnTo>
                    <a:pt x="5983020" y="1722713"/>
                  </a:lnTo>
                  <a:lnTo>
                    <a:pt x="5996405" y="1734133"/>
                  </a:lnTo>
                  <a:lnTo>
                    <a:pt x="6009790" y="1745484"/>
                  </a:lnTo>
                  <a:lnTo>
                    <a:pt x="6023174" y="1756732"/>
                  </a:lnTo>
                  <a:lnTo>
                    <a:pt x="6036559" y="1767920"/>
                  </a:lnTo>
                  <a:lnTo>
                    <a:pt x="6049944" y="1778993"/>
                  </a:lnTo>
                  <a:lnTo>
                    <a:pt x="6063329" y="1789956"/>
                  </a:lnTo>
                  <a:lnTo>
                    <a:pt x="6076714" y="1800845"/>
                  </a:lnTo>
                  <a:lnTo>
                    <a:pt x="6090099" y="1811565"/>
                  </a:lnTo>
                  <a:lnTo>
                    <a:pt x="6103483" y="1822181"/>
                  </a:lnTo>
                  <a:lnTo>
                    <a:pt x="6116868" y="1832700"/>
                  </a:lnTo>
                  <a:lnTo>
                    <a:pt x="6130253" y="1843012"/>
                  </a:lnTo>
                  <a:lnTo>
                    <a:pt x="6143638" y="1853224"/>
                  </a:lnTo>
                  <a:lnTo>
                    <a:pt x="6157023" y="1863294"/>
                  </a:lnTo>
                  <a:lnTo>
                    <a:pt x="6170408" y="1873165"/>
                  </a:lnTo>
                  <a:lnTo>
                    <a:pt x="6183792" y="1882927"/>
                  </a:lnTo>
                  <a:lnTo>
                    <a:pt x="6197177" y="1892498"/>
                  </a:lnTo>
                  <a:lnTo>
                    <a:pt x="6210562" y="1901887"/>
                  </a:lnTo>
                  <a:lnTo>
                    <a:pt x="6223947" y="1911162"/>
                  </a:lnTo>
                  <a:lnTo>
                    <a:pt x="6237332" y="1920192"/>
                  </a:lnTo>
                  <a:lnTo>
                    <a:pt x="6250717" y="1929071"/>
                  </a:lnTo>
                  <a:lnTo>
                    <a:pt x="6264101" y="1937821"/>
                  </a:lnTo>
                  <a:lnTo>
                    <a:pt x="6277486" y="1946292"/>
                  </a:lnTo>
                  <a:lnTo>
                    <a:pt x="6290871" y="1954639"/>
                  </a:lnTo>
                  <a:lnTo>
                    <a:pt x="6304256" y="1962814"/>
                  </a:lnTo>
                  <a:lnTo>
                    <a:pt x="6317641" y="1970744"/>
                  </a:lnTo>
                  <a:lnTo>
                    <a:pt x="6331026" y="1978548"/>
                  </a:lnTo>
                  <a:lnTo>
                    <a:pt x="6344410" y="1986140"/>
                  </a:lnTo>
                  <a:lnTo>
                    <a:pt x="6357795" y="1993527"/>
                  </a:lnTo>
                  <a:lnTo>
                    <a:pt x="6371180" y="2000788"/>
                  </a:lnTo>
                  <a:lnTo>
                    <a:pt x="6384565" y="2007800"/>
                  </a:lnTo>
                  <a:lnTo>
                    <a:pt x="6397950" y="2014651"/>
                  </a:lnTo>
                  <a:lnTo>
                    <a:pt x="6411335" y="2021377"/>
                  </a:lnTo>
                  <a:lnTo>
                    <a:pt x="6424719" y="2027825"/>
                  </a:lnTo>
                  <a:lnTo>
                    <a:pt x="6438104" y="2034156"/>
                  </a:lnTo>
                  <a:lnTo>
                    <a:pt x="6451489" y="2040329"/>
                  </a:lnTo>
                  <a:lnTo>
                    <a:pt x="6464874" y="2046274"/>
                  </a:lnTo>
                  <a:lnTo>
                    <a:pt x="6478259" y="2052107"/>
                  </a:lnTo>
                  <a:lnTo>
                    <a:pt x="6491644" y="2057757"/>
                  </a:lnTo>
                  <a:lnTo>
                    <a:pt x="6505028" y="2063229"/>
                  </a:lnTo>
                  <a:lnTo>
                    <a:pt x="6518413" y="2068594"/>
                  </a:lnTo>
                  <a:lnTo>
                    <a:pt x="6531798" y="2073759"/>
                  </a:lnTo>
                  <a:lnTo>
                    <a:pt x="6545183" y="2078791"/>
                  </a:lnTo>
                  <a:lnTo>
                    <a:pt x="6558568" y="2083725"/>
                  </a:lnTo>
                  <a:lnTo>
                    <a:pt x="6571953" y="2088447"/>
                  </a:lnTo>
                  <a:lnTo>
                    <a:pt x="6585337" y="2093078"/>
                  </a:lnTo>
                  <a:lnTo>
                    <a:pt x="6598722" y="2097596"/>
                  </a:lnTo>
                  <a:lnTo>
                    <a:pt x="6612107" y="2101947"/>
                  </a:lnTo>
                  <a:lnTo>
                    <a:pt x="6625492" y="2106219"/>
                  </a:lnTo>
                  <a:lnTo>
                    <a:pt x="6638877" y="2110367"/>
                  </a:lnTo>
                  <a:lnTo>
                    <a:pt x="6652262" y="2114392"/>
                  </a:lnTo>
                  <a:lnTo>
                    <a:pt x="6665646" y="2118348"/>
                  </a:lnTo>
                  <a:lnTo>
                    <a:pt x="6679031" y="2122177"/>
                  </a:lnTo>
                  <a:lnTo>
                    <a:pt x="6692416" y="2125921"/>
                  </a:lnTo>
                  <a:lnTo>
                    <a:pt x="6705801" y="2129603"/>
                  </a:lnTo>
                  <a:lnTo>
                    <a:pt x="6719186" y="2133162"/>
                  </a:lnTo>
                  <a:lnTo>
                    <a:pt x="6732571" y="2136666"/>
                  </a:lnTo>
                  <a:lnTo>
                    <a:pt x="6745955" y="2140108"/>
                  </a:lnTo>
                  <a:lnTo>
                    <a:pt x="6759340" y="2143455"/>
                  </a:lnTo>
                  <a:lnTo>
                    <a:pt x="6772725" y="2146760"/>
                  </a:lnTo>
                  <a:lnTo>
                    <a:pt x="6786110" y="2150002"/>
                  </a:lnTo>
                  <a:lnTo>
                    <a:pt x="6799495" y="2153180"/>
                  </a:lnTo>
                  <a:lnTo>
                    <a:pt x="6812880" y="2156323"/>
                  </a:lnTo>
                  <a:lnTo>
                    <a:pt x="6826264" y="2159407"/>
                  </a:lnTo>
                  <a:lnTo>
                    <a:pt x="6839649" y="21624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0"/>
                  </a:moveTo>
                  <a:lnTo>
                    <a:pt x="13384" y="2612146"/>
                  </a:lnTo>
                  <a:lnTo>
                    <a:pt x="26769" y="2608436"/>
                  </a:lnTo>
                  <a:lnTo>
                    <a:pt x="40154" y="2604787"/>
                  </a:lnTo>
                  <a:lnTo>
                    <a:pt x="53539" y="2601198"/>
                  </a:lnTo>
                  <a:lnTo>
                    <a:pt x="66924" y="2597700"/>
                  </a:lnTo>
                  <a:lnTo>
                    <a:pt x="80308" y="2594272"/>
                  </a:lnTo>
                  <a:lnTo>
                    <a:pt x="93693" y="2590903"/>
                  </a:lnTo>
                  <a:lnTo>
                    <a:pt x="107078" y="2587600"/>
                  </a:lnTo>
                  <a:lnTo>
                    <a:pt x="120463" y="2584376"/>
                  </a:lnTo>
                  <a:lnTo>
                    <a:pt x="133848" y="2581199"/>
                  </a:lnTo>
                  <a:lnTo>
                    <a:pt x="147233" y="2578068"/>
                  </a:lnTo>
                  <a:lnTo>
                    <a:pt x="160617" y="2574992"/>
                  </a:lnTo>
                  <a:lnTo>
                    <a:pt x="174002" y="2571950"/>
                  </a:lnTo>
                  <a:lnTo>
                    <a:pt x="187387" y="2568930"/>
                  </a:lnTo>
                  <a:lnTo>
                    <a:pt x="200772" y="2565928"/>
                  </a:lnTo>
                  <a:lnTo>
                    <a:pt x="214157" y="2562931"/>
                  </a:lnTo>
                  <a:lnTo>
                    <a:pt x="227542" y="2559925"/>
                  </a:lnTo>
                  <a:lnTo>
                    <a:pt x="240926" y="2556903"/>
                  </a:lnTo>
                  <a:lnTo>
                    <a:pt x="254311" y="2553842"/>
                  </a:lnTo>
                  <a:lnTo>
                    <a:pt x="267696" y="2550724"/>
                  </a:lnTo>
                  <a:lnTo>
                    <a:pt x="281081" y="2547551"/>
                  </a:lnTo>
                  <a:lnTo>
                    <a:pt x="294466" y="2544311"/>
                  </a:lnTo>
                  <a:lnTo>
                    <a:pt x="307851" y="2540938"/>
                  </a:lnTo>
                  <a:lnTo>
                    <a:pt x="321235" y="2537463"/>
                  </a:lnTo>
                  <a:lnTo>
                    <a:pt x="334620" y="2533880"/>
                  </a:lnTo>
                  <a:lnTo>
                    <a:pt x="348005" y="2530131"/>
                  </a:lnTo>
                  <a:lnTo>
                    <a:pt x="361390" y="2526196"/>
                  </a:lnTo>
                  <a:lnTo>
                    <a:pt x="374775" y="2522105"/>
                  </a:lnTo>
                  <a:lnTo>
                    <a:pt x="388160" y="2517851"/>
                  </a:lnTo>
                  <a:lnTo>
                    <a:pt x="401544" y="2513296"/>
                  </a:lnTo>
                  <a:lnTo>
                    <a:pt x="414929" y="2508538"/>
                  </a:lnTo>
                  <a:lnTo>
                    <a:pt x="428314" y="2503573"/>
                  </a:lnTo>
                  <a:lnTo>
                    <a:pt x="441699" y="2498323"/>
                  </a:lnTo>
                  <a:lnTo>
                    <a:pt x="455084" y="2492753"/>
                  </a:lnTo>
                  <a:lnTo>
                    <a:pt x="468469" y="2486935"/>
                  </a:lnTo>
                  <a:lnTo>
                    <a:pt x="481853" y="2480865"/>
                  </a:lnTo>
                  <a:lnTo>
                    <a:pt x="495238" y="2474372"/>
                  </a:lnTo>
                  <a:lnTo>
                    <a:pt x="508623" y="2467585"/>
                  </a:lnTo>
                  <a:lnTo>
                    <a:pt x="522008" y="2460516"/>
                  </a:lnTo>
                  <a:lnTo>
                    <a:pt x="535393" y="2453089"/>
                  </a:lnTo>
                  <a:lnTo>
                    <a:pt x="548778" y="2445247"/>
                  </a:lnTo>
                  <a:lnTo>
                    <a:pt x="562162" y="2437104"/>
                  </a:lnTo>
                  <a:lnTo>
                    <a:pt x="575547" y="2428659"/>
                  </a:lnTo>
                  <a:lnTo>
                    <a:pt x="588932" y="2419744"/>
                  </a:lnTo>
                  <a:lnTo>
                    <a:pt x="602317" y="2410489"/>
                  </a:lnTo>
                  <a:lnTo>
                    <a:pt x="615702" y="2400929"/>
                  </a:lnTo>
                  <a:lnTo>
                    <a:pt x="629087" y="2391005"/>
                  </a:lnTo>
                  <a:lnTo>
                    <a:pt x="642471" y="2380641"/>
                  </a:lnTo>
                  <a:lnTo>
                    <a:pt x="655856" y="2369980"/>
                  </a:lnTo>
                  <a:lnTo>
                    <a:pt x="669241" y="2359024"/>
                  </a:lnTo>
                  <a:lnTo>
                    <a:pt x="682626" y="2347638"/>
                  </a:lnTo>
                  <a:lnTo>
                    <a:pt x="696011" y="2335929"/>
                  </a:lnTo>
                  <a:lnTo>
                    <a:pt x="709396" y="2323949"/>
                  </a:lnTo>
                  <a:lnTo>
                    <a:pt x="722780" y="2311664"/>
                  </a:lnTo>
                  <a:lnTo>
                    <a:pt x="736165" y="2298998"/>
                  </a:lnTo>
                  <a:lnTo>
                    <a:pt x="749550" y="2286092"/>
                  </a:lnTo>
                  <a:lnTo>
                    <a:pt x="762935" y="2272952"/>
                  </a:lnTo>
                  <a:lnTo>
                    <a:pt x="776320" y="2259493"/>
                  </a:lnTo>
                  <a:lnTo>
                    <a:pt x="789705" y="2245789"/>
                  </a:lnTo>
                  <a:lnTo>
                    <a:pt x="803089" y="2231892"/>
                  </a:lnTo>
                  <a:lnTo>
                    <a:pt x="816474" y="2217793"/>
                  </a:lnTo>
                  <a:lnTo>
                    <a:pt x="829859" y="2203436"/>
                  </a:lnTo>
                  <a:lnTo>
                    <a:pt x="843244" y="2188932"/>
                  </a:lnTo>
                  <a:lnTo>
                    <a:pt x="856629" y="2174287"/>
                  </a:lnTo>
                  <a:lnTo>
                    <a:pt x="870014" y="2159466"/>
                  </a:lnTo>
                  <a:lnTo>
                    <a:pt x="883398" y="2144512"/>
                  </a:lnTo>
                  <a:lnTo>
                    <a:pt x="896783" y="2129462"/>
                  </a:lnTo>
                  <a:lnTo>
                    <a:pt x="910168" y="2114322"/>
                  </a:lnTo>
                  <a:lnTo>
                    <a:pt x="923553" y="2099071"/>
                  </a:lnTo>
                  <a:lnTo>
                    <a:pt x="936938" y="2083767"/>
                  </a:lnTo>
                  <a:lnTo>
                    <a:pt x="950323" y="2068418"/>
                  </a:lnTo>
                  <a:lnTo>
                    <a:pt x="963707" y="2053021"/>
                  </a:lnTo>
                  <a:lnTo>
                    <a:pt x="977092" y="2037597"/>
                  </a:lnTo>
                  <a:lnTo>
                    <a:pt x="990477" y="2022162"/>
                  </a:lnTo>
                  <a:lnTo>
                    <a:pt x="1003862" y="2006720"/>
                  </a:lnTo>
                  <a:lnTo>
                    <a:pt x="1017247" y="1991285"/>
                  </a:lnTo>
                  <a:lnTo>
                    <a:pt x="1030632" y="1975864"/>
                  </a:lnTo>
                  <a:lnTo>
                    <a:pt x="1044016" y="1960459"/>
                  </a:lnTo>
                  <a:lnTo>
                    <a:pt x="1057401" y="1945082"/>
                  </a:lnTo>
                  <a:lnTo>
                    <a:pt x="1070786" y="1929741"/>
                  </a:lnTo>
                  <a:lnTo>
                    <a:pt x="1084171" y="1914427"/>
                  </a:lnTo>
                  <a:lnTo>
                    <a:pt x="1097556" y="1899144"/>
                  </a:lnTo>
                  <a:lnTo>
                    <a:pt x="1110941" y="1883907"/>
                  </a:lnTo>
                  <a:lnTo>
                    <a:pt x="1124325" y="1868701"/>
                  </a:lnTo>
                  <a:lnTo>
                    <a:pt x="1137710" y="1853521"/>
                  </a:lnTo>
                  <a:lnTo>
                    <a:pt x="1151095" y="1838371"/>
                  </a:lnTo>
                  <a:lnTo>
                    <a:pt x="1164480" y="1823247"/>
                  </a:lnTo>
                  <a:lnTo>
                    <a:pt x="1177865" y="1808134"/>
                  </a:lnTo>
                  <a:lnTo>
                    <a:pt x="1191250" y="1793031"/>
                  </a:lnTo>
                  <a:lnTo>
                    <a:pt x="1204634" y="1777927"/>
                  </a:lnTo>
                  <a:lnTo>
                    <a:pt x="1218019" y="1762810"/>
                  </a:lnTo>
                  <a:lnTo>
                    <a:pt x="1231404" y="1747675"/>
                  </a:lnTo>
                  <a:lnTo>
                    <a:pt x="1244789" y="1732510"/>
                  </a:lnTo>
                  <a:lnTo>
                    <a:pt x="1258174" y="1717287"/>
                  </a:lnTo>
                  <a:lnTo>
                    <a:pt x="1271559" y="1702011"/>
                  </a:lnTo>
                  <a:lnTo>
                    <a:pt x="1284943" y="1686676"/>
                  </a:lnTo>
                  <a:lnTo>
                    <a:pt x="1298328" y="1671234"/>
                  </a:lnTo>
                  <a:lnTo>
                    <a:pt x="1311713" y="1655689"/>
                  </a:lnTo>
                  <a:lnTo>
                    <a:pt x="1325098" y="1640045"/>
                  </a:lnTo>
                  <a:lnTo>
                    <a:pt x="1338483" y="1624281"/>
                  </a:lnTo>
                  <a:lnTo>
                    <a:pt x="1351868" y="1608330"/>
                  </a:lnTo>
                  <a:lnTo>
                    <a:pt x="1365252" y="1592241"/>
                  </a:lnTo>
                  <a:lnTo>
                    <a:pt x="1378637" y="1576010"/>
                  </a:lnTo>
                  <a:lnTo>
                    <a:pt x="1392022" y="1559555"/>
                  </a:lnTo>
                  <a:lnTo>
                    <a:pt x="1405407" y="1542893"/>
                  </a:lnTo>
                  <a:lnTo>
                    <a:pt x="1418792" y="1526054"/>
                  </a:lnTo>
                  <a:lnTo>
                    <a:pt x="1432177" y="1509015"/>
                  </a:lnTo>
                  <a:lnTo>
                    <a:pt x="1445561" y="1491672"/>
                  </a:lnTo>
                  <a:lnTo>
                    <a:pt x="1458946" y="1474124"/>
                  </a:lnTo>
                  <a:lnTo>
                    <a:pt x="1472331" y="1456370"/>
                  </a:lnTo>
                  <a:lnTo>
                    <a:pt x="1485716" y="1438322"/>
                  </a:lnTo>
                  <a:lnTo>
                    <a:pt x="1499101" y="1419999"/>
                  </a:lnTo>
                  <a:lnTo>
                    <a:pt x="1512486" y="1401457"/>
                  </a:lnTo>
                  <a:lnTo>
                    <a:pt x="1525870" y="1382687"/>
                  </a:lnTo>
                  <a:lnTo>
                    <a:pt x="1539255" y="1363563"/>
                  </a:lnTo>
                  <a:lnTo>
                    <a:pt x="1552640" y="1344222"/>
                  </a:lnTo>
                  <a:lnTo>
                    <a:pt x="1566025" y="1324666"/>
                  </a:lnTo>
                  <a:lnTo>
                    <a:pt x="1579410" y="1304828"/>
                  </a:lnTo>
                  <a:lnTo>
                    <a:pt x="1592795" y="1284724"/>
                  </a:lnTo>
                  <a:lnTo>
                    <a:pt x="1606179" y="1264426"/>
                  </a:lnTo>
                  <a:lnTo>
                    <a:pt x="1619564" y="1243936"/>
                  </a:lnTo>
                  <a:lnTo>
                    <a:pt x="1632949" y="1223158"/>
                  </a:lnTo>
                  <a:lnTo>
                    <a:pt x="1646334" y="1202218"/>
                  </a:lnTo>
                  <a:lnTo>
                    <a:pt x="1659719" y="1181124"/>
                  </a:lnTo>
                  <a:lnTo>
                    <a:pt x="1673104" y="1159851"/>
                  </a:lnTo>
                  <a:lnTo>
                    <a:pt x="1686488" y="1138415"/>
                  </a:lnTo>
                  <a:lnTo>
                    <a:pt x="1699873" y="1116877"/>
                  </a:lnTo>
                  <a:lnTo>
                    <a:pt x="1713258" y="1095247"/>
                  </a:lnTo>
                  <a:lnTo>
                    <a:pt x="1726643" y="1073505"/>
                  </a:lnTo>
                  <a:lnTo>
                    <a:pt x="1740028" y="1051719"/>
                  </a:lnTo>
                  <a:lnTo>
                    <a:pt x="1753413" y="1029902"/>
                  </a:lnTo>
                  <a:lnTo>
                    <a:pt x="1766797" y="1008067"/>
                  </a:lnTo>
                  <a:lnTo>
                    <a:pt x="1780182" y="986254"/>
                  </a:lnTo>
                  <a:lnTo>
                    <a:pt x="1793567" y="964477"/>
                  </a:lnTo>
                  <a:lnTo>
                    <a:pt x="1806952" y="942748"/>
                  </a:lnTo>
                  <a:lnTo>
                    <a:pt x="1820337" y="921132"/>
                  </a:lnTo>
                  <a:lnTo>
                    <a:pt x="1833722" y="899630"/>
                  </a:lnTo>
                  <a:lnTo>
                    <a:pt x="1847106" y="878245"/>
                  </a:lnTo>
                  <a:lnTo>
                    <a:pt x="1860491" y="857015"/>
                  </a:lnTo>
                  <a:lnTo>
                    <a:pt x="1873876" y="836017"/>
                  </a:lnTo>
                  <a:lnTo>
                    <a:pt x="1887261" y="815199"/>
                  </a:lnTo>
                  <a:lnTo>
                    <a:pt x="1900646" y="794570"/>
                  </a:lnTo>
                  <a:lnTo>
                    <a:pt x="1914031" y="774250"/>
                  </a:lnTo>
                  <a:lnTo>
                    <a:pt x="1927415" y="754198"/>
                  </a:lnTo>
                  <a:lnTo>
                    <a:pt x="1940800" y="734387"/>
                  </a:lnTo>
                  <a:lnTo>
                    <a:pt x="1954185" y="714859"/>
                  </a:lnTo>
                  <a:lnTo>
                    <a:pt x="1967570" y="695736"/>
                  </a:lnTo>
                  <a:lnTo>
                    <a:pt x="1980955" y="676890"/>
                  </a:lnTo>
                  <a:lnTo>
                    <a:pt x="1994340" y="658327"/>
                  </a:lnTo>
                  <a:lnTo>
                    <a:pt x="2007724" y="640181"/>
                  </a:lnTo>
                  <a:lnTo>
                    <a:pt x="2021109" y="622398"/>
                  </a:lnTo>
                  <a:lnTo>
                    <a:pt x="2034494" y="604915"/>
                  </a:lnTo>
                  <a:lnTo>
                    <a:pt x="2047879" y="587760"/>
                  </a:lnTo>
                  <a:lnTo>
                    <a:pt x="2061264" y="571079"/>
                  </a:lnTo>
                  <a:lnTo>
                    <a:pt x="2074649" y="554699"/>
                  </a:lnTo>
                  <a:lnTo>
                    <a:pt x="2088033" y="538618"/>
                  </a:lnTo>
                  <a:lnTo>
                    <a:pt x="2101418" y="522944"/>
                  </a:lnTo>
                  <a:lnTo>
                    <a:pt x="2114803" y="507632"/>
                  </a:lnTo>
                  <a:lnTo>
                    <a:pt x="2128188" y="492600"/>
                  </a:lnTo>
                  <a:lnTo>
                    <a:pt x="2141573" y="477850"/>
                  </a:lnTo>
                  <a:lnTo>
                    <a:pt x="2154958" y="463520"/>
                  </a:lnTo>
                  <a:lnTo>
                    <a:pt x="2168342" y="449435"/>
                  </a:lnTo>
                  <a:lnTo>
                    <a:pt x="2181727" y="435588"/>
                  </a:lnTo>
                  <a:lnTo>
                    <a:pt x="2195112" y="422041"/>
                  </a:lnTo>
                  <a:lnTo>
                    <a:pt x="2208497" y="408766"/>
                  </a:lnTo>
                  <a:lnTo>
                    <a:pt x="2221882" y="395682"/>
                  </a:lnTo>
                  <a:lnTo>
                    <a:pt x="2235267" y="382784"/>
                  </a:lnTo>
                  <a:lnTo>
                    <a:pt x="2248651" y="370154"/>
                  </a:lnTo>
                  <a:lnTo>
                    <a:pt x="2262036" y="357670"/>
                  </a:lnTo>
                  <a:lnTo>
                    <a:pt x="2275421" y="345323"/>
                  </a:lnTo>
                  <a:lnTo>
                    <a:pt x="2288806" y="333133"/>
                  </a:lnTo>
                  <a:lnTo>
                    <a:pt x="2302191" y="321086"/>
                  </a:lnTo>
                  <a:lnTo>
                    <a:pt x="2315576" y="309130"/>
                  </a:lnTo>
                  <a:lnTo>
                    <a:pt x="2328960" y="297261"/>
                  </a:lnTo>
                  <a:lnTo>
                    <a:pt x="2342345" y="285504"/>
                  </a:lnTo>
                  <a:lnTo>
                    <a:pt x="2355730" y="273811"/>
                  </a:lnTo>
                  <a:lnTo>
                    <a:pt x="2369115" y="262174"/>
                  </a:lnTo>
                  <a:lnTo>
                    <a:pt x="2382500" y="250597"/>
                  </a:lnTo>
                  <a:lnTo>
                    <a:pt x="2395885" y="239084"/>
                  </a:lnTo>
                  <a:lnTo>
                    <a:pt x="2409269" y="227614"/>
                  </a:lnTo>
                  <a:lnTo>
                    <a:pt x="2422654" y="216186"/>
                  </a:lnTo>
                  <a:lnTo>
                    <a:pt x="2436039" y="204828"/>
                  </a:lnTo>
                  <a:lnTo>
                    <a:pt x="2449424" y="193528"/>
                  </a:lnTo>
                  <a:lnTo>
                    <a:pt x="2462809" y="182287"/>
                  </a:lnTo>
                  <a:lnTo>
                    <a:pt x="2476194" y="171121"/>
                  </a:lnTo>
                  <a:lnTo>
                    <a:pt x="2489578" y="160073"/>
                  </a:lnTo>
                  <a:lnTo>
                    <a:pt x="2502963" y="149125"/>
                  </a:lnTo>
                  <a:lnTo>
                    <a:pt x="2516348" y="138282"/>
                  </a:lnTo>
                  <a:lnTo>
                    <a:pt x="2529733" y="127630"/>
                  </a:lnTo>
                  <a:lnTo>
                    <a:pt x="2543118" y="117163"/>
                  </a:lnTo>
                  <a:lnTo>
                    <a:pt x="2556503" y="106873"/>
                  </a:lnTo>
                  <a:lnTo>
                    <a:pt x="2569887" y="96802"/>
                  </a:lnTo>
                  <a:lnTo>
                    <a:pt x="2583272" y="87084"/>
                  </a:lnTo>
                  <a:lnTo>
                    <a:pt x="2596657" y="77635"/>
                  </a:lnTo>
                  <a:lnTo>
                    <a:pt x="2610042" y="68470"/>
                  </a:lnTo>
                  <a:lnTo>
                    <a:pt x="2623427" y="59762"/>
                  </a:lnTo>
                  <a:lnTo>
                    <a:pt x="2636812" y="51501"/>
                  </a:lnTo>
                  <a:lnTo>
                    <a:pt x="2650196" y="43635"/>
                  </a:lnTo>
                  <a:lnTo>
                    <a:pt x="2663581" y="36218"/>
                  </a:lnTo>
                  <a:lnTo>
                    <a:pt x="2676966" y="29533"/>
                  </a:lnTo>
                  <a:lnTo>
                    <a:pt x="2690351" y="23360"/>
                  </a:lnTo>
                  <a:lnTo>
                    <a:pt x="2703736" y="17717"/>
                  </a:lnTo>
                  <a:lnTo>
                    <a:pt x="2717121" y="12855"/>
                  </a:lnTo>
                  <a:lnTo>
                    <a:pt x="2730505" y="8775"/>
                  </a:lnTo>
                  <a:lnTo>
                    <a:pt x="2743890" y="5339"/>
                  </a:lnTo>
                  <a:lnTo>
                    <a:pt x="2757275" y="2585"/>
                  </a:lnTo>
                  <a:lnTo>
                    <a:pt x="2770660" y="974"/>
                  </a:lnTo>
                  <a:lnTo>
                    <a:pt x="2784045" y="108"/>
                  </a:lnTo>
                  <a:lnTo>
                    <a:pt x="2797430" y="0"/>
                  </a:lnTo>
                  <a:lnTo>
                    <a:pt x="2810814" y="931"/>
                  </a:lnTo>
                  <a:lnTo>
                    <a:pt x="2824199" y="2938"/>
                  </a:lnTo>
                  <a:lnTo>
                    <a:pt x="2837584" y="5776"/>
                  </a:lnTo>
                  <a:lnTo>
                    <a:pt x="2850969" y="9454"/>
                  </a:lnTo>
                  <a:lnTo>
                    <a:pt x="2864354" y="14532"/>
                  </a:lnTo>
                  <a:lnTo>
                    <a:pt x="2877739" y="20502"/>
                  </a:lnTo>
                  <a:lnTo>
                    <a:pt x="2891123" y="27348"/>
                  </a:lnTo>
                  <a:lnTo>
                    <a:pt x="2904508" y="35319"/>
                  </a:lnTo>
                  <a:lnTo>
                    <a:pt x="2917893" y="44497"/>
                  </a:lnTo>
                  <a:lnTo>
                    <a:pt x="2931278" y="54550"/>
                  </a:lnTo>
                  <a:lnTo>
                    <a:pt x="2944663" y="65474"/>
                  </a:lnTo>
                  <a:lnTo>
                    <a:pt x="2958048" y="77752"/>
                  </a:lnTo>
                  <a:lnTo>
                    <a:pt x="2971432" y="90927"/>
                  </a:lnTo>
                  <a:lnTo>
                    <a:pt x="2984817" y="104926"/>
                  </a:lnTo>
                  <a:lnTo>
                    <a:pt x="2998202" y="119916"/>
                  </a:lnTo>
                  <a:lnTo>
                    <a:pt x="3011587" y="136004"/>
                  </a:lnTo>
                  <a:lnTo>
                    <a:pt x="3024972" y="152831"/>
                  </a:lnTo>
                  <a:lnTo>
                    <a:pt x="3038357" y="170383"/>
                  </a:lnTo>
                  <a:lnTo>
                    <a:pt x="3051741" y="188976"/>
                  </a:lnTo>
                  <a:lnTo>
                    <a:pt x="3065126" y="208275"/>
                  </a:lnTo>
                  <a:lnTo>
                    <a:pt x="3078511" y="228176"/>
                  </a:lnTo>
                  <a:lnTo>
                    <a:pt x="3091896" y="248747"/>
                  </a:lnTo>
                  <a:lnTo>
                    <a:pt x="3105281" y="270067"/>
                  </a:lnTo>
                  <a:lnTo>
                    <a:pt x="3118666" y="291840"/>
                  </a:lnTo>
                  <a:lnTo>
                    <a:pt x="3132050" y="314043"/>
                  </a:lnTo>
                  <a:lnTo>
                    <a:pt x="3145435" y="336797"/>
                  </a:lnTo>
                  <a:lnTo>
                    <a:pt x="3158820" y="359907"/>
                  </a:lnTo>
                  <a:lnTo>
                    <a:pt x="3172205" y="383281"/>
                  </a:lnTo>
                  <a:lnTo>
                    <a:pt x="3185590" y="406917"/>
                  </a:lnTo>
                  <a:lnTo>
                    <a:pt x="3198975" y="430794"/>
                  </a:lnTo>
                  <a:lnTo>
                    <a:pt x="3212359" y="454770"/>
                  </a:lnTo>
                  <a:lnTo>
                    <a:pt x="3225744" y="478817"/>
                  </a:lnTo>
                  <a:lnTo>
                    <a:pt x="3239129" y="502891"/>
                  </a:lnTo>
                  <a:lnTo>
                    <a:pt x="3252514" y="526905"/>
                  </a:lnTo>
                  <a:lnTo>
                    <a:pt x="3265899" y="550833"/>
                  </a:lnTo>
                  <a:lnTo>
                    <a:pt x="3279284" y="574638"/>
                  </a:lnTo>
                  <a:lnTo>
                    <a:pt x="3292668" y="598168"/>
                  </a:lnTo>
                  <a:lnTo>
                    <a:pt x="3306053" y="621472"/>
                  </a:lnTo>
                  <a:lnTo>
                    <a:pt x="3319438" y="644530"/>
                  </a:lnTo>
                  <a:lnTo>
                    <a:pt x="3332823" y="667198"/>
                  </a:lnTo>
                  <a:lnTo>
                    <a:pt x="3346208" y="689447"/>
                  </a:lnTo>
                  <a:lnTo>
                    <a:pt x="3359593" y="711341"/>
                  </a:lnTo>
                  <a:lnTo>
                    <a:pt x="3372977" y="732856"/>
                  </a:lnTo>
                  <a:lnTo>
                    <a:pt x="3386362" y="753713"/>
                  </a:lnTo>
                  <a:lnTo>
                    <a:pt x="3399747" y="774137"/>
                  </a:lnTo>
                  <a:lnTo>
                    <a:pt x="3413132" y="794121"/>
                  </a:lnTo>
                  <a:lnTo>
                    <a:pt x="3426517" y="813501"/>
                  </a:lnTo>
                  <a:lnTo>
                    <a:pt x="3439902" y="832257"/>
                  </a:lnTo>
                  <a:lnTo>
                    <a:pt x="3453286" y="850535"/>
                  </a:lnTo>
                  <a:lnTo>
                    <a:pt x="3466671" y="868332"/>
                  </a:lnTo>
                  <a:lnTo>
                    <a:pt x="3480056" y="885341"/>
                  </a:lnTo>
                  <a:lnTo>
                    <a:pt x="3493441" y="901857"/>
                  </a:lnTo>
                  <a:lnTo>
                    <a:pt x="3506826" y="917893"/>
                  </a:lnTo>
                  <a:lnTo>
                    <a:pt x="3520211" y="933324"/>
                  </a:lnTo>
                  <a:lnTo>
                    <a:pt x="3533595" y="948120"/>
                  </a:lnTo>
                  <a:lnTo>
                    <a:pt x="3546980" y="962465"/>
                  </a:lnTo>
                  <a:lnTo>
                    <a:pt x="3560365" y="976368"/>
                  </a:lnTo>
                  <a:lnTo>
                    <a:pt x="3573750" y="989603"/>
                  </a:lnTo>
                  <a:lnTo>
                    <a:pt x="3587135" y="1002407"/>
                  </a:lnTo>
                  <a:lnTo>
                    <a:pt x="3600520" y="1014824"/>
                  </a:lnTo>
                  <a:lnTo>
                    <a:pt x="3613904" y="1026785"/>
                  </a:lnTo>
                  <a:lnTo>
                    <a:pt x="3627289" y="1038256"/>
                  </a:lnTo>
                  <a:lnTo>
                    <a:pt x="3640674" y="1049407"/>
                  </a:lnTo>
                  <a:lnTo>
                    <a:pt x="3654059" y="1060249"/>
                  </a:lnTo>
                  <a:lnTo>
                    <a:pt x="3667444" y="1070663"/>
                  </a:lnTo>
                  <a:lnTo>
                    <a:pt x="3680829" y="1080795"/>
                  </a:lnTo>
                  <a:lnTo>
                    <a:pt x="3694213" y="1090692"/>
                  </a:lnTo>
                  <a:lnTo>
                    <a:pt x="3707598" y="1100334"/>
                  </a:lnTo>
                  <a:lnTo>
                    <a:pt x="3720983" y="1109697"/>
                  </a:lnTo>
                  <a:lnTo>
                    <a:pt x="3734368" y="1118897"/>
                  </a:lnTo>
                  <a:lnTo>
                    <a:pt x="3747753" y="1127944"/>
                  </a:lnTo>
                  <a:lnTo>
                    <a:pt x="3761138" y="1136796"/>
                  </a:lnTo>
                  <a:lnTo>
                    <a:pt x="3774522" y="1145524"/>
                  </a:lnTo>
                  <a:lnTo>
                    <a:pt x="3787907" y="1154158"/>
                  </a:lnTo>
                  <a:lnTo>
                    <a:pt x="3801292" y="1162699"/>
                  </a:lnTo>
                  <a:lnTo>
                    <a:pt x="3814677" y="1171145"/>
                  </a:lnTo>
                  <a:lnTo>
                    <a:pt x="3828062" y="1179543"/>
                  </a:lnTo>
                  <a:lnTo>
                    <a:pt x="3841447" y="1187900"/>
                  </a:lnTo>
                  <a:lnTo>
                    <a:pt x="3854831" y="1196215"/>
                  </a:lnTo>
                  <a:lnTo>
                    <a:pt x="3868216" y="1204509"/>
                  </a:lnTo>
                  <a:lnTo>
                    <a:pt x="3881601" y="1212791"/>
                  </a:lnTo>
                  <a:lnTo>
                    <a:pt x="3894986" y="1221065"/>
                  </a:lnTo>
                  <a:lnTo>
                    <a:pt x="3908371" y="1229339"/>
                  </a:lnTo>
                  <a:lnTo>
                    <a:pt x="3921756" y="1237617"/>
                  </a:lnTo>
                  <a:lnTo>
                    <a:pt x="3935140" y="1245902"/>
                  </a:lnTo>
                  <a:lnTo>
                    <a:pt x="3948525" y="1254199"/>
                  </a:lnTo>
                  <a:lnTo>
                    <a:pt x="3961910" y="1262509"/>
                  </a:lnTo>
                  <a:lnTo>
                    <a:pt x="3975295" y="1270830"/>
                  </a:lnTo>
                  <a:lnTo>
                    <a:pt x="3988680" y="1279161"/>
                  </a:lnTo>
                  <a:lnTo>
                    <a:pt x="4002065" y="1287509"/>
                  </a:lnTo>
                  <a:lnTo>
                    <a:pt x="4015449" y="1295866"/>
                  </a:lnTo>
                  <a:lnTo>
                    <a:pt x="4028834" y="1304232"/>
                  </a:lnTo>
                  <a:lnTo>
                    <a:pt x="4042219" y="1312608"/>
                  </a:lnTo>
                  <a:lnTo>
                    <a:pt x="4055604" y="1320993"/>
                  </a:lnTo>
                  <a:lnTo>
                    <a:pt x="4068989" y="1329384"/>
                  </a:lnTo>
                  <a:lnTo>
                    <a:pt x="4082374" y="1337781"/>
                  </a:lnTo>
                  <a:lnTo>
                    <a:pt x="4095758" y="1346188"/>
                  </a:lnTo>
                  <a:lnTo>
                    <a:pt x="4109143" y="1354601"/>
                  </a:lnTo>
                  <a:lnTo>
                    <a:pt x="4122528" y="1363022"/>
                  </a:lnTo>
                  <a:lnTo>
                    <a:pt x="4135913" y="1371454"/>
                  </a:lnTo>
                  <a:lnTo>
                    <a:pt x="4149298" y="1379904"/>
                  </a:lnTo>
                  <a:lnTo>
                    <a:pt x="4162683" y="1388370"/>
                  </a:lnTo>
                  <a:lnTo>
                    <a:pt x="4176067" y="1396855"/>
                  </a:lnTo>
                  <a:lnTo>
                    <a:pt x="4189452" y="1405377"/>
                  </a:lnTo>
                  <a:lnTo>
                    <a:pt x="4202837" y="1413934"/>
                  </a:lnTo>
                  <a:lnTo>
                    <a:pt x="4216222" y="1422528"/>
                  </a:lnTo>
                  <a:lnTo>
                    <a:pt x="4229607" y="1431173"/>
                  </a:lnTo>
                  <a:lnTo>
                    <a:pt x="4242992" y="1439895"/>
                  </a:lnTo>
                  <a:lnTo>
                    <a:pt x="4256376" y="1448679"/>
                  </a:lnTo>
                  <a:lnTo>
                    <a:pt x="4269761" y="1457531"/>
                  </a:lnTo>
                  <a:lnTo>
                    <a:pt x="4283146" y="1466503"/>
                  </a:lnTo>
                  <a:lnTo>
                    <a:pt x="4296531" y="1475581"/>
                  </a:lnTo>
                  <a:lnTo>
                    <a:pt x="4309916" y="1484760"/>
                  </a:lnTo>
                  <a:lnTo>
                    <a:pt x="4323301" y="1494066"/>
                  </a:lnTo>
                  <a:lnTo>
                    <a:pt x="4336685" y="1503556"/>
                  </a:lnTo>
                  <a:lnTo>
                    <a:pt x="4350070" y="1513182"/>
                  </a:lnTo>
                  <a:lnTo>
                    <a:pt x="4363455" y="1522950"/>
                  </a:lnTo>
                  <a:lnTo>
                    <a:pt x="4376840" y="1532946"/>
                  </a:lnTo>
                  <a:lnTo>
                    <a:pt x="4390225" y="1543142"/>
                  </a:lnTo>
                  <a:lnTo>
                    <a:pt x="4403610" y="1553513"/>
                  </a:lnTo>
                  <a:lnTo>
                    <a:pt x="4416994" y="1564090"/>
                  </a:lnTo>
                  <a:lnTo>
                    <a:pt x="4430379" y="1574966"/>
                  </a:lnTo>
                  <a:lnTo>
                    <a:pt x="4443764" y="1586047"/>
                  </a:lnTo>
                  <a:lnTo>
                    <a:pt x="4457149" y="1597337"/>
                  </a:lnTo>
                  <a:lnTo>
                    <a:pt x="4470534" y="1608932"/>
                  </a:lnTo>
                  <a:lnTo>
                    <a:pt x="4483919" y="1620803"/>
                  </a:lnTo>
                  <a:lnTo>
                    <a:pt x="4497303" y="1632900"/>
                  </a:lnTo>
                  <a:lnTo>
                    <a:pt x="4510688" y="1645242"/>
                  </a:lnTo>
                  <a:lnTo>
                    <a:pt x="4524073" y="1657949"/>
                  </a:lnTo>
                  <a:lnTo>
                    <a:pt x="4537458" y="1670889"/>
                  </a:lnTo>
                  <a:lnTo>
                    <a:pt x="4550843" y="1684060"/>
                  </a:lnTo>
                  <a:lnTo>
                    <a:pt x="4564228" y="1697546"/>
                  </a:lnTo>
                  <a:lnTo>
                    <a:pt x="4577612" y="1711321"/>
                  </a:lnTo>
                  <a:lnTo>
                    <a:pt x="4590997" y="1725319"/>
                  </a:lnTo>
                  <a:lnTo>
                    <a:pt x="4604382" y="1739539"/>
                  </a:lnTo>
                  <a:lnTo>
                    <a:pt x="4617767" y="1754101"/>
                  </a:lnTo>
                  <a:lnTo>
                    <a:pt x="4631152" y="1768861"/>
                  </a:lnTo>
                  <a:lnTo>
                    <a:pt x="4644537" y="1783815"/>
                  </a:lnTo>
                  <a:lnTo>
                    <a:pt x="4657921" y="1799012"/>
                  </a:lnTo>
                  <a:lnTo>
                    <a:pt x="4671306" y="1814433"/>
                  </a:lnTo>
                  <a:lnTo>
                    <a:pt x="4684691" y="1830010"/>
                  </a:lnTo>
                  <a:lnTo>
                    <a:pt x="4698076" y="1845737"/>
                  </a:lnTo>
                  <a:lnTo>
                    <a:pt x="4711461" y="1861677"/>
                  </a:lnTo>
                  <a:lnTo>
                    <a:pt x="4724846" y="1877732"/>
                  </a:lnTo>
                  <a:lnTo>
                    <a:pt x="4738230" y="1893889"/>
                  </a:lnTo>
                  <a:lnTo>
                    <a:pt x="4751615" y="1910159"/>
                  </a:lnTo>
                  <a:lnTo>
                    <a:pt x="4765000" y="1926522"/>
                  </a:lnTo>
                  <a:lnTo>
                    <a:pt x="4778385" y="1942934"/>
                  </a:lnTo>
                  <a:lnTo>
                    <a:pt x="4791770" y="1959388"/>
                  </a:lnTo>
                  <a:lnTo>
                    <a:pt x="4805155" y="1975873"/>
                  </a:lnTo>
                  <a:lnTo>
                    <a:pt x="4818539" y="1992356"/>
                  </a:lnTo>
                  <a:lnTo>
                    <a:pt x="4831924" y="2008826"/>
                  </a:lnTo>
                  <a:lnTo>
                    <a:pt x="4845309" y="2025264"/>
                  </a:lnTo>
                  <a:lnTo>
                    <a:pt x="4858694" y="2041634"/>
                  </a:lnTo>
                  <a:lnTo>
                    <a:pt x="4872079" y="2057937"/>
                  </a:lnTo>
                  <a:lnTo>
                    <a:pt x="4885464" y="2074168"/>
                  </a:lnTo>
                  <a:lnTo>
                    <a:pt x="4898848" y="2090262"/>
                  </a:lnTo>
                  <a:lnTo>
                    <a:pt x="4912233" y="2106230"/>
                  </a:lnTo>
                  <a:lnTo>
                    <a:pt x="4925618" y="2122079"/>
                  </a:lnTo>
                  <a:lnTo>
                    <a:pt x="4939003" y="2137778"/>
                  </a:lnTo>
                  <a:lnTo>
                    <a:pt x="4952388" y="2153261"/>
                  </a:lnTo>
                  <a:lnTo>
                    <a:pt x="4965773" y="2168586"/>
                  </a:lnTo>
                  <a:lnTo>
                    <a:pt x="4979157" y="2183747"/>
                  </a:lnTo>
                  <a:lnTo>
                    <a:pt x="4992542" y="2198653"/>
                  </a:lnTo>
                  <a:lnTo>
                    <a:pt x="5005927" y="2213337"/>
                  </a:lnTo>
                  <a:lnTo>
                    <a:pt x="5019312" y="2227829"/>
                  </a:lnTo>
                  <a:lnTo>
                    <a:pt x="5032697" y="2242102"/>
                  </a:lnTo>
                  <a:lnTo>
                    <a:pt x="5046082" y="2256058"/>
                  </a:lnTo>
                  <a:lnTo>
                    <a:pt x="5059466" y="2269802"/>
                  </a:lnTo>
                  <a:lnTo>
                    <a:pt x="5072851" y="2283332"/>
                  </a:lnTo>
                  <a:lnTo>
                    <a:pt x="5086236" y="2296553"/>
                  </a:lnTo>
                  <a:lnTo>
                    <a:pt x="5099621" y="2309498"/>
                  </a:lnTo>
                  <a:lnTo>
                    <a:pt x="5113006" y="2322219"/>
                  </a:lnTo>
                  <a:lnTo>
                    <a:pt x="5126391" y="2334700"/>
                  </a:lnTo>
                  <a:lnTo>
                    <a:pt x="5139775" y="2346822"/>
                  </a:lnTo>
                  <a:lnTo>
                    <a:pt x="5153160" y="2358717"/>
                  </a:lnTo>
                  <a:lnTo>
                    <a:pt x="5166545" y="2370385"/>
                  </a:lnTo>
                  <a:lnTo>
                    <a:pt x="5179930" y="2381744"/>
                  </a:lnTo>
                  <a:lnTo>
                    <a:pt x="5193315" y="2392815"/>
                  </a:lnTo>
                  <a:lnTo>
                    <a:pt x="5206700" y="2403664"/>
                  </a:lnTo>
                  <a:lnTo>
                    <a:pt x="5220084" y="2414287"/>
                  </a:lnTo>
                  <a:lnTo>
                    <a:pt x="5233469" y="2424554"/>
                  </a:lnTo>
                  <a:lnTo>
                    <a:pt x="5246854" y="2434605"/>
                  </a:lnTo>
                  <a:lnTo>
                    <a:pt x="5260239" y="2444444"/>
                  </a:lnTo>
                  <a:lnTo>
                    <a:pt x="5273624" y="2454007"/>
                  </a:lnTo>
                  <a:lnTo>
                    <a:pt x="5287009" y="2463295"/>
                  </a:lnTo>
                  <a:lnTo>
                    <a:pt x="5300393" y="2472381"/>
                  </a:lnTo>
                  <a:lnTo>
                    <a:pt x="5313778" y="2481266"/>
                  </a:lnTo>
                  <a:lnTo>
                    <a:pt x="5327163" y="2489836"/>
                  </a:lnTo>
                  <a:lnTo>
                    <a:pt x="5340548" y="2498209"/>
                  </a:lnTo>
                  <a:lnTo>
                    <a:pt x="5353933" y="2506394"/>
                  </a:lnTo>
                  <a:lnTo>
                    <a:pt x="5367318" y="2514345"/>
                  </a:lnTo>
                  <a:lnTo>
                    <a:pt x="5380702" y="2522046"/>
                  </a:lnTo>
                  <a:lnTo>
                    <a:pt x="5394087" y="2529570"/>
                  </a:lnTo>
                  <a:lnTo>
                    <a:pt x="5407472" y="2536920"/>
                  </a:lnTo>
                  <a:lnTo>
                    <a:pt x="5420857" y="2544004"/>
                  </a:lnTo>
                  <a:lnTo>
                    <a:pt x="5434242" y="2550908"/>
                  </a:lnTo>
                  <a:lnTo>
                    <a:pt x="5447627" y="2557649"/>
                  </a:lnTo>
                  <a:lnTo>
                    <a:pt x="5461011" y="2564195"/>
                  </a:lnTo>
                  <a:lnTo>
                    <a:pt x="5474396" y="2570515"/>
                  </a:lnTo>
                  <a:lnTo>
                    <a:pt x="5487781" y="2576683"/>
                  </a:lnTo>
                  <a:lnTo>
                    <a:pt x="5501166" y="2582699"/>
                  </a:lnTo>
                  <a:lnTo>
                    <a:pt x="5514551" y="2588490"/>
                  </a:lnTo>
                  <a:lnTo>
                    <a:pt x="5527936" y="2594118"/>
                  </a:lnTo>
                  <a:lnTo>
                    <a:pt x="5541320" y="2599602"/>
                  </a:lnTo>
                  <a:lnTo>
                    <a:pt x="5554705" y="2604924"/>
                  </a:lnTo>
                  <a:lnTo>
                    <a:pt x="5568090" y="2610042"/>
                  </a:lnTo>
                  <a:lnTo>
                    <a:pt x="5581475" y="2615025"/>
                  </a:lnTo>
                  <a:lnTo>
                    <a:pt x="5594860" y="2619876"/>
                  </a:lnTo>
                  <a:lnTo>
                    <a:pt x="5608245" y="2624538"/>
                  </a:lnTo>
                  <a:lnTo>
                    <a:pt x="5621629" y="2629049"/>
                  </a:lnTo>
                  <a:lnTo>
                    <a:pt x="5635014" y="2633435"/>
                  </a:lnTo>
                  <a:lnTo>
                    <a:pt x="5648399" y="2637685"/>
                  </a:lnTo>
                  <a:lnTo>
                    <a:pt x="5661784" y="2641751"/>
                  </a:lnTo>
                  <a:lnTo>
                    <a:pt x="5675169" y="2645700"/>
                  </a:lnTo>
                  <a:lnTo>
                    <a:pt x="5688554" y="2649534"/>
                  </a:lnTo>
                  <a:lnTo>
                    <a:pt x="5701938" y="2653209"/>
                  </a:lnTo>
                  <a:lnTo>
                    <a:pt x="5715323" y="2656749"/>
                  </a:lnTo>
                  <a:lnTo>
                    <a:pt x="5728708" y="2660182"/>
                  </a:lnTo>
                  <a:lnTo>
                    <a:pt x="5742093" y="2663503"/>
                  </a:lnTo>
                  <a:lnTo>
                    <a:pt x="5755478" y="2666661"/>
                  </a:lnTo>
                  <a:lnTo>
                    <a:pt x="5768863" y="2669721"/>
                  </a:lnTo>
                  <a:lnTo>
                    <a:pt x="5782247" y="2672684"/>
                  </a:lnTo>
                  <a:lnTo>
                    <a:pt x="5795632" y="2675518"/>
                  </a:lnTo>
                  <a:lnTo>
                    <a:pt x="5809017" y="2678233"/>
                  </a:lnTo>
                  <a:lnTo>
                    <a:pt x="5822402" y="2680861"/>
                  </a:lnTo>
                  <a:lnTo>
                    <a:pt x="5835787" y="2683399"/>
                  </a:lnTo>
                  <a:lnTo>
                    <a:pt x="5849172" y="2685800"/>
                  </a:lnTo>
                  <a:lnTo>
                    <a:pt x="5862556" y="2688120"/>
                  </a:lnTo>
                  <a:lnTo>
                    <a:pt x="5875941" y="2690362"/>
                  </a:lnTo>
                  <a:lnTo>
                    <a:pt x="5889326" y="2692502"/>
                  </a:lnTo>
                  <a:lnTo>
                    <a:pt x="5902711" y="2694544"/>
                  </a:lnTo>
                  <a:lnTo>
                    <a:pt x="5916096" y="2696515"/>
                  </a:lnTo>
                  <a:lnTo>
                    <a:pt x="5929481" y="2698415"/>
                  </a:lnTo>
                  <a:lnTo>
                    <a:pt x="5942865" y="2700209"/>
                  </a:lnTo>
                  <a:lnTo>
                    <a:pt x="5956250" y="2701936"/>
                  </a:lnTo>
                  <a:lnTo>
                    <a:pt x="5969635" y="2703600"/>
                  </a:lnTo>
                  <a:lnTo>
                    <a:pt x="5983020" y="2705188"/>
                  </a:lnTo>
                  <a:lnTo>
                    <a:pt x="5996405" y="2706695"/>
                  </a:lnTo>
                  <a:lnTo>
                    <a:pt x="6009790" y="2708147"/>
                  </a:lnTo>
                  <a:lnTo>
                    <a:pt x="6023174" y="2709544"/>
                  </a:lnTo>
                  <a:lnTo>
                    <a:pt x="6036559" y="2710859"/>
                  </a:lnTo>
                  <a:lnTo>
                    <a:pt x="6049944" y="2712120"/>
                  </a:lnTo>
                  <a:lnTo>
                    <a:pt x="6063329" y="2713332"/>
                  </a:lnTo>
                  <a:lnTo>
                    <a:pt x="6076714" y="2714486"/>
                  </a:lnTo>
                  <a:lnTo>
                    <a:pt x="6090099" y="2715576"/>
                  </a:lnTo>
                  <a:lnTo>
                    <a:pt x="6103483" y="2716622"/>
                  </a:lnTo>
                  <a:lnTo>
                    <a:pt x="6116868" y="2717625"/>
                  </a:lnTo>
                  <a:lnTo>
                    <a:pt x="6130253" y="2718567"/>
                  </a:lnTo>
                  <a:lnTo>
                    <a:pt x="6143638" y="2719465"/>
                  </a:lnTo>
                  <a:lnTo>
                    <a:pt x="6157023" y="2720325"/>
                  </a:lnTo>
                  <a:lnTo>
                    <a:pt x="6170408" y="2721143"/>
                  </a:lnTo>
                  <a:lnTo>
                    <a:pt x="6183792" y="2721909"/>
                  </a:lnTo>
                  <a:lnTo>
                    <a:pt x="6197177" y="2722643"/>
                  </a:lnTo>
                  <a:lnTo>
                    <a:pt x="6210562" y="2723344"/>
                  </a:lnTo>
                  <a:lnTo>
                    <a:pt x="6223947" y="2724002"/>
                  </a:lnTo>
                  <a:lnTo>
                    <a:pt x="6237332" y="2724626"/>
                  </a:lnTo>
                  <a:lnTo>
                    <a:pt x="6250717" y="2725224"/>
                  </a:lnTo>
                  <a:lnTo>
                    <a:pt x="6264101" y="2725793"/>
                  </a:lnTo>
                  <a:lnTo>
                    <a:pt x="6277486" y="2726326"/>
                  </a:lnTo>
                  <a:lnTo>
                    <a:pt x="6290871" y="2726838"/>
                  </a:lnTo>
                  <a:lnTo>
                    <a:pt x="6304256" y="2727330"/>
                  </a:lnTo>
                  <a:lnTo>
                    <a:pt x="6317641" y="2727796"/>
                  </a:lnTo>
                  <a:lnTo>
                    <a:pt x="6331026" y="2728242"/>
                  </a:lnTo>
                  <a:lnTo>
                    <a:pt x="6344410" y="2728674"/>
                  </a:lnTo>
                  <a:lnTo>
                    <a:pt x="6357795" y="2729093"/>
                  </a:lnTo>
                  <a:lnTo>
                    <a:pt x="6371180" y="2729495"/>
                  </a:lnTo>
                  <a:lnTo>
                    <a:pt x="6384565" y="2729890"/>
                  </a:lnTo>
                  <a:lnTo>
                    <a:pt x="6397950" y="2730278"/>
                  </a:lnTo>
                  <a:lnTo>
                    <a:pt x="6411335" y="2730661"/>
                  </a:lnTo>
                  <a:lnTo>
                    <a:pt x="6424719" y="2731041"/>
                  </a:lnTo>
                  <a:lnTo>
                    <a:pt x="6438104" y="2731421"/>
                  </a:lnTo>
                  <a:lnTo>
                    <a:pt x="6451489" y="2731802"/>
                  </a:lnTo>
                  <a:lnTo>
                    <a:pt x="6464874" y="2732190"/>
                  </a:lnTo>
                  <a:lnTo>
                    <a:pt x="6478259" y="2732584"/>
                  </a:lnTo>
                  <a:lnTo>
                    <a:pt x="6491644" y="2732985"/>
                  </a:lnTo>
                  <a:lnTo>
                    <a:pt x="6505028" y="2733399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6"/>
                  </a:lnTo>
                  <a:lnTo>
                    <a:pt x="6571953" y="2735704"/>
                  </a:lnTo>
                  <a:lnTo>
                    <a:pt x="6585337" y="2736220"/>
                  </a:lnTo>
                  <a:lnTo>
                    <a:pt x="6598722" y="2736760"/>
                  </a:lnTo>
                  <a:lnTo>
                    <a:pt x="6612107" y="2737326"/>
                  </a:lnTo>
                  <a:lnTo>
                    <a:pt x="6625492" y="2737914"/>
                  </a:lnTo>
                  <a:lnTo>
                    <a:pt x="6638877" y="2738521"/>
                  </a:lnTo>
                  <a:lnTo>
                    <a:pt x="6652262" y="2739161"/>
                  </a:lnTo>
                  <a:lnTo>
                    <a:pt x="6665646" y="2739823"/>
                  </a:lnTo>
                  <a:lnTo>
                    <a:pt x="6679031" y="2740507"/>
                  </a:lnTo>
                  <a:lnTo>
                    <a:pt x="6692416" y="2741215"/>
                  </a:lnTo>
                  <a:lnTo>
                    <a:pt x="6705801" y="2741952"/>
                  </a:lnTo>
                  <a:lnTo>
                    <a:pt x="6719186" y="2742708"/>
                  </a:lnTo>
                  <a:lnTo>
                    <a:pt x="6732571" y="2743484"/>
                  </a:lnTo>
                  <a:lnTo>
                    <a:pt x="6745955" y="2744286"/>
                  </a:lnTo>
                  <a:lnTo>
                    <a:pt x="6759340" y="2745107"/>
                  </a:lnTo>
                  <a:lnTo>
                    <a:pt x="6772725" y="2745943"/>
                  </a:lnTo>
                  <a:lnTo>
                    <a:pt x="6786110" y="2746797"/>
                  </a:lnTo>
                  <a:lnTo>
                    <a:pt x="6799495" y="2747669"/>
                  </a:lnTo>
                  <a:lnTo>
                    <a:pt x="6812880" y="2748553"/>
                  </a:lnTo>
                  <a:lnTo>
                    <a:pt x="6826264" y="2749446"/>
                  </a:lnTo>
                  <a:lnTo>
                    <a:pt x="6839649" y="275035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2"/>
            </a:xfrm>
            <a:custGeom>
              <a:avLst/>
              <a:pathLst>
                <a:path w="6839649" h="2750352">
                  <a:moveTo>
                    <a:pt x="0" y="2615940"/>
                  </a:moveTo>
                  <a:lnTo>
                    <a:pt x="13384" y="2612146"/>
                  </a:lnTo>
                  <a:lnTo>
                    <a:pt x="26769" y="2608436"/>
                  </a:lnTo>
                  <a:lnTo>
                    <a:pt x="40154" y="2604787"/>
                  </a:lnTo>
                  <a:lnTo>
                    <a:pt x="53539" y="2601198"/>
                  </a:lnTo>
                  <a:lnTo>
                    <a:pt x="66924" y="2597700"/>
                  </a:lnTo>
                  <a:lnTo>
                    <a:pt x="80308" y="2594272"/>
                  </a:lnTo>
                  <a:lnTo>
                    <a:pt x="93693" y="2590903"/>
                  </a:lnTo>
                  <a:lnTo>
                    <a:pt x="107078" y="2587600"/>
                  </a:lnTo>
                  <a:lnTo>
                    <a:pt x="120463" y="2584376"/>
                  </a:lnTo>
                  <a:lnTo>
                    <a:pt x="133848" y="2581199"/>
                  </a:lnTo>
                  <a:lnTo>
                    <a:pt x="147233" y="2578068"/>
                  </a:lnTo>
                  <a:lnTo>
                    <a:pt x="160617" y="2574992"/>
                  </a:lnTo>
                  <a:lnTo>
                    <a:pt x="174002" y="2571950"/>
                  </a:lnTo>
                  <a:lnTo>
                    <a:pt x="187387" y="2568930"/>
                  </a:lnTo>
                  <a:lnTo>
                    <a:pt x="200772" y="2565928"/>
                  </a:lnTo>
                  <a:lnTo>
                    <a:pt x="214157" y="2562931"/>
                  </a:lnTo>
                  <a:lnTo>
                    <a:pt x="227542" y="2559925"/>
                  </a:lnTo>
                  <a:lnTo>
                    <a:pt x="240926" y="2556903"/>
                  </a:lnTo>
                  <a:lnTo>
                    <a:pt x="254311" y="2553842"/>
                  </a:lnTo>
                  <a:lnTo>
                    <a:pt x="267696" y="2550724"/>
                  </a:lnTo>
                  <a:lnTo>
                    <a:pt x="281081" y="2547551"/>
                  </a:lnTo>
                  <a:lnTo>
                    <a:pt x="294466" y="2544311"/>
                  </a:lnTo>
                  <a:lnTo>
                    <a:pt x="307851" y="2540938"/>
                  </a:lnTo>
                  <a:lnTo>
                    <a:pt x="321235" y="2537463"/>
                  </a:lnTo>
                  <a:lnTo>
                    <a:pt x="334620" y="2533880"/>
                  </a:lnTo>
                  <a:lnTo>
                    <a:pt x="348005" y="2530131"/>
                  </a:lnTo>
                  <a:lnTo>
                    <a:pt x="361390" y="2526196"/>
                  </a:lnTo>
                  <a:lnTo>
                    <a:pt x="374775" y="2522105"/>
                  </a:lnTo>
                  <a:lnTo>
                    <a:pt x="388160" y="2517851"/>
                  </a:lnTo>
                  <a:lnTo>
                    <a:pt x="401544" y="2513296"/>
                  </a:lnTo>
                  <a:lnTo>
                    <a:pt x="414929" y="2508538"/>
                  </a:lnTo>
                  <a:lnTo>
                    <a:pt x="428314" y="2503573"/>
                  </a:lnTo>
                  <a:lnTo>
                    <a:pt x="441699" y="2498323"/>
                  </a:lnTo>
                  <a:lnTo>
                    <a:pt x="455084" y="2492753"/>
                  </a:lnTo>
                  <a:lnTo>
                    <a:pt x="468469" y="2486935"/>
                  </a:lnTo>
                  <a:lnTo>
                    <a:pt x="481853" y="2480865"/>
                  </a:lnTo>
                  <a:lnTo>
                    <a:pt x="495238" y="2474372"/>
                  </a:lnTo>
                  <a:lnTo>
                    <a:pt x="508623" y="2467585"/>
                  </a:lnTo>
                  <a:lnTo>
                    <a:pt x="522008" y="2460516"/>
                  </a:lnTo>
                  <a:lnTo>
                    <a:pt x="535393" y="2453089"/>
                  </a:lnTo>
                  <a:lnTo>
                    <a:pt x="548778" y="2445247"/>
                  </a:lnTo>
                  <a:lnTo>
                    <a:pt x="562162" y="2437104"/>
                  </a:lnTo>
                  <a:lnTo>
                    <a:pt x="575547" y="2428659"/>
                  </a:lnTo>
                  <a:lnTo>
                    <a:pt x="588932" y="2419744"/>
                  </a:lnTo>
                  <a:lnTo>
                    <a:pt x="602317" y="2410489"/>
                  </a:lnTo>
                  <a:lnTo>
                    <a:pt x="615702" y="2400929"/>
                  </a:lnTo>
                  <a:lnTo>
                    <a:pt x="629087" y="2391005"/>
                  </a:lnTo>
                  <a:lnTo>
                    <a:pt x="642471" y="2380641"/>
                  </a:lnTo>
                  <a:lnTo>
                    <a:pt x="655856" y="2369980"/>
                  </a:lnTo>
                  <a:lnTo>
                    <a:pt x="669241" y="2359024"/>
                  </a:lnTo>
                  <a:lnTo>
                    <a:pt x="682626" y="2347638"/>
                  </a:lnTo>
                  <a:lnTo>
                    <a:pt x="696011" y="2335929"/>
                  </a:lnTo>
                  <a:lnTo>
                    <a:pt x="709396" y="2323949"/>
                  </a:lnTo>
                  <a:lnTo>
                    <a:pt x="722780" y="2311664"/>
                  </a:lnTo>
                  <a:lnTo>
                    <a:pt x="736165" y="2298998"/>
                  </a:lnTo>
                  <a:lnTo>
                    <a:pt x="749550" y="2286092"/>
                  </a:lnTo>
                  <a:lnTo>
                    <a:pt x="762935" y="2272952"/>
                  </a:lnTo>
                  <a:lnTo>
                    <a:pt x="776320" y="2259493"/>
                  </a:lnTo>
                  <a:lnTo>
                    <a:pt x="789705" y="2245789"/>
                  </a:lnTo>
                  <a:lnTo>
                    <a:pt x="803089" y="2231892"/>
                  </a:lnTo>
                  <a:lnTo>
                    <a:pt x="816474" y="2217793"/>
                  </a:lnTo>
                  <a:lnTo>
                    <a:pt x="829859" y="2203436"/>
                  </a:lnTo>
                  <a:lnTo>
                    <a:pt x="843244" y="2188932"/>
                  </a:lnTo>
                  <a:lnTo>
                    <a:pt x="856629" y="2174287"/>
                  </a:lnTo>
                  <a:lnTo>
                    <a:pt x="870014" y="2159466"/>
                  </a:lnTo>
                  <a:lnTo>
                    <a:pt x="883398" y="2144512"/>
                  </a:lnTo>
                  <a:lnTo>
                    <a:pt x="896783" y="2129462"/>
                  </a:lnTo>
                  <a:lnTo>
                    <a:pt x="910168" y="2114322"/>
                  </a:lnTo>
                  <a:lnTo>
                    <a:pt x="923553" y="2099071"/>
                  </a:lnTo>
                  <a:lnTo>
                    <a:pt x="936938" y="2083767"/>
                  </a:lnTo>
                  <a:lnTo>
                    <a:pt x="950323" y="2068418"/>
                  </a:lnTo>
                  <a:lnTo>
                    <a:pt x="963707" y="2053021"/>
                  </a:lnTo>
                  <a:lnTo>
                    <a:pt x="977092" y="2037597"/>
                  </a:lnTo>
                  <a:lnTo>
                    <a:pt x="990477" y="2022162"/>
                  </a:lnTo>
                  <a:lnTo>
                    <a:pt x="1003862" y="2006720"/>
                  </a:lnTo>
                  <a:lnTo>
                    <a:pt x="1017247" y="1991285"/>
                  </a:lnTo>
                  <a:lnTo>
                    <a:pt x="1030632" y="1975864"/>
                  </a:lnTo>
                  <a:lnTo>
                    <a:pt x="1044016" y="1960459"/>
                  </a:lnTo>
                  <a:lnTo>
                    <a:pt x="1057401" y="1945082"/>
                  </a:lnTo>
                  <a:lnTo>
                    <a:pt x="1070786" y="1929741"/>
                  </a:lnTo>
                  <a:lnTo>
                    <a:pt x="1084171" y="1914427"/>
                  </a:lnTo>
                  <a:lnTo>
                    <a:pt x="1097556" y="1899144"/>
                  </a:lnTo>
                  <a:lnTo>
                    <a:pt x="1110941" y="1883907"/>
                  </a:lnTo>
                  <a:lnTo>
                    <a:pt x="1124325" y="1868701"/>
                  </a:lnTo>
                  <a:lnTo>
                    <a:pt x="1137710" y="1853521"/>
                  </a:lnTo>
                  <a:lnTo>
                    <a:pt x="1151095" y="1838371"/>
                  </a:lnTo>
                  <a:lnTo>
                    <a:pt x="1164480" y="1823247"/>
                  </a:lnTo>
                  <a:lnTo>
                    <a:pt x="1177865" y="1808134"/>
                  </a:lnTo>
                  <a:lnTo>
                    <a:pt x="1191250" y="1793031"/>
                  </a:lnTo>
                  <a:lnTo>
                    <a:pt x="1204634" y="1777927"/>
                  </a:lnTo>
                  <a:lnTo>
                    <a:pt x="1218019" y="1762810"/>
                  </a:lnTo>
                  <a:lnTo>
                    <a:pt x="1231404" y="1747675"/>
                  </a:lnTo>
                  <a:lnTo>
                    <a:pt x="1244789" y="1732510"/>
                  </a:lnTo>
                  <a:lnTo>
                    <a:pt x="1258174" y="1717287"/>
                  </a:lnTo>
                  <a:lnTo>
                    <a:pt x="1271559" y="1702011"/>
                  </a:lnTo>
                  <a:lnTo>
                    <a:pt x="1284943" y="1686676"/>
                  </a:lnTo>
                  <a:lnTo>
                    <a:pt x="1298328" y="1671234"/>
                  </a:lnTo>
                  <a:lnTo>
                    <a:pt x="1311713" y="1655689"/>
                  </a:lnTo>
                  <a:lnTo>
                    <a:pt x="1325098" y="1640045"/>
                  </a:lnTo>
                  <a:lnTo>
                    <a:pt x="1338483" y="1624281"/>
                  </a:lnTo>
                  <a:lnTo>
                    <a:pt x="1351868" y="1608330"/>
                  </a:lnTo>
                  <a:lnTo>
                    <a:pt x="1365252" y="1592241"/>
                  </a:lnTo>
                  <a:lnTo>
                    <a:pt x="1378637" y="1576010"/>
                  </a:lnTo>
                  <a:lnTo>
                    <a:pt x="1392022" y="1559555"/>
                  </a:lnTo>
                  <a:lnTo>
                    <a:pt x="1405407" y="1542893"/>
                  </a:lnTo>
                  <a:lnTo>
                    <a:pt x="1418792" y="1526054"/>
                  </a:lnTo>
                  <a:lnTo>
                    <a:pt x="1432177" y="1509015"/>
                  </a:lnTo>
                  <a:lnTo>
                    <a:pt x="1445561" y="1491672"/>
                  </a:lnTo>
                  <a:lnTo>
                    <a:pt x="1458946" y="1474124"/>
                  </a:lnTo>
                  <a:lnTo>
                    <a:pt x="1472331" y="1456370"/>
                  </a:lnTo>
                  <a:lnTo>
                    <a:pt x="1485716" y="1438322"/>
                  </a:lnTo>
                  <a:lnTo>
                    <a:pt x="1499101" y="1419999"/>
                  </a:lnTo>
                  <a:lnTo>
                    <a:pt x="1512486" y="1401457"/>
                  </a:lnTo>
                  <a:lnTo>
                    <a:pt x="1525870" y="1382687"/>
                  </a:lnTo>
                  <a:lnTo>
                    <a:pt x="1539255" y="1363563"/>
                  </a:lnTo>
                  <a:lnTo>
                    <a:pt x="1552640" y="1344222"/>
                  </a:lnTo>
                  <a:lnTo>
                    <a:pt x="1566025" y="1324666"/>
                  </a:lnTo>
                  <a:lnTo>
                    <a:pt x="1579410" y="1304828"/>
                  </a:lnTo>
                  <a:lnTo>
                    <a:pt x="1592795" y="1284724"/>
                  </a:lnTo>
                  <a:lnTo>
                    <a:pt x="1606179" y="1264426"/>
                  </a:lnTo>
                  <a:lnTo>
                    <a:pt x="1619564" y="1243936"/>
                  </a:lnTo>
                  <a:lnTo>
                    <a:pt x="1632949" y="1223158"/>
                  </a:lnTo>
                  <a:lnTo>
                    <a:pt x="1646334" y="1202218"/>
                  </a:lnTo>
                  <a:lnTo>
                    <a:pt x="1659719" y="1181124"/>
                  </a:lnTo>
                  <a:lnTo>
                    <a:pt x="1673104" y="1159851"/>
                  </a:lnTo>
                  <a:lnTo>
                    <a:pt x="1686488" y="1138415"/>
                  </a:lnTo>
                  <a:lnTo>
                    <a:pt x="1699873" y="1116877"/>
                  </a:lnTo>
                  <a:lnTo>
                    <a:pt x="1713258" y="1095247"/>
                  </a:lnTo>
                  <a:lnTo>
                    <a:pt x="1726643" y="1073505"/>
                  </a:lnTo>
                  <a:lnTo>
                    <a:pt x="1740028" y="1051719"/>
                  </a:lnTo>
                  <a:lnTo>
                    <a:pt x="1753413" y="1029902"/>
                  </a:lnTo>
                  <a:lnTo>
                    <a:pt x="1766797" y="1008067"/>
                  </a:lnTo>
                  <a:lnTo>
                    <a:pt x="1780182" y="986254"/>
                  </a:lnTo>
                  <a:lnTo>
                    <a:pt x="1793567" y="964477"/>
                  </a:lnTo>
                  <a:lnTo>
                    <a:pt x="1806952" y="942748"/>
                  </a:lnTo>
                  <a:lnTo>
                    <a:pt x="1820337" y="921132"/>
                  </a:lnTo>
                  <a:lnTo>
                    <a:pt x="1833722" y="899630"/>
                  </a:lnTo>
                  <a:lnTo>
                    <a:pt x="1847106" y="878245"/>
                  </a:lnTo>
                  <a:lnTo>
                    <a:pt x="1860491" y="857015"/>
                  </a:lnTo>
                  <a:lnTo>
                    <a:pt x="1873876" y="836017"/>
                  </a:lnTo>
                  <a:lnTo>
                    <a:pt x="1887261" y="815199"/>
                  </a:lnTo>
                  <a:lnTo>
                    <a:pt x="1900646" y="794570"/>
                  </a:lnTo>
                  <a:lnTo>
                    <a:pt x="1914031" y="774250"/>
                  </a:lnTo>
                  <a:lnTo>
                    <a:pt x="1927415" y="754198"/>
                  </a:lnTo>
                  <a:lnTo>
                    <a:pt x="1940800" y="734387"/>
                  </a:lnTo>
                  <a:lnTo>
                    <a:pt x="1954185" y="714859"/>
                  </a:lnTo>
                  <a:lnTo>
                    <a:pt x="1967570" y="695736"/>
                  </a:lnTo>
                  <a:lnTo>
                    <a:pt x="1980955" y="676890"/>
                  </a:lnTo>
                  <a:lnTo>
                    <a:pt x="1994340" y="658327"/>
                  </a:lnTo>
                  <a:lnTo>
                    <a:pt x="2007724" y="640181"/>
                  </a:lnTo>
                  <a:lnTo>
                    <a:pt x="2021109" y="622398"/>
                  </a:lnTo>
                  <a:lnTo>
                    <a:pt x="2034494" y="604915"/>
                  </a:lnTo>
                  <a:lnTo>
                    <a:pt x="2047879" y="587760"/>
                  </a:lnTo>
                  <a:lnTo>
                    <a:pt x="2061264" y="571079"/>
                  </a:lnTo>
                  <a:lnTo>
                    <a:pt x="2074649" y="554699"/>
                  </a:lnTo>
                  <a:lnTo>
                    <a:pt x="2088033" y="538618"/>
                  </a:lnTo>
                  <a:lnTo>
                    <a:pt x="2101418" y="522944"/>
                  </a:lnTo>
                  <a:lnTo>
                    <a:pt x="2114803" y="507632"/>
                  </a:lnTo>
                  <a:lnTo>
                    <a:pt x="2128188" y="492600"/>
                  </a:lnTo>
                  <a:lnTo>
                    <a:pt x="2141573" y="477850"/>
                  </a:lnTo>
                  <a:lnTo>
                    <a:pt x="2154958" y="463520"/>
                  </a:lnTo>
                  <a:lnTo>
                    <a:pt x="2168342" y="449435"/>
                  </a:lnTo>
                  <a:lnTo>
                    <a:pt x="2181727" y="435588"/>
                  </a:lnTo>
                  <a:lnTo>
                    <a:pt x="2195112" y="422041"/>
                  </a:lnTo>
                  <a:lnTo>
                    <a:pt x="2208497" y="408766"/>
                  </a:lnTo>
                  <a:lnTo>
                    <a:pt x="2221882" y="395682"/>
                  </a:lnTo>
                  <a:lnTo>
                    <a:pt x="2235267" y="382784"/>
                  </a:lnTo>
                  <a:lnTo>
                    <a:pt x="2248651" y="370154"/>
                  </a:lnTo>
                  <a:lnTo>
                    <a:pt x="2262036" y="357670"/>
                  </a:lnTo>
                  <a:lnTo>
                    <a:pt x="2275421" y="345323"/>
                  </a:lnTo>
                  <a:lnTo>
                    <a:pt x="2288806" y="333133"/>
                  </a:lnTo>
                  <a:lnTo>
                    <a:pt x="2302191" y="321086"/>
                  </a:lnTo>
                  <a:lnTo>
                    <a:pt x="2315576" y="309130"/>
                  </a:lnTo>
                  <a:lnTo>
                    <a:pt x="2328960" y="297261"/>
                  </a:lnTo>
                  <a:lnTo>
                    <a:pt x="2342345" y="285504"/>
                  </a:lnTo>
                  <a:lnTo>
                    <a:pt x="2355730" y="273811"/>
                  </a:lnTo>
                  <a:lnTo>
                    <a:pt x="2369115" y="262174"/>
                  </a:lnTo>
                  <a:lnTo>
                    <a:pt x="2382500" y="250597"/>
                  </a:lnTo>
                  <a:lnTo>
                    <a:pt x="2395885" y="239084"/>
                  </a:lnTo>
                  <a:lnTo>
                    <a:pt x="2409269" y="227614"/>
                  </a:lnTo>
                  <a:lnTo>
                    <a:pt x="2422654" y="216186"/>
                  </a:lnTo>
                  <a:lnTo>
                    <a:pt x="2436039" y="204828"/>
                  </a:lnTo>
                  <a:lnTo>
                    <a:pt x="2449424" y="193528"/>
                  </a:lnTo>
                  <a:lnTo>
                    <a:pt x="2462809" y="182287"/>
                  </a:lnTo>
                  <a:lnTo>
                    <a:pt x="2476194" y="171121"/>
                  </a:lnTo>
                  <a:lnTo>
                    <a:pt x="2489578" y="160073"/>
                  </a:lnTo>
                  <a:lnTo>
                    <a:pt x="2502963" y="149125"/>
                  </a:lnTo>
                  <a:lnTo>
                    <a:pt x="2516348" y="138282"/>
                  </a:lnTo>
                  <a:lnTo>
                    <a:pt x="2529733" y="127630"/>
                  </a:lnTo>
                  <a:lnTo>
                    <a:pt x="2543118" y="117163"/>
                  </a:lnTo>
                  <a:lnTo>
                    <a:pt x="2556503" y="106873"/>
                  </a:lnTo>
                  <a:lnTo>
                    <a:pt x="2569887" y="96802"/>
                  </a:lnTo>
                  <a:lnTo>
                    <a:pt x="2583272" y="87084"/>
                  </a:lnTo>
                  <a:lnTo>
                    <a:pt x="2596657" y="77635"/>
                  </a:lnTo>
                  <a:lnTo>
                    <a:pt x="2610042" y="68470"/>
                  </a:lnTo>
                  <a:lnTo>
                    <a:pt x="2623427" y="59762"/>
                  </a:lnTo>
                  <a:lnTo>
                    <a:pt x="2636812" y="51501"/>
                  </a:lnTo>
                  <a:lnTo>
                    <a:pt x="2650196" y="43635"/>
                  </a:lnTo>
                  <a:lnTo>
                    <a:pt x="2663581" y="36218"/>
                  </a:lnTo>
                  <a:lnTo>
                    <a:pt x="2676966" y="29533"/>
                  </a:lnTo>
                  <a:lnTo>
                    <a:pt x="2690351" y="23360"/>
                  </a:lnTo>
                  <a:lnTo>
                    <a:pt x="2703736" y="17717"/>
                  </a:lnTo>
                  <a:lnTo>
                    <a:pt x="2717121" y="12855"/>
                  </a:lnTo>
                  <a:lnTo>
                    <a:pt x="2730505" y="8775"/>
                  </a:lnTo>
                  <a:lnTo>
                    <a:pt x="2743890" y="5339"/>
                  </a:lnTo>
                  <a:lnTo>
                    <a:pt x="2757275" y="2585"/>
                  </a:lnTo>
                  <a:lnTo>
                    <a:pt x="2770660" y="974"/>
                  </a:lnTo>
                  <a:lnTo>
                    <a:pt x="2784045" y="108"/>
                  </a:lnTo>
                  <a:lnTo>
                    <a:pt x="2797430" y="0"/>
                  </a:lnTo>
                  <a:lnTo>
                    <a:pt x="2810814" y="931"/>
                  </a:lnTo>
                  <a:lnTo>
                    <a:pt x="2824199" y="2938"/>
                  </a:lnTo>
                  <a:lnTo>
                    <a:pt x="2837584" y="5776"/>
                  </a:lnTo>
                  <a:lnTo>
                    <a:pt x="2850969" y="9454"/>
                  </a:lnTo>
                  <a:lnTo>
                    <a:pt x="2864354" y="14532"/>
                  </a:lnTo>
                  <a:lnTo>
                    <a:pt x="2877739" y="20502"/>
                  </a:lnTo>
                  <a:lnTo>
                    <a:pt x="2891123" y="27348"/>
                  </a:lnTo>
                  <a:lnTo>
                    <a:pt x="2904508" y="35319"/>
                  </a:lnTo>
                  <a:lnTo>
                    <a:pt x="2917893" y="44497"/>
                  </a:lnTo>
                  <a:lnTo>
                    <a:pt x="2931278" y="54550"/>
                  </a:lnTo>
                  <a:lnTo>
                    <a:pt x="2944663" y="65474"/>
                  </a:lnTo>
                  <a:lnTo>
                    <a:pt x="2958048" y="77752"/>
                  </a:lnTo>
                  <a:lnTo>
                    <a:pt x="2971432" y="90927"/>
                  </a:lnTo>
                  <a:lnTo>
                    <a:pt x="2984817" y="104926"/>
                  </a:lnTo>
                  <a:lnTo>
                    <a:pt x="2998202" y="119916"/>
                  </a:lnTo>
                  <a:lnTo>
                    <a:pt x="3011587" y="136004"/>
                  </a:lnTo>
                  <a:lnTo>
                    <a:pt x="3024972" y="152831"/>
                  </a:lnTo>
                  <a:lnTo>
                    <a:pt x="3038357" y="170383"/>
                  </a:lnTo>
                  <a:lnTo>
                    <a:pt x="3051741" y="188976"/>
                  </a:lnTo>
                  <a:lnTo>
                    <a:pt x="3065126" y="208275"/>
                  </a:lnTo>
                  <a:lnTo>
                    <a:pt x="3078511" y="228176"/>
                  </a:lnTo>
                  <a:lnTo>
                    <a:pt x="3091896" y="248747"/>
                  </a:lnTo>
                  <a:lnTo>
                    <a:pt x="3105281" y="270067"/>
                  </a:lnTo>
                  <a:lnTo>
                    <a:pt x="3118666" y="291840"/>
                  </a:lnTo>
                  <a:lnTo>
                    <a:pt x="3132050" y="314043"/>
                  </a:lnTo>
                  <a:lnTo>
                    <a:pt x="3145435" y="336797"/>
                  </a:lnTo>
                  <a:lnTo>
                    <a:pt x="3158820" y="359907"/>
                  </a:lnTo>
                  <a:lnTo>
                    <a:pt x="3172205" y="383281"/>
                  </a:lnTo>
                  <a:lnTo>
                    <a:pt x="3185590" y="406917"/>
                  </a:lnTo>
                  <a:lnTo>
                    <a:pt x="3198975" y="430794"/>
                  </a:lnTo>
                  <a:lnTo>
                    <a:pt x="3212359" y="454770"/>
                  </a:lnTo>
                  <a:lnTo>
                    <a:pt x="3225744" y="478817"/>
                  </a:lnTo>
                  <a:lnTo>
                    <a:pt x="3239129" y="502891"/>
                  </a:lnTo>
                  <a:lnTo>
                    <a:pt x="3252514" y="526905"/>
                  </a:lnTo>
                  <a:lnTo>
                    <a:pt x="3265899" y="550833"/>
                  </a:lnTo>
                  <a:lnTo>
                    <a:pt x="3279284" y="574638"/>
                  </a:lnTo>
                  <a:lnTo>
                    <a:pt x="3292668" y="598168"/>
                  </a:lnTo>
                  <a:lnTo>
                    <a:pt x="3306053" y="621472"/>
                  </a:lnTo>
                  <a:lnTo>
                    <a:pt x="3319438" y="644530"/>
                  </a:lnTo>
                  <a:lnTo>
                    <a:pt x="3332823" y="667198"/>
                  </a:lnTo>
                  <a:lnTo>
                    <a:pt x="3346208" y="689447"/>
                  </a:lnTo>
                  <a:lnTo>
                    <a:pt x="3359593" y="711341"/>
                  </a:lnTo>
                  <a:lnTo>
                    <a:pt x="3372977" y="732856"/>
                  </a:lnTo>
                  <a:lnTo>
                    <a:pt x="3386362" y="753713"/>
                  </a:lnTo>
                  <a:lnTo>
                    <a:pt x="3399747" y="774137"/>
                  </a:lnTo>
                  <a:lnTo>
                    <a:pt x="3413132" y="794121"/>
                  </a:lnTo>
                  <a:lnTo>
                    <a:pt x="3426517" y="813501"/>
                  </a:lnTo>
                  <a:lnTo>
                    <a:pt x="3439902" y="832257"/>
                  </a:lnTo>
                  <a:lnTo>
                    <a:pt x="3453286" y="850535"/>
                  </a:lnTo>
                  <a:lnTo>
                    <a:pt x="3466671" y="868332"/>
                  </a:lnTo>
                  <a:lnTo>
                    <a:pt x="3480056" y="885341"/>
                  </a:lnTo>
                  <a:lnTo>
                    <a:pt x="3493441" y="901857"/>
                  </a:lnTo>
                  <a:lnTo>
                    <a:pt x="3506826" y="917893"/>
                  </a:lnTo>
                  <a:lnTo>
                    <a:pt x="3520211" y="933324"/>
                  </a:lnTo>
                  <a:lnTo>
                    <a:pt x="3533595" y="948120"/>
                  </a:lnTo>
                  <a:lnTo>
                    <a:pt x="3546980" y="962465"/>
                  </a:lnTo>
                  <a:lnTo>
                    <a:pt x="3560365" y="976368"/>
                  </a:lnTo>
                  <a:lnTo>
                    <a:pt x="3573750" y="989603"/>
                  </a:lnTo>
                  <a:lnTo>
                    <a:pt x="3587135" y="1002407"/>
                  </a:lnTo>
                  <a:lnTo>
                    <a:pt x="3600520" y="1014824"/>
                  </a:lnTo>
                  <a:lnTo>
                    <a:pt x="3613904" y="1026785"/>
                  </a:lnTo>
                  <a:lnTo>
                    <a:pt x="3627289" y="1038256"/>
                  </a:lnTo>
                  <a:lnTo>
                    <a:pt x="3640674" y="1049407"/>
                  </a:lnTo>
                  <a:lnTo>
                    <a:pt x="3654059" y="1060249"/>
                  </a:lnTo>
                  <a:lnTo>
                    <a:pt x="3667444" y="1070663"/>
                  </a:lnTo>
                  <a:lnTo>
                    <a:pt x="3680829" y="1080795"/>
                  </a:lnTo>
                  <a:lnTo>
                    <a:pt x="3694213" y="1090692"/>
                  </a:lnTo>
                  <a:lnTo>
                    <a:pt x="3707598" y="1100334"/>
                  </a:lnTo>
                  <a:lnTo>
                    <a:pt x="3720983" y="1109697"/>
                  </a:lnTo>
                  <a:lnTo>
                    <a:pt x="3734368" y="1118897"/>
                  </a:lnTo>
                  <a:lnTo>
                    <a:pt x="3747753" y="1127944"/>
                  </a:lnTo>
                  <a:lnTo>
                    <a:pt x="3761138" y="1136796"/>
                  </a:lnTo>
                  <a:lnTo>
                    <a:pt x="3774522" y="1145524"/>
                  </a:lnTo>
                  <a:lnTo>
                    <a:pt x="3787907" y="1154158"/>
                  </a:lnTo>
                  <a:lnTo>
                    <a:pt x="3801292" y="1162699"/>
                  </a:lnTo>
                  <a:lnTo>
                    <a:pt x="3814677" y="1171145"/>
                  </a:lnTo>
                  <a:lnTo>
                    <a:pt x="3828062" y="1179543"/>
                  </a:lnTo>
                  <a:lnTo>
                    <a:pt x="3841447" y="1187900"/>
                  </a:lnTo>
                  <a:lnTo>
                    <a:pt x="3854831" y="1196215"/>
                  </a:lnTo>
                  <a:lnTo>
                    <a:pt x="3868216" y="1204509"/>
                  </a:lnTo>
                  <a:lnTo>
                    <a:pt x="3881601" y="1212791"/>
                  </a:lnTo>
                  <a:lnTo>
                    <a:pt x="3894986" y="1221065"/>
                  </a:lnTo>
                  <a:lnTo>
                    <a:pt x="3908371" y="1229339"/>
                  </a:lnTo>
                  <a:lnTo>
                    <a:pt x="3921756" y="1237617"/>
                  </a:lnTo>
                  <a:lnTo>
                    <a:pt x="3935140" y="1245902"/>
                  </a:lnTo>
                  <a:lnTo>
                    <a:pt x="3948525" y="1254199"/>
                  </a:lnTo>
                  <a:lnTo>
                    <a:pt x="3961910" y="1262509"/>
                  </a:lnTo>
                  <a:lnTo>
                    <a:pt x="3975295" y="1270830"/>
                  </a:lnTo>
                  <a:lnTo>
                    <a:pt x="3988680" y="1279161"/>
                  </a:lnTo>
                  <a:lnTo>
                    <a:pt x="4002065" y="1287509"/>
                  </a:lnTo>
                  <a:lnTo>
                    <a:pt x="4015449" y="1295866"/>
                  </a:lnTo>
                  <a:lnTo>
                    <a:pt x="4028834" y="1304232"/>
                  </a:lnTo>
                  <a:lnTo>
                    <a:pt x="4042219" y="1312608"/>
                  </a:lnTo>
                  <a:lnTo>
                    <a:pt x="4055604" y="1320993"/>
                  </a:lnTo>
                  <a:lnTo>
                    <a:pt x="4068989" y="1329384"/>
                  </a:lnTo>
                  <a:lnTo>
                    <a:pt x="4082374" y="1337781"/>
                  </a:lnTo>
                  <a:lnTo>
                    <a:pt x="4095758" y="1346188"/>
                  </a:lnTo>
                  <a:lnTo>
                    <a:pt x="4109143" y="1354601"/>
                  </a:lnTo>
                  <a:lnTo>
                    <a:pt x="4122528" y="1363022"/>
                  </a:lnTo>
                  <a:lnTo>
                    <a:pt x="4135913" y="1371454"/>
                  </a:lnTo>
                  <a:lnTo>
                    <a:pt x="4149298" y="1379904"/>
                  </a:lnTo>
                  <a:lnTo>
                    <a:pt x="4162683" y="1388370"/>
                  </a:lnTo>
                  <a:lnTo>
                    <a:pt x="4176067" y="1396855"/>
                  </a:lnTo>
                  <a:lnTo>
                    <a:pt x="4189452" y="1405377"/>
                  </a:lnTo>
                  <a:lnTo>
                    <a:pt x="4202837" y="1413934"/>
                  </a:lnTo>
                  <a:lnTo>
                    <a:pt x="4216222" y="1422528"/>
                  </a:lnTo>
                  <a:lnTo>
                    <a:pt x="4229607" y="1431173"/>
                  </a:lnTo>
                  <a:lnTo>
                    <a:pt x="4242992" y="1439895"/>
                  </a:lnTo>
                  <a:lnTo>
                    <a:pt x="4256376" y="1448679"/>
                  </a:lnTo>
                  <a:lnTo>
                    <a:pt x="4269761" y="1457531"/>
                  </a:lnTo>
                  <a:lnTo>
                    <a:pt x="4283146" y="1466503"/>
                  </a:lnTo>
                  <a:lnTo>
                    <a:pt x="4296531" y="1475581"/>
                  </a:lnTo>
                  <a:lnTo>
                    <a:pt x="4309916" y="1484760"/>
                  </a:lnTo>
                  <a:lnTo>
                    <a:pt x="4323301" y="1494066"/>
                  </a:lnTo>
                  <a:lnTo>
                    <a:pt x="4336685" y="1503556"/>
                  </a:lnTo>
                  <a:lnTo>
                    <a:pt x="4350070" y="1513182"/>
                  </a:lnTo>
                  <a:lnTo>
                    <a:pt x="4363455" y="1522950"/>
                  </a:lnTo>
                  <a:lnTo>
                    <a:pt x="4376840" y="1532946"/>
                  </a:lnTo>
                  <a:lnTo>
                    <a:pt x="4390225" y="1543142"/>
                  </a:lnTo>
                  <a:lnTo>
                    <a:pt x="4403610" y="1553513"/>
                  </a:lnTo>
                  <a:lnTo>
                    <a:pt x="4416994" y="1564090"/>
                  </a:lnTo>
                  <a:lnTo>
                    <a:pt x="4430379" y="1574966"/>
                  </a:lnTo>
                  <a:lnTo>
                    <a:pt x="4443764" y="1586047"/>
                  </a:lnTo>
                  <a:lnTo>
                    <a:pt x="4457149" y="1597337"/>
                  </a:lnTo>
                  <a:lnTo>
                    <a:pt x="4470534" y="1608932"/>
                  </a:lnTo>
                  <a:lnTo>
                    <a:pt x="4483919" y="1620803"/>
                  </a:lnTo>
                  <a:lnTo>
                    <a:pt x="4497303" y="1632900"/>
                  </a:lnTo>
                  <a:lnTo>
                    <a:pt x="4510688" y="1645242"/>
                  </a:lnTo>
                  <a:lnTo>
                    <a:pt x="4524073" y="1657949"/>
                  </a:lnTo>
                  <a:lnTo>
                    <a:pt x="4537458" y="1670889"/>
                  </a:lnTo>
                  <a:lnTo>
                    <a:pt x="4550843" y="1684060"/>
                  </a:lnTo>
                  <a:lnTo>
                    <a:pt x="4564228" y="1697546"/>
                  </a:lnTo>
                  <a:lnTo>
                    <a:pt x="4577612" y="1711321"/>
                  </a:lnTo>
                  <a:lnTo>
                    <a:pt x="4590997" y="1725319"/>
                  </a:lnTo>
                  <a:lnTo>
                    <a:pt x="4604382" y="1739539"/>
                  </a:lnTo>
                  <a:lnTo>
                    <a:pt x="4617767" y="1754101"/>
                  </a:lnTo>
                  <a:lnTo>
                    <a:pt x="4631152" y="1768861"/>
                  </a:lnTo>
                  <a:lnTo>
                    <a:pt x="4644537" y="1783815"/>
                  </a:lnTo>
                  <a:lnTo>
                    <a:pt x="4657921" y="1799012"/>
                  </a:lnTo>
                  <a:lnTo>
                    <a:pt x="4671306" y="1814433"/>
                  </a:lnTo>
                  <a:lnTo>
                    <a:pt x="4684691" y="1830010"/>
                  </a:lnTo>
                  <a:lnTo>
                    <a:pt x="4698076" y="1845737"/>
                  </a:lnTo>
                  <a:lnTo>
                    <a:pt x="4711461" y="1861677"/>
                  </a:lnTo>
                  <a:lnTo>
                    <a:pt x="4724846" y="1877732"/>
                  </a:lnTo>
                  <a:lnTo>
                    <a:pt x="4738230" y="1893889"/>
                  </a:lnTo>
                  <a:lnTo>
                    <a:pt x="4751615" y="1910159"/>
                  </a:lnTo>
                  <a:lnTo>
                    <a:pt x="4765000" y="1926522"/>
                  </a:lnTo>
                  <a:lnTo>
                    <a:pt x="4778385" y="1942934"/>
                  </a:lnTo>
                  <a:lnTo>
                    <a:pt x="4791770" y="1959388"/>
                  </a:lnTo>
                  <a:lnTo>
                    <a:pt x="4805155" y="1975873"/>
                  </a:lnTo>
                  <a:lnTo>
                    <a:pt x="4818539" y="1992356"/>
                  </a:lnTo>
                  <a:lnTo>
                    <a:pt x="4831924" y="2008826"/>
                  </a:lnTo>
                  <a:lnTo>
                    <a:pt x="4845309" y="2025264"/>
                  </a:lnTo>
                  <a:lnTo>
                    <a:pt x="4858694" y="2041634"/>
                  </a:lnTo>
                  <a:lnTo>
                    <a:pt x="4872079" y="2057937"/>
                  </a:lnTo>
                  <a:lnTo>
                    <a:pt x="4885464" y="2074168"/>
                  </a:lnTo>
                  <a:lnTo>
                    <a:pt x="4898848" y="2090262"/>
                  </a:lnTo>
                  <a:lnTo>
                    <a:pt x="4912233" y="2106230"/>
                  </a:lnTo>
                  <a:lnTo>
                    <a:pt x="4925618" y="2122079"/>
                  </a:lnTo>
                  <a:lnTo>
                    <a:pt x="4939003" y="2137778"/>
                  </a:lnTo>
                  <a:lnTo>
                    <a:pt x="4952388" y="2153261"/>
                  </a:lnTo>
                  <a:lnTo>
                    <a:pt x="4965773" y="2168586"/>
                  </a:lnTo>
                  <a:lnTo>
                    <a:pt x="4979157" y="2183747"/>
                  </a:lnTo>
                  <a:lnTo>
                    <a:pt x="4992542" y="2198653"/>
                  </a:lnTo>
                  <a:lnTo>
                    <a:pt x="5005927" y="2213337"/>
                  </a:lnTo>
                  <a:lnTo>
                    <a:pt x="5019312" y="2227829"/>
                  </a:lnTo>
                  <a:lnTo>
                    <a:pt x="5032697" y="2242102"/>
                  </a:lnTo>
                  <a:lnTo>
                    <a:pt x="5046082" y="2256058"/>
                  </a:lnTo>
                  <a:lnTo>
                    <a:pt x="5059466" y="2269802"/>
                  </a:lnTo>
                  <a:lnTo>
                    <a:pt x="5072851" y="2283332"/>
                  </a:lnTo>
                  <a:lnTo>
                    <a:pt x="5086236" y="2296553"/>
                  </a:lnTo>
                  <a:lnTo>
                    <a:pt x="5099621" y="2309498"/>
                  </a:lnTo>
                  <a:lnTo>
                    <a:pt x="5113006" y="2322219"/>
                  </a:lnTo>
                  <a:lnTo>
                    <a:pt x="5126391" y="2334700"/>
                  </a:lnTo>
                  <a:lnTo>
                    <a:pt x="5139775" y="2346822"/>
                  </a:lnTo>
                  <a:lnTo>
                    <a:pt x="5153160" y="2358717"/>
                  </a:lnTo>
                  <a:lnTo>
                    <a:pt x="5166545" y="2370385"/>
                  </a:lnTo>
                  <a:lnTo>
                    <a:pt x="5179930" y="2381744"/>
                  </a:lnTo>
                  <a:lnTo>
                    <a:pt x="5193315" y="2392815"/>
                  </a:lnTo>
                  <a:lnTo>
                    <a:pt x="5206700" y="2403664"/>
                  </a:lnTo>
                  <a:lnTo>
                    <a:pt x="5220084" y="2414287"/>
                  </a:lnTo>
                  <a:lnTo>
                    <a:pt x="5233469" y="2424554"/>
                  </a:lnTo>
                  <a:lnTo>
                    <a:pt x="5246854" y="2434605"/>
                  </a:lnTo>
                  <a:lnTo>
                    <a:pt x="5260239" y="2444444"/>
                  </a:lnTo>
                  <a:lnTo>
                    <a:pt x="5273624" y="2454007"/>
                  </a:lnTo>
                  <a:lnTo>
                    <a:pt x="5287009" y="2463295"/>
                  </a:lnTo>
                  <a:lnTo>
                    <a:pt x="5300393" y="2472381"/>
                  </a:lnTo>
                  <a:lnTo>
                    <a:pt x="5313778" y="2481266"/>
                  </a:lnTo>
                  <a:lnTo>
                    <a:pt x="5327163" y="2489836"/>
                  </a:lnTo>
                  <a:lnTo>
                    <a:pt x="5340548" y="2498209"/>
                  </a:lnTo>
                  <a:lnTo>
                    <a:pt x="5353933" y="2506394"/>
                  </a:lnTo>
                  <a:lnTo>
                    <a:pt x="5367318" y="2514345"/>
                  </a:lnTo>
                  <a:lnTo>
                    <a:pt x="5380702" y="2522046"/>
                  </a:lnTo>
                  <a:lnTo>
                    <a:pt x="5394087" y="2529570"/>
                  </a:lnTo>
                  <a:lnTo>
                    <a:pt x="5407472" y="2536920"/>
                  </a:lnTo>
                  <a:lnTo>
                    <a:pt x="5420857" y="2544004"/>
                  </a:lnTo>
                  <a:lnTo>
                    <a:pt x="5434242" y="2550908"/>
                  </a:lnTo>
                  <a:lnTo>
                    <a:pt x="5447627" y="2557649"/>
                  </a:lnTo>
                  <a:lnTo>
                    <a:pt x="5461011" y="2564195"/>
                  </a:lnTo>
                  <a:lnTo>
                    <a:pt x="5474396" y="2570515"/>
                  </a:lnTo>
                  <a:lnTo>
                    <a:pt x="5487781" y="2576683"/>
                  </a:lnTo>
                  <a:lnTo>
                    <a:pt x="5501166" y="2582699"/>
                  </a:lnTo>
                  <a:lnTo>
                    <a:pt x="5514551" y="2588490"/>
                  </a:lnTo>
                  <a:lnTo>
                    <a:pt x="5527936" y="2594118"/>
                  </a:lnTo>
                  <a:lnTo>
                    <a:pt x="5541320" y="2599602"/>
                  </a:lnTo>
                  <a:lnTo>
                    <a:pt x="5554705" y="2604924"/>
                  </a:lnTo>
                  <a:lnTo>
                    <a:pt x="5568090" y="2610042"/>
                  </a:lnTo>
                  <a:lnTo>
                    <a:pt x="5581475" y="2615025"/>
                  </a:lnTo>
                  <a:lnTo>
                    <a:pt x="5594860" y="2619876"/>
                  </a:lnTo>
                  <a:lnTo>
                    <a:pt x="5608245" y="2624538"/>
                  </a:lnTo>
                  <a:lnTo>
                    <a:pt x="5621629" y="2629049"/>
                  </a:lnTo>
                  <a:lnTo>
                    <a:pt x="5635014" y="2633435"/>
                  </a:lnTo>
                  <a:lnTo>
                    <a:pt x="5648399" y="2637685"/>
                  </a:lnTo>
                  <a:lnTo>
                    <a:pt x="5661784" y="2641751"/>
                  </a:lnTo>
                  <a:lnTo>
                    <a:pt x="5675169" y="2645700"/>
                  </a:lnTo>
                  <a:lnTo>
                    <a:pt x="5688554" y="2649534"/>
                  </a:lnTo>
                  <a:lnTo>
                    <a:pt x="5701938" y="2653209"/>
                  </a:lnTo>
                  <a:lnTo>
                    <a:pt x="5715323" y="2656749"/>
                  </a:lnTo>
                  <a:lnTo>
                    <a:pt x="5728708" y="2660182"/>
                  </a:lnTo>
                  <a:lnTo>
                    <a:pt x="5742093" y="2663503"/>
                  </a:lnTo>
                  <a:lnTo>
                    <a:pt x="5755478" y="2666661"/>
                  </a:lnTo>
                  <a:lnTo>
                    <a:pt x="5768863" y="2669721"/>
                  </a:lnTo>
                  <a:lnTo>
                    <a:pt x="5782247" y="2672684"/>
                  </a:lnTo>
                  <a:lnTo>
                    <a:pt x="5795632" y="2675518"/>
                  </a:lnTo>
                  <a:lnTo>
                    <a:pt x="5809017" y="2678233"/>
                  </a:lnTo>
                  <a:lnTo>
                    <a:pt x="5822402" y="2680861"/>
                  </a:lnTo>
                  <a:lnTo>
                    <a:pt x="5835787" y="2683399"/>
                  </a:lnTo>
                  <a:lnTo>
                    <a:pt x="5849172" y="2685800"/>
                  </a:lnTo>
                  <a:lnTo>
                    <a:pt x="5862556" y="2688120"/>
                  </a:lnTo>
                  <a:lnTo>
                    <a:pt x="5875941" y="2690362"/>
                  </a:lnTo>
                  <a:lnTo>
                    <a:pt x="5889326" y="2692502"/>
                  </a:lnTo>
                  <a:lnTo>
                    <a:pt x="5902711" y="2694544"/>
                  </a:lnTo>
                  <a:lnTo>
                    <a:pt x="5916096" y="2696515"/>
                  </a:lnTo>
                  <a:lnTo>
                    <a:pt x="5929481" y="2698415"/>
                  </a:lnTo>
                  <a:lnTo>
                    <a:pt x="5942865" y="2700209"/>
                  </a:lnTo>
                  <a:lnTo>
                    <a:pt x="5956250" y="2701936"/>
                  </a:lnTo>
                  <a:lnTo>
                    <a:pt x="5969635" y="2703600"/>
                  </a:lnTo>
                  <a:lnTo>
                    <a:pt x="5983020" y="2705188"/>
                  </a:lnTo>
                  <a:lnTo>
                    <a:pt x="5996405" y="2706695"/>
                  </a:lnTo>
                  <a:lnTo>
                    <a:pt x="6009790" y="2708147"/>
                  </a:lnTo>
                  <a:lnTo>
                    <a:pt x="6023174" y="2709544"/>
                  </a:lnTo>
                  <a:lnTo>
                    <a:pt x="6036559" y="2710859"/>
                  </a:lnTo>
                  <a:lnTo>
                    <a:pt x="6049944" y="2712120"/>
                  </a:lnTo>
                  <a:lnTo>
                    <a:pt x="6063329" y="2713332"/>
                  </a:lnTo>
                  <a:lnTo>
                    <a:pt x="6076714" y="2714486"/>
                  </a:lnTo>
                  <a:lnTo>
                    <a:pt x="6090099" y="2715576"/>
                  </a:lnTo>
                  <a:lnTo>
                    <a:pt x="6103483" y="2716622"/>
                  </a:lnTo>
                  <a:lnTo>
                    <a:pt x="6116868" y="2717625"/>
                  </a:lnTo>
                  <a:lnTo>
                    <a:pt x="6130253" y="2718567"/>
                  </a:lnTo>
                  <a:lnTo>
                    <a:pt x="6143638" y="2719465"/>
                  </a:lnTo>
                  <a:lnTo>
                    <a:pt x="6157023" y="2720325"/>
                  </a:lnTo>
                  <a:lnTo>
                    <a:pt x="6170408" y="2721143"/>
                  </a:lnTo>
                  <a:lnTo>
                    <a:pt x="6183792" y="2721909"/>
                  </a:lnTo>
                  <a:lnTo>
                    <a:pt x="6197177" y="2722643"/>
                  </a:lnTo>
                  <a:lnTo>
                    <a:pt x="6210562" y="2723344"/>
                  </a:lnTo>
                  <a:lnTo>
                    <a:pt x="6223947" y="2724002"/>
                  </a:lnTo>
                  <a:lnTo>
                    <a:pt x="6237332" y="2724626"/>
                  </a:lnTo>
                  <a:lnTo>
                    <a:pt x="6250717" y="2725224"/>
                  </a:lnTo>
                  <a:lnTo>
                    <a:pt x="6264101" y="2725793"/>
                  </a:lnTo>
                  <a:lnTo>
                    <a:pt x="6277486" y="2726326"/>
                  </a:lnTo>
                  <a:lnTo>
                    <a:pt x="6290871" y="2726838"/>
                  </a:lnTo>
                  <a:lnTo>
                    <a:pt x="6304256" y="2727330"/>
                  </a:lnTo>
                  <a:lnTo>
                    <a:pt x="6317641" y="2727796"/>
                  </a:lnTo>
                  <a:lnTo>
                    <a:pt x="6331026" y="2728242"/>
                  </a:lnTo>
                  <a:lnTo>
                    <a:pt x="6344410" y="2728674"/>
                  </a:lnTo>
                  <a:lnTo>
                    <a:pt x="6357795" y="2729093"/>
                  </a:lnTo>
                  <a:lnTo>
                    <a:pt x="6371180" y="2729495"/>
                  </a:lnTo>
                  <a:lnTo>
                    <a:pt x="6384565" y="2729890"/>
                  </a:lnTo>
                  <a:lnTo>
                    <a:pt x="6397950" y="2730278"/>
                  </a:lnTo>
                  <a:lnTo>
                    <a:pt x="6411335" y="2730661"/>
                  </a:lnTo>
                  <a:lnTo>
                    <a:pt x="6424719" y="2731041"/>
                  </a:lnTo>
                  <a:lnTo>
                    <a:pt x="6438104" y="2731421"/>
                  </a:lnTo>
                  <a:lnTo>
                    <a:pt x="6451489" y="2731802"/>
                  </a:lnTo>
                  <a:lnTo>
                    <a:pt x="6464874" y="2732190"/>
                  </a:lnTo>
                  <a:lnTo>
                    <a:pt x="6478259" y="2732584"/>
                  </a:lnTo>
                  <a:lnTo>
                    <a:pt x="6491644" y="2732985"/>
                  </a:lnTo>
                  <a:lnTo>
                    <a:pt x="6505028" y="2733399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6"/>
                  </a:lnTo>
                  <a:lnTo>
                    <a:pt x="6571953" y="2735704"/>
                  </a:lnTo>
                  <a:lnTo>
                    <a:pt x="6585337" y="2736220"/>
                  </a:lnTo>
                  <a:lnTo>
                    <a:pt x="6598722" y="2736760"/>
                  </a:lnTo>
                  <a:lnTo>
                    <a:pt x="6612107" y="2737326"/>
                  </a:lnTo>
                  <a:lnTo>
                    <a:pt x="6625492" y="2737914"/>
                  </a:lnTo>
                  <a:lnTo>
                    <a:pt x="6638877" y="2738521"/>
                  </a:lnTo>
                  <a:lnTo>
                    <a:pt x="6652262" y="2739161"/>
                  </a:lnTo>
                  <a:lnTo>
                    <a:pt x="6665646" y="2739823"/>
                  </a:lnTo>
                  <a:lnTo>
                    <a:pt x="6679031" y="2740507"/>
                  </a:lnTo>
                  <a:lnTo>
                    <a:pt x="6692416" y="2741215"/>
                  </a:lnTo>
                  <a:lnTo>
                    <a:pt x="6705801" y="2741952"/>
                  </a:lnTo>
                  <a:lnTo>
                    <a:pt x="6719186" y="2742708"/>
                  </a:lnTo>
                  <a:lnTo>
                    <a:pt x="6732571" y="2743484"/>
                  </a:lnTo>
                  <a:lnTo>
                    <a:pt x="6745955" y="2744286"/>
                  </a:lnTo>
                  <a:lnTo>
                    <a:pt x="6759340" y="2745107"/>
                  </a:lnTo>
                  <a:lnTo>
                    <a:pt x="6772725" y="2745943"/>
                  </a:lnTo>
                  <a:lnTo>
                    <a:pt x="6786110" y="2746797"/>
                  </a:lnTo>
                  <a:lnTo>
                    <a:pt x="6799495" y="2747669"/>
                  </a:lnTo>
                  <a:lnTo>
                    <a:pt x="6812880" y="2748553"/>
                  </a:lnTo>
                  <a:lnTo>
                    <a:pt x="6826264" y="2749446"/>
                  </a:lnTo>
                  <a:lnTo>
                    <a:pt x="6839649" y="275035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3862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778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186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2583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998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268,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2026-08-19T20:14:28Z</dcterms:modified>
  <cp:category/>
</cp:coreProperties>
</file>