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358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6122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98862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36502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87269" y="27414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086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1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543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9771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999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492402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87269" y="430042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87269" y="367682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87269" y="305322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9971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2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657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6885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29252" y="3221221"/>
              <a:ext cx="6839649" cy="2326404"/>
            </a:xfrm>
            <a:custGeom>
              <a:avLst/>
              <a:pathLst>
                <a:path w="6839649" h="2326404">
                  <a:moveTo>
                    <a:pt x="0" y="2325231"/>
                  </a:moveTo>
                  <a:lnTo>
                    <a:pt x="13384" y="2325121"/>
                  </a:lnTo>
                  <a:lnTo>
                    <a:pt x="26769" y="2325001"/>
                  </a:lnTo>
                  <a:lnTo>
                    <a:pt x="40154" y="2324868"/>
                  </a:lnTo>
                  <a:lnTo>
                    <a:pt x="53539" y="2324727"/>
                  </a:lnTo>
                  <a:lnTo>
                    <a:pt x="66924" y="2324573"/>
                  </a:lnTo>
                  <a:lnTo>
                    <a:pt x="80308" y="2324405"/>
                  </a:lnTo>
                  <a:lnTo>
                    <a:pt x="93693" y="2324228"/>
                  </a:lnTo>
                  <a:lnTo>
                    <a:pt x="107078" y="2324030"/>
                  </a:lnTo>
                  <a:lnTo>
                    <a:pt x="120463" y="2323819"/>
                  </a:lnTo>
                  <a:lnTo>
                    <a:pt x="133848" y="2323596"/>
                  </a:lnTo>
                  <a:lnTo>
                    <a:pt x="147233" y="2323346"/>
                  </a:lnTo>
                  <a:lnTo>
                    <a:pt x="160617" y="2323083"/>
                  </a:lnTo>
                  <a:lnTo>
                    <a:pt x="174002" y="2322801"/>
                  </a:lnTo>
                  <a:lnTo>
                    <a:pt x="187387" y="2322490"/>
                  </a:lnTo>
                  <a:lnTo>
                    <a:pt x="200772" y="2322164"/>
                  </a:lnTo>
                  <a:lnTo>
                    <a:pt x="214157" y="2321810"/>
                  </a:lnTo>
                  <a:lnTo>
                    <a:pt x="227542" y="2321427"/>
                  </a:lnTo>
                  <a:lnTo>
                    <a:pt x="240926" y="2321025"/>
                  </a:lnTo>
                  <a:lnTo>
                    <a:pt x="254311" y="2320584"/>
                  </a:lnTo>
                  <a:lnTo>
                    <a:pt x="267696" y="2320114"/>
                  </a:lnTo>
                  <a:lnTo>
                    <a:pt x="281081" y="2319622"/>
                  </a:lnTo>
                  <a:lnTo>
                    <a:pt x="294466" y="2319077"/>
                  </a:lnTo>
                  <a:lnTo>
                    <a:pt x="307851" y="2318505"/>
                  </a:lnTo>
                  <a:lnTo>
                    <a:pt x="321235" y="2317899"/>
                  </a:lnTo>
                  <a:lnTo>
                    <a:pt x="334620" y="2317238"/>
                  </a:lnTo>
                  <a:lnTo>
                    <a:pt x="348005" y="2316547"/>
                  </a:lnTo>
                  <a:lnTo>
                    <a:pt x="361390" y="2315804"/>
                  </a:lnTo>
                  <a:lnTo>
                    <a:pt x="374775" y="2315008"/>
                  </a:lnTo>
                  <a:lnTo>
                    <a:pt x="388160" y="2314178"/>
                  </a:lnTo>
                  <a:lnTo>
                    <a:pt x="401544" y="2313276"/>
                  </a:lnTo>
                  <a:lnTo>
                    <a:pt x="414929" y="2312324"/>
                  </a:lnTo>
                  <a:lnTo>
                    <a:pt x="428314" y="2311333"/>
                  </a:lnTo>
                  <a:lnTo>
                    <a:pt x="441699" y="2310246"/>
                  </a:lnTo>
                  <a:lnTo>
                    <a:pt x="455084" y="2309114"/>
                  </a:lnTo>
                  <a:lnTo>
                    <a:pt x="468469" y="2307923"/>
                  </a:lnTo>
                  <a:lnTo>
                    <a:pt x="481853" y="2306637"/>
                  </a:lnTo>
                  <a:lnTo>
                    <a:pt x="495238" y="2305300"/>
                  </a:lnTo>
                  <a:lnTo>
                    <a:pt x="508623" y="2303880"/>
                  </a:lnTo>
                  <a:lnTo>
                    <a:pt x="522008" y="2302368"/>
                  </a:lnTo>
                  <a:lnTo>
                    <a:pt x="535393" y="2300800"/>
                  </a:lnTo>
                  <a:lnTo>
                    <a:pt x="548778" y="2299119"/>
                  </a:lnTo>
                  <a:lnTo>
                    <a:pt x="562162" y="2297353"/>
                  </a:lnTo>
                  <a:lnTo>
                    <a:pt x="575547" y="2295524"/>
                  </a:lnTo>
                  <a:lnTo>
                    <a:pt x="588932" y="2293548"/>
                  </a:lnTo>
                  <a:lnTo>
                    <a:pt x="602317" y="2291498"/>
                  </a:lnTo>
                  <a:lnTo>
                    <a:pt x="615702" y="2289361"/>
                  </a:lnTo>
                  <a:lnTo>
                    <a:pt x="629087" y="2287073"/>
                  </a:lnTo>
                  <a:lnTo>
                    <a:pt x="642471" y="2284710"/>
                  </a:lnTo>
                  <a:lnTo>
                    <a:pt x="655856" y="2282224"/>
                  </a:lnTo>
                  <a:lnTo>
                    <a:pt x="669241" y="2279597"/>
                  </a:lnTo>
                  <a:lnTo>
                    <a:pt x="682626" y="2276888"/>
                  </a:lnTo>
                  <a:lnTo>
                    <a:pt x="696011" y="2274018"/>
                  </a:lnTo>
                  <a:lnTo>
                    <a:pt x="709396" y="2271021"/>
                  </a:lnTo>
                  <a:lnTo>
                    <a:pt x="722780" y="2267934"/>
                  </a:lnTo>
                  <a:lnTo>
                    <a:pt x="736165" y="2264643"/>
                  </a:lnTo>
                  <a:lnTo>
                    <a:pt x="749550" y="2261244"/>
                  </a:lnTo>
                  <a:lnTo>
                    <a:pt x="762935" y="2257728"/>
                  </a:lnTo>
                  <a:lnTo>
                    <a:pt x="776320" y="2254000"/>
                  </a:lnTo>
                  <a:lnTo>
                    <a:pt x="789705" y="2250169"/>
                  </a:lnTo>
                  <a:lnTo>
                    <a:pt x="803089" y="2246179"/>
                  </a:lnTo>
                  <a:lnTo>
                    <a:pt x="816474" y="2241995"/>
                  </a:lnTo>
                  <a:lnTo>
                    <a:pt x="829859" y="2237702"/>
                  </a:lnTo>
                  <a:lnTo>
                    <a:pt x="843244" y="2233203"/>
                  </a:lnTo>
                  <a:lnTo>
                    <a:pt x="856629" y="2228535"/>
                  </a:lnTo>
                  <a:lnTo>
                    <a:pt x="870014" y="2223751"/>
                  </a:lnTo>
                  <a:lnTo>
                    <a:pt x="883398" y="2218713"/>
                  </a:lnTo>
                  <a:lnTo>
                    <a:pt x="896783" y="2213534"/>
                  </a:lnTo>
                  <a:lnTo>
                    <a:pt x="910168" y="2208215"/>
                  </a:lnTo>
                  <a:lnTo>
                    <a:pt x="923553" y="2202629"/>
                  </a:lnTo>
                  <a:lnTo>
                    <a:pt x="936938" y="2196917"/>
                  </a:lnTo>
                  <a:lnTo>
                    <a:pt x="950323" y="2191017"/>
                  </a:lnTo>
                  <a:lnTo>
                    <a:pt x="963707" y="2184880"/>
                  </a:lnTo>
                  <a:lnTo>
                    <a:pt x="977092" y="2178612"/>
                  </a:lnTo>
                  <a:lnTo>
                    <a:pt x="990477" y="2172109"/>
                  </a:lnTo>
                  <a:lnTo>
                    <a:pt x="1003862" y="2165404"/>
                  </a:lnTo>
                  <a:lnTo>
                    <a:pt x="1017247" y="2158564"/>
                  </a:lnTo>
                  <a:lnTo>
                    <a:pt x="1030632" y="2151440"/>
                  </a:lnTo>
                  <a:lnTo>
                    <a:pt x="1044016" y="2144151"/>
                  </a:lnTo>
                  <a:lnTo>
                    <a:pt x="1057401" y="2136710"/>
                  </a:lnTo>
                  <a:lnTo>
                    <a:pt x="1070786" y="2128965"/>
                  </a:lnTo>
                  <a:lnTo>
                    <a:pt x="1084171" y="2121082"/>
                  </a:lnTo>
                  <a:lnTo>
                    <a:pt x="1097556" y="2113000"/>
                  </a:lnTo>
                  <a:lnTo>
                    <a:pt x="1110941" y="2104656"/>
                  </a:lnTo>
                  <a:lnTo>
                    <a:pt x="1124325" y="2096172"/>
                  </a:lnTo>
                  <a:lnTo>
                    <a:pt x="1137710" y="2087443"/>
                  </a:lnTo>
                  <a:lnTo>
                    <a:pt x="1151095" y="2078494"/>
                  </a:lnTo>
                  <a:lnTo>
                    <a:pt x="1164480" y="2069405"/>
                  </a:lnTo>
                  <a:lnTo>
                    <a:pt x="1177865" y="2060027"/>
                  </a:lnTo>
                  <a:lnTo>
                    <a:pt x="1191250" y="2050473"/>
                  </a:lnTo>
                  <a:lnTo>
                    <a:pt x="1204634" y="2040771"/>
                  </a:lnTo>
                  <a:lnTo>
                    <a:pt x="1218019" y="2030755"/>
                  </a:lnTo>
                  <a:lnTo>
                    <a:pt x="1231404" y="2020599"/>
                  </a:lnTo>
                  <a:lnTo>
                    <a:pt x="1244789" y="2010252"/>
                  </a:lnTo>
                  <a:lnTo>
                    <a:pt x="1258174" y="1999638"/>
                  </a:lnTo>
                  <a:lnTo>
                    <a:pt x="1271559" y="1988887"/>
                  </a:lnTo>
                  <a:lnTo>
                    <a:pt x="1284943" y="1977903"/>
                  </a:lnTo>
                  <a:lnTo>
                    <a:pt x="1298328" y="1966700"/>
                  </a:lnTo>
                  <a:lnTo>
                    <a:pt x="1311713" y="1955361"/>
                  </a:lnTo>
                  <a:lnTo>
                    <a:pt x="1325098" y="1943752"/>
                  </a:lnTo>
                  <a:lnTo>
                    <a:pt x="1338483" y="1931970"/>
                  </a:lnTo>
                  <a:lnTo>
                    <a:pt x="1351868" y="1920053"/>
                  </a:lnTo>
                  <a:lnTo>
                    <a:pt x="1365252" y="1907834"/>
                  </a:lnTo>
                  <a:lnTo>
                    <a:pt x="1378637" y="1895486"/>
                  </a:lnTo>
                  <a:lnTo>
                    <a:pt x="1392022" y="1882965"/>
                  </a:lnTo>
                  <a:lnTo>
                    <a:pt x="1405407" y="1870192"/>
                  </a:lnTo>
                  <a:lnTo>
                    <a:pt x="1418792" y="1857292"/>
                  </a:lnTo>
                  <a:lnTo>
                    <a:pt x="1432177" y="1844185"/>
                  </a:lnTo>
                  <a:lnTo>
                    <a:pt x="1445561" y="1830872"/>
                  </a:lnTo>
                  <a:lnTo>
                    <a:pt x="1458946" y="1817436"/>
                  </a:lnTo>
                  <a:lnTo>
                    <a:pt x="1472331" y="1803762"/>
                  </a:lnTo>
                  <a:lnTo>
                    <a:pt x="1485716" y="1789926"/>
                  </a:lnTo>
                  <a:lnTo>
                    <a:pt x="1499101" y="1775972"/>
                  </a:lnTo>
                  <a:lnTo>
                    <a:pt x="1512486" y="1761750"/>
                  </a:lnTo>
                  <a:lnTo>
                    <a:pt x="1525870" y="1747411"/>
                  </a:lnTo>
                  <a:lnTo>
                    <a:pt x="1539255" y="1732924"/>
                  </a:lnTo>
                  <a:lnTo>
                    <a:pt x="1552640" y="1718210"/>
                  </a:lnTo>
                  <a:lnTo>
                    <a:pt x="1566025" y="1703386"/>
                  </a:lnTo>
                  <a:lnTo>
                    <a:pt x="1579410" y="1688386"/>
                  </a:lnTo>
                  <a:lnTo>
                    <a:pt x="1592795" y="1673204"/>
                  </a:lnTo>
                  <a:lnTo>
                    <a:pt x="1606179" y="1657915"/>
                  </a:lnTo>
                  <a:lnTo>
                    <a:pt x="1619564" y="1642428"/>
                  </a:lnTo>
                  <a:lnTo>
                    <a:pt x="1632949" y="1626799"/>
                  </a:lnTo>
                  <a:lnTo>
                    <a:pt x="1646334" y="1611069"/>
                  </a:lnTo>
                  <a:lnTo>
                    <a:pt x="1659719" y="1595121"/>
                  </a:lnTo>
                  <a:lnTo>
                    <a:pt x="1673104" y="1579070"/>
                  </a:lnTo>
                  <a:lnTo>
                    <a:pt x="1686488" y="1562902"/>
                  </a:lnTo>
                  <a:lnTo>
                    <a:pt x="1699873" y="1546544"/>
                  </a:lnTo>
                  <a:lnTo>
                    <a:pt x="1713258" y="1530098"/>
                  </a:lnTo>
                  <a:lnTo>
                    <a:pt x="1726643" y="1513516"/>
                  </a:lnTo>
                  <a:lnTo>
                    <a:pt x="1740028" y="1496787"/>
                  </a:lnTo>
                  <a:lnTo>
                    <a:pt x="1753413" y="1479975"/>
                  </a:lnTo>
                  <a:lnTo>
                    <a:pt x="1766797" y="1463015"/>
                  </a:lnTo>
                  <a:lnTo>
                    <a:pt x="1780182" y="1445946"/>
                  </a:lnTo>
                  <a:lnTo>
                    <a:pt x="1793567" y="1428803"/>
                  </a:lnTo>
                  <a:lnTo>
                    <a:pt x="1806952" y="1411505"/>
                  </a:lnTo>
                  <a:lnTo>
                    <a:pt x="1820337" y="1394134"/>
                  </a:lnTo>
                  <a:lnTo>
                    <a:pt x="1833722" y="1376684"/>
                  </a:lnTo>
                  <a:lnTo>
                    <a:pt x="1847106" y="1359107"/>
                  </a:lnTo>
                  <a:lnTo>
                    <a:pt x="1860491" y="1341474"/>
                  </a:lnTo>
                  <a:lnTo>
                    <a:pt x="1873876" y="1323758"/>
                  </a:lnTo>
                  <a:lnTo>
                    <a:pt x="1887261" y="1305955"/>
                  </a:lnTo>
                  <a:lnTo>
                    <a:pt x="1900646" y="1288106"/>
                  </a:lnTo>
                  <a:lnTo>
                    <a:pt x="1914031" y="1270180"/>
                  </a:lnTo>
                  <a:lnTo>
                    <a:pt x="1927415" y="1252200"/>
                  </a:lnTo>
                  <a:lnTo>
                    <a:pt x="1940800" y="1234186"/>
                  </a:lnTo>
                  <a:lnTo>
                    <a:pt x="1954185" y="1216110"/>
                  </a:lnTo>
                  <a:lnTo>
                    <a:pt x="1967570" y="1198009"/>
                  </a:lnTo>
                  <a:lnTo>
                    <a:pt x="1980955" y="1179883"/>
                  </a:lnTo>
                  <a:lnTo>
                    <a:pt x="1994340" y="1161727"/>
                  </a:lnTo>
                  <a:lnTo>
                    <a:pt x="2007724" y="1143563"/>
                  </a:lnTo>
                  <a:lnTo>
                    <a:pt x="2021109" y="1125390"/>
                  </a:lnTo>
                  <a:lnTo>
                    <a:pt x="2034494" y="1107221"/>
                  </a:lnTo>
                  <a:lnTo>
                    <a:pt x="2047879" y="1089058"/>
                  </a:lnTo>
                  <a:lnTo>
                    <a:pt x="2061264" y="1070913"/>
                  </a:lnTo>
                  <a:lnTo>
                    <a:pt x="2074649" y="1052797"/>
                  </a:lnTo>
                  <a:lnTo>
                    <a:pt x="2088033" y="1034702"/>
                  </a:lnTo>
                  <a:lnTo>
                    <a:pt x="2101418" y="1016664"/>
                  </a:lnTo>
                  <a:lnTo>
                    <a:pt x="2114803" y="998670"/>
                  </a:lnTo>
                  <a:lnTo>
                    <a:pt x="2128188" y="980715"/>
                  </a:lnTo>
                  <a:lnTo>
                    <a:pt x="2141573" y="962860"/>
                  </a:lnTo>
                  <a:lnTo>
                    <a:pt x="2154958" y="945058"/>
                  </a:lnTo>
                  <a:lnTo>
                    <a:pt x="2168342" y="927331"/>
                  </a:lnTo>
                  <a:lnTo>
                    <a:pt x="2181727" y="909724"/>
                  </a:lnTo>
                  <a:lnTo>
                    <a:pt x="2195112" y="892184"/>
                  </a:lnTo>
                  <a:lnTo>
                    <a:pt x="2208497" y="874767"/>
                  </a:lnTo>
                  <a:lnTo>
                    <a:pt x="2221882" y="857476"/>
                  </a:lnTo>
                  <a:lnTo>
                    <a:pt x="2235267" y="840267"/>
                  </a:lnTo>
                  <a:lnTo>
                    <a:pt x="2248651" y="823238"/>
                  </a:lnTo>
                  <a:lnTo>
                    <a:pt x="2262036" y="806330"/>
                  </a:lnTo>
                  <a:lnTo>
                    <a:pt x="2275421" y="789522"/>
                  </a:lnTo>
                  <a:lnTo>
                    <a:pt x="2288806" y="772950"/>
                  </a:lnTo>
                  <a:lnTo>
                    <a:pt x="2302191" y="756488"/>
                  </a:lnTo>
                  <a:lnTo>
                    <a:pt x="2315576" y="740177"/>
                  </a:lnTo>
                  <a:lnTo>
                    <a:pt x="2328960" y="724095"/>
                  </a:lnTo>
                  <a:lnTo>
                    <a:pt x="2342345" y="708135"/>
                  </a:lnTo>
                  <a:lnTo>
                    <a:pt x="2355730" y="692384"/>
                  </a:lnTo>
                  <a:lnTo>
                    <a:pt x="2369115" y="676844"/>
                  </a:lnTo>
                  <a:lnTo>
                    <a:pt x="2382500" y="661436"/>
                  </a:lnTo>
                  <a:lnTo>
                    <a:pt x="2395885" y="646297"/>
                  </a:lnTo>
                  <a:lnTo>
                    <a:pt x="2409269" y="631343"/>
                  </a:lnTo>
                  <a:lnTo>
                    <a:pt x="2422654" y="616528"/>
                  </a:lnTo>
                  <a:lnTo>
                    <a:pt x="2436039" y="602045"/>
                  </a:lnTo>
                  <a:lnTo>
                    <a:pt x="2449424" y="587709"/>
                  </a:lnTo>
                  <a:lnTo>
                    <a:pt x="2462809" y="573566"/>
                  </a:lnTo>
                  <a:lnTo>
                    <a:pt x="2476194" y="559723"/>
                  </a:lnTo>
                  <a:lnTo>
                    <a:pt x="2489578" y="546030"/>
                  </a:lnTo>
                  <a:lnTo>
                    <a:pt x="2502963" y="532584"/>
                  </a:lnTo>
                  <a:lnTo>
                    <a:pt x="2516348" y="519395"/>
                  </a:lnTo>
                  <a:lnTo>
                    <a:pt x="2529733" y="506358"/>
                  </a:lnTo>
                  <a:lnTo>
                    <a:pt x="2543118" y="493620"/>
                  </a:lnTo>
                  <a:lnTo>
                    <a:pt x="2556503" y="481092"/>
                  </a:lnTo>
                  <a:lnTo>
                    <a:pt x="2569887" y="468716"/>
                  </a:lnTo>
                  <a:lnTo>
                    <a:pt x="2583272" y="456684"/>
                  </a:lnTo>
                  <a:lnTo>
                    <a:pt x="2596657" y="444811"/>
                  </a:lnTo>
                  <a:lnTo>
                    <a:pt x="2610042" y="433128"/>
                  </a:lnTo>
                  <a:lnTo>
                    <a:pt x="2623427" y="421750"/>
                  </a:lnTo>
                  <a:lnTo>
                    <a:pt x="2636812" y="410518"/>
                  </a:lnTo>
                  <a:lnTo>
                    <a:pt x="2650196" y="399517"/>
                  </a:lnTo>
                  <a:lnTo>
                    <a:pt x="2663581" y="388763"/>
                  </a:lnTo>
                  <a:lnTo>
                    <a:pt x="2676966" y="378150"/>
                  </a:lnTo>
                  <a:lnTo>
                    <a:pt x="2690351" y="367800"/>
                  </a:lnTo>
                  <a:lnTo>
                    <a:pt x="2703736" y="357642"/>
                  </a:lnTo>
                  <a:lnTo>
                    <a:pt x="2717121" y="347618"/>
                  </a:lnTo>
                  <a:lnTo>
                    <a:pt x="2730505" y="337882"/>
                  </a:lnTo>
                  <a:lnTo>
                    <a:pt x="2743890" y="328284"/>
                  </a:lnTo>
                  <a:lnTo>
                    <a:pt x="2757275" y="318838"/>
                  </a:lnTo>
                  <a:lnTo>
                    <a:pt x="2770660" y="309645"/>
                  </a:lnTo>
                  <a:lnTo>
                    <a:pt x="2784045" y="300568"/>
                  </a:lnTo>
                  <a:lnTo>
                    <a:pt x="2797430" y="291668"/>
                  </a:lnTo>
                  <a:lnTo>
                    <a:pt x="2810814" y="282963"/>
                  </a:lnTo>
                  <a:lnTo>
                    <a:pt x="2824199" y="274365"/>
                  </a:lnTo>
                  <a:lnTo>
                    <a:pt x="2837584" y="265961"/>
                  </a:lnTo>
                  <a:lnTo>
                    <a:pt x="2850969" y="257701"/>
                  </a:lnTo>
                  <a:lnTo>
                    <a:pt x="2864354" y="249540"/>
                  </a:lnTo>
                  <a:lnTo>
                    <a:pt x="2877739" y="241583"/>
                  </a:lnTo>
                  <a:lnTo>
                    <a:pt x="2891123" y="233727"/>
                  </a:lnTo>
                  <a:lnTo>
                    <a:pt x="2904508" y="225975"/>
                  </a:lnTo>
                  <a:lnTo>
                    <a:pt x="2917893" y="218405"/>
                  </a:lnTo>
                  <a:lnTo>
                    <a:pt x="2931278" y="210915"/>
                  </a:lnTo>
                  <a:lnTo>
                    <a:pt x="2944663" y="203543"/>
                  </a:lnTo>
                  <a:lnTo>
                    <a:pt x="2958048" y="196311"/>
                  </a:lnTo>
                  <a:lnTo>
                    <a:pt x="2971432" y="189152"/>
                  </a:lnTo>
                  <a:lnTo>
                    <a:pt x="2984817" y="182125"/>
                  </a:lnTo>
                  <a:lnTo>
                    <a:pt x="2998202" y="175202"/>
                  </a:lnTo>
                  <a:lnTo>
                    <a:pt x="3011587" y="168349"/>
                  </a:lnTo>
                  <a:lnTo>
                    <a:pt x="3024972" y="161638"/>
                  </a:lnTo>
                  <a:lnTo>
                    <a:pt x="3038357" y="155005"/>
                  </a:lnTo>
                  <a:lnTo>
                    <a:pt x="3051741" y="148446"/>
                  </a:lnTo>
                  <a:lnTo>
                    <a:pt x="3065126" y="142029"/>
                  </a:lnTo>
                  <a:lnTo>
                    <a:pt x="3078511" y="135675"/>
                  </a:lnTo>
                  <a:lnTo>
                    <a:pt x="3091896" y="129414"/>
                  </a:lnTo>
                  <a:lnTo>
                    <a:pt x="3105281" y="123274"/>
                  </a:lnTo>
                  <a:lnTo>
                    <a:pt x="3118666" y="117199"/>
                  </a:lnTo>
                  <a:lnTo>
                    <a:pt x="3132050" y="111240"/>
                  </a:lnTo>
                  <a:lnTo>
                    <a:pt x="3145435" y="105386"/>
                  </a:lnTo>
                  <a:lnTo>
                    <a:pt x="3158820" y="99600"/>
                  </a:lnTo>
                  <a:lnTo>
                    <a:pt x="3172205" y="93960"/>
                  </a:lnTo>
                  <a:lnTo>
                    <a:pt x="3185590" y="88411"/>
                  </a:lnTo>
                  <a:lnTo>
                    <a:pt x="3198975" y="82942"/>
                  </a:lnTo>
                  <a:lnTo>
                    <a:pt x="3212359" y="77647"/>
                  </a:lnTo>
                  <a:lnTo>
                    <a:pt x="3225744" y="72434"/>
                  </a:lnTo>
                  <a:lnTo>
                    <a:pt x="3239129" y="67336"/>
                  </a:lnTo>
                  <a:lnTo>
                    <a:pt x="3252514" y="62408"/>
                  </a:lnTo>
                  <a:lnTo>
                    <a:pt x="3265899" y="57572"/>
                  </a:lnTo>
                  <a:lnTo>
                    <a:pt x="3279284" y="52896"/>
                  </a:lnTo>
                  <a:lnTo>
                    <a:pt x="3292668" y="48383"/>
                  </a:lnTo>
                  <a:lnTo>
                    <a:pt x="3306053" y="43972"/>
                  </a:lnTo>
                  <a:lnTo>
                    <a:pt x="3319438" y="39781"/>
                  </a:lnTo>
                  <a:lnTo>
                    <a:pt x="3332823" y="35738"/>
                  </a:lnTo>
                  <a:lnTo>
                    <a:pt x="3346208" y="31815"/>
                  </a:lnTo>
                  <a:lnTo>
                    <a:pt x="3359593" y="28174"/>
                  </a:lnTo>
                  <a:lnTo>
                    <a:pt x="3372977" y="24665"/>
                  </a:lnTo>
                  <a:lnTo>
                    <a:pt x="3386362" y="21332"/>
                  </a:lnTo>
                  <a:lnTo>
                    <a:pt x="3399747" y="18277"/>
                  </a:lnTo>
                  <a:lnTo>
                    <a:pt x="3413132" y="15367"/>
                  </a:lnTo>
                  <a:lnTo>
                    <a:pt x="3426517" y="12704"/>
                  </a:lnTo>
                  <a:lnTo>
                    <a:pt x="3439902" y="10301"/>
                  </a:lnTo>
                  <a:lnTo>
                    <a:pt x="3453286" y="8059"/>
                  </a:lnTo>
                  <a:lnTo>
                    <a:pt x="3466671" y="6143"/>
                  </a:lnTo>
                  <a:lnTo>
                    <a:pt x="3480056" y="4461"/>
                  </a:lnTo>
                  <a:lnTo>
                    <a:pt x="3493441" y="2952"/>
                  </a:lnTo>
                  <a:lnTo>
                    <a:pt x="3506826" y="1860"/>
                  </a:lnTo>
                  <a:lnTo>
                    <a:pt x="3520211" y="962"/>
                  </a:lnTo>
                  <a:lnTo>
                    <a:pt x="3533595" y="309"/>
                  </a:lnTo>
                  <a:lnTo>
                    <a:pt x="3546980" y="54"/>
                  </a:lnTo>
                  <a:lnTo>
                    <a:pt x="3560365" y="0"/>
                  </a:lnTo>
                  <a:lnTo>
                    <a:pt x="3573750" y="272"/>
                  </a:lnTo>
                  <a:lnTo>
                    <a:pt x="3587135" y="901"/>
                  </a:lnTo>
                  <a:lnTo>
                    <a:pt x="3600520" y="1741"/>
                  </a:lnTo>
                  <a:lnTo>
                    <a:pt x="3613904" y="2994"/>
                  </a:lnTo>
                  <a:lnTo>
                    <a:pt x="3627289" y="4552"/>
                  </a:lnTo>
                  <a:lnTo>
                    <a:pt x="3640674" y="6328"/>
                  </a:lnTo>
                  <a:lnTo>
                    <a:pt x="3654059" y="8603"/>
                  </a:lnTo>
                  <a:lnTo>
                    <a:pt x="3667444" y="11120"/>
                  </a:lnTo>
                  <a:lnTo>
                    <a:pt x="3680829" y="13917"/>
                  </a:lnTo>
                  <a:lnTo>
                    <a:pt x="3694213" y="17185"/>
                  </a:lnTo>
                  <a:lnTo>
                    <a:pt x="3707598" y="20681"/>
                  </a:lnTo>
                  <a:lnTo>
                    <a:pt x="3720983" y="24533"/>
                  </a:lnTo>
                  <a:lnTo>
                    <a:pt x="3734368" y="28785"/>
                  </a:lnTo>
                  <a:lnTo>
                    <a:pt x="3747753" y="33265"/>
                  </a:lnTo>
                  <a:lnTo>
                    <a:pt x="3761138" y="38173"/>
                  </a:lnTo>
                  <a:lnTo>
                    <a:pt x="3774522" y="43404"/>
                  </a:lnTo>
                  <a:lnTo>
                    <a:pt x="3787907" y="48860"/>
                  </a:lnTo>
                  <a:lnTo>
                    <a:pt x="3801292" y="54804"/>
                  </a:lnTo>
                  <a:lnTo>
                    <a:pt x="3814677" y="60994"/>
                  </a:lnTo>
                  <a:lnTo>
                    <a:pt x="3828062" y="67446"/>
                  </a:lnTo>
                  <a:lnTo>
                    <a:pt x="3841447" y="74351"/>
                  </a:lnTo>
                  <a:lnTo>
                    <a:pt x="3854831" y="81466"/>
                  </a:lnTo>
                  <a:lnTo>
                    <a:pt x="3868216" y="88896"/>
                  </a:lnTo>
                  <a:lnTo>
                    <a:pt x="3881601" y="96691"/>
                  </a:lnTo>
                  <a:lnTo>
                    <a:pt x="3894986" y="104685"/>
                  </a:lnTo>
                  <a:lnTo>
                    <a:pt x="3908371" y="113037"/>
                  </a:lnTo>
                  <a:lnTo>
                    <a:pt x="3921756" y="121667"/>
                  </a:lnTo>
                  <a:lnTo>
                    <a:pt x="3935140" y="130482"/>
                  </a:lnTo>
                  <a:lnTo>
                    <a:pt x="3948525" y="139683"/>
                  </a:lnTo>
                  <a:lnTo>
                    <a:pt x="3961910" y="149082"/>
                  </a:lnTo>
                  <a:lnTo>
                    <a:pt x="3975295" y="158677"/>
                  </a:lnTo>
                  <a:lnTo>
                    <a:pt x="3988680" y="168621"/>
                  </a:lnTo>
                  <a:lnTo>
                    <a:pt x="4002065" y="178717"/>
                  </a:lnTo>
                  <a:lnTo>
                    <a:pt x="4015449" y="189035"/>
                  </a:lnTo>
                  <a:lnTo>
                    <a:pt x="4028834" y="199614"/>
                  </a:lnTo>
                  <a:lnTo>
                    <a:pt x="4042219" y="210328"/>
                  </a:lnTo>
                  <a:lnTo>
                    <a:pt x="4055604" y="221276"/>
                  </a:lnTo>
                  <a:lnTo>
                    <a:pt x="4068989" y="232408"/>
                  </a:lnTo>
                  <a:lnTo>
                    <a:pt x="4082374" y="243658"/>
                  </a:lnTo>
                  <a:lnTo>
                    <a:pt x="4095758" y="255138"/>
                  </a:lnTo>
                  <a:lnTo>
                    <a:pt x="4109143" y="266740"/>
                  </a:lnTo>
                  <a:lnTo>
                    <a:pt x="4122528" y="278451"/>
                  </a:lnTo>
                  <a:lnTo>
                    <a:pt x="4135913" y="290358"/>
                  </a:lnTo>
                  <a:lnTo>
                    <a:pt x="4149298" y="302345"/>
                  </a:lnTo>
                  <a:lnTo>
                    <a:pt x="4162683" y="314444"/>
                  </a:lnTo>
                  <a:lnTo>
                    <a:pt x="4176067" y="326672"/>
                  </a:lnTo>
                  <a:lnTo>
                    <a:pt x="4189452" y="338962"/>
                  </a:lnTo>
                  <a:lnTo>
                    <a:pt x="4202837" y="351354"/>
                  </a:lnTo>
                  <a:lnTo>
                    <a:pt x="4216222" y="363823"/>
                  </a:lnTo>
                  <a:lnTo>
                    <a:pt x="4229607" y="376338"/>
                  </a:lnTo>
                  <a:lnTo>
                    <a:pt x="4242992" y="388934"/>
                  </a:lnTo>
                  <a:lnTo>
                    <a:pt x="4256376" y="401569"/>
                  </a:lnTo>
                  <a:lnTo>
                    <a:pt x="4269761" y="414235"/>
                  </a:lnTo>
                  <a:lnTo>
                    <a:pt x="4283146" y="426950"/>
                  </a:lnTo>
                  <a:lnTo>
                    <a:pt x="4296531" y="439679"/>
                  </a:lnTo>
                  <a:lnTo>
                    <a:pt x="4309916" y="452426"/>
                  </a:lnTo>
                  <a:lnTo>
                    <a:pt x="4323301" y="465185"/>
                  </a:lnTo>
                  <a:lnTo>
                    <a:pt x="4336685" y="477944"/>
                  </a:lnTo>
                  <a:lnTo>
                    <a:pt x="4350070" y="490699"/>
                  </a:lnTo>
                  <a:lnTo>
                    <a:pt x="4363455" y="503441"/>
                  </a:lnTo>
                  <a:lnTo>
                    <a:pt x="4376840" y="516171"/>
                  </a:lnTo>
                  <a:lnTo>
                    <a:pt x="4390225" y="528869"/>
                  </a:lnTo>
                  <a:lnTo>
                    <a:pt x="4403610" y="541539"/>
                  </a:lnTo>
                  <a:lnTo>
                    <a:pt x="4416994" y="554187"/>
                  </a:lnTo>
                  <a:lnTo>
                    <a:pt x="4430379" y="566771"/>
                  </a:lnTo>
                  <a:lnTo>
                    <a:pt x="4443764" y="579322"/>
                  </a:lnTo>
                  <a:lnTo>
                    <a:pt x="4457149" y="591828"/>
                  </a:lnTo>
                  <a:lnTo>
                    <a:pt x="4470534" y="604258"/>
                  </a:lnTo>
                  <a:lnTo>
                    <a:pt x="4483919" y="616647"/>
                  </a:lnTo>
                  <a:lnTo>
                    <a:pt x="4497303" y="628964"/>
                  </a:lnTo>
                  <a:lnTo>
                    <a:pt x="4510688" y="641202"/>
                  </a:lnTo>
                  <a:lnTo>
                    <a:pt x="4524073" y="653391"/>
                  </a:lnTo>
                  <a:lnTo>
                    <a:pt x="4537458" y="665478"/>
                  </a:lnTo>
                  <a:lnTo>
                    <a:pt x="4550843" y="677490"/>
                  </a:lnTo>
                  <a:lnTo>
                    <a:pt x="4564228" y="689446"/>
                  </a:lnTo>
                  <a:lnTo>
                    <a:pt x="4577612" y="701268"/>
                  </a:lnTo>
                  <a:lnTo>
                    <a:pt x="4590997" y="713025"/>
                  </a:lnTo>
                  <a:lnTo>
                    <a:pt x="4604382" y="724702"/>
                  </a:lnTo>
                  <a:lnTo>
                    <a:pt x="4617767" y="736247"/>
                  </a:lnTo>
                  <a:lnTo>
                    <a:pt x="4631152" y="747723"/>
                  </a:lnTo>
                  <a:lnTo>
                    <a:pt x="4644537" y="759092"/>
                  </a:lnTo>
                  <a:lnTo>
                    <a:pt x="4657921" y="770340"/>
                  </a:lnTo>
                  <a:lnTo>
                    <a:pt x="4671306" y="781516"/>
                  </a:lnTo>
                  <a:lnTo>
                    <a:pt x="4684691" y="792555"/>
                  </a:lnTo>
                  <a:lnTo>
                    <a:pt x="4698076" y="803488"/>
                  </a:lnTo>
                  <a:lnTo>
                    <a:pt x="4711461" y="814348"/>
                  </a:lnTo>
                  <a:lnTo>
                    <a:pt x="4724846" y="825038"/>
                  </a:lnTo>
                  <a:lnTo>
                    <a:pt x="4738230" y="835645"/>
                  </a:lnTo>
                  <a:lnTo>
                    <a:pt x="4751615" y="846158"/>
                  </a:lnTo>
                  <a:lnTo>
                    <a:pt x="4765000" y="856507"/>
                  </a:lnTo>
                  <a:lnTo>
                    <a:pt x="4778385" y="866779"/>
                  </a:lnTo>
                  <a:lnTo>
                    <a:pt x="4791770" y="876929"/>
                  </a:lnTo>
                  <a:lnTo>
                    <a:pt x="4805155" y="886940"/>
                  </a:lnTo>
                  <a:lnTo>
                    <a:pt x="4818539" y="896872"/>
                  </a:lnTo>
                  <a:lnTo>
                    <a:pt x="4831924" y="906658"/>
                  </a:lnTo>
                  <a:lnTo>
                    <a:pt x="4845309" y="916331"/>
                  </a:lnTo>
                  <a:lnTo>
                    <a:pt x="4858694" y="925926"/>
                  </a:lnTo>
                  <a:lnTo>
                    <a:pt x="4872079" y="935354"/>
                  </a:lnTo>
                  <a:lnTo>
                    <a:pt x="4885464" y="944695"/>
                  </a:lnTo>
                  <a:lnTo>
                    <a:pt x="4898848" y="953948"/>
                  </a:lnTo>
                  <a:lnTo>
                    <a:pt x="4912233" y="963042"/>
                  </a:lnTo>
                  <a:lnTo>
                    <a:pt x="4925618" y="972064"/>
                  </a:lnTo>
                  <a:lnTo>
                    <a:pt x="4939003" y="980980"/>
                  </a:lnTo>
                  <a:lnTo>
                    <a:pt x="4952388" y="989770"/>
                  </a:lnTo>
                  <a:lnTo>
                    <a:pt x="4965773" y="998493"/>
                  </a:lnTo>
                  <a:lnTo>
                    <a:pt x="4979157" y="1007097"/>
                  </a:lnTo>
                  <a:lnTo>
                    <a:pt x="4992542" y="1015608"/>
                  </a:lnTo>
                  <a:lnTo>
                    <a:pt x="5005927" y="1024057"/>
                  </a:lnTo>
                  <a:lnTo>
                    <a:pt x="5019312" y="1032383"/>
                  </a:lnTo>
                  <a:lnTo>
                    <a:pt x="5032697" y="1040645"/>
                  </a:lnTo>
                  <a:lnTo>
                    <a:pt x="5046082" y="1048847"/>
                  </a:lnTo>
                  <a:lnTo>
                    <a:pt x="5059466" y="1056943"/>
                  </a:lnTo>
                  <a:lnTo>
                    <a:pt x="5072851" y="1064995"/>
                  </a:lnTo>
                  <a:lnTo>
                    <a:pt x="5086236" y="1072985"/>
                  </a:lnTo>
                  <a:lnTo>
                    <a:pt x="5099621" y="1080905"/>
                  </a:lnTo>
                  <a:lnTo>
                    <a:pt x="5113006" y="1088790"/>
                  </a:lnTo>
                  <a:lnTo>
                    <a:pt x="5126391" y="1096621"/>
                  </a:lnTo>
                  <a:lnTo>
                    <a:pt x="5139775" y="1104413"/>
                  </a:lnTo>
                  <a:lnTo>
                    <a:pt x="5153160" y="1112181"/>
                  </a:lnTo>
                  <a:lnTo>
                    <a:pt x="5166545" y="1119912"/>
                  </a:lnTo>
                  <a:lnTo>
                    <a:pt x="5179930" y="1127629"/>
                  </a:lnTo>
                  <a:lnTo>
                    <a:pt x="5193315" y="1135334"/>
                  </a:lnTo>
                  <a:lnTo>
                    <a:pt x="5206700" y="1143030"/>
                  </a:lnTo>
                  <a:lnTo>
                    <a:pt x="5220084" y="1150728"/>
                  </a:lnTo>
                  <a:lnTo>
                    <a:pt x="5233469" y="1158430"/>
                  </a:lnTo>
                  <a:lnTo>
                    <a:pt x="5246854" y="1166153"/>
                  </a:lnTo>
                  <a:lnTo>
                    <a:pt x="5260239" y="1173890"/>
                  </a:lnTo>
                  <a:lnTo>
                    <a:pt x="5273624" y="1181658"/>
                  </a:lnTo>
                  <a:lnTo>
                    <a:pt x="5287009" y="1189465"/>
                  </a:lnTo>
                  <a:lnTo>
                    <a:pt x="5300393" y="1197299"/>
                  </a:lnTo>
                  <a:lnTo>
                    <a:pt x="5313778" y="1205198"/>
                  </a:lnTo>
                  <a:lnTo>
                    <a:pt x="5327163" y="1213147"/>
                  </a:lnTo>
                  <a:lnTo>
                    <a:pt x="5340548" y="1221136"/>
                  </a:lnTo>
                  <a:lnTo>
                    <a:pt x="5353933" y="1229228"/>
                  </a:lnTo>
                  <a:lnTo>
                    <a:pt x="5367318" y="1237373"/>
                  </a:lnTo>
                  <a:lnTo>
                    <a:pt x="5380702" y="1245586"/>
                  </a:lnTo>
                  <a:lnTo>
                    <a:pt x="5394087" y="1253913"/>
                  </a:lnTo>
                  <a:lnTo>
                    <a:pt x="5407472" y="1262301"/>
                  </a:lnTo>
                  <a:lnTo>
                    <a:pt x="5420857" y="1270793"/>
                  </a:lnTo>
                  <a:lnTo>
                    <a:pt x="5434242" y="1279398"/>
                  </a:lnTo>
                  <a:lnTo>
                    <a:pt x="5447627" y="1288071"/>
                  </a:lnTo>
                  <a:lnTo>
                    <a:pt x="5461011" y="1296887"/>
                  </a:lnTo>
                  <a:lnTo>
                    <a:pt x="5474396" y="1305804"/>
                  </a:lnTo>
                  <a:lnTo>
                    <a:pt x="5487781" y="1314797"/>
                  </a:lnTo>
                  <a:lnTo>
                    <a:pt x="5501166" y="1323970"/>
                  </a:lnTo>
                  <a:lnTo>
                    <a:pt x="5514551" y="1333226"/>
                  </a:lnTo>
                  <a:lnTo>
                    <a:pt x="5527936" y="1342586"/>
                  </a:lnTo>
                  <a:lnTo>
                    <a:pt x="5541320" y="1352113"/>
                  </a:lnTo>
                  <a:lnTo>
                    <a:pt x="5554705" y="1361722"/>
                  </a:lnTo>
                  <a:lnTo>
                    <a:pt x="5568090" y="1371466"/>
                  </a:lnTo>
                  <a:lnTo>
                    <a:pt x="5581475" y="1381350"/>
                  </a:lnTo>
                  <a:lnTo>
                    <a:pt x="5594860" y="1391317"/>
                  </a:lnTo>
                  <a:lnTo>
                    <a:pt x="5608245" y="1401443"/>
                  </a:lnTo>
                  <a:lnTo>
                    <a:pt x="5621629" y="1411680"/>
                  </a:lnTo>
                  <a:lnTo>
                    <a:pt x="5635014" y="1421997"/>
                  </a:lnTo>
                  <a:lnTo>
                    <a:pt x="5648399" y="1432490"/>
                  </a:lnTo>
                  <a:lnTo>
                    <a:pt x="5661784" y="1443062"/>
                  </a:lnTo>
                  <a:lnTo>
                    <a:pt x="5675169" y="1453728"/>
                  </a:lnTo>
                  <a:lnTo>
                    <a:pt x="5688554" y="1464540"/>
                  </a:lnTo>
                  <a:lnTo>
                    <a:pt x="5701938" y="1475419"/>
                  </a:lnTo>
                  <a:lnTo>
                    <a:pt x="5715323" y="1486401"/>
                  </a:lnTo>
                  <a:lnTo>
                    <a:pt x="5728708" y="1497490"/>
                  </a:lnTo>
                  <a:lnTo>
                    <a:pt x="5742093" y="1508636"/>
                  </a:lnTo>
                  <a:lnTo>
                    <a:pt x="5755478" y="1519885"/>
                  </a:lnTo>
                  <a:lnTo>
                    <a:pt x="5768863" y="1531202"/>
                  </a:lnTo>
                  <a:lnTo>
                    <a:pt x="5782247" y="1542567"/>
                  </a:lnTo>
                  <a:lnTo>
                    <a:pt x="5795632" y="1554021"/>
                  </a:lnTo>
                  <a:lnTo>
                    <a:pt x="5809017" y="1565511"/>
                  </a:lnTo>
                  <a:lnTo>
                    <a:pt x="5822402" y="1577041"/>
                  </a:lnTo>
                  <a:lnTo>
                    <a:pt x="5835787" y="1588624"/>
                  </a:lnTo>
                  <a:lnTo>
                    <a:pt x="5849172" y="1600224"/>
                  </a:lnTo>
                  <a:lnTo>
                    <a:pt x="5862556" y="1611850"/>
                  </a:lnTo>
                  <a:lnTo>
                    <a:pt x="5875941" y="1623489"/>
                  </a:lnTo>
                  <a:lnTo>
                    <a:pt x="5889326" y="1635131"/>
                  </a:lnTo>
                  <a:lnTo>
                    <a:pt x="5902711" y="1646771"/>
                  </a:lnTo>
                  <a:lnTo>
                    <a:pt x="5916096" y="1658395"/>
                  </a:lnTo>
                  <a:lnTo>
                    <a:pt x="5929481" y="1670007"/>
                  </a:lnTo>
                  <a:lnTo>
                    <a:pt x="5942865" y="1681577"/>
                  </a:lnTo>
                  <a:lnTo>
                    <a:pt x="5956250" y="1693113"/>
                  </a:lnTo>
                  <a:lnTo>
                    <a:pt x="5969635" y="1704616"/>
                  </a:lnTo>
                  <a:lnTo>
                    <a:pt x="5983020" y="1716037"/>
                  </a:lnTo>
                  <a:lnTo>
                    <a:pt x="5996405" y="1727413"/>
                  </a:lnTo>
                  <a:lnTo>
                    <a:pt x="6009790" y="1738719"/>
                  </a:lnTo>
                  <a:lnTo>
                    <a:pt x="6023174" y="1749924"/>
                  </a:lnTo>
                  <a:lnTo>
                    <a:pt x="6036559" y="1761068"/>
                  </a:lnTo>
                  <a:lnTo>
                    <a:pt x="6049944" y="1772098"/>
                  </a:lnTo>
                  <a:lnTo>
                    <a:pt x="6063329" y="1783019"/>
                  </a:lnTo>
                  <a:lnTo>
                    <a:pt x="6076714" y="1793866"/>
                  </a:lnTo>
                  <a:lnTo>
                    <a:pt x="6090099" y="1804545"/>
                  </a:lnTo>
                  <a:lnTo>
                    <a:pt x="6103483" y="1815119"/>
                  </a:lnTo>
                  <a:lnTo>
                    <a:pt x="6116868" y="1825597"/>
                  </a:lnTo>
                  <a:lnTo>
                    <a:pt x="6130253" y="1835869"/>
                  </a:lnTo>
                  <a:lnTo>
                    <a:pt x="6143638" y="1846042"/>
                  </a:lnTo>
                  <a:lnTo>
                    <a:pt x="6157023" y="1856073"/>
                  </a:lnTo>
                  <a:lnTo>
                    <a:pt x="6170408" y="1865906"/>
                  </a:lnTo>
                  <a:lnTo>
                    <a:pt x="6183792" y="1875630"/>
                  </a:lnTo>
                  <a:lnTo>
                    <a:pt x="6197177" y="1885163"/>
                  </a:lnTo>
                  <a:lnTo>
                    <a:pt x="6210562" y="1894517"/>
                  </a:lnTo>
                  <a:lnTo>
                    <a:pt x="6223947" y="1903755"/>
                  </a:lnTo>
                  <a:lnTo>
                    <a:pt x="6237332" y="1912751"/>
                  </a:lnTo>
                  <a:lnTo>
                    <a:pt x="6250717" y="1921595"/>
                  </a:lnTo>
                  <a:lnTo>
                    <a:pt x="6264101" y="1930311"/>
                  </a:lnTo>
                  <a:lnTo>
                    <a:pt x="6277486" y="1938750"/>
                  </a:lnTo>
                  <a:lnTo>
                    <a:pt x="6290871" y="1947064"/>
                  </a:lnTo>
                  <a:lnTo>
                    <a:pt x="6304256" y="1955207"/>
                  </a:lnTo>
                  <a:lnTo>
                    <a:pt x="6317641" y="1963106"/>
                  </a:lnTo>
                  <a:lnTo>
                    <a:pt x="6331026" y="1970881"/>
                  </a:lnTo>
                  <a:lnTo>
                    <a:pt x="6344410" y="1978442"/>
                  </a:lnTo>
                  <a:lnTo>
                    <a:pt x="6357795" y="1985801"/>
                  </a:lnTo>
                  <a:lnTo>
                    <a:pt x="6371180" y="1993034"/>
                  </a:lnTo>
                  <a:lnTo>
                    <a:pt x="6384565" y="2000019"/>
                  </a:lnTo>
                  <a:lnTo>
                    <a:pt x="6397950" y="2006843"/>
                  </a:lnTo>
                  <a:lnTo>
                    <a:pt x="6411335" y="2013544"/>
                  </a:lnTo>
                  <a:lnTo>
                    <a:pt x="6424719" y="2019967"/>
                  </a:lnTo>
                  <a:lnTo>
                    <a:pt x="6438104" y="2026272"/>
                  </a:lnTo>
                  <a:lnTo>
                    <a:pt x="6451489" y="2032422"/>
                  </a:lnTo>
                  <a:lnTo>
                    <a:pt x="6464874" y="2038344"/>
                  </a:lnTo>
                  <a:lnTo>
                    <a:pt x="6478259" y="2044154"/>
                  </a:lnTo>
                  <a:lnTo>
                    <a:pt x="6491644" y="2049783"/>
                  </a:lnTo>
                  <a:lnTo>
                    <a:pt x="6505028" y="2055233"/>
                  </a:lnTo>
                  <a:lnTo>
                    <a:pt x="6518413" y="2060578"/>
                  </a:lnTo>
                  <a:lnTo>
                    <a:pt x="6531798" y="2065722"/>
                  </a:lnTo>
                  <a:lnTo>
                    <a:pt x="6545183" y="2070734"/>
                  </a:lnTo>
                  <a:lnTo>
                    <a:pt x="6558568" y="2075649"/>
                  </a:lnTo>
                  <a:lnTo>
                    <a:pt x="6571953" y="2080353"/>
                  </a:lnTo>
                  <a:lnTo>
                    <a:pt x="6585337" y="2084966"/>
                  </a:lnTo>
                  <a:lnTo>
                    <a:pt x="6598722" y="2089467"/>
                  </a:lnTo>
                  <a:lnTo>
                    <a:pt x="6612107" y="2093801"/>
                  </a:lnTo>
                  <a:lnTo>
                    <a:pt x="6625492" y="2098056"/>
                  </a:lnTo>
                  <a:lnTo>
                    <a:pt x="6638877" y="2102189"/>
                  </a:lnTo>
                  <a:lnTo>
                    <a:pt x="6652262" y="2106198"/>
                  </a:lnTo>
                  <a:lnTo>
                    <a:pt x="6665646" y="2110139"/>
                  </a:lnTo>
                  <a:lnTo>
                    <a:pt x="6679031" y="2113953"/>
                  </a:lnTo>
                  <a:lnTo>
                    <a:pt x="6692416" y="2117682"/>
                  </a:lnTo>
                  <a:lnTo>
                    <a:pt x="6705801" y="2121350"/>
                  </a:lnTo>
                  <a:lnTo>
                    <a:pt x="6719186" y="2124895"/>
                  </a:lnTo>
                  <a:lnTo>
                    <a:pt x="6732571" y="2128386"/>
                  </a:lnTo>
                  <a:lnTo>
                    <a:pt x="6745955" y="2131814"/>
                  </a:lnTo>
                  <a:lnTo>
                    <a:pt x="6759340" y="2135148"/>
                  </a:lnTo>
                  <a:lnTo>
                    <a:pt x="6772725" y="2138440"/>
                  </a:lnTo>
                  <a:lnTo>
                    <a:pt x="6786110" y="2141670"/>
                  </a:lnTo>
                  <a:lnTo>
                    <a:pt x="6799495" y="2144835"/>
                  </a:lnTo>
                  <a:lnTo>
                    <a:pt x="6812880" y="2147966"/>
                  </a:lnTo>
                  <a:lnTo>
                    <a:pt x="6826264" y="2151038"/>
                  </a:lnTo>
                  <a:lnTo>
                    <a:pt x="6839649" y="2154069"/>
                  </a:lnTo>
                  <a:lnTo>
                    <a:pt x="6839649" y="2326404"/>
                  </a:lnTo>
                  <a:lnTo>
                    <a:pt x="6826264" y="2326404"/>
                  </a:lnTo>
                  <a:lnTo>
                    <a:pt x="6812880" y="2326404"/>
                  </a:lnTo>
                  <a:lnTo>
                    <a:pt x="6799495" y="2326404"/>
                  </a:lnTo>
                  <a:lnTo>
                    <a:pt x="6786110" y="2326404"/>
                  </a:lnTo>
                  <a:lnTo>
                    <a:pt x="6772725" y="2326404"/>
                  </a:lnTo>
                  <a:lnTo>
                    <a:pt x="6759340" y="2326404"/>
                  </a:lnTo>
                  <a:lnTo>
                    <a:pt x="6745955" y="2326404"/>
                  </a:lnTo>
                  <a:lnTo>
                    <a:pt x="6732571" y="2326404"/>
                  </a:lnTo>
                  <a:lnTo>
                    <a:pt x="6719186" y="2326404"/>
                  </a:lnTo>
                  <a:lnTo>
                    <a:pt x="6705801" y="2326404"/>
                  </a:lnTo>
                  <a:lnTo>
                    <a:pt x="6692416" y="2326404"/>
                  </a:lnTo>
                  <a:lnTo>
                    <a:pt x="6679031" y="2326404"/>
                  </a:lnTo>
                  <a:lnTo>
                    <a:pt x="6665646" y="2326404"/>
                  </a:lnTo>
                  <a:lnTo>
                    <a:pt x="6652262" y="2326404"/>
                  </a:lnTo>
                  <a:lnTo>
                    <a:pt x="6638877" y="2326404"/>
                  </a:lnTo>
                  <a:lnTo>
                    <a:pt x="6625492" y="2326404"/>
                  </a:lnTo>
                  <a:lnTo>
                    <a:pt x="6612107" y="2326404"/>
                  </a:lnTo>
                  <a:lnTo>
                    <a:pt x="6598722" y="2326404"/>
                  </a:lnTo>
                  <a:lnTo>
                    <a:pt x="6585337" y="2326404"/>
                  </a:lnTo>
                  <a:lnTo>
                    <a:pt x="6571953" y="2326404"/>
                  </a:lnTo>
                  <a:lnTo>
                    <a:pt x="6558568" y="2326404"/>
                  </a:lnTo>
                  <a:lnTo>
                    <a:pt x="6545183" y="2326404"/>
                  </a:lnTo>
                  <a:lnTo>
                    <a:pt x="6531798" y="2326404"/>
                  </a:lnTo>
                  <a:lnTo>
                    <a:pt x="6518413" y="2326404"/>
                  </a:lnTo>
                  <a:lnTo>
                    <a:pt x="6505028" y="2326404"/>
                  </a:lnTo>
                  <a:lnTo>
                    <a:pt x="6491644" y="2326404"/>
                  </a:lnTo>
                  <a:lnTo>
                    <a:pt x="6478259" y="2326404"/>
                  </a:lnTo>
                  <a:lnTo>
                    <a:pt x="6464874" y="2326404"/>
                  </a:lnTo>
                  <a:lnTo>
                    <a:pt x="6451489" y="2326404"/>
                  </a:lnTo>
                  <a:lnTo>
                    <a:pt x="6438104" y="2326404"/>
                  </a:lnTo>
                  <a:lnTo>
                    <a:pt x="6424719" y="2326404"/>
                  </a:lnTo>
                  <a:lnTo>
                    <a:pt x="6411335" y="2326404"/>
                  </a:lnTo>
                  <a:lnTo>
                    <a:pt x="6397950" y="2326404"/>
                  </a:lnTo>
                  <a:lnTo>
                    <a:pt x="6384565" y="2326404"/>
                  </a:lnTo>
                  <a:lnTo>
                    <a:pt x="6371180" y="2326404"/>
                  </a:lnTo>
                  <a:lnTo>
                    <a:pt x="6357795" y="2326404"/>
                  </a:lnTo>
                  <a:lnTo>
                    <a:pt x="6344410" y="2326404"/>
                  </a:lnTo>
                  <a:lnTo>
                    <a:pt x="6331026" y="2326404"/>
                  </a:lnTo>
                  <a:lnTo>
                    <a:pt x="6317641" y="2326404"/>
                  </a:lnTo>
                  <a:lnTo>
                    <a:pt x="6304256" y="2326404"/>
                  </a:lnTo>
                  <a:lnTo>
                    <a:pt x="6290871" y="2326404"/>
                  </a:lnTo>
                  <a:lnTo>
                    <a:pt x="6277486" y="2326404"/>
                  </a:lnTo>
                  <a:lnTo>
                    <a:pt x="6264101" y="2326404"/>
                  </a:lnTo>
                  <a:lnTo>
                    <a:pt x="6250717" y="2326404"/>
                  </a:lnTo>
                  <a:lnTo>
                    <a:pt x="6237332" y="2326404"/>
                  </a:lnTo>
                  <a:lnTo>
                    <a:pt x="6223947" y="2326404"/>
                  </a:lnTo>
                  <a:lnTo>
                    <a:pt x="6210562" y="2326404"/>
                  </a:lnTo>
                  <a:lnTo>
                    <a:pt x="6197177" y="2326404"/>
                  </a:lnTo>
                  <a:lnTo>
                    <a:pt x="6183792" y="2326404"/>
                  </a:lnTo>
                  <a:lnTo>
                    <a:pt x="6170408" y="2326404"/>
                  </a:lnTo>
                  <a:lnTo>
                    <a:pt x="6157023" y="2326404"/>
                  </a:lnTo>
                  <a:lnTo>
                    <a:pt x="6143638" y="2326404"/>
                  </a:lnTo>
                  <a:lnTo>
                    <a:pt x="6130253" y="2326404"/>
                  </a:lnTo>
                  <a:lnTo>
                    <a:pt x="6116868" y="2326404"/>
                  </a:lnTo>
                  <a:lnTo>
                    <a:pt x="6103483" y="2326404"/>
                  </a:lnTo>
                  <a:lnTo>
                    <a:pt x="6090099" y="2326404"/>
                  </a:lnTo>
                  <a:lnTo>
                    <a:pt x="6076714" y="2326404"/>
                  </a:lnTo>
                  <a:lnTo>
                    <a:pt x="6063329" y="2326404"/>
                  </a:lnTo>
                  <a:lnTo>
                    <a:pt x="6049944" y="2326404"/>
                  </a:lnTo>
                  <a:lnTo>
                    <a:pt x="6036559" y="2326404"/>
                  </a:lnTo>
                  <a:lnTo>
                    <a:pt x="6023174" y="2326404"/>
                  </a:lnTo>
                  <a:lnTo>
                    <a:pt x="6009790" y="2326404"/>
                  </a:lnTo>
                  <a:lnTo>
                    <a:pt x="5996405" y="2326404"/>
                  </a:lnTo>
                  <a:lnTo>
                    <a:pt x="5983020" y="2326404"/>
                  </a:lnTo>
                  <a:lnTo>
                    <a:pt x="5969635" y="2326404"/>
                  </a:lnTo>
                  <a:lnTo>
                    <a:pt x="5956250" y="2326404"/>
                  </a:lnTo>
                  <a:lnTo>
                    <a:pt x="5942865" y="2326404"/>
                  </a:lnTo>
                  <a:lnTo>
                    <a:pt x="5929481" y="2326404"/>
                  </a:lnTo>
                  <a:lnTo>
                    <a:pt x="5916096" y="2326404"/>
                  </a:lnTo>
                  <a:lnTo>
                    <a:pt x="5902711" y="2326404"/>
                  </a:lnTo>
                  <a:lnTo>
                    <a:pt x="5889326" y="2326404"/>
                  </a:lnTo>
                  <a:lnTo>
                    <a:pt x="5875941" y="2326404"/>
                  </a:lnTo>
                  <a:lnTo>
                    <a:pt x="5862556" y="2326404"/>
                  </a:lnTo>
                  <a:lnTo>
                    <a:pt x="5849172" y="2326404"/>
                  </a:lnTo>
                  <a:lnTo>
                    <a:pt x="5835787" y="2326404"/>
                  </a:lnTo>
                  <a:lnTo>
                    <a:pt x="5822402" y="2326404"/>
                  </a:lnTo>
                  <a:lnTo>
                    <a:pt x="5809017" y="2326404"/>
                  </a:lnTo>
                  <a:lnTo>
                    <a:pt x="5795632" y="2326404"/>
                  </a:lnTo>
                  <a:lnTo>
                    <a:pt x="5782247" y="2326404"/>
                  </a:lnTo>
                  <a:lnTo>
                    <a:pt x="5768863" y="2326404"/>
                  </a:lnTo>
                  <a:lnTo>
                    <a:pt x="5755478" y="2326404"/>
                  </a:lnTo>
                  <a:lnTo>
                    <a:pt x="5742093" y="2326404"/>
                  </a:lnTo>
                  <a:lnTo>
                    <a:pt x="5728708" y="2326404"/>
                  </a:lnTo>
                  <a:lnTo>
                    <a:pt x="5715323" y="2326404"/>
                  </a:lnTo>
                  <a:lnTo>
                    <a:pt x="5701938" y="2326404"/>
                  </a:lnTo>
                  <a:lnTo>
                    <a:pt x="5688554" y="2326404"/>
                  </a:lnTo>
                  <a:lnTo>
                    <a:pt x="5675169" y="2326404"/>
                  </a:lnTo>
                  <a:lnTo>
                    <a:pt x="5661784" y="2326404"/>
                  </a:lnTo>
                  <a:lnTo>
                    <a:pt x="5648399" y="2326404"/>
                  </a:lnTo>
                  <a:lnTo>
                    <a:pt x="5635014" y="2326404"/>
                  </a:lnTo>
                  <a:lnTo>
                    <a:pt x="5621629" y="2326404"/>
                  </a:lnTo>
                  <a:lnTo>
                    <a:pt x="5608245" y="2326404"/>
                  </a:lnTo>
                  <a:lnTo>
                    <a:pt x="5594860" y="2326404"/>
                  </a:lnTo>
                  <a:lnTo>
                    <a:pt x="5581475" y="2326404"/>
                  </a:lnTo>
                  <a:lnTo>
                    <a:pt x="5568090" y="2326404"/>
                  </a:lnTo>
                  <a:lnTo>
                    <a:pt x="5554705" y="2326404"/>
                  </a:lnTo>
                  <a:lnTo>
                    <a:pt x="5541320" y="2326404"/>
                  </a:lnTo>
                  <a:lnTo>
                    <a:pt x="5527936" y="2326404"/>
                  </a:lnTo>
                  <a:lnTo>
                    <a:pt x="5514551" y="2326404"/>
                  </a:lnTo>
                  <a:lnTo>
                    <a:pt x="5501166" y="2326404"/>
                  </a:lnTo>
                  <a:lnTo>
                    <a:pt x="5487781" y="2326404"/>
                  </a:lnTo>
                  <a:lnTo>
                    <a:pt x="5474396" y="2326404"/>
                  </a:lnTo>
                  <a:lnTo>
                    <a:pt x="5461011" y="2326404"/>
                  </a:lnTo>
                  <a:lnTo>
                    <a:pt x="5447627" y="2326404"/>
                  </a:lnTo>
                  <a:lnTo>
                    <a:pt x="5434242" y="2326404"/>
                  </a:lnTo>
                  <a:lnTo>
                    <a:pt x="5420857" y="2326404"/>
                  </a:lnTo>
                  <a:lnTo>
                    <a:pt x="5407472" y="2326404"/>
                  </a:lnTo>
                  <a:lnTo>
                    <a:pt x="5394087" y="2326404"/>
                  </a:lnTo>
                  <a:lnTo>
                    <a:pt x="5380702" y="2326404"/>
                  </a:lnTo>
                  <a:lnTo>
                    <a:pt x="5367318" y="2326404"/>
                  </a:lnTo>
                  <a:lnTo>
                    <a:pt x="5353933" y="2326404"/>
                  </a:lnTo>
                  <a:lnTo>
                    <a:pt x="5340548" y="2326404"/>
                  </a:lnTo>
                  <a:lnTo>
                    <a:pt x="5327163" y="2326404"/>
                  </a:lnTo>
                  <a:lnTo>
                    <a:pt x="5313778" y="2326404"/>
                  </a:lnTo>
                  <a:lnTo>
                    <a:pt x="5300393" y="2326404"/>
                  </a:lnTo>
                  <a:lnTo>
                    <a:pt x="5287009" y="2326404"/>
                  </a:lnTo>
                  <a:lnTo>
                    <a:pt x="5273624" y="2326404"/>
                  </a:lnTo>
                  <a:lnTo>
                    <a:pt x="5260239" y="2326404"/>
                  </a:lnTo>
                  <a:lnTo>
                    <a:pt x="5246854" y="2326404"/>
                  </a:lnTo>
                  <a:lnTo>
                    <a:pt x="5233469" y="2326404"/>
                  </a:lnTo>
                  <a:lnTo>
                    <a:pt x="5220084" y="2326404"/>
                  </a:lnTo>
                  <a:lnTo>
                    <a:pt x="5206700" y="2326404"/>
                  </a:lnTo>
                  <a:lnTo>
                    <a:pt x="5193315" y="2326404"/>
                  </a:lnTo>
                  <a:lnTo>
                    <a:pt x="5179930" y="2326404"/>
                  </a:lnTo>
                  <a:lnTo>
                    <a:pt x="5166545" y="2326404"/>
                  </a:lnTo>
                  <a:lnTo>
                    <a:pt x="5153160" y="2326404"/>
                  </a:lnTo>
                  <a:lnTo>
                    <a:pt x="5139775" y="2326404"/>
                  </a:lnTo>
                  <a:lnTo>
                    <a:pt x="5126391" y="2326404"/>
                  </a:lnTo>
                  <a:lnTo>
                    <a:pt x="5113006" y="2326404"/>
                  </a:lnTo>
                  <a:lnTo>
                    <a:pt x="5099621" y="2326404"/>
                  </a:lnTo>
                  <a:lnTo>
                    <a:pt x="5086236" y="2326404"/>
                  </a:lnTo>
                  <a:lnTo>
                    <a:pt x="5072851" y="2326404"/>
                  </a:lnTo>
                  <a:lnTo>
                    <a:pt x="5059466" y="2326404"/>
                  </a:lnTo>
                  <a:lnTo>
                    <a:pt x="5046082" y="2326404"/>
                  </a:lnTo>
                  <a:lnTo>
                    <a:pt x="5032697" y="2326404"/>
                  </a:lnTo>
                  <a:lnTo>
                    <a:pt x="5019312" y="2326404"/>
                  </a:lnTo>
                  <a:lnTo>
                    <a:pt x="5005927" y="2326404"/>
                  </a:lnTo>
                  <a:lnTo>
                    <a:pt x="4992542" y="2326404"/>
                  </a:lnTo>
                  <a:lnTo>
                    <a:pt x="4979157" y="2326404"/>
                  </a:lnTo>
                  <a:lnTo>
                    <a:pt x="4965773" y="2326404"/>
                  </a:lnTo>
                  <a:lnTo>
                    <a:pt x="4952388" y="2326404"/>
                  </a:lnTo>
                  <a:lnTo>
                    <a:pt x="4939003" y="2326404"/>
                  </a:lnTo>
                  <a:lnTo>
                    <a:pt x="4925618" y="2326404"/>
                  </a:lnTo>
                  <a:lnTo>
                    <a:pt x="4912233" y="2326404"/>
                  </a:lnTo>
                  <a:lnTo>
                    <a:pt x="4898848" y="2326404"/>
                  </a:lnTo>
                  <a:lnTo>
                    <a:pt x="4885464" y="2326404"/>
                  </a:lnTo>
                  <a:lnTo>
                    <a:pt x="4872079" y="2326404"/>
                  </a:lnTo>
                  <a:lnTo>
                    <a:pt x="4858694" y="2326404"/>
                  </a:lnTo>
                  <a:lnTo>
                    <a:pt x="4845309" y="2326404"/>
                  </a:lnTo>
                  <a:lnTo>
                    <a:pt x="4831924" y="2326404"/>
                  </a:lnTo>
                  <a:lnTo>
                    <a:pt x="4818539" y="2326404"/>
                  </a:lnTo>
                  <a:lnTo>
                    <a:pt x="4805155" y="2326404"/>
                  </a:lnTo>
                  <a:lnTo>
                    <a:pt x="4791770" y="2326404"/>
                  </a:lnTo>
                  <a:lnTo>
                    <a:pt x="4778385" y="2326404"/>
                  </a:lnTo>
                  <a:lnTo>
                    <a:pt x="4765000" y="2326404"/>
                  </a:lnTo>
                  <a:lnTo>
                    <a:pt x="4751615" y="2326404"/>
                  </a:lnTo>
                  <a:lnTo>
                    <a:pt x="4738230" y="2326404"/>
                  </a:lnTo>
                  <a:lnTo>
                    <a:pt x="4724846" y="2326404"/>
                  </a:lnTo>
                  <a:lnTo>
                    <a:pt x="4711461" y="2326404"/>
                  </a:lnTo>
                  <a:lnTo>
                    <a:pt x="4698076" y="2326404"/>
                  </a:lnTo>
                  <a:lnTo>
                    <a:pt x="4684691" y="2326404"/>
                  </a:lnTo>
                  <a:lnTo>
                    <a:pt x="4671306" y="2326404"/>
                  </a:lnTo>
                  <a:lnTo>
                    <a:pt x="4657921" y="2326404"/>
                  </a:lnTo>
                  <a:lnTo>
                    <a:pt x="4644537" y="2326404"/>
                  </a:lnTo>
                  <a:lnTo>
                    <a:pt x="4631152" y="2326404"/>
                  </a:lnTo>
                  <a:lnTo>
                    <a:pt x="4617767" y="2326404"/>
                  </a:lnTo>
                  <a:lnTo>
                    <a:pt x="4604382" y="2326404"/>
                  </a:lnTo>
                  <a:lnTo>
                    <a:pt x="4590997" y="2326404"/>
                  </a:lnTo>
                  <a:lnTo>
                    <a:pt x="4577612" y="2326404"/>
                  </a:lnTo>
                  <a:lnTo>
                    <a:pt x="4564228" y="2326404"/>
                  </a:lnTo>
                  <a:lnTo>
                    <a:pt x="4550843" y="2326404"/>
                  </a:lnTo>
                  <a:lnTo>
                    <a:pt x="4537458" y="2326404"/>
                  </a:lnTo>
                  <a:lnTo>
                    <a:pt x="4524073" y="2326404"/>
                  </a:lnTo>
                  <a:lnTo>
                    <a:pt x="4510688" y="2326404"/>
                  </a:lnTo>
                  <a:lnTo>
                    <a:pt x="4497303" y="2326404"/>
                  </a:lnTo>
                  <a:lnTo>
                    <a:pt x="4483919" y="2326404"/>
                  </a:lnTo>
                  <a:lnTo>
                    <a:pt x="4470534" y="2326404"/>
                  </a:lnTo>
                  <a:lnTo>
                    <a:pt x="4457149" y="2326404"/>
                  </a:lnTo>
                  <a:lnTo>
                    <a:pt x="4443764" y="2326404"/>
                  </a:lnTo>
                  <a:lnTo>
                    <a:pt x="4430379" y="2326404"/>
                  </a:lnTo>
                  <a:lnTo>
                    <a:pt x="4416994" y="2326404"/>
                  </a:lnTo>
                  <a:lnTo>
                    <a:pt x="4403610" y="2326404"/>
                  </a:lnTo>
                  <a:lnTo>
                    <a:pt x="4390225" y="2326404"/>
                  </a:lnTo>
                  <a:lnTo>
                    <a:pt x="4376840" y="2326404"/>
                  </a:lnTo>
                  <a:lnTo>
                    <a:pt x="4363455" y="2326404"/>
                  </a:lnTo>
                  <a:lnTo>
                    <a:pt x="4350070" y="2326404"/>
                  </a:lnTo>
                  <a:lnTo>
                    <a:pt x="4336685" y="2326404"/>
                  </a:lnTo>
                  <a:lnTo>
                    <a:pt x="4323301" y="2326404"/>
                  </a:lnTo>
                  <a:lnTo>
                    <a:pt x="4309916" y="2326404"/>
                  </a:lnTo>
                  <a:lnTo>
                    <a:pt x="4296531" y="2326404"/>
                  </a:lnTo>
                  <a:lnTo>
                    <a:pt x="4283146" y="2326404"/>
                  </a:lnTo>
                  <a:lnTo>
                    <a:pt x="4269761" y="2326404"/>
                  </a:lnTo>
                  <a:lnTo>
                    <a:pt x="4256376" y="2326404"/>
                  </a:lnTo>
                  <a:lnTo>
                    <a:pt x="4242992" y="2326404"/>
                  </a:lnTo>
                  <a:lnTo>
                    <a:pt x="4229607" y="2326404"/>
                  </a:lnTo>
                  <a:lnTo>
                    <a:pt x="4216222" y="2326404"/>
                  </a:lnTo>
                  <a:lnTo>
                    <a:pt x="4202837" y="2326404"/>
                  </a:lnTo>
                  <a:lnTo>
                    <a:pt x="4189452" y="2326404"/>
                  </a:lnTo>
                  <a:lnTo>
                    <a:pt x="4176067" y="2326404"/>
                  </a:lnTo>
                  <a:lnTo>
                    <a:pt x="4162683" y="2326404"/>
                  </a:lnTo>
                  <a:lnTo>
                    <a:pt x="4149298" y="2326404"/>
                  </a:lnTo>
                  <a:lnTo>
                    <a:pt x="4135913" y="2326404"/>
                  </a:lnTo>
                  <a:lnTo>
                    <a:pt x="4122528" y="2326404"/>
                  </a:lnTo>
                  <a:lnTo>
                    <a:pt x="4109143" y="2326404"/>
                  </a:lnTo>
                  <a:lnTo>
                    <a:pt x="4095758" y="2326404"/>
                  </a:lnTo>
                  <a:lnTo>
                    <a:pt x="4082374" y="2326404"/>
                  </a:lnTo>
                  <a:lnTo>
                    <a:pt x="4068989" y="2326404"/>
                  </a:lnTo>
                  <a:lnTo>
                    <a:pt x="4055604" y="2326404"/>
                  </a:lnTo>
                  <a:lnTo>
                    <a:pt x="4042219" y="2326404"/>
                  </a:lnTo>
                  <a:lnTo>
                    <a:pt x="4028834" y="2326404"/>
                  </a:lnTo>
                  <a:lnTo>
                    <a:pt x="4015449" y="2326404"/>
                  </a:lnTo>
                  <a:lnTo>
                    <a:pt x="4002065" y="2326404"/>
                  </a:lnTo>
                  <a:lnTo>
                    <a:pt x="3988680" y="2326404"/>
                  </a:lnTo>
                  <a:lnTo>
                    <a:pt x="3975295" y="2326404"/>
                  </a:lnTo>
                  <a:lnTo>
                    <a:pt x="3961910" y="2326404"/>
                  </a:lnTo>
                  <a:lnTo>
                    <a:pt x="3948525" y="2326404"/>
                  </a:lnTo>
                  <a:lnTo>
                    <a:pt x="3935140" y="2326404"/>
                  </a:lnTo>
                  <a:lnTo>
                    <a:pt x="3921756" y="2326404"/>
                  </a:lnTo>
                  <a:lnTo>
                    <a:pt x="3908371" y="2326404"/>
                  </a:lnTo>
                  <a:lnTo>
                    <a:pt x="3894986" y="2326404"/>
                  </a:lnTo>
                  <a:lnTo>
                    <a:pt x="3881601" y="2326404"/>
                  </a:lnTo>
                  <a:lnTo>
                    <a:pt x="3868216" y="2326404"/>
                  </a:lnTo>
                  <a:lnTo>
                    <a:pt x="3854831" y="2326404"/>
                  </a:lnTo>
                  <a:lnTo>
                    <a:pt x="3841447" y="2326404"/>
                  </a:lnTo>
                  <a:lnTo>
                    <a:pt x="3828062" y="2326404"/>
                  </a:lnTo>
                  <a:lnTo>
                    <a:pt x="3814677" y="2326404"/>
                  </a:lnTo>
                  <a:lnTo>
                    <a:pt x="3801292" y="2326404"/>
                  </a:lnTo>
                  <a:lnTo>
                    <a:pt x="3787907" y="2326404"/>
                  </a:lnTo>
                  <a:lnTo>
                    <a:pt x="3774522" y="2326404"/>
                  </a:lnTo>
                  <a:lnTo>
                    <a:pt x="3761138" y="2326404"/>
                  </a:lnTo>
                  <a:lnTo>
                    <a:pt x="3747753" y="2326404"/>
                  </a:lnTo>
                  <a:lnTo>
                    <a:pt x="3734368" y="2326404"/>
                  </a:lnTo>
                  <a:lnTo>
                    <a:pt x="3720983" y="2326404"/>
                  </a:lnTo>
                  <a:lnTo>
                    <a:pt x="3707598" y="2326404"/>
                  </a:lnTo>
                  <a:lnTo>
                    <a:pt x="3694213" y="2326404"/>
                  </a:lnTo>
                  <a:lnTo>
                    <a:pt x="3680829" y="2326404"/>
                  </a:lnTo>
                  <a:lnTo>
                    <a:pt x="3667444" y="2326404"/>
                  </a:lnTo>
                  <a:lnTo>
                    <a:pt x="3654059" y="2326404"/>
                  </a:lnTo>
                  <a:lnTo>
                    <a:pt x="3640674" y="2326404"/>
                  </a:lnTo>
                  <a:lnTo>
                    <a:pt x="3627289" y="2326404"/>
                  </a:lnTo>
                  <a:lnTo>
                    <a:pt x="3613904" y="2326404"/>
                  </a:lnTo>
                  <a:lnTo>
                    <a:pt x="3600520" y="2326404"/>
                  </a:lnTo>
                  <a:lnTo>
                    <a:pt x="3587135" y="2326404"/>
                  </a:lnTo>
                  <a:lnTo>
                    <a:pt x="3573750" y="2326404"/>
                  </a:lnTo>
                  <a:lnTo>
                    <a:pt x="3560365" y="2326404"/>
                  </a:lnTo>
                  <a:lnTo>
                    <a:pt x="3546980" y="2326404"/>
                  </a:lnTo>
                  <a:lnTo>
                    <a:pt x="3533595" y="2326404"/>
                  </a:lnTo>
                  <a:lnTo>
                    <a:pt x="3520211" y="2326404"/>
                  </a:lnTo>
                  <a:lnTo>
                    <a:pt x="3506826" y="2326404"/>
                  </a:lnTo>
                  <a:lnTo>
                    <a:pt x="3493441" y="2326404"/>
                  </a:lnTo>
                  <a:lnTo>
                    <a:pt x="3480056" y="2326404"/>
                  </a:lnTo>
                  <a:lnTo>
                    <a:pt x="3466671" y="2326404"/>
                  </a:lnTo>
                  <a:lnTo>
                    <a:pt x="3453286" y="2326404"/>
                  </a:lnTo>
                  <a:lnTo>
                    <a:pt x="3439902" y="2326404"/>
                  </a:lnTo>
                  <a:lnTo>
                    <a:pt x="3426517" y="2326404"/>
                  </a:lnTo>
                  <a:lnTo>
                    <a:pt x="3413132" y="2326404"/>
                  </a:lnTo>
                  <a:lnTo>
                    <a:pt x="3399747" y="2326404"/>
                  </a:lnTo>
                  <a:lnTo>
                    <a:pt x="3386362" y="2326404"/>
                  </a:lnTo>
                  <a:lnTo>
                    <a:pt x="3372977" y="2326404"/>
                  </a:lnTo>
                  <a:lnTo>
                    <a:pt x="3359593" y="2326404"/>
                  </a:lnTo>
                  <a:lnTo>
                    <a:pt x="3346208" y="2326404"/>
                  </a:lnTo>
                  <a:lnTo>
                    <a:pt x="3332823" y="2326404"/>
                  </a:lnTo>
                  <a:lnTo>
                    <a:pt x="3319438" y="2326404"/>
                  </a:lnTo>
                  <a:lnTo>
                    <a:pt x="3306053" y="2326404"/>
                  </a:lnTo>
                  <a:lnTo>
                    <a:pt x="3292668" y="2326404"/>
                  </a:lnTo>
                  <a:lnTo>
                    <a:pt x="3279284" y="2326404"/>
                  </a:lnTo>
                  <a:lnTo>
                    <a:pt x="3265899" y="2326404"/>
                  </a:lnTo>
                  <a:lnTo>
                    <a:pt x="3252514" y="2326404"/>
                  </a:lnTo>
                  <a:lnTo>
                    <a:pt x="3239129" y="2326404"/>
                  </a:lnTo>
                  <a:lnTo>
                    <a:pt x="3225744" y="2326404"/>
                  </a:lnTo>
                  <a:lnTo>
                    <a:pt x="3212359" y="2326404"/>
                  </a:lnTo>
                  <a:lnTo>
                    <a:pt x="3198975" y="2326404"/>
                  </a:lnTo>
                  <a:lnTo>
                    <a:pt x="3185590" y="2326404"/>
                  </a:lnTo>
                  <a:lnTo>
                    <a:pt x="3172205" y="2326404"/>
                  </a:lnTo>
                  <a:lnTo>
                    <a:pt x="3158820" y="2326404"/>
                  </a:lnTo>
                  <a:lnTo>
                    <a:pt x="3145435" y="2326404"/>
                  </a:lnTo>
                  <a:lnTo>
                    <a:pt x="3132050" y="2326404"/>
                  </a:lnTo>
                  <a:lnTo>
                    <a:pt x="3118666" y="2326404"/>
                  </a:lnTo>
                  <a:lnTo>
                    <a:pt x="3105281" y="2326404"/>
                  </a:lnTo>
                  <a:lnTo>
                    <a:pt x="3091896" y="2326404"/>
                  </a:lnTo>
                  <a:lnTo>
                    <a:pt x="3078511" y="2326404"/>
                  </a:lnTo>
                  <a:lnTo>
                    <a:pt x="3065126" y="2326404"/>
                  </a:lnTo>
                  <a:lnTo>
                    <a:pt x="3051741" y="2326404"/>
                  </a:lnTo>
                  <a:lnTo>
                    <a:pt x="3038357" y="2326404"/>
                  </a:lnTo>
                  <a:lnTo>
                    <a:pt x="3024972" y="2326404"/>
                  </a:lnTo>
                  <a:lnTo>
                    <a:pt x="3011587" y="2326404"/>
                  </a:lnTo>
                  <a:lnTo>
                    <a:pt x="2998202" y="2326404"/>
                  </a:lnTo>
                  <a:lnTo>
                    <a:pt x="2984817" y="2326404"/>
                  </a:lnTo>
                  <a:lnTo>
                    <a:pt x="2971432" y="2326404"/>
                  </a:lnTo>
                  <a:lnTo>
                    <a:pt x="2958048" y="2326404"/>
                  </a:lnTo>
                  <a:lnTo>
                    <a:pt x="2944663" y="2326404"/>
                  </a:lnTo>
                  <a:lnTo>
                    <a:pt x="2931278" y="2326404"/>
                  </a:lnTo>
                  <a:lnTo>
                    <a:pt x="2917893" y="2326404"/>
                  </a:lnTo>
                  <a:lnTo>
                    <a:pt x="2904508" y="2326404"/>
                  </a:lnTo>
                  <a:lnTo>
                    <a:pt x="2891123" y="2326404"/>
                  </a:lnTo>
                  <a:lnTo>
                    <a:pt x="2877739" y="2326404"/>
                  </a:lnTo>
                  <a:lnTo>
                    <a:pt x="2864354" y="2326404"/>
                  </a:lnTo>
                  <a:lnTo>
                    <a:pt x="2850969" y="2326404"/>
                  </a:lnTo>
                  <a:lnTo>
                    <a:pt x="2837584" y="2326404"/>
                  </a:lnTo>
                  <a:lnTo>
                    <a:pt x="2824199" y="2326404"/>
                  </a:lnTo>
                  <a:lnTo>
                    <a:pt x="2810814" y="2326404"/>
                  </a:lnTo>
                  <a:lnTo>
                    <a:pt x="2797430" y="2326404"/>
                  </a:lnTo>
                  <a:lnTo>
                    <a:pt x="2784045" y="2326404"/>
                  </a:lnTo>
                  <a:lnTo>
                    <a:pt x="2770660" y="2326404"/>
                  </a:lnTo>
                  <a:lnTo>
                    <a:pt x="2757275" y="2326404"/>
                  </a:lnTo>
                  <a:lnTo>
                    <a:pt x="2743890" y="2326404"/>
                  </a:lnTo>
                  <a:lnTo>
                    <a:pt x="2730505" y="2326404"/>
                  </a:lnTo>
                  <a:lnTo>
                    <a:pt x="2717121" y="2326404"/>
                  </a:lnTo>
                  <a:lnTo>
                    <a:pt x="2703736" y="2326404"/>
                  </a:lnTo>
                  <a:lnTo>
                    <a:pt x="2690351" y="2326404"/>
                  </a:lnTo>
                  <a:lnTo>
                    <a:pt x="2676966" y="2326404"/>
                  </a:lnTo>
                  <a:lnTo>
                    <a:pt x="2663581" y="2326404"/>
                  </a:lnTo>
                  <a:lnTo>
                    <a:pt x="2650196" y="2326404"/>
                  </a:lnTo>
                  <a:lnTo>
                    <a:pt x="2636812" y="2326404"/>
                  </a:lnTo>
                  <a:lnTo>
                    <a:pt x="2623427" y="2326404"/>
                  </a:lnTo>
                  <a:lnTo>
                    <a:pt x="2610042" y="2326404"/>
                  </a:lnTo>
                  <a:lnTo>
                    <a:pt x="2596657" y="2326404"/>
                  </a:lnTo>
                  <a:lnTo>
                    <a:pt x="2583272" y="2326404"/>
                  </a:lnTo>
                  <a:lnTo>
                    <a:pt x="2569887" y="2326404"/>
                  </a:lnTo>
                  <a:lnTo>
                    <a:pt x="2556503" y="2326404"/>
                  </a:lnTo>
                  <a:lnTo>
                    <a:pt x="2543118" y="2326404"/>
                  </a:lnTo>
                  <a:lnTo>
                    <a:pt x="2529733" y="2326404"/>
                  </a:lnTo>
                  <a:lnTo>
                    <a:pt x="2516348" y="2326404"/>
                  </a:lnTo>
                  <a:lnTo>
                    <a:pt x="2502963" y="2326404"/>
                  </a:lnTo>
                  <a:lnTo>
                    <a:pt x="2489578" y="2326404"/>
                  </a:lnTo>
                  <a:lnTo>
                    <a:pt x="2476194" y="2326404"/>
                  </a:lnTo>
                  <a:lnTo>
                    <a:pt x="2462809" y="2326404"/>
                  </a:lnTo>
                  <a:lnTo>
                    <a:pt x="2449424" y="2326404"/>
                  </a:lnTo>
                  <a:lnTo>
                    <a:pt x="2436039" y="2326404"/>
                  </a:lnTo>
                  <a:lnTo>
                    <a:pt x="2422654" y="2326404"/>
                  </a:lnTo>
                  <a:lnTo>
                    <a:pt x="2409269" y="2326404"/>
                  </a:lnTo>
                  <a:lnTo>
                    <a:pt x="2395885" y="2326404"/>
                  </a:lnTo>
                  <a:lnTo>
                    <a:pt x="2382500" y="2326404"/>
                  </a:lnTo>
                  <a:lnTo>
                    <a:pt x="2369115" y="2326404"/>
                  </a:lnTo>
                  <a:lnTo>
                    <a:pt x="2355730" y="2326404"/>
                  </a:lnTo>
                  <a:lnTo>
                    <a:pt x="2342345" y="2326404"/>
                  </a:lnTo>
                  <a:lnTo>
                    <a:pt x="2328960" y="2326404"/>
                  </a:lnTo>
                  <a:lnTo>
                    <a:pt x="2315576" y="2326404"/>
                  </a:lnTo>
                  <a:lnTo>
                    <a:pt x="2302191" y="2326404"/>
                  </a:lnTo>
                  <a:lnTo>
                    <a:pt x="2288806" y="2326404"/>
                  </a:lnTo>
                  <a:lnTo>
                    <a:pt x="2275421" y="2326404"/>
                  </a:lnTo>
                  <a:lnTo>
                    <a:pt x="2262036" y="2326404"/>
                  </a:lnTo>
                  <a:lnTo>
                    <a:pt x="2248651" y="2326404"/>
                  </a:lnTo>
                  <a:lnTo>
                    <a:pt x="2235267" y="2326404"/>
                  </a:lnTo>
                  <a:lnTo>
                    <a:pt x="2221882" y="2326404"/>
                  </a:lnTo>
                  <a:lnTo>
                    <a:pt x="2208497" y="2326404"/>
                  </a:lnTo>
                  <a:lnTo>
                    <a:pt x="2195112" y="2326404"/>
                  </a:lnTo>
                  <a:lnTo>
                    <a:pt x="2181727" y="2326404"/>
                  </a:lnTo>
                  <a:lnTo>
                    <a:pt x="2168342" y="2326404"/>
                  </a:lnTo>
                  <a:lnTo>
                    <a:pt x="2154958" y="2326404"/>
                  </a:lnTo>
                  <a:lnTo>
                    <a:pt x="2141573" y="2326404"/>
                  </a:lnTo>
                  <a:lnTo>
                    <a:pt x="2128188" y="2326404"/>
                  </a:lnTo>
                  <a:lnTo>
                    <a:pt x="2114803" y="2326404"/>
                  </a:lnTo>
                  <a:lnTo>
                    <a:pt x="2101418" y="2326404"/>
                  </a:lnTo>
                  <a:lnTo>
                    <a:pt x="2088033" y="2326404"/>
                  </a:lnTo>
                  <a:lnTo>
                    <a:pt x="2074649" y="2326404"/>
                  </a:lnTo>
                  <a:lnTo>
                    <a:pt x="2061264" y="2326404"/>
                  </a:lnTo>
                  <a:lnTo>
                    <a:pt x="2047879" y="2326404"/>
                  </a:lnTo>
                  <a:lnTo>
                    <a:pt x="2034494" y="2326404"/>
                  </a:lnTo>
                  <a:lnTo>
                    <a:pt x="2021109" y="2326404"/>
                  </a:lnTo>
                  <a:lnTo>
                    <a:pt x="2007724" y="2326404"/>
                  </a:lnTo>
                  <a:lnTo>
                    <a:pt x="1994340" y="2326404"/>
                  </a:lnTo>
                  <a:lnTo>
                    <a:pt x="1980955" y="2326404"/>
                  </a:lnTo>
                  <a:lnTo>
                    <a:pt x="1967570" y="2326404"/>
                  </a:lnTo>
                  <a:lnTo>
                    <a:pt x="1954185" y="2326404"/>
                  </a:lnTo>
                  <a:lnTo>
                    <a:pt x="1940800" y="2326404"/>
                  </a:lnTo>
                  <a:lnTo>
                    <a:pt x="1927415" y="2326404"/>
                  </a:lnTo>
                  <a:lnTo>
                    <a:pt x="1914031" y="2326404"/>
                  </a:lnTo>
                  <a:lnTo>
                    <a:pt x="1900646" y="2326404"/>
                  </a:lnTo>
                  <a:lnTo>
                    <a:pt x="1887261" y="2326404"/>
                  </a:lnTo>
                  <a:lnTo>
                    <a:pt x="1873876" y="2326404"/>
                  </a:lnTo>
                  <a:lnTo>
                    <a:pt x="1860491" y="2326404"/>
                  </a:lnTo>
                  <a:lnTo>
                    <a:pt x="1847106" y="2326404"/>
                  </a:lnTo>
                  <a:lnTo>
                    <a:pt x="1833722" y="2326404"/>
                  </a:lnTo>
                  <a:lnTo>
                    <a:pt x="1820337" y="2326404"/>
                  </a:lnTo>
                  <a:lnTo>
                    <a:pt x="1806952" y="2326404"/>
                  </a:lnTo>
                  <a:lnTo>
                    <a:pt x="1793567" y="2326404"/>
                  </a:lnTo>
                  <a:lnTo>
                    <a:pt x="1780182" y="2326404"/>
                  </a:lnTo>
                  <a:lnTo>
                    <a:pt x="1766797" y="2326404"/>
                  </a:lnTo>
                  <a:lnTo>
                    <a:pt x="1753413" y="2326404"/>
                  </a:lnTo>
                  <a:lnTo>
                    <a:pt x="1740028" y="2326404"/>
                  </a:lnTo>
                  <a:lnTo>
                    <a:pt x="1726643" y="2326404"/>
                  </a:lnTo>
                  <a:lnTo>
                    <a:pt x="1713258" y="2326404"/>
                  </a:lnTo>
                  <a:lnTo>
                    <a:pt x="1699873" y="2326404"/>
                  </a:lnTo>
                  <a:lnTo>
                    <a:pt x="1686488" y="2326404"/>
                  </a:lnTo>
                  <a:lnTo>
                    <a:pt x="1673104" y="2326404"/>
                  </a:lnTo>
                  <a:lnTo>
                    <a:pt x="1659719" y="2326404"/>
                  </a:lnTo>
                  <a:lnTo>
                    <a:pt x="1646334" y="2326404"/>
                  </a:lnTo>
                  <a:lnTo>
                    <a:pt x="1632949" y="2326404"/>
                  </a:lnTo>
                  <a:lnTo>
                    <a:pt x="1619564" y="2326404"/>
                  </a:lnTo>
                  <a:lnTo>
                    <a:pt x="1606179" y="2326404"/>
                  </a:lnTo>
                  <a:lnTo>
                    <a:pt x="1592795" y="2326404"/>
                  </a:lnTo>
                  <a:lnTo>
                    <a:pt x="1579410" y="2326404"/>
                  </a:lnTo>
                  <a:lnTo>
                    <a:pt x="1566025" y="2326404"/>
                  </a:lnTo>
                  <a:lnTo>
                    <a:pt x="1552640" y="2326404"/>
                  </a:lnTo>
                  <a:lnTo>
                    <a:pt x="1539255" y="2326404"/>
                  </a:lnTo>
                  <a:lnTo>
                    <a:pt x="1525870" y="2326404"/>
                  </a:lnTo>
                  <a:lnTo>
                    <a:pt x="1512486" y="2326404"/>
                  </a:lnTo>
                  <a:lnTo>
                    <a:pt x="1499101" y="2326404"/>
                  </a:lnTo>
                  <a:lnTo>
                    <a:pt x="1485716" y="2326404"/>
                  </a:lnTo>
                  <a:lnTo>
                    <a:pt x="1472331" y="2326404"/>
                  </a:lnTo>
                  <a:lnTo>
                    <a:pt x="1458946" y="2326404"/>
                  </a:lnTo>
                  <a:lnTo>
                    <a:pt x="1445561" y="2326404"/>
                  </a:lnTo>
                  <a:lnTo>
                    <a:pt x="1432177" y="2326404"/>
                  </a:lnTo>
                  <a:lnTo>
                    <a:pt x="1418792" y="2326404"/>
                  </a:lnTo>
                  <a:lnTo>
                    <a:pt x="1405407" y="2326404"/>
                  </a:lnTo>
                  <a:lnTo>
                    <a:pt x="1392022" y="2326404"/>
                  </a:lnTo>
                  <a:lnTo>
                    <a:pt x="1378637" y="2326404"/>
                  </a:lnTo>
                  <a:lnTo>
                    <a:pt x="1365252" y="2326404"/>
                  </a:lnTo>
                  <a:lnTo>
                    <a:pt x="1351868" y="2326404"/>
                  </a:lnTo>
                  <a:lnTo>
                    <a:pt x="1338483" y="2326404"/>
                  </a:lnTo>
                  <a:lnTo>
                    <a:pt x="1325098" y="2326404"/>
                  </a:lnTo>
                  <a:lnTo>
                    <a:pt x="1311713" y="2326404"/>
                  </a:lnTo>
                  <a:lnTo>
                    <a:pt x="1298328" y="2326404"/>
                  </a:lnTo>
                  <a:lnTo>
                    <a:pt x="1284943" y="2326404"/>
                  </a:lnTo>
                  <a:lnTo>
                    <a:pt x="1271559" y="2326404"/>
                  </a:lnTo>
                  <a:lnTo>
                    <a:pt x="1258174" y="2326404"/>
                  </a:lnTo>
                  <a:lnTo>
                    <a:pt x="1244789" y="2326404"/>
                  </a:lnTo>
                  <a:lnTo>
                    <a:pt x="1231404" y="2326404"/>
                  </a:lnTo>
                  <a:lnTo>
                    <a:pt x="1218019" y="2326404"/>
                  </a:lnTo>
                  <a:lnTo>
                    <a:pt x="1204634" y="2326404"/>
                  </a:lnTo>
                  <a:lnTo>
                    <a:pt x="1191250" y="2326404"/>
                  </a:lnTo>
                  <a:lnTo>
                    <a:pt x="1177865" y="2326404"/>
                  </a:lnTo>
                  <a:lnTo>
                    <a:pt x="1164480" y="2326404"/>
                  </a:lnTo>
                  <a:lnTo>
                    <a:pt x="1151095" y="2326404"/>
                  </a:lnTo>
                  <a:lnTo>
                    <a:pt x="1137710" y="2326404"/>
                  </a:lnTo>
                  <a:lnTo>
                    <a:pt x="1124325" y="2326404"/>
                  </a:lnTo>
                  <a:lnTo>
                    <a:pt x="1110941" y="2326404"/>
                  </a:lnTo>
                  <a:lnTo>
                    <a:pt x="1097556" y="2326404"/>
                  </a:lnTo>
                  <a:lnTo>
                    <a:pt x="1084171" y="2326404"/>
                  </a:lnTo>
                  <a:lnTo>
                    <a:pt x="1070786" y="2326404"/>
                  </a:lnTo>
                  <a:lnTo>
                    <a:pt x="1057401" y="2326404"/>
                  </a:lnTo>
                  <a:lnTo>
                    <a:pt x="1044016" y="2326404"/>
                  </a:lnTo>
                  <a:lnTo>
                    <a:pt x="1030632" y="2326404"/>
                  </a:lnTo>
                  <a:lnTo>
                    <a:pt x="1017247" y="2326404"/>
                  </a:lnTo>
                  <a:lnTo>
                    <a:pt x="1003862" y="2326404"/>
                  </a:lnTo>
                  <a:lnTo>
                    <a:pt x="990477" y="2326404"/>
                  </a:lnTo>
                  <a:lnTo>
                    <a:pt x="977092" y="2326404"/>
                  </a:lnTo>
                  <a:lnTo>
                    <a:pt x="963707" y="2326404"/>
                  </a:lnTo>
                  <a:lnTo>
                    <a:pt x="950323" y="2326404"/>
                  </a:lnTo>
                  <a:lnTo>
                    <a:pt x="936938" y="2326404"/>
                  </a:lnTo>
                  <a:lnTo>
                    <a:pt x="923553" y="2326404"/>
                  </a:lnTo>
                  <a:lnTo>
                    <a:pt x="910168" y="2326404"/>
                  </a:lnTo>
                  <a:lnTo>
                    <a:pt x="896783" y="2326404"/>
                  </a:lnTo>
                  <a:lnTo>
                    <a:pt x="883398" y="2326404"/>
                  </a:lnTo>
                  <a:lnTo>
                    <a:pt x="870014" y="2326404"/>
                  </a:lnTo>
                  <a:lnTo>
                    <a:pt x="856629" y="2326404"/>
                  </a:lnTo>
                  <a:lnTo>
                    <a:pt x="843244" y="2326404"/>
                  </a:lnTo>
                  <a:lnTo>
                    <a:pt x="829859" y="2326404"/>
                  </a:lnTo>
                  <a:lnTo>
                    <a:pt x="816474" y="2326404"/>
                  </a:lnTo>
                  <a:lnTo>
                    <a:pt x="803089" y="2326404"/>
                  </a:lnTo>
                  <a:lnTo>
                    <a:pt x="789705" y="2326404"/>
                  </a:lnTo>
                  <a:lnTo>
                    <a:pt x="776320" y="2326404"/>
                  </a:lnTo>
                  <a:lnTo>
                    <a:pt x="762935" y="2326404"/>
                  </a:lnTo>
                  <a:lnTo>
                    <a:pt x="749550" y="2326404"/>
                  </a:lnTo>
                  <a:lnTo>
                    <a:pt x="736165" y="2326404"/>
                  </a:lnTo>
                  <a:lnTo>
                    <a:pt x="722780" y="2326404"/>
                  </a:lnTo>
                  <a:lnTo>
                    <a:pt x="709396" y="2326404"/>
                  </a:lnTo>
                  <a:lnTo>
                    <a:pt x="696011" y="2326404"/>
                  </a:lnTo>
                  <a:lnTo>
                    <a:pt x="682626" y="2326404"/>
                  </a:lnTo>
                  <a:lnTo>
                    <a:pt x="669241" y="2326404"/>
                  </a:lnTo>
                  <a:lnTo>
                    <a:pt x="655856" y="2326404"/>
                  </a:lnTo>
                  <a:lnTo>
                    <a:pt x="642471" y="2326404"/>
                  </a:lnTo>
                  <a:lnTo>
                    <a:pt x="629087" y="2326404"/>
                  </a:lnTo>
                  <a:lnTo>
                    <a:pt x="615702" y="2326404"/>
                  </a:lnTo>
                  <a:lnTo>
                    <a:pt x="602317" y="2326404"/>
                  </a:lnTo>
                  <a:lnTo>
                    <a:pt x="588932" y="2326404"/>
                  </a:lnTo>
                  <a:lnTo>
                    <a:pt x="575547" y="2326404"/>
                  </a:lnTo>
                  <a:lnTo>
                    <a:pt x="562162" y="2326404"/>
                  </a:lnTo>
                  <a:lnTo>
                    <a:pt x="548778" y="2326404"/>
                  </a:lnTo>
                  <a:lnTo>
                    <a:pt x="535393" y="2326404"/>
                  </a:lnTo>
                  <a:lnTo>
                    <a:pt x="522008" y="2326404"/>
                  </a:lnTo>
                  <a:lnTo>
                    <a:pt x="508623" y="2326404"/>
                  </a:lnTo>
                  <a:lnTo>
                    <a:pt x="495238" y="2326404"/>
                  </a:lnTo>
                  <a:lnTo>
                    <a:pt x="481853" y="2326404"/>
                  </a:lnTo>
                  <a:lnTo>
                    <a:pt x="468469" y="2326404"/>
                  </a:lnTo>
                  <a:lnTo>
                    <a:pt x="455084" y="2326404"/>
                  </a:lnTo>
                  <a:lnTo>
                    <a:pt x="441699" y="2326404"/>
                  </a:lnTo>
                  <a:lnTo>
                    <a:pt x="428314" y="2326404"/>
                  </a:lnTo>
                  <a:lnTo>
                    <a:pt x="414929" y="2326404"/>
                  </a:lnTo>
                  <a:lnTo>
                    <a:pt x="401544" y="2326404"/>
                  </a:lnTo>
                  <a:lnTo>
                    <a:pt x="388160" y="2326404"/>
                  </a:lnTo>
                  <a:lnTo>
                    <a:pt x="374775" y="2326404"/>
                  </a:lnTo>
                  <a:lnTo>
                    <a:pt x="361390" y="2326404"/>
                  </a:lnTo>
                  <a:lnTo>
                    <a:pt x="348005" y="2326404"/>
                  </a:lnTo>
                  <a:lnTo>
                    <a:pt x="334620" y="2326404"/>
                  </a:lnTo>
                  <a:lnTo>
                    <a:pt x="321235" y="2326404"/>
                  </a:lnTo>
                  <a:lnTo>
                    <a:pt x="307851" y="2326404"/>
                  </a:lnTo>
                  <a:lnTo>
                    <a:pt x="294466" y="2326404"/>
                  </a:lnTo>
                  <a:lnTo>
                    <a:pt x="281081" y="2326404"/>
                  </a:lnTo>
                  <a:lnTo>
                    <a:pt x="267696" y="2326404"/>
                  </a:lnTo>
                  <a:lnTo>
                    <a:pt x="254311" y="2326404"/>
                  </a:lnTo>
                  <a:lnTo>
                    <a:pt x="240926" y="2326404"/>
                  </a:lnTo>
                  <a:lnTo>
                    <a:pt x="227542" y="2326404"/>
                  </a:lnTo>
                  <a:lnTo>
                    <a:pt x="214157" y="2326404"/>
                  </a:lnTo>
                  <a:lnTo>
                    <a:pt x="200772" y="2326404"/>
                  </a:lnTo>
                  <a:lnTo>
                    <a:pt x="187387" y="2326404"/>
                  </a:lnTo>
                  <a:lnTo>
                    <a:pt x="174002" y="2326404"/>
                  </a:lnTo>
                  <a:lnTo>
                    <a:pt x="160617" y="2326404"/>
                  </a:lnTo>
                  <a:lnTo>
                    <a:pt x="147233" y="2326404"/>
                  </a:lnTo>
                  <a:lnTo>
                    <a:pt x="133848" y="2326404"/>
                  </a:lnTo>
                  <a:lnTo>
                    <a:pt x="120463" y="2326404"/>
                  </a:lnTo>
                  <a:lnTo>
                    <a:pt x="107078" y="2326404"/>
                  </a:lnTo>
                  <a:lnTo>
                    <a:pt x="93693" y="2326404"/>
                  </a:lnTo>
                  <a:lnTo>
                    <a:pt x="80308" y="2326404"/>
                  </a:lnTo>
                  <a:lnTo>
                    <a:pt x="66924" y="2326404"/>
                  </a:lnTo>
                  <a:lnTo>
                    <a:pt x="53539" y="2326404"/>
                  </a:lnTo>
                  <a:lnTo>
                    <a:pt x="40154" y="2326404"/>
                  </a:lnTo>
                  <a:lnTo>
                    <a:pt x="26769" y="2326404"/>
                  </a:lnTo>
                  <a:lnTo>
                    <a:pt x="13384" y="2326404"/>
                  </a:lnTo>
                  <a:lnTo>
                    <a:pt x="0" y="232640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29252" y="3221221"/>
              <a:ext cx="6839649" cy="2325231"/>
            </a:xfrm>
            <a:custGeom>
              <a:avLst/>
              <a:pathLst>
                <a:path w="6839649" h="2325231">
                  <a:moveTo>
                    <a:pt x="0" y="2325231"/>
                  </a:moveTo>
                  <a:lnTo>
                    <a:pt x="13384" y="2325121"/>
                  </a:lnTo>
                  <a:lnTo>
                    <a:pt x="26769" y="2325001"/>
                  </a:lnTo>
                  <a:lnTo>
                    <a:pt x="40154" y="2324868"/>
                  </a:lnTo>
                  <a:lnTo>
                    <a:pt x="53539" y="2324727"/>
                  </a:lnTo>
                  <a:lnTo>
                    <a:pt x="66924" y="2324573"/>
                  </a:lnTo>
                  <a:lnTo>
                    <a:pt x="80308" y="2324405"/>
                  </a:lnTo>
                  <a:lnTo>
                    <a:pt x="93693" y="2324228"/>
                  </a:lnTo>
                  <a:lnTo>
                    <a:pt x="107078" y="2324030"/>
                  </a:lnTo>
                  <a:lnTo>
                    <a:pt x="120463" y="2323819"/>
                  </a:lnTo>
                  <a:lnTo>
                    <a:pt x="133848" y="2323596"/>
                  </a:lnTo>
                  <a:lnTo>
                    <a:pt x="147233" y="2323346"/>
                  </a:lnTo>
                  <a:lnTo>
                    <a:pt x="160617" y="2323083"/>
                  </a:lnTo>
                  <a:lnTo>
                    <a:pt x="174002" y="2322801"/>
                  </a:lnTo>
                  <a:lnTo>
                    <a:pt x="187387" y="2322490"/>
                  </a:lnTo>
                  <a:lnTo>
                    <a:pt x="200772" y="2322164"/>
                  </a:lnTo>
                  <a:lnTo>
                    <a:pt x="214157" y="2321810"/>
                  </a:lnTo>
                  <a:lnTo>
                    <a:pt x="227542" y="2321427"/>
                  </a:lnTo>
                  <a:lnTo>
                    <a:pt x="240926" y="2321025"/>
                  </a:lnTo>
                  <a:lnTo>
                    <a:pt x="254311" y="2320584"/>
                  </a:lnTo>
                  <a:lnTo>
                    <a:pt x="267696" y="2320114"/>
                  </a:lnTo>
                  <a:lnTo>
                    <a:pt x="281081" y="2319622"/>
                  </a:lnTo>
                  <a:lnTo>
                    <a:pt x="294466" y="2319077"/>
                  </a:lnTo>
                  <a:lnTo>
                    <a:pt x="307851" y="2318505"/>
                  </a:lnTo>
                  <a:lnTo>
                    <a:pt x="321235" y="2317899"/>
                  </a:lnTo>
                  <a:lnTo>
                    <a:pt x="334620" y="2317238"/>
                  </a:lnTo>
                  <a:lnTo>
                    <a:pt x="348005" y="2316547"/>
                  </a:lnTo>
                  <a:lnTo>
                    <a:pt x="361390" y="2315804"/>
                  </a:lnTo>
                  <a:lnTo>
                    <a:pt x="374775" y="2315008"/>
                  </a:lnTo>
                  <a:lnTo>
                    <a:pt x="388160" y="2314178"/>
                  </a:lnTo>
                  <a:lnTo>
                    <a:pt x="401544" y="2313276"/>
                  </a:lnTo>
                  <a:lnTo>
                    <a:pt x="414929" y="2312324"/>
                  </a:lnTo>
                  <a:lnTo>
                    <a:pt x="428314" y="2311333"/>
                  </a:lnTo>
                  <a:lnTo>
                    <a:pt x="441699" y="2310246"/>
                  </a:lnTo>
                  <a:lnTo>
                    <a:pt x="455084" y="2309114"/>
                  </a:lnTo>
                  <a:lnTo>
                    <a:pt x="468469" y="2307923"/>
                  </a:lnTo>
                  <a:lnTo>
                    <a:pt x="481853" y="2306637"/>
                  </a:lnTo>
                  <a:lnTo>
                    <a:pt x="495238" y="2305300"/>
                  </a:lnTo>
                  <a:lnTo>
                    <a:pt x="508623" y="2303880"/>
                  </a:lnTo>
                  <a:lnTo>
                    <a:pt x="522008" y="2302368"/>
                  </a:lnTo>
                  <a:lnTo>
                    <a:pt x="535393" y="2300800"/>
                  </a:lnTo>
                  <a:lnTo>
                    <a:pt x="548778" y="2299119"/>
                  </a:lnTo>
                  <a:lnTo>
                    <a:pt x="562162" y="2297353"/>
                  </a:lnTo>
                  <a:lnTo>
                    <a:pt x="575547" y="2295524"/>
                  </a:lnTo>
                  <a:lnTo>
                    <a:pt x="588932" y="2293548"/>
                  </a:lnTo>
                  <a:lnTo>
                    <a:pt x="602317" y="2291498"/>
                  </a:lnTo>
                  <a:lnTo>
                    <a:pt x="615702" y="2289361"/>
                  </a:lnTo>
                  <a:lnTo>
                    <a:pt x="629087" y="2287073"/>
                  </a:lnTo>
                  <a:lnTo>
                    <a:pt x="642471" y="2284710"/>
                  </a:lnTo>
                  <a:lnTo>
                    <a:pt x="655856" y="2282224"/>
                  </a:lnTo>
                  <a:lnTo>
                    <a:pt x="669241" y="2279597"/>
                  </a:lnTo>
                  <a:lnTo>
                    <a:pt x="682626" y="2276888"/>
                  </a:lnTo>
                  <a:lnTo>
                    <a:pt x="696011" y="2274018"/>
                  </a:lnTo>
                  <a:lnTo>
                    <a:pt x="709396" y="2271021"/>
                  </a:lnTo>
                  <a:lnTo>
                    <a:pt x="722780" y="2267934"/>
                  </a:lnTo>
                  <a:lnTo>
                    <a:pt x="736165" y="2264643"/>
                  </a:lnTo>
                  <a:lnTo>
                    <a:pt x="749550" y="2261244"/>
                  </a:lnTo>
                  <a:lnTo>
                    <a:pt x="762935" y="2257728"/>
                  </a:lnTo>
                  <a:lnTo>
                    <a:pt x="776320" y="2254000"/>
                  </a:lnTo>
                  <a:lnTo>
                    <a:pt x="789705" y="2250169"/>
                  </a:lnTo>
                  <a:lnTo>
                    <a:pt x="803089" y="2246179"/>
                  </a:lnTo>
                  <a:lnTo>
                    <a:pt x="816474" y="2241995"/>
                  </a:lnTo>
                  <a:lnTo>
                    <a:pt x="829859" y="2237702"/>
                  </a:lnTo>
                  <a:lnTo>
                    <a:pt x="843244" y="2233203"/>
                  </a:lnTo>
                  <a:lnTo>
                    <a:pt x="856629" y="2228535"/>
                  </a:lnTo>
                  <a:lnTo>
                    <a:pt x="870014" y="2223751"/>
                  </a:lnTo>
                  <a:lnTo>
                    <a:pt x="883398" y="2218713"/>
                  </a:lnTo>
                  <a:lnTo>
                    <a:pt x="896783" y="2213534"/>
                  </a:lnTo>
                  <a:lnTo>
                    <a:pt x="910168" y="2208215"/>
                  </a:lnTo>
                  <a:lnTo>
                    <a:pt x="923553" y="2202629"/>
                  </a:lnTo>
                  <a:lnTo>
                    <a:pt x="936938" y="2196917"/>
                  </a:lnTo>
                  <a:lnTo>
                    <a:pt x="950323" y="2191017"/>
                  </a:lnTo>
                  <a:lnTo>
                    <a:pt x="963707" y="2184880"/>
                  </a:lnTo>
                  <a:lnTo>
                    <a:pt x="977092" y="2178612"/>
                  </a:lnTo>
                  <a:lnTo>
                    <a:pt x="990477" y="2172109"/>
                  </a:lnTo>
                  <a:lnTo>
                    <a:pt x="1003862" y="2165404"/>
                  </a:lnTo>
                  <a:lnTo>
                    <a:pt x="1017247" y="2158564"/>
                  </a:lnTo>
                  <a:lnTo>
                    <a:pt x="1030632" y="2151440"/>
                  </a:lnTo>
                  <a:lnTo>
                    <a:pt x="1044016" y="2144151"/>
                  </a:lnTo>
                  <a:lnTo>
                    <a:pt x="1057401" y="2136710"/>
                  </a:lnTo>
                  <a:lnTo>
                    <a:pt x="1070786" y="2128965"/>
                  </a:lnTo>
                  <a:lnTo>
                    <a:pt x="1084171" y="2121082"/>
                  </a:lnTo>
                  <a:lnTo>
                    <a:pt x="1097556" y="2113000"/>
                  </a:lnTo>
                  <a:lnTo>
                    <a:pt x="1110941" y="2104656"/>
                  </a:lnTo>
                  <a:lnTo>
                    <a:pt x="1124325" y="2096172"/>
                  </a:lnTo>
                  <a:lnTo>
                    <a:pt x="1137710" y="2087443"/>
                  </a:lnTo>
                  <a:lnTo>
                    <a:pt x="1151095" y="2078494"/>
                  </a:lnTo>
                  <a:lnTo>
                    <a:pt x="1164480" y="2069405"/>
                  </a:lnTo>
                  <a:lnTo>
                    <a:pt x="1177865" y="2060027"/>
                  </a:lnTo>
                  <a:lnTo>
                    <a:pt x="1191250" y="2050473"/>
                  </a:lnTo>
                  <a:lnTo>
                    <a:pt x="1204634" y="2040771"/>
                  </a:lnTo>
                  <a:lnTo>
                    <a:pt x="1218019" y="2030755"/>
                  </a:lnTo>
                  <a:lnTo>
                    <a:pt x="1231404" y="2020599"/>
                  </a:lnTo>
                  <a:lnTo>
                    <a:pt x="1244789" y="2010252"/>
                  </a:lnTo>
                  <a:lnTo>
                    <a:pt x="1258174" y="1999638"/>
                  </a:lnTo>
                  <a:lnTo>
                    <a:pt x="1271559" y="1988887"/>
                  </a:lnTo>
                  <a:lnTo>
                    <a:pt x="1284943" y="1977903"/>
                  </a:lnTo>
                  <a:lnTo>
                    <a:pt x="1298328" y="1966700"/>
                  </a:lnTo>
                  <a:lnTo>
                    <a:pt x="1311713" y="1955361"/>
                  </a:lnTo>
                  <a:lnTo>
                    <a:pt x="1325098" y="1943752"/>
                  </a:lnTo>
                  <a:lnTo>
                    <a:pt x="1338483" y="1931970"/>
                  </a:lnTo>
                  <a:lnTo>
                    <a:pt x="1351868" y="1920053"/>
                  </a:lnTo>
                  <a:lnTo>
                    <a:pt x="1365252" y="1907834"/>
                  </a:lnTo>
                  <a:lnTo>
                    <a:pt x="1378637" y="1895486"/>
                  </a:lnTo>
                  <a:lnTo>
                    <a:pt x="1392022" y="1882965"/>
                  </a:lnTo>
                  <a:lnTo>
                    <a:pt x="1405407" y="1870192"/>
                  </a:lnTo>
                  <a:lnTo>
                    <a:pt x="1418792" y="1857292"/>
                  </a:lnTo>
                  <a:lnTo>
                    <a:pt x="1432177" y="1844185"/>
                  </a:lnTo>
                  <a:lnTo>
                    <a:pt x="1445561" y="1830872"/>
                  </a:lnTo>
                  <a:lnTo>
                    <a:pt x="1458946" y="1817436"/>
                  </a:lnTo>
                  <a:lnTo>
                    <a:pt x="1472331" y="1803762"/>
                  </a:lnTo>
                  <a:lnTo>
                    <a:pt x="1485716" y="1789926"/>
                  </a:lnTo>
                  <a:lnTo>
                    <a:pt x="1499101" y="1775972"/>
                  </a:lnTo>
                  <a:lnTo>
                    <a:pt x="1512486" y="1761750"/>
                  </a:lnTo>
                  <a:lnTo>
                    <a:pt x="1525870" y="1747411"/>
                  </a:lnTo>
                  <a:lnTo>
                    <a:pt x="1539255" y="1732924"/>
                  </a:lnTo>
                  <a:lnTo>
                    <a:pt x="1552640" y="1718210"/>
                  </a:lnTo>
                  <a:lnTo>
                    <a:pt x="1566025" y="1703386"/>
                  </a:lnTo>
                  <a:lnTo>
                    <a:pt x="1579410" y="1688386"/>
                  </a:lnTo>
                  <a:lnTo>
                    <a:pt x="1592795" y="1673204"/>
                  </a:lnTo>
                  <a:lnTo>
                    <a:pt x="1606179" y="1657915"/>
                  </a:lnTo>
                  <a:lnTo>
                    <a:pt x="1619564" y="1642428"/>
                  </a:lnTo>
                  <a:lnTo>
                    <a:pt x="1632949" y="1626799"/>
                  </a:lnTo>
                  <a:lnTo>
                    <a:pt x="1646334" y="1611069"/>
                  </a:lnTo>
                  <a:lnTo>
                    <a:pt x="1659719" y="1595121"/>
                  </a:lnTo>
                  <a:lnTo>
                    <a:pt x="1673104" y="1579070"/>
                  </a:lnTo>
                  <a:lnTo>
                    <a:pt x="1686488" y="1562902"/>
                  </a:lnTo>
                  <a:lnTo>
                    <a:pt x="1699873" y="1546544"/>
                  </a:lnTo>
                  <a:lnTo>
                    <a:pt x="1713258" y="1530098"/>
                  </a:lnTo>
                  <a:lnTo>
                    <a:pt x="1726643" y="1513516"/>
                  </a:lnTo>
                  <a:lnTo>
                    <a:pt x="1740028" y="1496787"/>
                  </a:lnTo>
                  <a:lnTo>
                    <a:pt x="1753413" y="1479975"/>
                  </a:lnTo>
                  <a:lnTo>
                    <a:pt x="1766797" y="1463015"/>
                  </a:lnTo>
                  <a:lnTo>
                    <a:pt x="1780182" y="1445946"/>
                  </a:lnTo>
                  <a:lnTo>
                    <a:pt x="1793567" y="1428803"/>
                  </a:lnTo>
                  <a:lnTo>
                    <a:pt x="1806952" y="1411505"/>
                  </a:lnTo>
                  <a:lnTo>
                    <a:pt x="1820337" y="1394134"/>
                  </a:lnTo>
                  <a:lnTo>
                    <a:pt x="1833722" y="1376684"/>
                  </a:lnTo>
                  <a:lnTo>
                    <a:pt x="1847106" y="1359107"/>
                  </a:lnTo>
                  <a:lnTo>
                    <a:pt x="1860491" y="1341474"/>
                  </a:lnTo>
                  <a:lnTo>
                    <a:pt x="1873876" y="1323758"/>
                  </a:lnTo>
                  <a:lnTo>
                    <a:pt x="1887261" y="1305955"/>
                  </a:lnTo>
                  <a:lnTo>
                    <a:pt x="1900646" y="1288106"/>
                  </a:lnTo>
                  <a:lnTo>
                    <a:pt x="1914031" y="1270180"/>
                  </a:lnTo>
                  <a:lnTo>
                    <a:pt x="1927415" y="1252200"/>
                  </a:lnTo>
                  <a:lnTo>
                    <a:pt x="1940800" y="1234186"/>
                  </a:lnTo>
                  <a:lnTo>
                    <a:pt x="1954185" y="1216110"/>
                  </a:lnTo>
                  <a:lnTo>
                    <a:pt x="1967570" y="1198009"/>
                  </a:lnTo>
                  <a:lnTo>
                    <a:pt x="1980955" y="1179883"/>
                  </a:lnTo>
                  <a:lnTo>
                    <a:pt x="1994340" y="1161727"/>
                  </a:lnTo>
                  <a:lnTo>
                    <a:pt x="2007724" y="1143563"/>
                  </a:lnTo>
                  <a:lnTo>
                    <a:pt x="2021109" y="1125390"/>
                  </a:lnTo>
                  <a:lnTo>
                    <a:pt x="2034494" y="1107221"/>
                  </a:lnTo>
                  <a:lnTo>
                    <a:pt x="2047879" y="1089058"/>
                  </a:lnTo>
                  <a:lnTo>
                    <a:pt x="2061264" y="1070913"/>
                  </a:lnTo>
                  <a:lnTo>
                    <a:pt x="2074649" y="1052797"/>
                  </a:lnTo>
                  <a:lnTo>
                    <a:pt x="2088033" y="1034702"/>
                  </a:lnTo>
                  <a:lnTo>
                    <a:pt x="2101418" y="1016664"/>
                  </a:lnTo>
                  <a:lnTo>
                    <a:pt x="2114803" y="998670"/>
                  </a:lnTo>
                  <a:lnTo>
                    <a:pt x="2128188" y="980715"/>
                  </a:lnTo>
                  <a:lnTo>
                    <a:pt x="2141573" y="962860"/>
                  </a:lnTo>
                  <a:lnTo>
                    <a:pt x="2154958" y="945058"/>
                  </a:lnTo>
                  <a:lnTo>
                    <a:pt x="2168342" y="927331"/>
                  </a:lnTo>
                  <a:lnTo>
                    <a:pt x="2181727" y="909724"/>
                  </a:lnTo>
                  <a:lnTo>
                    <a:pt x="2195112" y="892184"/>
                  </a:lnTo>
                  <a:lnTo>
                    <a:pt x="2208497" y="874767"/>
                  </a:lnTo>
                  <a:lnTo>
                    <a:pt x="2221882" y="857476"/>
                  </a:lnTo>
                  <a:lnTo>
                    <a:pt x="2235267" y="840267"/>
                  </a:lnTo>
                  <a:lnTo>
                    <a:pt x="2248651" y="823238"/>
                  </a:lnTo>
                  <a:lnTo>
                    <a:pt x="2262036" y="806330"/>
                  </a:lnTo>
                  <a:lnTo>
                    <a:pt x="2275421" y="789522"/>
                  </a:lnTo>
                  <a:lnTo>
                    <a:pt x="2288806" y="772950"/>
                  </a:lnTo>
                  <a:lnTo>
                    <a:pt x="2302191" y="756488"/>
                  </a:lnTo>
                  <a:lnTo>
                    <a:pt x="2315576" y="740177"/>
                  </a:lnTo>
                  <a:lnTo>
                    <a:pt x="2328960" y="724095"/>
                  </a:lnTo>
                  <a:lnTo>
                    <a:pt x="2342345" y="708135"/>
                  </a:lnTo>
                  <a:lnTo>
                    <a:pt x="2355730" y="692384"/>
                  </a:lnTo>
                  <a:lnTo>
                    <a:pt x="2369115" y="676844"/>
                  </a:lnTo>
                  <a:lnTo>
                    <a:pt x="2382500" y="661436"/>
                  </a:lnTo>
                  <a:lnTo>
                    <a:pt x="2395885" y="646297"/>
                  </a:lnTo>
                  <a:lnTo>
                    <a:pt x="2409269" y="631343"/>
                  </a:lnTo>
                  <a:lnTo>
                    <a:pt x="2422654" y="616528"/>
                  </a:lnTo>
                  <a:lnTo>
                    <a:pt x="2436039" y="602045"/>
                  </a:lnTo>
                  <a:lnTo>
                    <a:pt x="2449424" y="587709"/>
                  </a:lnTo>
                  <a:lnTo>
                    <a:pt x="2462809" y="573566"/>
                  </a:lnTo>
                  <a:lnTo>
                    <a:pt x="2476194" y="559723"/>
                  </a:lnTo>
                  <a:lnTo>
                    <a:pt x="2489578" y="546030"/>
                  </a:lnTo>
                  <a:lnTo>
                    <a:pt x="2502963" y="532584"/>
                  </a:lnTo>
                  <a:lnTo>
                    <a:pt x="2516348" y="519395"/>
                  </a:lnTo>
                  <a:lnTo>
                    <a:pt x="2529733" y="506358"/>
                  </a:lnTo>
                  <a:lnTo>
                    <a:pt x="2543118" y="493620"/>
                  </a:lnTo>
                  <a:lnTo>
                    <a:pt x="2556503" y="481092"/>
                  </a:lnTo>
                  <a:lnTo>
                    <a:pt x="2569887" y="468716"/>
                  </a:lnTo>
                  <a:lnTo>
                    <a:pt x="2583272" y="456684"/>
                  </a:lnTo>
                  <a:lnTo>
                    <a:pt x="2596657" y="444811"/>
                  </a:lnTo>
                  <a:lnTo>
                    <a:pt x="2610042" y="433128"/>
                  </a:lnTo>
                  <a:lnTo>
                    <a:pt x="2623427" y="421750"/>
                  </a:lnTo>
                  <a:lnTo>
                    <a:pt x="2636812" y="410518"/>
                  </a:lnTo>
                  <a:lnTo>
                    <a:pt x="2650196" y="399517"/>
                  </a:lnTo>
                  <a:lnTo>
                    <a:pt x="2663581" y="388763"/>
                  </a:lnTo>
                  <a:lnTo>
                    <a:pt x="2676966" y="378150"/>
                  </a:lnTo>
                  <a:lnTo>
                    <a:pt x="2690351" y="367800"/>
                  </a:lnTo>
                  <a:lnTo>
                    <a:pt x="2703736" y="357642"/>
                  </a:lnTo>
                  <a:lnTo>
                    <a:pt x="2717121" y="347618"/>
                  </a:lnTo>
                  <a:lnTo>
                    <a:pt x="2730505" y="337882"/>
                  </a:lnTo>
                  <a:lnTo>
                    <a:pt x="2743890" y="328284"/>
                  </a:lnTo>
                  <a:lnTo>
                    <a:pt x="2757275" y="318838"/>
                  </a:lnTo>
                  <a:lnTo>
                    <a:pt x="2770660" y="309645"/>
                  </a:lnTo>
                  <a:lnTo>
                    <a:pt x="2784045" y="300568"/>
                  </a:lnTo>
                  <a:lnTo>
                    <a:pt x="2797430" y="291668"/>
                  </a:lnTo>
                  <a:lnTo>
                    <a:pt x="2810814" y="282963"/>
                  </a:lnTo>
                  <a:lnTo>
                    <a:pt x="2824199" y="274365"/>
                  </a:lnTo>
                  <a:lnTo>
                    <a:pt x="2837584" y="265961"/>
                  </a:lnTo>
                  <a:lnTo>
                    <a:pt x="2850969" y="257701"/>
                  </a:lnTo>
                  <a:lnTo>
                    <a:pt x="2864354" y="249540"/>
                  </a:lnTo>
                  <a:lnTo>
                    <a:pt x="2877739" y="241583"/>
                  </a:lnTo>
                  <a:lnTo>
                    <a:pt x="2891123" y="233727"/>
                  </a:lnTo>
                  <a:lnTo>
                    <a:pt x="2904508" y="225975"/>
                  </a:lnTo>
                  <a:lnTo>
                    <a:pt x="2917893" y="218405"/>
                  </a:lnTo>
                  <a:lnTo>
                    <a:pt x="2931278" y="210915"/>
                  </a:lnTo>
                  <a:lnTo>
                    <a:pt x="2944663" y="203543"/>
                  </a:lnTo>
                  <a:lnTo>
                    <a:pt x="2958048" y="196311"/>
                  </a:lnTo>
                  <a:lnTo>
                    <a:pt x="2971432" y="189152"/>
                  </a:lnTo>
                  <a:lnTo>
                    <a:pt x="2984817" y="182125"/>
                  </a:lnTo>
                  <a:lnTo>
                    <a:pt x="2998202" y="175202"/>
                  </a:lnTo>
                  <a:lnTo>
                    <a:pt x="3011587" y="168349"/>
                  </a:lnTo>
                  <a:lnTo>
                    <a:pt x="3024972" y="161638"/>
                  </a:lnTo>
                  <a:lnTo>
                    <a:pt x="3038357" y="155005"/>
                  </a:lnTo>
                  <a:lnTo>
                    <a:pt x="3051741" y="148446"/>
                  </a:lnTo>
                  <a:lnTo>
                    <a:pt x="3065126" y="142029"/>
                  </a:lnTo>
                  <a:lnTo>
                    <a:pt x="3078511" y="135675"/>
                  </a:lnTo>
                  <a:lnTo>
                    <a:pt x="3091896" y="129414"/>
                  </a:lnTo>
                  <a:lnTo>
                    <a:pt x="3105281" y="123274"/>
                  </a:lnTo>
                  <a:lnTo>
                    <a:pt x="3118666" y="117199"/>
                  </a:lnTo>
                  <a:lnTo>
                    <a:pt x="3132050" y="111240"/>
                  </a:lnTo>
                  <a:lnTo>
                    <a:pt x="3145435" y="105386"/>
                  </a:lnTo>
                  <a:lnTo>
                    <a:pt x="3158820" y="99600"/>
                  </a:lnTo>
                  <a:lnTo>
                    <a:pt x="3172205" y="93960"/>
                  </a:lnTo>
                  <a:lnTo>
                    <a:pt x="3185590" y="88411"/>
                  </a:lnTo>
                  <a:lnTo>
                    <a:pt x="3198975" y="82942"/>
                  </a:lnTo>
                  <a:lnTo>
                    <a:pt x="3212359" y="77647"/>
                  </a:lnTo>
                  <a:lnTo>
                    <a:pt x="3225744" y="72434"/>
                  </a:lnTo>
                  <a:lnTo>
                    <a:pt x="3239129" y="67336"/>
                  </a:lnTo>
                  <a:lnTo>
                    <a:pt x="3252514" y="62408"/>
                  </a:lnTo>
                  <a:lnTo>
                    <a:pt x="3265899" y="57572"/>
                  </a:lnTo>
                  <a:lnTo>
                    <a:pt x="3279284" y="52896"/>
                  </a:lnTo>
                  <a:lnTo>
                    <a:pt x="3292668" y="48383"/>
                  </a:lnTo>
                  <a:lnTo>
                    <a:pt x="3306053" y="43972"/>
                  </a:lnTo>
                  <a:lnTo>
                    <a:pt x="3319438" y="39781"/>
                  </a:lnTo>
                  <a:lnTo>
                    <a:pt x="3332823" y="35738"/>
                  </a:lnTo>
                  <a:lnTo>
                    <a:pt x="3346208" y="31815"/>
                  </a:lnTo>
                  <a:lnTo>
                    <a:pt x="3359593" y="28174"/>
                  </a:lnTo>
                  <a:lnTo>
                    <a:pt x="3372977" y="24665"/>
                  </a:lnTo>
                  <a:lnTo>
                    <a:pt x="3386362" y="21332"/>
                  </a:lnTo>
                  <a:lnTo>
                    <a:pt x="3399747" y="18277"/>
                  </a:lnTo>
                  <a:lnTo>
                    <a:pt x="3413132" y="15367"/>
                  </a:lnTo>
                  <a:lnTo>
                    <a:pt x="3426517" y="12704"/>
                  </a:lnTo>
                  <a:lnTo>
                    <a:pt x="3439902" y="10301"/>
                  </a:lnTo>
                  <a:lnTo>
                    <a:pt x="3453286" y="8059"/>
                  </a:lnTo>
                  <a:lnTo>
                    <a:pt x="3466671" y="6143"/>
                  </a:lnTo>
                  <a:lnTo>
                    <a:pt x="3480056" y="4461"/>
                  </a:lnTo>
                  <a:lnTo>
                    <a:pt x="3493441" y="2952"/>
                  </a:lnTo>
                  <a:lnTo>
                    <a:pt x="3506826" y="1860"/>
                  </a:lnTo>
                  <a:lnTo>
                    <a:pt x="3520211" y="962"/>
                  </a:lnTo>
                  <a:lnTo>
                    <a:pt x="3533595" y="309"/>
                  </a:lnTo>
                  <a:lnTo>
                    <a:pt x="3546980" y="54"/>
                  </a:lnTo>
                  <a:lnTo>
                    <a:pt x="3560365" y="0"/>
                  </a:lnTo>
                  <a:lnTo>
                    <a:pt x="3573750" y="272"/>
                  </a:lnTo>
                  <a:lnTo>
                    <a:pt x="3587135" y="901"/>
                  </a:lnTo>
                  <a:lnTo>
                    <a:pt x="3600520" y="1741"/>
                  </a:lnTo>
                  <a:lnTo>
                    <a:pt x="3613904" y="2994"/>
                  </a:lnTo>
                  <a:lnTo>
                    <a:pt x="3627289" y="4552"/>
                  </a:lnTo>
                  <a:lnTo>
                    <a:pt x="3640674" y="6328"/>
                  </a:lnTo>
                  <a:lnTo>
                    <a:pt x="3654059" y="8603"/>
                  </a:lnTo>
                  <a:lnTo>
                    <a:pt x="3667444" y="11120"/>
                  </a:lnTo>
                  <a:lnTo>
                    <a:pt x="3680829" y="13917"/>
                  </a:lnTo>
                  <a:lnTo>
                    <a:pt x="3694213" y="17185"/>
                  </a:lnTo>
                  <a:lnTo>
                    <a:pt x="3707598" y="20681"/>
                  </a:lnTo>
                  <a:lnTo>
                    <a:pt x="3720983" y="24533"/>
                  </a:lnTo>
                  <a:lnTo>
                    <a:pt x="3734368" y="28785"/>
                  </a:lnTo>
                  <a:lnTo>
                    <a:pt x="3747753" y="33265"/>
                  </a:lnTo>
                  <a:lnTo>
                    <a:pt x="3761138" y="38173"/>
                  </a:lnTo>
                  <a:lnTo>
                    <a:pt x="3774522" y="43404"/>
                  </a:lnTo>
                  <a:lnTo>
                    <a:pt x="3787907" y="48860"/>
                  </a:lnTo>
                  <a:lnTo>
                    <a:pt x="3801292" y="54804"/>
                  </a:lnTo>
                  <a:lnTo>
                    <a:pt x="3814677" y="60994"/>
                  </a:lnTo>
                  <a:lnTo>
                    <a:pt x="3828062" y="67446"/>
                  </a:lnTo>
                  <a:lnTo>
                    <a:pt x="3841447" y="74351"/>
                  </a:lnTo>
                  <a:lnTo>
                    <a:pt x="3854831" y="81466"/>
                  </a:lnTo>
                  <a:lnTo>
                    <a:pt x="3868216" y="88896"/>
                  </a:lnTo>
                  <a:lnTo>
                    <a:pt x="3881601" y="96691"/>
                  </a:lnTo>
                  <a:lnTo>
                    <a:pt x="3894986" y="104685"/>
                  </a:lnTo>
                  <a:lnTo>
                    <a:pt x="3908371" y="113037"/>
                  </a:lnTo>
                  <a:lnTo>
                    <a:pt x="3921756" y="121667"/>
                  </a:lnTo>
                  <a:lnTo>
                    <a:pt x="3935140" y="130482"/>
                  </a:lnTo>
                  <a:lnTo>
                    <a:pt x="3948525" y="139683"/>
                  </a:lnTo>
                  <a:lnTo>
                    <a:pt x="3961910" y="149082"/>
                  </a:lnTo>
                  <a:lnTo>
                    <a:pt x="3975295" y="158677"/>
                  </a:lnTo>
                  <a:lnTo>
                    <a:pt x="3988680" y="168621"/>
                  </a:lnTo>
                  <a:lnTo>
                    <a:pt x="4002065" y="178717"/>
                  </a:lnTo>
                  <a:lnTo>
                    <a:pt x="4015449" y="189035"/>
                  </a:lnTo>
                  <a:lnTo>
                    <a:pt x="4028834" y="199614"/>
                  </a:lnTo>
                  <a:lnTo>
                    <a:pt x="4042219" y="210328"/>
                  </a:lnTo>
                  <a:lnTo>
                    <a:pt x="4055604" y="221276"/>
                  </a:lnTo>
                  <a:lnTo>
                    <a:pt x="4068989" y="232408"/>
                  </a:lnTo>
                  <a:lnTo>
                    <a:pt x="4082374" y="243658"/>
                  </a:lnTo>
                  <a:lnTo>
                    <a:pt x="4095758" y="255138"/>
                  </a:lnTo>
                  <a:lnTo>
                    <a:pt x="4109143" y="266740"/>
                  </a:lnTo>
                  <a:lnTo>
                    <a:pt x="4122528" y="278451"/>
                  </a:lnTo>
                  <a:lnTo>
                    <a:pt x="4135913" y="290358"/>
                  </a:lnTo>
                  <a:lnTo>
                    <a:pt x="4149298" y="302345"/>
                  </a:lnTo>
                  <a:lnTo>
                    <a:pt x="4162683" y="314444"/>
                  </a:lnTo>
                  <a:lnTo>
                    <a:pt x="4176067" y="326672"/>
                  </a:lnTo>
                  <a:lnTo>
                    <a:pt x="4189452" y="338962"/>
                  </a:lnTo>
                  <a:lnTo>
                    <a:pt x="4202837" y="351354"/>
                  </a:lnTo>
                  <a:lnTo>
                    <a:pt x="4216222" y="363823"/>
                  </a:lnTo>
                  <a:lnTo>
                    <a:pt x="4229607" y="376338"/>
                  </a:lnTo>
                  <a:lnTo>
                    <a:pt x="4242992" y="388934"/>
                  </a:lnTo>
                  <a:lnTo>
                    <a:pt x="4256376" y="401569"/>
                  </a:lnTo>
                  <a:lnTo>
                    <a:pt x="4269761" y="414235"/>
                  </a:lnTo>
                  <a:lnTo>
                    <a:pt x="4283146" y="426950"/>
                  </a:lnTo>
                  <a:lnTo>
                    <a:pt x="4296531" y="439679"/>
                  </a:lnTo>
                  <a:lnTo>
                    <a:pt x="4309916" y="452426"/>
                  </a:lnTo>
                  <a:lnTo>
                    <a:pt x="4323301" y="465185"/>
                  </a:lnTo>
                  <a:lnTo>
                    <a:pt x="4336685" y="477944"/>
                  </a:lnTo>
                  <a:lnTo>
                    <a:pt x="4350070" y="490699"/>
                  </a:lnTo>
                  <a:lnTo>
                    <a:pt x="4363455" y="503441"/>
                  </a:lnTo>
                  <a:lnTo>
                    <a:pt x="4376840" y="516171"/>
                  </a:lnTo>
                  <a:lnTo>
                    <a:pt x="4390225" y="528869"/>
                  </a:lnTo>
                  <a:lnTo>
                    <a:pt x="4403610" y="541539"/>
                  </a:lnTo>
                  <a:lnTo>
                    <a:pt x="4416994" y="554187"/>
                  </a:lnTo>
                  <a:lnTo>
                    <a:pt x="4430379" y="566771"/>
                  </a:lnTo>
                  <a:lnTo>
                    <a:pt x="4443764" y="579322"/>
                  </a:lnTo>
                  <a:lnTo>
                    <a:pt x="4457149" y="591828"/>
                  </a:lnTo>
                  <a:lnTo>
                    <a:pt x="4470534" y="604258"/>
                  </a:lnTo>
                  <a:lnTo>
                    <a:pt x="4483919" y="616647"/>
                  </a:lnTo>
                  <a:lnTo>
                    <a:pt x="4497303" y="628964"/>
                  </a:lnTo>
                  <a:lnTo>
                    <a:pt x="4510688" y="641202"/>
                  </a:lnTo>
                  <a:lnTo>
                    <a:pt x="4524073" y="653391"/>
                  </a:lnTo>
                  <a:lnTo>
                    <a:pt x="4537458" y="665478"/>
                  </a:lnTo>
                  <a:lnTo>
                    <a:pt x="4550843" y="677490"/>
                  </a:lnTo>
                  <a:lnTo>
                    <a:pt x="4564228" y="689446"/>
                  </a:lnTo>
                  <a:lnTo>
                    <a:pt x="4577612" y="701268"/>
                  </a:lnTo>
                  <a:lnTo>
                    <a:pt x="4590997" y="713025"/>
                  </a:lnTo>
                  <a:lnTo>
                    <a:pt x="4604382" y="724702"/>
                  </a:lnTo>
                  <a:lnTo>
                    <a:pt x="4617767" y="736247"/>
                  </a:lnTo>
                  <a:lnTo>
                    <a:pt x="4631152" y="747723"/>
                  </a:lnTo>
                  <a:lnTo>
                    <a:pt x="4644537" y="759092"/>
                  </a:lnTo>
                  <a:lnTo>
                    <a:pt x="4657921" y="770340"/>
                  </a:lnTo>
                  <a:lnTo>
                    <a:pt x="4671306" y="781516"/>
                  </a:lnTo>
                  <a:lnTo>
                    <a:pt x="4684691" y="792555"/>
                  </a:lnTo>
                  <a:lnTo>
                    <a:pt x="4698076" y="803488"/>
                  </a:lnTo>
                  <a:lnTo>
                    <a:pt x="4711461" y="814348"/>
                  </a:lnTo>
                  <a:lnTo>
                    <a:pt x="4724846" y="825038"/>
                  </a:lnTo>
                  <a:lnTo>
                    <a:pt x="4738230" y="835645"/>
                  </a:lnTo>
                  <a:lnTo>
                    <a:pt x="4751615" y="846158"/>
                  </a:lnTo>
                  <a:lnTo>
                    <a:pt x="4765000" y="856507"/>
                  </a:lnTo>
                  <a:lnTo>
                    <a:pt x="4778385" y="866779"/>
                  </a:lnTo>
                  <a:lnTo>
                    <a:pt x="4791770" y="876929"/>
                  </a:lnTo>
                  <a:lnTo>
                    <a:pt x="4805155" y="886940"/>
                  </a:lnTo>
                  <a:lnTo>
                    <a:pt x="4818539" y="896872"/>
                  </a:lnTo>
                  <a:lnTo>
                    <a:pt x="4831924" y="906658"/>
                  </a:lnTo>
                  <a:lnTo>
                    <a:pt x="4845309" y="916331"/>
                  </a:lnTo>
                  <a:lnTo>
                    <a:pt x="4858694" y="925926"/>
                  </a:lnTo>
                  <a:lnTo>
                    <a:pt x="4872079" y="935354"/>
                  </a:lnTo>
                  <a:lnTo>
                    <a:pt x="4885464" y="944695"/>
                  </a:lnTo>
                  <a:lnTo>
                    <a:pt x="4898848" y="953948"/>
                  </a:lnTo>
                  <a:lnTo>
                    <a:pt x="4912233" y="963042"/>
                  </a:lnTo>
                  <a:lnTo>
                    <a:pt x="4925618" y="972064"/>
                  </a:lnTo>
                  <a:lnTo>
                    <a:pt x="4939003" y="980980"/>
                  </a:lnTo>
                  <a:lnTo>
                    <a:pt x="4952388" y="989770"/>
                  </a:lnTo>
                  <a:lnTo>
                    <a:pt x="4965773" y="998493"/>
                  </a:lnTo>
                  <a:lnTo>
                    <a:pt x="4979157" y="1007097"/>
                  </a:lnTo>
                  <a:lnTo>
                    <a:pt x="4992542" y="1015608"/>
                  </a:lnTo>
                  <a:lnTo>
                    <a:pt x="5005927" y="1024057"/>
                  </a:lnTo>
                  <a:lnTo>
                    <a:pt x="5019312" y="1032383"/>
                  </a:lnTo>
                  <a:lnTo>
                    <a:pt x="5032697" y="1040645"/>
                  </a:lnTo>
                  <a:lnTo>
                    <a:pt x="5046082" y="1048847"/>
                  </a:lnTo>
                  <a:lnTo>
                    <a:pt x="5059466" y="1056943"/>
                  </a:lnTo>
                  <a:lnTo>
                    <a:pt x="5072851" y="1064995"/>
                  </a:lnTo>
                  <a:lnTo>
                    <a:pt x="5086236" y="1072985"/>
                  </a:lnTo>
                  <a:lnTo>
                    <a:pt x="5099621" y="1080905"/>
                  </a:lnTo>
                  <a:lnTo>
                    <a:pt x="5113006" y="1088790"/>
                  </a:lnTo>
                  <a:lnTo>
                    <a:pt x="5126391" y="1096621"/>
                  </a:lnTo>
                  <a:lnTo>
                    <a:pt x="5139775" y="1104413"/>
                  </a:lnTo>
                  <a:lnTo>
                    <a:pt x="5153160" y="1112181"/>
                  </a:lnTo>
                  <a:lnTo>
                    <a:pt x="5166545" y="1119912"/>
                  </a:lnTo>
                  <a:lnTo>
                    <a:pt x="5179930" y="1127629"/>
                  </a:lnTo>
                  <a:lnTo>
                    <a:pt x="5193315" y="1135334"/>
                  </a:lnTo>
                  <a:lnTo>
                    <a:pt x="5206700" y="1143030"/>
                  </a:lnTo>
                  <a:lnTo>
                    <a:pt x="5220084" y="1150728"/>
                  </a:lnTo>
                  <a:lnTo>
                    <a:pt x="5233469" y="1158430"/>
                  </a:lnTo>
                  <a:lnTo>
                    <a:pt x="5246854" y="1166153"/>
                  </a:lnTo>
                  <a:lnTo>
                    <a:pt x="5260239" y="1173890"/>
                  </a:lnTo>
                  <a:lnTo>
                    <a:pt x="5273624" y="1181658"/>
                  </a:lnTo>
                  <a:lnTo>
                    <a:pt x="5287009" y="1189465"/>
                  </a:lnTo>
                  <a:lnTo>
                    <a:pt x="5300393" y="1197299"/>
                  </a:lnTo>
                  <a:lnTo>
                    <a:pt x="5313778" y="1205198"/>
                  </a:lnTo>
                  <a:lnTo>
                    <a:pt x="5327163" y="1213147"/>
                  </a:lnTo>
                  <a:lnTo>
                    <a:pt x="5340548" y="1221136"/>
                  </a:lnTo>
                  <a:lnTo>
                    <a:pt x="5353933" y="1229228"/>
                  </a:lnTo>
                  <a:lnTo>
                    <a:pt x="5367318" y="1237373"/>
                  </a:lnTo>
                  <a:lnTo>
                    <a:pt x="5380702" y="1245586"/>
                  </a:lnTo>
                  <a:lnTo>
                    <a:pt x="5394087" y="1253913"/>
                  </a:lnTo>
                  <a:lnTo>
                    <a:pt x="5407472" y="1262301"/>
                  </a:lnTo>
                  <a:lnTo>
                    <a:pt x="5420857" y="1270793"/>
                  </a:lnTo>
                  <a:lnTo>
                    <a:pt x="5434242" y="1279398"/>
                  </a:lnTo>
                  <a:lnTo>
                    <a:pt x="5447627" y="1288071"/>
                  </a:lnTo>
                  <a:lnTo>
                    <a:pt x="5461011" y="1296887"/>
                  </a:lnTo>
                  <a:lnTo>
                    <a:pt x="5474396" y="1305804"/>
                  </a:lnTo>
                  <a:lnTo>
                    <a:pt x="5487781" y="1314797"/>
                  </a:lnTo>
                  <a:lnTo>
                    <a:pt x="5501166" y="1323970"/>
                  </a:lnTo>
                  <a:lnTo>
                    <a:pt x="5514551" y="1333226"/>
                  </a:lnTo>
                  <a:lnTo>
                    <a:pt x="5527936" y="1342586"/>
                  </a:lnTo>
                  <a:lnTo>
                    <a:pt x="5541320" y="1352113"/>
                  </a:lnTo>
                  <a:lnTo>
                    <a:pt x="5554705" y="1361722"/>
                  </a:lnTo>
                  <a:lnTo>
                    <a:pt x="5568090" y="1371466"/>
                  </a:lnTo>
                  <a:lnTo>
                    <a:pt x="5581475" y="1381350"/>
                  </a:lnTo>
                  <a:lnTo>
                    <a:pt x="5594860" y="1391317"/>
                  </a:lnTo>
                  <a:lnTo>
                    <a:pt x="5608245" y="1401443"/>
                  </a:lnTo>
                  <a:lnTo>
                    <a:pt x="5621629" y="1411680"/>
                  </a:lnTo>
                  <a:lnTo>
                    <a:pt x="5635014" y="1421997"/>
                  </a:lnTo>
                  <a:lnTo>
                    <a:pt x="5648399" y="1432490"/>
                  </a:lnTo>
                  <a:lnTo>
                    <a:pt x="5661784" y="1443062"/>
                  </a:lnTo>
                  <a:lnTo>
                    <a:pt x="5675169" y="1453728"/>
                  </a:lnTo>
                  <a:lnTo>
                    <a:pt x="5688554" y="1464540"/>
                  </a:lnTo>
                  <a:lnTo>
                    <a:pt x="5701938" y="1475419"/>
                  </a:lnTo>
                  <a:lnTo>
                    <a:pt x="5715323" y="1486401"/>
                  </a:lnTo>
                  <a:lnTo>
                    <a:pt x="5728708" y="1497490"/>
                  </a:lnTo>
                  <a:lnTo>
                    <a:pt x="5742093" y="1508636"/>
                  </a:lnTo>
                  <a:lnTo>
                    <a:pt x="5755478" y="1519885"/>
                  </a:lnTo>
                  <a:lnTo>
                    <a:pt x="5768863" y="1531202"/>
                  </a:lnTo>
                  <a:lnTo>
                    <a:pt x="5782247" y="1542567"/>
                  </a:lnTo>
                  <a:lnTo>
                    <a:pt x="5795632" y="1554021"/>
                  </a:lnTo>
                  <a:lnTo>
                    <a:pt x="5809017" y="1565511"/>
                  </a:lnTo>
                  <a:lnTo>
                    <a:pt x="5822402" y="1577041"/>
                  </a:lnTo>
                  <a:lnTo>
                    <a:pt x="5835787" y="1588624"/>
                  </a:lnTo>
                  <a:lnTo>
                    <a:pt x="5849172" y="1600224"/>
                  </a:lnTo>
                  <a:lnTo>
                    <a:pt x="5862556" y="1611850"/>
                  </a:lnTo>
                  <a:lnTo>
                    <a:pt x="5875941" y="1623489"/>
                  </a:lnTo>
                  <a:lnTo>
                    <a:pt x="5889326" y="1635131"/>
                  </a:lnTo>
                  <a:lnTo>
                    <a:pt x="5902711" y="1646771"/>
                  </a:lnTo>
                  <a:lnTo>
                    <a:pt x="5916096" y="1658395"/>
                  </a:lnTo>
                  <a:lnTo>
                    <a:pt x="5929481" y="1670007"/>
                  </a:lnTo>
                  <a:lnTo>
                    <a:pt x="5942865" y="1681577"/>
                  </a:lnTo>
                  <a:lnTo>
                    <a:pt x="5956250" y="1693113"/>
                  </a:lnTo>
                  <a:lnTo>
                    <a:pt x="5969635" y="1704616"/>
                  </a:lnTo>
                  <a:lnTo>
                    <a:pt x="5983020" y="1716037"/>
                  </a:lnTo>
                  <a:lnTo>
                    <a:pt x="5996405" y="1727413"/>
                  </a:lnTo>
                  <a:lnTo>
                    <a:pt x="6009790" y="1738719"/>
                  </a:lnTo>
                  <a:lnTo>
                    <a:pt x="6023174" y="1749924"/>
                  </a:lnTo>
                  <a:lnTo>
                    <a:pt x="6036559" y="1761068"/>
                  </a:lnTo>
                  <a:lnTo>
                    <a:pt x="6049944" y="1772098"/>
                  </a:lnTo>
                  <a:lnTo>
                    <a:pt x="6063329" y="1783019"/>
                  </a:lnTo>
                  <a:lnTo>
                    <a:pt x="6076714" y="1793866"/>
                  </a:lnTo>
                  <a:lnTo>
                    <a:pt x="6090099" y="1804545"/>
                  </a:lnTo>
                  <a:lnTo>
                    <a:pt x="6103483" y="1815119"/>
                  </a:lnTo>
                  <a:lnTo>
                    <a:pt x="6116868" y="1825597"/>
                  </a:lnTo>
                  <a:lnTo>
                    <a:pt x="6130253" y="1835869"/>
                  </a:lnTo>
                  <a:lnTo>
                    <a:pt x="6143638" y="1846042"/>
                  </a:lnTo>
                  <a:lnTo>
                    <a:pt x="6157023" y="1856073"/>
                  </a:lnTo>
                  <a:lnTo>
                    <a:pt x="6170408" y="1865906"/>
                  </a:lnTo>
                  <a:lnTo>
                    <a:pt x="6183792" y="1875630"/>
                  </a:lnTo>
                  <a:lnTo>
                    <a:pt x="6197177" y="1885163"/>
                  </a:lnTo>
                  <a:lnTo>
                    <a:pt x="6210562" y="1894517"/>
                  </a:lnTo>
                  <a:lnTo>
                    <a:pt x="6223947" y="1903755"/>
                  </a:lnTo>
                  <a:lnTo>
                    <a:pt x="6237332" y="1912751"/>
                  </a:lnTo>
                  <a:lnTo>
                    <a:pt x="6250717" y="1921595"/>
                  </a:lnTo>
                  <a:lnTo>
                    <a:pt x="6264101" y="1930311"/>
                  </a:lnTo>
                  <a:lnTo>
                    <a:pt x="6277486" y="1938750"/>
                  </a:lnTo>
                  <a:lnTo>
                    <a:pt x="6290871" y="1947064"/>
                  </a:lnTo>
                  <a:lnTo>
                    <a:pt x="6304256" y="1955207"/>
                  </a:lnTo>
                  <a:lnTo>
                    <a:pt x="6317641" y="1963106"/>
                  </a:lnTo>
                  <a:lnTo>
                    <a:pt x="6331026" y="1970881"/>
                  </a:lnTo>
                  <a:lnTo>
                    <a:pt x="6344410" y="1978442"/>
                  </a:lnTo>
                  <a:lnTo>
                    <a:pt x="6357795" y="1985801"/>
                  </a:lnTo>
                  <a:lnTo>
                    <a:pt x="6371180" y="1993034"/>
                  </a:lnTo>
                  <a:lnTo>
                    <a:pt x="6384565" y="2000019"/>
                  </a:lnTo>
                  <a:lnTo>
                    <a:pt x="6397950" y="2006843"/>
                  </a:lnTo>
                  <a:lnTo>
                    <a:pt x="6411335" y="2013544"/>
                  </a:lnTo>
                  <a:lnTo>
                    <a:pt x="6424719" y="2019967"/>
                  </a:lnTo>
                  <a:lnTo>
                    <a:pt x="6438104" y="2026272"/>
                  </a:lnTo>
                  <a:lnTo>
                    <a:pt x="6451489" y="2032422"/>
                  </a:lnTo>
                  <a:lnTo>
                    <a:pt x="6464874" y="2038344"/>
                  </a:lnTo>
                  <a:lnTo>
                    <a:pt x="6478259" y="2044154"/>
                  </a:lnTo>
                  <a:lnTo>
                    <a:pt x="6491644" y="2049783"/>
                  </a:lnTo>
                  <a:lnTo>
                    <a:pt x="6505028" y="2055233"/>
                  </a:lnTo>
                  <a:lnTo>
                    <a:pt x="6518413" y="2060578"/>
                  </a:lnTo>
                  <a:lnTo>
                    <a:pt x="6531798" y="2065722"/>
                  </a:lnTo>
                  <a:lnTo>
                    <a:pt x="6545183" y="2070734"/>
                  </a:lnTo>
                  <a:lnTo>
                    <a:pt x="6558568" y="2075649"/>
                  </a:lnTo>
                  <a:lnTo>
                    <a:pt x="6571953" y="2080353"/>
                  </a:lnTo>
                  <a:lnTo>
                    <a:pt x="6585337" y="2084966"/>
                  </a:lnTo>
                  <a:lnTo>
                    <a:pt x="6598722" y="2089467"/>
                  </a:lnTo>
                  <a:lnTo>
                    <a:pt x="6612107" y="2093801"/>
                  </a:lnTo>
                  <a:lnTo>
                    <a:pt x="6625492" y="2098056"/>
                  </a:lnTo>
                  <a:lnTo>
                    <a:pt x="6638877" y="2102189"/>
                  </a:lnTo>
                  <a:lnTo>
                    <a:pt x="6652262" y="2106198"/>
                  </a:lnTo>
                  <a:lnTo>
                    <a:pt x="6665646" y="2110139"/>
                  </a:lnTo>
                  <a:lnTo>
                    <a:pt x="6679031" y="2113953"/>
                  </a:lnTo>
                  <a:lnTo>
                    <a:pt x="6692416" y="2117682"/>
                  </a:lnTo>
                  <a:lnTo>
                    <a:pt x="6705801" y="2121350"/>
                  </a:lnTo>
                  <a:lnTo>
                    <a:pt x="6719186" y="2124895"/>
                  </a:lnTo>
                  <a:lnTo>
                    <a:pt x="6732571" y="2128386"/>
                  </a:lnTo>
                  <a:lnTo>
                    <a:pt x="6745955" y="2131814"/>
                  </a:lnTo>
                  <a:lnTo>
                    <a:pt x="6759340" y="2135148"/>
                  </a:lnTo>
                  <a:lnTo>
                    <a:pt x="6772725" y="2138440"/>
                  </a:lnTo>
                  <a:lnTo>
                    <a:pt x="6786110" y="2141670"/>
                  </a:lnTo>
                  <a:lnTo>
                    <a:pt x="6799495" y="2144835"/>
                  </a:lnTo>
                  <a:lnTo>
                    <a:pt x="6812880" y="2147966"/>
                  </a:lnTo>
                  <a:lnTo>
                    <a:pt x="6826264" y="2151038"/>
                  </a:lnTo>
                  <a:lnTo>
                    <a:pt x="6839649" y="2154069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15942"/>
                  </a:moveTo>
                  <a:lnTo>
                    <a:pt x="13384" y="2612152"/>
                  </a:lnTo>
                  <a:lnTo>
                    <a:pt x="26769" y="2608443"/>
                  </a:lnTo>
                  <a:lnTo>
                    <a:pt x="40154" y="2604795"/>
                  </a:lnTo>
                  <a:lnTo>
                    <a:pt x="53539" y="2601208"/>
                  </a:lnTo>
                  <a:lnTo>
                    <a:pt x="66924" y="2597718"/>
                  </a:lnTo>
                  <a:lnTo>
                    <a:pt x="80308" y="2594294"/>
                  </a:lnTo>
                  <a:lnTo>
                    <a:pt x="93693" y="2590930"/>
                  </a:lnTo>
                  <a:lnTo>
                    <a:pt x="107078" y="2587637"/>
                  </a:lnTo>
                  <a:lnTo>
                    <a:pt x="120463" y="2584421"/>
                  </a:lnTo>
                  <a:lnTo>
                    <a:pt x="133848" y="2581254"/>
                  </a:lnTo>
                  <a:lnTo>
                    <a:pt x="147233" y="2578133"/>
                  </a:lnTo>
                  <a:lnTo>
                    <a:pt x="160617" y="2575072"/>
                  </a:lnTo>
                  <a:lnTo>
                    <a:pt x="174002" y="2572044"/>
                  </a:lnTo>
                  <a:lnTo>
                    <a:pt x="187387" y="2569040"/>
                  </a:lnTo>
                  <a:lnTo>
                    <a:pt x="200772" y="2566057"/>
                  </a:lnTo>
                  <a:lnTo>
                    <a:pt x="214157" y="2563082"/>
                  </a:lnTo>
                  <a:lnTo>
                    <a:pt x="227542" y="2560099"/>
                  </a:lnTo>
                  <a:lnTo>
                    <a:pt x="240926" y="2557103"/>
                  </a:lnTo>
                  <a:lnTo>
                    <a:pt x="254311" y="2554069"/>
                  </a:lnTo>
                  <a:lnTo>
                    <a:pt x="267696" y="2550984"/>
                  </a:lnTo>
                  <a:lnTo>
                    <a:pt x="281081" y="2547846"/>
                  </a:lnTo>
                  <a:lnTo>
                    <a:pt x="294466" y="2544640"/>
                  </a:lnTo>
                  <a:lnTo>
                    <a:pt x="307851" y="2541311"/>
                  </a:lnTo>
                  <a:lnTo>
                    <a:pt x="321235" y="2537884"/>
                  </a:lnTo>
                  <a:lnTo>
                    <a:pt x="334620" y="2534353"/>
                  </a:lnTo>
                  <a:lnTo>
                    <a:pt x="348005" y="2530653"/>
                  </a:lnTo>
                  <a:lnTo>
                    <a:pt x="361390" y="2526782"/>
                  </a:lnTo>
                  <a:lnTo>
                    <a:pt x="374775" y="2522760"/>
                  </a:lnTo>
                  <a:lnTo>
                    <a:pt x="388160" y="2518568"/>
                  </a:lnTo>
                  <a:lnTo>
                    <a:pt x="401544" y="2514096"/>
                  </a:lnTo>
                  <a:lnTo>
                    <a:pt x="414929" y="2509428"/>
                  </a:lnTo>
                  <a:lnTo>
                    <a:pt x="428314" y="2504559"/>
                  </a:lnTo>
                  <a:lnTo>
                    <a:pt x="441699" y="2499400"/>
                  </a:lnTo>
                  <a:lnTo>
                    <a:pt x="455084" y="2493945"/>
                  </a:lnTo>
                  <a:lnTo>
                    <a:pt x="468469" y="2488251"/>
                  </a:lnTo>
                  <a:lnTo>
                    <a:pt x="481853" y="2482311"/>
                  </a:lnTo>
                  <a:lnTo>
                    <a:pt x="495238" y="2475950"/>
                  </a:lnTo>
                  <a:lnTo>
                    <a:pt x="508623" y="2469320"/>
                  </a:lnTo>
                  <a:lnTo>
                    <a:pt x="522008" y="2462420"/>
                  </a:lnTo>
                  <a:lnTo>
                    <a:pt x="535393" y="2455156"/>
                  </a:lnTo>
                  <a:lnTo>
                    <a:pt x="548778" y="2447511"/>
                  </a:lnTo>
                  <a:lnTo>
                    <a:pt x="562162" y="2439579"/>
                  </a:lnTo>
                  <a:lnTo>
                    <a:pt x="575547" y="2431357"/>
                  </a:lnTo>
                  <a:lnTo>
                    <a:pt x="588932" y="2422667"/>
                  </a:lnTo>
                  <a:lnTo>
                    <a:pt x="602317" y="2413672"/>
                  </a:lnTo>
                  <a:lnTo>
                    <a:pt x="615702" y="2404387"/>
                  </a:lnTo>
                  <a:lnTo>
                    <a:pt x="629087" y="2394737"/>
                  </a:lnTo>
                  <a:lnTo>
                    <a:pt x="642471" y="2384690"/>
                  </a:lnTo>
                  <a:lnTo>
                    <a:pt x="655856" y="2374363"/>
                  </a:lnTo>
                  <a:lnTo>
                    <a:pt x="669241" y="2363758"/>
                  </a:lnTo>
                  <a:lnTo>
                    <a:pt x="682626" y="2352732"/>
                  </a:lnTo>
                  <a:lnTo>
                    <a:pt x="696011" y="2341422"/>
                  </a:lnTo>
                  <a:lnTo>
                    <a:pt x="709396" y="2329859"/>
                  </a:lnTo>
                  <a:lnTo>
                    <a:pt x="722780" y="2317998"/>
                  </a:lnTo>
                  <a:lnTo>
                    <a:pt x="736165" y="2305801"/>
                  </a:lnTo>
                  <a:lnTo>
                    <a:pt x="749550" y="2293384"/>
                  </a:lnTo>
                  <a:lnTo>
                    <a:pt x="762935" y="2280751"/>
                  </a:lnTo>
                  <a:lnTo>
                    <a:pt x="776320" y="2267818"/>
                  </a:lnTo>
                  <a:lnTo>
                    <a:pt x="789705" y="2254674"/>
                  </a:lnTo>
                  <a:lnTo>
                    <a:pt x="803089" y="2241357"/>
                  </a:lnTo>
                  <a:lnTo>
                    <a:pt x="816474" y="2227851"/>
                  </a:lnTo>
                  <a:lnTo>
                    <a:pt x="829859" y="2214127"/>
                  </a:lnTo>
                  <a:lnTo>
                    <a:pt x="843244" y="2200273"/>
                  </a:lnTo>
                  <a:lnTo>
                    <a:pt x="856629" y="2186297"/>
                  </a:lnTo>
                  <a:lnTo>
                    <a:pt x="870014" y="2172164"/>
                  </a:lnTo>
                  <a:lnTo>
                    <a:pt x="883398" y="2157923"/>
                  </a:lnTo>
                  <a:lnTo>
                    <a:pt x="896783" y="2143604"/>
                  </a:lnTo>
                  <a:lnTo>
                    <a:pt x="910168" y="2129205"/>
                  </a:lnTo>
                  <a:lnTo>
                    <a:pt x="923553" y="2114721"/>
                  </a:lnTo>
                  <a:lnTo>
                    <a:pt x="936938" y="2100196"/>
                  </a:lnTo>
                  <a:lnTo>
                    <a:pt x="950323" y="2085635"/>
                  </a:lnTo>
                  <a:lnTo>
                    <a:pt x="963707" y="2071039"/>
                  </a:lnTo>
                  <a:lnTo>
                    <a:pt x="977092" y="2056426"/>
                  </a:lnTo>
                  <a:lnTo>
                    <a:pt x="990477" y="2041806"/>
                  </a:lnTo>
                  <a:lnTo>
                    <a:pt x="1003862" y="2027184"/>
                  </a:lnTo>
                  <a:lnTo>
                    <a:pt x="1017247" y="2012571"/>
                  </a:lnTo>
                  <a:lnTo>
                    <a:pt x="1030632" y="1997970"/>
                  </a:lnTo>
                  <a:lnTo>
                    <a:pt x="1044016" y="1983383"/>
                  </a:lnTo>
                  <a:lnTo>
                    <a:pt x="1057401" y="1968817"/>
                  </a:lnTo>
                  <a:lnTo>
                    <a:pt x="1070786" y="1954275"/>
                  </a:lnTo>
                  <a:lnTo>
                    <a:pt x="1084171" y="1939751"/>
                  </a:lnTo>
                  <a:lnTo>
                    <a:pt x="1097556" y="1925245"/>
                  </a:lnTo>
                  <a:lnTo>
                    <a:pt x="1110941" y="1910762"/>
                  </a:lnTo>
                  <a:lnTo>
                    <a:pt x="1124325" y="1896289"/>
                  </a:lnTo>
                  <a:lnTo>
                    <a:pt x="1137710" y="1881822"/>
                  </a:lnTo>
                  <a:lnTo>
                    <a:pt x="1151095" y="1867358"/>
                  </a:lnTo>
                  <a:lnTo>
                    <a:pt x="1164480" y="1852884"/>
                  </a:lnTo>
                  <a:lnTo>
                    <a:pt x="1177865" y="1838394"/>
                  </a:lnTo>
                  <a:lnTo>
                    <a:pt x="1191250" y="1823885"/>
                  </a:lnTo>
                  <a:lnTo>
                    <a:pt x="1204634" y="1809324"/>
                  </a:lnTo>
                  <a:lnTo>
                    <a:pt x="1218019" y="1794714"/>
                  </a:lnTo>
                  <a:lnTo>
                    <a:pt x="1231404" y="1780050"/>
                  </a:lnTo>
                  <a:lnTo>
                    <a:pt x="1244789" y="1765308"/>
                  </a:lnTo>
                  <a:lnTo>
                    <a:pt x="1258174" y="1750453"/>
                  </a:lnTo>
                  <a:lnTo>
                    <a:pt x="1271559" y="1735505"/>
                  </a:lnTo>
                  <a:lnTo>
                    <a:pt x="1284943" y="1720458"/>
                  </a:lnTo>
                  <a:lnTo>
                    <a:pt x="1298328" y="1705232"/>
                  </a:lnTo>
                  <a:lnTo>
                    <a:pt x="1311713" y="1689858"/>
                  </a:lnTo>
                  <a:lnTo>
                    <a:pt x="1325098" y="1674341"/>
                  </a:lnTo>
                  <a:lnTo>
                    <a:pt x="1338483" y="1658644"/>
                  </a:lnTo>
                  <a:lnTo>
                    <a:pt x="1351868" y="1642700"/>
                  </a:lnTo>
                  <a:lnTo>
                    <a:pt x="1365252" y="1626572"/>
                  </a:lnTo>
                  <a:lnTo>
                    <a:pt x="1378637" y="1610256"/>
                  </a:lnTo>
                  <a:lnTo>
                    <a:pt x="1392022" y="1593642"/>
                  </a:lnTo>
                  <a:lnTo>
                    <a:pt x="1405407" y="1576777"/>
                  </a:lnTo>
                  <a:lnTo>
                    <a:pt x="1418792" y="1559692"/>
                  </a:lnTo>
                  <a:lnTo>
                    <a:pt x="1432177" y="1542348"/>
                  </a:lnTo>
                  <a:lnTo>
                    <a:pt x="1445561" y="1524646"/>
                  </a:lnTo>
                  <a:lnTo>
                    <a:pt x="1458946" y="1506701"/>
                  </a:lnTo>
                  <a:lnTo>
                    <a:pt x="1472331" y="1488509"/>
                  </a:lnTo>
                  <a:lnTo>
                    <a:pt x="1485716" y="1469961"/>
                  </a:lnTo>
                  <a:lnTo>
                    <a:pt x="1499101" y="1451105"/>
                  </a:lnTo>
                  <a:lnTo>
                    <a:pt x="1512486" y="1431998"/>
                  </a:lnTo>
                  <a:lnTo>
                    <a:pt x="1525870" y="1412618"/>
                  </a:lnTo>
                  <a:lnTo>
                    <a:pt x="1539255" y="1392848"/>
                  </a:lnTo>
                  <a:lnTo>
                    <a:pt x="1552640" y="1372836"/>
                  </a:lnTo>
                  <a:lnTo>
                    <a:pt x="1566025" y="1352584"/>
                  </a:lnTo>
                  <a:lnTo>
                    <a:pt x="1579410" y="1332011"/>
                  </a:lnTo>
                  <a:lnTo>
                    <a:pt x="1592795" y="1311156"/>
                  </a:lnTo>
                  <a:lnTo>
                    <a:pt x="1606179" y="1290091"/>
                  </a:lnTo>
                  <a:lnTo>
                    <a:pt x="1619564" y="1268813"/>
                  </a:lnTo>
                  <a:lnTo>
                    <a:pt x="1632949" y="1247231"/>
                  </a:lnTo>
                  <a:lnTo>
                    <a:pt x="1646334" y="1225480"/>
                  </a:lnTo>
                  <a:lnTo>
                    <a:pt x="1659719" y="1203569"/>
                  </a:lnTo>
                  <a:lnTo>
                    <a:pt x="1673104" y="1181465"/>
                  </a:lnTo>
                  <a:lnTo>
                    <a:pt x="1686488" y="1159203"/>
                  </a:lnTo>
                  <a:lnTo>
                    <a:pt x="1699873" y="1136838"/>
                  </a:lnTo>
                  <a:lnTo>
                    <a:pt x="1713258" y="1114382"/>
                  </a:lnTo>
                  <a:lnTo>
                    <a:pt x="1726643" y="1091820"/>
                  </a:lnTo>
                  <a:lnTo>
                    <a:pt x="1740028" y="1069222"/>
                  </a:lnTo>
                  <a:lnTo>
                    <a:pt x="1753413" y="1046601"/>
                  </a:lnTo>
                  <a:lnTo>
                    <a:pt x="1766797" y="1023975"/>
                  </a:lnTo>
                  <a:lnTo>
                    <a:pt x="1780182" y="1001386"/>
                  </a:lnTo>
                  <a:lnTo>
                    <a:pt x="1793567" y="978847"/>
                  </a:lnTo>
                  <a:lnTo>
                    <a:pt x="1806952" y="956368"/>
                  </a:lnTo>
                  <a:lnTo>
                    <a:pt x="1820337" y="934031"/>
                  </a:lnTo>
                  <a:lnTo>
                    <a:pt x="1833722" y="911824"/>
                  </a:lnTo>
                  <a:lnTo>
                    <a:pt x="1847106" y="889749"/>
                  </a:lnTo>
                  <a:lnTo>
                    <a:pt x="1860491" y="867858"/>
                  </a:lnTo>
                  <a:lnTo>
                    <a:pt x="1873876" y="846221"/>
                  </a:lnTo>
                  <a:lnTo>
                    <a:pt x="1887261" y="824784"/>
                  </a:lnTo>
                  <a:lnTo>
                    <a:pt x="1900646" y="803555"/>
                  </a:lnTo>
                  <a:lnTo>
                    <a:pt x="1914031" y="782674"/>
                  </a:lnTo>
                  <a:lnTo>
                    <a:pt x="1927415" y="762077"/>
                  </a:lnTo>
                  <a:lnTo>
                    <a:pt x="1940800" y="741741"/>
                  </a:lnTo>
                  <a:lnTo>
                    <a:pt x="1954185" y="721722"/>
                  </a:lnTo>
                  <a:lnTo>
                    <a:pt x="1967570" y="702129"/>
                  </a:lnTo>
                  <a:lnTo>
                    <a:pt x="1980955" y="682835"/>
                  </a:lnTo>
                  <a:lnTo>
                    <a:pt x="1994340" y="663843"/>
                  </a:lnTo>
                  <a:lnTo>
                    <a:pt x="2007724" y="645307"/>
                  </a:lnTo>
                  <a:lnTo>
                    <a:pt x="2021109" y="627148"/>
                  </a:lnTo>
                  <a:lnTo>
                    <a:pt x="2034494" y="609308"/>
                  </a:lnTo>
                  <a:lnTo>
                    <a:pt x="2047879" y="591826"/>
                  </a:lnTo>
                  <a:lnTo>
                    <a:pt x="2061264" y="574837"/>
                  </a:lnTo>
                  <a:lnTo>
                    <a:pt x="2074649" y="558166"/>
                  </a:lnTo>
                  <a:lnTo>
                    <a:pt x="2088033" y="541810"/>
                  </a:lnTo>
                  <a:lnTo>
                    <a:pt x="2101418" y="525894"/>
                  </a:lnTo>
                  <a:lnTo>
                    <a:pt x="2114803" y="510350"/>
                  </a:lnTo>
                  <a:lnTo>
                    <a:pt x="2128188" y="495100"/>
                  </a:lnTo>
                  <a:lnTo>
                    <a:pt x="2141573" y="480156"/>
                  </a:lnTo>
                  <a:lnTo>
                    <a:pt x="2154958" y="465645"/>
                  </a:lnTo>
                  <a:lnTo>
                    <a:pt x="2168342" y="451391"/>
                  </a:lnTo>
                  <a:lnTo>
                    <a:pt x="2181727" y="437388"/>
                  </a:lnTo>
                  <a:lnTo>
                    <a:pt x="2195112" y="423706"/>
                  </a:lnTo>
                  <a:lnTo>
                    <a:pt x="2208497" y="410302"/>
                  </a:lnTo>
                  <a:lnTo>
                    <a:pt x="2221882" y="397101"/>
                  </a:lnTo>
                  <a:lnTo>
                    <a:pt x="2235267" y="384096"/>
                  </a:lnTo>
                  <a:lnTo>
                    <a:pt x="2248651" y="371373"/>
                  </a:lnTo>
                  <a:lnTo>
                    <a:pt x="2262036" y="358802"/>
                  </a:lnTo>
                  <a:lnTo>
                    <a:pt x="2275421" y="346374"/>
                  </a:lnTo>
                  <a:lnTo>
                    <a:pt x="2288806" y="334115"/>
                  </a:lnTo>
                  <a:lnTo>
                    <a:pt x="2302191" y="322004"/>
                  </a:lnTo>
                  <a:lnTo>
                    <a:pt x="2315576" y="309990"/>
                  </a:lnTo>
                  <a:lnTo>
                    <a:pt x="2328960" y="298067"/>
                  </a:lnTo>
                  <a:lnTo>
                    <a:pt x="2342345" y="286266"/>
                  </a:lnTo>
                  <a:lnTo>
                    <a:pt x="2355730" y="274530"/>
                  </a:lnTo>
                  <a:lnTo>
                    <a:pt x="2369115" y="262853"/>
                  </a:lnTo>
                  <a:lnTo>
                    <a:pt x="2382500" y="251242"/>
                  </a:lnTo>
                  <a:lnTo>
                    <a:pt x="2395885" y="239697"/>
                  </a:lnTo>
                  <a:lnTo>
                    <a:pt x="2409269" y="228196"/>
                  </a:lnTo>
                  <a:lnTo>
                    <a:pt x="2422654" y="216741"/>
                  </a:lnTo>
                  <a:lnTo>
                    <a:pt x="2436039" y="205358"/>
                  </a:lnTo>
                  <a:lnTo>
                    <a:pt x="2449424" y="194034"/>
                  </a:lnTo>
                  <a:lnTo>
                    <a:pt x="2462809" y="182768"/>
                  </a:lnTo>
                  <a:lnTo>
                    <a:pt x="2476194" y="171581"/>
                  </a:lnTo>
                  <a:lnTo>
                    <a:pt x="2489578" y="160513"/>
                  </a:lnTo>
                  <a:lnTo>
                    <a:pt x="2502963" y="149542"/>
                  </a:lnTo>
                  <a:lnTo>
                    <a:pt x="2516348" y="138679"/>
                  </a:lnTo>
                  <a:lnTo>
                    <a:pt x="2529733" y="128008"/>
                  </a:lnTo>
                  <a:lnTo>
                    <a:pt x="2543118" y="117521"/>
                  </a:lnTo>
                  <a:lnTo>
                    <a:pt x="2556503" y="107210"/>
                  </a:lnTo>
                  <a:lnTo>
                    <a:pt x="2569887" y="97122"/>
                  </a:lnTo>
                  <a:lnTo>
                    <a:pt x="2583272" y="87382"/>
                  </a:lnTo>
                  <a:lnTo>
                    <a:pt x="2596657" y="77912"/>
                  </a:lnTo>
                  <a:lnTo>
                    <a:pt x="2610042" y="68724"/>
                  </a:lnTo>
                  <a:lnTo>
                    <a:pt x="2623427" y="60001"/>
                  </a:lnTo>
                  <a:lnTo>
                    <a:pt x="2636812" y="51718"/>
                  </a:lnTo>
                  <a:lnTo>
                    <a:pt x="2650196" y="43829"/>
                  </a:lnTo>
                  <a:lnTo>
                    <a:pt x="2663581" y="36398"/>
                  </a:lnTo>
                  <a:lnTo>
                    <a:pt x="2676966" y="29691"/>
                  </a:lnTo>
                  <a:lnTo>
                    <a:pt x="2690351" y="23496"/>
                  </a:lnTo>
                  <a:lnTo>
                    <a:pt x="2703736" y="17831"/>
                  </a:lnTo>
                  <a:lnTo>
                    <a:pt x="2717121" y="12958"/>
                  </a:lnTo>
                  <a:lnTo>
                    <a:pt x="2730505" y="8857"/>
                  </a:lnTo>
                  <a:lnTo>
                    <a:pt x="2743890" y="5401"/>
                  </a:lnTo>
                  <a:lnTo>
                    <a:pt x="2757275" y="2637"/>
                  </a:lnTo>
                  <a:lnTo>
                    <a:pt x="2770660" y="1008"/>
                  </a:lnTo>
                  <a:lnTo>
                    <a:pt x="2784045" y="124"/>
                  </a:lnTo>
                  <a:lnTo>
                    <a:pt x="2797430" y="0"/>
                  </a:lnTo>
                  <a:lnTo>
                    <a:pt x="2810814" y="927"/>
                  </a:lnTo>
                  <a:lnTo>
                    <a:pt x="2824199" y="2920"/>
                  </a:lnTo>
                  <a:lnTo>
                    <a:pt x="2837584" y="5745"/>
                  </a:lnTo>
                  <a:lnTo>
                    <a:pt x="2850969" y="9412"/>
                  </a:lnTo>
                  <a:lnTo>
                    <a:pt x="2864354" y="14493"/>
                  </a:lnTo>
                  <a:lnTo>
                    <a:pt x="2877739" y="20455"/>
                  </a:lnTo>
                  <a:lnTo>
                    <a:pt x="2891123" y="27295"/>
                  </a:lnTo>
                  <a:lnTo>
                    <a:pt x="2904508" y="35272"/>
                  </a:lnTo>
                  <a:lnTo>
                    <a:pt x="2917893" y="44448"/>
                  </a:lnTo>
                  <a:lnTo>
                    <a:pt x="2931278" y="54500"/>
                  </a:lnTo>
                  <a:lnTo>
                    <a:pt x="2944663" y="65426"/>
                  </a:lnTo>
                  <a:lnTo>
                    <a:pt x="2958048" y="77717"/>
                  </a:lnTo>
                  <a:lnTo>
                    <a:pt x="2971432" y="90896"/>
                  </a:lnTo>
                  <a:lnTo>
                    <a:pt x="2984817" y="104902"/>
                  </a:lnTo>
                  <a:lnTo>
                    <a:pt x="2998202" y="119909"/>
                  </a:lnTo>
                  <a:lnTo>
                    <a:pt x="3011587" y="136007"/>
                  </a:lnTo>
                  <a:lnTo>
                    <a:pt x="3024972" y="152846"/>
                  </a:lnTo>
                  <a:lnTo>
                    <a:pt x="3038357" y="170412"/>
                  </a:lnTo>
                  <a:lnTo>
                    <a:pt x="3051741" y="189026"/>
                  </a:lnTo>
                  <a:lnTo>
                    <a:pt x="3065126" y="208342"/>
                  </a:lnTo>
                  <a:lnTo>
                    <a:pt x="3078511" y="228259"/>
                  </a:lnTo>
                  <a:lnTo>
                    <a:pt x="3091896" y="248854"/>
                  </a:lnTo>
                  <a:lnTo>
                    <a:pt x="3105281" y="270193"/>
                  </a:lnTo>
                  <a:lnTo>
                    <a:pt x="3118666" y="291987"/>
                  </a:lnTo>
                  <a:lnTo>
                    <a:pt x="3132050" y="314211"/>
                  </a:lnTo>
                  <a:lnTo>
                    <a:pt x="3145435" y="336989"/>
                  </a:lnTo>
                  <a:lnTo>
                    <a:pt x="3158820" y="360121"/>
                  </a:lnTo>
                  <a:lnTo>
                    <a:pt x="3172205" y="383518"/>
                  </a:lnTo>
                  <a:lnTo>
                    <a:pt x="3185590" y="407177"/>
                  </a:lnTo>
                  <a:lnTo>
                    <a:pt x="3198975" y="431077"/>
                  </a:lnTo>
                  <a:lnTo>
                    <a:pt x="3212359" y="455075"/>
                  </a:lnTo>
                  <a:lnTo>
                    <a:pt x="3225744" y="479144"/>
                  </a:lnTo>
                  <a:lnTo>
                    <a:pt x="3239129" y="503239"/>
                  </a:lnTo>
                  <a:lnTo>
                    <a:pt x="3252514" y="527274"/>
                  </a:lnTo>
                  <a:lnTo>
                    <a:pt x="3265899" y="551221"/>
                  </a:lnTo>
                  <a:lnTo>
                    <a:pt x="3279284" y="575045"/>
                  </a:lnTo>
                  <a:lnTo>
                    <a:pt x="3292668" y="598592"/>
                  </a:lnTo>
                  <a:lnTo>
                    <a:pt x="3306053" y="621912"/>
                  </a:lnTo>
                  <a:lnTo>
                    <a:pt x="3319438" y="644986"/>
                  </a:lnTo>
                  <a:lnTo>
                    <a:pt x="3332823" y="667668"/>
                  </a:lnTo>
                  <a:lnTo>
                    <a:pt x="3346208" y="689929"/>
                  </a:lnTo>
                  <a:lnTo>
                    <a:pt x="3359593" y="711834"/>
                  </a:lnTo>
                  <a:lnTo>
                    <a:pt x="3372977" y="733358"/>
                  </a:lnTo>
                  <a:lnTo>
                    <a:pt x="3386362" y="754222"/>
                  </a:lnTo>
                  <a:lnTo>
                    <a:pt x="3399747" y="774652"/>
                  </a:lnTo>
                  <a:lnTo>
                    <a:pt x="3413132" y="794641"/>
                  </a:lnTo>
                  <a:lnTo>
                    <a:pt x="3426517" y="814024"/>
                  </a:lnTo>
                  <a:lnTo>
                    <a:pt x="3439902" y="832781"/>
                  </a:lnTo>
                  <a:lnTo>
                    <a:pt x="3453286" y="851059"/>
                  </a:lnTo>
                  <a:lnTo>
                    <a:pt x="3466671" y="868854"/>
                  </a:lnTo>
                  <a:lnTo>
                    <a:pt x="3480056" y="885861"/>
                  </a:lnTo>
                  <a:lnTo>
                    <a:pt x="3493441" y="902372"/>
                  </a:lnTo>
                  <a:lnTo>
                    <a:pt x="3506826" y="918402"/>
                  </a:lnTo>
                  <a:lnTo>
                    <a:pt x="3520211" y="933827"/>
                  </a:lnTo>
                  <a:lnTo>
                    <a:pt x="3533595" y="948614"/>
                  </a:lnTo>
                  <a:lnTo>
                    <a:pt x="3546980" y="962951"/>
                  </a:lnTo>
                  <a:lnTo>
                    <a:pt x="3560365" y="976843"/>
                  </a:lnTo>
                  <a:lnTo>
                    <a:pt x="3573750" y="990068"/>
                  </a:lnTo>
                  <a:lnTo>
                    <a:pt x="3587135" y="1002861"/>
                  </a:lnTo>
                  <a:lnTo>
                    <a:pt x="3600520" y="1015265"/>
                  </a:lnTo>
                  <a:lnTo>
                    <a:pt x="3613904" y="1027215"/>
                  </a:lnTo>
                  <a:lnTo>
                    <a:pt x="3627289" y="1038672"/>
                  </a:lnTo>
                  <a:lnTo>
                    <a:pt x="3640674" y="1049810"/>
                  </a:lnTo>
                  <a:lnTo>
                    <a:pt x="3654059" y="1060639"/>
                  </a:lnTo>
                  <a:lnTo>
                    <a:pt x="3667444" y="1071040"/>
                  </a:lnTo>
                  <a:lnTo>
                    <a:pt x="3680829" y="1081159"/>
                  </a:lnTo>
                  <a:lnTo>
                    <a:pt x="3694213" y="1091043"/>
                  </a:lnTo>
                  <a:lnTo>
                    <a:pt x="3707598" y="1100673"/>
                  </a:lnTo>
                  <a:lnTo>
                    <a:pt x="3720983" y="1110024"/>
                  </a:lnTo>
                  <a:lnTo>
                    <a:pt x="3734368" y="1119212"/>
                  </a:lnTo>
                  <a:lnTo>
                    <a:pt x="3747753" y="1128247"/>
                  </a:lnTo>
                  <a:lnTo>
                    <a:pt x="3761138" y="1137090"/>
                  </a:lnTo>
                  <a:lnTo>
                    <a:pt x="3774522" y="1145808"/>
                  </a:lnTo>
                  <a:lnTo>
                    <a:pt x="3787907" y="1154432"/>
                  </a:lnTo>
                  <a:lnTo>
                    <a:pt x="3801292" y="1162965"/>
                  </a:lnTo>
                  <a:lnTo>
                    <a:pt x="3814677" y="1171402"/>
                  </a:lnTo>
                  <a:lnTo>
                    <a:pt x="3828062" y="1179793"/>
                  </a:lnTo>
                  <a:lnTo>
                    <a:pt x="3841447" y="1188144"/>
                  </a:lnTo>
                  <a:lnTo>
                    <a:pt x="3854831" y="1196453"/>
                  </a:lnTo>
                  <a:lnTo>
                    <a:pt x="3868216" y="1204741"/>
                  </a:lnTo>
                  <a:lnTo>
                    <a:pt x="3881601" y="1213019"/>
                  </a:lnTo>
                  <a:lnTo>
                    <a:pt x="3894986" y="1221289"/>
                  </a:lnTo>
                  <a:lnTo>
                    <a:pt x="3908371" y="1229560"/>
                  </a:lnTo>
                  <a:lnTo>
                    <a:pt x="3921756" y="1237836"/>
                  </a:lnTo>
                  <a:lnTo>
                    <a:pt x="3935140" y="1246119"/>
                  </a:lnTo>
                  <a:lnTo>
                    <a:pt x="3948525" y="1254414"/>
                  </a:lnTo>
                  <a:lnTo>
                    <a:pt x="3961910" y="1262722"/>
                  </a:lnTo>
                  <a:lnTo>
                    <a:pt x="3975295" y="1271042"/>
                  </a:lnTo>
                  <a:lnTo>
                    <a:pt x="3988680" y="1279372"/>
                  </a:lnTo>
                  <a:lnTo>
                    <a:pt x="4002065" y="1287719"/>
                  </a:lnTo>
                  <a:lnTo>
                    <a:pt x="4015449" y="1296076"/>
                  </a:lnTo>
                  <a:lnTo>
                    <a:pt x="4028834" y="1304441"/>
                  </a:lnTo>
                  <a:lnTo>
                    <a:pt x="4042219" y="1312817"/>
                  </a:lnTo>
                  <a:lnTo>
                    <a:pt x="4055604" y="1321201"/>
                  </a:lnTo>
                  <a:lnTo>
                    <a:pt x="4068989" y="1329591"/>
                  </a:lnTo>
                  <a:lnTo>
                    <a:pt x="4082374" y="1337986"/>
                  </a:lnTo>
                  <a:lnTo>
                    <a:pt x="4095758" y="1346391"/>
                  </a:lnTo>
                  <a:lnTo>
                    <a:pt x="4109143" y="1354803"/>
                  </a:lnTo>
                  <a:lnTo>
                    <a:pt x="4122528" y="1363222"/>
                  </a:lnTo>
                  <a:lnTo>
                    <a:pt x="4135913" y="1371652"/>
                  </a:lnTo>
                  <a:lnTo>
                    <a:pt x="4149298" y="1380098"/>
                  </a:lnTo>
                  <a:lnTo>
                    <a:pt x="4162683" y="1388561"/>
                  </a:lnTo>
                  <a:lnTo>
                    <a:pt x="4176067" y="1397042"/>
                  </a:lnTo>
                  <a:lnTo>
                    <a:pt x="4189452" y="1405560"/>
                  </a:lnTo>
                  <a:lnTo>
                    <a:pt x="4202837" y="1414113"/>
                  </a:lnTo>
                  <a:lnTo>
                    <a:pt x="4216222" y="1422702"/>
                  </a:lnTo>
                  <a:lnTo>
                    <a:pt x="4229607" y="1431341"/>
                  </a:lnTo>
                  <a:lnTo>
                    <a:pt x="4242992" y="1440057"/>
                  </a:lnTo>
                  <a:lnTo>
                    <a:pt x="4256376" y="1448836"/>
                  </a:lnTo>
                  <a:lnTo>
                    <a:pt x="4269761" y="1457682"/>
                  </a:lnTo>
                  <a:lnTo>
                    <a:pt x="4283146" y="1466647"/>
                  </a:lnTo>
                  <a:lnTo>
                    <a:pt x="4296531" y="1475719"/>
                  </a:lnTo>
                  <a:lnTo>
                    <a:pt x="4309916" y="1484891"/>
                  </a:lnTo>
                  <a:lnTo>
                    <a:pt x="4323301" y="1494189"/>
                  </a:lnTo>
                  <a:lnTo>
                    <a:pt x="4336685" y="1503672"/>
                  </a:lnTo>
                  <a:lnTo>
                    <a:pt x="4350070" y="1513292"/>
                  </a:lnTo>
                  <a:lnTo>
                    <a:pt x="4363455" y="1523055"/>
                  </a:lnTo>
                  <a:lnTo>
                    <a:pt x="4376840" y="1533041"/>
                  </a:lnTo>
                  <a:lnTo>
                    <a:pt x="4390225" y="1543231"/>
                  </a:lnTo>
                  <a:lnTo>
                    <a:pt x="4403610" y="1553598"/>
                  </a:lnTo>
                  <a:lnTo>
                    <a:pt x="4416994" y="1564165"/>
                  </a:lnTo>
                  <a:lnTo>
                    <a:pt x="4430379" y="1575037"/>
                  </a:lnTo>
                  <a:lnTo>
                    <a:pt x="4443764" y="1586114"/>
                  </a:lnTo>
                  <a:lnTo>
                    <a:pt x="4457149" y="1597400"/>
                  </a:lnTo>
                  <a:lnTo>
                    <a:pt x="4470534" y="1608988"/>
                  </a:lnTo>
                  <a:lnTo>
                    <a:pt x="4483919" y="1620856"/>
                  </a:lnTo>
                  <a:lnTo>
                    <a:pt x="4497303" y="1632952"/>
                  </a:lnTo>
                  <a:lnTo>
                    <a:pt x="4510688" y="1645286"/>
                  </a:lnTo>
                  <a:lnTo>
                    <a:pt x="4524073" y="1657993"/>
                  </a:lnTo>
                  <a:lnTo>
                    <a:pt x="4537458" y="1670933"/>
                  </a:lnTo>
                  <a:lnTo>
                    <a:pt x="4550843" y="1684105"/>
                  </a:lnTo>
                  <a:lnTo>
                    <a:pt x="4564228" y="1697586"/>
                  </a:lnTo>
                  <a:lnTo>
                    <a:pt x="4577612" y="1711364"/>
                  </a:lnTo>
                  <a:lnTo>
                    <a:pt x="4590997" y="1725363"/>
                  </a:lnTo>
                  <a:lnTo>
                    <a:pt x="4604382" y="1739582"/>
                  </a:lnTo>
                  <a:lnTo>
                    <a:pt x="4617767" y="1754146"/>
                  </a:lnTo>
                  <a:lnTo>
                    <a:pt x="4631152" y="1768911"/>
                  </a:lnTo>
                  <a:lnTo>
                    <a:pt x="4644537" y="1783869"/>
                  </a:lnTo>
                  <a:lnTo>
                    <a:pt x="4657921" y="1799066"/>
                  </a:lnTo>
                  <a:lnTo>
                    <a:pt x="4671306" y="1814493"/>
                  </a:lnTo>
                  <a:lnTo>
                    <a:pt x="4684691" y="1830076"/>
                  </a:lnTo>
                  <a:lnTo>
                    <a:pt x="4698076" y="1845809"/>
                  </a:lnTo>
                  <a:lnTo>
                    <a:pt x="4711461" y="1861751"/>
                  </a:lnTo>
                  <a:lnTo>
                    <a:pt x="4724846" y="1877812"/>
                  </a:lnTo>
                  <a:lnTo>
                    <a:pt x="4738230" y="1893976"/>
                  </a:lnTo>
                  <a:lnTo>
                    <a:pt x="4751615" y="1910250"/>
                  </a:lnTo>
                  <a:lnTo>
                    <a:pt x="4765000" y="1926619"/>
                  </a:lnTo>
                  <a:lnTo>
                    <a:pt x="4778385" y="1943038"/>
                  </a:lnTo>
                  <a:lnTo>
                    <a:pt x="4791770" y="1959498"/>
                  </a:lnTo>
                  <a:lnTo>
                    <a:pt x="4805155" y="1975989"/>
                  </a:lnTo>
                  <a:lnTo>
                    <a:pt x="4818539" y="1992478"/>
                  </a:lnTo>
                  <a:lnTo>
                    <a:pt x="4831924" y="2008954"/>
                  </a:lnTo>
                  <a:lnTo>
                    <a:pt x="4845309" y="2025399"/>
                  </a:lnTo>
                  <a:lnTo>
                    <a:pt x="4858694" y="2041773"/>
                  </a:lnTo>
                  <a:lnTo>
                    <a:pt x="4872079" y="2058082"/>
                  </a:lnTo>
                  <a:lnTo>
                    <a:pt x="4885464" y="2074317"/>
                  </a:lnTo>
                  <a:lnTo>
                    <a:pt x="4898848" y="2090418"/>
                  </a:lnTo>
                  <a:lnTo>
                    <a:pt x="4912233" y="2106389"/>
                  </a:lnTo>
                  <a:lnTo>
                    <a:pt x="4925618" y="2122241"/>
                  </a:lnTo>
                  <a:lnTo>
                    <a:pt x="4939003" y="2137948"/>
                  </a:lnTo>
                  <a:lnTo>
                    <a:pt x="4952388" y="2153433"/>
                  </a:lnTo>
                  <a:lnTo>
                    <a:pt x="4965773" y="2168759"/>
                  </a:lnTo>
                  <a:lnTo>
                    <a:pt x="4979157" y="2183921"/>
                  </a:lnTo>
                  <a:lnTo>
                    <a:pt x="4992542" y="2198833"/>
                  </a:lnTo>
                  <a:lnTo>
                    <a:pt x="5005927" y="2213518"/>
                  </a:lnTo>
                  <a:lnTo>
                    <a:pt x="5019312" y="2228009"/>
                  </a:lnTo>
                  <a:lnTo>
                    <a:pt x="5032697" y="2242288"/>
                  </a:lnTo>
                  <a:lnTo>
                    <a:pt x="5046082" y="2256243"/>
                  </a:lnTo>
                  <a:lnTo>
                    <a:pt x="5059466" y="2269985"/>
                  </a:lnTo>
                  <a:lnTo>
                    <a:pt x="5072851" y="2283512"/>
                  </a:lnTo>
                  <a:lnTo>
                    <a:pt x="5086236" y="2296738"/>
                  </a:lnTo>
                  <a:lnTo>
                    <a:pt x="5099621" y="2309681"/>
                  </a:lnTo>
                  <a:lnTo>
                    <a:pt x="5113006" y="2322398"/>
                  </a:lnTo>
                  <a:lnTo>
                    <a:pt x="5126391" y="2334884"/>
                  </a:lnTo>
                  <a:lnTo>
                    <a:pt x="5139775" y="2347002"/>
                  </a:lnTo>
                  <a:lnTo>
                    <a:pt x="5153160" y="2358892"/>
                  </a:lnTo>
                  <a:lnTo>
                    <a:pt x="5166545" y="2370555"/>
                  </a:lnTo>
                  <a:lnTo>
                    <a:pt x="5179930" y="2381919"/>
                  </a:lnTo>
                  <a:lnTo>
                    <a:pt x="5193315" y="2392985"/>
                  </a:lnTo>
                  <a:lnTo>
                    <a:pt x="5206700" y="2403828"/>
                  </a:lnTo>
                  <a:lnTo>
                    <a:pt x="5220084" y="2414449"/>
                  </a:lnTo>
                  <a:lnTo>
                    <a:pt x="5233469" y="2424716"/>
                  </a:lnTo>
                  <a:lnTo>
                    <a:pt x="5246854" y="2434762"/>
                  </a:lnTo>
                  <a:lnTo>
                    <a:pt x="5260239" y="2444595"/>
                  </a:lnTo>
                  <a:lnTo>
                    <a:pt x="5273624" y="2454161"/>
                  </a:lnTo>
                  <a:lnTo>
                    <a:pt x="5287009" y="2463444"/>
                  </a:lnTo>
                  <a:lnTo>
                    <a:pt x="5300393" y="2472524"/>
                  </a:lnTo>
                  <a:lnTo>
                    <a:pt x="5313778" y="2481404"/>
                  </a:lnTo>
                  <a:lnTo>
                    <a:pt x="5327163" y="2489977"/>
                  </a:lnTo>
                  <a:lnTo>
                    <a:pt x="5340548" y="2498344"/>
                  </a:lnTo>
                  <a:lnTo>
                    <a:pt x="5353933" y="2506524"/>
                  </a:lnTo>
                  <a:lnTo>
                    <a:pt x="5367318" y="2514477"/>
                  </a:lnTo>
                  <a:lnTo>
                    <a:pt x="5380702" y="2522173"/>
                  </a:lnTo>
                  <a:lnTo>
                    <a:pt x="5394087" y="2529692"/>
                  </a:lnTo>
                  <a:lnTo>
                    <a:pt x="5407472" y="2537037"/>
                  </a:lnTo>
                  <a:lnTo>
                    <a:pt x="5420857" y="2544124"/>
                  </a:lnTo>
                  <a:lnTo>
                    <a:pt x="5434242" y="2551023"/>
                  </a:lnTo>
                  <a:lnTo>
                    <a:pt x="5447627" y="2557759"/>
                  </a:lnTo>
                  <a:lnTo>
                    <a:pt x="5461011" y="2564308"/>
                  </a:lnTo>
                  <a:lnTo>
                    <a:pt x="5474396" y="2570624"/>
                  </a:lnTo>
                  <a:lnTo>
                    <a:pt x="5487781" y="2576787"/>
                  </a:lnTo>
                  <a:lnTo>
                    <a:pt x="5501166" y="2582798"/>
                  </a:lnTo>
                  <a:lnTo>
                    <a:pt x="5514551" y="2588593"/>
                  </a:lnTo>
                  <a:lnTo>
                    <a:pt x="5527936" y="2594216"/>
                  </a:lnTo>
                  <a:lnTo>
                    <a:pt x="5541320" y="2599696"/>
                  </a:lnTo>
                  <a:lnTo>
                    <a:pt x="5554705" y="2605021"/>
                  </a:lnTo>
                  <a:lnTo>
                    <a:pt x="5568090" y="2610134"/>
                  </a:lnTo>
                  <a:lnTo>
                    <a:pt x="5581475" y="2615114"/>
                  </a:lnTo>
                  <a:lnTo>
                    <a:pt x="5594860" y="2619962"/>
                  </a:lnTo>
                  <a:lnTo>
                    <a:pt x="5608245" y="2624626"/>
                  </a:lnTo>
                  <a:lnTo>
                    <a:pt x="5621629" y="2629133"/>
                  </a:lnTo>
                  <a:lnTo>
                    <a:pt x="5635014" y="2633516"/>
                  </a:lnTo>
                  <a:lnTo>
                    <a:pt x="5648399" y="2637768"/>
                  </a:lnTo>
                  <a:lnTo>
                    <a:pt x="5661784" y="2641830"/>
                  </a:lnTo>
                  <a:lnTo>
                    <a:pt x="5675169" y="2645776"/>
                  </a:lnTo>
                  <a:lnTo>
                    <a:pt x="5688554" y="2649607"/>
                  </a:lnTo>
                  <a:lnTo>
                    <a:pt x="5701938" y="2653284"/>
                  </a:lnTo>
                  <a:lnTo>
                    <a:pt x="5715323" y="2656821"/>
                  </a:lnTo>
                  <a:lnTo>
                    <a:pt x="5728708" y="2660250"/>
                  </a:lnTo>
                  <a:lnTo>
                    <a:pt x="5742093" y="2663573"/>
                  </a:lnTo>
                  <a:lnTo>
                    <a:pt x="5755478" y="2666729"/>
                  </a:lnTo>
                  <a:lnTo>
                    <a:pt x="5768863" y="2669785"/>
                  </a:lnTo>
                  <a:lnTo>
                    <a:pt x="5782247" y="2672745"/>
                  </a:lnTo>
                  <a:lnTo>
                    <a:pt x="5795632" y="2675580"/>
                  </a:lnTo>
                  <a:lnTo>
                    <a:pt x="5809017" y="2678293"/>
                  </a:lnTo>
                  <a:lnTo>
                    <a:pt x="5822402" y="2680917"/>
                  </a:lnTo>
                  <a:lnTo>
                    <a:pt x="5835787" y="2683454"/>
                  </a:lnTo>
                  <a:lnTo>
                    <a:pt x="5849172" y="2685855"/>
                  </a:lnTo>
                  <a:lnTo>
                    <a:pt x="5862556" y="2688173"/>
                  </a:lnTo>
                  <a:lnTo>
                    <a:pt x="5875941" y="2690411"/>
                  </a:lnTo>
                  <a:lnTo>
                    <a:pt x="5889326" y="2692553"/>
                  </a:lnTo>
                  <a:lnTo>
                    <a:pt x="5902711" y="2694592"/>
                  </a:lnTo>
                  <a:lnTo>
                    <a:pt x="5916096" y="2696561"/>
                  </a:lnTo>
                  <a:lnTo>
                    <a:pt x="5929481" y="2698459"/>
                  </a:lnTo>
                  <a:lnTo>
                    <a:pt x="5942865" y="2700253"/>
                  </a:lnTo>
                  <a:lnTo>
                    <a:pt x="5956250" y="2701978"/>
                  </a:lnTo>
                  <a:lnTo>
                    <a:pt x="5969635" y="2703640"/>
                  </a:lnTo>
                  <a:lnTo>
                    <a:pt x="5983020" y="2705229"/>
                  </a:lnTo>
                  <a:lnTo>
                    <a:pt x="5996405" y="2706734"/>
                  </a:lnTo>
                  <a:lnTo>
                    <a:pt x="6009790" y="2708184"/>
                  </a:lnTo>
                  <a:lnTo>
                    <a:pt x="6023174" y="2709579"/>
                  </a:lnTo>
                  <a:lnTo>
                    <a:pt x="6036559" y="2710895"/>
                  </a:lnTo>
                  <a:lnTo>
                    <a:pt x="6049944" y="2712154"/>
                  </a:lnTo>
                  <a:lnTo>
                    <a:pt x="6063329" y="2713364"/>
                  </a:lnTo>
                  <a:lnTo>
                    <a:pt x="6076714" y="2714520"/>
                  </a:lnTo>
                  <a:lnTo>
                    <a:pt x="6090099" y="2715607"/>
                  </a:lnTo>
                  <a:lnTo>
                    <a:pt x="6103483" y="2716652"/>
                  </a:lnTo>
                  <a:lnTo>
                    <a:pt x="6116868" y="2717654"/>
                  </a:lnTo>
                  <a:lnTo>
                    <a:pt x="6130253" y="2718596"/>
                  </a:lnTo>
                  <a:lnTo>
                    <a:pt x="6143638" y="2719492"/>
                  </a:lnTo>
                  <a:lnTo>
                    <a:pt x="6157023" y="2720351"/>
                  </a:lnTo>
                  <a:lnTo>
                    <a:pt x="6170408" y="2721170"/>
                  </a:lnTo>
                  <a:lnTo>
                    <a:pt x="6183792" y="2721934"/>
                  </a:lnTo>
                  <a:lnTo>
                    <a:pt x="6197177" y="2722666"/>
                  </a:lnTo>
                  <a:lnTo>
                    <a:pt x="6210562" y="2723367"/>
                  </a:lnTo>
                  <a:lnTo>
                    <a:pt x="6223947" y="2724025"/>
                  </a:lnTo>
                  <a:lnTo>
                    <a:pt x="6237332" y="2724648"/>
                  </a:lnTo>
                  <a:lnTo>
                    <a:pt x="6250717" y="2725244"/>
                  </a:lnTo>
                  <a:lnTo>
                    <a:pt x="6264101" y="2725813"/>
                  </a:lnTo>
                  <a:lnTo>
                    <a:pt x="6277486" y="2726345"/>
                  </a:lnTo>
                  <a:lnTo>
                    <a:pt x="6290871" y="2726856"/>
                  </a:lnTo>
                  <a:lnTo>
                    <a:pt x="6304256" y="2727346"/>
                  </a:lnTo>
                  <a:lnTo>
                    <a:pt x="6317641" y="2727812"/>
                  </a:lnTo>
                  <a:lnTo>
                    <a:pt x="6331026" y="2728257"/>
                  </a:lnTo>
                  <a:lnTo>
                    <a:pt x="6344410" y="2728688"/>
                  </a:lnTo>
                  <a:lnTo>
                    <a:pt x="6357795" y="2729106"/>
                  </a:lnTo>
                  <a:lnTo>
                    <a:pt x="6371180" y="2729507"/>
                  </a:lnTo>
                  <a:lnTo>
                    <a:pt x="6384565" y="2729901"/>
                  </a:lnTo>
                  <a:lnTo>
                    <a:pt x="6397950" y="2730288"/>
                  </a:lnTo>
                  <a:lnTo>
                    <a:pt x="6411335" y="2730669"/>
                  </a:lnTo>
                  <a:lnTo>
                    <a:pt x="6424719" y="2731048"/>
                  </a:lnTo>
                  <a:lnTo>
                    <a:pt x="6438104" y="2731427"/>
                  </a:lnTo>
                  <a:lnTo>
                    <a:pt x="6451489" y="2731807"/>
                  </a:lnTo>
                  <a:lnTo>
                    <a:pt x="6464874" y="2732194"/>
                  </a:lnTo>
                  <a:lnTo>
                    <a:pt x="6478259" y="2732587"/>
                  </a:lnTo>
                  <a:lnTo>
                    <a:pt x="6491644" y="2732988"/>
                  </a:lnTo>
                  <a:lnTo>
                    <a:pt x="6505028" y="2733400"/>
                  </a:lnTo>
                  <a:lnTo>
                    <a:pt x="6518413" y="2733828"/>
                  </a:lnTo>
                  <a:lnTo>
                    <a:pt x="6531798" y="2734270"/>
                  </a:lnTo>
                  <a:lnTo>
                    <a:pt x="6545183" y="2734725"/>
                  </a:lnTo>
                  <a:lnTo>
                    <a:pt x="6558568" y="2735204"/>
                  </a:lnTo>
                  <a:lnTo>
                    <a:pt x="6571953" y="2735702"/>
                  </a:lnTo>
                  <a:lnTo>
                    <a:pt x="6585337" y="2736218"/>
                  </a:lnTo>
                  <a:lnTo>
                    <a:pt x="6598722" y="2736756"/>
                  </a:lnTo>
                  <a:lnTo>
                    <a:pt x="6612107" y="2737323"/>
                  </a:lnTo>
                  <a:lnTo>
                    <a:pt x="6625492" y="2737910"/>
                  </a:lnTo>
                  <a:lnTo>
                    <a:pt x="6638877" y="2738518"/>
                  </a:lnTo>
                  <a:lnTo>
                    <a:pt x="6652262" y="2739156"/>
                  </a:lnTo>
                  <a:lnTo>
                    <a:pt x="6665646" y="2739819"/>
                  </a:lnTo>
                  <a:lnTo>
                    <a:pt x="6679031" y="2740503"/>
                  </a:lnTo>
                  <a:lnTo>
                    <a:pt x="6692416" y="2741210"/>
                  </a:lnTo>
                  <a:lnTo>
                    <a:pt x="6705801" y="2741948"/>
                  </a:lnTo>
                  <a:lnTo>
                    <a:pt x="6719186" y="2742705"/>
                  </a:lnTo>
                  <a:lnTo>
                    <a:pt x="6732571" y="2743481"/>
                  </a:lnTo>
                  <a:lnTo>
                    <a:pt x="6745955" y="2744283"/>
                  </a:lnTo>
                  <a:lnTo>
                    <a:pt x="6759340" y="2745104"/>
                  </a:lnTo>
                  <a:lnTo>
                    <a:pt x="6772725" y="2745942"/>
                  </a:lnTo>
                  <a:lnTo>
                    <a:pt x="6786110" y="2746795"/>
                  </a:lnTo>
                  <a:lnTo>
                    <a:pt x="6799495" y="2747668"/>
                  </a:lnTo>
                  <a:lnTo>
                    <a:pt x="6812880" y="2748553"/>
                  </a:lnTo>
                  <a:lnTo>
                    <a:pt x="6826264" y="2749447"/>
                  </a:lnTo>
                  <a:lnTo>
                    <a:pt x="6839649" y="2750353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29252" y="2768891"/>
              <a:ext cx="6839649" cy="2750353"/>
            </a:xfrm>
            <a:custGeom>
              <a:avLst/>
              <a:pathLst>
                <a:path w="6839649" h="2750353">
                  <a:moveTo>
                    <a:pt x="0" y="2615942"/>
                  </a:moveTo>
                  <a:lnTo>
                    <a:pt x="13384" y="2612152"/>
                  </a:lnTo>
                  <a:lnTo>
                    <a:pt x="26769" y="2608443"/>
                  </a:lnTo>
                  <a:lnTo>
                    <a:pt x="40154" y="2604795"/>
                  </a:lnTo>
                  <a:lnTo>
                    <a:pt x="53539" y="2601208"/>
                  </a:lnTo>
                  <a:lnTo>
                    <a:pt x="66924" y="2597718"/>
                  </a:lnTo>
                  <a:lnTo>
                    <a:pt x="80308" y="2594294"/>
                  </a:lnTo>
                  <a:lnTo>
                    <a:pt x="93693" y="2590930"/>
                  </a:lnTo>
                  <a:lnTo>
                    <a:pt x="107078" y="2587637"/>
                  </a:lnTo>
                  <a:lnTo>
                    <a:pt x="120463" y="2584421"/>
                  </a:lnTo>
                  <a:lnTo>
                    <a:pt x="133848" y="2581254"/>
                  </a:lnTo>
                  <a:lnTo>
                    <a:pt x="147233" y="2578133"/>
                  </a:lnTo>
                  <a:lnTo>
                    <a:pt x="160617" y="2575072"/>
                  </a:lnTo>
                  <a:lnTo>
                    <a:pt x="174002" y="2572044"/>
                  </a:lnTo>
                  <a:lnTo>
                    <a:pt x="187387" y="2569040"/>
                  </a:lnTo>
                  <a:lnTo>
                    <a:pt x="200772" y="2566057"/>
                  </a:lnTo>
                  <a:lnTo>
                    <a:pt x="214157" y="2563082"/>
                  </a:lnTo>
                  <a:lnTo>
                    <a:pt x="227542" y="2560099"/>
                  </a:lnTo>
                  <a:lnTo>
                    <a:pt x="240926" y="2557103"/>
                  </a:lnTo>
                  <a:lnTo>
                    <a:pt x="254311" y="2554069"/>
                  </a:lnTo>
                  <a:lnTo>
                    <a:pt x="267696" y="2550984"/>
                  </a:lnTo>
                  <a:lnTo>
                    <a:pt x="281081" y="2547846"/>
                  </a:lnTo>
                  <a:lnTo>
                    <a:pt x="294466" y="2544640"/>
                  </a:lnTo>
                  <a:lnTo>
                    <a:pt x="307851" y="2541311"/>
                  </a:lnTo>
                  <a:lnTo>
                    <a:pt x="321235" y="2537884"/>
                  </a:lnTo>
                  <a:lnTo>
                    <a:pt x="334620" y="2534353"/>
                  </a:lnTo>
                  <a:lnTo>
                    <a:pt x="348005" y="2530653"/>
                  </a:lnTo>
                  <a:lnTo>
                    <a:pt x="361390" y="2526782"/>
                  </a:lnTo>
                  <a:lnTo>
                    <a:pt x="374775" y="2522760"/>
                  </a:lnTo>
                  <a:lnTo>
                    <a:pt x="388160" y="2518568"/>
                  </a:lnTo>
                  <a:lnTo>
                    <a:pt x="401544" y="2514096"/>
                  </a:lnTo>
                  <a:lnTo>
                    <a:pt x="414929" y="2509428"/>
                  </a:lnTo>
                  <a:lnTo>
                    <a:pt x="428314" y="2504559"/>
                  </a:lnTo>
                  <a:lnTo>
                    <a:pt x="441699" y="2499400"/>
                  </a:lnTo>
                  <a:lnTo>
                    <a:pt x="455084" y="2493945"/>
                  </a:lnTo>
                  <a:lnTo>
                    <a:pt x="468469" y="2488251"/>
                  </a:lnTo>
                  <a:lnTo>
                    <a:pt x="481853" y="2482311"/>
                  </a:lnTo>
                  <a:lnTo>
                    <a:pt x="495238" y="2475950"/>
                  </a:lnTo>
                  <a:lnTo>
                    <a:pt x="508623" y="2469320"/>
                  </a:lnTo>
                  <a:lnTo>
                    <a:pt x="522008" y="2462420"/>
                  </a:lnTo>
                  <a:lnTo>
                    <a:pt x="535393" y="2455156"/>
                  </a:lnTo>
                  <a:lnTo>
                    <a:pt x="548778" y="2447511"/>
                  </a:lnTo>
                  <a:lnTo>
                    <a:pt x="562162" y="2439579"/>
                  </a:lnTo>
                  <a:lnTo>
                    <a:pt x="575547" y="2431357"/>
                  </a:lnTo>
                  <a:lnTo>
                    <a:pt x="588932" y="2422667"/>
                  </a:lnTo>
                  <a:lnTo>
                    <a:pt x="602317" y="2413672"/>
                  </a:lnTo>
                  <a:lnTo>
                    <a:pt x="615702" y="2404387"/>
                  </a:lnTo>
                  <a:lnTo>
                    <a:pt x="629087" y="2394737"/>
                  </a:lnTo>
                  <a:lnTo>
                    <a:pt x="642471" y="2384690"/>
                  </a:lnTo>
                  <a:lnTo>
                    <a:pt x="655856" y="2374363"/>
                  </a:lnTo>
                  <a:lnTo>
                    <a:pt x="669241" y="2363758"/>
                  </a:lnTo>
                  <a:lnTo>
                    <a:pt x="682626" y="2352732"/>
                  </a:lnTo>
                  <a:lnTo>
                    <a:pt x="696011" y="2341422"/>
                  </a:lnTo>
                  <a:lnTo>
                    <a:pt x="709396" y="2329859"/>
                  </a:lnTo>
                  <a:lnTo>
                    <a:pt x="722780" y="2317998"/>
                  </a:lnTo>
                  <a:lnTo>
                    <a:pt x="736165" y="2305801"/>
                  </a:lnTo>
                  <a:lnTo>
                    <a:pt x="749550" y="2293384"/>
                  </a:lnTo>
                  <a:lnTo>
                    <a:pt x="762935" y="2280751"/>
                  </a:lnTo>
                  <a:lnTo>
                    <a:pt x="776320" y="2267818"/>
                  </a:lnTo>
                  <a:lnTo>
                    <a:pt x="789705" y="2254674"/>
                  </a:lnTo>
                  <a:lnTo>
                    <a:pt x="803089" y="2241357"/>
                  </a:lnTo>
                  <a:lnTo>
                    <a:pt x="816474" y="2227851"/>
                  </a:lnTo>
                  <a:lnTo>
                    <a:pt x="829859" y="2214127"/>
                  </a:lnTo>
                  <a:lnTo>
                    <a:pt x="843244" y="2200273"/>
                  </a:lnTo>
                  <a:lnTo>
                    <a:pt x="856629" y="2186297"/>
                  </a:lnTo>
                  <a:lnTo>
                    <a:pt x="870014" y="2172164"/>
                  </a:lnTo>
                  <a:lnTo>
                    <a:pt x="883398" y="2157923"/>
                  </a:lnTo>
                  <a:lnTo>
                    <a:pt x="896783" y="2143604"/>
                  </a:lnTo>
                  <a:lnTo>
                    <a:pt x="910168" y="2129205"/>
                  </a:lnTo>
                  <a:lnTo>
                    <a:pt x="923553" y="2114721"/>
                  </a:lnTo>
                  <a:lnTo>
                    <a:pt x="936938" y="2100196"/>
                  </a:lnTo>
                  <a:lnTo>
                    <a:pt x="950323" y="2085635"/>
                  </a:lnTo>
                  <a:lnTo>
                    <a:pt x="963707" y="2071039"/>
                  </a:lnTo>
                  <a:lnTo>
                    <a:pt x="977092" y="2056426"/>
                  </a:lnTo>
                  <a:lnTo>
                    <a:pt x="990477" y="2041806"/>
                  </a:lnTo>
                  <a:lnTo>
                    <a:pt x="1003862" y="2027184"/>
                  </a:lnTo>
                  <a:lnTo>
                    <a:pt x="1017247" y="2012571"/>
                  </a:lnTo>
                  <a:lnTo>
                    <a:pt x="1030632" y="1997970"/>
                  </a:lnTo>
                  <a:lnTo>
                    <a:pt x="1044016" y="1983383"/>
                  </a:lnTo>
                  <a:lnTo>
                    <a:pt x="1057401" y="1968817"/>
                  </a:lnTo>
                  <a:lnTo>
                    <a:pt x="1070786" y="1954275"/>
                  </a:lnTo>
                  <a:lnTo>
                    <a:pt x="1084171" y="1939751"/>
                  </a:lnTo>
                  <a:lnTo>
                    <a:pt x="1097556" y="1925245"/>
                  </a:lnTo>
                  <a:lnTo>
                    <a:pt x="1110941" y="1910762"/>
                  </a:lnTo>
                  <a:lnTo>
                    <a:pt x="1124325" y="1896289"/>
                  </a:lnTo>
                  <a:lnTo>
                    <a:pt x="1137710" y="1881822"/>
                  </a:lnTo>
                  <a:lnTo>
                    <a:pt x="1151095" y="1867358"/>
                  </a:lnTo>
                  <a:lnTo>
                    <a:pt x="1164480" y="1852884"/>
                  </a:lnTo>
                  <a:lnTo>
                    <a:pt x="1177865" y="1838394"/>
                  </a:lnTo>
                  <a:lnTo>
                    <a:pt x="1191250" y="1823885"/>
                  </a:lnTo>
                  <a:lnTo>
                    <a:pt x="1204634" y="1809324"/>
                  </a:lnTo>
                  <a:lnTo>
                    <a:pt x="1218019" y="1794714"/>
                  </a:lnTo>
                  <a:lnTo>
                    <a:pt x="1231404" y="1780050"/>
                  </a:lnTo>
                  <a:lnTo>
                    <a:pt x="1244789" y="1765308"/>
                  </a:lnTo>
                  <a:lnTo>
                    <a:pt x="1258174" y="1750453"/>
                  </a:lnTo>
                  <a:lnTo>
                    <a:pt x="1271559" y="1735505"/>
                  </a:lnTo>
                  <a:lnTo>
                    <a:pt x="1284943" y="1720458"/>
                  </a:lnTo>
                  <a:lnTo>
                    <a:pt x="1298328" y="1705232"/>
                  </a:lnTo>
                  <a:lnTo>
                    <a:pt x="1311713" y="1689858"/>
                  </a:lnTo>
                  <a:lnTo>
                    <a:pt x="1325098" y="1674341"/>
                  </a:lnTo>
                  <a:lnTo>
                    <a:pt x="1338483" y="1658644"/>
                  </a:lnTo>
                  <a:lnTo>
                    <a:pt x="1351868" y="1642700"/>
                  </a:lnTo>
                  <a:lnTo>
                    <a:pt x="1365252" y="1626572"/>
                  </a:lnTo>
                  <a:lnTo>
                    <a:pt x="1378637" y="1610256"/>
                  </a:lnTo>
                  <a:lnTo>
                    <a:pt x="1392022" y="1593642"/>
                  </a:lnTo>
                  <a:lnTo>
                    <a:pt x="1405407" y="1576777"/>
                  </a:lnTo>
                  <a:lnTo>
                    <a:pt x="1418792" y="1559692"/>
                  </a:lnTo>
                  <a:lnTo>
                    <a:pt x="1432177" y="1542348"/>
                  </a:lnTo>
                  <a:lnTo>
                    <a:pt x="1445561" y="1524646"/>
                  </a:lnTo>
                  <a:lnTo>
                    <a:pt x="1458946" y="1506701"/>
                  </a:lnTo>
                  <a:lnTo>
                    <a:pt x="1472331" y="1488509"/>
                  </a:lnTo>
                  <a:lnTo>
                    <a:pt x="1485716" y="1469961"/>
                  </a:lnTo>
                  <a:lnTo>
                    <a:pt x="1499101" y="1451105"/>
                  </a:lnTo>
                  <a:lnTo>
                    <a:pt x="1512486" y="1431998"/>
                  </a:lnTo>
                  <a:lnTo>
                    <a:pt x="1525870" y="1412618"/>
                  </a:lnTo>
                  <a:lnTo>
                    <a:pt x="1539255" y="1392848"/>
                  </a:lnTo>
                  <a:lnTo>
                    <a:pt x="1552640" y="1372836"/>
                  </a:lnTo>
                  <a:lnTo>
                    <a:pt x="1566025" y="1352584"/>
                  </a:lnTo>
                  <a:lnTo>
                    <a:pt x="1579410" y="1332011"/>
                  </a:lnTo>
                  <a:lnTo>
                    <a:pt x="1592795" y="1311156"/>
                  </a:lnTo>
                  <a:lnTo>
                    <a:pt x="1606179" y="1290091"/>
                  </a:lnTo>
                  <a:lnTo>
                    <a:pt x="1619564" y="1268813"/>
                  </a:lnTo>
                  <a:lnTo>
                    <a:pt x="1632949" y="1247231"/>
                  </a:lnTo>
                  <a:lnTo>
                    <a:pt x="1646334" y="1225480"/>
                  </a:lnTo>
                  <a:lnTo>
                    <a:pt x="1659719" y="1203569"/>
                  </a:lnTo>
                  <a:lnTo>
                    <a:pt x="1673104" y="1181465"/>
                  </a:lnTo>
                  <a:lnTo>
                    <a:pt x="1686488" y="1159203"/>
                  </a:lnTo>
                  <a:lnTo>
                    <a:pt x="1699873" y="1136838"/>
                  </a:lnTo>
                  <a:lnTo>
                    <a:pt x="1713258" y="1114382"/>
                  </a:lnTo>
                  <a:lnTo>
                    <a:pt x="1726643" y="1091820"/>
                  </a:lnTo>
                  <a:lnTo>
                    <a:pt x="1740028" y="1069222"/>
                  </a:lnTo>
                  <a:lnTo>
                    <a:pt x="1753413" y="1046601"/>
                  </a:lnTo>
                  <a:lnTo>
                    <a:pt x="1766797" y="1023975"/>
                  </a:lnTo>
                  <a:lnTo>
                    <a:pt x="1780182" y="1001386"/>
                  </a:lnTo>
                  <a:lnTo>
                    <a:pt x="1793567" y="978847"/>
                  </a:lnTo>
                  <a:lnTo>
                    <a:pt x="1806952" y="956368"/>
                  </a:lnTo>
                  <a:lnTo>
                    <a:pt x="1820337" y="934031"/>
                  </a:lnTo>
                  <a:lnTo>
                    <a:pt x="1833722" y="911824"/>
                  </a:lnTo>
                  <a:lnTo>
                    <a:pt x="1847106" y="889749"/>
                  </a:lnTo>
                  <a:lnTo>
                    <a:pt x="1860491" y="867858"/>
                  </a:lnTo>
                  <a:lnTo>
                    <a:pt x="1873876" y="846221"/>
                  </a:lnTo>
                  <a:lnTo>
                    <a:pt x="1887261" y="824784"/>
                  </a:lnTo>
                  <a:lnTo>
                    <a:pt x="1900646" y="803555"/>
                  </a:lnTo>
                  <a:lnTo>
                    <a:pt x="1914031" y="782674"/>
                  </a:lnTo>
                  <a:lnTo>
                    <a:pt x="1927415" y="762077"/>
                  </a:lnTo>
                  <a:lnTo>
                    <a:pt x="1940800" y="741741"/>
                  </a:lnTo>
                  <a:lnTo>
                    <a:pt x="1954185" y="721722"/>
                  </a:lnTo>
                  <a:lnTo>
                    <a:pt x="1967570" y="702129"/>
                  </a:lnTo>
                  <a:lnTo>
                    <a:pt x="1980955" y="682835"/>
                  </a:lnTo>
                  <a:lnTo>
                    <a:pt x="1994340" y="663843"/>
                  </a:lnTo>
                  <a:lnTo>
                    <a:pt x="2007724" y="645307"/>
                  </a:lnTo>
                  <a:lnTo>
                    <a:pt x="2021109" y="627148"/>
                  </a:lnTo>
                  <a:lnTo>
                    <a:pt x="2034494" y="609308"/>
                  </a:lnTo>
                  <a:lnTo>
                    <a:pt x="2047879" y="591826"/>
                  </a:lnTo>
                  <a:lnTo>
                    <a:pt x="2061264" y="574837"/>
                  </a:lnTo>
                  <a:lnTo>
                    <a:pt x="2074649" y="558166"/>
                  </a:lnTo>
                  <a:lnTo>
                    <a:pt x="2088033" y="541810"/>
                  </a:lnTo>
                  <a:lnTo>
                    <a:pt x="2101418" y="525894"/>
                  </a:lnTo>
                  <a:lnTo>
                    <a:pt x="2114803" y="510350"/>
                  </a:lnTo>
                  <a:lnTo>
                    <a:pt x="2128188" y="495100"/>
                  </a:lnTo>
                  <a:lnTo>
                    <a:pt x="2141573" y="480156"/>
                  </a:lnTo>
                  <a:lnTo>
                    <a:pt x="2154958" y="465645"/>
                  </a:lnTo>
                  <a:lnTo>
                    <a:pt x="2168342" y="451391"/>
                  </a:lnTo>
                  <a:lnTo>
                    <a:pt x="2181727" y="437388"/>
                  </a:lnTo>
                  <a:lnTo>
                    <a:pt x="2195112" y="423706"/>
                  </a:lnTo>
                  <a:lnTo>
                    <a:pt x="2208497" y="410302"/>
                  </a:lnTo>
                  <a:lnTo>
                    <a:pt x="2221882" y="397101"/>
                  </a:lnTo>
                  <a:lnTo>
                    <a:pt x="2235267" y="384096"/>
                  </a:lnTo>
                  <a:lnTo>
                    <a:pt x="2248651" y="371373"/>
                  </a:lnTo>
                  <a:lnTo>
                    <a:pt x="2262036" y="358802"/>
                  </a:lnTo>
                  <a:lnTo>
                    <a:pt x="2275421" y="346374"/>
                  </a:lnTo>
                  <a:lnTo>
                    <a:pt x="2288806" y="334115"/>
                  </a:lnTo>
                  <a:lnTo>
                    <a:pt x="2302191" y="322004"/>
                  </a:lnTo>
                  <a:lnTo>
                    <a:pt x="2315576" y="309990"/>
                  </a:lnTo>
                  <a:lnTo>
                    <a:pt x="2328960" y="298067"/>
                  </a:lnTo>
                  <a:lnTo>
                    <a:pt x="2342345" y="286266"/>
                  </a:lnTo>
                  <a:lnTo>
                    <a:pt x="2355730" y="274530"/>
                  </a:lnTo>
                  <a:lnTo>
                    <a:pt x="2369115" y="262853"/>
                  </a:lnTo>
                  <a:lnTo>
                    <a:pt x="2382500" y="251242"/>
                  </a:lnTo>
                  <a:lnTo>
                    <a:pt x="2395885" y="239697"/>
                  </a:lnTo>
                  <a:lnTo>
                    <a:pt x="2409269" y="228196"/>
                  </a:lnTo>
                  <a:lnTo>
                    <a:pt x="2422654" y="216741"/>
                  </a:lnTo>
                  <a:lnTo>
                    <a:pt x="2436039" y="205358"/>
                  </a:lnTo>
                  <a:lnTo>
                    <a:pt x="2449424" y="194034"/>
                  </a:lnTo>
                  <a:lnTo>
                    <a:pt x="2462809" y="182768"/>
                  </a:lnTo>
                  <a:lnTo>
                    <a:pt x="2476194" y="171581"/>
                  </a:lnTo>
                  <a:lnTo>
                    <a:pt x="2489578" y="160513"/>
                  </a:lnTo>
                  <a:lnTo>
                    <a:pt x="2502963" y="149542"/>
                  </a:lnTo>
                  <a:lnTo>
                    <a:pt x="2516348" y="138679"/>
                  </a:lnTo>
                  <a:lnTo>
                    <a:pt x="2529733" y="128008"/>
                  </a:lnTo>
                  <a:lnTo>
                    <a:pt x="2543118" y="117521"/>
                  </a:lnTo>
                  <a:lnTo>
                    <a:pt x="2556503" y="107210"/>
                  </a:lnTo>
                  <a:lnTo>
                    <a:pt x="2569887" y="97122"/>
                  </a:lnTo>
                  <a:lnTo>
                    <a:pt x="2583272" y="87382"/>
                  </a:lnTo>
                  <a:lnTo>
                    <a:pt x="2596657" y="77912"/>
                  </a:lnTo>
                  <a:lnTo>
                    <a:pt x="2610042" y="68724"/>
                  </a:lnTo>
                  <a:lnTo>
                    <a:pt x="2623427" y="60001"/>
                  </a:lnTo>
                  <a:lnTo>
                    <a:pt x="2636812" y="51718"/>
                  </a:lnTo>
                  <a:lnTo>
                    <a:pt x="2650196" y="43829"/>
                  </a:lnTo>
                  <a:lnTo>
                    <a:pt x="2663581" y="36398"/>
                  </a:lnTo>
                  <a:lnTo>
                    <a:pt x="2676966" y="29691"/>
                  </a:lnTo>
                  <a:lnTo>
                    <a:pt x="2690351" y="23496"/>
                  </a:lnTo>
                  <a:lnTo>
                    <a:pt x="2703736" y="17831"/>
                  </a:lnTo>
                  <a:lnTo>
                    <a:pt x="2717121" y="12958"/>
                  </a:lnTo>
                  <a:lnTo>
                    <a:pt x="2730505" y="8857"/>
                  </a:lnTo>
                  <a:lnTo>
                    <a:pt x="2743890" y="5401"/>
                  </a:lnTo>
                  <a:lnTo>
                    <a:pt x="2757275" y="2637"/>
                  </a:lnTo>
                  <a:lnTo>
                    <a:pt x="2770660" y="1008"/>
                  </a:lnTo>
                  <a:lnTo>
                    <a:pt x="2784045" y="124"/>
                  </a:lnTo>
                  <a:lnTo>
                    <a:pt x="2797430" y="0"/>
                  </a:lnTo>
                  <a:lnTo>
                    <a:pt x="2810814" y="927"/>
                  </a:lnTo>
                  <a:lnTo>
                    <a:pt x="2824199" y="2920"/>
                  </a:lnTo>
                  <a:lnTo>
                    <a:pt x="2837584" y="5745"/>
                  </a:lnTo>
                  <a:lnTo>
                    <a:pt x="2850969" y="9412"/>
                  </a:lnTo>
                  <a:lnTo>
                    <a:pt x="2864354" y="14493"/>
                  </a:lnTo>
                  <a:lnTo>
                    <a:pt x="2877739" y="20455"/>
                  </a:lnTo>
                  <a:lnTo>
                    <a:pt x="2891123" y="27295"/>
                  </a:lnTo>
                  <a:lnTo>
                    <a:pt x="2904508" y="35272"/>
                  </a:lnTo>
                  <a:lnTo>
                    <a:pt x="2917893" y="44448"/>
                  </a:lnTo>
                  <a:lnTo>
                    <a:pt x="2931278" y="54500"/>
                  </a:lnTo>
                  <a:lnTo>
                    <a:pt x="2944663" y="65426"/>
                  </a:lnTo>
                  <a:lnTo>
                    <a:pt x="2958048" y="77717"/>
                  </a:lnTo>
                  <a:lnTo>
                    <a:pt x="2971432" y="90896"/>
                  </a:lnTo>
                  <a:lnTo>
                    <a:pt x="2984817" y="104902"/>
                  </a:lnTo>
                  <a:lnTo>
                    <a:pt x="2998202" y="119909"/>
                  </a:lnTo>
                  <a:lnTo>
                    <a:pt x="3011587" y="136007"/>
                  </a:lnTo>
                  <a:lnTo>
                    <a:pt x="3024972" y="152846"/>
                  </a:lnTo>
                  <a:lnTo>
                    <a:pt x="3038357" y="170412"/>
                  </a:lnTo>
                  <a:lnTo>
                    <a:pt x="3051741" y="189026"/>
                  </a:lnTo>
                  <a:lnTo>
                    <a:pt x="3065126" y="208342"/>
                  </a:lnTo>
                  <a:lnTo>
                    <a:pt x="3078511" y="228259"/>
                  </a:lnTo>
                  <a:lnTo>
                    <a:pt x="3091896" y="248854"/>
                  </a:lnTo>
                  <a:lnTo>
                    <a:pt x="3105281" y="270193"/>
                  </a:lnTo>
                  <a:lnTo>
                    <a:pt x="3118666" y="291987"/>
                  </a:lnTo>
                  <a:lnTo>
                    <a:pt x="3132050" y="314211"/>
                  </a:lnTo>
                  <a:lnTo>
                    <a:pt x="3145435" y="336989"/>
                  </a:lnTo>
                  <a:lnTo>
                    <a:pt x="3158820" y="360121"/>
                  </a:lnTo>
                  <a:lnTo>
                    <a:pt x="3172205" y="383518"/>
                  </a:lnTo>
                  <a:lnTo>
                    <a:pt x="3185590" y="407177"/>
                  </a:lnTo>
                  <a:lnTo>
                    <a:pt x="3198975" y="431077"/>
                  </a:lnTo>
                  <a:lnTo>
                    <a:pt x="3212359" y="455075"/>
                  </a:lnTo>
                  <a:lnTo>
                    <a:pt x="3225744" y="479144"/>
                  </a:lnTo>
                  <a:lnTo>
                    <a:pt x="3239129" y="503239"/>
                  </a:lnTo>
                  <a:lnTo>
                    <a:pt x="3252514" y="527274"/>
                  </a:lnTo>
                  <a:lnTo>
                    <a:pt x="3265899" y="551221"/>
                  </a:lnTo>
                  <a:lnTo>
                    <a:pt x="3279284" y="575045"/>
                  </a:lnTo>
                  <a:lnTo>
                    <a:pt x="3292668" y="598592"/>
                  </a:lnTo>
                  <a:lnTo>
                    <a:pt x="3306053" y="621912"/>
                  </a:lnTo>
                  <a:lnTo>
                    <a:pt x="3319438" y="644986"/>
                  </a:lnTo>
                  <a:lnTo>
                    <a:pt x="3332823" y="667668"/>
                  </a:lnTo>
                  <a:lnTo>
                    <a:pt x="3346208" y="689929"/>
                  </a:lnTo>
                  <a:lnTo>
                    <a:pt x="3359593" y="711834"/>
                  </a:lnTo>
                  <a:lnTo>
                    <a:pt x="3372977" y="733358"/>
                  </a:lnTo>
                  <a:lnTo>
                    <a:pt x="3386362" y="754222"/>
                  </a:lnTo>
                  <a:lnTo>
                    <a:pt x="3399747" y="774652"/>
                  </a:lnTo>
                  <a:lnTo>
                    <a:pt x="3413132" y="794641"/>
                  </a:lnTo>
                  <a:lnTo>
                    <a:pt x="3426517" y="814024"/>
                  </a:lnTo>
                  <a:lnTo>
                    <a:pt x="3439902" y="832781"/>
                  </a:lnTo>
                  <a:lnTo>
                    <a:pt x="3453286" y="851059"/>
                  </a:lnTo>
                  <a:lnTo>
                    <a:pt x="3466671" y="868854"/>
                  </a:lnTo>
                  <a:lnTo>
                    <a:pt x="3480056" y="885861"/>
                  </a:lnTo>
                  <a:lnTo>
                    <a:pt x="3493441" y="902372"/>
                  </a:lnTo>
                  <a:lnTo>
                    <a:pt x="3506826" y="918402"/>
                  </a:lnTo>
                  <a:lnTo>
                    <a:pt x="3520211" y="933827"/>
                  </a:lnTo>
                  <a:lnTo>
                    <a:pt x="3533595" y="948614"/>
                  </a:lnTo>
                  <a:lnTo>
                    <a:pt x="3546980" y="962951"/>
                  </a:lnTo>
                  <a:lnTo>
                    <a:pt x="3560365" y="976843"/>
                  </a:lnTo>
                  <a:lnTo>
                    <a:pt x="3573750" y="990068"/>
                  </a:lnTo>
                  <a:lnTo>
                    <a:pt x="3587135" y="1002861"/>
                  </a:lnTo>
                  <a:lnTo>
                    <a:pt x="3600520" y="1015265"/>
                  </a:lnTo>
                  <a:lnTo>
                    <a:pt x="3613904" y="1027215"/>
                  </a:lnTo>
                  <a:lnTo>
                    <a:pt x="3627289" y="1038672"/>
                  </a:lnTo>
                  <a:lnTo>
                    <a:pt x="3640674" y="1049810"/>
                  </a:lnTo>
                  <a:lnTo>
                    <a:pt x="3654059" y="1060639"/>
                  </a:lnTo>
                  <a:lnTo>
                    <a:pt x="3667444" y="1071040"/>
                  </a:lnTo>
                  <a:lnTo>
                    <a:pt x="3680829" y="1081159"/>
                  </a:lnTo>
                  <a:lnTo>
                    <a:pt x="3694213" y="1091043"/>
                  </a:lnTo>
                  <a:lnTo>
                    <a:pt x="3707598" y="1100673"/>
                  </a:lnTo>
                  <a:lnTo>
                    <a:pt x="3720983" y="1110024"/>
                  </a:lnTo>
                  <a:lnTo>
                    <a:pt x="3734368" y="1119212"/>
                  </a:lnTo>
                  <a:lnTo>
                    <a:pt x="3747753" y="1128247"/>
                  </a:lnTo>
                  <a:lnTo>
                    <a:pt x="3761138" y="1137090"/>
                  </a:lnTo>
                  <a:lnTo>
                    <a:pt x="3774522" y="1145808"/>
                  </a:lnTo>
                  <a:lnTo>
                    <a:pt x="3787907" y="1154432"/>
                  </a:lnTo>
                  <a:lnTo>
                    <a:pt x="3801292" y="1162965"/>
                  </a:lnTo>
                  <a:lnTo>
                    <a:pt x="3814677" y="1171402"/>
                  </a:lnTo>
                  <a:lnTo>
                    <a:pt x="3828062" y="1179793"/>
                  </a:lnTo>
                  <a:lnTo>
                    <a:pt x="3841447" y="1188144"/>
                  </a:lnTo>
                  <a:lnTo>
                    <a:pt x="3854831" y="1196453"/>
                  </a:lnTo>
                  <a:lnTo>
                    <a:pt x="3868216" y="1204741"/>
                  </a:lnTo>
                  <a:lnTo>
                    <a:pt x="3881601" y="1213019"/>
                  </a:lnTo>
                  <a:lnTo>
                    <a:pt x="3894986" y="1221289"/>
                  </a:lnTo>
                  <a:lnTo>
                    <a:pt x="3908371" y="1229560"/>
                  </a:lnTo>
                  <a:lnTo>
                    <a:pt x="3921756" y="1237836"/>
                  </a:lnTo>
                  <a:lnTo>
                    <a:pt x="3935140" y="1246119"/>
                  </a:lnTo>
                  <a:lnTo>
                    <a:pt x="3948525" y="1254414"/>
                  </a:lnTo>
                  <a:lnTo>
                    <a:pt x="3961910" y="1262722"/>
                  </a:lnTo>
                  <a:lnTo>
                    <a:pt x="3975295" y="1271042"/>
                  </a:lnTo>
                  <a:lnTo>
                    <a:pt x="3988680" y="1279372"/>
                  </a:lnTo>
                  <a:lnTo>
                    <a:pt x="4002065" y="1287719"/>
                  </a:lnTo>
                  <a:lnTo>
                    <a:pt x="4015449" y="1296076"/>
                  </a:lnTo>
                  <a:lnTo>
                    <a:pt x="4028834" y="1304441"/>
                  </a:lnTo>
                  <a:lnTo>
                    <a:pt x="4042219" y="1312817"/>
                  </a:lnTo>
                  <a:lnTo>
                    <a:pt x="4055604" y="1321201"/>
                  </a:lnTo>
                  <a:lnTo>
                    <a:pt x="4068989" y="1329591"/>
                  </a:lnTo>
                  <a:lnTo>
                    <a:pt x="4082374" y="1337986"/>
                  </a:lnTo>
                  <a:lnTo>
                    <a:pt x="4095758" y="1346391"/>
                  </a:lnTo>
                  <a:lnTo>
                    <a:pt x="4109143" y="1354803"/>
                  </a:lnTo>
                  <a:lnTo>
                    <a:pt x="4122528" y="1363222"/>
                  </a:lnTo>
                  <a:lnTo>
                    <a:pt x="4135913" y="1371652"/>
                  </a:lnTo>
                  <a:lnTo>
                    <a:pt x="4149298" y="1380098"/>
                  </a:lnTo>
                  <a:lnTo>
                    <a:pt x="4162683" y="1388561"/>
                  </a:lnTo>
                  <a:lnTo>
                    <a:pt x="4176067" y="1397042"/>
                  </a:lnTo>
                  <a:lnTo>
                    <a:pt x="4189452" y="1405560"/>
                  </a:lnTo>
                  <a:lnTo>
                    <a:pt x="4202837" y="1414113"/>
                  </a:lnTo>
                  <a:lnTo>
                    <a:pt x="4216222" y="1422702"/>
                  </a:lnTo>
                  <a:lnTo>
                    <a:pt x="4229607" y="1431341"/>
                  </a:lnTo>
                  <a:lnTo>
                    <a:pt x="4242992" y="1440057"/>
                  </a:lnTo>
                  <a:lnTo>
                    <a:pt x="4256376" y="1448836"/>
                  </a:lnTo>
                  <a:lnTo>
                    <a:pt x="4269761" y="1457682"/>
                  </a:lnTo>
                  <a:lnTo>
                    <a:pt x="4283146" y="1466647"/>
                  </a:lnTo>
                  <a:lnTo>
                    <a:pt x="4296531" y="1475719"/>
                  </a:lnTo>
                  <a:lnTo>
                    <a:pt x="4309916" y="1484891"/>
                  </a:lnTo>
                  <a:lnTo>
                    <a:pt x="4323301" y="1494189"/>
                  </a:lnTo>
                  <a:lnTo>
                    <a:pt x="4336685" y="1503672"/>
                  </a:lnTo>
                  <a:lnTo>
                    <a:pt x="4350070" y="1513292"/>
                  </a:lnTo>
                  <a:lnTo>
                    <a:pt x="4363455" y="1523055"/>
                  </a:lnTo>
                  <a:lnTo>
                    <a:pt x="4376840" y="1533041"/>
                  </a:lnTo>
                  <a:lnTo>
                    <a:pt x="4390225" y="1543231"/>
                  </a:lnTo>
                  <a:lnTo>
                    <a:pt x="4403610" y="1553598"/>
                  </a:lnTo>
                  <a:lnTo>
                    <a:pt x="4416994" y="1564165"/>
                  </a:lnTo>
                  <a:lnTo>
                    <a:pt x="4430379" y="1575037"/>
                  </a:lnTo>
                  <a:lnTo>
                    <a:pt x="4443764" y="1586114"/>
                  </a:lnTo>
                  <a:lnTo>
                    <a:pt x="4457149" y="1597400"/>
                  </a:lnTo>
                  <a:lnTo>
                    <a:pt x="4470534" y="1608988"/>
                  </a:lnTo>
                  <a:lnTo>
                    <a:pt x="4483919" y="1620856"/>
                  </a:lnTo>
                  <a:lnTo>
                    <a:pt x="4497303" y="1632952"/>
                  </a:lnTo>
                  <a:lnTo>
                    <a:pt x="4510688" y="1645286"/>
                  </a:lnTo>
                  <a:lnTo>
                    <a:pt x="4524073" y="1657993"/>
                  </a:lnTo>
                  <a:lnTo>
                    <a:pt x="4537458" y="1670933"/>
                  </a:lnTo>
                  <a:lnTo>
                    <a:pt x="4550843" y="1684105"/>
                  </a:lnTo>
                  <a:lnTo>
                    <a:pt x="4564228" y="1697586"/>
                  </a:lnTo>
                  <a:lnTo>
                    <a:pt x="4577612" y="1711364"/>
                  </a:lnTo>
                  <a:lnTo>
                    <a:pt x="4590997" y="1725363"/>
                  </a:lnTo>
                  <a:lnTo>
                    <a:pt x="4604382" y="1739582"/>
                  </a:lnTo>
                  <a:lnTo>
                    <a:pt x="4617767" y="1754146"/>
                  </a:lnTo>
                  <a:lnTo>
                    <a:pt x="4631152" y="1768911"/>
                  </a:lnTo>
                  <a:lnTo>
                    <a:pt x="4644537" y="1783869"/>
                  </a:lnTo>
                  <a:lnTo>
                    <a:pt x="4657921" y="1799066"/>
                  </a:lnTo>
                  <a:lnTo>
                    <a:pt x="4671306" y="1814493"/>
                  </a:lnTo>
                  <a:lnTo>
                    <a:pt x="4684691" y="1830076"/>
                  </a:lnTo>
                  <a:lnTo>
                    <a:pt x="4698076" y="1845809"/>
                  </a:lnTo>
                  <a:lnTo>
                    <a:pt x="4711461" y="1861751"/>
                  </a:lnTo>
                  <a:lnTo>
                    <a:pt x="4724846" y="1877812"/>
                  </a:lnTo>
                  <a:lnTo>
                    <a:pt x="4738230" y="1893976"/>
                  </a:lnTo>
                  <a:lnTo>
                    <a:pt x="4751615" y="1910250"/>
                  </a:lnTo>
                  <a:lnTo>
                    <a:pt x="4765000" y="1926619"/>
                  </a:lnTo>
                  <a:lnTo>
                    <a:pt x="4778385" y="1943038"/>
                  </a:lnTo>
                  <a:lnTo>
                    <a:pt x="4791770" y="1959498"/>
                  </a:lnTo>
                  <a:lnTo>
                    <a:pt x="4805155" y="1975989"/>
                  </a:lnTo>
                  <a:lnTo>
                    <a:pt x="4818539" y="1992478"/>
                  </a:lnTo>
                  <a:lnTo>
                    <a:pt x="4831924" y="2008954"/>
                  </a:lnTo>
                  <a:lnTo>
                    <a:pt x="4845309" y="2025399"/>
                  </a:lnTo>
                  <a:lnTo>
                    <a:pt x="4858694" y="2041773"/>
                  </a:lnTo>
                  <a:lnTo>
                    <a:pt x="4872079" y="2058082"/>
                  </a:lnTo>
                  <a:lnTo>
                    <a:pt x="4885464" y="2074317"/>
                  </a:lnTo>
                  <a:lnTo>
                    <a:pt x="4898848" y="2090418"/>
                  </a:lnTo>
                  <a:lnTo>
                    <a:pt x="4912233" y="2106389"/>
                  </a:lnTo>
                  <a:lnTo>
                    <a:pt x="4925618" y="2122241"/>
                  </a:lnTo>
                  <a:lnTo>
                    <a:pt x="4939003" y="2137948"/>
                  </a:lnTo>
                  <a:lnTo>
                    <a:pt x="4952388" y="2153433"/>
                  </a:lnTo>
                  <a:lnTo>
                    <a:pt x="4965773" y="2168759"/>
                  </a:lnTo>
                  <a:lnTo>
                    <a:pt x="4979157" y="2183921"/>
                  </a:lnTo>
                  <a:lnTo>
                    <a:pt x="4992542" y="2198833"/>
                  </a:lnTo>
                  <a:lnTo>
                    <a:pt x="5005927" y="2213518"/>
                  </a:lnTo>
                  <a:lnTo>
                    <a:pt x="5019312" y="2228009"/>
                  </a:lnTo>
                  <a:lnTo>
                    <a:pt x="5032697" y="2242288"/>
                  </a:lnTo>
                  <a:lnTo>
                    <a:pt x="5046082" y="2256243"/>
                  </a:lnTo>
                  <a:lnTo>
                    <a:pt x="5059466" y="2269985"/>
                  </a:lnTo>
                  <a:lnTo>
                    <a:pt x="5072851" y="2283512"/>
                  </a:lnTo>
                  <a:lnTo>
                    <a:pt x="5086236" y="2296738"/>
                  </a:lnTo>
                  <a:lnTo>
                    <a:pt x="5099621" y="2309681"/>
                  </a:lnTo>
                  <a:lnTo>
                    <a:pt x="5113006" y="2322398"/>
                  </a:lnTo>
                  <a:lnTo>
                    <a:pt x="5126391" y="2334884"/>
                  </a:lnTo>
                  <a:lnTo>
                    <a:pt x="5139775" y="2347002"/>
                  </a:lnTo>
                  <a:lnTo>
                    <a:pt x="5153160" y="2358892"/>
                  </a:lnTo>
                  <a:lnTo>
                    <a:pt x="5166545" y="2370555"/>
                  </a:lnTo>
                  <a:lnTo>
                    <a:pt x="5179930" y="2381919"/>
                  </a:lnTo>
                  <a:lnTo>
                    <a:pt x="5193315" y="2392985"/>
                  </a:lnTo>
                  <a:lnTo>
                    <a:pt x="5206700" y="2403828"/>
                  </a:lnTo>
                  <a:lnTo>
                    <a:pt x="5220084" y="2414449"/>
                  </a:lnTo>
                  <a:lnTo>
                    <a:pt x="5233469" y="2424716"/>
                  </a:lnTo>
                  <a:lnTo>
                    <a:pt x="5246854" y="2434762"/>
                  </a:lnTo>
                  <a:lnTo>
                    <a:pt x="5260239" y="2444595"/>
                  </a:lnTo>
                  <a:lnTo>
                    <a:pt x="5273624" y="2454161"/>
                  </a:lnTo>
                  <a:lnTo>
                    <a:pt x="5287009" y="2463444"/>
                  </a:lnTo>
                  <a:lnTo>
                    <a:pt x="5300393" y="2472524"/>
                  </a:lnTo>
                  <a:lnTo>
                    <a:pt x="5313778" y="2481404"/>
                  </a:lnTo>
                  <a:lnTo>
                    <a:pt x="5327163" y="2489977"/>
                  </a:lnTo>
                  <a:lnTo>
                    <a:pt x="5340548" y="2498344"/>
                  </a:lnTo>
                  <a:lnTo>
                    <a:pt x="5353933" y="2506524"/>
                  </a:lnTo>
                  <a:lnTo>
                    <a:pt x="5367318" y="2514477"/>
                  </a:lnTo>
                  <a:lnTo>
                    <a:pt x="5380702" y="2522173"/>
                  </a:lnTo>
                  <a:lnTo>
                    <a:pt x="5394087" y="2529692"/>
                  </a:lnTo>
                  <a:lnTo>
                    <a:pt x="5407472" y="2537037"/>
                  </a:lnTo>
                  <a:lnTo>
                    <a:pt x="5420857" y="2544124"/>
                  </a:lnTo>
                  <a:lnTo>
                    <a:pt x="5434242" y="2551023"/>
                  </a:lnTo>
                  <a:lnTo>
                    <a:pt x="5447627" y="2557759"/>
                  </a:lnTo>
                  <a:lnTo>
                    <a:pt x="5461011" y="2564308"/>
                  </a:lnTo>
                  <a:lnTo>
                    <a:pt x="5474396" y="2570624"/>
                  </a:lnTo>
                  <a:lnTo>
                    <a:pt x="5487781" y="2576787"/>
                  </a:lnTo>
                  <a:lnTo>
                    <a:pt x="5501166" y="2582798"/>
                  </a:lnTo>
                  <a:lnTo>
                    <a:pt x="5514551" y="2588593"/>
                  </a:lnTo>
                  <a:lnTo>
                    <a:pt x="5527936" y="2594216"/>
                  </a:lnTo>
                  <a:lnTo>
                    <a:pt x="5541320" y="2599696"/>
                  </a:lnTo>
                  <a:lnTo>
                    <a:pt x="5554705" y="2605021"/>
                  </a:lnTo>
                  <a:lnTo>
                    <a:pt x="5568090" y="2610134"/>
                  </a:lnTo>
                  <a:lnTo>
                    <a:pt x="5581475" y="2615114"/>
                  </a:lnTo>
                  <a:lnTo>
                    <a:pt x="5594860" y="2619962"/>
                  </a:lnTo>
                  <a:lnTo>
                    <a:pt x="5608245" y="2624626"/>
                  </a:lnTo>
                  <a:lnTo>
                    <a:pt x="5621629" y="2629133"/>
                  </a:lnTo>
                  <a:lnTo>
                    <a:pt x="5635014" y="2633516"/>
                  </a:lnTo>
                  <a:lnTo>
                    <a:pt x="5648399" y="2637768"/>
                  </a:lnTo>
                  <a:lnTo>
                    <a:pt x="5661784" y="2641830"/>
                  </a:lnTo>
                  <a:lnTo>
                    <a:pt x="5675169" y="2645776"/>
                  </a:lnTo>
                  <a:lnTo>
                    <a:pt x="5688554" y="2649607"/>
                  </a:lnTo>
                  <a:lnTo>
                    <a:pt x="5701938" y="2653284"/>
                  </a:lnTo>
                  <a:lnTo>
                    <a:pt x="5715323" y="2656821"/>
                  </a:lnTo>
                  <a:lnTo>
                    <a:pt x="5728708" y="2660250"/>
                  </a:lnTo>
                  <a:lnTo>
                    <a:pt x="5742093" y="2663573"/>
                  </a:lnTo>
                  <a:lnTo>
                    <a:pt x="5755478" y="2666729"/>
                  </a:lnTo>
                  <a:lnTo>
                    <a:pt x="5768863" y="2669785"/>
                  </a:lnTo>
                  <a:lnTo>
                    <a:pt x="5782247" y="2672745"/>
                  </a:lnTo>
                  <a:lnTo>
                    <a:pt x="5795632" y="2675580"/>
                  </a:lnTo>
                  <a:lnTo>
                    <a:pt x="5809017" y="2678293"/>
                  </a:lnTo>
                  <a:lnTo>
                    <a:pt x="5822402" y="2680917"/>
                  </a:lnTo>
                  <a:lnTo>
                    <a:pt x="5835787" y="2683454"/>
                  </a:lnTo>
                  <a:lnTo>
                    <a:pt x="5849172" y="2685855"/>
                  </a:lnTo>
                  <a:lnTo>
                    <a:pt x="5862556" y="2688173"/>
                  </a:lnTo>
                  <a:lnTo>
                    <a:pt x="5875941" y="2690411"/>
                  </a:lnTo>
                  <a:lnTo>
                    <a:pt x="5889326" y="2692553"/>
                  </a:lnTo>
                  <a:lnTo>
                    <a:pt x="5902711" y="2694592"/>
                  </a:lnTo>
                  <a:lnTo>
                    <a:pt x="5916096" y="2696561"/>
                  </a:lnTo>
                  <a:lnTo>
                    <a:pt x="5929481" y="2698459"/>
                  </a:lnTo>
                  <a:lnTo>
                    <a:pt x="5942865" y="2700253"/>
                  </a:lnTo>
                  <a:lnTo>
                    <a:pt x="5956250" y="2701978"/>
                  </a:lnTo>
                  <a:lnTo>
                    <a:pt x="5969635" y="2703640"/>
                  </a:lnTo>
                  <a:lnTo>
                    <a:pt x="5983020" y="2705229"/>
                  </a:lnTo>
                  <a:lnTo>
                    <a:pt x="5996405" y="2706734"/>
                  </a:lnTo>
                  <a:lnTo>
                    <a:pt x="6009790" y="2708184"/>
                  </a:lnTo>
                  <a:lnTo>
                    <a:pt x="6023174" y="2709579"/>
                  </a:lnTo>
                  <a:lnTo>
                    <a:pt x="6036559" y="2710895"/>
                  </a:lnTo>
                  <a:lnTo>
                    <a:pt x="6049944" y="2712154"/>
                  </a:lnTo>
                  <a:lnTo>
                    <a:pt x="6063329" y="2713364"/>
                  </a:lnTo>
                  <a:lnTo>
                    <a:pt x="6076714" y="2714520"/>
                  </a:lnTo>
                  <a:lnTo>
                    <a:pt x="6090099" y="2715607"/>
                  </a:lnTo>
                  <a:lnTo>
                    <a:pt x="6103483" y="2716652"/>
                  </a:lnTo>
                  <a:lnTo>
                    <a:pt x="6116868" y="2717654"/>
                  </a:lnTo>
                  <a:lnTo>
                    <a:pt x="6130253" y="2718596"/>
                  </a:lnTo>
                  <a:lnTo>
                    <a:pt x="6143638" y="2719492"/>
                  </a:lnTo>
                  <a:lnTo>
                    <a:pt x="6157023" y="2720351"/>
                  </a:lnTo>
                  <a:lnTo>
                    <a:pt x="6170408" y="2721170"/>
                  </a:lnTo>
                  <a:lnTo>
                    <a:pt x="6183792" y="2721934"/>
                  </a:lnTo>
                  <a:lnTo>
                    <a:pt x="6197177" y="2722666"/>
                  </a:lnTo>
                  <a:lnTo>
                    <a:pt x="6210562" y="2723367"/>
                  </a:lnTo>
                  <a:lnTo>
                    <a:pt x="6223947" y="2724025"/>
                  </a:lnTo>
                  <a:lnTo>
                    <a:pt x="6237332" y="2724648"/>
                  </a:lnTo>
                  <a:lnTo>
                    <a:pt x="6250717" y="2725244"/>
                  </a:lnTo>
                  <a:lnTo>
                    <a:pt x="6264101" y="2725813"/>
                  </a:lnTo>
                  <a:lnTo>
                    <a:pt x="6277486" y="2726345"/>
                  </a:lnTo>
                  <a:lnTo>
                    <a:pt x="6290871" y="2726856"/>
                  </a:lnTo>
                  <a:lnTo>
                    <a:pt x="6304256" y="2727346"/>
                  </a:lnTo>
                  <a:lnTo>
                    <a:pt x="6317641" y="2727812"/>
                  </a:lnTo>
                  <a:lnTo>
                    <a:pt x="6331026" y="2728257"/>
                  </a:lnTo>
                  <a:lnTo>
                    <a:pt x="6344410" y="2728688"/>
                  </a:lnTo>
                  <a:lnTo>
                    <a:pt x="6357795" y="2729106"/>
                  </a:lnTo>
                  <a:lnTo>
                    <a:pt x="6371180" y="2729507"/>
                  </a:lnTo>
                  <a:lnTo>
                    <a:pt x="6384565" y="2729901"/>
                  </a:lnTo>
                  <a:lnTo>
                    <a:pt x="6397950" y="2730288"/>
                  </a:lnTo>
                  <a:lnTo>
                    <a:pt x="6411335" y="2730669"/>
                  </a:lnTo>
                  <a:lnTo>
                    <a:pt x="6424719" y="2731048"/>
                  </a:lnTo>
                  <a:lnTo>
                    <a:pt x="6438104" y="2731427"/>
                  </a:lnTo>
                  <a:lnTo>
                    <a:pt x="6451489" y="2731807"/>
                  </a:lnTo>
                  <a:lnTo>
                    <a:pt x="6464874" y="2732194"/>
                  </a:lnTo>
                  <a:lnTo>
                    <a:pt x="6478259" y="2732587"/>
                  </a:lnTo>
                  <a:lnTo>
                    <a:pt x="6491644" y="2732988"/>
                  </a:lnTo>
                  <a:lnTo>
                    <a:pt x="6505028" y="2733400"/>
                  </a:lnTo>
                  <a:lnTo>
                    <a:pt x="6518413" y="2733828"/>
                  </a:lnTo>
                  <a:lnTo>
                    <a:pt x="6531798" y="2734270"/>
                  </a:lnTo>
                  <a:lnTo>
                    <a:pt x="6545183" y="2734725"/>
                  </a:lnTo>
                  <a:lnTo>
                    <a:pt x="6558568" y="2735204"/>
                  </a:lnTo>
                  <a:lnTo>
                    <a:pt x="6571953" y="2735702"/>
                  </a:lnTo>
                  <a:lnTo>
                    <a:pt x="6585337" y="2736218"/>
                  </a:lnTo>
                  <a:lnTo>
                    <a:pt x="6598722" y="2736756"/>
                  </a:lnTo>
                  <a:lnTo>
                    <a:pt x="6612107" y="2737323"/>
                  </a:lnTo>
                  <a:lnTo>
                    <a:pt x="6625492" y="2737910"/>
                  </a:lnTo>
                  <a:lnTo>
                    <a:pt x="6638877" y="2738518"/>
                  </a:lnTo>
                  <a:lnTo>
                    <a:pt x="6652262" y="2739156"/>
                  </a:lnTo>
                  <a:lnTo>
                    <a:pt x="6665646" y="2739819"/>
                  </a:lnTo>
                  <a:lnTo>
                    <a:pt x="6679031" y="2740503"/>
                  </a:lnTo>
                  <a:lnTo>
                    <a:pt x="6692416" y="2741210"/>
                  </a:lnTo>
                  <a:lnTo>
                    <a:pt x="6705801" y="2741948"/>
                  </a:lnTo>
                  <a:lnTo>
                    <a:pt x="6719186" y="2742705"/>
                  </a:lnTo>
                  <a:lnTo>
                    <a:pt x="6732571" y="2743481"/>
                  </a:lnTo>
                  <a:lnTo>
                    <a:pt x="6745955" y="2744283"/>
                  </a:lnTo>
                  <a:lnTo>
                    <a:pt x="6759340" y="2745104"/>
                  </a:lnTo>
                  <a:lnTo>
                    <a:pt x="6772725" y="2745942"/>
                  </a:lnTo>
                  <a:lnTo>
                    <a:pt x="6786110" y="2746795"/>
                  </a:lnTo>
                  <a:lnTo>
                    <a:pt x="6799495" y="2747668"/>
                  </a:lnTo>
                  <a:lnTo>
                    <a:pt x="6812880" y="2748553"/>
                  </a:lnTo>
                  <a:lnTo>
                    <a:pt x="6826264" y="2749447"/>
                  </a:lnTo>
                  <a:lnTo>
                    <a:pt x="6839649" y="2750353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3822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4117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14085" y="488031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085" y="425671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4085" y="363311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4085" y="300951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11166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53947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250410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75881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30110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75: N = 55, median = 13.8 %   |   Age &lt; 75: N = 267, median = -0.7 %   |   Mann-Whitney U p = &lt;0.001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2026-10-09T11:52:49Z</dcterms:modified>
  <cp:category/>
</cp:coreProperties>
</file>