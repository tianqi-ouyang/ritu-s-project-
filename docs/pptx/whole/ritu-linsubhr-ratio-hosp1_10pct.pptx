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54966"/>
            </a:xfrm>
            <a:custGeom>
              <a:avLst/>
              <a:pathLst>
                <a:path w="7090630" h="3454966">
                  <a:moveTo>
                    <a:pt x="1455976" y="0"/>
                  </a:moveTo>
                  <a:lnTo>
                    <a:pt x="1504073" y="141090"/>
                  </a:lnTo>
                  <a:lnTo>
                    <a:pt x="1575695" y="338770"/>
                  </a:lnTo>
                  <a:lnTo>
                    <a:pt x="1647318" y="524759"/>
                  </a:lnTo>
                  <a:lnTo>
                    <a:pt x="1718940" y="699749"/>
                  </a:lnTo>
                  <a:lnTo>
                    <a:pt x="1790563" y="864391"/>
                  </a:lnTo>
                  <a:lnTo>
                    <a:pt x="1862185" y="1019295"/>
                  </a:lnTo>
                  <a:lnTo>
                    <a:pt x="1933808" y="1165039"/>
                  </a:lnTo>
                  <a:lnTo>
                    <a:pt x="2005430" y="1302164"/>
                  </a:lnTo>
                  <a:lnTo>
                    <a:pt x="2077053" y="1431180"/>
                  </a:lnTo>
                  <a:lnTo>
                    <a:pt x="2148675" y="1552565"/>
                  </a:lnTo>
                  <a:lnTo>
                    <a:pt x="2220298" y="1666772"/>
                  </a:lnTo>
                  <a:lnTo>
                    <a:pt x="2291920" y="1774226"/>
                  </a:lnTo>
                  <a:lnTo>
                    <a:pt x="2363543" y="1875324"/>
                  </a:lnTo>
                  <a:lnTo>
                    <a:pt x="2435165" y="1970444"/>
                  </a:lnTo>
                  <a:lnTo>
                    <a:pt x="2506788" y="2059938"/>
                  </a:lnTo>
                  <a:lnTo>
                    <a:pt x="2578410" y="2144140"/>
                  </a:lnTo>
                  <a:lnTo>
                    <a:pt x="2650033" y="2223362"/>
                  </a:lnTo>
                  <a:lnTo>
                    <a:pt x="2721655" y="2297900"/>
                  </a:lnTo>
                  <a:lnTo>
                    <a:pt x="2793278" y="2368029"/>
                  </a:lnTo>
                  <a:lnTo>
                    <a:pt x="2864901" y="2434011"/>
                  </a:lnTo>
                  <a:lnTo>
                    <a:pt x="2936523" y="2496090"/>
                  </a:lnTo>
                  <a:lnTo>
                    <a:pt x="3008146" y="2554499"/>
                  </a:lnTo>
                  <a:lnTo>
                    <a:pt x="3079768" y="2609453"/>
                  </a:lnTo>
                  <a:lnTo>
                    <a:pt x="3151391" y="2652234"/>
                  </a:lnTo>
                  <a:lnTo>
                    <a:pt x="3223013" y="2637071"/>
                  </a:lnTo>
                  <a:lnTo>
                    <a:pt x="3294636" y="2621631"/>
                  </a:lnTo>
                  <a:lnTo>
                    <a:pt x="3366258" y="2605910"/>
                  </a:lnTo>
                  <a:lnTo>
                    <a:pt x="3437881" y="2589902"/>
                  </a:lnTo>
                  <a:lnTo>
                    <a:pt x="3509503" y="2573602"/>
                  </a:lnTo>
                  <a:lnTo>
                    <a:pt x="3581126" y="2557005"/>
                  </a:lnTo>
                  <a:lnTo>
                    <a:pt x="3652748" y="2540106"/>
                  </a:lnTo>
                  <a:lnTo>
                    <a:pt x="3724371" y="2522898"/>
                  </a:lnTo>
                  <a:lnTo>
                    <a:pt x="3795993" y="2505376"/>
                  </a:lnTo>
                  <a:lnTo>
                    <a:pt x="3867616" y="2487535"/>
                  </a:lnTo>
                  <a:lnTo>
                    <a:pt x="3939238" y="2469369"/>
                  </a:lnTo>
                  <a:lnTo>
                    <a:pt x="4010861" y="2450871"/>
                  </a:lnTo>
                  <a:lnTo>
                    <a:pt x="4082483" y="2432036"/>
                  </a:lnTo>
                  <a:lnTo>
                    <a:pt x="4154106" y="2412857"/>
                  </a:lnTo>
                  <a:lnTo>
                    <a:pt x="4225729" y="2393329"/>
                  </a:lnTo>
                  <a:lnTo>
                    <a:pt x="4297351" y="2373445"/>
                  </a:lnTo>
                  <a:lnTo>
                    <a:pt x="4368974" y="2353198"/>
                  </a:lnTo>
                  <a:lnTo>
                    <a:pt x="4440596" y="2332582"/>
                  </a:lnTo>
                  <a:lnTo>
                    <a:pt x="4512219" y="2311589"/>
                  </a:lnTo>
                  <a:lnTo>
                    <a:pt x="4583841" y="2290215"/>
                  </a:lnTo>
                  <a:lnTo>
                    <a:pt x="4655464" y="2268450"/>
                  </a:lnTo>
                  <a:lnTo>
                    <a:pt x="4727086" y="2246288"/>
                  </a:lnTo>
                  <a:lnTo>
                    <a:pt x="4798709" y="2223722"/>
                  </a:lnTo>
                  <a:lnTo>
                    <a:pt x="4870331" y="2200745"/>
                  </a:lnTo>
                  <a:lnTo>
                    <a:pt x="4941954" y="2177349"/>
                  </a:lnTo>
                  <a:lnTo>
                    <a:pt x="5013576" y="2153526"/>
                  </a:lnTo>
                  <a:lnTo>
                    <a:pt x="5085199" y="2129269"/>
                  </a:lnTo>
                  <a:lnTo>
                    <a:pt x="5156821" y="2104569"/>
                  </a:lnTo>
                  <a:lnTo>
                    <a:pt x="5228444" y="2079419"/>
                  </a:lnTo>
                  <a:lnTo>
                    <a:pt x="5300066" y="2053810"/>
                  </a:lnTo>
                  <a:lnTo>
                    <a:pt x="5371689" y="2027735"/>
                  </a:lnTo>
                  <a:lnTo>
                    <a:pt x="5443311" y="2001183"/>
                  </a:lnTo>
                  <a:lnTo>
                    <a:pt x="5514934" y="1974148"/>
                  </a:lnTo>
                  <a:lnTo>
                    <a:pt x="5586557" y="1946620"/>
                  </a:lnTo>
                  <a:lnTo>
                    <a:pt x="5658179" y="1918589"/>
                  </a:lnTo>
                  <a:lnTo>
                    <a:pt x="5729802" y="1890048"/>
                  </a:lnTo>
                  <a:lnTo>
                    <a:pt x="5801424" y="1860986"/>
                  </a:lnTo>
                  <a:lnTo>
                    <a:pt x="5873047" y="1831394"/>
                  </a:lnTo>
                  <a:lnTo>
                    <a:pt x="5944669" y="1801262"/>
                  </a:lnTo>
                  <a:lnTo>
                    <a:pt x="6016292" y="1770581"/>
                  </a:lnTo>
                  <a:lnTo>
                    <a:pt x="6087914" y="1739341"/>
                  </a:lnTo>
                  <a:lnTo>
                    <a:pt x="6159537" y="1707530"/>
                  </a:lnTo>
                  <a:lnTo>
                    <a:pt x="6231159" y="1675140"/>
                  </a:lnTo>
                  <a:lnTo>
                    <a:pt x="6302782" y="1642159"/>
                  </a:lnTo>
                  <a:lnTo>
                    <a:pt x="6374404" y="1608577"/>
                  </a:lnTo>
                  <a:lnTo>
                    <a:pt x="6446027" y="1574382"/>
                  </a:lnTo>
                  <a:lnTo>
                    <a:pt x="6517649" y="1539564"/>
                  </a:lnTo>
                  <a:lnTo>
                    <a:pt x="6589272" y="1504111"/>
                  </a:lnTo>
                  <a:lnTo>
                    <a:pt x="6660894" y="1468011"/>
                  </a:lnTo>
                  <a:lnTo>
                    <a:pt x="6732517" y="1431253"/>
                  </a:lnTo>
                  <a:lnTo>
                    <a:pt x="6804139" y="1393824"/>
                  </a:lnTo>
                  <a:lnTo>
                    <a:pt x="6875762" y="1355713"/>
                  </a:lnTo>
                  <a:lnTo>
                    <a:pt x="6947385" y="1316908"/>
                  </a:lnTo>
                  <a:lnTo>
                    <a:pt x="7019007" y="1277394"/>
                  </a:lnTo>
                  <a:lnTo>
                    <a:pt x="7090630" y="1237160"/>
                  </a:lnTo>
                  <a:lnTo>
                    <a:pt x="7090630" y="3454966"/>
                  </a:lnTo>
                  <a:lnTo>
                    <a:pt x="7019007" y="3453157"/>
                  </a:lnTo>
                  <a:lnTo>
                    <a:pt x="6947385" y="3451234"/>
                  </a:lnTo>
                  <a:lnTo>
                    <a:pt x="6875762" y="3449191"/>
                  </a:lnTo>
                  <a:lnTo>
                    <a:pt x="6804139" y="3447019"/>
                  </a:lnTo>
                  <a:lnTo>
                    <a:pt x="6732517" y="3444710"/>
                  </a:lnTo>
                  <a:lnTo>
                    <a:pt x="6660894" y="3442257"/>
                  </a:lnTo>
                  <a:lnTo>
                    <a:pt x="6589272" y="3439649"/>
                  </a:lnTo>
                  <a:lnTo>
                    <a:pt x="6517649" y="3436877"/>
                  </a:lnTo>
                  <a:lnTo>
                    <a:pt x="6446027" y="3433931"/>
                  </a:lnTo>
                  <a:lnTo>
                    <a:pt x="6374404" y="3430800"/>
                  </a:lnTo>
                  <a:lnTo>
                    <a:pt x="6302782" y="3427472"/>
                  </a:lnTo>
                  <a:lnTo>
                    <a:pt x="6231159" y="3423934"/>
                  </a:lnTo>
                  <a:lnTo>
                    <a:pt x="6159537" y="3420175"/>
                  </a:lnTo>
                  <a:lnTo>
                    <a:pt x="6087914" y="3416179"/>
                  </a:lnTo>
                  <a:lnTo>
                    <a:pt x="6016292" y="3411932"/>
                  </a:lnTo>
                  <a:lnTo>
                    <a:pt x="5944669" y="3407418"/>
                  </a:lnTo>
                  <a:lnTo>
                    <a:pt x="5873047" y="3402621"/>
                  </a:lnTo>
                  <a:lnTo>
                    <a:pt x="5801424" y="3397521"/>
                  </a:lnTo>
                  <a:lnTo>
                    <a:pt x="5729802" y="3392102"/>
                  </a:lnTo>
                  <a:lnTo>
                    <a:pt x="5658179" y="3386341"/>
                  </a:lnTo>
                  <a:lnTo>
                    <a:pt x="5586557" y="3380219"/>
                  </a:lnTo>
                  <a:lnTo>
                    <a:pt x="5514934" y="3373711"/>
                  </a:lnTo>
                  <a:lnTo>
                    <a:pt x="5443311" y="3366795"/>
                  </a:lnTo>
                  <a:lnTo>
                    <a:pt x="5371689" y="3359444"/>
                  </a:lnTo>
                  <a:lnTo>
                    <a:pt x="5300066" y="3351631"/>
                  </a:lnTo>
                  <a:lnTo>
                    <a:pt x="5228444" y="3343327"/>
                  </a:lnTo>
                  <a:lnTo>
                    <a:pt x="5156821" y="3334501"/>
                  </a:lnTo>
                  <a:lnTo>
                    <a:pt x="5085199" y="3325120"/>
                  </a:lnTo>
                  <a:lnTo>
                    <a:pt x="5013576" y="3315149"/>
                  </a:lnTo>
                  <a:lnTo>
                    <a:pt x="4941954" y="3304552"/>
                  </a:lnTo>
                  <a:lnTo>
                    <a:pt x="4870331" y="3293288"/>
                  </a:lnTo>
                  <a:lnTo>
                    <a:pt x="4798709" y="3281317"/>
                  </a:lnTo>
                  <a:lnTo>
                    <a:pt x="4727086" y="3268593"/>
                  </a:lnTo>
                  <a:lnTo>
                    <a:pt x="4655464" y="3255069"/>
                  </a:lnTo>
                  <a:lnTo>
                    <a:pt x="4583841" y="3240696"/>
                  </a:lnTo>
                  <a:lnTo>
                    <a:pt x="4512219" y="3225419"/>
                  </a:lnTo>
                  <a:lnTo>
                    <a:pt x="4440596" y="3209181"/>
                  </a:lnTo>
                  <a:lnTo>
                    <a:pt x="4368974" y="3191923"/>
                  </a:lnTo>
                  <a:lnTo>
                    <a:pt x="4297351" y="3173581"/>
                  </a:lnTo>
                  <a:lnTo>
                    <a:pt x="4225729" y="3154085"/>
                  </a:lnTo>
                  <a:lnTo>
                    <a:pt x="4154106" y="3133364"/>
                  </a:lnTo>
                  <a:lnTo>
                    <a:pt x="4082483" y="3111340"/>
                  </a:lnTo>
                  <a:lnTo>
                    <a:pt x="4010861" y="3087932"/>
                  </a:lnTo>
                  <a:lnTo>
                    <a:pt x="3939238" y="3063053"/>
                  </a:lnTo>
                  <a:lnTo>
                    <a:pt x="3867616" y="3036610"/>
                  </a:lnTo>
                  <a:lnTo>
                    <a:pt x="3795993" y="3008505"/>
                  </a:lnTo>
                  <a:lnTo>
                    <a:pt x="3724371" y="2978634"/>
                  </a:lnTo>
                  <a:lnTo>
                    <a:pt x="3652748" y="2946884"/>
                  </a:lnTo>
                  <a:lnTo>
                    <a:pt x="3581126" y="2913140"/>
                  </a:lnTo>
                  <a:lnTo>
                    <a:pt x="3509503" y="2877274"/>
                  </a:lnTo>
                  <a:lnTo>
                    <a:pt x="3437881" y="2839153"/>
                  </a:lnTo>
                  <a:lnTo>
                    <a:pt x="3366258" y="2798637"/>
                  </a:lnTo>
                  <a:lnTo>
                    <a:pt x="3294636" y="2755574"/>
                  </a:lnTo>
                  <a:lnTo>
                    <a:pt x="3223013" y="2709804"/>
                  </a:lnTo>
                  <a:lnTo>
                    <a:pt x="3151391" y="2661158"/>
                  </a:lnTo>
                  <a:lnTo>
                    <a:pt x="3079768" y="2667125"/>
                  </a:lnTo>
                  <a:lnTo>
                    <a:pt x="3008146" y="2681750"/>
                  </a:lnTo>
                  <a:lnTo>
                    <a:pt x="2936523" y="2696113"/>
                  </a:lnTo>
                  <a:lnTo>
                    <a:pt x="2864901" y="2710219"/>
                  </a:lnTo>
                  <a:lnTo>
                    <a:pt x="2793278" y="2724072"/>
                  </a:lnTo>
                  <a:lnTo>
                    <a:pt x="2721655" y="2737677"/>
                  </a:lnTo>
                  <a:lnTo>
                    <a:pt x="2650033" y="2751038"/>
                  </a:lnTo>
                  <a:lnTo>
                    <a:pt x="2578410" y="2764160"/>
                  </a:lnTo>
                  <a:lnTo>
                    <a:pt x="2506788" y="2777047"/>
                  </a:lnTo>
                  <a:lnTo>
                    <a:pt x="2435165" y="2789704"/>
                  </a:lnTo>
                  <a:lnTo>
                    <a:pt x="2363543" y="2802133"/>
                  </a:lnTo>
                  <a:lnTo>
                    <a:pt x="2291920" y="2814340"/>
                  </a:lnTo>
                  <a:lnTo>
                    <a:pt x="2220298" y="2826329"/>
                  </a:lnTo>
                  <a:lnTo>
                    <a:pt x="2148675" y="2838102"/>
                  </a:lnTo>
                  <a:lnTo>
                    <a:pt x="2077053" y="2849665"/>
                  </a:lnTo>
                  <a:lnTo>
                    <a:pt x="2005430" y="2861021"/>
                  </a:lnTo>
                  <a:lnTo>
                    <a:pt x="1933808" y="2872173"/>
                  </a:lnTo>
                  <a:lnTo>
                    <a:pt x="1862185" y="2883126"/>
                  </a:lnTo>
                  <a:lnTo>
                    <a:pt x="1790563" y="2893882"/>
                  </a:lnTo>
                  <a:lnTo>
                    <a:pt x="1718940" y="2904446"/>
                  </a:lnTo>
                  <a:lnTo>
                    <a:pt x="1647318" y="2914821"/>
                  </a:lnTo>
                  <a:lnTo>
                    <a:pt x="1575695" y="2925010"/>
                  </a:lnTo>
                  <a:lnTo>
                    <a:pt x="1504073" y="2935016"/>
                  </a:lnTo>
                  <a:lnTo>
                    <a:pt x="1432450" y="2944843"/>
                  </a:lnTo>
                  <a:lnTo>
                    <a:pt x="1360827" y="2954495"/>
                  </a:lnTo>
                  <a:lnTo>
                    <a:pt x="1289205" y="2963973"/>
                  </a:lnTo>
                  <a:lnTo>
                    <a:pt x="1217582" y="2973282"/>
                  </a:lnTo>
                  <a:lnTo>
                    <a:pt x="1145960" y="2982424"/>
                  </a:lnTo>
                  <a:lnTo>
                    <a:pt x="1074337" y="2991402"/>
                  </a:lnTo>
                  <a:lnTo>
                    <a:pt x="1002715" y="3000219"/>
                  </a:lnTo>
                  <a:lnTo>
                    <a:pt x="931092" y="3008879"/>
                  </a:lnTo>
                  <a:lnTo>
                    <a:pt x="859470" y="3017383"/>
                  </a:lnTo>
                  <a:lnTo>
                    <a:pt x="787847" y="3025735"/>
                  </a:lnTo>
                  <a:lnTo>
                    <a:pt x="716225" y="3033938"/>
                  </a:lnTo>
                  <a:lnTo>
                    <a:pt x="644602" y="3041993"/>
                  </a:lnTo>
                  <a:lnTo>
                    <a:pt x="572980" y="3049905"/>
                  </a:lnTo>
                  <a:lnTo>
                    <a:pt x="501357" y="3057674"/>
                  </a:lnTo>
                  <a:lnTo>
                    <a:pt x="429735" y="3065305"/>
                  </a:lnTo>
                  <a:lnTo>
                    <a:pt x="358112" y="3072799"/>
                  </a:lnTo>
                  <a:lnTo>
                    <a:pt x="286490" y="3080158"/>
                  </a:lnTo>
                  <a:lnTo>
                    <a:pt x="214867" y="3087386"/>
                  </a:lnTo>
                  <a:lnTo>
                    <a:pt x="143245" y="3094485"/>
                  </a:lnTo>
                  <a:lnTo>
                    <a:pt x="71622" y="3101456"/>
                  </a:lnTo>
                  <a:lnTo>
                    <a:pt x="0" y="31083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628026" y="2073503"/>
              <a:ext cx="5634653" cy="2652234"/>
            </a:xfrm>
            <a:custGeom>
              <a:avLst/>
              <a:pathLst>
                <a:path w="5634653" h="2652234">
                  <a:moveTo>
                    <a:pt x="0" y="0"/>
                  </a:moveTo>
                  <a:lnTo>
                    <a:pt x="48096" y="141090"/>
                  </a:lnTo>
                  <a:lnTo>
                    <a:pt x="119718" y="338770"/>
                  </a:lnTo>
                  <a:lnTo>
                    <a:pt x="191341" y="524759"/>
                  </a:lnTo>
                  <a:lnTo>
                    <a:pt x="262963" y="699749"/>
                  </a:lnTo>
                  <a:lnTo>
                    <a:pt x="334586" y="864391"/>
                  </a:lnTo>
                  <a:lnTo>
                    <a:pt x="406208" y="1019295"/>
                  </a:lnTo>
                  <a:lnTo>
                    <a:pt x="477831" y="1165039"/>
                  </a:lnTo>
                  <a:lnTo>
                    <a:pt x="549453" y="1302164"/>
                  </a:lnTo>
                  <a:lnTo>
                    <a:pt x="621076" y="1431180"/>
                  </a:lnTo>
                  <a:lnTo>
                    <a:pt x="692699" y="1552565"/>
                  </a:lnTo>
                  <a:lnTo>
                    <a:pt x="764321" y="1666772"/>
                  </a:lnTo>
                  <a:lnTo>
                    <a:pt x="835944" y="1774226"/>
                  </a:lnTo>
                  <a:lnTo>
                    <a:pt x="907566" y="1875324"/>
                  </a:lnTo>
                  <a:lnTo>
                    <a:pt x="979189" y="1970444"/>
                  </a:lnTo>
                  <a:lnTo>
                    <a:pt x="1050811" y="2059938"/>
                  </a:lnTo>
                  <a:lnTo>
                    <a:pt x="1122434" y="2144140"/>
                  </a:lnTo>
                  <a:lnTo>
                    <a:pt x="1194056" y="2223362"/>
                  </a:lnTo>
                  <a:lnTo>
                    <a:pt x="1265679" y="2297900"/>
                  </a:lnTo>
                  <a:lnTo>
                    <a:pt x="1337301" y="2368029"/>
                  </a:lnTo>
                  <a:lnTo>
                    <a:pt x="1408924" y="2434011"/>
                  </a:lnTo>
                  <a:lnTo>
                    <a:pt x="1480546" y="2496090"/>
                  </a:lnTo>
                  <a:lnTo>
                    <a:pt x="1552169" y="2554499"/>
                  </a:lnTo>
                  <a:lnTo>
                    <a:pt x="1623791" y="2609453"/>
                  </a:lnTo>
                  <a:lnTo>
                    <a:pt x="1695414" y="2652234"/>
                  </a:lnTo>
                  <a:lnTo>
                    <a:pt x="1767036" y="2637071"/>
                  </a:lnTo>
                  <a:lnTo>
                    <a:pt x="1838659" y="2621631"/>
                  </a:lnTo>
                  <a:lnTo>
                    <a:pt x="1910281" y="2605910"/>
                  </a:lnTo>
                  <a:lnTo>
                    <a:pt x="1981904" y="2589902"/>
                  </a:lnTo>
                  <a:lnTo>
                    <a:pt x="2053527" y="2573602"/>
                  </a:lnTo>
                  <a:lnTo>
                    <a:pt x="2125149" y="2557005"/>
                  </a:lnTo>
                  <a:lnTo>
                    <a:pt x="2196772" y="2540106"/>
                  </a:lnTo>
                  <a:lnTo>
                    <a:pt x="2268394" y="2522898"/>
                  </a:lnTo>
                  <a:lnTo>
                    <a:pt x="2340017" y="2505376"/>
                  </a:lnTo>
                  <a:lnTo>
                    <a:pt x="2411639" y="2487535"/>
                  </a:lnTo>
                  <a:lnTo>
                    <a:pt x="2483262" y="2469369"/>
                  </a:lnTo>
                  <a:lnTo>
                    <a:pt x="2554884" y="2450871"/>
                  </a:lnTo>
                  <a:lnTo>
                    <a:pt x="2626507" y="2432036"/>
                  </a:lnTo>
                  <a:lnTo>
                    <a:pt x="2698129" y="2412857"/>
                  </a:lnTo>
                  <a:lnTo>
                    <a:pt x="2769752" y="2393329"/>
                  </a:lnTo>
                  <a:lnTo>
                    <a:pt x="2841374" y="2373445"/>
                  </a:lnTo>
                  <a:lnTo>
                    <a:pt x="2912997" y="2353198"/>
                  </a:lnTo>
                  <a:lnTo>
                    <a:pt x="2984619" y="2332582"/>
                  </a:lnTo>
                  <a:lnTo>
                    <a:pt x="3056242" y="2311589"/>
                  </a:lnTo>
                  <a:lnTo>
                    <a:pt x="3127864" y="2290215"/>
                  </a:lnTo>
                  <a:lnTo>
                    <a:pt x="3199487" y="2268450"/>
                  </a:lnTo>
                  <a:lnTo>
                    <a:pt x="3271109" y="2246288"/>
                  </a:lnTo>
                  <a:lnTo>
                    <a:pt x="3342732" y="2223722"/>
                  </a:lnTo>
                  <a:lnTo>
                    <a:pt x="3414355" y="2200745"/>
                  </a:lnTo>
                  <a:lnTo>
                    <a:pt x="3485977" y="2177349"/>
                  </a:lnTo>
                  <a:lnTo>
                    <a:pt x="3557600" y="2153526"/>
                  </a:lnTo>
                  <a:lnTo>
                    <a:pt x="3629222" y="2129269"/>
                  </a:lnTo>
                  <a:lnTo>
                    <a:pt x="3700845" y="2104569"/>
                  </a:lnTo>
                  <a:lnTo>
                    <a:pt x="3772467" y="2079419"/>
                  </a:lnTo>
                  <a:lnTo>
                    <a:pt x="3844090" y="2053810"/>
                  </a:lnTo>
                  <a:lnTo>
                    <a:pt x="3915712" y="2027735"/>
                  </a:lnTo>
                  <a:lnTo>
                    <a:pt x="3987335" y="2001183"/>
                  </a:lnTo>
                  <a:lnTo>
                    <a:pt x="4058957" y="1974148"/>
                  </a:lnTo>
                  <a:lnTo>
                    <a:pt x="4130580" y="1946620"/>
                  </a:lnTo>
                  <a:lnTo>
                    <a:pt x="4202202" y="1918589"/>
                  </a:lnTo>
                  <a:lnTo>
                    <a:pt x="4273825" y="1890048"/>
                  </a:lnTo>
                  <a:lnTo>
                    <a:pt x="4345447" y="1860986"/>
                  </a:lnTo>
                  <a:lnTo>
                    <a:pt x="4417070" y="1831394"/>
                  </a:lnTo>
                  <a:lnTo>
                    <a:pt x="4488692" y="1801262"/>
                  </a:lnTo>
                  <a:lnTo>
                    <a:pt x="4560315" y="1770581"/>
                  </a:lnTo>
                  <a:lnTo>
                    <a:pt x="4631937" y="1739341"/>
                  </a:lnTo>
                  <a:lnTo>
                    <a:pt x="4703560" y="1707530"/>
                  </a:lnTo>
                  <a:lnTo>
                    <a:pt x="4775183" y="1675140"/>
                  </a:lnTo>
                  <a:lnTo>
                    <a:pt x="4846805" y="1642159"/>
                  </a:lnTo>
                  <a:lnTo>
                    <a:pt x="4918428" y="1608577"/>
                  </a:lnTo>
                  <a:lnTo>
                    <a:pt x="4990050" y="1574382"/>
                  </a:lnTo>
                  <a:lnTo>
                    <a:pt x="5061673" y="1539564"/>
                  </a:lnTo>
                  <a:lnTo>
                    <a:pt x="5133295" y="1504111"/>
                  </a:lnTo>
                  <a:lnTo>
                    <a:pt x="5204918" y="1468011"/>
                  </a:lnTo>
                  <a:lnTo>
                    <a:pt x="5276540" y="1431253"/>
                  </a:lnTo>
                  <a:lnTo>
                    <a:pt x="5348163" y="1393824"/>
                  </a:lnTo>
                  <a:lnTo>
                    <a:pt x="5419785" y="1355713"/>
                  </a:lnTo>
                  <a:lnTo>
                    <a:pt x="5491408" y="1316908"/>
                  </a:lnTo>
                  <a:lnTo>
                    <a:pt x="5563030" y="1277394"/>
                  </a:lnTo>
                  <a:lnTo>
                    <a:pt x="5634653" y="12371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4661"/>
              <a:ext cx="7090630" cy="793808"/>
            </a:xfrm>
            <a:custGeom>
              <a:avLst/>
              <a:pathLst>
                <a:path w="7090630" h="793808">
                  <a:moveTo>
                    <a:pt x="7090630" y="793808"/>
                  </a:moveTo>
                  <a:lnTo>
                    <a:pt x="7019007" y="791999"/>
                  </a:lnTo>
                  <a:lnTo>
                    <a:pt x="6947385" y="790076"/>
                  </a:lnTo>
                  <a:lnTo>
                    <a:pt x="6875762" y="788033"/>
                  </a:lnTo>
                  <a:lnTo>
                    <a:pt x="6804139" y="785861"/>
                  </a:lnTo>
                  <a:lnTo>
                    <a:pt x="6732517" y="783552"/>
                  </a:lnTo>
                  <a:lnTo>
                    <a:pt x="6660894" y="781098"/>
                  </a:lnTo>
                  <a:lnTo>
                    <a:pt x="6589272" y="778491"/>
                  </a:lnTo>
                  <a:lnTo>
                    <a:pt x="6517649" y="775719"/>
                  </a:lnTo>
                  <a:lnTo>
                    <a:pt x="6446027" y="772773"/>
                  </a:lnTo>
                  <a:lnTo>
                    <a:pt x="6374404" y="769642"/>
                  </a:lnTo>
                  <a:lnTo>
                    <a:pt x="6302782" y="766314"/>
                  </a:lnTo>
                  <a:lnTo>
                    <a:pt x="6231159" y="762776"/>
                  </a:lnTo>
                  <a:lnTo>
                    <a:pt x="6159537" y="759017"/>
                  </a:lnTo>
                  <a:lnTo>
                    <a:pt x="6087914" y="755021"/>
                  </a:lnTo>
                  <a:lnTo>
                    <a:pt x="6016292" y="750774"/>
                  </a:lnTo>
                  <a:lnTo>
                    <a:pt x="5944669" y="746260"/>
                  </a:lnTo>
                  <a:lnTo>
                    <a:pt x="5873047" y="741462"/>
                  </a:lnTo>
                  <a:lnTo>
                    <a:pt x="5801424" y="736363"/>
                  </a:lnTo>
                  <a:lnTo>
                    <a:pt x="5729802" y="730943"/>
                  </a:lnTo>
                  <a:lnTo>
                    <a:pt x="5658179" y="725183"/>
                  </a:lnTo>
                  <a:lnTo>
                    <a:pt x="5586557" y="719061"/>
                  </a:lnTo>
                  <a:lnTo>
                    <a:pt x="5514934" y="712553"/>
                  </a:lnTo>
                  <a:lnTo>
                    <a:pt x="5443311" y="705637"/>
                  </a:lnTo>
                  <a:lnTo>
                    <a:pt x="5371689" y="698286"/>
                  </a:lnTo>
                  <a:lnTo>
                    <a:pt x="5300066" y="690473"/>
                  </a:lnTo>
                  <a:lnTo>
                    <a:pt x="5228444" y="682169"/>
                  </a:lnTo>
                  <a:lnTo>
                    <a:pt x="5156821" y="673342"/>
                  </a:lnTo>
                  <a:lnTo>
                    <a:pt x="5085199" y="663961"/>
                  </a:lnTo>
                  <a:lnTo>
                    <a:pt x="5013576" y="653991"/>
                  </a:lnTo>
                  <a:lnTo>
                    <a:pt x="4941954" y="643394"/>
                  </a:lnTo>
                  <a:lnTo>
                    <a:pt x="4870331" y="632130"/>
                  </a:lnTo>
                  <a:lnTo>
                    <a:pt x="4798709" y="620159"/>
                  </a:lnTo>
                  <a:lnTo>
                    <a:pt x="4727086" y="607435"/>
                  </a:lnTo>
                  <a:lnTo>
                    <a:pt x="4655464" y="593911"/>
                  </a:lnTo>
                  <a:lnTo>
                    <a:pt x="4583841" y="579538"/>
                  </a:lnTo>
                  <a:lnTo>
                    <a:pt x="4512219" y="564261"/>
                  </a:lnTo>
                  <a:lnTo>
                    <a:pt x="4440596" y="548023"/>
                  </a:lnTo>
                  <a:lnTo>
                    <a:pt x="4368974" y="530765"/>
                  </a:lnTo>
                  <a:lnTo>
                    <a:pt x="4297351" y="512422"/>
                  </a:lnTo>
                  <a:lnTo>
                    <a:pt x="4225729" y="492927"/>
                  </a:lnTo>
                  <a:lnTo>
                    <a:pt x="4154106" y="472206"/>
                  </a:lnTo>
                  <a:lnTo>
                    <a:pt x="4082483" y="450182"/>
                  </a:lnTo>
                  <a:lnTo>
                    <a:pt x="4010861" y="426774"/>
                  </a:lnTo>
                  <a:lnTo>
                    <a:pt x="3939238" y="401895"/>
                  </a:lnTo>
                  <a:lnTo>
                    <a:pt x="3867616" y="375452"/>
                  </a:lnTo>
                  <a:lnTo>
                    <a:pt x="3795993" y="347347"/>
                  </a:lnTo>
                  <a:lnTo>
                    <a:pt x="3724371" y="317475"/>
                  </a:lnTo>
                  <a:lnTo>
                    <a:pt x="3652748" y="285726"/>
                  </a:lnTo>
                  <a:lnTo>
                    <a:pt x="3581126" y="251981"/>
                  </a:lnTo>
                  <a:lnTo>
                    <a:pt x="3509503" y="216116"/>
                  </a:lnTo>
                  <a:lnTo>
                    <a:pt x="3437881" y="177995"/>
                  </a:lnTo>
                  <a:lnTo>
                    <a:pt x="3366258" y="137479"/>
                  </a:lnTo>
                  <a:lnTo>
                    <a:pt x="3294636" y="94416"/>
                  </a:lnTo>
                  <a:lnTo>
                    <a:pt x="3223013" y="48646"/>
                  </a:lnTo>
                  <a:lnTo>
                    <a:pt x="3151391" y="0"/>
                  </a:lnTo>
                  <a:lnTo>
                    <a:pt x="3079768" y="5967"/>
                  </a:lnTo>
                  <a:lnTo>
                    <a:pt x="3008146" y="20592"/>
                  </a:lnTo>
                  <a:lnTo>
                    <a:pt x="2936523" y="34955"/>
                  </a:lnTo>
                  <a:lnTo>
                    <a:pt x="2864901" y="49061"/>
                  </a:lnTo>
                  <a:lnTo>
                    <a:pt x="2793278" y="62914"/>
                  </a:lnTo>
                  <a:lnTo>
                    <a:pt x="2721655" y="76519"/>
                  </a:lnTo>
                  <a:lnTo>
                    <a:pt x="2650033" y="89880"/>
                  </a:lnTo>
                  <a:lnTo>
                    <a:pt x="2578410" y="103002"/>
                  </a:lnTo>
                  <a:lnTo>
                    <a:pt x="2506788" y="115889"/>
                  </a:lnTo>
                  <a:lnTo>
                    <a:pt x="2435165" y="128545"/>
                  </a:lnTo>
                  <a:lnTo>
                    <a:pt x="2363543" y="140975"/>
                  </a:lnTo>
                  <a:lnTo>
                    <a:pt x="2291920" y="153182"/>
                  </a:lnTo>
                  <a:lnTo>
                    <a:pt x="2220298" y="165170"/>
                  </a:lnTo>
                  <a:lnTo>
                    <a:pt x="2148675" y="176944"/>
                  </a:lnTo>
                  <a:lnTo>
                    <a:pt x="2077053" y="188507"/>
                  </a:lnTo>
                  <a:lnTo>
                    <a:pt x="2005430" y="199863"/>
                  </a:lnTo>
                  <a:lnTo>
                    <a:pt x="1933808" y="211015"/>
                  </a:lnTo>
                  <a:lnTo>
                    <a:pt x="1862185" y="221968"/>
                  </a:lnTo>
                  <a:lnTo>
                    <a:pt x="1790563" y="232724"/>
                  </a:lnTo>
                  <a:lnTo>
                    <a:pt x="1718940" y="243288"/>
                  </a:lnTo>
                  <a:lnTo>
                    <a:pt x="1647318" y="253663"/>
                  </a:lnTo>
                  <a:lnTo>
                    <a:pt x="1575695" y="263852"/>
                  </a:lnTo>
                  <a:lnTo>
                    <a:pt x="1504073" y="273858"/>
                  </a:lnTo>
                  <a:lnTo>
                    <a:pt x="1432450" y="283685"/>
                  </a:lnTo>
                  <a:lnTo>
                    <a:pt x="1360827" y="293336"/>
                  </a:lnTo>
                  <a:lnTo>
                    <a:pt x="1289205" y="302815"/>
                  </a:lnTo>
                  <a:lnTo>
                    <a:pt x="1217582" y="312123"/>
                  </a:lnTo>
                  <a:lnTo>
                    <a:pt x="1145960" y="321265"/>
                  </a:lnTo>
                  <a:lnTo>
                    <a:pt x="1074337" y="330244"/>
                  </a:lnTo>
                  <a:lnTo>
                    <a:pt x="1002715" y="339061"/>
                  </a:lnTo>
                  <a:lnTo>
                    <a:pt x="931092" y="347720"/>
                  </a:lnTo>
                  <a:lnTo>
                    <a:pt x="859470" y="356225"/>
                  </a:lnTo>
                  <a:lnTo>
                    <a:pt x="787847" y="364577"/>
                  </a:lnTo>
                  <a:lnTo>
                    <a:pt x="716225" y="372779"/>
                  </a:lnTo>
                  <a:lnTo>
                    <a:pt x="644602" y="380835"/>
                  </a:lnTo>
                  <a:lnTo>
                    <a:pt x="572980" y="388746"/>
                  </a:lnTo>
                  <a:lnTo>
                    <a:pt x="501357" y="396516"/>
                  </a:lnTo>
                  <a:lnTo>
                    <a:pt x="429735" y="404147"/>
                  </a:lnTo>
                  <a:lnTo>
                    <a:pt x="358112" y="411640"/>
                  </a:lnTo>
                  <a:lnTo>
                    <a:pt x="286490" y="419000"/>
                  </a:lnTo>
                  <a:lnTo>
                    <a:pt x="214867" y="426228"/>
                  </a:lnTo>
                  <a:lnTo>
                    <a:pt x="143245" y="433326"/>
                  </a:lnTo>
                  <a:lnTo>
                    <a:pt x="71622" y="440298"/>
                  </a:lnTo>
                  <a:lnTo>
                    <a:pt x="0" y="4471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432544"/>
              <a:ext cx="7090630" cy="1870426"/>
            </a:xfrm>
            <a:custGeom>
              <a:avLst/>
              <a:pathLst>
                <a:path w="7090630" h="1870426">
                  <a:moveTo>
                    <a:pt x="0" y="0"/>
                  </a:moveTo>
                  <a:lnTo>
                    <a:pt x="71622" y="45077"/>
                  </a:lnTo>
                  <a:lnTo>
                    <a:pt x="143245" y="89198"/>
                  </a:lnTo>
                  <a:lnTo>
                    <a:pt x="214867" y="132382"/>
                  </a:lnTo>
                  <a:lnTo>
                    <a:pt x="286490" y="174651"/>
                  </a:lnTo>
                  <a:lnTo>
                    <a:pt x="358112" y="216023"/>
                  </a:lnTo>
                  <a:lnTo>
                    <a:pt x="429735" y="256517"/>
                  </a:lnTo>
                  <a:lnTo>
                    <a:pt x="501357" y="296152"/>
                  </a:lnTo>
                  <a:lnTo>
                    <a:pt x="572980" y="334946"/>
                  </a:lnTo>
                  <a:lnTo>
                    <a:pt x="644602" y="372917"/>
                  </a:lnTo>
                  <a:lnTo>
                    <a:pt x="716225" y="410082"/>
                  </a:lnTo>
                  <a:lnTo>
                    <a:pt x="787847" y="446459"/>
                  </a:lnTo>
                  <a:lnTo>
                    <a:pt x="859470" y="482065"/>
                  </a:lnTo>
                  <a:lnTo>
                    <a:pt x="931092" y="516914"/>
                  </a:lnTo>
                  <a:lnTo>
                    <a:pt x="1002715" y="551025"/>
                  </a:lnTo>
                  <a:lnTo>
                    <a:pt x="1074337" y="584412"/>
                  </a:lnTo>
                  <a:lnTo>
                    <a:pt x="1145960" y="617090"/>
                  </a:lnTo>
                  <a:lnTo>
                    <a:pt x="1217582" y="649075"/>
                  </a:lnTo>
                  <a:lnTo>
                    <a:pt x="1289205" y="680382"/>
                  </a:lnTo>
                  <a:lnTo>
                    <a:pt x="1360827" y="711024"/>
                  </a:lnTo>
                  <a:lnTo>
                    <a:pt x="1432450" y="741017"/>
                  </a:lnTo>
                  <a:lnTo>
                    <a:pt x="1504073" y="770372"/>
                  </a:lnTo>
                  <a:lnTo>
                    <a:pt x="1575695" y="799106"/>
                  </a:lnTo>
                  <a:lnTo>
                    <a:pt x="1647318" y="827229"/>
                  </a:lnTo>
                  <a:lnTo>
                    <a:pt x="1718940" y="854756"/>
                  </a:lnTo>
                  <a:lnTo>
                    <a:pt x="1790563" y="881699"/>
                  </a:lnTo>
                  <a:lnTo>
                    <a:pt x="1862185" y="908070"/>
                  </a:lnTo>
                  <a:lnTo>
                    <a:pt x="1933808" y="933882"/>
                  </a:lnTo>
                  <a:lnTo>
                    <a:pt x="2005430" y="959146"/>
                  </a:lnTo>
                  <a:lnTo>
                    <a:pt x="2077053" y="983874"/>
                  </a:lnTo>
                  <a:lnTo>
                    <a:pt x="2148675" y="1008078"/>
                  </a:lnTo>
                  <a:lnTo>
                    <a:pt x="2220298" y="1031768"/>
                  </a:lnTo>
                  <a:lnTo>
                    <a:pt x="2291920" y="1054956"/>
                  </a:lnTo>
                  <a:lnTo>
                    <a:pt x="2363543" y="1077651"/>
                  </a:lnTo>
                  <a:lnTo>
                    <a:pt x="2435165" y="1099865"/>
                  </a:lnTo>
                  <a:lnTo>
                    <a:pt x="2506788" y="1121608"/>
                  </a:lnTo>
                  <a:lnTo>
                    <a:pt x="2578410" y="1142889"/>
                  </a:lnTo>
                  <a:lnTo>
                    <a:pt x="2650033" y="1163719"/>
                  </a:lnTo>
                  <a:lnTo>
                    <a:pt x="2721655" y="1184107"/>
                  </a:lnTo>
                  <a:lnTo>
                    <a:pt x="2793278" y="1204063"/>
                  </a:lnTo>
                  <a:lnTo>
                    <a:pt x="2864901" y="1223595"/>
                  </a:lnTo>
                  <a:lnTo>
                    <a:pt x="2936523" y="1242712"/>
                  </a:lnTo>
                  <a:lnTo>
                    <a:pt x="3008146" y="1261425"/>
                  </a:lnTo>
                  <a:lnTo>
                    <a:pt x="3079768" y="1279740"/>
                  </a:lnTo>
                  <a:lnTo>
                    <a:pt x="3151391" y="1297666"/>
                  </a:lnTo>
                  <a:lnTo>
                    <a:pt x="3223013" y="1315213"/>
                  </a:lnTo>
                  <a:lnTo>
                    <a:pt x="3294636" y="1332387"/>
                  </a:lnTo>
                  <a:lnTo>
                    <a:pt x="3366258" y="1349196"/>
                  </a:lnTo>
                  <a:lnTo>
                    <a:pt x="3437881" y="1365649"/>
                  </a:lnTo>
                  <a:lnTo>
                    <a:pt x="3509503" y="1381753"/>
                  </a:lnTo>
                  <a:lnTo>
                    <a:pt x="3581126" y="1397515"/>
                  </a:lnTo>
                  <a:lnTo>
                    <a:pt x="3652748" y="1412943"/>
                  </a:lnTo>
                  <a:lnTo>
                    <a:pt x="3724371" y="1428044"/>
                  </a:lnTo>
                  <a:lnTo>
                    <a:pt x="3795993" y="1442824"/>
                  </a:lnTo>
                  <a:lnTo>
                    <a:pt x="3867616" y="1457291"/>
                  </a:lnTo>
                  <a:lnTo>
                    <a:pt x="3939238" y="1471450"/>
                  </a:lnTo>
                  <a:lnTo>
                    <a:pt x="4010861" y="1485309"/>
                  </a:lnTo>
                  <a:lnTo>
                    <a:pt x="4082483" y="1498875"/>
                  </a:lnTo>
                  <a:lnTo>
                    <a:pt x="4154106" y="1512152"/>
                  </a:lnTo>
                  <a:lnTo>
                    <a:pt x="4225729" y="1525148"/>
                  </a:lnTo>
                  <a:lnTo>
                    <a:pt x="4297351" y="1537868"/>
                  </a:lnTo>
                  <a:lnTo>
                    <a:pt x="4368974" y="1550318"/>
                  </a:lnTo>
                  <a:lnTo>
                    <a:pt x="4440596" y="1562504"/>
                  </a:lnTo>
                  <a:lnTo>
                    <a:pt x="4512219" y="1574432"/>
                  </a:lnTo>
                  <a:lnTo>
                    <a:pt x="4583841" y="1586106"/>
                  </a:lnTo>
                  <a:lnTo>
                    <a:pt x="4655464" y="1597533"/>
                  </a:lnTo>
                  <a:lnTo>
                    <a:pt x="4727086" y="1608717"/>
                  </a:lnTo>
                  <a:lnTo>
                    <a:pt x="4798709" y="1619664"/>
                  </a:lnTo>
                  <a:lnTo>
                    <a:pt x="4870331" y="1630379"/>
                  </a:lnTo>
                  <a:lnTo>
                    <a:pt x="4941954" y="1640867"/>
                  </a:lnTo>
                  <a:lnTo>
                    <a:pt x="5013576" y="1651132"/>
                  </a:lnTo>
                  <a:lnTo>
                    <a:pt x="5085199" y="1661179"/>
                  </a:lnTo>
                  <a:lnTo>
                    <a:pt x="5156821" y="1671013"/>
                  </a:lnTo>
                  <a:lnTo>
                    <a:pt x="5228444" y="1680638"/>
                  </a:lnTo>
                  <a:lnTo>
                    <a:pt x="5300066" y="1690059"/>
                  </a:lnTo>
                  <a:lnTo>
                    <a:pt x="5371689" y="1699281"/>
                  </a:lnTo>
                  <a:lnTo>
                    <a:pt x="5443311" y="1708306"/>
                  </a:lnTo>
                  <a:lnTo>
                    <a:pt x="5514934" y="1717141"/>
                  </a:lnTo>
                  <a:lnTo>
                    <a:pt x="5586557" y="1725787"/>
                  </a:lnTo>
                  <a:lnTo>
                    <a:pt x="5658179" y="1734251"/>
                  </a:lnTo>
                  <a:lnTo>
                    <a:pt x="5729802" y="1742535"/>
                  </a:lnTo>
                  <a:lnTo>
                    <a:pt x="5801424" y="1750643"/>
                  </a:lnTo>
                  <a:lnTo>
                    <a:pt x="5873047" y="1758579"/>
                  </a:lnTo>
                  <a:lnTo>
                    <a:pt x="5944669" y="1766346"/>
                  </a:lnTo>
                  <a:lnTo>
                    <a:pt x="6016292" y="1773949"/>
                  </a:lnTo>
                  <a:lnTo>
                    <a:pt x="6087914" y="1781391"/>
                  </a:lnTo>
                  <a:lnTo>
                    <a:pt x="6159537" y="1788674"/>
                  </a:lnTo>
                  <a:lnTo>
                    <a:pt x="6231159" y="1795803"/>
                  </a:lnTo>
                  <a:lnTo>
                    <a:pt x="6302782" y="1802781"/>
                  </a:lnTo>
                  <a:lnTo>
                    <a:pt x="6374404" y="1809611"/>
                  </a:lnTo>
                  <a:lnTo>
                    <a:pt x="6446027" y="1816296"/>
                  </a:lnTo>
                  <a:lnTo>
                    <a:pt x="6517649" y="1822839"/>
                  </a:lnTo>
                  <a:lnTo>
                    <a:pt x="6589272" y="1829244"/>
                  </a:lnTo>
                  <a:lnTo>
                    <a:pt x="6660894" y="1835512"/>
                  </a:lnTo>
                  <a:lnTo>
                    <a:pt x="6732517" y="1841647"/>
                  </a:lnTo>
                  <a:lnTo>
                    <a:pt x="6804139" y="1847653"/>
                  </a:lnTo>
                  <a:lnTo>
                    <a:pt x="6875762" y="1853531"/>
                  </a:lnTo>
                  <a:lnTo>
                    <a:pt x="6947385" y="1859284"/>
                  </a:lnTo>
                  <a:lnTo>
                    <a:pt x="7019007" y="1864915"/>
                  </a:lnTo>
                  <a:lnTo>
                    <a:pt x="7090630" y="187042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(0.79-2.22), p = 0.287  |  per IQR decline (Δ = 25.8 %): 2.06 (0.54-7.85)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2026-10-08T10:07:52Z</dcterms:modified>
  <cp:category/>
</cp:coreProperties>
</file>