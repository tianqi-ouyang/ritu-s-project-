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53288"/>
            </a:xfrm>
            <a:custGeom>
              <a:avLst/>
              <a:pathLst>
                <a:path w="7090630" h="3453288">
                  <a:moveTo>
                    <a:pt x="1427092" y="0"/>
                  </a:moveTo>
                  <a:lnTo>
                    <a:pt x="1432450" y="16024"/>
                  </a:lnTo>
                  <a:lnTo>
                    <a:pt x="1504073" y="217756"/>
                  </a:lnTo>
                  <a:lnTo>
                    <a:pt x="1575695" y="407754"/>
                  </a:lnTo>
                  <a:lnTo>
                    <a:pt x="1647318" y="586698"/>
                  </a:lnTo>
                  <a:lnTo>
                    <a:pt x="1718940" y="755232"/>
                  </a:lnTo>
                  <a:lnTo>
                    <a:pt x="1790563" y="913962"/>
                  </a:lnTo>
                  <a:lnTo>
                    <a:pt x="1862185" y="1063458"/>
                  </a:lnTo>
                  <a:lnTo>
                    <a:pt x="1933808" y="1204257"/>
                  </a:lnTo>
                  <a:lnTo>
                    <a:pt x="2005430" y="1336865"/>
                  </a:lnTo>
                  <a:lnTo>
                    <a:pt x="2077053" y="1461759"/>
                  </a:lnTo>
                  <a:lnTo>
                    <a:pt x="2148675" y="1579387"/>
                  </a:lnTo>
                  <a:lnTo>
                    <a:pt x="2220298" y="1690172"/>
                  </a:lnTo>
                  <a:lnTo>
                    <a:pt x="2291920" y="1794512"/>
                  </a:lnTo>
                  <a:lnTo>
                    <a:pt x="2363543" y="1892782"/>
                  </a:lnTo>
                  <a:lnTo>
                    <a:pt x="2435165" y="1985336"/>
                  </a:lnTo>
                  <a:lnTo>
                    <a:pt x="2506788" y="2072505"/>
                  </a:lnTo>
                  <a:lnTo>
                    <a:pt x="2578410" y="2154603"/>
                  </a:lnTo>
                  <a:lnTo>
                    <a:pt x="2650033" y="2231926"/>
                  </a:lnTo>
                  <a:lnTo>
                    <a:pt x="2721655" y="2304750"/>
                  </a:lnTo>
                  <a:lnTo>
                    <a:pt x="2793278" y="2373337"/>
                  </a:lnTo>
                  <a:lnTo>
                    <a:pt x="2864901" y="2437935"/>
                  </a:lnTo>
                  <a:lnTo>
                    <a:pt x="2936523" y="2498774"/>
                  </a:lnTo>
                  <a:lnTo>
                    <a:pt x="3008146" y="2556074"/>
                  </a:lnTo>
                  <a:lnTo>
                    <a:pt x="3079768" y="2610041"/>
                  </a:lnTo>
                  <a:lnTo>
                    <a:pt x="3151391" y="2652196"/>
                  </a:lnTo>
                  <a:lnTo>
                    <a:pt x="3223013" y="2636340"/>
                  </a:lnTo>
                  <a:lnTo>
                    <a:pt x="3294636" y="2620180"/>
                  </a:lnTo>
                  <a:lnTo>
                    <a:pt x="3366258" y="2603713"/>
                  </a:lnTo>
                  <a:lnTo>
                    <a:pt x="3437881" y="2586931"/>
                  </a:lnTo>
                  <a:lnTo>
                    <a:pt x="3509503" y="2569830"/>
                  </a:lnTo>
                  <a:lnTo>
                    <a:pt x="3581126" y="2552403"/>
                  </a:lnTo>
                  <a:lnTo>
                    <a:pt x="3652748" y="2534643"/>
                  </a:lnTo>
                  <a:lnTo>
                    <a:pt x="3724371" y="2516544"/>
                  </a:lnTo>
                  <a:lnTo>
                    <a:pt x="3795993" y="2498101"/>
                  </a:lnTo>
                  <a:lnTo>
                    <a:pt x="3867616" y="2479305"/>
                  </a:lnTo>
                  <a:lnTo>
                    <a:pt x="3939238" y="2460152"/>
                  </a:lnTo>
                  <a:lnTo>
                    <a:pt x="4010861" y="2440633"/>
                  </a:lnTo>
                  <a:lnTo>
                    <a:pt x="4082483" y="2420741"/>
                  </a:lnTo>
                  <a:lnTo>
                    <a:pt x="4154106" y="2400471"/>
                  </a:lnTo>
                  <a:lnTo>
                    <a:pt x="4225729" y="2379814"/>
                  </a:lnTo>
                  <a:lnTo>
                    <a:pt x="4297351" y="2358763"/>
                  </a:lnTo>
                  <a:lnTo>
                    <a:pt x="4368974" y="2337311"/>
                  </a:lnTo>
                  <a:lnTo>
                    <a:pt x="4440596" y="2315449"/>
                  </a:lnTo>
                  <a:lnTo>
                    <a:pt x="4512219" y="2293171"/>
                  </a:lnTo>
                  <a:lnTo>
                    <a:pt x="4583841" y="2270468"/>
                  </a:lnTo>
                  <a:lnTo>
                    <a:pt x="4655464" y="2247332"/>
                  </a:lnTo>
                  <a:lnTo>
                    <a:pt x="4727086" y="2223754"/>
                  </a:lnTo>
                  <a:lnTo>
                    <a:pt x="4798709" y="2199727"/>
                  </a:lnTo>
                  <a:lnTo>
                    <a:pt x="4870331" y="2175242"/>
                  </a:lnTo>
                  <a:lnTo>
                    <a:pt x="4941954" y="2150290"/>
                  </a:lnTo>
                  <a:lnTo>
                    <a:pt x="5013576" y="2124863"/>
                  </a:lnTo>
                  <a:lnTo>
                    <a:pt x="5085199" y="2098950"/>
                  </a:lnTo>
                  <a:lnTo>
                    <a:pt x="5156821" y="2072543"/>
                  </a:lnTo>
                  <a:lnTo>
                    <a:pt x="5228444" y="2045633"/>
                  </a:lnTo>
                  <a:lnTo>
                    <a:pt x="5300066" y="2018210"/>
                  </a:lnTo>
                  <a:lnTo>
                    <a:pt x="5371689" y="1990263"/>
                  </a:lnTo>
                  <a:lnTo>
                    <a:pt x="5443311" y="1961784"/>
                  </a:lnTo>
                  <a:lnTo>
                    <a:pt x="5514934" y="1932762"/>
                  </a:lnTo>
                  <a:lnTo>
                    <a:pt x="5586557" y="1903186"/>
                  </a:lnTo>
                  <a:lnTo>
                    <a:pt x="5658179" y="1873046"/>
                  </a:lnTo>
                  <a:lnTo>
                    <a:pt x="5729802" y="1842331"/>
                  </a:lnTo>
                  <a:lnTo>
                    <a:pt x="5801424" y="1811031"/>
                  </a:lnTo>
                  <a:lnTo>
                    <a:pt x="5873047" y="1779134"/>
                  </a:lnTo>
                  <a:lnTo>
                    <a:pt x="5944669" y="1746629"/>
                  </a:lnTo>
                  <a:lnTo>
                    <a:pt x="6016292" y="1713504"/>
                  </a:lnTo>
                  <a:lnTo>
                    <a:pt x="6087914" y="1679747"/>
                  </a:lnTo>
                  <a:lnTo>
                    <a:pt x="6159537" y="1645346"/>
                  </a:lnTo>
                  <a:lnTo>
                    <a:pt x="6231159" y="1610290"/>
                  </a:lnTo>
                  <a:lnTo>
                    <a:pt x="6302782" y="1574565"/>
                  </a:lnTo>
                  <a:lnTo>
                    <a:pt x="6374404" y="1538158"/>
                  </a:lnTo>
                  <a:lnTo>
                    <a:pt x="6446027" y="1501058"/>
                  </a:lnTo>
                  <a:lnTo>
                    <a:pt x="6517649" y="1463250"/>
                  </a:lnTo>
                  <a:lnTo>
                    <a:pt x="6589272" y="1424721"/>
                  </a:lnTo>
                  <a:lnTo>
                    <a:pt x="6660894" y="1385457"/>
                  </a:lnTo>
                  <a:lnTo>
                    <a:pt x="6732517" y="1345445"/>
                  </a:lnTo>
                  <a:lnTo>
                    <a:pt x="6804139" y="1304670"/>
                  </a:lnTo>
                  <a:lnTo>
                    <a:pt x="6875762" y="1263117"/>
                  </a:lnTo>
                  <a:lnTo>
                    <a:pt x="6947385" y="1220771"/>
                  </a:lnTo>
                  <a:lnTo>
                    <a:pt x="7019007" y="1177619"/>
                  </a:lnTo>
                  <a:lnTo>
                    <a:pt x="7090630" y="1133643"/>
                  </a:lnTo>
                  <a:lnTo>
                    <a:pt x="7090630" y="3453288"/>
                  </a:lnTo>
                  <a:lnTo>
                    <a:pt x="7019007" y="3451406"/>
                  </a:lnTo>
                  <a:lnTo>
                    <a:pt x="6947385" y="3449409"/>
                  </a:lnTo>
                  <a:lnTo>
                    <a:pt x="6875762" y="3447288"/>
                  </a:lnTo>
                  <a:lnTo>
                    <a:pt x="6804139" y="3445036"/>
                  </a:lnTo>
                  <a:lnTo>
                    <a:pt x="6732517" y="3442645"/>
                  </a:lnTo>
                  <a:lnTo>
                    <a:pt x="6660894" y="3440106"/>
                  </a:lnTo>
                  <a:lnTo>
                    <a:pt x="6589272" y="3437411"/>
                  </a:lnTo>
                  <a:lnTo>
                    <a:pt x="6517649" y="3434548"/>
                  </a:lnTo>
                  <a:lnTo>
                    <a:pt x="6446027" y="3431510"/>
                  </a:lnTo>
                  <a:lnTo>
                    <a:pt x="6374404" y="3428283"/>
                  </a:lnTo>
                  <a:lnTo>
                    <a:pt x="6302782" y="3424857"/>
                  </a:lnTo>
                  <a:lnTo>
                    <a:pt x="6231159" y="3421220"/>
                  </a:lnTo>
                  <a:lnTo>
                    <a:pt x="6159537" y="3417358"/>
                  </a:lnTo>
                  <a:lnTo>
                    <a:pt x="6087914" y="3413257"/>
                  </a:lnTo>
                  <a:lnTo>
                    <a:pt x="6016292" y="3408903"/>
                  </a:lnTo>
                  <a:lnTo>
                    <a:pt x="5944669" y="3404280"/>
                  </a:lnTo>
                  <a:lnTo>
                    <a:pt x="5873047" y="3399372"/>
                  </a:lnTo>
                  <a:lnTo>
                    <a:pt x="5801424" y="3394160"/>
                  </a:lnTo>
                  <a:lnTo>
                    <a:pt x="5729802" y="3388626"/>
                  </a:lnTo>
                  <a:lnTo>
                    <a:pt x="5658179" y="3382751"/>
                  </a:lnTo>
                  <a:lnTo>
                    <a:pt x="5586557" y="3376513"/>
                  </a:lnTo>
                  <a:lnTo>
                    <a:pt x="5514934" y="3369889"/>
                  </a:lnTo>
                  <a:lnTo>
                    <a:pt x="5443311" y="3362856"/>
                  </a:lnTo>
                  <a:lnTo>
                    <a:pt x="5371689" y="3355389"/>
                  </a:lnTo>
                  <a:lnTo>
                    <a:pt x="5300066" y="3347461"/>
                  </a:lnTo>
                  <a:lnTo>
                    <a:pt x="5228444" y="3339043"/>
                  </a:lnTo>
                  <a:lnTo>
                    <a:pt x="5156821" y="3330105"/>
                  </a:lnTo>
                  <a:lnTo>
                    <a:pt x="5085199" y="3320615"/>
                  </a:lnTo>
                  <a:lnTo>
                    <a:pt x="5013576" y="3310539"/>
                  </a:lnTo>
                  <a:lnTo>
                    <a:pt x="4941954" y="3299840"/>
                  </a:lnTo>
                  <a:lnTo>
                    <a:pt x="4870331" y="3288481"/>
                  </a:lnTo>
                  <a:lnTo>
                    <a:pt x="4798709" y="3276419"/>
                  </a:lnTo>
                  <a:lnTo>
                    <a:pt x="4727086" y="3263613"/>
                  </a:lnTo>
                  <a:lnTo>
                    <a:pt x="4655464" y="3250016"/>
                  </a:lnTo>
                  <a:lnTo>
                    <a:pt x="4583841" y="3235579"/>
                  </a:lnTo>
                  <a:lnTo>
                    <a:pt x="4512219" y="3220250"/>
                  </a:lnTo>
                  <a:lnTo>
                    <a:pt x="4440596" y="3203975"/>
                  </a:lnTo>
                  <a:lnTo>
                    <a:pt x="4368974" y="3186694"/>
                  </a:lnTo>
                  <a:lnTo>
                    <a:pt x="4297351" y="3168346"/>
                  </a:lnTo>
                  <a:lnTo>
                    <a:pt x="4225729" y="3148864"/>
                  </a:lnTo>
                  <a:lnTo>
                    <a:pt x="4154106" y="3128179"/>
                  </a:lnTo>
                  <a:lnTo>
                    <a:pt x="4082483" y="3106216"/>
                  </a:lnTo>
                  <a:lnTo>
                    <a:pt x="4010861" y="3082897"/>
                  </a:lnTo>
                  <a:lnTo>
                    <a:pt x="3939238" y="3058138"/>
                  </a:lnTo>
                  <a:lnTo>
                    <a:pt x="3867616" y="3031849"/>
                  </a:lnTo>
                  <a:lnTo>
                    <a:pt x="3795993" y="3003936"/>
                  </a:lnTo>
                  <a:lnTo>
                    <a:pt x="3724371" y="2974299"/>
                  </a:lnTo>
                  <a:lnTo>
                    <a:pt x="3652748" y="2942832"/>
                  </a:lnTo>
                  <a:lnTo>
                    <a:pt x="3581126" y="2909421"/>
                  </a:lnTo>
                  <a:lnTo>
                    <a:pt x="3509503" y="2873946"/>
                  </a:lnTo>
                  <a:lnTo>
                    <a:pt x="3437881" y="2836280"/>
                  </a:lnTo>
                  <a:lnTo>
                    <a:pt x="3366258" y="2796287"/>
                  </a:lnTo>
                  <a:lnTo>
                    <a:pt x="3294636" y="2753825"/>
                  </a:lnTo>
                  <a:lnTo>
                    <a:pt x="3223013" y="2708739"/>
                  </a:lnTo>
                  <a:lnTo>
                    <a:pt x="3151391" y="2660868"/>
                  </a:lnTo>
                  <a:lnTo>
                    <a:pt x="3079768" y="2667757"/>
                  </a:lnTo>
                  <a:lnTo>
                    <a:pt x="3008146" y="2683026"/>
                  </a:lnTo>
                  <a:lnTo>
                    <a:pt x="2936523" y="2698009"/>
                  </a:lnTo>
                  <a:lnTo>
                    <a:pt x="2864901" y="2712712"/>
                  </a:lnTo>
                  <a:lnTo>
                    <a:pt x="2793278" y="2727139"/>
                  </a:lnTo>
                  <a:lnTo>
                    <a:pt x="2721655" y="2741297"/>
                  </a:lnTo>
                  <a:lnTo>
                    <a:pt x="2650033" y="2755190"/>
                  </a:lnTo>
                  <a:lnTo>
                    <a:pt x="2578410" y="2768823"/>
                  </a:lnTo>
                  <a:lnTo>
                    <a:pt x="2506788" y="2782201"/>
                  </a:lnTo>
                  <a:lnTo>
                    <a:pt x="2435165" y="2795328"/>
                  </a:lnTo>
                  <a:lnTo>
                    <a:pt x="2363543" y="2808210"/>
                  </a:lnTo>
                  <a:lnTo>
                    <a:pt x="2291920" y="2820851"/>
                  </a:lnTo>
                  <a:lnTo>
                    <a:pt x="2220298" y="2833255"/>
                  </a:lnTo>
                  <a:lnTo>
                    <a:pt x="2148675" y="2845427"/>
                  </a:lnTo>
                  <a:lnTo>
                    <a:pt x="2077053" y="2857372"/>
                  </a:lnTo>
                  <a:lnTo>
                    <a:pt x="2005430" y="2869093"/>
                  </a:lnTo>
                  <a:lnTo>
                    <a:pt x="1933808" y="2880594"/>
                  </a:lnTo>
                  <a:lnTo>
                    <a:pt x="1862185" y="2891880"/>
                  </a:lnTo>
                  <a:lnTo>
                    <a:pt x="1790563" y="2902956"/>
                  </a:lnTo>
                  <a:lnTo>
                    <a:pt x="1718940" y="2913823"/>
                  </a:lnTo>
                  <a:lnTo>
                    <a:pt x="1647318" y="2924488"/>
                  </a:lnTo>
                  <a:lnTo>
                    <a:pt x="1575695" y="2934953"/>
                  </a:lnTo>
                  <a:lnTo>
                    <a:pt x="1504073" y="2945222"/>
                  </a:lnTo>
                  <a:lnTo>
                    <a:pt x="1432450" y="2955299"/>
                  </a:lnTo>
                  <a:lnTo>
                    <a:pt x="1360827" y="2965188"/>
                  </a:lnTo>
                  <a:lnTo>
                    <a:pt x="1289205" y="2974891"/>
                  </a:lnTo>
                  <a:lnTo>
                    <a:pt x="1217582" y="2984413"/>
                  </a:lnTo>
                  <a:lnTo>
                    <a:pt x="1145960" y="2993756"/>
                  </a:lnTo>
                  <a:lnTo>
                    <a:pt x="1074337" y="3002925"/>
                  </a:lnTo>
                  <a:lnTo>
                    <a:pt x="1002715" y="3011922"/>
                  </a:lnTo>
                  <a:lnTo>
                    <a:pt x="931092" y="3020751"/>
                  </a:lnTo>
                  <a:lnTo>
                    <a:pt x="859470" y="3029415"/>
                  </a:lnTo>
                  <a:lnTo>
                    <a:pt x="787847" y="3037916"/>
                  </a:lnTo>
                  <a:lnTo>
                    <a:pt x="716225" y="3046259"/>
                  </a:lnTo>
                  <a:lnTo>
                    <a:pt x="644602" y="3054445"/>
                  </a:lnTo>
                  <a:lnTo>
                    <a:pt x="572980" y="3062479"/>
                  </a:lnTo>
                  <a:lnTo>
                    <a:pt x="501357" y="3070361"/>
                  </a:lnTo>
                  <a:lnTo>
                    <a:pt x="429735" y="3078097"/>
                  </a:lnTo>
                  <a:lnTo>
                    <a:pt x="358112" y="3085687"/>
                  </a:lnTo>
                  <a:lnTo>
                    <a:pt x="286490" y="3093136"/>
                  </a:lnTo>
                  <a:lnTo>
                    <a:pt x="214867" y="3100445"/>
                  </a:lnTo>
                  <a:lnTo>
                    <a:pt x="143245" y="3107618"/>
                  </a:lnTo>
                  <a:lnTo>
                    <a:pt x="71622" y="3114656"/>
                  </a:lnTo>
                  <a:lnTo>
                    <a:pt x="0" y="312156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99141" y="2073503"/>
              <a:ext cx="5663537" cy="2652196"/>
            </a:xfrm>
            <a:custGeom>
              <a:avLst/>
              <a:pathLst>
                <a:path w="5663537" h="2652196">
                  <a:moveTo>
                    <a:pt x="0" y="0"/>
                  </a:moveTo>
                  <a:lnTo>
                    <a:pt x="5358" y="16024"/>
                  </a:lnTo>
                  <a:lnTo>
                    <a:pt x="76980" y="217756"/>
                  </a:lnTo>
                  <a:lnTo>
                    <a:pt x="148603" y="407754"/>
                  </a:lnTo>
                  <a:lnTo>
                    <a:pt x="220225" y="586698"/>
                  </a:lnTo>
                  <a:lnTo>
                    <a:pt x="291848" y="755232"/>
                  </a:lnTo>
                  <a:lnTo>
                    <a:pt x="363470" y="913962"/>
                  </a:lnTo>
                  <a:lnTo>
                    <a:pt x="435093" y="1063458"/>
                  </a:lnTo>
                  <a:lnTo>
                    <a:pt x="506715" y="1204257"/>
                  </a:lnTo>
                  <a:lnTo>
                    <a:pt x="578338" y="1336865"/>
                  </a:lnTo>
                  <a:lnTo>
                    <a:pt x="649960" y="1461759"/>
                  </a:lnTo>
                  <a:lnTo>
                    <a:pt x="721583" y="1579387"/>
                  </a:lnTo>
                  <a:lnTo>
                    <a:pt x="793205" y="1690172"/>
                  </a:lnTo>
                  <a:lnTo>
                    <a:pt x="864828" y="1794512"/>
                  </a:lnTo>
                  <a:lnTo>
                    <a:pt x="936450" y="1892782"/>
                  </a:lnTo>
                  <a:lnTo>
                    <a:pt x="1008073" y="1985336"/>
                  </a:lnTo>
                  <a:lnTo>
                    <a:pt x="1079696" y="2072505"/>
                  </a:lnTo>
                  <a:lnTo>
                    <a:pt x="1151318" y="2154603"/>
                  </a:lnTo>
                  <a:lnTo>
                    <a:pt x="1222941" y="2231926"/>
                  </a:lnTo>
                  <a:lnTo>
                    <a:pt x="1294563" y="2304750"/>
                  </a:lnTo>
                  <a:lnTo>
                    <a:pt x="1366186" y="2373337"/>
                  </a:lnTo>
                  <a:lnTo>
                    <a:pt x="1437808" y="2437935"/>
                  </a:lnTo>
                  <a:lnTo>
                    <a:pt x="1509431" y="2498774"/>
                  </a:lnTo>
                  <a:lnTo>
                    <a:pt x="1581053" y="2556074"/>
                  </a:lnTo>
                  <a:lnTo>
                    <a:pt x="1652676" y="2610041"/>
                  </a:lnTo>
                  <a:lnTo>
                    <a:pt x="1724298" y="2652196"/>
                  </a:lnTo>
                  <a:lnTo>
                    <a:pt x="1795921" y="2636340"/>
                  </a:lnTo>
                  <a:lnTo>
                    <a:pt x="1867543" y="2620180"/>
                  </a:lnTo>
                  <a:lnTo>
                    <a:pt x="1939166" y="2603713"/>
                  </a:lnTo>
                  <a:lnTo>
                    <a:pt x="2010788" y="2586931"/>
                  </a:lnTo>
                  <a:lnTo>
                    <a:pt x="2082411" y="2569830"/>
                  </a:lnTo>
                  <a:lnTo>
                    <a:pt x="2154033" y="2552403"/>
                  </a:lnTo>
                  <a:lnTo>
                    <a:pt x="2225656" y="2534643"/>
                  </a:lnTo>
                  <a:lnTo>
                    <a:pt x="2297278" y="2516544"/>
                  </a:lnTo>
                  <a:lnTo>
                    <a:pt x="2368901" y="2498101"/>
                  </a:lnTo>
                  <a:lnTo>
                    <a:pt x="2440524" y="2479305"/>
                  </a:lnTo>
                  <a:lnTo>
                    <a:pt x="2512146" y="2460152"/>
                  </a:lnTo>
                  <a:lnTo>
                    <a:pt x="2583769" y="2440633"/>
                  </a:lnTo>
                  <a:lnTo>
                    <a:pt x="2655391" y="2420741"/>
                  </a:lnTo>
                  <a:lnTo>
                    <a:pt x="2727014" y="2400471"/>
                  </a:lnTo>
                  <a:lnTo>
                    <a:pt x="2798636" y="2379814"/>
                  </a:lnTo>
                  <a:lnTo>
                    <a:pt x="2870259" y="2358763"/>
                  </a:lnTo>
                  <a:lnTo>
                    <a:pt x="2941881" y="2337311"/>
                  </a:lnTo>
                  <a:lnTo>
                    <a:pt x="3013504" y="2315449"/>
                  </a:lnTo>
                  <a:lnTo>
                    <a:pt x="3085126" y="2293171"/>
                  </a:lnTo>
                  <a:lnTo>
                    <a:pt x="3156749" y="2270468"/>
                  </a:lnTo>
                  <a:lnTo>
                    <a:pt x="3228371" y="2247332"/>
                  </a:lnTo>
                  <a:lnTo>
                    <a:pt x="3299994" y="2223754"/>
                  </a:lnTo>
                  <a:lnTo>
                    <a:pt x="3371616" y="2199727"/>
                  </a:lnTo>
                  <a:lnTo>
                    <a:pt x="3443239" y="2175242"/>
                  </a:lnTo>
                  <a:lnTo>
                    <a:pt x="3514861" y="2150290"/>
                  </a:lnTo>
                  <a:lnTo>
                    <a:pt x="3586484" y="2124863"/>
                  </a:lnTo>
                  <a:lnTo>
                    <a:pt x="3658106" y="2098950"/>
                  </a:lnTo>
                  <a:lnTo>
                    <a:pt x="3729729" y="2072543"/>
                  </a:lnTo>
                  <a:lnTo>
                    <a:pt x="3801352" y="2045633"/>
                  </a:lnTo>
                  <a:lnTo>
                    <a:pt x="3872974" y="2018210"/>
                  </a:lnTo>
                  <a:lnTo>
                    <a:pt x="3944597" y="1990263"/>
                  </a:lnTo>
                  <a:lnTo>
                    <a:pt x="4016219" y="1961784"/>
                  </a:lnTo>
                  <a:lnTo>
                    <a:pt x="4087842" y="1932762"/>
                  </a:lnTo>
                  <a:lnTo>
                    <a:pt x="4159464" y="1903186"/>
                  </a:lnTo>
                  <a:lnTo>
                    <a:pt x="4231087" y="1873046"/>
                  </a:lnTo>
                  <a:lnTo>
                    <a:pt x="4302709" y="1842331"/>
                  </a:lnTo>
                  <a:lnTo>
                    <a:pt x="4374332" y="1811031"/>
                  </a:lnTo>
                  <a:lnTo>
                    <a:pt x="4445954" y="1779134"/>
                  </a:lnTo>
                  <a:lnTo>
                    <a:pt x="4517577" y="1746629"/>
                  </a:lnTo>
                  <a:lnTo>
                    <a:pt x="4589199" y="1713504"/>
                  </a:lnTo>
                  <a:lnTo>
                    <a:pt x="4660822" y="1679747"/>
                  </a:lnTo>
                  <a:lnTo>
                    <a:pt x="4732444" y="1645346"/>
                  </a:lnTo>
                  <a:lnTo>
                    <a:pt x="4804067" y="1610290"/>
                  </a:lnTo>
                  <a:lnTo>
                    <a:pt x="4875689" y="1574565"/>
                  </a:lnTo>
                  <a:lnTo>
                    <a:pt x="4947312" y="1538158"/>
                  </a:lnTo>
                  <a:lnTo>
                    <a:pt x="5018934" y="1501058"/>
                  </a:lnTo>
                  <a:lnTo>
                    <a:pt x="5090557" y="1463250"/>
                  </a:lnTo>
                  <a:lnTo>
                    <a:pt x="5162180" y="1424721"/>
                  </a:lnTo>
                  <a:lnTo>
                    <a:pt x="5233802" y="1385457"/>
                  </a:lnTo>
                  <a:lnTo>
                    <a:pt x="5305425" y="1345445"/>
                  </a:lnTo>
                  <a:lnTo>
                    <a:pt x="5377047" y="1304670"/>
                  </a:lnTo>
                  <a:lnTo>
                    <a:pt x="5448670" y="1263117"/>
                  </a:lnTo>
                  <a:lnTo>
                    <a:pt x="5520292" y="1220771"/>
                  </a:lnTo>
                  <a:lnTo>
                    <a:pt x="5591915" y="1177619"/>
                  </a:lnTo>
                  <a:lnTo>
                    <a:pt x="5663537" y="113364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4372"/>
              <a:ext cx="7090630" cy="792419"/>
            </a:xfrm>
            <a:custGeom>
              <a:avLst/>
              <a:pathLst>
                <a:path w="7090630" h="792419">
                  <a:moveTo>
                    <a:pt x="7090630" y="792419"/>
                  </a:moveTo>
                  <a:lnTo>
                    <a:pt x="7019007" y="790537"/>
                  </a:lnTo>
                  <a:lnTo>
                    <a:pt x="6947385" y="788540"/>
                  </a:lnTo>
                  <a:lnTo>
                    <a:pt x="6875762" y="786419"/>
                  </a:lnTo>
                  <a:lnTo>
                    <a:pt x="6804139" y="784167"/>
                  </a:lnTo>
                  <a:lnTo>
                    <a:pt x="6732517" y="781776"/>
                  </a:lnTo>
                  <a:lnTo>
                    <a:pt x="6660894" y="779237"/>
                  </a:lnTo>
                  <a:lnTo>
                    <a:pt x="6589272" y="776542"/>
                  </a:lnTo>
                  <a:lnTo>
                    <a:pt x="6517649" y="773679"/>
                  </a:lnTo>
                  <a:lnTo>
                    <a:pt x="6446027" y="770641"/>
                  </a:lnTo>
                  <a:lnTo>
                    <a:pt x="6374404" y="767414"/>
                  </a:lnTo>
                  <a:lnTo>
                    <a:pt x="6302782" y="763988"/>
                  </a:lnTo>
                  <a:lnTo>
                    <a:pt x="6231159" y="760351"/>
                  </a:lnTo>
                  <a:lnTo>
                    <a:pt x="6159537" y="756489"/>
                  </a:lnTo>
                  <a:lnTo>
                    <a:pt x="6087914" y="752388"/>
                  </a:lnTo>
                  <a:lnTo>
                    <a:pt x="6016292" y="748034"/>
                  </a:lnTo>
                  <a:lnTo>
                    <a:pt x="5944669" y="743411"/>
                  </a:lnTo>
                  <a:lnTo>
                    <a:pt x="5873047" y="738503"/>
                  </a:lnTo>
                  <a:lnTo>
                    <a:pt x="5801424" y="733291"/>
                  </a:lnTo>
                  <a:lnTo>
                    <a:pt x="5729802" y="727757"/>
                  </a:lnTo>
                  <a:lnTo>
                    <a:pt x="5658179" y="721882"/>
                  </a:lnTo>
                  <a:lnTo>
                    <a:pt x="5586557" y="715644"/>
                  </a:lnTo>
                  <a:lnTo>
                    <a:pt x="5514934" y="709020"/>
                  </a:lnTo>
                  <a:lnTo>
                    <a:pt x="5443311" y="701987"/>
                  </a:lnTo>
                  <a:lnTo>
                    <a:pt x="5371689" y="694520"/>
                  </a:lnTo>
                  <a:lnTo>
                    <a:pt x="5300066" y="686592"/>
                  </a:lnTo>
                  <a:lnTo>
                    <a:pt x="5228444" y="678174"/>
                  </a:lnTo>
                  <a:lnTo>
                    <a:pt x="5156821" y="669236"/>
                  </a:lnTo>
                  <a:lnTo>
                    <a:pt x="5085199" y="659746"/>
                  </a:lnTo>
                  <a:lnTo>
                    <a:pt x="5013576" y="649670"/>
                  </a:lnTo>
                  <a:lnTo>
                    <a:pt x="4941954" y="638971"/>
                  </a:lnTo>
                  <a:lnTo>
                    <a:pt x="4870331" y="627612"/>
                  </a:lnTo>
                  <a:lnTo>
                    <a:pt x="4798709" y="615550"/>
                  </a:lnTo>
                  <a:lnTo>
                    <a:pt x="4727086" y="602744"/>
                  </a:lnTo>
                  <a:lnTo>
                    <a:pt x="4655464" y="589147"/>
                  </a:lnTo>
                  <a:lnTo>
                    <a:pt x="4583841" y="574710"/>
                  </a:lnTo>
                  <a:lnTo>
                    <a:pt x="4512219" y="559381"/>
                  </a:lnTo>
                  <a:lnTo>
                    <a:pt x="4440596" y="543106"/>
                  </a:lnTo>
                  <a:lnTo>
                    <a:pt x="4368974" y="525825"/>
                  </a:lnTo>
                  <a:lnTo>
                    <a:pt x="4297351" y="507477"/>
                  </a:lnTo>
                  <a:lnTo>
                    <a:pt x="4225729" y="487995"/>
                  </a:lnTo>
                  <a:lnTo>
                    <a:pt x="4154106" y="467310"/>
                  </a:lnTo>
                  <a:lnTo>
                    <a:pt x="4082483" y="445347"/>
                  </a:lnTo>
                  <a:lnTo>
                    <a:pt x="4010861" y="422028"/>
                  </a:lnTo>
                  <a:lnTo>
                    <a:pt x="3939238" y="397269"/>
                  </a:lnTo>
                  <a:lnTo>
                    <a:pt x="3867616" y="370980"/>
                  </a:lnTo>
                  <a:lnTo>
                    <a:pt x="3795993" y="343067"/>
                  </a:lnTo>
                  <a:lnTo>
                    <a:pt x="3724371" y="313430"/>
                  </a:lnTo>
                  <a:lnTo>
                    <a:pt x="3652748" y="281963"/>
                  </a:lnTo>
                  <a:lnTo>
                    <a:pt x="3581126" y="248552"/>
                  </a:lnTo>
                  <a:lnTo>
                    <a:pt x="3509503" y="213077"/>
                  </a:lnTo>
                  <a:lnTo>
                    <a:pt x="3437881" y="175411"/>
                  </a:lnTo>
                  <a:lnTo>
                    <a:pt x="3366258" y="135418"/>
                  </a:lnTo>
                  <a:lnTo>
                    <a:pt x="3294636" y="92956"/>
                  </a:lnTo>
                  <a:lnTo>
                    <a:pt x="3223013" y="47870"/>
                  </a:lnTo>
                  <a:lnTo>
                    <a:pt x="3151391" y="0"/>
                  </a:lnTo>
                  <a:lnTo>
                    <a:pt x="3079768" y="6888"/>
                  </a:lnTo>
                  <a:lnTo>
                    <a:pt x="3008146" y="22157"/>
                  </a:lnTo>
                  <a:lnTo>
                    <a:pt x="2936523" y="37140"/>
                  </a:lnTo>
                  <a:lnTo>
                    <a:pt x="2864901" y="51843"/>
                  </a:lnTo>
                  <a:lnTo>
                    <a:pt x="2793278" y="66270"/>
                  </a:lnTo>
                  <a:lnTo>
                    <a:pt x="2721655" y="80428"/>
                  </a:lnTo>
                  <a:lnTo>
                    <a:pt x="2650033" y="94321"/>
                  </a:lnTo>
                  <a:lnTo>
                    <a:pt x="2578410" y="107954"/>
                  </a:lnTo>
                  <a:lnTo>
                    <a:pt x="2506788" y="121332"/>
                  </a:lnTo>
                  <a:lnTo>
                    <a:pt x="2435165" y="134459"/>
                  </a:lnTo>
                  <a:lnTo>
                    <a:pt x="2363543" y="147341"/>
                  </a:lnTo>
                  <a:lnTo>
                    <a:pt x="2291920" y="159982"/>
                  </a:lnTo>
                  <a:lnTo>
                    <a:pt x="2220298" y="172386"/>
                  </a:lnTo>
                  <a:lnTo>
                    <a:pt x="2148675" y="184558"/>
                  </a:lnTo>
                  <a:lnTo>
                    <a:pt x="2077053" y="196503"/>
                  </a:lnTo>
                  <a:lnTo>
                    <a:pt x="2005430" y="208224"/>
                  </a:lnTo>
                  <a:lnTo>
                    <a:pt x="1933808" y="219725"/>
                  </a:lnTo>
                  <a:lnTo>
                    <a:pt x="1862185" y="231011"/>
                  </a:lnTo>
                  <a:lnTo>
                    <a:pt x="1790563" y="242087"/>
                  </a:lnTo>
                  <a:lnTo>
                    <a:pt x="1718940" y="252954"/>
                  </a:lnTo>
                  <a:lnTo>
                    <a:pt x="1647318" y="263619"/>
                  </a:lnTo>
                  <a:lnTo>
                    <a:pt x="1575695" y="274084"/>
                  </a:lnTo>
                  <a:lnTo>
                    <a:pt x="1504073" y="284353"/>
                  </a:lnTo>
                  <a:lnTo>
                    <a:pt x="1432450" y="294430"/>
                  </a:lnTo>
                  <a:lnTo>
                    <a:pt x="1360827" y="304319"/>
                  </a:lnTo>
                  <a:lnTo>
                    <a:pt x="1289205" y="314022"/>
                  </a:lnTo>
                  <a:lnTo>
                    <a:pt x="1217582" y="323544"/>
                  </a:lnTo>
                  <a:lnTo>
                    <a:pt x="1145960" y="332887"/>
                  </a:lnTo>
                  <a:lnTo>
                    <a:pt x="1074337" y="342056"/>
                  </a:lnTo>
                  <a:lnTo>
                    <a:pt x="1002715" y="351053"/>
                  </a:lnTo>
                  <a:lnTo>
                    <a:pt x="931092" y="359882"/>
                  </a:lnTo>
                  <a:lnTo>
                    <a:pt x="859470" y="368546"/>
                  </a:lnTo>
                  <a:lnTo>
                    <a:pt x="787847" y="377047"/>
                  </a:lnTo>
                  <a:lnTo>
                    <a:pt x="716225" y="385390"/>
                  </a:lnTo>
                  <a:lnTo>
                    <a:pt x="644602" y="393576"/>
                  </a:lnTo>
                  <a:lnTo>
                    <a:pt x="572980" y="401610"/>
                  </a:lnTo>
                  <a:lnTo>
                    <a:pt x="501357" y="409492"/>
                  </a:lnTo>
                  <a:lnTo>
                    <a:pt x="429735" y="417228"/>
                  </a:lnTo>
                  <a:lnTo>
                    <a:pt x="358112" y="424818"/>
                  </a:lnTo>
                  <a:lnTo>
                    <a:pt x="286490" y="432267"/>
                  </a:lnTo>
                  <a:lnTo>
                    <a:pt x="214867" y="439576"/>
                  </a:lnTo>
                  <a:lnTo>
                    <a:pt x="143245" y="446749"/>
                  </a:lnTo>
                  <a:lnTo>
                    <a:pt x="71622" y="453787"/>
                  </a:lnTo>
                  <a:lnTo>
                    <a:pt x="0" y="46069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16535"/>
              <a:ext cx="7090630" cy="1773168"/>
            </a:xfrm>
            <a:custGeom>
              <a:avLst/>
              <a:pathLst>
                <a:path w="7090630" h="1773168">
                  <a:moveTo>
                    <a:pt x="0" y="0"/>
                  </a:moveTo>
                  <a:lnTo>
                    <a:pt x="71622" y="41454"/>
                  </a:lnTo>
                  <a:lnTo>
                    <a:pt x="143245" y="82066"/>
                  </a:lnTo>
                  <a:lnTo>
                    <a:pt x="214867" y="121854"/>
                  </a:lnTo>
                  <a:lnTo>
                    <a:pt x="286490" y="160833"/>
                  </a:lnTo>
                  <a:lnTo>
                    <a:pt x="358112" y="199020"/>
                  </a:lnTo>
                  <a:lnTo>
                    <a:pt x="429735" y="236432"/>
                  </a:lnTo>
                  <a:lnTo>
                    <a:pt x="501357" y="273084"/>
                  </a:lnTo>
                  <a:lnTo>
                    <a:pt x="572980" y="308991"/>
                  </a:lnTo>
                  <a:lnTo>
                    <a:pt x="644602" y="344168"/>
                  </a:lnTo>
                  <a:lnTo>
                    <a:pt x="716225" y="378631"/>
                  </a:lnTo>
                  <a:lnTo>
                    <a:pt x="787847" y="412395"/>
                  </a:lnTo>
                  <a:lnTo>
                    <a:pt x="859470" y="445472"/>
                  </a:lnTo>
                  <a:lnTo>
                    <a:pt x="931092" y="477877"/>
                  </a:lnTo>
                  <a:lnTo>
                    <a:pt x="1002715" y="509624"/>
                  </a:lnTo>
                  <a:lnTo>
                    <a:pt x="1074337" y="540726"/>
                  </a:lnTo>
                  <a:lnTo>
                    <a:pt x="1145960" y="571196"/>
                  </a:lnTo>
                  <a:lnTo>
                    <a:pt x="1217582" y="601048"/>
                  </a:lnTo>
                  <a:lnTo>
                    <a:pt x="1289205" y="630293"/>
                  </a:lnTo>
                  <a:lnTo>
                    <a:pt x="1360827" y="658944"/>
                  </a:lnTo>
                  <a:lnTo>
                    <a:pt x="1432450" y="687012"/>
                  </a:lnTo>
                  <a:lnTo>
                    <a:pt x="1504073" y="714511"/>
                  </a:lnTo>
                  <a:lnTo>
                    <a:pt x="1575695" y="741451"/>
                  </a:lnTo>
                  <a:lnTo>
                    <a:pt x="1647318" y="767844"/>
                  </a:lnTo>
                  <a:lnTo>
                    <a:pt x="1718940" y="793701"/>
                  </a:lnTo>
                  <a:lnTo>
                    <a:pt x="1790563" y="819032"/>
                  </a:lnTo>
                  <a:lnTo>
                    <a:pt x="1862185" y="843849"/>
                  </a:lnTo>
                  <a:lnTo>
                    <a:pt x="1933808" y="868162"/>
                  </a:lnTo>
                  <a:lnTo>
                    <a:pt x="2005430" y="891981"/>
                  </a:lnTo>
                  <a:lnTo>
                    <a:pt x="2077053" y="915316"/>
                  </a:lnTo>
                  <a:lnTo>
                    <a:pt x="2148675" y="938177"/>
                  </a:lnTo>
                  <a:lnTo>
                    <a:pt x="2220298" y="960573"/>
                  </a:lnTo>
                  <a:lnTo>
                    <a:pt x="2291920" y="982515"/>
                  </a:lnTo>
                  <a:lnTo>
                    <a:pt x="2363543" y="1004011"/>
                  </a:lnTo>
                  <a:lnTo>
                    <a:pt x="2435165" y="1025070"/>
                  </a:lnTo>
                  <a:lnTo>
                    <a:pt x="2506788" y="1045702"/>
                  </a:lnTo>
                  <a:lnTo>
                    <a:pt x="2578410" y="1065914"/>
                  </a:lnTo>
                  <a:lnTo>
                    <a:pt x="2650033" y="1085716"/>
                  </a:lnTo>
                  <a:lnTo>
                    <a:pt x="2721655" y="1105116"/>
                  </a:lnTo>
                  <a:lnTo>
                    <a:pt x="2793278" y="1124121"/>
                  </a:lnTo>
                  <a:lnTo>
                    <a:pt x="2864901" y="1142740"/>
                  </a:lnTo>
                  <a:lnTo>
                    <a:pt x="2936523" y="1160982"/>
                  </a:lnTo>
                  <a:lnTo>
                    <a:pt x="3008146" y="1178852"/>
                  </a:lnTo>
                  <a:lnTo>
                    <a:pt x="3079768" y="1196360"/>
                  </a:lnTo>
                  <a:lnTo>
                    <a:pt x="3151391" y="1213512"/>
                  </a:lnTo>
                  <a:lnTo>
                    <a:pt x="3223013" y="1230315"/>
                  </a:lnTo>
                  <a:lnTo>
                    <a:pt x="3294636" y="1246778"/>
                  </a:lnTo>
                  <a:lnTo>
                    <a:pt x="3366258" y="1262905"/>
                  </a:lnTo>
                  <a:lnTo>
                    <a:pt x="3437881" y="1278706"/>
                  </a:lnTo>
                  <a:lnTo>
                    <a:pt x="3509503" y="1294185"/>
                  </a:lnTo>
                  <a:lnTo>
                    <a:pt x="3581126" y="1309350"/>
                  </a:lnTo>
                  <a:lnTo>
                    <a:pt x="3652748" y="1324206"/>
                  </a:lnTo>
                  <a:lnTo>
                    <a:pt x="3724371" y="1338761"/>
                  </a:lnTo>
                  <a:lnTo>
                    <a:pt x="3795993" y="1353020"/>
                  </a:lnTo>
                  <a:lnTo>
                    <a:pt x="3867616" y="1366990"/>
                  </a:lnTo>
                  <a:lnTo>
                    <a:pt x="3939238" y="1380676"/>
                  </a:lnTo>
                  <a:lnTo>
                    <a:pt x="4010861" y="1394084"/>
                  </a:lnTo>
                  <a:lnTo>
                    <a:pt x="4082483" y="1407219"/>
                  </a:lnTo>
                  <a:lnTo>
                    <a:pt x="4154106" y="1420088"/>
                  </a:lnTo>
                  <a:lnTo>
                    <a:pt x="4225729" y="1432695"/>
                  </a:lnTo>
                  <a:lnTo>
                    <a:pt x="4297351" y="1445046"/>
                  </a:lnTo>
                  <a:lnTo>
                    <a:pt x="4368974" y="1457146"/>
                  </a:lnTo>
                  <a:lnTo>
                    <a:pt x="4440596" y="1469001"/>
                  </a:lnTo>
                  <a:lnTo>
                    <a:pt x="4512219" y="1480614"/>
                  </a:lnTo>
                  <a:lnTo>
                    <a:pt x="4583841" y="1491992"/>
                  </a:lnTo>
                  <a:lnTo>
                    <a:pt x="4655464" y="1503139"/>
                  </a:lnTo>
                  <a:lnTo>
                    <a:pt x="4727086" y="1514059"/>
                  </a:lnTo>
                  <a:lnTo>
                    <a:pt x="4798709" y="1524757"/>
                  </a:lnTo>
                  <a:lnTo>
                    <a:pt x="4870331" y="1535238"/>
                  </a:lnTo>
                  <a:lnTo>
                    <a:pt x="4941954" y="1545506"/>
                  </a:lnTo>
                  <a:lnTo>
                    <a:pt x="5013576" y="1555566"/>
                  </a:lnTo>
                  <a:lnTo>
                    <a:pt x="5085199" y="1565421"/>
                  </a:lnTo>
                  <a:lnTo>
                    <a:pt x="5156821" y="1575076"/>
                  </a:lnTo>
                  <a:lnTo>
                    <a:pt x="5228444" y="1584535"/>
                  </a:lnTo>
                  <a:lnTo>
                    <a:pt x="5300066" y="1593801"/>
                  </a:lnTo>
                  <a:lnTo>
                    <a:pt x="5371689" y="1602880"/>
                  </a:lnTo>
                  <a:lnTo>
                    <a:pt x="5443311" y="1611774"/>
                  </a:lnTo>
                  <a:lnTo>
                    <a:pt x="5514934" y="1620487"/>
                  </a:lnTo>
                  <a:lnTo>
                    <a:pt x="5586557" y="1629024"/>
                  </a:lnTo>
                  <a:lnTo>
                    <a:pt x="5658179" y="1637387"/>
                  </a:lnTo>
                  <a:lnTo>
                    <a:pt x="5729802" y="1645580"/>
                  </a:lnTo>
                  <a:lnTo>
                    <a:pt x="5801424" y="1653606"/>
                  </a:lnTo>
                  <a:lnTo>
                    <a:pt x="5873047" y="1661470"/>
                  </a:lnTo>
                  <a:lnTo>
                    <a:pt x="5944669" y="1669174"/>
                  </a:lnTo>
                  <a:lnTo>
                    <a:pt x="6016292" y="1676721"/>
                  </a:lnTo>
                  <a:lnTo>
                    <a:pt x="6087914" y="1684115"/>
                  </a:lnTo>
                  <a:lnTo>
                    <a:pt x="6159537" y="1691359"/>
                  </a:lnTo>
                  <a:lnTo>
                    <a:pt x="6231159" y="1698456"/>
                  </a:lnTo>
                  <a:lnTo>
                    <a:pt x="6302782" y="1705408"/>
                  </a:lnTo>
                  <a:lnTo>
                    <a:pt x="6374404" y="1712220"/>
                  </a:lnTo>
                  <a:lnTo>
                    <a:pt x="6446027" y="1718893"/>
                  </a:lnTo>
                  <a:lnTo>
                    <a:pt x="6517649" y="1725430"/>
                  </a:lnTo>
                  <a:lnTo>
                    <a:pt x="6589272" y="1731835"/>
                  </a:lnTo>
                  <a:lnTo>
                    <a:pt x="6660894" y="1738109"/>
                  </a:lnTo>
                  <a:lnTo>
                    <a:pt x="6732517" y="1744256"/>
                  </a:lnTo>
                  <a:lnTo>
                    <a:pt x="6804139" y="1750278"/>
                  </a:lnTo>
                  <a:lnTo>
                    <a:pt x="6875762" y="1756178"/>
                  </a:lnTo>
                  <a:lnTo>
                    <a:pt x="6947385" y="1761958"/>
                  </a:lnTo>
                  <a:lnTo>
                    <a:pt x="7019007" y="1767621"/>
                  </a:lnTo>
                  <a:lnTo>
                    <a:pt x="7090630" y="177316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(0.78-2.19), p = 0.307  |  per IQR decline (Δ = 25.8 %): 2.00 (0.53-7.55)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49915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2026-10-09T13:14:11Z</dcterms:modified>
  <cp:category/>
</cp:coreProperties>
</file>