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886"/>
            </a:xfrm>
            <a:custGeom>
              <a:avLst/>
              <a:pathLst>
                <a:path w="7090630" h="3467886">
                  <a:moveTo>
                    <a:pt x="1710025" y="0"/>
                  </a:moveTo>
                  <a:lnTo>
                    <a:pt x="1718940" y="31969"/>
                  </a:lnTo>
                  <a:lnTo>
                    <a:pt x="1790563" y="271024"/>
                  </a:lnTo>
                  <a:lnTo>
                    <a:pt x="1862185" y="493523"/>
                  </a:lnTo>
                  <a:lnTo>
                    <a:pt x="1933808" y="700612"/>
                  </a:lnTo>
                  <a:lnTo>
                    <a:pt x="2005430" y="893360"/>
                  </a:lnTo>
                  <a:lnTo>
                    <a:pt x="2077053" y="1072759"/>
                  </a:lnTo>
                  <a:lnTo>
                    <a:pt x="2148675" y="1239733"/>
                  </a:lnTo>
                  <a:lnTo>
                    <a:pt x="2220298" y="1395143"/>
                  </a:lnTo>
                  <a:lnTo>
                    <a:pt x="2291920" y="1539791"/>
                  </a:lnTo>
                  <a:lnTo>
                    <a:pt x="2363543" y="1674420"/>
                  </a:lnTo>
                  <a:lnTo>
                    <a:pt x="2435165" y="1799726"/>
                  </a:lnTo>
                  <a:lnTo>
                    <a:pt x="2506788" y="1916354"/>
                  </a:lnTo>
                  <a:lnTo>
                    <a:pt x="2578410" y="2024905"/>
                  </a:lnTo>
                  <a:lnTo>
                    <a:pt x="2650033" y="2125938"/>
                  </a:lnTo>
                  <a:lnTo>
                    <a:pt x="2721655" y="2219973"/>
                  </a:lnTo>
                  <a:lnTo>
                    <a:pt x="2793278" y="2307497"/>
                  </a:lnTo>
                  <a:lnTo>
                    <a:pt x="2864901" y="2388959"/>
                  </a:lnTo>
                  <a:lnTo>
                    <a:pt x="2936523" y="2464779"/>
                  </a:lnTo>
                  <a:lnTo>
                    <a:pt x="3008146" y="2535348"/>
                  </a:lnTo>
                  <a:lnTo>
                    <a:pt x="3079768" y="2601030"/>
                  </a:lnTo>
                  <a:lnTo>
                    <a:pt x="3151391" y="2657359"/>
                  </a:lnTo>
                  <a:lnTo>
                    <a:pt x="3223013" y="2680122"/>
                  </a:lnTo>
                  <a:lnTo>
                    <a:pt x="3294636" y="2702259"/>
                  </a:lnTo>
                  <a:lnTo>
                    <a:pt x="3366258" y="2723786"/>
                  </a:lnTo>
                  <a:lnTo>
                    <a:pt x="3437881" y="2744720"/>
                  </a:lnTo>
                  <a:lnTo>
                    <a:pt x="3509503" y="2765077"/>
                  </a:lnTo>
                  <a:lnTo>
                    <a:pt x="3581126" y="2784874"/>
                  </a:lnTo>
                  <a:lnTo>
                    <a:pt x="3652748" y="2804125"/>
                  </a:lnTo>
                  <a:lnTo>
                    <a:pt x="3724371" y="2822846"/>
                  </a:lnTo>
                  <a:lnTo>
                    <a:pt x="3795993" y="2841051"/>
                  </a:lnTo>
                  <a:lnTo>
                    <a:pt x="3867616" y="2858755"/>
                  </a:lnTo>
                  <a:lnTo>
                    <a:pt x="3939238" y="2875971"/>
                  </a:lnTo>
                  <a:lnTo>
                    <a:pt x="4010861" y="2892712"/>
                  </a:lnTo>
                  <a:lnTo>
                    <a:pt x="4082483" y="2908993"/>
                  </a:lnTo>
                  <a:lnTo>
                    <a:pt x="4154106" y="2924825"/>
                  </a:lnTo>
                  <a:lnTo>
                    <a:pt x="4225729" y="2940221"/>
                  </a:lnTo>
                  <a:lnTo>
                    <a:pt x="4297351" y="2955193"/>
                  </a:lnTo>
                  <a:lnTo>
                    <a:pt x="4368974" y="2969753"/>
                  </a:lnTo>
                  <a:lnTo>
                    <a:pt x="4440596" y="2983911"/>
                  </a:lnTo>
                  <a:lnTo>
                    <a:pt x="4512219" y="2997680"/>
                  </a:lnTo>
                  <a:lnTo>
                    <a:pt x="4583841" y="3011069"/>
                  </a:lnTo>
                  <a:lnTo>
                    <a:pt x="4655464" y="3024089"/>
                  </a:lnTo>
                  <a:lnTo>
                    <a:pt x="4727086" y="3036751"/>
                  </a:lnTo>
                  <a:lnTo>
                    <a:pt x="4798709" y="3049064"/>
                  </a:lnTo>
                  <a:lnTo>
                    <a:pt x="4870331" y="3061038"/>
                  </a:lnTo>
                  <a:lnTo>
                    <a:pt x="4941954" y="3072682"/>
                  </a:lnTo>
                  <a:lnTo>
                    <a:pt x="5013576" y="3084005"/>
                  </a:lnTo>
                  <a:lnTo>
                    <a:pt x="5085199" y="3095016"/>
                  </a:lnTo>
                  <a:lnTo>
                    <a:pt x="5156821" y="3105724"/>
                  </a:lnTo>
                  <a:lnTo>
                    <a:pt x="5228444" y="3116137"/>
                  </a:lnTo>
                  <a:lnTo>
                    <a:pt x="5300066" y="3126263"/>
                  </a:lnTo>
                  <a:lnTo>
                    <a:pt x="5371689" y="3136111"/>
                  </a:lnTo>
                  <a:lnTo>
                    <a:pt x="5443311" y="3145687"/>
                  </a:lnTo>
                  <a:lnTo>
                    <a:pt x="5514934" y="3154999"/>
                  </a:lnTo>
                  <a:lnTo>
                    <a:pt x="5586557" y="3164055"/>
                  </a:lnTo>
                  <a:lnTo>
                    <a:pt x="5658179" y="3172861"/>
                  </a:lnTo>
                  <a:lnTo>
                    <a:pt x="5729802" y="3181425"/>
                  </a:lnTo>
                  <a:lnTo>
                    <a:pt x="5801424" y="3189752"/>
                  </a:lnTo>
                  <a:lnTo>
                    <a:pt x="5873047" y="3197851"/>
                  </a:lnTo>
                  <a:lnTo>
                    <a:pt x="5944669" y="3205726"/>
                  </a:lnTo>
                  <a:lnTo>
                    <a:pt x="6016292" y="3213384"/>
                  </a:lnTo>
                  <a:lnTo>
                    <a:pt x="6087914" y="3220832"/>
                  </a:lnTo>
                  <a:lnTo>
                    <a:pt x="6159537" y="3228074"/>
                  </a:lnTo>
                  <a:lnTo>
                    <a:pt x="6231159" y="3235117"/>
                  </a:lnTo>
                  <a:lnTo>
                    <a:pt x="6302782" y="3241966"/>
                  </a:lnTo>
                  <a:lnTo>
                    <a:pt x="6374404" y="3248626"/>
                  </a:lnTo>
                  <a:lnTo>
                    <a:pt x="6446027" y="3255102"/>
                  </a:lnTo>
                  <a:lnTo>
                    <a:pt x="6517649" y="3261401"/>
                  </a:lnTo>
                  <a:lnTo>
                    <a:pt x="6589272" y="3267525"/>
                  </a:lnTo>
                  <a:lnTo>
                    <a:pt x="6660894" y="3273481"/>
                  </a:lnTo>
                  <a:lnTo>
                    <a:pt x="6732517" y="3279273"/>
                  </a:lnTo>
                  <a:lnTo>
                    <a:pt x="6804139" y="3284906"/>
                  </a:lnTo>
                  <a:lnTo>
                    <a:pt x="6875762" y="3290383"/>
                  </a:lnTo>
                  <a:lnTo>
                    <a:pt x="6947385" y="3295709"/>
                  </a:lnTo>
                  <a:lnTo>
                    <a:pt x="7019007" y="3300889"/>
                  </a:lnTo>
                  <a:lnTo>
                    <a:pt x="7090630" y="3305926"/>
                  </a:lnTo>
                  <a:lnTo>
                    <a:pt x="7090630" y="3467886"/>
                  </a:lnTo>
                  <a:lnTo>
                    <a:pt x="7019007" y="3466705"/>
                  </a:lnTo>
                  <a:lnTo>
                    <a:pt x="6947385" y="3465437"/>
                  </a:lnTo>
                  <a:lnTo>
                    <a:pt x="6875762" y="3464075"/>
                  </a:lnTo>
                  <a:lnTo>
                    <a:pt x="6804139" y="3462611"/>
                  </a:lnTo>
                  <a:lnTo>
                    <a:pt x="6732517" y="3461039"/>
                  </a:lnTo>
                  <a:lnTo>
                    <a:pt x="6660894" y="3459349"/>
                  </a:lnTo>
                  <a:lnTo>
                    <a:pt x="6589272" y="3457534"/>
                  </a:lnTo>
                  <a:lnTo>
                    <a:pt x="6517649" y="3455583"/>
                  </a:lnTo>
                  <a:lnTo>
                    <a:pt x="6446027" y="3453488"/>
                  </a:lnTo>
                  <a:lnTo>
                    <a:pt x="6374404" y="3451236"/>
                  </a:lnTo>
                  <a:lnTo>
                    <a:pt x="6302782" y="3448817"/>
                  </a:lnTo>
                  <a:lnTo>
                    <a:pt x="6231159" y="3446218"/>
                  </a:lnTo>
                  <a:lnTo>
                    <a:pt x="6159537" y="3443425"/>
                  </a:lnTo>
                  <a:lnTo>
                    <a:pt x="6087914" y="3440425"/>
                  </a:lnTo>
                  <a:lnTo>
                    <a:pt x="6016292" y="3437202"/>
                  </a:lnTo>
                  <a:lnTo>
                    <a:pt x="5944669" y="3433738"/>
                  </a:lnTo>
                  <a:lnTo>
                    <a:pt x="5873047" y="3430017"/>
                  </a:lnTo>
                  <a:lnTo>
                    <a:pt x="5801424" y="3426019"/>
                  </a:lnTo>
                  <a:lnTo>
                    <a:pt x="5729802" y="3421724"/>
                  </a:lnTo>
                  <a:lnTo>
                    <a:pt x="5658179" y="3417109"/>
                  </a:lnTo>
                  <a:lnTo>
                    <a:pt x="5586557" y="3412151"/>
                  </a:lnTo>
                  <a:lnTo>
                    <a:pt x="5514934" y="3406823"/>
                  </a:lnTo>
                  <a:lnTo>
                    <a:pt x="5443311" y="3401100"/>
                  </a:lnTo>
                  <a:lnTo>
                    <a:pt x="5371689" y="3394950"/>
                  </a:lnTo>
                  <a:lnTo>
                    <a:pt x="5300066" y="3388343"/>
                  </a:lnTo>
                  <a:lnTo>
                    <a:pt x="5228444" y="3381244"/>
                  </a:lnTo>
                  <a:lnTo>
                    <a:pt x="5156821" y="3373617"/>
                  </a:lnTo>
                  <a:lnTo>
                    <a:pt x="5085199" y="3365422"/>
                  </a:lnTo>
                  <a:lnTo>
                    <a:pt x="5013576" y="3356618"/>
                  </a:lnTo>
                  <a:lnTo>
                    <a:pt x="4941954" y="3347158"/>
                  </a:lnTo>
                  <a:lnTo>
                    <a:pt x="4870331" y="3336995"/>
                  </a:lnTo>
                  <a:lnTo>
                    <a:pt x="4798709" y="3326075"/>
                  </a:lnTo>
                  <a:lnTo>
                    <a:pt x="4727086" y="3314343"/>
                  </a:lnTo>
                  <a:lnTo>
                    <a:pt x="4655464" y="3301738"/>
                  </a:lnTo>
                  <a:lnTo>
                    <a:pt x="4583841" y="3288195"/>
                  </a:lnTo>
                  <a:lnTo>
                    <a:pt x="4512219" y="3273644"/>
                  </a:lnTo>
                  <a:lnTo>
                    <a:pt x="4440596" y="3258011"/>
                  </a:lnTo>
                  <a:lnTo>
                    <a:pt x="4368974" y="3241214"/>
                  </a:lnTo>
                  <a:lnTo>
                    <a:pt x="4297351" y="3223168"/>
                  </a:lnTo>
                  <a:lnTo>
                    <a:pt x="4225729" y="3203778"/>
                  </a:lnTo>
                  <a:lnTo>
                    <a:pt x="4154106" y="3182946"/>
                  </a:lnTo>
                  <a:lnTo>
                    <a:pt x="4082483" y="3160564"/>
                  </a:lnTo>
                  <a:lnTo>
                    <a:pt x="4010861" y="3136516"/>
                  </a:lnTo>
                  <a:lnTo>
                    <a:pt x="3939238" y="3110679"/>
                  </a:lnTo>
                  <a:lnTo>
                    <a:pt x="3867616" y="3082920"/>
                  </a:lnTo>
                  <a:lnTo>
                    <a:pt x="3795993" y="3053095"/>
                  </a:lnTo>
                  <a:lnTo>
                    <a:pt x="3724371" y="3021051"/>
                  </a:lnTo>
                  <a:lnTo>
                    <a:pt x="3652748" y="2986622"/>
                  </a:lnTo>
                  <a:lnTo>
                    <a:pt x="3581126" y="2949632"/>
                  </a:lnTo>
                  <a:lnTo>
                    <a:pt x="3509503" y="2909889"/>
                  </a:lnTo>
                  <a:lnTo>
                    <a:pt x="3437881" y="2867189"/>
                  </a:lnTo>
                  <a:lnTo>
                    <a:pt x="3366258" y="2821312"/>
                  </a:lnTo>
                  <a:lnTo>
                    <a:pt x="3294636" y="2772021"/>
                  </a:lnTo>
                  <a:lnTo>
                    <a:pt x="3223013" y="2719062"/>
                  </a:lnTo>
                  <a:lnTo>
                    <a:pt x="3151391" y="2662163"/>
                  </a:lnTo>
                  <a:lnTo>
                    <a:pt x="3079768" y="2633950"/>
                  </a:lnTo>
                  <a:lnTo>
                    <a:pt x="3008146" y="2609878"/>
                  </a:lnTo>
                  <a:lnTo>
                    <a:pt x="2936523" y="2585125"/>
                  </a:lnTo>
                  <a:lnTo>
                    <a:pt x="2864901" y="2559670"/>
                  </a:lnTo>
                  <a:lnTo>
                    <a:pt x="2793278" y="2533495"/>
                  </a:lnTo>
                  <a:lnTo>
                    <a:pt x="2721655" y="2506578"/>
                  </a:lnTo>
                  <a:lnTo>
                    <a:pt x="2650033" y="2478898"/>
                  </a:lnTo>
                  <a:lnTo>
                    <a:pt x="2578410" y="2450434"/>
                  </a:lnTo>
                  <a:lnTo>
                    <a:pt x="2506788" y="2421164"/>
                  </a:lnTo>
                  <a:lnTo>
                    <a:pt x="2435165" y="2391065"/>
                  </a:lnTo>
                  <a:lnTo>
                    <a:pt x="2363543" y="2360114"/>
                  </a:lnTo>
                  <a:lnTo>
                    <a:pt x="2291920" y="2328285"/>
                  </a:lnTo>
                  <a:lnTo>
                    <a:pt x="2220298" y="2295555"/>
                  </a:lnTo>
                  <a:lnTo>
                    <a:pt x="2148675" y="2261898"/>
                  </a:lnTo>
                  <a:lnTo>
                    <a:pt x="2077053" y="2227288"/>
                  </a:lnTo>
                  <a:lnTo>
                    <a:pt x="2005430" y="2191697"/>
                  </a:lnTo>
                  <a:lnTo>
                    <a:pt x="1933808" y="2155098"/>
                  </a:lnTo>
                  <a:lnTo>
                    <a:pt x="1862185" y="2117462"/>
                  </a:lnTo>
                  <a:lnTo>
                    <a:pt x="1790563" y="2078760"/>
                  </a:lnTo>
                  <a:lnTo>
                    <a:pt x="1718940" y="2038962"/>
                  </a:lnTo>
                  <a:lnTo>
                    <a:pt x="1647318" y="1998037"/>
                  </a:lnTo>
                  <a:lnTo>
                    <a:pt x="1575695" y="1955952"/>
                  </a:lnTo>
                  <a:lnTo>
                    <a:pt x="1504073" y="1912675"/>
                  </a:lnTo>
                  <a:lnTo>
                    <a:pt x="1432450" y="1868173"/>
                  </a:lnTo>
                  <a:lnTo>
                    <a:pt x="1360827" y="1822410"/>
                  </a:lnTo>
                  <a:lnTo>
                    <a:pt x="1289205" y="1775350"/>
                  </a:lnTo>
                  <a:lnTo>
                    <a:pt x="1217582" y="1726957"/>
                  </a:lnTo>
                  <a:lnTo>
                    <a:pt x="1145960" y="1677194"/>
                  </a:lnTo>
                  <a:lnTo>
                    <a:pt x="1074337" y="1626021"/>
                  </a:lnTo>
                  <a:lnTo>
                    <a:pt x="1002715" y="1573398"/>
                  </a:lnTo>
                  <a:lnTo>
                    <a:pt x="931092" y="1519285"/>
                  </a:lnTo>
                  <a:lnTo>
                    <a:pt x="859470" y="1463639"/>
                  </a:lnTo>
                  <a:lnTo>
                    <a:pt x="787847" y="1406417"/>
                  </a:lnTo>
                  <a:lnTo>
                    <a:pt x="716225" y="1347574"/>
                  </a:lnTo>
                  <a:lnTo>
                    <a:pt x="644602" y="1287064"/>
                  </a:lnTo>
                  <a:lnTo>
                    <a:pt x="572980" y="1224840"/>
                  </a:lnTo>
                  <a:lnTo>
                    <a:pt x="501357" y="1160854"/>
                  </a:lnTo>
                  <a:lnTo>
                    <a:pt x="429735" y="1095055"/>
                  </a:lnTo>
                  <a:lnTo>
                    <a:pt x="358112" y="1027392"/>
                  </a:lnTo>
                  <a:lnTo>
                    <a:pt x="286490" y="957812"/>
                  </a:lnTo>
                  <a:lnTo>
                    <a:pt x="214867" y="886262"/>
                  </a:lnTo>
                  <a:lnTo>
                    <a:pt x="143245" y="812685"/>
                  </a:lnTo>
                  <a:lnTo>
                    <a:pt x="71622" y="737023"/>
                  </a:lnTo>
                  <a:lnTo>
                    <a:pt x="0" y="6592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2074" y="2073503"/>
              <a:ext cx="5380604" cy="3305926"/>
            </a:xfrm>
            <a:custGeom>
              <a:avLst/>
              <a:pathLst>
                <a:path w="5380604" h="3305926">
                  <a:moveTo>
                    <a:pt x="0" y="0"/>
                  </a:moveTo>
                  <a:lnTo>
                    <a:pt x="8915" y="31969"/>
                  </a:lnTo>
                  <a:lnTo>
                    <a:pt x="80537" y="271024"/>
                  </a:lnTo>
                  <a:lnTo>
                    <a:pt x="152160" y="493523"/>
                  </a:lnTo>
                  <a:lnTo>
                    <a:pt x="223782" y="700612"/>
                  </a:lnTo>
                  <a:lnTo>
                    <a:pt x="295405" y="893360"/>
                  </a:lnTo>
                  <a:lnTo>
                    <a:pt x="367027" y="1072759"/>
                  </a:lnTo>
                  <a:lnTo>
                    <a:pt x="438650" y="1239733"/>
                  </a:lnTo>
                  <a:lnTo>
                    <a:pt x="510272" y="1395143"/>
                  </a:lnTo>
                  <a:lnTo>
                    <a:pt x="581895" y="1539791"/>
                  </a:lnTo>
                  <a:lnTo>
                    <a:pt x="653517" y="1674420"/>
                  </a:lnTo>
                  <a:lnTo>
                    <a:pt x="725140" y="1799726"/>
                  </a:lnTo>
                  <a:lnTo>
                    <a:pt x="796762" y="1916354"/>
                  </a:lnTo>
                  <a:lnTo>
                    <a:pt x="868385" y="2024905"/>
                  </a:lnTo>
                  <a:lnTo>
                    <a:pt x="940007" y="2125938"/>
                  </a:lnTo>
                  <a:lnTo>
                    <a:pt x="1011630" y="2219973"/>
                  </a:lnTo>
                  <a:lnTo>
                    <a:pt x="1083252" y="2307497"/>
                  </a:lnTo>
                  <a:lnTo>
                    <a:pt x="1154875" y="2388959"/>
                  </a:lnTo>
                  <a:lnTo>
                    <a:pt x="1226497" y="2464779"/>
                  </a:lnTo>
                  <a:lnTo>
                    <a:pt x="1298120" y="2535348"/>
                  </a:lnTo>
                  <a:lnTo>
                    <a:pt x="1369743" y="2601030"/>
                  </a:lnTo>
                  <a:lnTo>
                    <a:pt x="1441365" y="2657359"/>
                  </a:lnTo>
                  <a:lnTo>
                    <a:pt x="1512988" y="2680122"/>
                  </a:lnTo>
                  <a:lnTo>
                    <a:pt x="1584610" y="2702259"/>
                  </a:lnTo>
                  <a:lnTo>
                    <a:pt x="1656233" y="2723786"/>
                  </a:lnTo>
                  <a:lnTo>
                    <a:pt x="1727855" y="2744720"/>
                  </a:lnTo>
                  <a:lnTo>
                    <a:pt x="1799478" y="2765077"/>
                  </a:lnTo>
                  <a:lnTo>
                    <a:pt x="1871100" y="2784874"/>
                  </a:lnTo>
                  <a:lnTo>
                    <a:pt x="1942723" y="2804125"/>
                  </a:lnTo>
                  <a:lnTo>
                    <a:pt x="2014345" y="2822846"/>
                  </a:lnTo>
                  <a:lnTo>
                    <a:pt x="2085968" y="2841051"/>
                  </a:lnTo>
                  <a:lnTo>
                    <a:pt x="2157590" y="2858755"/>
                  </a:lnTo>
                  <a:lnTo>
                    <a:pt x="2229213" y="2875971"/>
                  </a:lnTo>
                  <a:lnTo>
                    <a:pt x="2300835" y="2892712"/>
                  </a:lnTo>
                  <a:lnTo>
                    <a:pt x="2372458" y="2908993"/>
                  </a:lnTo>
                  <a:lnTo>
                    <a:pt x="2444080" y="2924825"/>
                  </a:lnTo>
                  <a:lnTo>
                    <a:pt x="2515703" y="2940221"/>
                  </a:lnTo>
                  <a:lnTo>
                    <a:pt x="2587325" y="2955193"/>
                  </a:lnTo>
                  <a:lnTo>
                    <a:pt x="2658948" y="2969753"/>
                  </a:lnTo>
                  <a:lnTo>
                    <a:pt x="2730570" y="2983911"/>
                  </a:lnTo>
                  <a:lnTo>
                    <a:pt x="2802193" y="2997680"/>
                  </a:lnTo>
                  <a:lnTo>
                    <a:pt x="2873816" y="3011069"/>
                  </a:lnTo>
                  <a:lnTo>
                    <a:pt x="2945438" y="3024089"/>
                  </a:lnTo>
                  <a:lnTo>
                    <a:pt x="3017061" y="3036751"/>
                  </a:lnTo>
                  <a:lnTo>
                    <a:pt x="3088683" y="3049064"/>
                  </a:lnTo>
                  <a:lnTo>
                    <a:pt x="3160306" y="3061038"/>
                  </a:lnTo>
                  <a:lnTo>
                    <a:pt x="3231928" y="3072682"/>
                  </a:lnTo>
                  <a:lnTo>
                    <a:pt x="3303551" y="3084005"/>
                  </a:lnTo>
                  <a:lnTo>
                    <a:pt x="3375173" y="3095016"/>
                  </a:lnTo>
                  <a:lnTo>
                    <a:pt x="3446796" y="3105724"/>
                  </a:lnTo>
                  <a:lnTo>
                    <a:pt x="3518418" y="3116137"/>
                  </a:lnTo>
                  <a:lnTo>
                    <a:pt x="3590041" y="3126263"/>
                  </a:lnTo>
                  <a:lnTo>
                    <a:pt x="3661663" y="3136111"/>
                  </a:lnTo>
                  <a:lnTo>
                    <a:pt x="3733286" y="3145687"/>
                  </a:lnTo>
                  <a:lnTo>
                    <a:pt x="3804908" y="3154999"/>
                  </a:lnTo>
                  <a:lnTo>
                    <a:pt x="3876531" y="3164055"/>
                  </a:lnTo>
                  <a:lnTo>
                    <a:pt x="3948153" y="3172861"/>
                  </a:lnTo>
                  <a:lnTo>
                    <a:pt x="4019776" y="3181425"/>
                  </a:lnTo>
                  <a:lnTo>
                    <a:pt x="4091398" y="3189752"/>
                  </a:lnTo>
                  <a:lnTo>
                    <a:pt x="4163021" y="3197851"/>
                  </a:lnTo>
                  <a:lnTo>
                    <a:pt x="4234644" y="3205726"/>
                  </a:lnTo>
                  <a:lnTo>
                    <a:pt x="4306266" y="3213384"/>
                  </a:lnTo>
                  <a:lnTo>
                    <a:pt x="4377889" y="3220832"/>
                  </a:lnTo>
                  <a:lnTo>
                    <a:pt x="4449511" y="3228074"/>
                  </a:lnTo>
                  <a:lnTo>
                    <a:pt x="4521134" y="3235117"/>
                  </a:lnTo>
                  <a:lnTo>
                    <a:pt x="4592756" y="3241966"/>
                  </a:lnTo>
                  <a:lnTo>
                    <a:pt x="4664379" y="3248626"/>
                  </a:lnTo>
                  <a:lnTo>
                    <a:pt x="4736001" y="3255102"/>
                  </a:lnTo>
                  <a:lnTo>
                    <a:pt x="4807624" y="3261401"/>
                  </a:lnTo>
                  <a:lnTo>
                    <a:pt x="4879246" y="3267525"/>
                  </a:lnTo>
                  <a:lnTo>
                    <a:pt x="4950869" y="3273481"/>
                  </a:lnTo>
                  <a:lnTo>
                    <a:pt x="5022491" y="3279273"/>
                  </a:lnTo>
                  <a:lnTo>
                    <a:pt x="5094114" y="3284906"/>
                  </a:lnTo>
                  <a:lnTo>
                    <a:pt x="5165736" y="3290383"/>
                  </a:lnTo>
                  <a:lnTo>
                    <a:pt x="5237359" y="3295709"/>
                  </a:lnTo>
                  <a:lnTo>
                    <a:pt x="5308981" y="3300889"/>
                  </a:lnTo>
                  <a:lnTo>
                    <a:pt x="5380604" y="330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2722"/>
              <a:ext cx="7090630" cy="2808666"/>
            </a:xfrm>
            <a:custGeom>
              <a:avLst/>
              <a:pathLst>
                <a:path w="7090630" h="2808666">
                  <a:moveTo>
                    <a:pt x="7090630" y="2808666"/>
                  </a:moveTo>
                  <a:lnTo>
                    <a:pt x="7019007" y="2807486"/>
                  </a:lnTo>
                  <a:lnTo>
                    <a:pt x="6947385" y="2806218"/>
                  </a:lnTo>
                  <a:lnTo>
                    <a:pt x="6875762" y="2804856"/>
                  </a:lnTo>
                  <a:lnTo>
                    <a:pt x="6804139" y="2803392"/>
                  </a:lnTo>
                  <a:lnTo>
                    <a:pt x="6732517" y="2801819"/>
                  </a:lnTo>
                  <a:lnTo>
                    <a:pt x="6660894" y="2800130"/>
                  </a:lnTo>
                  <a:lnTo>
                    <a:pt x="6589272" y="2798314"/>
                  </a:lnTo>
                  <a:lnTo>
                    <a:pt x="6517649" y="2796364"/>
                  </a:lnTo>
                  <a:lnTo>
                    <a:pt x="6446027" y="2794268"/>
                  </a:lnTo>
                  <a:lnTo>
                    <a:pt x="6374404" y="2792017"/>
                  </a:lnTo>
                  <a:lnTo>
                    <a:pt x="6302782" y="2789598"/>
                  </a:lnTo>
                  <a:lnTo>
                    <a:pt x="6231159" y="2786999"/>
                  </a:lnTo>
                  <a:lnTo>
                    <a:pt x="6159537" y="2784206"/>
                  </a:lnTo>
                  <a:lnTo>
                    <a:pt x="6087914" y="2781206"/>
                  </a:lnTo>
                  <a:lnTo>
                    <a:pt x="6016292" y="2777982"/>
                  </a:lnTo>
                  <a:lnTo>
                    <a:pt x="5944669" y="2774519"/>
                  </a:lnTo>
                  <a:lnTo>
                    <a:pt x="5873047" y="2770798"/>
                  </a:lnTo>
                  <a:lnTo>
                    <a:pt x="5801424" y="2766800"/>
                  </a:lnTo>
                  <a:lnTo>
                    <a:pt x="5729802" y="2762505"/>
                  </a:lnTo>
                  <a:lnTo>
                    <a:pt x="5658179" y="2757890"/>
                  </a:lnTo>
                  <a:lnTo>
                    <a:pt x="5586557" y="2752931"/>
                  </a:lnTo>
                  <a:lnTo>
                    <a:pt x="5514934" y="2747604"/>
                  </a:lnTo>
                  <a:lnTo>
                    <a:pt x="5443311" y="2741880"/>
                  </a:lnTo>
                  <a:lnTo>
                    <a:pt x="5371689" y="2735731"/>
                  </a:lnTo>
                  <a:lnTo>
                    <a:pt x="5300066" y="2729123"/>
                  </a:lnTo>
                  <a:lnTo>
                    <a:pt x="5228444" y="2722024"/>
                  </a:lnTo>
                  <a:lnTo>
                    <a:pt x="5156821" y="2714397"/>
                  </a:lnTo>
                  <a:lnTo>
                    <a:pt x="5085199" y="2706203"/>
                  </a:lnTo>
                  <a:lnTo>
                    <a:pt x="5013576" y="2697398"/>
                  </a:lnTo>
                  <a:lnTo>
                    <a:pt x="4941954" y="2687939"/>
                  </a:lnTo>
                  <a:lnTo>
                    <a:pt x="4870331" y="2677775"/>
                  </a:lnTo>
                  <a:lnTo>
                    <a:pt x="4798709" y="2666856"/>
                  </a:lnTo>
                  <a:lnTo>
                    <a:pt x="4727086" y="2655124"/>
                  </a:lnTo>
                  <a:lnTo>
                    <a:pt x="4655464" y="2642519"/>
                  </a:lnTo>
                  <a:lnTo>
                    <a:pt x="4583841" y="2628976"/>
                  </a:lnTo>
                  <a:lnTo>
                    <a:pt x="4512219" y="2614425"/>
                  </a:lnTo>
                  <a:lnTo>
                    <a:pt x="4440596" y="2598791"/>
                  </a:lnTo>
                  <a:lnTo>
                    <a:pt x="4368974" y="2581995"/>
                  </a:lnTo>
                  <a:lnTo>
                    <a:pt x="4297351" y="2563948"/>
                  </a:lnTo>
                  <a:lnTo>
                    <a:pt x="4225729" y="2544559"/>
                  </a:lnTo>
                  <a:lnTo>
                    <a:pt x="4154106" y="2523727"/>
                  </a:lnTo>
                  <a:lnTo>
                    <a:pt x="4082483" y="2501345"/>
                  </a:lnTo>
                  <a:lnTo>
                    <a:pt x="4010861" y="2477297"/>
                  </a:lnTo>
                  <a:lnTo>
                    <a:pt x="3939238" y="2451460"/>
                  </a:lnTo>
                  <a:lnTo>
                    <a:pt x="3867616" y="2423701"/>
                  </a:lnTo>
                  <a:lnTo>
                    <a:pt x="3795993" y="2393876"/>
                  </a:lnTo>
                  <a:lnTo>
                    <a:pt x="3724371" y="2361831"/>
                  </a:lnTo>
                  <a:lnTo>
                    <a:pt x="3652748" y="2327403"/>
                  </a:lnTo>
                  <a:lnTo>
                    <a:pt x="3581126" y="2290412"/>
                  </a:lnTo>
                  <a:lnTo>
                    <a:pt x="3509503" y="2250670"/>
                  </a:lnTo>
                  <a:lnTo>
                    <a:pt x="3437881" y="2207970"/>
                  </a:lnTo>
                  <a:lnTo>
                    <a:pt x="3366258" y="2162092"/>
                  </a:lnTo>
                  <a:lnTo>
                    <a:pt x="3294636" y="2112801"/>
                  </a:lnTo>
                  <a:lnTo>
                    <a:pt x="3223013" y="2059843"/>
                  </a:lnTo>
                  <a:lnTo>
                    <a:pt x="3151391" y="2002943"/>
                  </a:lnTo>
                  <a:lnTo>
                    <a:pt x="3079768" y="1974731"/>
                  </a:lnTo>
                  <a:lnTo>
                    <a:pt x="3008146" y="1950659"/>
                  </a:lnTo>
                  <a:lnTo>
                    <a:pt x="2936523" y="1925906"/>
                  </a:lnTo>
                  <a:lnTo>
                    <a:pt x="2864901" y="1900451"/>
                  </a:lnTo>
                  <a:lnTo>
                    <a:pt x="2793278" y="1874275"/>
                  </a:lnTo>
                  <a:lnTo>
                    <a:pt x="2721655" y="1847358"/>
                  </a:lnTo>
                  <a:lnTo>
                    <a:pt x="2650033" y="1819679"/>
                  </a:lnTo>
                  <a:lnTo>
                    <a:pt x="2578410" y="1791215"/>
                  </a:lnTo>
                  <a:lnTo>
                    <a:pt x="2506788" y="1761945"/>
                  </a:lnTo>
                  <a:lnTo>
                    <a:pt x="2435165" y="1731846"/>
                  </a:lnTo>
                  <a:lnTo>
                    <a:pt x="2363543" y="1700894"/>
                  </a:lnTo>
                  <a:lnTo>
                    <a:pt x="2291920" y="1669066"/>
                  </a:lnTo>
                  <a:lnTo>
                    <a:pt x="2220298" y="1636336"/>
                  </a:lnTo>
                  <a:lnTo>
                    <a:pt x="2148675" y="1602679"/>
                  </a:lnTo>
                  <a:lnTo>
                    <a:pt x="2077053" y="1568068"/>
                  </a:lnTo>
                  <a:lnTo>
                    <a:pt x="2005430" y="1532478"/>
                  </a:lnTo>
                  <a:lnTo>
                    <a:pt x="1933808" y="1495879"/>
                  </a:lnTo>
                  <a:lnTo>
                    <a:pt x="1862185" y="1458243"/>
                  </a:lnTo>
                  <a:lnTo>
                    <a:pt x="1790563" y="1419541"/>
                  </a:lnTo>
                  <a:lnTo>
                    <a:pt x="1718940" y="1379743"/>
                  </a:lnTo>
                  <a:lnTo>
                    <a:pt x="1647318" y="1338818"/>
                  </a:lnTo>
                  <a:lnTo>
                    <a:pt x="1575695" y="1296733"/>
                  </a:lnTo>
                  <a:lnTo>
                    <a:pt x="1504073" y="1253456"/>
                  </a:lnTo>
                  <a:lnTo>
                    <a:pt x="1432450" y="1208953"/>
                  </a:lnTo>
                  <a:lnTo>
                    <a:pt x="1360827" y="1163190"/>
                  </a:lnTo>
                  <a:lnTo>
                    <a:pt x="1289205" y="1116131"/>
                  </a:lnTo>
                  <a:lnTo>
                    <a:pt x="1217582" y="1067738"/>
                  </a:lnTo>
                  <a:lnTo>
                    <a:pt x="1145960" y="1017975"/>
                  </a:lnTo>
                  <a:lnTo>
                    <a:pt x="1074337" y="966802"/>
                  </a:lnTo>
                  <a:lnTo>
                    <a:pt x="1002715" y="914179"/>
                  </a:lnTo>
                  <a:lnTo>
                    <a:pt x="931092" y="860066"/>
                  </a:lnTo>
                  <a:lnTo>
                    <a:pt x="859470" y="804420"/>
                  </a:lnTo>
                  <a:lnTo>
                    <a:pt x="787847" y="747198"/>
                  </a:lnTo>
                  <a:lnTo>
                    <a:pt x="716225" y="688355"/>
                  </a:lnTo>
                  <a:lnTo>
                    <a:pt x="644602" y="627845"/>
                  </a:lnTo>
                  <a:lnTo>
                    <a:pt x="572980" y="565621"/>
                  </a:lnTo>
                  <a:lnTo>
                    <a:pt x="501357" y="501634"/>
                  </a:lnTo>
                  <a:lnTo>
                    <a:pt x="429735" y="435835"/>
                  </a:lnTo>
                  <a:lnTo>
                    <a:pt x="358112" y="368172"/>
                  </a:lnTo>
                  <a:lnTo>
                    <a:pt x="286490" y="298593"/>
                  </a:lnTo>
                  <a:lnTo>
                    <a:pt x="214867" y="227043"/>
                  </a:lnTo>
                  <a:lnTo>
                    <a:pt x="143245" y="153465"/>
                  </a:lnTo>
                  <a:lnTo>
                    <a:pt x="71622" y="77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52237" y="2073503"/>
              <a:ext cx="6010441" cy="3430639"/>
            </a:xfrm>
            <a:custGeom>
              <a:avLst/>
              <a:pathLst>
                <a:path w="6010441" h="3430639">
                  <a:moveTo>
                    <a:pt x="0" y="0"/>
                  </a:moveTo>
                  <a:lnTo>
                    <a:pt x="65772" y="156194"/>
                  </a:lnTo>
                  <a:lnTo>
                    <a:pt x="137394" y="318011"/>
                  </a:lnTo>
                  <a:lnTo>
                    <a:pt x="209017" y="471959"/>
                  </a:lnTo>
                  <a:lnTo>
                    <a:pt x="280639" y="618420"/>
                  </a:lnTo>
                  <a:lnTo>
                    <a:pt x="352262" y="757759"/>
                  </a:lnTo>
                  <a:lnTo>
                    <a:pt x="423884" y="890322"/>
                  </a:lnTo>
                  <a:lnTo>
                    <a:pt x="495507" y="1016438"/>
                  </a:lnTo>
                  <a:lnTo>
                    <a:pt x="567129" y="1136422"/>
                  </a:lnTo>
                  <a:lnTo>
                    <a:pt x="638752" y="1250571"/>
                  </a:lnTo>
                  <a:lnTo>
                    <a:pt x="710375" y="1359169"/>
                  </a:lnTo>
                  <a:lnTo>
                    <a:pt x="781997" y="1462486"/>
                  </a:lnTo>
                  <a:lnTo>
                    <a:pt x="853620" y="1560778"/>
                  </a:lnTo>
                  <a:lnTo>
                    <a:pt x="925242" y="1654291"/>
                  </a:lnTo>
                  <a:lnTo>
                    <a:pt x="996865" y="1743256"/>
                  </a:lnTo>
                  <a:lnTo>
                    <a:pt x="1068487" y="1827895"/>
                  </a:lnTo>
                  <a:lnTo>
                    <a:pt x="1140110" y="1908418"/>
                  </a:lnTo>
                  <a:lnTo>
                    <a:pt x="1211732" y="1985025"/>
                  </a:lnTo>
                  <a:lnTo>
                    <a:pt x="1283355" y="2057907"/>
                  </a:lnTo>
                  <a:lnTo>
                    <a:pt x="1354977" y="2127245"/>
                  </a:lnTo>
                  <a:lnTo>
                    <a:pt x="1426600" y="2193210"/>
                  </a:lnTo>
                  <a:lnTo>
                    <a:pt x="1498222" y="2255968"/>
                  </a:lnTo>
                  <a:lnTo>
                    <a:pt x="1569845" y="2315674"/>
                  </a:lnTo>
                  <a:lnTo>
                    <a:pt x="1641467" y="2372477"/>
                  </a:lnTo>
                  <a:lnTo>
                    <a:pt x="1713090" y="2426517"/>
                  </a:lnTo>
                  <a:lnTo>
                    <a:pt x="1784712" y="2477930"/>
                  </a:lnTo>
                  <a:lnTo>
                    <a:pt x="1856335" y="2526842"/>
                  </a:lnTo>
                  <a:lnTo>
                    <a:pt x="1927957" y="2573376"/>
                  </a:lnTo>
                  <a:lnTo>
                    <a:pt x="1999580" y="2617646"/>
                  </a:lnTo>
                  <a:lnTo>
                    <a:pt x="2071203" y="2659764"/>
                  </a:lnTo>
                  <a:lnTo>
                    <a:pt x="2142825" y="2699834"/>
                  </a:lnTo>
                  <a:lnTo>
                    <a:pt x="2214448" y="2737955"/>
                  </a:lnTo>
                  <a:lnTo>
                    <a:pt x="2286070" y="2774222"/>
                  </a:lnTo>
                  <a:lnTo>
                    <a:pt x="2357693" y="2808726"/>
                  </a:lnTo>
                  <a:lnTo>
                    <a:pt x="2429315" y="2841552"/>
                  </a:lnTo>
                  <a:lnTo>
                    <a:pt x="2500938" y="2872781"/>
                  </a:lnTo>
                  <a:lnTo>
                    <a:pt x="2572560" y="2902492"/>
                  </a:lnTo>
                  <a:lnTo>
                    <a:pt x="2644183" y="2930758"/>
                  </a:lnTo>
                  <a:lnTo>
                    <a:pt x="2715805" y="2957650"/>
                  </a:lnTo>
                  <a:lnTo>
                    <a:pt x="2787428" y="2983233"/>
                  </a:lnTo>
                  <a:lnTo>
                    <a:pt x="2859050" y="3007573"/>
                  </a:lnTo>
                  <a:lnTo>
                    <a:pt x="2930673" y="3030729"/>
                  </a:lnTo>
                  <a:lnTo>
                    <a:pt x="3002295" y="3052759"/>
                  </a:lnTo>
                  <a:lnTo>
                    <a:pt x="3073918" y="3073718"/>
                  </a:lnTo>
                  <a:lnTo>
                    <a:pt x="3145540" y="3093657"/>
                  </a:lnTo>
                  <a:lnTo>
                    <a:pt x="3217163" y="3112627"/>
                  </a:lnTo>
                  <a:lnTo>
                    <a:pt x="3288785" y="3130674"/>
                  </a:lnTo>
                  <a:lnTo>
                    <a:pt x="3360408" y="3147844"/>
                  </a:lnTo>
                  <a:lnTo>
                    <a:pt x="3432031" y="3164179"/>
                  </a:lnTo>
                  <a:lnTo>
                    <a:pt x="3503653" y="3179719"/>
                  </a:lnTo>
                  <a:lnTo>
                    <a:pt x="3575276" y="3194504"/>
                  </a:lnTo>
                  <a:lnTo>
                    <a:pt x="3646898" y="3208569"/>
                  </a:lnTo>
                  <a:lnTo>
                    <a:pt x="3718521" y="3221951"/>
                  </a:lnTo>
                  <a:lnTo>
                    <a:pt x="3790143" y="3234682"/>
                  </a:lnTo>
                  <a:lnTo>
                    <a:pt x="3861766" y="3246794"/>
                  </a:lnTo>
                  <a:lnTo>
                    <a:pt x="3933388" y="3258317"/>
                  </a:lnTo>
                  <a:lnTo>
                    <a:pt x="4005011" y="3269279"/>
                  </a:lnTo>
                  <a:lnTo>
                    <a:pt x="4076633" y="3279709"/>
                  </a:lnTo>
                  <a:lnTo>
                    <a:pt x="4148256" y="3289631"/>
                  </a:lnTo>
                  <a:lnTo>
                    <a:pt x="4219878" y="3299070"/>
                  </a:lnTo>
                  <a:lnTo>
                    <a:pt x="4291501" y="3308051"/>
                  </a:lnTo>
                  <a:lnTo>
                    <a:pt x="4363123" y="3316595"/>
                  </a:lnTo>
                  <a:lnTo>
                    <a:pt x="4434746" y="3324724"/>
                  </a:lnTo>
                  <a:lnTo>
                    <a:pt x="4506368" y="3332457"/>
                  </a:lnTo>
                  <a:lnTo>
                    <a:pt x="4577991" y="3339814"/>
                  </a:lnTo>
                  <a:lnTo>
                    <a:pt x="4649613" y="3346813"/>
                  </a:lnTo>
                  <a:lnTo>
                    <a:pt x="4721236" y="3353472"/>
                  </a:lnTo>
                  <a:lnTo>
                    <a:pt x="4792859" y="3359807"/>
                  </a:lnTo>
                  <a:lnTo>
                    <a:pt x="4864481" y="3365834"/>
                  </a:lnTo>
                  <a:lnTo>
                    <a:pt x="4936104" y="3371568"/>
                  </a:lnTo>
                  <a:lnTo>
                    <a:pt x="5007726" y="3377024"/>
                  </a:lnTo>
                  <a:lnTo>
                    <a:pt x="5079349" y="3382213"/>
                  </a:lnTo>
                  <a:lnTo>
                    <a:pt x="5150971" y="3387151"/>
                  </a:lnTo>
                  <a:lnTo>
                    <a:pt x="5222594" y="3391848"/>
                  </a:lnTo>
                  <a:lnTo>
                    <a:pt x="5294216" y="3396317"/>
                  </a:lnTo>
                  <a:lnTo>
                    <a:pt x="5365839" y="3400569"/>
                  </a:lnTo>
                  <a:lnTo>
                    <a:pt x="5437461" y="3404614"/>
                  </a:lnTo>
                  <a:lnTo>
                    <a:pt x="5509084" y="3408462"/>
                  </a:lnTo>
                  <a:lnTo>
                    <a:pt x="5580706" y="3412123"/>
                  </a:lnTo>
                  <a:lnTo>
                    <a:pt x="5652329" y="3415606"/>
                  </a:lnTo>
                  <a:lnTo>
                    <a:pt x="5723951" y="3418920"/>
                  </a:lnTo>
                  <a:lnTo>
                    <a:pt x="5795574" y="3422072"/>
                  </a:lnTo>
                  <a:lnTo>
                    <a:pt x="5867196" y="3425071"/>
                  </a:lnTo>
                  <a:lnTo>
                    <a:pt x="5938819" y="3427925"/>
                  </a:lnTo>
                  <a:lnTo>
                    <a:pt x="6010441" y="34306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(1.44-2.56), p_Bonf = &lt;0.001 (n = 6)  |  per IQR decline (Δ = 25.8 %): 5.37 (2.57-11.26)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2026-10-09T11:52:41Z</dcterms:modified>
  <cp:category/>
</cp:coreProperties>
</file>