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2686407" y="2693816"/>
              <a:ext cx="5865153" cy="1841867"/>
            </a:xfrm>
            <a:custGeom>
              <a:avLst/>
              <a:pathLst>
                <a:path w="5865153" h="1841867">
                  <a:moveTo>
                    <a:pt x="0" y="1692801"/>
                  </a:moveTo>
                  <a:lnTo>
                    <a:pt x="74242" y="1673938"/>
                  </a:lnTo>
                  <a:lnTo>
                    <a:pt x="148484" y="1655061"/>
                  </a:lnTo>
                  <a:lnTo>
                    <a:pt x="222727" y="1636168"/>
                  </a:lnTo>
                  <a:lnTo>
                    <a:pt x="296969" y="1617257"/>
                  </a:lnTo>
                  <a:lnTo>
                    <a:pt x="371212" y="1598327"/>
                  </a:lnTo>
                  <a:lnTo>
                    <a:pt x="445454" y="1579376"/>
                  </a:lnTo>
                  <a:lnTo>
                    <a:pt x="519697" y="1560402"/>
                  </a:lnTo>
                  <a:lnTo>
                    <a:pt x="593939" y="1541402"/>
                  </a:lnTo>
                  <a:lnTo>
                    <a:pt x="668182" y="1522375"/>
                  </a:lnTo>
                  <a:lnTo>
                    <a:pt x="742424" y="1503317"/>
                  </a:lnTo>
                  <a:lnTo>
                    <a:pt x="816666" y="1484225"/>
                  </a:lnTo>
                  <a:lnTo>
                    <a:pt x="890909" y="1465096"/>
                  </a:lnTo>
                  <a:lnTo>
                    <a:pt x="965151" y="1445926"/>
                  </a:lnTo>
                  <a:lnTo>
                    <a:pt x="1039394" y="1426710"/>
                  </a:lnTo>
                  <a:lnTo>
                    <a:pt x="1113636" y="1407443"/>
                  </a:lnTo>
                  <a:lnTo>
                    <a:pt x="1187879" y="1388121"/>
                  </a:lnTo>
                  <a:lnTo>
                    <a:pt x="1262121" y="1368736"/>
                  </a:lnTo>
                  <a:lnTo>
                    <a:pt x="1336364" y="1349283"/>
                  </a:lnTo>
                  <a:lnTo>
                    <a:pt x="1410606" y="1329754"/>
                  </a:lnTo>
                  <a:lnTo>
                    <a:pt x="1484848" y="1310140"/>
                  </a:lnTo>
                  <a:lnTo>
                    <a:pt x="1559091" y="1290435"/>
                  </a:lnTo>
                  <a:lnTo>
                    <a:pt x="1633333" y="1270629"/>
                  </a:lnTo>
                  <a:lnTo>
                    <a:pt x="1707576" y="1250713"/>
                  </a:lnTo>
                  <a:lnTo>
                    <a:pt x="1781818" y="1230677"/>
                  </a:lnTo>
                  <a:lnTo>
                    <a:pt x="1856061" y="1210514"/>
                  </a:lnTo>
                  <a:lnTo>
                    <a:pt x="1930303" y="1190215"/>
                  </a:lnTo>
                  <a:lnTo>
                    <a:pt x="2004546" y="1169772"/>
                  </a:lnTo>
                  <a:lnTo>
                    <a:pt x="2078788" y="1149181"/>
                  </a:lnTo>
                  <a:lnTo>
                    <a:pt x="2153030" y="1128437"/>
                  </a:lnTo>
                  <a:lnTo>
                    <a:pt x="2227273" y="1107538"/>
                  </a:lnTo>
                  <a:lnTo>
                    <a:pt x="2301515" y="1086484"/>
                  </a:lnTo>
                  <a:lnTo>
                    <a:pt x="2375758" y="1065278"/>
                  </a:lnTo>
                  <a:lnTo>
                    <a:pt x="2450000" y="1043924"/>
                  </a:lnTo>
                  <a:lnTo>
                    <a:pt x="2524243" y="1022428"/>
                  </a:lnTo>
                  <a:lnTo>
                    <a:pt x="2598485" y="1000797"/>
                  </a:lnTo>
                  <a:lnTo>
                    <a:pt x="2672728" y="979039"/>
                  </a:lnTo>
                  <a:lnTo>
                    <a:pt x="2746970" y="957164"/>
                  </a:lnTo>
                  <a:lnTo>
                    <a:pt x="2821212" y="935180"/>
                  </a:lnTo>
                  <a:lnTo>
                    <a:pt x="2895455" y="913096"/>
                  </a:lnTo>
                  <a:lnTo>
                    <a:pt x="2969697" y="890922"/>
                  </a:lnTo>
                  <a:lnTo>
                    <a:pt x="3043940" y="868665"/>
                  </a:lnTo>
                  <a:lnTo>
                    <a:pt x="3118182" y="846333"/>
                  </a:lnTo>
                  <a:lnTo>
                    <a:pt x="3192425" y="823934"/>
                  </a:lnTo>
                  <a:lnTo>
                    <a:pt x="3266667" y="801473"/>
                  </a:lnTo>
                  <a:lnTo>
                    <a:pt x="3340910" y="778958"/>
                  </a:lnTo>
                  <a:lnTo>
                    <a:pt x="3415152" y="756392"/>
                  </a:lnTo>
                  <a:lnTo>
                    <a:pt x="3489394" y="733782"/>
                  </a:lnTo>
                  <a:lnTo>
                    <a:pt x="3563637" y="711131"/>
                  </a:lnTo>
                  <a:lnTo>
                    <a:pt x="3637879" y="688443"/>
                  </a:lnTo>
                  <a:lnTo>
                    <a:pt x="3712122" y="665722"/>
                  </a:lnTo>
                  <a:lnTo>
                    <a:pt x="3786364" y="642971"/>
                  </a:lnTo>
                  <a:lnTo>
                    <a:pt x="3860607" y="620192"/>
                  </a:lnTo>
                  <a:lnTo>
                    <a:pt x="3934849" y="597389"/>
                  </a:lnTo>
                  <a:lnTo>
                    <a:pt x="4009092" y="574563"/>
                  </a:lnTo>
                  <a:lnTo>
                    <a:pt x="4083334" y="551716"/>
                  </a:lnTo>
                  <a:lnTo>
                    <a:pt x="4157576" y="528850"/>
                  </a:lnTo>
                  <a:lnTo>
                    <a:pt x="4231819" y="505966"/>
                  </a:lnTo>
                  <a:lnTo>
                    <a:pt x="4306061" y="483067"/>
                  </a:lnTo>
                  <a:lnTo>
                    <a:pt x="4380304" y="460153"/>
                  </a:lnTo>
                  <a:lnTo>
                    <a:pt x="4454546" y="437226"/>
                  </a:lnTo>
                  <a:lnTo>
                    <a:pt x="4528789" y="414286"/>
                  </a:lnTo>
                  <a:lnTo>
                    <a:pt x="4603031" y="391334"/>
                  </a:lnTo>
                  <a:lnTo>
                    <a:pt x="4677274" y="368372"/>
                  </a:lnTo>
                  <a:lnTo>
                    <a:pt x="4751516" y="345400"/>
                  </a:lnTo>
                  <a:lnTo>
                    <a:pt x="4825758" y="322419"/>
                  </a:lnTo>
                  <a:lnTo>
                    <a:pt x="4900001" y="299429"/>
                  </a:lnTo>
                  <a:lnTo>
                    <a:pt x="4974243" y="276432"/>
                  </a:lnTo>
                  <a:lnTo>
                    <a:pt x="5048486" y="253427"/>
                  </a:lnTo>
                  <a:lnTo>
                    <a:pt x="5122728" y="230415"/>
                  </a:lnTo>
                  <a:lnTo>
                    <a:pt x="5196971" y="207397"/>
                  </a:lnTo>
                  <a:lnTo>
                    <a:pt x="5271213" y="184372"/>
                  </a:lnTo>
                  <a:lnTo>
                    <a:pt x="5345456" y="161342"/>
                  </a:lnTo>
                  <a:lnTo>
                    <a:pt x="5419698" y="138307"/>
                  </a:lnTo>
                  <a:lnTo>
                    <a:pt x="5493940" y="115267"/>
                  </a:lnTo>
                  <a:lnTo>
                    <a:pt x="5568183" y="92221"/>
                  </a:lnTo>
                  <a:lnTo>
                    <a:pt x="5642425" y="69172"/>
                  </a:lnTo>
                  <a:lnTo>
                    <a:pt x="5716668" y="46118"/>
                  </a:lnTo>
                  <a:lnTo>
                    <a:pt x="5790910" y="23061"/>
                  </a:lnTo>
                  <a:lnTo>
                    <a:pt x="5865153" y="0"/>
                  </a:lnTo>
                  <a:lnTo>
                    <a:pt x="5865153" y="234520"/>
                  </a:lnTo>
                  <a:lnTo>
                    <a:pt x="5790910" y="253232"/>
                  </a:lnTo>
                  <a:lnTo>
                    <a:pt x="5716668" y="271949"/>
                  </a:lnTo>
                  <a:lnTo>
                    <a:pt x="5642425" y="290669"/>
                  </a:lnTo>
                  <a:lnTo>
                    <a:pt x="5568183" y="309394"/>
                  </a:lnTo>
                  <a:lnTo>
                    <a:pt x="5493940" y="328123"/>
                  </a:lnTo>
                  <a:lnTo>
                    <a:pt x="5419698" y="346856"/>
                  </a:lnTo>
                  <a:lnTo>
                    <a:pt x="5345456" y="365595"/>
                  </a:lnTo>
                  <a:lnTo>
                    <a:pt x="5271213" y="384339"/>
                  </a:lnTo>
                  <a:lnTo>
                    <a:pt x="5196971" y="403089"/>
                  </a:lnTo>
                  <a:lnTo>
                    <a:pt x="5122728" y="421844"/>
                  </a:lnTo>
                  <a:lnTo>
                    <a:pt x="5048486" y="440607"/>
                  </a:lnTo>
                  <a:lnTo>
                    <a:pt x="4974243" y="459376"/>
                  </a:lnTo>
                  <a:lnTo>
                    <a:pt x="4900001" y="478152"/>
                  </a:lnTo>
                  <a:lnTo>
                    <a:pt x="4825758" y="496936"/>
                  </a:lnTo>
                  <a:lnTo>
                    <a:pt x="4751516" y="515729"/>
                  </a:lnTo>
                  <a:lnTo>
                    <a:pt x="4677274" y="534531"/>
                  </a:lnTo>
                  <a:lnTo>
                    <a:pt x="4603031" y="553343"/>
                  </a:lnTo>
                  <a:lnTo>
                    <a:pt x="4528789" y="572166"/>
                  </a:lnTo>
                  <a:lnTo>
                    <a:pt x="4454546" y="591000"/>
                  </a:lnTo>
                  <a:lnTo>
                    <a:pt x="4380304" y="609847"/>
                  </a:lnTo>
                  <a:lnTo>
                    <a:pt x="4306061" y="628707"/>
                  </a:lnTo>
                  <a:lnTo>
                    <a:pt x="4231819" y="647582"/>
                  </a:lnTo>
                  <a:lnTo>
                    <a:pt x="4157576" y="666472"/>
                  </a:lnTo>
                  <a:lnTo>
                    <a:pt x="4083334" y="685380"/>
                  </a:lnTo>
                  <a:lnTo>
                    <a:pt x="4009092" y="704307"/>
                  </a:lnTo>
                  <a:lnTo>
                    <a:pt x="3934849" y="723255"/>
                  </a:lnTo>
                  <a:lnTo>
                    <a:pt x="3860607" y="742226"/>
                  </a:lnTo>
                  <a:lnTo>
                    <a:pt x="3786364" y="761221"/>
                  </a:lnTo>
                  <a:lnTo>
                    <a:pt x="3712122" y="780244"/>
                  </a:lnTo>
                  <a:lnTo>
                    <a:pt x="3637879" y="799297"/>
                  </a:lnTo>
                  <a:lnTo>
                    <a:pt x="3563637" y="818383"/>
                  </a:lnTo>
                  <a:lnTo>
                    <a:pt x="3489394" y="837506"/>
                  </a:lnTo>
                  <a:lnTo>
                    <a:pt x="3415152" y="856670"/>
                  </a:lnTo>
                  <a:lnTo>
                    <a:pt x="3340910" y="875879"/>
                  </a:lnTo>
                  <a:lnTo>
                    <a:pt x="3266667" y="895137"/>
                  </a:lnTo>
                  <a:lnTo>
                    <a:pt x="3192425" y="914451"/>
                  </a:lnTo>
                  <a:lnTo>
                    <a:pt x="3118182" y="933825"/>
                  </a:lnTo>
                  <a:lnTo>
                    <a:pt x="3043940" y="953267"/>
                  </a:lnTo>
                  <a:lnTo>
                    <a:pt x="2969697" y="972784"/>
                  </a:lnTo>
                  <a:lnTo>
                    <a:pt x="2895455" y="992384"/>
                  </a:lnTo>
                  <a:lnTo>
                    <a:pt x="2821212" y="1012075"/>
                  </a:lnTo>
                  <a:lnTo>
                    <a:pt x="2746970" y="1031865"/>
                  </a:lnTo>
                  <a:lnTo>
                    <a:pt x="2672728" y="1051763"/>
                  </a:lnTo>
                  <a:lnTo>
                    <a:pt x="2598485" y="1071780"/>
                  </a:lnTo>
                  <a:lnTo>
                    <a:pt x="2524243" y="1091923"/>
                  </a:lnTo>
                  <a:lnTo>
                    <a:pt x="2450000" y="1112200"/>
                  </a:lnTo>
                  <a:lnTo>
                    <a:pt x="2375758" y="1132620"/>
                  </a:lnTo>
                  <a:lnTo>
                    <a:pt x="2301515" y="1153188"/>
                  </a:lnTo>
                  <a:lnTo>
                    <a:pt x="2227273" y="1173909"/>
                  </a:lnTo>
                  <a:lnTo>
                    <a:pt x="2153030" y="1194784"/>
                  </a:lnTo>
                  <a:lnTo>
                    <a:pt x="2078788" y="1215814"/>
                  </a:lnTo>
                  <a:lnTo>
                    <a:pt x="2004546" y="1236996"/>
                  </a:lnTo>
                  <a:lnTo>
                    <a:pt x="1930303" y="1258328"/>
                  </a:lnTo>
                  <a:lnTo>
                    <a:pt x="1856061" y="1279803"/>
                  </a:lnTo>
                  <a:lnTo>
                    <a:pt x="1781818" y="1301414"/>
                  </a:lnTo>
                  <a:lnTo>
                    <a:pt x="1707576" y="1323152"/>
                  </a:lnTo>
                  <a:lnTo>
                    <a:pt x="1633333" y="1345010"/>
                  </a:lnTo>
                  <a:lnTo>
                    <a:pt x="1559091" y="1366978"/>
                  </a:lnTo>
                  <a:lnTo>
                    <a:pt x="1484848" y="1389047"/>
                  </a:lnTo>
                  <a:lnTo>
                    <a:pt x="1410606" y="1411207"/>
                  </a:lnTo>
                  <a:lnTo>
                    <a:pt x="1336364" y="1433452"/>
                  </a:lnTo>
                  <a:lnTo>
                    <a:pt x="1262121" y="1455773"/>
                  </a:lnTo>
                  <a:lnTo>
                    <a:pt x="1187879" y="1478162"/>
                  </a:lnTo>
                  <a:lnTo>
                    <a:pt x="1113636" y="1500614"/>
                  </a:lnTo>
                  <a:lnTo>
                    <a:pt x="1039394" y="1523121"/>
                  </a:lnTo>
                  <a:lnTo>
                    <a:pt x="965151" y="1545680"/>
                  </a:lnTo>
                  <a:lnTo>
                    <a:pt x="890909" y="1568283"/>
                  </a:lnTo>
                  <a:lnTo>
                    <a:pt x="816666" y="1590928"/>
                  </a:lnTo>
                  <a:lnTo>
                    <a:pt x="742424" y="1613611"/>
                  </a:lnTo>
                  <a:lnTo>
                    <a:pt x="668182" y="1636327"/>
                  </a:lnTo>
                  <a:lnTo>
                    <a:pt x="593939" y="1659073"/>
                  </a:lnTo>
                  <a:lnTo>
                    <a:pt x="519697" y="1681848"/>
                  </a:lnTo>
                  <a:lnTo>
                    <a:pt x="445454" y="1704648"/>
                  </a:lnTo>
                  <a:lnTo>
                    <a:pt x="371212" y="1727470"/>
                  </a:lnTo>
                  <a:lnTo>
                    <a:pt x="296969" y="1750314"/>
                  </a:lnTo>
                  <a:lnTo>
                    <a:pt x="222727" y="1773177"/>
                  </a:lnTo>
                  <a:lnTo>
                    <a:pt x="148484" y="1796058"/>
                  </a:lnTo>
                  <a:lnTo>
                    <a:pt x="74242" y="1818955"/>
                  </a:lnTo>
                  <a:lnTo>
                    <a:pt x="0" y="184186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686407" y="2693816"/>
              <a:ext cx="5865153" cy="1692801"/>
            </a:xfrm>
            <a:custGeom>
              <a:avLst/>
              <a:pathLst>
                <a:path w="5865153" h="1692801">
                  <a:moveTo>
                    <a:pt x="0" y="1692801"/>
                  </a:moveTo>
                  <a:lnTo>
                    <a:pt x="74242" y="1673938"/>
                  </a:lnTo>
                  <a:lnTo>
                    <a:pt x="148484" y="1655061"/>
                  </a:lnTo>
                  <a:lnTo>
                    <a:pt x="222727" y="1636168"/>
                  </a:lnTo>
                  <a:lnTo>
                    <a:pt x="296969" y="1617257"/>
                  </a:lnTo>
                  <a:lnTo>
                    <a:pt x="371212" y="1598327"/>
                  </a:lnTo>
                  <a:lnTo>
                    <a:pt x="445454" y="1579376"/>
                  </a:lnTo>
                  <a:lnTo>
                    <a:pt x="519697" y="1560402"/>
                  </a:lnTo>
                  <a:lnTo>
                    <a:pt x="593939" y="1541402"/>
                  </a:lnTo>
                  <a:lnTo>
                    <a:pt x="668182" y="1522375"/>
                  </a:lnTo>
                  <a:lnTo>
                    <a:pt x="742424" y="1503317"/>
                  </a:lnTo>
                  <a:lnTo>
                    <a:pt x="816666" y="1484225"/>
                  </a:lnTo>
                  <a:lnTo>
                    <a:pt x="890909" y="1465096"/>
                  </a:lnTo>
                  <a:lnTo>
                    <a:pt x="965151" y="1445926"/>
                  </a:lnTo>
                  <a:lnTo>
                    <a:pt x="1039394" y="1426710"/>
                  </a:lnTo>
                  <a:lnTo>
                    <a:pt x="1113636" y="1407443"/>
                  </a:lnTo>
                  <a:lnTo>
                    <a:pt x="1187879" y="1388121"/>
                  </a:lnTo>
                  <a:lnTo>
                    <a:pt x="1262121" y="1368736"/>
                  </a:lnTo>
                  <a:lnTo>
                    <a:pt x="1336364" y="1349283"/>
                  </a:lnTo>
                  <a:lnTo>
                    <a:pt x="1410606" y="1329754"/>
                  </a:lnTo>
                  <a:lnTo>
                    <a:pt x="1484848" y="1310140"/>
                  </a:lnTo>
                  <a:lnTo>
                    <a:pt x="1559091" y="1290435"/>
                  </a:lnTo>
                  <a:lnTo>
                    <a:pt x="1633333" y="1270629"/>
                  </a:lnTo>
                  <a:lnTo>
                    <a:pt x="1707576" y="1250713"/>
                  </a:lnTo>
                  <a:lnTo>
                    <a:pt x="1781818" y="1230677"/>
                  </a:lnTo>
                  <a:lnTo>
                    <a:pt x="1856061" y="1210514"/>
                  </a:lnTo>
                  <a:lnTo>
                    <a:pt x="1930303" y="1190215"/>
                  </a:lnTo>
                  <a:lnTo>
                    <a:pt x="2004546" y="1169772"/>
                  </a:lnTo>
                  <a:lnTo>
                    <a:pt x="2078788" y="1149181"/>
                  </a:lnTo>
                  <a:lnTo>
                    <a:pt x="2153030" y="1128437"/>
                  </a:lnTo>
                  <a:lnTo>
                    <a:pt x="2227273" y="1107538"/>
                  </a:lnTo>
                  <a:lnTo>
                    <a:pt x="2301515" y="1086484"/>
                  </a:lnTo>
                  <a:lnTo>
                    <a:pt x="2375758" y="1065278"/>
                  </a:lnTo>
                  <a:lnTo>
                    <a:pt x="2450000" y="1043924"/>
                  </a:lnTo>
                  <a:lnTo>
                    <a:pt x="2524243" y="1022428"/>
                  </a:lnTo>
                  <a:lnTo>
                    <a:pt x="2598485" y="1000797"/>
                  </a:lnTo>
                  <a:lnTo>
                    <a:pt x="2672728" y="979039"/>
                  </a:lnTo>
                  <a:lnTo>
                    <a:pt x="2746970" y="957164"/>
                  </a:lnTo>
                  <a:lnTo>
                    <a:pt x="2821212" y="935180"/>
                  </a:lnTo>
                  <a:lnTo>
                    <a:pt x="2895455" y="913096"/>
                  </a:lnTo>
                  <a:lnTo>
                    <a:pt x="2969697" y="890922"/>
                  </a:lnTo>
                  <a:lnTo>
                    <a:pt x="3043940" y="868665"/>
                  </a:lnTo>
                  <a:lnTo>
                    <a:pt x="3118182" y="846333"/>
                  </a:lnTo>
                  <a:lnTo>
                    <a:pt x="3192425" y="823934"/>
                  </a:lnTo>
                  <a:lnTo>
                    <a:pt x="3266667" y="801473"/>
                  </a:lnTo>
                  <a:lnTo>
                    <a:pt x="3340910" y="778958"/>
                  </a:lnTo>
                  <a:lnTo>
                    <a:pt x="3415152" y="756392"/>
                  </a:lnTo>
                  <a:lnTo>
                    <a:pt x="3489394" y="733782"/>
                  </a:lnTo>
                  <a:lnTo>
                    <a:pt x="3563637" y="711131"/>
                  </a:lnTo>
                  <a:lnTo>
                    <a:pt x="3637879" y="688443"/>
                  </a:lnTo>
                  <a:lnTo>
                    <a:pt x="3712122" y="665722"/>
                  </a:lnTo>
                  <a:lnTo>
                    <a:pt x="3786364" y="642971"/>
                  </a:lnTo>
                  <a:lnTo>
                    <a:pt x="3860607" y="620192"/>
                  </a:lnTo>
                  <a:lnTo>
                    <a:pt x="3934849" y="597389"/>
                  </a:lnTo>
                  <a:lnTo>
                    <a:pt x="4009092" y="574563"/>
                  </a:lnTo>
                  <a:lnTo>
                    <a:pt x="4083334" y="551716"/>
                  </a:lnTo>
                  <a:lnTo>
                    <a:pt x="4157576" y="528850"/>
                  </a:lnTo>
                  <a:lnTo>
                    <a:pt x="4231819" y="505966"/>
                  </a:lnTo>
                  <a:lnTo>
                    <a:pt x="4306061" y="483067"/>
                  </a:lnTo>
                  <a:lnTo>
                    <a:pt x="4380304" y="460153"/>
                  </a:lnTo>
                  <a:lnTo>
                    <a:pt x="4454546" y="437226"/>
                  </a:lnTo>
                  <a:lnTo>
                    <a:pt x="4528789" y="414286"/>
                  </a:lnTo>
                  <a:lnTo>
                    <a:pt x="4603031" y="391334"/>
                  </a:lnTo>
                  <a:lnTo>
                    <a:pt x="4677274" y="368372"/>
                  </a:lnTo>
                  <a:lnTo>
                    <a:pt x="4751516" y="345400"/>
                  </a:lnTo>
                  <a:lnTo>
                    <a:pt x="4825758" y="322419"/>
                  </a:lnTo>
                  <a:lnTo>
                    <a:pt x="4900001" y="299429"/>
                  </a:lnTo>
                  <a:lnTo>
                    <a:pt x="4974243" y="276432"/>
                  </a:lnTo>
                  <a:lnTo>
                    <a:pt x="5048486" y="253427"/>
                  </a:lnTo>
                  <a:lnTo>
                    <a:pt x="5122728" y="230415"/>
                  </a:lnTo>
                  <a:lnTo>
                    <a:pt x="5196971" y="207397"/>
                  </a:lnTo>
                  <a:lnTo>
                    <a:pt x="5271213" y="184372"/>
                  </a:lnTo>
                  <a:lnTo>
                    <a:pt x="5345456" y="161342"/>
                  </a:lnTo>
                  <a:lnTo>
                    <a:pt x="5419698" y="138307"/>
                  </a:lnTo>
                  <a:lnTo>
                    <a:pt x="5493940" y="115267"/>
                  </a:lnTo>
                  <a:lnTo>
                    <a:pt x="5568183" y="92221"/>
                  </a:lnTo>
                  <a:lnTo>
                    <a:pt x="5642425" y="69172"/>
                  </a:lnTo>
                  <a:lnTo>
                    <a:pt x="5716668" y="46118"/>
                  </a:lnTo>
                  <a:lnTo>
                    <a:pt x="5790910" y="23061"/>
                  </a:lnTo>
                  <a:lnTo>
                    <a:pt x="58651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686407" y="2928336"/>
              <a:ext cx="5865153" cy="1607347"/>
            </a:xfrm>
            <a:custGeom>
              <a:avLst/>
              <a:pathLst>
                <a:path w="5865153" h="1607347">
                  <a:moveTo>
                    <a:pt x="5865153" y="0"/>
                  </a:moveTo>
                  <a:lnTo>
                    <a:pt x="5790910" y="18712"/>
                  </a:lnTo>
                  <a:lnTo>
                    <a:pt x="5716668" y="37429"/>
                  </a:lnTo>
                  <a:lnTo>
                    <a:pt x="5642425" y="56149"/>
                  </a:lnTo>
                  <a:lnTo>
                    <a:pt x="5568183" y="74874"/>
                  </a:lnTo>
                  <a:lnTo>
                    <a:pt x="5493940" y="93603"/>
                  </a:lnTo>
                  <a:lnTo>
                    <a:pt x="5419698" y="112336"/>
                  </a:lnTo>
                  <a:lnTo>
                    <a:pt x="5345456" y="131075"/>
                  </a:lnTo>
                  <a:lnTo>
                    <a:pt x="5271213" y="149819"/>
                  </a:lnTo>
                  <a:lnTo>
                    <a:pt x="5196971" y="168569"/>
                  </a:lnTo>
                  <a:lnTo>
                    <a:pt x="5122728" y="187324"/>
                  </a:lnTo>
                  <a:lnTo>
                    <a:pt x="5048486" y="206086"/>
                  </a:lnTo>
                  <a:lnTo>
                    <a:pt x="4974243" y="224856"/>
                  </a:lnTo>
                  <a:lnTo>
                    <a:pt x="4900001" y="243632"/>
                  </a:lnTo>
                  <a:lnTo>
                    <a:pt x="4825758" y="262416"/>
                  </a:lnTo>
                  <a:lnTo>
                    <a:pt x="4751516" y="281209"/>
                  </a:lnTo>
                  <a:lnTo>
                    <a:pt x="4677274" y="300011"/>
                  </a:lnTo>
                  <a:lnTo>
                    <a:pt x="4603031" y="318823"/>
                  </a:lnTo>
                  <a:lnTo>
                    <a:pt x="4528789" y="337646"/>
                  </a:lnTo>
                  <a:lnTo>
                    <a:pt x="4454546" y="356480"/>
                  </a:lnTo>
                  <a:lnTo>
                    <a:pt x="4380304" y="375327"/>
                  </a:lnTo>
                  <a:lnTo>
                    <a:pt x="4306061" y="394187"/>
                  </a:lnTo>
                  <a:lnTo>
                    <a:pt x="4231819" y="413061"/>
                  </a:lnTo>
                  <a:lnTo>
                    <a:pt x="4157576" y="431952"/>
                  </a:lnTo>
                  <a:lnTo>
                    <a:pt x="4083334" y="450860"/>
                  </a:lnTo>
                  <a:lnTo>
                    <a:pt x="4009092" y="469787"/>
                  </a:lnTo>
                  <a:lnTo>
                    <a:pt x="3934849" y="488735"/>
                  </a:lnTo>
                  <a:lnTo>
                    <a:pt x="3860607" y="507706"/>
                  </a:lnTo>
                  <a:lnTo>
                    <a:pt x="3786364" y="526701"/>
                  </a:lnTo>
                  <a:lnTo>
                    <a:pt x="3712122" y="545724"/>
                  </a:lnTo>
                  <a:lnTo>
                    <a:pt x="3637879" y="564777"/>
                  </a:lnTo>
                  <a:lnTo>
                    <a:pt x="3563637" y="583863"/>
                  </a:lnTo>
                  <a:lnTo>
                    <a:pt x="3489394" y="602986"/>
                  </a:lnTo>
                  <a:lnTo>
                    <a:pt x="3415152" y="622150"/>
                  </a:lnTo>
                  <a:lnTo>
                    <a:pt x="3340910" y="641359"/>
                  </a:lnTo>
                  <a:lnTo>
                    <a:pt x="3266667" y="660617"/>
                  </a:lnTo>
                  <a:lnTo>
                    <a:pt x="3192425" y="679930"/>
                  </a:lnTo>
                  <a:lnTo>
                    <a:pt x="3118182" y="699305"/>
                  </a:lnTo>
                  <a:lnTo>
                    <a:pt x="3043940" y="718747"/>
                  </a:lnTo>
                  <a:lnTo>
                    <a:pt x="2969697" y="738264"/>
                  </a:lnTo>
                  <a:lnTo>
                    <a:pt x="2895455" y="757864"/>
                  </a:lnTo>
                  <a:lnTo>
                    <a:pt x="2821212" y="777554"/>
                  </a:lnTo>
                  <a:lnTo>
                    <a:pt x="2746970" y="797345"/>
                  </a:lnTo>
                  <a:lnTo>
                    <a:pt x="2672728" y="817243"/>
                  </a:lnTo>
                  <a:lnTo>
                    <a:pt x="2598485" y="837260"/>
                  </a:lnTo>
                  <a:lnTo>
                    <a:pt x="2524243" y="857403"/>
                  </a:lnTo>
                  <a:lnTo>
                    <a:pt x="2450000" y="877680"/>
                  </a:lnTo>
                  <a:lnTo>
                    <a:pt x="2375758" y="898100"/>
                  </a:lnTo>
                  <a:lnTo>
                    <a:pt x="2301515" y="918668"/>
                  </a:lnTo>
                  <a:lnTo>
                    <a:pt x="2227273" y="939389"/>
                  </a:lnTo>
                  <a:lnTo>
                    <a:pt x="2153030" y="960264"/>
                  </a:lnTo>
                  <a:lnTo>
                    <a:pt x="2078788" y="981294"/>
                  </a:lnTo>
                  <a:lnTo>
                    <a:pt x="2004546" y="1002476"/>
                  </a:lnTo>
                  <a:lnTo>
                    <a:pt x="1930303" y="1023808"/>
                  </a:lnTo>
                  <a:lnTo>
                    <a:pt x="1856061" y="1045283"/>
                  </a:lnTo>
                  <a:lnTo>
                    <a:pt x="1781818" y="1066894"/>
                  </a:lnTo>
                  <a:lnTo>
                    <a:pt x="1707576" y="1088632"/>
                  </a:lnTo>
                  <a:lnTo>
                    <a:pt x="1633333" y="1110490"/>
                  </a:lnTo>
                  <a:lnTo>
                    <a:pt x="1559091" y="1132458"/>
                  </a:lnTo>
                  <a:lnTo>
                    <a:pt x="1484848" y="1154526"/>
                  </a:lnTo>
                  <a:lnTo>
                    <a:pt x="1410606" y="1176687"/>
                  </a:lnTo>
                  <a:lnTo>
                    <a:pt x="1336364" y="1198932"/>
                  </a:lnTo>
                  <a:lnTo>
                    <a:pt x="1262121" y="1221253"/>
                  </a:lnTo>
                  <a:lnTo>
                    <a:pt x="1187879" y="1243642"/>
                  </a:lnTo>
                  <a:lnTo>
                    <a:pt x="1113636" y="1266094"/>
                  </a:lnTo>
                  <a:lnTo>
                    <a:pt x="1039394" y="1288601"/>
                  </a:lnTo>
                  <a:lnTo>
                    <a:pt x="965151" y="1311159"/>
                  </a:lnTo>
                  <a:lnTo>
                    <a:pt x="890909" y="1333763"/>
                  </a:lnTo>
                  <a:lnTo>
                    <a:pt x="816666" y="1356408"/>
                  </a:lnTo>
                  <a:lnTo>
                    <a:pt x="742424" y="1379090"/>
                  </a:lnTo>
                  <a:lnTo>
                    <a:pt x="668182" y="1401807"/>
                  </a:lnTo>
                  <a:lnTo>
                    <a:pt x="593939" y="1424553"/>
                  </a:lnTo>
                  <a:lnTo>
                    <a:pt x="519697" y="1447328"/>
                  </a:lnTo>
                  <a:lnTo>
                    <a:pt x="445454" y="1470128"/>
                  </a:lnTo>
                  <a:lnTo>
                    <a:pt x="371212" y="1492950"/>
                  </a:lnTo>
                  <a:lnTo>
                    <a:pt x="296969" y="1515794"/>
                  </a:lnTo>
                  <a:lnTo>
                    <a:pt x="222727" y="1538657"/>
                  </a:lnTo>
                  <a:lnTo>
                    <a:pt x="148484" y="1561538"/>
                  </a:lnTo>
                  <a:lnTo>
                    <a:pt x="74242" y="1584435"/>
                  </a:lnTo>
                  <a:lnTo>
                    <a:pt x="0" y="1607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2686407" y="2811076"/>
              <a:ext cx="5865153" cy="1650074"/>
            </a:xfrm>
            <a:custGeom>
              <a:avLst/>
              <a:pathLst>
                <a:path w="5865153" h="1650074">
                  <a:moveTo>
                    <a:pt x="0" y="1650074"/>
                  </a:moveTo>
                  <a:lnTo>
                    <a:pt x="74242" y="1629187"/>
                  </a:lnTo>
                  <a:lnTo>
                    <a:pt x="148484" y="1608300"/>
                  </a:lnTo>
                  <a:lnTo>
                    <a:pt x="222727" y="1587413"/>
                  </a:lnTo>
                  <a:lnTo>
                    <a:pt x="296969" y="1566526"/>
                  </a:lnTo>
                  <a:lnTo>
                    <a:pt x="371212" y="1545639"/>
                  </a:lnTo>
                  <a:lnTo>
                    <a:pt x="445454" y="1524752"/>
                  </a:lnTo>
                  <a:lnTo>
                    <a:pt x="519697" y="1503865"/>
                  </a:lnTo>
                  <a:lnTo>
                    <a:pt x="593939" y="1482978"/>
                  </a:lnTo>
                  <a:lnTo>
                    <a:pt x="668182" y="1462091"/>
                  </a:lnTo>
                  <a:lnTo>
                    <a:pt x="742424" y="1441204"/>
                  </a:lnTo>
                  <a:lnTo>
                    <a:pt x="816666" y="1420317"/>
                  </a:lnTo>
                  <a:lnTo>
                    <a:pt x="890909" y="1399430"/>
                  </a:lnTo>
                  <a:lnTo>
                    <a:pt x="965151" y="1378543"/>
                  </a:lnTo>
                  <a:lnTo>
                    <a:pt x="1039394" y="1357656"/>
                  </a:lnTo>
                  <a:lnTo>
                    <a:pt x="1113636" y="1336769"/>
                  </a:lnTo>
                  <a:lnTo>
                    <a:pt x="1187879" y="1315882"/>
                  </a:lnTo>
                  <a:lnTo>
                    <a:pt x="1262121" y="1294995"/>
                  </a:lnTo>
                  <a:lnTo>
                    <a:pt x="1336364" y="1274107"/>
                  </a:lnTo>
                  <a:lnTo>
                    <a:pt x="1410606" y="1253220"/>
                  </a:lnTo>
                  <a:lnTo>
                    <a:pt x="1484848" y="1232333"/>
                  </a:lnTo>
                  <a:lnTo>
                    <a:pt x="1559091" y="1211446"/>
                  </a:lnTo>
                  <a:lnTo>
                    <a:pt x="1633333" y="1190559"/>
                  </a:lnTo>
                  <a:lnTo>
                    <a:pt x="1707576" y="1169672"/>
                  </a:lnTo>
                  <a:lnTo>
                    <a:pt x="1781818" y="1148785"/>
                  </a:lnTo>
                  <a:lnTo>
                    <a:pt x="1856061" y="1127898"/>
                  </a:lnTo>
                  <a:lnTo>
                    <a:pt x="1930303" y="1107011"/>
                  </a:lnTo>
                  <a:lnTo>
                    <a:pt x="2004546" y="1086124"/>
                  </a:lnTo>
                  <a:lnTo>
                    <a:pt x="2078788" y="1065237"/>
                  </a:lnTo>
                  <a:lnTo>
                    <a:pt x="2153030" y="1044350"/>
                  </a:lnTo>
                  <a:lnTo>
                    <a:pt x="2227273" y="1023463"/>
                  </a:lnTo>
                  <a:lnTo>
                    <a:pt x="2301515" y="1002576"/>
                  </a:lnTo>
                  <a:lnTo>
                    <a:pt x="2375758" y="981689"/>
                  </a:lnTo>
                  <a:lnTo>
                    <a:pt x="2450000" y="960802"/>
                  </a:lnTo>
                  <a:lnTo>
                    <a:pt x="2524243" y="939915"/>
                  </a:lnTo>
                  <a:lnTo>
                    <a:pt x="2598485" y="919028"/>
                  </a:lnTo>
                  <a:lnTo>
                    <a:pt x="2672728" y="898141"/>
                  </a:lnTo>
                  <a:lnTo>
                    <a:pt x="2746970" y="877254"/>
                  </a:lnTo>
                  <a:lnTo>
                    <a:pt x="2821212" y="856367"/>
                  </a:lnTo>
                  <a:lnTo>
                    <a:pt x="2895455" y="835480"/>
                  </a:lnTo>
                  <a:lnTo>
                    <a:pt x="2969697" y="814593"/>
                  </a:lnTo>
                  <a:lnTo>
                    <a:pt x="3043940" y="793706"/>
                  </a:lnTo>
                  <a:lnTo>
                    <a:pt x="3118182" y="772819"/>
                  </a:lnTo>
                  <a:lnTo>
                    <a:pt x="3192425" y="751932"/>
                  </a:lnTo>
                  <a:lnTo>
                    <a:pt x="3266667" y="731045"/>
                  </a:lnTo>
                  <a:lnTo>
                    <a:pt x="3340910" y="710158"/>
                  </a:lnTo>
                  <a:lnTo>
                    <a:pt x="3415152" y="689271"/>
                  </a:lnTo>
                  <a:lnTo>
                    <a:pt x="3489394" y="668384"/>
                  </a:lnTo>
                  <a:lnTo>
                    <a:pt x="3563637" y="647497"/>
                  </a:lnTo>
                  <a:lnTo>
                    <a:pt x="3637879" y="626610"/>
                  </a:lnTo>
                  <a:lnTo>
                    <a:pt x="3712122" y="605723"/>
                  </a:lnTo>
                  <a:lnTo>
                    <a:pt x="3786364" y="584836"/>
                  </a:lnTo>
                  <a:lnTo>
                    <a:pt x="3860607" y="563949"/>
                  </a:lnTo>
                  <a:lnTo>
                    <a:pt x="3934849" y="543062"/>
                  </a:lnTo>
                  <a:lnTo>
                    <a:pt x="4009092" y="522175"/>
                  </a:lnTo>
                  <a:lnTo>
                    <a:pt x="4083334" y="501288"/>
                  </a:lnTo>
                  <a:lnTo>
                    <a:pt x="4157576" y="480401"/>
                  </a:lnTo>
                  <a:lnTo>
                    <a:pt x="4231819" y="459514"/>
                  </a:lnTo>
                  <a:lnTo>
                    <a:pt x="4306061" y="438627"/>
                  </a:lnTo>
                  <a:lnTo>
                    <a:pt x="4380304" y="417740"/>
                  </a:lnTo>
                  <a:lnTo>
                    <a:pt x="4454546" y="396853"/>
                  </a:lnTo>
                  <a:lnTo>
                    <a:pt x="4528789" y="375966"/>
                  </a:lnTo>
                  <a:lnTo>
                    <a:pt x="4603031" y="355079"/>
                  </a:lnTo>
                  <a:lnTo>
                    <a:pt x="4677274" y="334192"/>
                  </a:lnTo>
                  <a:lnTo>
                    <a:pt x="4751516" y="313305"/>
                  </a:lnTo>
                  <a:lnTo>
                    <a:pt x="4825758" y="292418"/>
                  </a:lnTo>
                  <a:lnTo>
                    <a:pt x="4900001" y="271531"/>
                  </a:lnTo>
                  <a:lnTo>
                    <a:pt x="4974243" y="250644"/>
                  </a:lnTo>
                  <a:lnTo>
                    <a:pt x="5048486" y="229757"/>
                  </a:lnTo>
                  <a:lnTo>
                    <a:pt x="5122728" y="208870"/>
                  </a:lnTo>
                  <a:lnTo>
                    <a:pt x="5196971" y="187983"/>
                  </a:lnTo>
                  <a:lnTo>
                    <a:pt x="5271213" y="167096"/>
                  </a:lnTo>
                  <a:lnTo>
                    <a:pt x="5345456" y="146209"/>
                  </a:lnTo>
                  <a:lnTo>
                    <a:pt x="5419698" y="125322"/>
                  </a:lnTo>
                  <a:lnTo>
                    <a:pt x="5493940" y="104435"/>
                  </a:lnTo>
                  <a:lnTo>
                    <a:pt x="5568183" y="83548"/>
                  </a:lnTo>
                  <a:lnTo>
                    <a:pt x="5642425" y="62661"/>
                  </a:lnTo>
                  <a:lnTo>
                    <a:pt x="5716668" y="41774"/>
                  </a:lnTo>
                  <a:lnTo>
                    <a:pt x="5790910" y="20887"/>
                  </a:lnTo>
                  <a:lnTo>
                    <a:pt x="586515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1985667" y="3142829"/>
              <a:ext cx="3974149" cy="1934255"/>
            </a:xfrm>
            <a:custGeom>
              <a:avLst/>
              <a:pathLst>
                <a:path w="3974149" h="1934255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  <a:lnTo>
                    <a:pt x="3974149" y="252905"/>
                  </a:lnTo>
                  <a:lnTo>
                    <a:pt x="3923843" y="271942"/>
                  </a:lnTo>
                  <a:lnTo>
                    <a:pt x="3873537" y="290985"/>
                  </a:lnTo>
                  <a:lnTo>
                    <a:pt x="3823232" y="310033"/>
                  </a:lnTo>
                  <a:lnTo>
                    <a:pt x="3772926" y="329088"/>
                  </a:lnTo>
                  <a:lnTo>
                    <a:pt x="3722620" y="348149"/>
                  </a:lnTo>
                  <a:lnTo>
                    <a:pt x="3672315" y="367217"/>
                  </a:lnTo>
                  <a:lnTo>
                    <a:pt x="3622009" y="386293"/>
                  </a:lnTo>
                  <a:lnTo>
                    <a:pt x="3571703" y="405377"/>
                  </a:lnTo>
                  <a:lnTo>
                    <a:pt x="3521398" y="424470"/>
                  </a:lnTo>
                  <a:lnTo>
                    <a:pt x="3471092" y="443573"/>
                  </a:lnTo>
                  <a:lnTo>
                    <a:pt x="3420786" y="462685"/>
                  </a:lnTo>
                  <a:lnTo>
                    <a:pt x="3370481" y="481809"/>
                  </a:lnTo>
                  <a:lnTo>
                    <a:pt x="3320175" y="500944"/>
                  </a:lnTo>
                  <a:lnTo>
                    <a:pt x="3269869" y="520092"/>
                  </a:lnTo>
                  <a:lnTo>
                    <a:pt x="3219564" y="539254"/>
                  </a:lnTo>
                  <a:lnTo>
                    <a:pt x="3169258" y="558431"/>
                  </a:lnTo>
                  <a:lnTo>
                    <a:pt x="3118952" y="577624"/>
                  </a:lnTo>
                  <a:lnTo>
                    <a:pt x="3068646" y="596835"/>
                  </a:lnTo>
                  <a:lnTo>
                    <a:pt x="3018341" y="616066"/>
                  </a:lnTo>
                  <a:lnTo>
                    <a:pt x="2968035" y="635317"/>
                  </a:lnTo>
                  <a:lnTo>
                    <a:pt x="2917729" y="654593"/>
                  </a:lnTo>
                  <a:lnTo>
                    <a:pt x="2867424" y="673893"/>
                  </a:lnTo>
                  <a:lnTo>
                    <a:pt x="2817118" y="693222"/>
                  </a:lnTo>
                  <a:lnTo>
                    <a:pt x="2766812" y="712581"/>
                  </a:lnTo>
                  <a:lnTo>
                    <a:pt x="2716507" y="731975"/>
                  </a:lnTo>
                  <a:lnTo>
                    <a:pt x="2666201" y="751407"/>
                  </a:lnTo>
                  <a:lnTo>
                    <a:pt x="2615895" y="770880"/>
                  </a:lnTo>
                  <a:lnTo>
                    <a:pt x="2565590" y="790400"/>
                  </a:lnTo>
                  <a:lnTo>
                    <a:pt x="2515284" y="809971"/>
                  </a:lnTo>
                  <a:lnTo>
                    <a:pt x="2464978" y="829600"/>
                  </a:lnTo>
                  <a:lnTo>
                    <a:pt x="2414673" y="849292"/>
                  </a:lnTo>
                  <a:lnTo>
                    <a:pt x="2364367" y="869056"/>
                  </a:lnTo>
                  <a:lnTo>
                    <a:pt x="2314061" y="888898"/>
                  </a:lnTo>
                  <a:lnTo>
                    <a:pt x="2263755" y="908829"/>
                  </a:lnTo>
                  <a:lnTo>
                    <a:pt x="2213450" y="928856"/>
                  </a:lnTo>
                  <a:lnTo>
                    <a:pt x="2163144" y="948992"/>
                  </a:lnTo>
                  <a:lnTo>
                    <a:pt x="2112838" y="969247"/>
                  </a:lnTo>
                  <a:lnTo>
                    <a:pt x="2062533" y="989633"/>
                  </a:lnTo>
                  <a:lnTo>
                    <a:pt x="2012227" y="1010161"/>
                  </a:lnTo>
                  <a:lnTo>
                    <a:pt x="1961921" y="1030843"/>
                  </a:lnTo>
                  <a:lnTo>
                    <a:pt x="1911616" y="1051691"/>
                  </a:lnTo>
                  <a:lnTo>
                    <a:pt x="1861310" y="1072714"/>
                  </a:lnTo>
                  <a:lnTo>
                    <a:pt x="1811004" y="1093920"/>
                  </a:lnTo>
                  <a:lnTo>
                    <a:pt x="1760699" y="1115315"/>
                  </a:lnTo>
                  <a:lnTo>
                    <a:pt x="1710393" y="1136902"/>
                  </a:lnTo>
                  <a:lnTo>
                    <a:pt x="1660087" y="1158683"/>
                  </a:lnTo>
                  <a:lnTo>
                    <a:pt x="1609782" y="1180653"/>
                  </a:lnTo>
                  <a:lnTo>
                    <a:pt x="1559476" y="1202809"/>
                  </a:lnTo>
                  <a:lnTo>
                    <a:pt x="1509170" y="1225143"/>
                  </a:lnTo>
                  <a:lnTo>
                    <a:pt x="1458864" y="1247644"/>
                  </a:lnTo>
                  <a:lnTo>
                    <a:pt x="1408559" y="1270303"/>
                  </a:lnTo>
                  <a:lnTo>
                    <a:pt x="1358253" y="1293108"/>
                  </a:lnTo>
                  <a:lnTo>
                    <a:pt x="1307947" y="1316046"/>
                  </a:lnTo>
                  <a:lnTo>
                    <a:pt x="1257642" y="1339107"/>
                  </a:lnTo>
                  <a:lnTo>
                    <a:pt x="1207336" y="1362278"/>
                  </a:lnTo>
                  <a:lnTo>
                    <a:pt x="1157030" y="1385550"/>
                  </a:lnTo>
                  <a:lnTo>
                    <a:pt x="1106725" y="1408913"/>
                  </a:lnTo>
                  <a:lnTo>
                    <a:pt x="1056419" y="1432357"/>
                  </a:lnTo>
                  <a:lnTo>
                    <a:pt x="1006113" y="1455873"/>
                  </a:lnTo>
                  <a:lnTo>
                    <a:pt x="955808" y="1479456"/>
                  </a:lnTo>
                  <a:lnTo>
                    <a:pt x="905502" y="1503098"/>
                  </a:lnTo>
                  <a:lnTo>
                    <a:pt x="855196" y="1526792"/>
                  </a:lnTo>
                  <a:lnTo>
                    <a:pt x="804891" y="1550535"/>
                  </a:lnTo>
                  <a:lnTo>
                    <a:pt x="754585" y="1574320"/>
                  </a:lnTo>
                  <a:lnTo>
                    <a:pt x="704279" y="1598145"/>
                  </a:lnTo>
                  <a:lnTo>
                    <a:pt x="653973" y="1622004"/>
                  </a:lnTo>
                  <a:lnTo>
                    <a:pt x="603668" y="1645895"/>
                  </a:lnTo>
                  <a:lnTo>
                    <a:pt x="553362" y="1669815"/>
                  </a:lnTo>
                  <a:lnTo>
                    <a:pt x="503056" y="1693762"/>
                  </a:lnTo>
                  <a:lnTo>
                    <a:pt x="452751" y="1717732"/>
                  </a:lnTo>
                  <a:lnTo>
                    <a:pt x="402445" y="1741724"/>
                  </a:lnTo>
                  <a:lnTo>
                    <a:pt x="352139" y="1765736"/>
                  </a:lnTo>
                  <a:lnTo>
                    <a:pt x="301834" y="1789766"/>
                  </a:lnTo>
                  <a:lnTo>
                    <a:pt x="251528" y="1813812"/>
                  </a:lnTo>
                  <a:lnTo>
                    <a:pt x="201222" y="1837875"/>
                  </a:lnTo>
                  <a:lnTo>
                    <a:pt x="150917" y="1861951"/>
                  </a:lnTo>
                  <a:lnTo>
                    <a:pt x="100611" y="1886040"/>
                  </a:lnTo>
                  <a:lnTo>
                    <a:pt x="50305" y="1910142"/>
                  </a:lnTo>
                  <a:lnTo>
                    <a:pt x="0" y="193425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142829"/>
              <a:ext cx="3974149" cy="1733669"/>
            </a:xfrm>
            <a:custGeom>
              <a:avLst/>
              <a:pathLst>
                <a:path w="3974149" h="1733669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395735"/>
              <a:ext cx="3974149" cy="1681349"/>
            </a:xfrm>
            <a:custGeom>
              <a:avLst/>
              <a:pathLst>
                <a:path w="3974149" h="1681349">
                  <a:moveTo>
                    <a:pt x="3974149" y="0"/>
                  </a:moveTo>
                  <a:lnTo>
                    <a:pt x="3923843" y="19036"/>
                  </a:lnTo>
                  <a:lnTo>
                    <a:pt x="3873537" y="38079"/>
                  </a:lnTo>
                  <a:lnTo>
                    <a:pt x="3823232" y="57127"/>
                  </a:lnTo>
                  <a:lnTo>
                    <a:pt x="3772926" y="76182"/>
                  </a:lnTo>
                  <a:lnTo>
                    <a:pt x="3722620" y="95243"/>
                  </a:lnTo>
                  <a:lnTo>
                    <a:pt x="3672315" y="114311"/>
                  </a:lnTo>
                  <a:lnTo>
                    <a:pt x="3622009" y="133387"/>
                  </a:lnTo>
                  <a:lnTo>
                    <a:pt x="3571703" y="152472"/>
                  </a:lnTo>
                  <a:lnTo>
                    <a:pt x="3521398" y="171565"/>
                  </a:lnTo>
                  <a:lnTo>
                    <a:pt x="3471092" y="190667"/>
                  </a:lnTo>
                  <a:lnTo>
                    <a:pt x="3420786" y="209779"/>
                  </a:lnTo>
                  <a:lnTo>
                    <a:pt x="3370481" y="228903"/>
                  </a:lnTo>
                  <a:lnTo>
                    <a:pt x="3320175" y="248038"/>
                  </a:lnTo>
                  <a:lnTo>
                    <a:pt x="3269869" y="267186"/>
                  </a:lnTo>
                  <a:lnTo>
                    <a:pt x="3219564" y="286348"/>
                  </a:lnTo>
                  <a:lnTo>
                    <a:pt x="3169258" y="305525"/>
                  </a:lnTo>
                  <a:lnTo>
                    <a:pt x="3118952" y="324718"/>
                  </a:lnTo>
                  <a:lnTo>
                    <a:pt x="3068646" y="343929"/>
                  </a:lnTo>
                  <a:lnTo>
                    <a:pt x="3018341" y="363160"/>
                  </a:lnTo>
                  <a:lnTo>
                    <a:pt x="2968035" y="382412"/>
                  </a:lnTo>
                  <a:lnTo>
                    <a:pt x="2917729" y="401687"/>
                  </a:lnTo>
                  <a:lnTo>
                    <a:pt x="2867424" y="420987"/>
                  </a:lnTo>
                  <a:lnTo>
                    <a:pt x="2817118" y="440316"/>
                  </a:lnTo>
                  <a:lnTo>
                    <a:pt x="2766812" y="459675"/>
                  </a:lnTo>
                  <a:lnTo>
                    <a:pt x="2716507" y="479069"/>
                  </a:lnTo>
                  <a:lnTo>
                    <a:pt x="2666201" y="498501"/>
                  </a:lnTo>
                  <a:lnTo>
                    <a:pt x="2615895" y="517974"/>
                  </a:lnTo>
                  <a:lnTo>
                    <a:pt x="2565590" y="537494"/>
                  </a:lnTo>
                  <a:lnTo>
                    <a:pt x="2515284" y="557065"/>
                  </a:lnTo>
                  <a:lnTo>
                    <a:pt x="2464978" y="576694"/>
                  </a:lnTo>
                  <a:lnTo>
                    <a:pt x="2414673" y="596386"/>
                  </a:lnTo>
                  <a:lnTo>
                    <a:pt x="2364367" y="616150"/>
                  </a:lnTo>
                  <a:lnTo>
                    <a:pt x="2314061" y="635992"/>
                  </a:lnTo>
                  <a:lnTo>
                    <a:pt x="2263755" y="655923"/>
                  </a:lnTo>
                  <a:lnTo>
                    <a:pt x="2213450" y="675951"/>
                  </a:lnTo>
                  <a:lnTo>
                    <a:pt x="2163144" y="696086"/>
                  </a:lnTo>
                  <a:lnTo>
                    <a:pt x="2112838" y="716341"/>
                  </a:lnTo>
                  <a:lnTo>
                    <a:pt x="2062533" y="736727"/>
                  </a:lnTo>
                  <a:lnTo>
                    <a:pt x="2012227" y="757255"/>
                  </a:lnTo>
                  <a:lnTo>
                    <a:pt x="1961921" y="777938"/>
                  </a:lnTo>
                  <a:lnTo>
                    <a:pt x="1911616" y="798785"/>
                  </a:lnTo>
                  <a:lnTo>
                    <a:pt x="1861310" y="819808"/>
                  </a:lnTo>
                  <a:lnTo>
                    <a:pt x="1811004" y="841014"/>
                  </a:lnTo>
                  <a:lnTo>
                    <a:pt x="1760699" y="862409"/>
                  </a:lnTo>
                  <a:lnTo>
                    <a:pt x="1710393" y="883996"/>
                  </a:lnTo>
                  <a:lnTo>
                    <a:pt x="1660087" y="905777"/>
                  </a:lnTo>
                  <a:lnTo>
                    <a:pt x="1609782" y="927748"/>
                  </a:lnTo>
                  <a:lnTo>
                    <a:pt x="1559476" y="949903"/>
                  </a:lnTo>
                  <a:lnTo>
                    <a:pt x="1509170" y="972237"/>
                  </a:lnTo>
                  <a:lnTo>
                    <a:pt x="1458864" y="994738"/>
                  </a:lnTo>
                  <a:lnTo>
                    <a:pt x="1408559" y="1017397"/>
                  </a:lnTo>
                  <a:lnTo>
                    <a:pt x="1358253" y="1040202"/>
                  </a:lnTo>
                  <a:lnTo>
                    <a:pt x="1307947" y="1063140"/>
                  </a:lnTo>
                  <a:lnTo>
                    <a:pt x="1257642" y="1086201"/>
                  </a:lnTo>
                  <a:lnTo>
                    <a:pt x="1207336" y="1109372"/>
                  </a:lnTo>
                  <a:lnTo>
                    <a:pt x="1157030" y="1132644"/>
                  </a:lnTo>
                  <a:lnTo>
                    <a:pt x="1106725" y="1156007"/>
                  </a:lnTo>
                  <a:lnTo>
                    <a:pt x="1056419" y="1179451"/>
                  </a:lnTo>
                  <a:lnTo>
                    <a:pt x="1006113" y="1202968"/>
                  </a:lnTo>
                  <a:lnTo>
                    <a:pt x="955808" y="1226550"/>
                  </a:lnTo>
                  <a:lnTo>
                    <a:pt x="905502" y="1250192"/>
                  </a:lnTo>
                  <a:lnTo>
                    <a:pt x="855196" y="1273886"/>
                  </a:lnTo>
                  <a:lnTo>
                    <a:pt x="804891" y="1297629"/>
                  </a:lnTo>
                  <a:lnTo>
                    <a:pt x="754585" y="1321414"/>
                  </a:lnTo>
                  <a:lnTo>
                    <a:pt x="704279" y="1345239"/>
                  </a:lnTo>
                  <a:lnTo>
                    <a:pt x="653973" y="1369098"/>
                  </a:lnTo>
                  <a:lnTo>
                    <a:pt x="603668" y="1392989"/>
                  </a:lnTo>
                  <a:lnTo>
                    <a:pt x="553362" y="1416909"/>
                  </a:lnTo>
                  <a:lnTo>
                    <a:pt x="503056" y="1440856"/>
                  </a:lnTo>
                  <a:lnTo>
                    <a:pt x="452751" y="1464826"/>
                  </a:lnTo>
                  <a:lnTo>
                    <a:pt x="402445" y="1488818"/>
                  </a:lnTo>
                  <a:lnTo>
                    <a:pt x="352139" y="1512830"/>
                  </a:lnTo>
                  <a:lnTo>
                    <a:pt x="301834" y="1536860"/>
                  </a:lnTo>
                  <a:lnTo>
                    <a:pt x="251528" y="1560907"/>
                  </a:lnTo>
                  <a:lnTo>
                    <a:pt x="201222" y="1584969"/>
                  </a:lnTo>
                  <a:lnTo>
                    <a:pt x="150917" y="1609045"/>
                  </a:lnTo>
                  <a:lnTo>
                    <a:pt x="100611" y="1633135"/>
                  </a:lnTo>
                  <a:lnTo>
                    <a:pt x="50305" y="1657236"/>
                  </a:lnTo>
                  <a:lnTo>
                    <a:pt x="0" y="1681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1985667" y="3269282"/>
              <a:ext cx="3974149" cy="1707509"/>
            </a:xfrm>
            <a:custGeom>
              <a:avLst/>
              <a:pathLst>
                <a:path w="3974149" h="1707509">
                  <a:moveTo>
                    <a:pt x="0" y="1707509"/>
                  </a:moveTo>
                  <a:lnTo>
                    <a:pt x="50305" y="1685895"/>
                  </a:lnTo>
                  <a:lnTo>
                    <a:pt x="100611" y="1664281"/>
                  </a:lnTo>
                  <a:lnTo>
                    <a:pt x="150917" y="1642667"/>
                  </a:lnTo>
                  <a:lnTo>
                    <a:pt x="201222" y="1621053"/>
                  </a:lnTo>
                  <a:lnTo>
                    <a:pt x="251528" y="1599439"/>
                  </a:lnTo>
                  <a:lnTo>
                    <a:pt x="301834" y="1577825"/>
                  </a:lnTo>
                  <a:lnTo>
                    <a:pt x="352139" y="1556211"/>
                  </a:lnTo>
                  <a:lnTo>
                    <a:pt x="402445" y="1534596"/>
                  </a:lnTo>
                  <a:lnTo>
                    <a:pt x="452751" y="1512982"/>
                  </a:lnTo>
                  <a:lnTo>
                    <a:pt x="503056" y="1491368"/>
                  </a:lnTo>
                  <a:lnTo>
                    <a:pt x="553362" y="1469754"/>
                  </a:lnTo>
                  <a:lnTo>
                    <a:pt x="603668" y="1448140"/>
                  </a:lnTo>
                  <a:lnTo>
                    <a:pt x="653973" y="1426526"/>
                  </a:lnTo>
                  <a:lnTo>
                    <a:pt x="704279" y="1404912"/>
                  </a:lnTo>
                  <a:lnTo>
                    <a:pt x="754585" y="1383298"/>
                  </a:lnTo>
                  <a:lnTo>
                    <a:pt x="804891" y="1361684"/>
                  </a:lnTo>
                  <a:lnTo>
                    <a:pt x="855196" y="1340070"/>
                  </a:lnTo>
                  <a:lnTo>
                    <a:pt x="905502" y="1318456"/>
                  </a:lnTo>
                  <a:lnTo>
                    <a:pt x="955808" y="1296842"/>
                  </a:lnTo>
                  <a:lnTo>
                    <a:pt x="1006113" y="1275228"/>
                  </a:lnTo>
                  <a:lnTo>
                    <a:pt x="1056419" y="1253614"/>
                  </a:lnTo>
                  <a:lnTo>
                    <a:pt x="1106725" y="1232000"/>
                  </a:lnTo>
                  <a:lnTo>
                    <a:pt x="1157030" y="1210386"/>
                  </a:lnTo>
                  <a:lnTo>
                    <a:pt x="1207336" y="1188772"/>
                  </a:lnTo>
                  <a:lnTo>
                    <a:pt x="1257642" y="1167158"/>
                  </a:lnTo>
                  <a:lnTo>
                    <a:pt x="1307947" y="1145544"/>
                  </a:lnTo>
                  <a:lnTo>
                    <a:pt x="1358253" y="1123930"/>
                  </a:lnTo>
                  <a:lnTo>
                    <a:pt x="1408559" y="1102316"/>
                  </a:lnTo>
                  <a:lnTo>
                    <a:pt x="1458864" y="1080702"/>
                  </a:lnTo>
                  <a:lnTo>
                    <a:pt x="1509170" y="1059088"/>
                  </a:lnTo>
                  <a:lnTo>
                    <a:pt x="1559476" y="1037474"/>
                  </a:lnTo>
                  <a:lnTo>
                    <a:pt x="1609782" y="1015859"/>
                  </a:lnTo>
                  <a:lnTo>
                    <a:pt x="1660087" y="994245"/>
                  </a:lnTo>
                  <a:lnTo>
                    <a:pt x="1710393" y="972631"/>
                  </a:lnTo>
                  <a:lnTo>
                    <a:pt x="1760699" y="951017"/>
                  </a:lnTo>
                  <a:lnTo>
                    <a:pt x="1811004" y="929403"/>
                  </a:lnTo>
                  <a:lnTo>
                    <a:pt x="1861310" y="907789"/>
                  </a:lnTo>
                  <a:lnTo>
                    <a:pt x="1911616" y="886175"/>
                  </a:lnTo>
                  <a:lnTo>
                    <a:pt x="1961921" y="864561"/>
                  </a:lnTo>
                  <a:lnTo>
                    <a:pt x="2012227" y="842947"/>
                  </a:lnTo>
                  <a:lnTo>
                    <a:pt x="2062533" y="821333"/>
                  </a:lnTo>
                  <a:lnTo>
                    <a:pt x="2112838" y="799719"/>
                  </a:lnTo>
                  <a:lnTo>
                    <a:pt x="2163144" y="778105"/>
                  </a:lnTo>
                  <a:lnTo>
                    <a:pt x="2213450" y="756491"/>
                  </a:lnTo>
                  <a:lnTo>
                    <a:pt x="2263755" y="734877"/>
                  </a:lnTo>
                  <a:lnTo>
                    <a:pt x="2314061" y="713263"/>
                  </a:lnTo>
                  <a:lnTo>
                    <a:pt x="2364367" y="691649"/>
                  </a:lnTo>
                  <a:lnTo>
                    <a:pt x="2414673" y="670035"/>
                  </a:lnTo>
                  <a:lnTo>
                    <a:pt x="2464978" y="648421"/>
                  </a:lnTo>
                  <a:lnTo>
                    <a:pt x="2515284" y="626807"/>
                  </a:lnTo>
                  <a:lnTo>
                    <a:pt x="2565590" y="605193"/>
                  </a:lnTo>
                  <a:lnTo>
                    <a:pt x="2615895" y="583579"/>
                  </a:lnTo>
                  <a:lnTo>
                    <a:pt x="2666201" y="561965"/>
                  </a:lnTo>
                  <a:lnTo>
                    <a:pt x="2716507" y="540351"/>
                  </a:lnTo>
                  <a:lnTo>
                    <a:pt x="2766812" y="518737"/>
                  </a:lnTo>
                  <a:lnTo>
                    <a:pt x="2817118" y="497122"/>
                  </a:lnTo>
                  <a:lnTo>
                    <a:pt x="2867424" y="475508"/>
                  </a:lnTo>
                  <a:lnTo>
                    <a:pt x="2917729" y="453894"/>
                  </a:lnTo>
                  <a:lnTo>
                    <a:pt x="2968035" y="432280"/>
                  </a:lnTo>
                  <a:lnTo>
                    <a:pt x="3018341" y="410666"/>
                  </a:lnTo>
                  <a:lnTo>
                    <a:pt x="3068646" y="389052"/>
                  </a:lnTo>
                  <a:lnTo>
                    <a:pt x="3118952" y="367438"/>
                  </a:lnTo>
                  <a:lnTo>
                    <a:pt x="3169258" y="345824"/>
                  </a:lnTo>
                  <a:lnTo>
                    <a:pt x="3219564" y="324210"/>
                  </a:lnTo>
                  <a:lnTo>
                    <a:pt x="3269869" y="302596"/>
                  </a:lnTo>
                  <a:lnTo>
                    <a:pt x="3320175" y="280982"/>
                  </a:lnTo>
                  <a:lnTo>
                    <a:pt x="3370481" y="259368"/>
                  </a:lnTo>
                  <a:lnTo>
                    <a:pt x="3420786" y="237754"/>
                  </a:lnTo>
                  <a:lnTo>
                    <a:pt x="3471092" y="216140"/>
                  </a:lnTo>
                  <a:lnTo>
                    <a:pt x="3521398" y="194526"/>
                  </a:lnTo>
                  <a:lnTo>
                    <a:pt x="3571703" y="172912"/>
                  </a:lnTo>
                  <a:lnTo>
                    <a:pt x="3622009" y="151298"/>
                  </a:lnTo>
                  <a:lnTo>
                    <a:pt x="3672315" y="129684"/>
                  </a:lnTo>
                  <a:lnTo>
                    <a:pt x="3722620" y="108070"/>
                  </a:lnTo>
                  <a:lnTo>
                    <a:pt x="3772926" y="86456"/>
                  </a:lnTo>
                  <a:lnTo>
                    <a:pt x="3823232" y="64842"/>
                  </a:lnTo>
                  <a:lnTo>
                    <a:pt x="3873537" y="43228"/>
                  </a:lnTo>
                  <a:lnTo>
                    <a:pt x="3923843" y="21614"/>
                  </a:lnTo>
                  <a:lnTo>
                    <a:pt x="39741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+15.7   (R² = 0.71)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+40.0   (R² = 0.60)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323, n_red = 103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2026-08-17T07:57:27Z</dcterms:modified>
  <cp:category/>
</cp:coreProperties>
</file>