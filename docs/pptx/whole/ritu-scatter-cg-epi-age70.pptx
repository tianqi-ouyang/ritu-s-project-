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1436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4469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37501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0533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4920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67953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80985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94017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07049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565628" y="39867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828172" y="38356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38061" y="44045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833619" y="4053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095198" y="3612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609000" y="47252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938592" y="4178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865818" y="4419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20214" y="3835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481633" y="43236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635187" y="39274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943095" y="4325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428339" y="41466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57871" y="4242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6078890" y="3908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544743" y="38965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405691" y="34640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280870" y="43739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832869" y="4056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694711" y="40331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7133915" y="3408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675440" y="3662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863678" y="42576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015557" y="4378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6093904" y="3352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691789" y="432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989285" y="41406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064241" y="35649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732460" y="3936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350781" y="3874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789853" y="44939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906980" y="37920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80134" y="39139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997079" y="4177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796328" y="46431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322005" y="3866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517297" y="3896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001601" y="4435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937" y="3898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098979" y="43337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039019" y="41376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160910" y="46478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535533" y="3836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090675" y="46904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317292" y="42081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841622" y="3902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6211059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146643" y="29778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358834" y="34827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252091" y="38112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102212" y="40705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789726" y="42634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099094" y="4140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157919" y="31126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035441" y="3406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527054" y="3825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488845" y="41573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424979" y="4515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432574" y="41261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184822" y="44482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419139" y="39282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000972" y="37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336636" y="4253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239720" y="41482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246787" y="41393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641405" y="38065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397657" y="42548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937643" y="4423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838069" y="3947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706312" y="356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732274" y="38682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725068" y="451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390429" y="45991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175304" y="3663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989839" y="3683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564789" y="40762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301215" y="3987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278979" y="43752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249976" y="41549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5224068" y="3694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263012" y="38075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653167" y="41329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753924" y="42180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344132" y="35680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709095" y="41106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084771" y="38855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083549" y="45120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680202" y="3885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706179" y="47642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34291" y="36536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456892" y="316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415603" y="42546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56725" y="39494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784012" y="42283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107847" y="4266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466387" y="4043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076219" y="3828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113159" y="36458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291611" y="42273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520444" y="39936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438829" y="43813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184626" y="36882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4260751" y="42133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770370" y="34076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079143" y="433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907453" y="36175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172299" y="36016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888710" y="36323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947009" y="3846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8223735" y="30223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886955" y="47964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579773" y="4905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726428" y="42048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5752354" y="309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648120" y="39971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907638" y="38892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445402" y="3461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070462" y="3835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660226" y="4877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977096" y="38402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244681" y="350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247597" y="39934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363004" y="38129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32263" y="4309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5075231" y="3957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140031" y="42440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173324" y="44396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263540" y="41844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422060" y="41144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5036679" y="42429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670718" y="37668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686949" y="44027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484271" y="4460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7404184" y="31287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961684" y="3762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830792" y="39627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73596" y="3417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540553" y="4325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357171" y="37127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430745" y="4988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870217" y="41659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455133" y="38943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658103" y="405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148069" y="4894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6390244" y="3020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525760" y="38865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317017" y="4323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729721" y="38089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712382" y="40205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500165" y="40808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062046" y="38182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2923662" y="43652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258381" y="4169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558480" y="40886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6302276" y="32503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928516" y="38156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903347" y="39523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933635" y="31486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112313" y="44122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018953" y="39687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615613" y="34544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048280" y="34408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346422" y="3888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495765" y="39033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221771" y="37695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986922" y="34808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595593" y="3884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7190853" y="3819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343925" y="33524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7138911" y="3161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896694" y="36007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664468" y="3625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5460198" y="43993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709978" y="46966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814714" y="3949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5039064" y="3676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940186" y="4866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510806" y="43280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079407" y="36029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164005" y="44634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958685" y="4415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272347" y="40243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815884" y="4472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381329" y="4004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4810021" y="3816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5445227" y="3876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753650" y="3861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819749" y="3971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075832" y="42476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899524" y="32967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4791956" y="42295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989742" y="36270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365688" y="4623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41632" y="39377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2449572" y="46674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461700" y="41521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122420" y="46926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103132" y="37745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079333" y="46689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4670581" y="40562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857006" y="3753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4883146" y="37439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622871" y="4172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89052" y="40789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192932" y="43129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5187657" y="34479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5145853" y="35336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184287" y="42296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873497" y="43870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606129" y="35077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259435" y="38305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6565755" y="31423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470738" y="3138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314110" y="3642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816547" y="40399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6683267" y="3649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575112" y="38564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808348" y="37713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598082" y="35067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69842" y="3812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330324" y="38318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338979" y="3550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100827" y="3787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738309" y="3899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891734" y="3830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4361511" y="3936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865222" y="3752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328087" y="40949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074097" y="39849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154123" y="45783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3747111" y="4064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558617" y="38925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5215231" y="41342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012844" y="46458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405570" y="4295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968388" y="35811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384938" y="44159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6311465" y="2886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5652347" y="39140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944383" y="3532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4322819" y="37249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5798063" y="4018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866002" y="3359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7741311" y="3748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752415" y="4028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770014" y="38071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022283" y="44210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6463059" y="34981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866429" y="40587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4365951" y="40550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5400208" y="3800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5208705" y="3713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232657" y="3158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837987" y="3341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5024921" y="3709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398233" y="3899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231451" y="48334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5029089" y="38581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003127" y="33728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5501312" y="3927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882660" y="41205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139322" y="43095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099475" y="41093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997152" y="386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307403" y="3398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79621" y="37910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586558" y="330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763559" y="4183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714195" y="3673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909438" y="4486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378218" y="43582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982280" y="3771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792526" y="41540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2999069" y="45117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703277" y="4121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430918" y="3761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065313" y="3925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310907" y="4088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4231188" y="4346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8525379" y="2916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244920" y="4954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170501" y="39057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6836029" y="31457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1959486" y="52250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946447" y="41558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569703" y="36836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427486" y="4314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284888" y="43352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62898" y="3639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6167787" y="35832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219475" y="2999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4330855" y="39420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5185187" y="3312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7466442" y="29081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330638" y="4264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6563966" y="3319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3563892" y="4421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442326" y="4090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649724" y="38693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480252" y="36695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4728098" y="3711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506217" y="4143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661753" y="4136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067386" y="41244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879701" y="3594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636871" y="3172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363158" y="41925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288728" y="37454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5010711" y="34327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261651" y="35986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844867" y="3045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6158917" y="30999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6719082" y="3466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4724363" y="3730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5592269" y="37816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7169781" y="30097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4011295" y="3851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4344990" y="39629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43085" y="403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611603" y="38899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6329442" y="36679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5096619" y="38647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686407" y="2699934"/>
              <a:ext cx="5865153" cy="1828936"/>
            </a:xfrm>
            <a:custGeom>
              <a:avLst/>
              <a:pathLst>
                <a:path w="5865153" h="1828936">
                  <a:moveTo>
                    <a:pt x="0" y="1680061"/>
                  </a:moveTo>
                  <a:lnTo>
                    <a:pt x="74242" y="1661350"/>
                  </a:lnTo>
                  <a:lnTo>
                    <a:pt x="148484" y="1642623"/>
                  </a:lnTo>
                  <a:lnTo>
                    <a:pt x="222727" y="1623881"/>
                  </a:lnTo>
                  <a:lnTo>
                    <a:pt x="296969" y="1605121"/>
                  </a:lnTo>
                  <a:lnTo>
                    <a:pt x="371212" y="1586342"/>
                  </a:lnTo>
                  <a:lnTo>
                    <a:pt x="445454" y="1567542"/>
                  </a:lnTo>
                  <a:lnTo>
                    <a:pt x="519697" y="1548719"/>
                  </a:lnTo>
                  <a:lnTo>
                    <a:pt x="593939" y="1529872"/>
                  </a:lnTo>
                  <a:lnTo>
                    <a:pt x="668182" y="1510997"/>
                  </a:lnTo>
                  <a:lnTo>
                    <a:pt x="742424" y="1492091"/>
                  </a:lnTo>
                  <a:lnTo>
                    <a:pt x="816666" y="1473152"/>
                  </a:lnTo>
                  <a:lnTo>
                    <a:pt x="890909" y="1454177"/>
                  </a:lnTo>
                  <a:lnTo>
                    <a:pt x="965151" y="1435160"/>
                  </a:lnTo>
                  <a:lnTo>
                    <a:pt x="1039394" y="1416098"/>
                  </a:lnTo>
                  <a:lnTo>
                    <a:pt x="1113636" y="1396986"/>
                  </a:lnTo>
                  <a:lnTo>
                    <a:pt x="1187879" y="1377819"/>
                  </a:lnTo>
                  <a:lnTo>
                    <a:pt x="1262121" y="1358591"/>
                  </a:lnTo>
                  <a:lnTo>
                    <a:pt x="1336364" y="1339294"/>
                  </a:lnTo>
                  <a:lnTo>
                    <a:pt x="1410606" y="1319922"/>
                  </a:lnTo>
                  <a:lnTo>
                    <a:pt x="1484848" y="1300467"/>
                  </a:lnTo>
                  <a:lnTo>
                    <a:pt x="1559091" y="1280921"/>
                  </a:lnTo>
                  <a:lnTo>
                    <a:pt x="1633333" y="1261275"/>
                  </a:lnTo>
                  <a:lnTo>
                    <a:pt x="1707576" y="1241520"/>
                  </a:lnTo>
                  <a:lnTo>
                    <a:pt x="1781818" y="1221646"/>
                  </a:lnTo>
                  <a:lnTo>
                    <a:pt x="1856061" y="1201646"/>
                  </a:lnTo>
                  <a:lnTo>
                    <a:pt x="1930303" y="1181511"/>
                  </a:lnTo>
                  <a:lnTo>
                    <a:pt x="2004546" y="1161234"/>
                  </a:lnTo>
                  <a:lnTo>
                    <a:pt x="2078788" y="1140808"/>
                  </a:lnTo>
                  <a:lnTo>
                    <a:pt x="2153030" y="1120230"/>
                  </a:lnTo>
                  <a:lnTo>
                    <a:pt x="2227273" y="1099498"/>
                  </a:lnTo>
                  <a:lnTo>
                    <a:pt x="2301515" y="1078612"/>
                  </a:lnTo>
                  <a:lnTo>
                    <a:pt x="2375758" y="1057573"/>
                  </a:lnTo>
                  <a:lnTo>
                    <a:pt x="2450000" y="1036386"/>
                  </a:lnTo>
                  <a:lnTo>
                    <a:pt x="2524243" y="1015057"/>
                  </a:lnTo>
                  <a:lnTo>
                    <a:pt x="2598485" y="993594"/>
                  </a:lnTo>
                  <a:lnTo>
                    <a:pt x="2672728" y="972003"/>
                  </a:lnTo>
                  <a:lnTo>
                    <a:pt x="2746970" y="950294"/>
                  </a:lnTo>
                  <a:lnTo>
                    <a:pt x="2821212" y="928477"/>
                  </a:lnTo>
                  <a:lnTo>
                    <a:pt x="2895455" y="906559"/>
                  </a:lnTo>
                  <a:lnTo>
                    <a:pt x="2969697" y="884551"/>
                  </a:lnTo>
                  <a:lnTo>
                    <a:pt x="3043940" y="862459"/>
                  </a:lnTo>
                  <a:lnTo>
                    <a:pt x="3118182" y="840293"/>
                  </a:lnTo>
                  <a:lnTo>
                    <a:pt x="3192425" y="818058"/>
                  </a:lnTo>
                  <a:lnTo>
                    <a:pt x="3266667" y="795762"/>
                  </a:lnTo>
                  <a:lnTo>
                    <a:pt x="3340910" y="773411"/>
                  </a:lnTo>
                  <a:lnTo>
                    <a:pt x="3415152" y="751010"/>
                  </a:lnTo>
                  <a:lnTo>
                    <a:pt x="3489394" y="728563"/>
                  </a:lnTo>
                  <a:lnTo>
                    <a:pt x="3563637" y="706076"/>
                  </a:lnTo>
                  <a:lnTo>
                    <a:pt x="3637879" y="683552"/>
                  </a:lnTo>
                  <a:lnTo>
                    <a:pt x="3712122" y="660995"/>
                  </a:lnTo>
                  <a:lnTo>
                    <a:pt x="3786364" y="638407"/>
                  </a:lnTo>
                  <a:lnTo>
                    <a:pt x="3860607" y="615792"/>
                  </a:lnTo>
                  <a:lnTo>
                    <a:pt x="3934849" y="593152"/>
                  </a:lnTo>
                  <a:lnTo>
                    <a:pt x="4009092" y="570489"/>
                  </a:lnTo>
                  <a:lnTo>
                    <a:pt x="4083334" y="547805"/>
                  </a:lnTo>
                  <a:lnTo>
                    <a:pt x="4157576" y="525102"/>
                  </a:lnTo>
                  <a:lnTo>
                    <a:pt x="4231819" y="502382"/>
                  </a:lnTo>
                  <a:lnTo>
                    <a:pt x="4306061" y="479646"/>
                  </a:lnTo>
                  <a:lnTo>
                    <a:pt x="4380304" y="456895"/>
                  </a:lnTo>
                  <a:lnTo>
                    <a:pt x="4454546" y="434131"/>
                  </a:lnTo>
                  <a:lnTo>
                    <a:pt x="4528789" y="411354"/>
                  </a:lnTo>
                  <a:lnTo>
                    <a:pt x="4603031" y="388565"/>
                  </a:lnTo>
                  <a:lnTo>
                    <a:pt x="4677274" y="365766"/>
                  </a:lnTo>
                  <a:lnTo>
                    <a:pt x="4751516" y="342957"/>
                  </a:lnTo>
                  <a:lnTo>
                    <a:pt x="4825758" y="320139"/>
                  </a:lnTo>
                  <a:lnTo>
                    <a:pt x="4900001" y="297312"/>
                  </a:lnTo>
                  <a:lnTo>
                    <a:pt x="4974243" y="274477"/>
                  </a:lnTo>
                  <a:lnTo>
                    <a:pt x="5048486" y="251635"/>
                  </a:lnTo>
                  <a:lnTo>
                    <a:pt x="5122728" y="228786"/>
                  </a:lnTo>
                  <a:lnTo>
                    <a:pt x="5196971" y="205931"/>
                  </a:lnTo>
                  <a:lnTo>
                    <a:pt x="5271213" y="183069"/>
                  </a:lnTo>
                  <a:lnTo>
                    <a:pt x="5345456" y="160202"/>
                  </a:lnTo>
                  <a:lnTo>
                    <a:pt x="5419698" y="137330"/>
                  </a:lnTo>
                  <a:lnTo>
                    <a:pt x="5493940" y="114452"/>
                  </a:lnTo>
                  <a:lnTo>
                    <a:pt x="5568183" y="91570"/>
                  </a:lnTo>
                  <a:lnTo>
                    <a:pt x="5642425" y="68683"/>
                  </a:lnTo>
                  <a:lnTo>
                    <a:pt x="5716668" y="45793"/>
                  </a:lnTo>
                  <a:lnTo>
                    <a:pt x="5790910" y="22898"/>
                  </a:lnTo>
                  <a:lnTo>
                    <a:pt x="5865153" y="0"/>
                  </a:lnTo>
                  <a:lnTo>
                    <a:pt x="5865153" y="233464"/>
                  </a:lnTo>
                  <a:lnTo>
                    <a:pt x="5790910" y="252028"/>
                  </a:lnTo>
                  <a:lnTo>
                    <a:pt x="5716668" y="270596"/>
                  </a:lnTo>
                  <a:lnTo>
                    <a:pt x="5642425" y="289168"/>
                  </a:lnTo>
                  <a:lnTo>
                    <a:pt x="5568183" y="307743"/>
                  </a:lnTo>
                  <a:lnTo>
                    <a:pt x="5493940" y="326324"/>
                  </a:lnTo>
                  <a:lnTo>
                    <a:pt x="5419698" y="344909"/>
                  </a:lnTo>
                  <a:lnTo>
                    <a:pt x="5345456" y="363499"/>
                  </a:lnTo>
                  <a:lnTo>
                    <a:pt x="5271213" y="382094"/>
                  </a:lnTo>
                  <a:lnTo>
                    <a:pt x="5196971" y="400695"/>
                  </a:lnTo>
                  <a:lnTo>
                    <a:pt x="5122728" y="419302"/>
                  </a:lnTo>
                  <a:lnTo>
                    <a:pt x="5048486" y="437915"/>
                  </a:lnTo>
                  <a:lnTo>
                    <a:pt x="4974243" y="456536"/>
                  </a:lnTo>
                  <a:lnTo>
                    <a:pt x="4900001" y="475163"/>
                  </a:lnTo>
                  <a:lnTo>
                    <a:pt x="4825758" y="493799"/>
                  </a:lnTo>
                  <a:lnTo>
                    <a:pt x="4751516" y="512443"/>
                  </a:lnTo>
                  <a:lnTo>
                    <a:pt x="4677274" y="531097"/>
                  </a:lnTo>
                  <a:lnTo>
                    <a:pt x="4603031" y="549760"/>
                  </a:lnTo>
                  <a:lnTo>
                    <a:pt x="4528789" y="568434"/>
                  </a:lnTo>
                  <a:lnTo>
                    <a:pt x="4454546" y="587120"/>
                  </a:lnTo>
                  <a:lnTo>
                    <a:pt x="4380304" y="605818"/>
                  </a:lnTo>
                  <a:lnTo>
                    <a:pt x="4306061" y="624529"/>
                  </a:lnTo>
                  <a:lnTo>
                    <a:pt x="4231819" y="643256"/>
                  </a:lnTo>
                  <a:lnTo>
                    <a:pt x="4157576" y="661998"/>
                  </a:lnTo>
                  <a:lnTo>
                    <a:pt x="4083334" y="680757"/>
                  </a:lnTo>
                  <a:lnTo>
                    <a:pt x="4009092" y="699536"/>
                  </a:lnTo>
                  <a:lnTo>
                    <a:pt x="3934849" y="718336"/>
                  </a:lnTo>
                  <a:lnTo>
                    <a:pt x="3860607" y="737158"/>
                  </a:lnTo>
                  <a:lnTo>
                    <a:pt x="3786364" y="756005"/>
                  </a:lnTo>
                  <a:lnTo>
                    <a:pt x="3712122" y="774880"/>
                  </a:lnTo>
                  <a:lnTo>
                    <a:pt x="3637879" y="793785"/>
                  </a:lnTo>
                  <a:lnTo>
                    <a:pt x="3563637" y="812724"/>
                  </a:lnTo>
                  <a:lnTo>
                    <a:pt x="3489394" y="831699"/>
                  </a:lnTo>
                  <a:lnTo>
                    <a:pt x="3415152" y="850715"/>
                  </a:lnTo>
                  <a:lnTo>
                    <a:pt x="3340910" y="869776"/>
                  </a:lnTo>
                  <a:lnTo>
                    <a:pt x="3266667" y="888887"/>
                  </a:lnTo>
                  <a:lnTo>
                    <a:pt x="3192425" y="908054"/>
                  </a:lnTo>
                  <a:lnTo>
                    <a:pt x="3118182" y="927282"/>
                  </a:lnTo>
                  <a:lnTo>
                    <a:pt x="3043940" y="946578"/>
                  </a:lnTo>
                  <a:lnTo>
                    <a:pt x="2969697" y="965949"/>
                  </a:lnTo>
                  <a:lnTo>
                    <a:pt x="2895455" y="985402"/>
                  </a:lnTo>
                  <a:lnTo>
                    <a:pt x="2821212" y="1004947"/>
                  </a:lnTo>
                  <a:lnTo>
                    <a:pt x="2746970" y="1024592"/>
                  </a:lnTo>
                  <a:lnTo>
                    <a:pt x="2672728" y="1044346"/>
                  </a:lnTo>
                  <a:lnTo>
                    <a:pt x="2598485" y="1064218"/>
                  </a:lnTo>
                  <a:lnTo>
                    <a:pt x="2524243" y="1084217"/>
                  </a:lnTo>
                  <a:lnTo>
                    <a:pt x="2450000" y="1104350"/>
                  </a:lnTo>
                  <a:lnTo>
                    <a:pt x="2375758" y="1124626"/>
                  </a:lnTo>
                  <a:lnTo>
                    <a:pt x="2301515" y="1145050"/>
                  </a:lnTo>
                  <a:lnTo>
                    <a:pt x="2227273" y="1165626"/>
                  </a:lnTo>
                  <a:lnTo>
                    <a:pt x="2153030" y="1186356"/>
                  </a:lnTo>
                  <a:lnTo>
                    <a:pt x="2078788" y="1207241"/>
                  </a:lnTo>
                  <a:lnTo>
                    <a:pt x="2004546" y="1228277"/>
                  </a:lnTo>
                  <a:lnTo>
                    <a:pt x="1930303" y="1249462"/>
                  </a:lnTo>
                  <a:lnTo>
                    <a:pt x="1856061" y="1270790"/>
                  </a:lnTo>
                  <a:lnTo>
                    <a:pt x="1781818" y="1292252"/>
                  </a:lnTo>
                  <a:lnTo>
                    <a:pt x="1707576" y="1313841"/>
                  </a:lnTo>
                  <a:lnTo>
                    <a:pt x="1633333" y="1335548"/>
                  </a:lnTo>
                  <a:lnTo>
                    <a:pt x="1559091" y="1357365"/>
                  </a:lnTo>
                  <a:lnTo>
                    <a:pt x="1484848" y="1379281"/>
                  </a:lnTo>
                  <a:lnTo>
                    <a:pt x="1410606" y="1401289"/>
                  </a:lnTo>
                  <a:lnTo>
                    <a:pt x="1336364" y="1423379"/>
                  </a:lnTo>
                  <a:lnTo>
                    <a:pt x="1262121" y="1445545"/>
                  </a:lnTo>
                  <a:lnTo>
                    <a:pt x="1187879" y="1467779"/>
                  </a:lnTo>
                  <a:lnTo>
                    <a:pt x="1113636" y="1490074"/>
                  </a:lnTo>
                  <a:lnTo>
                    <a:pt x="1039394" y="1512425"/>
                  </a:lnTo>
                  <a:lnTo>
                    <a:pt x="965151" y="1534825"/>
                  </a:lnTo>
                  <a:lnTo>
                    <a:pt x="890909" y="1557271"/>
                  </a:lnTo>
                  <a:lnTo>
                    <a:pt x="816666" y="1579758"/>
                  </a:lnTo>
                  <a:lnTo>
                    <a:pt x="742424" y="1602282"/>
                  </a:lnTo>
                  <a:lnTo>
                    <a:pt x="668182" y="1624839"/>
                  </a:lnTo>
                  <a:lnTo>
                    <a:pt x="593939" y="1647426"/>
                  </a:lnTo>
                  <a:lnTo>
                    <a:pt x="519697" y="1670041"/>
                  </a:lnTo>
                  <a:lnTo>
                    <a:pt x="445454" y="1692681"/>
                  </a:lnTo>
                  <a:lnTo>
                    <a:pt x="371212" y="1715343"/>
                  </a:lnTo>
                  <a:lnTo>
                    <a:pt x="296969" y="1738027"/>
                  </a:lnTo>
                  <a:lnTo>
                    <a:pt x="222727" y="1760729"/>
                  </a:lnTo>
                  <a:lnTo>
                    <a:pt x="148484" y="1783449"/>
                  </a:lnTo>
                  <a:lnTo>
                    <a:pt x="74242" y="1806185"/>
                  </a:lnTo>
                  <a:lnTo>
                    <a:pt x="0" y="1828936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2686407" y="2699934"/>
              <a:ext cx="5865153" cy="1680061"/>
            </a:xfrm>
            <a:custGeom>
              <a:avLst/>
              <a:pathLst>
                <a:path w="5865153" h="1680061">
                  <a:moveTo>
                    <a:pt x="0" y="1680061"/>
                  </a:moveTo>
                  <a:lnTo>
                    <a:pt x="74242" y="1661350"/>
                  </a:lnTo>
                  <a:lnTo>
                    <a:pt x="148484" y="1642623"/>
                  </a:lnTo>
                  <a:lnTo>
                    <a:pt x="222727" y="1623881"/>
                  </a:lnTo>
                  <a:lnTo>
                    <a:pt x="296969" y="1605121"/>
                  </a:lnTo>
                  <a:lnTo>
                    <a:pt x="371212" y="1586342"/>
                  </a:lnTo>
                  <a:lnTo>
                    <a:pt x="445454" y="1567542"/>
                  </a:lnTo>
                  <a:lnTo>
                    <a:pt x="519697" y="1548719"/>
                  </a:lnTo>
                  <a:lnTo>
                    <a:pt x="593939" y="1529872"/>
                  </a:lnTo>
                  <a:lnTo>
                    <a:pt x="668182" y="1510997"/>
                  </a:lnTo>
                  <a:lnTo>
                    <a:pt x="742424" y="1492091"/>
                  </a:lnTo>
                  <a:lnTo>
                    <a:pt x="816666" y="1473152"/>
                  </a:lnTo>
                  <a:lnTo>
                    <a:pt x="890909" y="1454177"/>
                  </a:lnTo>
                  <a:lnTo>
                    <a:pt x="965151" y="1435160"/>
                  </a:lnTo>
                  <a:lnTo>
                    <a:pt x="1039394" y="1416098"/>
                  </a:lnTo>
                  <a:lnTo>
                    <a:pt x="1113636" y="1396986"/>
                  </a:lnTo>
                  <a:lnTo>
                    <a:pt x="1187879" y="1377819"/>
                  </a:lnTo>
                  <a:lnTo>
                    <a:pt x="1262121" y="1358591"/>
                  </a:lnTo>
                  <a:lnTo>
                    <a:pt x="1336364" y="1339294"/>
                  </a:lnTo>
                  <a:lnTo>
                    <a:pt x="1410606" y="1319922"/>
                  </a:lnTo>
                  <a:lnTo>
                    <a:pt x="1484848" y="1300467"/>
                  </a:lnTo>
                  <a:lnTo>
                    <a:pt x="1559091" y="1280921"/>
                  </a:lnTo>
                  <a:lnTo>
                    <a:pt x="1633333" y="1261275"/>
                  </a:lnTo>
                  <a:lnTo>
                    <a:pt x="1707576" y="1241520"/>
                  </a:lnTo>
                  <a:lnTo>
                    <a:pt x="1781818" y="1221646"/>
                  </a:lnTo>
                  <a:lnTo>
                    <a:pt x="1856061" y="1201646"/>
                  </a:lnTo>
                  <a:lnTo>
                    <a:pt x="1930303" y="1181511"/>
                  </a:lnTo>
                  <a:lnTo>
                    <a:pt x="2004546" y="1161234"/>
                  </a:lnTo>
                  <a:lnTo>
                    <a:pt x="2078788" y="1140808"/>
                  </a:lnTo>
                  <a:lnTo>
                    <a:pt x="2153030" y="1120230"/>
                  </a:lnTo>
                  <a:lnTo>
                    <a:pt x="2227273" y="1099498"/>
                  </a:lnTo>
                  <a:lnTo>
                    <a:pt x="2301515" y="1078612"/>
                  </a:lnTo>
                  <a:lnTo>
                    <a:pt x="2375758" y="1057573"/>
                  </a:lnTo>
                  <a:lnTo>
                    <a:pt x="2450000" y="1036386"/>
                  </a:lnTo>
                  <a:lnTo>
                    <a:pt x="2524243" y="1015057"/>
                  </a:lnTo>
                  <a:lnTo>
                    <a:pt x="2598485" y="993594"/>
                  </a:lnTo>
                  <a:lnTo>
                    <a:pt x="2672728" y="972003"/>
                  </a:lnTo>
                  <a:lnTo>
                    <a:pt x="2746970" y="950294"/>
                  </a:lnTo>
                  <a:lnTo>
                    <a:pt x="2821212" y="928477"/>
                  </a:lnTo>
                  <a:lnTo>
                    <a:pt x="2895455" y="906559"/>
                  </a:lnTo>
                  <a:lnTo>
                    <a:pt x="2969697" y="884551"/>
                  </a:lnTo>
                  <a:lnTo>
                    <a:pt x="3043940" y="862459"/>
                  </a:lnTo>
                  <a:lnTo>
                    <a:pt x="3118182" y="840293"/>
                  </a:lnTo>
                  <a:lnTo>
                    <a:pt x="3192425" y="818058"/>
                  </a:lnTo>
                  <a:lnTo>
                    <a:pt x="3266667" y="795762"/>
                  </a:lnTo>
                  <a:lnTo>
                    <a:pt x="3340910" y="773411"/>
                  </a:lnTo>
                  <a:lnTo>
                    <a:pt x="3415152" y="751010"/>
                  </a:lnTo>
                  <a:lnTo>
                    <a:pt x="3489394" y="728563"/>
                  </a:lnTo>
                  <a:lnTo>
                    <a:pt x="3563637" y="706076"/>
                  </a:lnTo>
                  <a:lnTo>
                    <a:pt x="3637879" y="683552"/>
                  </a:lnTo>
                  <a:lnTo>
                    <a:pt x="3712122" y="660995"/>
                  </a:lnTo>
                  <a:lnTo>
                    <a:pt x="3786364" y="638407"/>
                  </a:lnTo>
                  <a:lnTo>
                    <a:pt x="3860607" y="615792"/>
                  </a:lnTo>
                  <a:lnTo>
                    <a:pt x="3934849" y="593152"/>
                  </a:lnTo>
                  <a:lnTo>
                    <a:pt x="4009092" y="570489"/>
                  </a:lnTo>
                  <a:lnTo>
                    <a:pt x="4083334" y="547805"/>
                  </a:lnTo>
                  <a:lnTo>
                    <a:pt x="4157576" y="525102"/>
                  </a:lnTo>
                  <a:lnTo>
                    <a:pt x="4231819" y="502382"/>
                  </a:lnTo>
                  <a:lnTo>
                    <a:pt x="4306061" y="479646"/>
                  </a:lnTo>
                  <a:lnTo>
                    <a:pt x="4380304" y="456895"/>
                  </a:lnTo>
                  <a:lnTo>
                    <a:pt x="4454546" y="434131"/>
                  </a:lnTo>
                  <a:lnTo>
                    <a:pt x="4528789" y="411354"/>
                  </a:lnTo>
                  <a:lnTo>
                    <a:pt x="4603031" y="388565"/>
                  </a:lnTo>
                  <a:lnTo>
                    <a:pt x="4677274" y="365766"/>
                  </a:lnTo>
                  <a:lnTo>
                    <a:pt x="4751516" y="342957"/>
                  </a:lnTo>
                  <a:lnTo>
                    <a:pt x="4825758" y="320139"/>
                  </a:lnTo>
                  <a:lnTo>
                    <a:pt x="4900001" y="297312"/>
                  </a:lnTo>
                  <a:lnTo>
                    <a:pt x="4974243" y="274477"/>
                  </a:lnTo>
                  <a:lnTo>
                    <a:pt x="5048486" y="251635"/>
                  </a:lnTo>
                  <a:lnTo>
                    <a:pt x="5122728" y="228786"/>
                  </a:lnTo>
                  <a:lnTo>
                    <a:pt x="5196971" y="205931"/>
                  </a:lnTo>
                  <a:lnTo>
                    <a:pt x="5271213" y="183069"/>
                  </a:lnTo>
                  <a:lnTo>
                    <a:pt x="5345456" y="160202"/>
                  </a:lnTo>
                  <a:lnTo>
                    <a:pt x="5419698" y="137330"/>
                  </a:lnTo>
                  <a:lnTo>
                    <a:pt x="5493940" y="114452"/>
                  </a:lnTo>
                  <a:lnTo>
                    <a:pt x="5568183" y="91570"/>
                  </a:lnTo>
                  <a:lnTo>
                    <a:pt x="5642425" y="68683"/>
                  </a:lnTo>
                  <a:lnTo>
                    <a:pt x="5716668" y="45793"/>
                  </a:lnTo>
                  <a:lnTo>
                    <a:pt x="5790910" y="22898"/>
                  </a:lnTo>
                  <a:lnTo>
                    <a:pt x="586515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2686407" y="2933399"/>
              <a:ext cx="5865153" cy="1595471"/>
            </a:xfrm>
            <a:custGeom>
              <a:avLst/>
              <a:pathLst>
                <a:path w="5865153" h="1595471">
                  <a:moveTo>
                    <a:pt x="5865153" y="0"/>
                  </a:moveTo>
                  <a:lnTo>
                    <a:pt x="5790910" y="18564"/>
                  </a:lnTo>
                  <a:lnTo>
                    <a:pt x="5716668" y="37131"/>
                  </a:lnTo>
                  <a:lnTo>
                    <a:pt x="5642425" y="55703"/>
                  </a:lnTo>
                  <a:lnTo>
                    <a:pt x="5568183" y="74279"/>
                  </a:lnTo>
                  <a:lnTo>
                    <a:pt x="5493940" y="92859"/>
                  </a:lnTo>
                  <a:lnTo>
                    <a:pt x="5419698" y="111444"/>
                  </a:lnTo>
                  <a:lnTo>
                    <a:pt x="5345456" y="130034"/>
                  </a:lnTo>
                  <a:lnTo>
                    <a:pt x="5271213" y="148629"/>
                  </a:lnTo>
                  <a:lnTo>
                    <a:pt x="5196971" y="167230"/>
                  </a:lnTo>
                  <a:lnTo>
                    <a:pt x="5122728" y="185837"/>
                  </a:lnTo>
                  <a:lnTo>
                    <a:pt x="5048486" y="204451"/>
                  </a:lnTo>
                  <a:lnTo>
                    <a:pt x="4974243" y="223071"/>
                  </a:lnTo>
                  <a:lnTo>
                    <a:pt x="4900001" y="241699"/>
                  </a:lnTo>
                  <a:lnTo>
                    <a:pt x="4825758" y="260334"/>
                  </a:lnTo>
                  <a:lnTo>
                    <a:pt x="4751516" y="278979"/>
                  </a:lnTo>
                  <a:lnTo>
                    <a:pt x="4677274" y="297632"/>
                  </a:lnTo>
                  <a:lnTo>
                    <a:pt x="4603031" y="316295"/>
                  </a:lnTo>
                  <a:lnTo>
                    <a:pt x="4528789" y="334969"/>
                  </a:lnTo>
                  <a:lnTo>
                    <a:pt x="4454546" y="353655"/>
                  </a:lnTo>
                  <a:lnTo>
                    <a:pt x="4380304" y="372353"/>
                  </a:lnTo>
                  <a:lnTo>
                    <a:pt x="4306061" y="391065"/>
                  </a:lnTo>
                  <a:lnTo>
                    <a:pt x="4231819" y="409791"/>
                  </a:lnTo>
                  <a:lnTo>
                    <a:pt x="4157576" y="428533"/>
                  </a:lnTo>
                  <a:lnTo>
                    <a:pt x="4083334" y="447293"/>
                  </a:lnTo>
                  <a:lnTo>
                    <a:pt x="4009092" y="466071"/>
                  </a:lnTo>
                  <a:lnTo>
                    <a:pt x="3934849" y="484871"/>
                  </a:lnTo>
                  <a:lnTo>
                    <a:pt x="3860607" y="503693"/>
                  </a:lnTo>
                  <a:lnTo>
                    <a:pt x="3786364" y="522541"/>
                  </a:lnTo>
                  <a:lnTo>
                    <a:pt x="3712122" y="541415"/>
                  </a:lnTo>
                  <a:lnTo>
                    <a:pt x="3637879" y="560320"/>
                  </a:lnTo>
                  <a:lnTo>
                    <a:pt x="3563637" y="579259"/>
                  </a:lnTo>
                  <a:lnTo>
                    <a:pt x="3489394" y="598234"/>
                  </a:lnTo>
                  <a:lnTo>
                    <a:pt x="3415152" y="617250"/>
                  </a:lnTo>
                  <a:lnTo>
                    <a:pt x="3340910" y="636312"/>
                  </a:lnTo>
                  <a:lnTo>
                    <a:pt x="3266667" y="655423"/>
                  </a:lnTo>
                  <a:lnTo>
                    <a:pt x="3192425" y="674589"/>
                  </a:lnTo>
                  <a:lnTo>
                    <a:pt x="3118182" y="693817"/>
                  </a:lnTo>
                  <a:lnTo>
                    <a:pt x="3043940" y="713113"/>
                  </a:lnTo>
                  <a:lnTo>
                    <a:pt x="2969697" y="732484"/>
                  </a:lnTo>
                  <a:lnTo>
                    <a:pt x="2895455" y="751938"/>
                  </a:lnTo>
                  <a:lnTo>
                    <a:pt x="2821212" y="771483"/>
                  </a:lnTo>
                  <a:lnTo>
                    <a:pt x="2746970" y="791128"/>
                  </a:lnTo>
                  <a:lnTo>
                    <a:pt x="2672728" y="810881"/>
                  </a:lnTo>
                  <a:lnTo>
                    <a:pt x="2598485" y="830753"/>
                  </a:lnTo>
                  <a:lnTo>
                    <a:pt x="2524243" y="850752"/>
                  </a:lnTo>
                  <a:lnTo>
                    <a:pt x="2450000" y="870885"/>
                  </a:lnTo>
                  <a:lnTo>
                    <a:pt x="2375758" y="891161"/>
                  </a:lnTo>
                  <a:lnTo>
                    <a:pt x="2301515" y="911585"/>
                  </a:lnTo>
                  <a:lnTo>
                    <a:pt x="2227273" y="932161"/>
                  </a:lnTo>
                  <a:lnTo>
                    <a:pt x="2153030" y="952891"/>
                  </a:lnTo>
                  <a:lnTo>
                    <a:pt x="2078788" y="973776"/>
                  </a:lnTo>
                  <a:lnTo>
                    <a:pt x="2004546" y="994813"/>
                  </a:lnTo>
                  <a:lnTo>
                    <a:pt x="1930303" y="1015998"/>
                  </a:lnTo>
                  <a:lnTo>
                    <a:pt x="1856061" y="1037325"/>
                  </a:lnTo>
                  <a:lnTo>
                    <a:pt x="1781818" y="1058787"/>
                  </a:lnTo>
                  <a:lnTo>
                    <a:pt x="1707576" y="1080376"/>
                  </a:lnTo>
                  <a:lnTo>
                    <a:pt x="1633333" y="1102084"/>
                  </a:lnTo>
                  <a:lnTo>
                    <a:pt x="1559091" y="1123900"/>
                  </a:lnTo>
                  <a:lnTo>
                    <a:pt x="1484848" y="1145816"/>
                  </a:lnTo>
                  <a:lnTo>
                    <a:pt x="1410606" y="1167824"/>
                  </a:lnTo>
                  <a:lnTo>
                    <a:pt x="1336364" y="1189915"/>
                  </a:lnTo>
                  <a:lnTo>
                    <a:pt x="1262121" y="1212080"/>
                  </a:lnTo>
                  <a:lnTo>
                    <a:pt x="1187879" y="1234314"/>
                  </a:lnTo>
                  <a:lnTo>
                    <a:pt x="1113636" y="1256609"/>
                  </a:lnTo>
                  <a:lnTo>
                    <a:pt x="1039394" y="1278960"/>
                  </a:lnTo>
                  <a:lnTo>
                    <a:pt x="965151" y="1301361"/>
                  </a:lnTo>
                  <a:lnTo>
                    <a:pt x="890909" y="1323807"/>
                  </a:lnTo>
                  <a:lnTo>
                    <a:pt x="816666" y="1346293"/>
                  </a:lnTo>
                  <a:lnTo>
                    <a:pt x="742424" y="1368817"/>
                  </a:lnTo>
                  <a:lnTo>
                    <a:pt x="668182" y="1391374"/>
                  </a:lnTo>
                  <a:lnTo>
                    <a:pt x="593939" y="1413961"/>
                  </a:lnTo>
                  <a:lnTo>
                    <a:pt x="519697" y="1436576"/>
                  </a:lnTo>
                  <a:lnTo>
                    <a:pt x="445454" y="1459216"/>
                  </a:lnTo>
                  <a:lnTo>
                    <a:pt x="371212" y="1481879"/>
                  </a:lnTo>
                  <a:lnTo>
                    <a:pt x="296969" y="1504562"/>
                  </a:lnTo>
                  <a:lnTo>
                    <a:pt x="222727" y="1527265"/>
                  </a:lnTo>
                  <a:lnTo>
                    <a:pt x="148484" y="1549985"/>
                  </a:lnTo>
                  <a:lnTo>
                    <a:pt x="74242" y="1572721"/>
                  </a:lnTo>
                  <a:lnTo>
                    <a:pt x="0" y="15954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2686407" y="2816667"/>
              <a:ext cx="5865153" cy="1637766"/>
            </a:xfrm>
            <a:custGeom>
              <a:avLst/>
              <a:pathLst>
                <a:path w="5865153" h="1637766">
                  <a:moveTo>
                    <a:pt x="0" y="1637766"/>
                  </a:moveTo>
                  <a:lnTo>
                    <a:pt x="74242" y="1617035"/>
                  </a:lnTo>
                  <a:lnTo>
                    <a:pt x="148484" y="1596304"/>
                  </a:lnTo>
                  <a:lnTo>
                    <a:pt x="222727" y="1575573"/>
                  </a:lnTo>
                  <a:lnTo>
                    <a:pt x="296969" y="1554841"/>
                  </a:lnTo>
                  <a:lnTo>
                    <a:pt x="371212" y="1534110"/>
                  </a:lnTo>
                  <a:lnTo>
                    <a:pt x="445454" y="1513379"/>
                  </a:lnTo>
                  <a:lnTo>
                    <a:pt x="519697" y="1492648"/>
                  </a:lnTo>
                  <a:lnTo>
                    <a:pt x="593939" y="1471916"/>
                  </a:lnTo>
                  <a:lnTo>
                    <a:pt x="668182" y="1451185"/>
                  </a:lnTo>
                  <a:lnTo>
                    <a:pt x="742424" y="1430454"/>
                  </a:lnTo>
                  <a:lnTo>
                    <a:pt x="816666" y="1409723"/>
                  </a:lnTo>
                  <a:lnTo>
                    <a:pt x="890909" y="1388992"/>
                  </a:lnTo>
                  <a:lnTo>
                    <a:pt x="965151" y="1368260"/>
                  </a:lnTo>
                  <a:lnTo>
                    <a:pt x="1039394" y="1347529"/>
                  </a:lnTo>
                  <a:lnTo>
                    <a:pt x="1113636" y="1326798"/>
                  </a:lnTo>
                  <a:lnTo>
                    <a:pt x="1187879" y="1306067"/>
                  </a:lnTo>
                  <a:lnTo>
                    <a:pt x="1262121" y="1285335"/>
                  </a:lnTo>
                  <a:lnTo>
                    <a:pt x="1336364" y="1264604"/>
                  </a:lnTo>
                  <a:lnTo>
                    <a:pt x="1410606" y="1243873"/>
                  </a:lnTo>
                  <a:lnTo>
                    <a:pt x="1484848" y="1223142"/>
                  </a:lnTo>
                  <a:lnTo>
                    <a:pt x="1559091" y="1202411"/>
                  </a:lnTo>
                  <a:lnTo>
                    <a:pt x="1633333" y="1181679"/>
                  </a:lnTo>
                  <a:lnTo>
                    <a:pt x="1707576" y="1160948"/>
                  </a:lnTo>
                  <a:lnTo>
                    <a:pt x="1781818" y="1140217"/>
                  </a:lnTo>
                  <a:lnTo>
                    <a:pt x="1856061" y="1119486"/>
                  </a:lnTo>
                  <a:lnTo>
                    <a:pt x="1930303" y="1098754"/>
                  </a:lnTo>
                  <a:lnTo>
                    <a:pt x="2004546" y="1078023"/>
                  </a:lnTo>
                  <a:lnTo>
                    <a:pt x="2078788" y="1057292"/>
                  </a:lnTo>
                  <a:lnTo>
                    <a:pt x="2153030" y="1036561"/>
                  </a:lnTo>
                  <a:lnTo>
                    <a:pt x="2227273" y="1015830"/>
                  </a:lnTo>
                  <a:lnTo>
                    <a:pt x="2301515" y="995098"/>
                  </a:lnTo>
                  <a:lnTo>
                    <a:pt x="2375758" y="974367"/>
                  </a:lnTo>
                  <a:lnTo>
                    <a:pt x="2450000" y="953636"/>
                  </a:lnTo>
                  <a:lnTo>
                    <a:pt x="2524243" y="932905"/>
                  </a:lnTo>
                  <a:lnTo>
                    <a:pt x="2598485" y="912173"/>
                  </a:lnTo>
                  <a:lnTo>
                    <a:pt x="2672728" y="891442"/>
                  </a:lnTo>
                  <a:lnTo>
                    <a:pt x="2746970" y="870711"/>
                  </a:lnTo>
                  <a:lnTo>
                    <a:pt x="2821212" y="849980"/>
                  </a:lnTo>
                  <a:lnTo>
                    <a:pt x="2895455" y="829249"/>
                  </a:lnTo>
                  <a:lnTo>
                    <a:pt x="2969697" y="808517"/>
                  </a:lnTo>
                  <a:lnTo>
                    <a:pt x="3043940" y="787786"/>
                  </a:lnTo>
                  <a:lnTo>
                    <a:pt x="3118182" y="767055"/>
                  </a:lnTo>
                  <a:lnTo>
                    <a:pt x="3192425" y="746324"/>
                  </a:lnTo>
                  <a:lnTo>
                    <a:pt x="3266667" y="725592"/>
                  </a:lnTo>
                  <a:lnTo>
                    <a:pt x="3340910" y="704861"/>
                  </a:lnTo>
                  <a:lnTo>
                    <a:pt x="3415152" y="684130"/>
                  </a:lnTo>
                  <a:lnTo>
                    <a:pt x="3489394" y="663399"/>
                  </a:lnTo>
                  <a:lnTo>
                    <a:pt x="3563637" y="642667"/>
                  </a:lnTo>
                  <a:lnTo>
                    <a:pt x="3637879" y="621936"/>
                  </a:lnTo>
                  <a:lnTo>
                    <a:pt x="3712122" y="601205"/>
                  </a:lnTo>
                  <a:lnTo>
                    <a:pt x="3786364" y="580474"/>
                  </a:lnTo>
                  <a:lnTo>
                    <a:pt x="3860607" y="559743"/>
                  </a:lnTo>
                  <a:lnTo>
                    <a:pt x="3934849" y="539011"/>
                  </a:lnTo>
                  <a:lnTo>
                    <a:pt x="4009092" y="518280"/>
                  </a:lnTo>
                  <a:lnTo>
                    <a:pt x="4083334" y="497549"/>
                  </a:lnTo>
                  <a:lnTo>
                    <a:pt x="4157576" y="476818"/>
                  </a:lnTo>
                  <a:lnTo>
                    <a:pt x="4231819" y="456086"/>
                  </a:lnTo>
                  <a:lnTo>
                    <a:pt x="4306061" y="435355"/>
                  </a:lnTo>
                  <a:lnTo>
                    <a:pt x="4380304" y="414624"/>
                  </a:lnTo>
                  <a:lnTo>
                    <a:pt x="4454546" y="393893"/>
                  </a:lnTo>
                  <a:lnTo>
                    <a:pt x="4528789" y="373162"/>
                  </a:lnTo>
                  <a:lnTo>
                    <a:pt x="4603031" y="352430"/>
                  </a:lnTo>
                  <a:lnTo>
                    <a:pt x="4677274" y="331699"/>
                  </a:lnTo>
                  <a:lnTo>
                    <a:pt x="4751516" y="310968"/>
                  </a:lnTo>
                  <a:lnTo>
                    <a:pt x="4825758" y="290237"/>
                  </a:lnTo>
                  <a:lnTo>
                    <a:pt x="4900001" y="269505"/>
                  </a:lnTo>
                  <a:lnTo>
                    <a:pt x="4974243" y="248774"/>
                  </a:lnTo>
                  <a:lnTo>
                    <a:pt x="5048486" y="228043"/>
                  </a:lnTo>
                  <a:lnTo>
                    <a:pt x="5122728" y="207312"/>
                  </a:lnTo>
                  <a:lnTo>
                    <a:pt x="5196971" y="186581"/>
                  </a:lnTo>
                  <a:lnTo>
                    <a:pt x="5271213" y="165849"/>
                  </a:lnTo>
                  <a:lnTo>
                    <a:pt x="5345456" y="145118"/>
                  </a:lnTo>
                  <a:lnTo>
                    <a:pt x="5419698" y="124387"/>
                  </a:lnTo>
                  <a:lnTo>
                    <a:pt x="5493940" y="103656"/>
                  </a:lnTo>
                  <a:lnTo>
                    <a:pt x="5568183" y="82924"/>
                  </a:lnTo>
                  <a:lnTo>
                    <a:pt x="5642425" y="62193"/>
                  </a:lnTo>
                  <a:lnTo>
                    <a:pt x="5716668" y="41462"/>
                  </a:lnTo>
                  <a:lnTo>
                    <a:pt x="5790910" y="20731"/>
                  </a:lnTo>
                  <a:lnTo>
                    <a:pt x="5865153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1985667" y="3142829"/>
              <a:ext cx="3974149" cy="1934255"/>
            </a:xfrm>
            <a:custGeom>
              <a:avLst/>
              <a:pathLst>
                <a:path w="3974149" h="1934255">
                  <a:moveTo>
                    <a:pt x="0" y="1733669"/>
                  </a:moveTo>
                  <a:lnTo>
                    <a:pt x="50305" y="1714554"/>
                  </a:lnTo>
                  <a:lnTo>
                    <a:pt x="100611" y="1695427"/>
                  </a:lnTo>
                  <a:lnTo>
                    <a:pt x="150917" y="1676288"/>
                  </a:lnTo>
                  <a:lnTo>
                    <a:pt x="201222" y="1657137"/>
                  </a:lnTo>
                  <a:lnTo>
                    <a:pt x="251528" y="1637971"/>
                  </a:lnTo>
                  <a:lnTo>
                    <a:pt x="301834" y="1618789"/>
                  </a:lnTo>
                  <a:lnTo>
                    <a:pt x="352139" y="1599591"/>
                  </a:lnTo>
                  <a:lnTo>
                    <a:pt x="402445" y="1580375"/>
                  </a:lnTo>
                  <a:lnTo>
                    <a:pt x="452751" y="1561139"/>
                  </a:lnTo>
                  <a:lnTo>
                    <a:pt x="503056" y="1541881"/>
                  </a:lnTo>
                  <a:lnTo>
                    <a:pt x="553362" y="1522599"/>
                  </a:lnTo>
                  <a:lnTo>
                    <a:pt x="603668" y="1503291"/>
                  </a:lnTo>
                  <a:lnTo>
                    <a:pt x="653973" y="1483954"/>
                  </a:lnTo>
                  <a:lnTo>
                    <a:pt x="704279" y="1464586"/>
                  </a:lnTo>
                  <a:lnTo>
                    <a:pt x="754585" y="1445182"/>
                  </a:lnTo>
                  <a:lnTo>
                    <a:pt x="804891" y="1425739"/>
                  </a:lnTo>
                  <a:lnTo>
                    <a:pt x="855196" y="1406254"/>
                  </a:lnTo>
                  <a:lnTo>
                    <a:pt x="905502" y="1386720"/>
                  </a:lnTo>
                  <a:lnTo>
                    <a:pt x="955808" y="1367134"/>
                  </a:lnTo>
                  <a:lnTo>
                    <a:pt x="1006113" y="1347488"/>
                  </a:lnTo>
                  <a:lnTo>
                    <a:pt x="1056419" y="1327777"/>
                  </a:lnTo>
                  <a:lnTo>
                    <a:pt x="1106725" y="1307993"/>
                  </a:lnTo>
                  <a:lnTo>
                    <a:pt x="1157030" y="1288127"/>
                  </a:lnTo>
                  <a:lnTo>
                    <a:pt x="1207336" y="1268171"/>
                  </a:lnTo>
                  <a:lnTo>
                    <a:pt x="1257642" y="1248115"/>
                  </a:lnTo>
                  <a:lnTo>
                    <a:pt x="1307947" y="1227947"/>
                  </a:lnTo>
                  <a:lnTo>
                    <a:pt x="1358253" y="1207658"/>
                  </a:lnTo>
                  <a:lnTo>
                    <a:pt x="1408559" y="1187234"/>
                  </a:lnTo>
                  <a:lnTo>
                    <a:pt x="1458864" y="1166665"/>
                  </a:lnTo>
                  <a:lnTo>
                    <a:pt x="1509170" y="1145938"/>
                  </a:lnTo>
                  <a:lnTo>
                    <a:pt x="1559476" y="1125044"/>
                  </a:lnTo>
                  <a:lnTo>
                    <a:pt x="1609782" y="1103971"/>
                  </a:lnTo>
                  <a:lnTo>
                    <a:pt x="1660087" y="1082714"/>
                  </a:lnTo>
                  <a:lnTo>
                    <a:pt x="1710393" y="1061266"/>
                  </a:lnTo>
                  <a:lnTo>
                    <a:pt x="1760699" y="1039626"/>
                  </a:lnTo>
                  <a:lnTo>
                    <a:pt x="1811004" y="1017793"/>
                  </a:lnTo>
                  <a:lnTo>
                    <a:pt x="1861310" y="995771"/>
                  </a:lnTo>
                  <a:lnTo>
                    <a:pt x="1911616" y="973565"/>
                  </a:lnTo>
                  <a:lnTo>
                    <a:pt x="1961921" y="951185"/>
                  </a:lnTo>
                  <a:lnTo>
                    <a:pt x="2012227" y="928639"/>
                  </a:lnTo>
                  <a:lnTo>
                    <a:pt x="2062533" y="905939"/>
                  </a:lnTo>
                  <a:lnTo>
                    <a:pt x="2112838" y="883097"/>
                  </a:lnTo>
                  <a:lnTo>
                    <a:pt x="2163144" y="860124"/>
                  </a:lnTo>
                  <a:lnTo>
                    <a:pt x="2213450" y="837031"/>
                  </a:lnTo>
                  <a:lnTo>
                    <a:pt x="2263755" y="813831"/>
                  </a:lnTo>
                  <a:lnTo>
                    <a:pt x="2314061" y="790533"/>
                  </a:lnTo>
                  <a:lnTo>
                    <a:pt x="2364367" y="767148"/>
                  </a:lnTo>
                  <a:lnTo>
                    <a:pt x="2414673" y="743683"/>
                  </a:lnTo>
                  <a:lnTo>
                    <a:pt x="2464978" y="720148"/>
                  </a:lnTo>
                  <a:lnTo>
                    <a:pt x="2515284" y="696548"/>
                  </a:lnTo>
                  <a:lnTo>
                    <a:pt x="2565590" y="672891"/>
                  </a:lnTo>
                  <a:lnTo>
                    <a:pt x="2615895" y="649183"/>
                  </a:lnTo>
                  <a:lnTo>
                    <a:pt x="2666201" y="625428"/>
                  </a:lnTo>
                  <a:lnTo>
                    <a:pt x="2716507" y="601632"/>
                  </a:lnTo>
                  <a:lnTo>
                    <a:pt x="2766812" y="577798"/>
                  </a:lnTo>
                  <a:lnTo>
                    <a:pt x="2817118" y="553929"/>
                  </a:lnTo>
                  <a:lnTo>
                    <a:pt x="2867424" y="530030"/>
                  </a:lnTo>
                  <a:lnTo>
                    <a:pt x="2917729" y="506102"/>
                  </a:lnTo>
                  <a:lnTo>
                    <a:pt x="2968035" y="482149"/>
                  </a:lnTo>
                  <a:lnTo>
                    <a:pt x="3018341" y="458173"/>
                  </a:lnTo>
                  <a:lnTo>
                    <a:pt x="3068646" y="434175"/>
                  </a:lnTo>
                  <a:lnTo>
                    <a:pt x="3118952" y="410158"/>
                  </a:lnTo>
                  <a:lnTo>
                    <a:pt x="3169258" y="386123"/>
                  </a:lnTo>
                  <a:lnTo>
                    <a:pt x="3219564" y="362072"/>
                  </a:lnTo>
                  <a:lnTo>
                    <a:pt x="3269869" y="338006"/>
                  </a:lnTo>
                  <a:lnTo>
                    <a:pt x="3320175" y="313926"/>
                  </a:lnTo>
                  <a:lnTo>
                    <a:pt x="3370481" y="289833"/>
                  </a:lnTo>
                  <a:lnTo>
                    <a:pt x="3420786" y="265729"/>
                  </a:lnTo>
                  <a:lnTo>
                    <a:pt x="3471092" y="241613"/>
                  </a:lnTo>
                  <a:lnTo>
                    <a:pt x="3521398" y="217487"/>
                  </a:lnTo>
                  <a:lnTo>
                    <a:pt x="3571703" y="193352"/>
                  </a:lnTo>
                  <a:lnTo>
                    <a:pt x="3622009" y="169208"/>
                  </a:lnTo>
                  <a:lnTo>
                    <a:pt x="3672315" y="145056"/>
                  </a:lnTo>
                  <a:lnTo>
                    <a:pt x="3722620" y="120896"/>
                  </a:lnTo>
                  <a:lnTo>
                    <a:pt x="3772926" y="96729"/>
                  </a:lnTo>
                  <a:lnTo>
                    <a:pt x="3823232" y="72556"/>
                  </a:lnTo>
                  <a:lnTo>
                    <a:pt x="3873537" y="48376"/>
                  </a:lnTo>
                  <a:lnTo>
                    <a:pt x="3923843" y="24191"/>
                  </a:lnTo>
                  <a:lnTo>
                    <a:pt x="3974149" y="0"/>
                  </a:lnTo>
                  <a:lnTo>
                    <a:pt x="3974149" y="252905"/>
                  </a:lnTo>
                  <a:lnTo>
                    <a:pt x="3923843" y="271942"/>
                  </a:lnTo>
                  <a:lnTo>
                    <a:pt x="3873537" y="290985"/>
                  </a:lnTo>
                  <a:lnTo>
                    <a:pt x="3823232" y="310033"/>
                  </a:lnTo>
                  <a:lnTo>
                    <a:pt x="3772926" y="329088"/>
                  </a:lnTo>
                  <a:lnTo>
                    <a:pt x="3722620" y="348149"/>
                  </a:lnTo>
                  <a:lnTo>
                    <a:pt x="3672315" y="367217"/>
                  </a:lnTo>
                  <a:lnTo>
                    <a:pt x="3622009" y="386293"/>
                  </a:lnTo>
                  <a:lnTo>
                    <a:pt x="3571703" y="405377"/>
                  </a:lnTo>
                  <a:lnTo>
                    <a:pt x="3521398" y="424470"/>
                  </a:lnTo>
                  <a:lnTo>
                    <a:pt x="3471092" y="443573"/>
                  </a:lnTo>
                  <a:lnTo>
                    <a:pt x="3420786" y="462685"/>
                  </a:lnTo>
                  <a:lnTo>
                    <a:pt x="3370481" y="481809"/>
                  </a:lnTo>
                  <a:lnTo>
                    <a:pt x="3320175" y="500944"/>
                  </a:lnTo>
                  <a:lnTo>
                    <a:pt x="3269869" y="520092"/>
                  </a:lnTo>
                  <a:lnTo>
                    <a:pt x="3219564" y="539254"/>
                  </a:lnTo>
                  <a:lnTo>
                    <a:pt x="3169258" y="558431"/>
                  </a:lnTo>
                  <a:lnTo>
                    <a:pt x="3118952" y="577624"/>
                  </a:lnTo>
                  <a:lnTo>
                    <a:pt x="3068646" y="596835"/>
                  </a:lnTo>
                  <a:lnTo>
                    <a:pt x="3018341" y="616066"/>
                  </a:lnTo>
                  <a:lnTo>
                    <a:pt x="2968035" y="635317"/>
                  </a:lnTo>
                  <a:lnTo>
                    <a:pt x="2917729" y="654593"/>
                  </a:lnTo>
                  <a:lnTo>
                    <a:pt x="2867424" y="673893"/>
                  </a:lnTo>
                  <a:lnTo>
                    <a:pt x="2817118" y="693222"/>
                  </a:lnTo>
                  <a:lnTo>
                    <a:pt x="2766812" y="712581"/>
                  </a:lnTo>
                  <a:lnTo>
                    <a:pt x="2716507" y="731975"/>
                  </a:lnTo>
                  <a:lnTo>
                    <a:pt x="2666201" y="751407"/>
                  </a:lnTo>
                  <a:lnTo>
                    <a:pt x="2615895" y="770880"/>
                  </a:lnTo>
                  <a:lnTo>
                    <a:pt x="2565590" y="790400"/>
                  </a:lnTo>
                  <a:lnTo>
                    <a:pt x="2515284" y="809971"/>
                  </a:lnTo>
                  <a:lnTo>
                    <a:pt x="2464978" y="829600"/>
                  </a:lnTo>
                  <a:lnTo>
                    <a:pt x="2414673" y="849292"/>
                  </a:lnTo>
                  <a:lnTo>
                    <a:pt x="2364367" y="869056"/>
                  </a:lnTo>
                  <a:lnTo>
                    <a:pt x="2314061" y="888898"/>
                  </a:lnTo>
                  <a:lnTo>
                    <a:pt x="2263755" y="908829"/>
                  </a:lnTo>
                  <a:lnTo>
                    <a:pt x="2213450" y="928856"/>
                  </a:lnTo>
                  <a:lnTo>
                    <a:pt x="2163144" y="948992"/>
                  </a:lnTo>
                  <a:lnTo>
                    <a:pt x="2112838" y="969247"/>
                  </a:lnTo>
                  <a:lnTo>
                    <a:pt x="2062533" y="989633"/>
                  </a:lnTo>
                  <a:lnTo>
                    <a:pt x="2012227" y="1010161"/>
                  </a:lnTo>
                  <a:lnTo>
                    <a:pt x="1961921" y="1030843"/>
                  </a:lnTo>
                  <a:lnTo>
                    <a:pt x="1911616" y="1051691"/>
                  </a:lnTo>
                  <a:lnTo>
                    <a:pt x="1861310" y="1072714"/>
                  </a:lnTo>
                  <a:lnTo>
                    <a:pt x="1811004" y="1093920"/>
                  </a:lnTo>
                  <a:lnTo>
                    <a:pt x="1760699" y="1115315"/>
                  </a:lnTo>
                  <a:lnTo>
                    <a:pt x="1710393" y="1136902"/>
                  </a:lnTo>
                  <a:lnTo>
                    <a:pt x="1660087" y="1158683"/>
                  </a:lnTo>
                  <a:lnTo>
                    <a:pt x="1609782" y="1180653"/>
                  </a:lnTo>
                  <a:lnTo>
                    <a:pt x="1559476" y="1202809"/>
                  </a:lnTo>
                  <a:lnTo>
                    <a:pt x="1509170" y="1225143"/>
                  </a:lnTo>
                  <a:lnTo>
                    <a:pt x="1458864" y="1247644"/>
                  </a:lnTo>
                  <a:lnTo>
                    <a:pt x="1408559" y="1270303"/>
                  </a:lnTo>
                  <a:lnTo>
                    <a:pt x="1358253" y="1293108"/>
                  </a:lnTo>
                  <a:lnTo>
                    <a:pt x="1307947" y="1316046"/>
                  </a:lnTo>
                  <a:lnTo>
                    <a:pt x="1257642" y="1339107"/>
                  </a:lnTo>
                  <a:lnTo>
                    <a:pt x="1207336" y="1362278"/>
                  </a:lnTo>
                  <a:lnTo>
                    <a:pt x="1157030" y="1385550"/>
                  </a:lnTo>
                  <a:lnTo>
                    <a:pt x="1106725" y="1408913"/>
                  </a:lnTo>
                  <a:lnTo>
                    <a:pt x="1056419" y="1432357"/>
                  </a:lnTo>
                  <a:lnTo>
                    <a:pt x="1006113" y="1455873"/>
                  </a:lnTo>
                  <a:lnTo>
                    <a:pt x="955808" y="1479456"/>
                  </a:lnTo>
                  <a:lnTo>
                    <a:pt x="905502" y="1503098"/>
                  </a:lnTo>
                  <a:lnTo>
                    <a:pt x="855196" y="1526792"/>
                  </a:lnTo>
                  <a:lnTo>
                    <a:pt x="804891" y="1550535"/>
                  </a:lnTo>
                  <a:lnTo>
                    <a:pt x="754585" y="1574320"/>
                  </a:lnTo>
                  <a:lnTo>
                    <a:pt x="704279" y="1598145"/>
                  </a:lnTo>
                  <a:lnTo>
                    <a:pt x="653973" y="1622004"/>
                  </a:lnTo>
                  <a:lnTo>
                    <a:pt x="603668" y="1645895"/>
                  </a:lnTo>
                  <a:lnTo>
                    <a:pt x="553362" y="1669815"/>
                  </a:lnTo>
                  <a:lnTo>
                    <a:pt x="503056" y="1693762"/>
                  </a:lnTo>
                  <a:lnTo>
                    <a:pt x="452751" y="1717732"/>
                  </a:lnTo>
                  <a:lnTo>
                    <a:pt x="402445" y="1741724"/>
                  </a:lnTo>
                  <a:lnTo>
                    <a:pt x="352139" y="1765736"/>
                  </a:lnTo>
                  <a:lnTo>
                    <a:pt x="301834" y="1789766"/>
                  </a:lnTo>
                  <a:lnTo>
                    <a:pt x="251528" y="1813812"/>
                  </a:lnTo>
                  <a:lnTo>
                    <a:pt x="201222" y="1837875"/>
                  </a:lnTo>
                  <a:lnTo>
                    <a:pt x="150917" y="1861951"/>
                  </a:lnTo>
                  <a:lnTo>
                    <a:pt x="100611" y="1886040"/>
                  </a:lnTo>
                  <a:lnTo>
                    <a:pt x="50305" y="1910142"/>
                  </a:lnTo>
                  <a:lnTo>
                    <a:pt x="0" y="1934255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1985667" y="3142829"/>
              <a:ext cx="3974149" cy="1733669"/>
            </a:xfrm>
            <a:custGeom>
              <a:avLst/>
              <a:pathLst>
                <a:path w="3974149" h="1733669">
                  <a:moveTo>
                    <a:pt x="0" y="1733669"/>
                  </a:moveTo>
                  <a:lnTo>
                    <a:pt x="50305" y="1714554"/>
                  </a:lnTo>
                  <a:lnTo>
                    <a:pt x="100611" y="1695427"/>
                  </a:lnTo>
                  <a:lnTo>
                    <a:pt x="150917" y="1676288"/>
                  </a:lnTo>
                  <a:lnTo>
                    <a:pt x="201222" y="1657137"/>
                  </a:lnTo>
                  <a:lnTo>
                    <a:pt x="251528" y="1637971"/>
                  </a:lnTo>
                  <a:lnTo>
                    <a:pt x="301834" y="1618789"/>
                  </a:lnTo>
                  <a:lnTo>
                    <a:pt x="352139" y="1599591"/>
                  </a:lnTo>
                  <a:lnTo>
                    <a:pt x="402445" y="1580375"/>
                  </a:lnTo>
                  <a:lnTo>
                    <a:pt x="452751" y="1561139"/>
                  </a:lnTo>
                  <a:lnTo>
                    <a:pt x="503056" y="1541881"/>
                  </a:lnTo>
                  <a:lnTo>
                    <a:pt x="553362" y="1522599"/>
                  </a:lnTo>
                  <a:lnTo>
                    <a:pt x="603668" y="1503291"/>
                  </a:lnTo>
                  <a:lnTo>
                    <a:pt x="653973" y="1483954"/>
                  </a:lnTo>
                  <a:lnTo>
                    <a:pt x="704279" y="1464586"/>
                  </a:lnTo>
                  <a:lnTo>
                    <a:pt x="754585" y="1445182"/>
                  </a:lnTo>
                  <a:lnTo>
                    <a:pt x="804891" y="1425739"/>
                  </a:lnTo>
                  <a:lnTo>
                    <a:pt x="855196" y="1406254"/>
                  </a:lnTo>
                  <a:lnTo>
                    <a:pt x="905502" y="1386720"/>
                  </a:lnTo>
                  <a:lnTo>
                    <a:pt x="955808" y="1367134"/>
                  </a:lnTo>
                  <a:lnTo>
                    <a:pt x="1006113" y="1347488"/>
                  </a:lnTo>
                  <a:lnTo>
                    <a:pt x="1056419" y="1327777"/>
                  </a:lnTo>
                  <a:lnTo>
                    <a:pt x="1106725" y="1307993"/>
                  </a:lnTo>
                  <a:lnTo>
                    <a:pt x="1157030" y="1288127"/>
                  </a:lnTo>
                  <a:lnTo>
                    <a:pt x="1207336" y="1268171"/>
                  </a:lnTo>
                  <a:lnTo>
                    <a:pt x="1257642" y="1248115"/>
                  </a:lnTo>
                  <a:lnTo>
                    <a:pt x="1307947" y="1227947"/>
                  </a:lnTo>
                  <a:lnTo>
                    <a:pt x="1358253" y="1207658"/>
                  </a:lnTo>
                  <a:lnTo>
                    <a:pt x="1408559" y="1187234"/>
                  </a:lnTo>
                  <a:lnTo>
                    <a:pt x="1458864" y="1166665"/>
                  </a:lnTo>
                  <a:lnTo>
                    <a:pt x="1509170" y="1145938"/>
                  </a:lnTo>
                  <a:lnTo>
                    <a:pt x="1559476" y="1125044"/>
                  </a:lnTo>
                  <a:lnTo>
                    <a:pt x="1609782" y="1103971"/>
                  </a:lnTo>
                  <a:lnTo>
                    <a:pt x="1660087" y="1082714"/>
                  </a:lnTo>
                  <a:lnTo>
                    <a:pt x="1710393" y="1061266"/>
                  </a:lnTo>
                  <a:lnTo>
                    <a:pt x="1760699" y="1039626"/>
                  </a:lnTo>
                  <a:lnTo>
                    <a:pt x="1811004" y="1017793"/>
                  </a:lnTo>
                  <a:lnTo>
                    <a:pt x="1861310" y="995771"/>
                  </a:lnTo>
                  <a:lnTo>
                    <a:pt x="1911616" y="973565"/>
                  </a:lnTo>
                  <a:lnTo>
                    <a:pt x="1961921" y="951185"/>
                  </a:lnTo>
                  <a:lnTo>
                    <a:pt x="2012227" y="928639"/>
                  </a:lnTo>
                  <a:lnTo>
                    <a:pt x="2062533" y="905939"/>
                  </a:lnTo>
                  <a:lnTo>
                    <a:pt x="2112838" y="883097"/>
                  </a:lnTo>
                  <a:lnTo>
                    <a:pt x="2163144" y="860124"/>
                  </a:lnTo>
                  <a:lnTo>
                    <a:pt x="2213450" y="837031"/>
                  </a:lnTo>
                  <a:lnTo>
                    <a:pt x="2263755" y="813831"/>
                  </a:lnTo>
                  <a:lnTo>
                    <a:pt x="2314061" y="790533"/>
                  </a:lnTo>
                  <a:lnTo>
                    <a:pt x="2364367" y="767148"/>
                  </a:lnTo>
                  <a:lnTo>
                    <a:pt x="2414673" y="743683"/>
                  </a:lnTo>
                  <a:lnTo>
                    <a:pt x="2464978" y="720148"/>
                  </a:lnTo>
                  <a:lnTo>
                    <a:pt x="2515284" y="696548"/>
                  </a:lnTo>
                  <a:lnTo>
                    <a:pt x="2565590" y="672891"/>
                  </a:lnTo>
                  <a:lnTo>
                    <a:pt x="2615895" y="649183"/>
                  </a:lnTo>
                  <a:lnTo>
                    <a:pt x="2666201" y="625428"/>
                  </a:lnTo>
                  <a:lnTo>
                    <a:pt x="2716507" y="601632"/>
                  </a:lnTo>
                  <a:lnTo>
                    <a:pt x="2766812" y="577798"/>
                  </a:lnTo>
                  <a:lnTo>
                    <a:pt x="2817118" y="553929"/>
                  </a:lnTo>
                  <a:lnTo>
                    <a:pt x="2867424" y="530030"/>
                  </a:lnTo>
                  <a:lnTo>
                    <a:pt x="2917729" y="506102"/>
                  </a:lnTo>
                  <a:lnTo>
                    <a:pt x="2968035" y="482149"/>
                  </a:lnTo>
                  <a:lnTo>
                    <a:pt x="3018341" y="458173"/>
                  </a:lnTo>
                  <a:lnTo>
                    <a:pt x="3068646" y="434175"/>
                  </a:lnTo>
                  <a:lnTo>
                    <a:pt x="3118952" y="410158"/>
                  </a:lnTo>
                  <a:lnTo>
                    <a:pt x="3169258" y="386123"/>
                  </a:lnTo>
                  <a:lnTo>
                    <a:pt x="3219564" y="362072"/>
                  </a:lnTo>
                  <a:lnTo>
                    <a:pt x="3269869" y="338006"/>
                  </a:lnTo>
                  <a:lnTo>
                    <a:pt x="3320175" y="313926"/>
                  </a:lnTo>
                  <a:lnTo>
                    <a:pt x="3370481" y="289833"/>
                  </a:lnTo>
                  <a:lnTo>
                    <a:pt x="3420786" y="265729"/>
                  </a:lnTo>
                  <a:lnTo>
                    <a:pt x="3471092" y="241613"/>
                  </a:lnTo>
                  <a:lnTo>
                    <a:pt x="3521398" y="217487"/>
                  </a:lnTo>
                  <a:lnTo>
                    <a:pt x="3571703" y="193352"/>
                  </a:lnTo>
                  <a:lnTo>
                    <a:pt x="3622009" y="169208"/>
                  </a:lnTo>
                  <a:lnTo>
                    <a:pt x="3672315" y="145056"/>
                  </a:lnTo>
                  <a:lnTo>
                    <a:pt x="3722620" y="120896"/>
                  </a:lnTo>
                  <a:lnTo>
                    <a:pt x="3772926" y="96729"/>
                  </a:lnTo>
                  <a:lnTo>
                    <a:pt x="3823232" y="72556"/>
                  </a:lnTo>
                  <a:lnTo>
                    <a:pt x="3873537" y="48376"/>
                  </a:lnTo>
                  <a:lnTo>
                    <a:pt x="3923843" y="24191"/>
                  </a:lnTo>
                  <a:lnTo>
                    <a:pt x="397414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1985667" y="3395735"/>
              <a:ext cx="3974149" cy="1681349"/>
            </a:xfrm>
            <a:custGeom>
              <a:avLst/>
              <a:pathLst>
                <a:path w="3974149" h="1681349">
                  <a:moveTo>
                    <a:pt x="3974149" y="0"/>
                  </a:moveTo>
                  <a:lnTo>
                    <a:pt x="3923843" y="19036"/>
                  </a:lnTo>
                  <a:lnTo>
                    <a:pt x="3873537" y="38079"/>
                  </a:lnTo>
                  <a:lnTo>
                    <a:pt x="3823232" y="57127"/>
                  </a:lnTo>
                  <a:lnTo>
                    <a:pt x="3772926" y="76182"/>
                  </a:lnTo>
                  <a:lnTo>
                    <a:pt x="3722620" y="95243"/>
                  </a:lnTo>
                  <a:lnTo>
                    <a:pt x="3672315" y="114311"/>
                  </a:lnTo>
                  <a:lnTo>
                    <a:pt x="3622009" y="133387"/>
                  </a:lnTo>
                  <a:lnTo>
                    <a:pt x="3571703" y="152472"/>
                  </a:lnTo>
                  <a:lnTo>
                    <a:pt x="3521398" y="171565"/>
                  </a:lnTo>
                  <a:lnTo>
                    <a:pt x="3471092" y="190667"/>
                  </a:lnTo>
                  <a:lnTo>
                    <a:pt x="3420786" y="209779"/>
                  </a:lnTo>
                  <a:lnTo>
                    <a:pt x="3370481" y="228903"/>
                  </a:lnTo>
                  <a:lnTo>
                    <a:pt x="3320175" y="248038"/>
                  </a:lnTo>
                  <a:lnTo>
                    <a:pt x="3269869" y="267186"/>
                  </a:lnTo>
                  <a:lnTo>
                    <a:pt x="3219564" y="286348"/>
                  </a:lnTo>
                  <a:lnTo>
                    <a:pt x="3169258" y="305525"/>
                  </a:lnTo>
                  <a:lnTo>
                    <a:pt x="3118952" y="324718"/>
                  </a:lnTo>
                  <a:lnTo>
                    <a:pt x="3068646" y="343929"/>
                  </a:lnTo>
                  <a:lnTo>
                    <a:pt x="3018341" y="363160"/>
                  </a:lnTo>
                  <a:lnTo>
                    <a:pt x="2968035" y="382412"/>
                  </a:lnTo>
                  <a:lnTo>
                    <a:pt x="2917729" y="401687"/>
                  </a:lnTo>
                  <a:lnTo>
                    <a:pt x="2867424" y="420987"/>
                  </a:lnTo>
                  <a:lnTo>
                    <a:pt x="2817118" y="440316"/>
                  </a:lnTo>
                  <a:lnTo>
                    <a:pt x="2766812" y="459675"/>
                  </a:lnTo>
                  <a:lnTo>
                    <a:pt x="2716507" y="479069"/>
                  </a:lnTo>
                  <a:lnTo>
                    <a:pt x="2666201" y="498501"/>
                  </a:lnTo>
                  <a:lnTo>
                    <a:pt x="2615895" y="517974"/>
                  </a:lnTo>
                  <a:lnTo>
                    <a:pt x="2565590" y="537494"/>
                  </a:lnTo>
                  <a:lnTo>
                    <a:pt x="2515284" y="557065"/>
                  </a:lnTo>
                  <a:lnTo>
                    <a:pt x="2464978" y="576694"/>
                  </a:lnTo>
                  <a:lnTo>
                    <a:pt x="2414673" y="596386"/>
                  </a:lnTo>
                  <a:lnTo>
                    <a:pt x="2364367" y="616150"/>
                  </a:lnTo>
                  <a:lnTo>
                    <a:pt x="2314061" y="635992"/>
                  </a:lnTo>
                  <a:lnTo>
                    <a:pt x="2263755" y="655923"/>
                  </a:lnTo>
                  <a:lnTo>
                    <a:pt x="2213450" y="675951"/>
                  </a:lnTo>
                  <a:lnTo>
                    <a:pt x="2163144" y="696086"/>
                  </a:lnTo>
                  <a:lnTo>
                    <a:pt x="2112838" y="716341"/>
                  </a:lnTo>
                  <a:lnTo>
                    <a:pt x="2062533" y="736727"/>
                  </a:lnTo>
                  <a:lnTo>
                    <a:pt x="2012227" y="757255"/>
                  </a:lnTo>
                  <a:lnTo>
                    <a:pt x="1961921" y="777938"/>
                  </a:lnTo>
                  <a:lnTo>
                    <a:pt x="1911616" y="798785"/>
                  </a:lnTo>
                  <a:lnTo>
                    <a:pt x="1861310" y="819808"/>
                  </a:lnTo>
                  <a:lnTo>
                    <a:pt x="1811004" y="841014"/>
                  </a:lnTo>
                  <a:lnTo>
                    <a:pt x="1760699" y="862409"/>
                  </a:lnTo>
                  <a:lnTo>
                    <a:pt x="1710393" y="883996"/>
                  </a:lnTo>
                  <a:lnTo>
                    <a:pt x="1660087" y="905777"/>
                  </a:lnTo>
                  <a:lnTo>
                    <a:pt x="1609782" y="927748"/>
                  </a:lnTo>
                  <a:lnTo>
                    <a:pt x="1559476" y="949903"/>
                  </a:lnTo>
                  <a:lnTo>
                    <a:pt x="1509170" y="972237"/>
                  </a:lnTo>
                  <a:lnTo>
                    <a:pt x="1458864" y="994738"/>
                  </a:lnTo>
                  <a:lnTo>
                    <a:pt x="1408559" y="1017397"/>
                  </a:lnTo>
                  <a:lnTo>
                    <a:pt x="1358253" y="1040202"/>
                  </a:lnTo>
                  <a:lnTo>
                    <a:pt x="1307947" y="1063140"/>
                  </a:lnTo>
                  <a:lnTo>
                    <a:pt x="1257642" y="1086201"/>
                  </a:lnTo>
                  <a:lnTo>
                    <a:pt x="1207336" y="1109372"/>
                  </a:lnTo>
                  <a:lnTo>
                    <a:pt x="1157030" y="1132644"/>
                  </a:lnTo>
                  <a:lnTo>
                    <a:pt x="1106725" y="1156007"/>
                  </a:lnTo>
                  <a:lnTo>
                    <a:pt x="1056419" y="1179451"/>
                  </a:lnTo>
                  <a:lnTo>
                    <a:pt x="1006113" y="1202968"/>
                  </a:lnTo>
                  <a:lnTo>
                    <a:pt x="955808" y="1226550"/>
                  </a:lnTo>
                  <a:lnTo>
                    <a:pt x="905502" y="1250192"/>
                  </a:lnTo>
                  <a:lnTo>
                    <a:pt x="855196" y="1273886"/>
                  </a:lnTo>
                  <a:lnTo>
                    <a:pt x="804891" y="1297629"/>
                  </a:lnTo>
                  <a:lnTo>
                    <a:pt x="754585" y="1321414"/>
                  </a:lnTo>
                  <a:lnTo>
                    <a:pt x="704279" y="1345239"/>
                  </a:lnTo>
                  <a:lnTo>
                    <a:pt x="653973" y="1369098"/>
                  </a:lnTo>
                  <a:lnTo>
                    <a:pt x="603668" y="1392989"/>
                  </a:lnTo>
                  <a:lnTo>
                    <a:pt x="553362" y="1416909"/>
                  </a:lnTo>
                  <a:lnTo>
                    <a:pt x="503056" y="1440856"/>
                  </a:lnTo>
                  <a:lnTo>
                    <a:pt x="452751" y="1464826"/>
                  </a:lnTo>
                  <a:lnTo>
                    <a:pt x="402445" y="1488818"/>
                  </a:lnTo>
                  <a:lnTo>
                    <a:pt x="352139" y="1512830"/>
                  </a:lnTo>
                  <a:lnTo>
                    <a:pt x="301834" y="1536860"/>
                  </a:lnTo>
                  <a:lnTo>
                    <a:pt x="251528" y="1560907"/>
                  </a:lnTo>
                  <a:lnTo>
                    <a:pt x="201222" y="1584969"/>
                  </a:lnTo>
                  <a:lnTo>
                    <a:pt x="150917" y="1609045"/>
                  </a:lnTo>
                  <a:lnTo>
                    <a:pt x="100611" y="1633135"/>
                  </a:lnTo>
                  <a:lnTo>
                    <a:pt x="50305" y="1657236"/>
                  </a:lnTo>
                  <a:lnTo>
                    <a:pt x="0" y="16813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1985667" y="3269282"/>
              <a:ext cx="3974149" cy="1707509"/>
            </a:xfrm>
            <a:custGeom>
              <a:avLst/>
              <a:pathLst>
                <a:path w="3974149" h="1707509">
                  <a:moveTo>
                    <a:pt x="0" y="1707509"/>
                  </a:moveTo>
                  <a:lnTo>
                    <a:pt x="50305" y="1685895"/>
                  </a:lnTo>
                  <a:lnTo>
                    <a:pt x="100611" y="1664281"/>
                  </a:lnTo>
                  <a:lnTo>
                    <a:pt x="150917" y="1642667"/>
                  </a:lnTo>
                  <a:lnTo>
                    <a:pt x="201222" y="1621053"/>
                  </a:lnTo>
                  <a:lnTo>
                    <a:pt x="251528" y="1599439"/>
                  </a:lnTo>
                  <a:lnTo>
                    <a:pt x="301834" y="1577825"/>
                  </a:lnTo>
                  <a:lnTo>
                    <a:pt x="352139" y="1556211"/>
                  </a:lnTo>
                  <a:lnTo>
                    <a:pt x="402445" y="1534596"/>
                  </a:lnTo>
                  <a:lnTo>
                    <a:pt x="452751" y="1512982"/>
                  </a:lnTo>
                  <a:lnTo>
                    <a:pt x="503056" y="1491368"/>
                  </a:lnTo>
                  <a:lnTo>
                    <a:pt x="553362" y="1469754"/>
                  </a:lnTo>
                  <a:lnTo>
                    <a:pt x="603668" y="1448140"/>
                  </a:lnTo>
                  <a:lnTo>
                    <a:pt x="653973" y="1426526"/>
                  </a:lnTo>
                  <a:lnTo>
                    <a:pt x="704279" y="1404912"/>
                  </a:lnTo>
                  <a:lnTo>
                    <a:pt x="754585" y="1383298"/>
                  </a:lnTo>
                  <a:lnTo>
                    <a:pt x="804891" y="1361684"/>
                  </a:lnTo>
                  <a:lnTo>
                    <a:pt x="855196" y="1340070"/>
                  </a:lnTo>
                  <a:lnTo>
                    <a:pt x="905502" y="1318456"/>
                  </a:lnTo>
                  <a:lnTo>
                    <a:pt x="955808" y="1296842"/>
                  </a:lnTo>
                  <a:lnTo>
                    <a:pt x="1006113" y="1275228"/>
                  </a:lnTo>
                  <a:lnTo>
                    <a:pt x="1056419" y="1253614"/>
                  </a:lnTo>
                  <a:lnTo>
                    <a:pt x="1106725" y="1232000"/>
                  </a:lnTo>
                  <a:lnTo>
                    <a:pt x="1157030" y="1210386"/>
                  </a:lnTo>
                  <a:lnTo>
                    <a:pt x="1207336" y="1188772"/>
                  </a:lnTo>
                  <a:lnTo>
                    <a:pt x="1257642" y="1167158"/>
                  </a:lnTo>
                  <a:lnTo>
                    <a:pt x="1307947" y="1145544"/>
                  </a:lnTo>
                  <a:lnTo>
                    <a:pt x="1358253" y="1123930"/>
                  </a:lnTo>
                  <a:lnTo>
                    <a:pt x="1408559" y="1102316"/>
                  </a:lnTo>
                  <a:lnTo>
                    <a:pt x="1458864" y="1080702"/>
                  </a:lnTo>
                  <a:lnTo>
                    <a:pt x="1509170" y="1059088"/>
                  </a:lnTo>
                  <a:lnTo>
                    <a:pt x="1559476" y="1037474"/>
                  </a:lnTo>
                  <a:lnTo>
                    <a:pt x="1609782" y="1015859"/>
                  </a:lnTo>
                  <a:lnTo>
                    <a:pt x="1660087" y="994245"/>
                  </a:lnTo>
                  <a:lnTo>
                    <a:pt x="1710393" y="972631"/>
                  </a:lnTo>
                  <a:lnTo>
                    <a:pt x="1760699" y="951017"/>
                  </a:lnTo>
                  <a:lnTo>
                    <a:pt x="1811004" y="929403"/>
                  </a:lnTo>
                  <a:lnTo>
                    <a:pt x="1861310" y="907789"/>
                  </a:lnTo>
                  <a:lnTo>
                    <a:pt x="1911616" y="886175"/>
                  </a:lnTo>
                  <a:lnTo>
                    <a:pt x="1961921" y="864561"/>
                  </a:lnTo>
                  <a:lnTo>
                    <a:pt x="2012227" y="842947"/>
                  </a:lnTo>
                  <a:lnTo>
                    <a:pt x="2062533" y="821333"/>
                  </a:lnTo>
                  <a:lnTo>
                    <a:pt x="2112838" y="799719"/>
                  </a:lnTo>
                  <a:lnTo>
                    <a:pt x="2163144" y="778105"/>
                  </a:lnTo>
                  <a:lnTo>
                    <a:pt x="2213450" y="756491"/>
                  </a:lnTo>
                  <a:lnTo>
                    <a:pt x="2263755" y="734877"/>
                  </a:lnTo>
                  <a:lnTo>
                    <a:pt x="2314061" y="713263"/>
                  </a:lnTo>
                  <a:lnTo>
                    <a:pt x="2364367" y="691649"/>
                  </a:lnTo>
                  <a:lnTo>
                    <a:pt x="2414673" y="670035"/>
                  </a:lnTo>
                  <a:lnTo>
                    <a:pt x="2464978" y="648421"/>
                  </a:lnTo>
                  <a:lnTo>
                    <a:pt x="2515284" y="626807"/>
                  </a:lnTo>
                  <a:lnTo>
                    <a:pt x="2565590" y="605193"/>
                  </a:lnTo>
                  <a:lnTo>
                    <a:pt x="2615895" y="583579"/>
                  </a:lnTo>
                  <a:lnTo>
                    <a:pt x="2666201" y="561965"/>
                  </a:lnTo>
                  <a:lnTo>
                    <a:pt x="2716507" y="540351"/>
                  </a:lnTo>
                  <a:lnTo>
                    <a:pt x="2766812" y="518737"/>
                  </a:lnTo>
                  <a:lnTo>
                    <a:pt x="2817118" y="497122"/>
                  </a:lnTo>
                  <a:lnTo>
                    <a:pt x="2867424" y="475508"/>
                  </a:lnTo>
                  <a:lnTo>
                    <a:pt x="2917729" y="453894"/>
                  </a:lnTo>
                  <a:lnTo>
                    <a:pt x="2968035" y="432280"/>
                  </a:lnTo>
                  <a:lnTo>
                    <a:pt x="3018341" y="410666"/>
                  </a:lnTo>
                  <a:lnTo>
                    <a:pt x="3068646" y="389052"/>
                  </a:lnTo>
                  <a:lnTo>
                    <a:pt x="3118952" y="367438"/>
                  </a:lnTo>
                  <a:lnTo>
                    <a:pt x="3169258" y="345824"/>
                  </a:lnTo>
                  <a:lnTo>
                    <a:pt x="3219564" y="324210"/>
                  </a:lnTo>
                  <a:lnTo>
                    <a:pt x="3269869" y="302596"/>
                  </a:lnTo>
                  <a:lnTo>
                    <a:pt x="3320175" y="280982"/>
                  </a:lnTo>
                  <a:lnTo>
                    <a:pt x="3370481" y="259368"/>
                  </a:lnTo>
                  <a:lnTo>
                    <a:pt x="3420786" y="237754"/>
                  </a:lnTo>
                  <a:lnTo>
                    <a:pt x="3471092" y="216140"/>
                  </a:lnTo>
                  <a:lnTo>
                    <a:pt x="3521398" y="194526"/>
                  </a:lnTo>
                  <a:lnTo>
                    <a:pt x="3571703" y="172912"/>
                  </a:lnTo>
                  <a:lnTo>
                    <a:pt x="3622009" y="151298"/>
                  </a:lnTo>
                  <a:lnTo>
                    <a:pt x="3672315" y="129684"/>
                  </a:lnTo>
                  <a:lnTo>
                    <a:pt x="3722620" y="108070"/>
                  </a:lnTo>
                  <a:lnTo>
                    <a:pt x="3772926" y="86456"/>
                  </a:lnTo>
                  <a:lnTo>
                    <a:pt x="3823232" y="64842"/>
                  </a:lnTo>
                  <a:lnTo>
                    <a:pt x="3873537" y="43228"/>
                  </a:lnTo>
                  <a:lnTo>
                    <a:pt x="3923843" y="21614"/>
                  </a:lnTo>
                  <a:lnTo>
                    <a:pt x="3974149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tx352"/>
            <p:cNvSpPr/>
            <p:nvPr/>
          </p:nvSpPr>
          <p:spPr>
            <a:xfrm>
              <a:off x="1465194" y="2113392"/>
              <a:ext cx="2324221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&gt;= threshold: y = 0.86 x +15.7   (R² = 0.71)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1465194" y="2339508"/>
              <a:ext cx="228664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&lt; threshold:  y = 0.56 x +40.5   (R² = 0.60)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817066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754887" y="46394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692708" y="376980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692708" y="290012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365" name="tx365"/>
            <p:cNvSpPr/>
            <p:nvPr/>
          </p:nvSpPr>
          <p:spPr>
            <a:xfrm rot="-5400000">
              <a:off x="-804851" y="3759743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941876" y="1669789"/>
              <a:ext cx="267946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70   |   N = 322, n_red = 103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2026-10-27T11:19:49Z</dcterms:modified>
  <cp:category/>
</cp:coreProperties>
</file>