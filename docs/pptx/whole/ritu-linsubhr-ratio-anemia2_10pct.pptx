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478906"/>
              <a:ext cx="7090630" cy="2918789"/>
            </a:xfrm>
            <a:custGeom>
              <a:avLst/>
              <a:pathLst>
                <a:path w="7090630" h="2918789">
                  <a:moveTo>
                    <a:pt x="0" y="0"/>
                  </a:moveTo>
                  <a:lnTo>
                    <a:pt x="71622" y="90669"/>
                  </a:lnTo>
                  <a:lnTo>
                    <a:pt x="143245" y="178669"/>
                  </a:lnTo>
                  <a:lnTo>
                    <a:pt x="214867" y="264076"/>
                  </a:lnTo>
                  <a:lnTo>
                    <a:pt x="286490" y="346968"/>
                  </a:lnTo>
                  <a:lnTo>
                    <a:pt x="358112" y="427418"/>
                  </a:lnTo>
                  <a:lnTo>
                    <a:pt x="429735" y="505498"/>
                  </a:lnTo>
                  <a:lnTo>
                    <a:pt x="501357" y="581279"/>
                  </a:lnTo>
                  <a:lnTo>
                    <a:pt x="572980" y="654828"/>
                  </a:lnTo>
                  <a:lnTo>
                    <a:pt x="644602" y="726211"/>
                  </a:lnTo>
                  <a:lnTo>
                    <a:pt x="716225" y="795491"/>
                  </a:lnTo>
                  <a:lnTo>
                    <a:pt x="787847" y="862730"/>
                  </a:lnTo>
                  <a:lnTo>
                    <a:pt x="859470" y="927989"/>
                  </a:lnTo>
                  <a:lnTo>
                    <a:pt x="931092" y="991326"/>
                  </a:lnTo>
                  <a:lnTo>
                    <a:pt x="1002715" y="1052797"/>
                  </a:lnTo>
                  <a:lnTo>
                    <a:pt x="1074337" y="1112457"/>
                  </a:lnTo>
                  <a:lnTo>
                    <a:pt x="1145960" y="1170361"/>
                  </a:lnTo>
                  <a:lnTo>
                    <a:pt x="1217582" y="1226559"/>
                  </a:lnTo>
                  <a:lnTo>
                    <a:pt x="1289205" y="1281101"/>
                  </a:lnTo>
                  <a:lnTo>
                    <a:pt x="1360827" y="1334038"/>
                  </a:lnTo>
                  <a:lnTo>
                    <a:pt x="1432450" y="1385415"/>
                  </a:lnTo>
                  <a:lnTo>
                    <a:pt x="1504073" y="1435278"/>
                  </a:lnTo>
                  <a:lnTo>
                    <a:pt x="1575695" y="1483673"/>
                  </a:lnTo>
                  <a:lnTo>
                    <a:pt x="1647318" y="1530643"/>
                  </a:lnTo>
                  <a:lnTo>
                    <a:pt x="1718940" y="1576229"/>
                  </a:lnTo>
                  <a:lnTo>
                    <a:pt x="1790563" y="1620472"/>
                  </a:lnTo>
                  <a:lnTo>
                    <a:pt x="1862185" y="1663413"/>
                  </a:lnTo>
                  <a:lnTo>
                    <a:pt x="1933808" y="1705088"/>
                  </a:lnTo>
                  <a:lnTo>
                    <a:pt x="2005430" y="1745536"/>
                  </a:lnTo>
                  <a:lnTo>
                    <a:pt x="2077053" y="1784793"/>
                  </a:lnTo>
                  <a:lnTo>
                    <a:pt x="2148675" y="1822893"/>
                  </a:lnTo>
                  <a:lnTo>
                    <a:pt x="2220298" y="1859871"/>
                  </a:lnTo>
                  <a:lnTo>
                    <a:pt x="2291920" y="1895760"/>
                  </a:lnTo>
                  <a:lnTo>
                    <a:pt x="2363543" y="1930592"/>
                  </a:lnTo>
                  <a:lnTo>
                    <a:pt x="2435165" y="1964398"/>
                  </a:lnTo>
                  <a:lnTo>
                    <a:pt x="2506788" y="1997209"/>
                  </a:lnTo>
                  <a:lnTo>
                    <a:pt x="2578410" y="2029052"/>
                  </a:lnTo>
                  <a:lnTo>
                    <a:pt x="2650033" y="2059958"/>
                  </a:lnTo>
                  <a:lnTo>
                    <a:pt x="2721655" y="2089954"/>
                  </a:lnTo>
                  <a:lnTo>
                    <a:pt x="2793278" y="2119066"/>
                  </a:lnTo>
                  <a:lnTo>
                    <a:pt x="2864901" y="2147321"/>
                  </a:lnTo>
                  <a:lnTo>
                    <a:pt x="2936523" y="2174743"/>
                  </a:lnTo>
                  <a:lnTo>
                    <a:pt x="3008146" y="2201358"/>
                  </a:lnTo>
                  <a:lnTo>
                    <a:pt x="3079768" y="2227189"/>
                  </a:lnTo>
                  <a:lnTo>
                    <a:pt x="3151391" y="2249720"/>
                  </a:lnTo>
                  <a:lnTo>
                    <a:pt x="3223013" y="2255848"/>
                  </a:lnTo>
                  <a:lnTo>
                    <a:pt x="3294636" y="2261931"/>
                  </a:lnTo>
                  <a:lnTo>
                    <a:pt x="3366258" y="2267969"/>
                  </a:lnTo>
                  <a:lnTo>
                    <a:pt x="3437881" y="2273962"/>
                  </a:lnTo>
                  <a:lnTo>
                    <a:pt x="3509503" y="2279911"/>
                  </a:lnTo>
                  <a:lnTo>
                    <a:pt x="3581126" y="2285816"/>
                  </a:lnTo>
                  <a:lnTo>
                    <a:pt x="3652748" y="2291677"/>
                  </a:lnTo>
                  <a:lnTo>
                    <a:pt x="3724371" y="2297495"/>
                  </a:lnTo>
                  <a:lnTo>
                    <a:pt x="3795993" y="2303270"/>
                  </a:lnTo>
                  <a:lnTo>
                    <a:pt x="3867616" y="2309002"/>
                  </a:lnTo>
                  <a:lnTo>
                    <a:pt x="3939238" y="2314691"/>
                  </a:lnTo>
                  <a:lnTo>
                    <a:pt x="4010861" y="2320339"/>
                  </a:lnTo>
                  <a:lnTo>
                    <a:pt x="4082483" y="2325945"/>
                  </a:lnTo>
                  <a:lnTo>
                    <a:pt x="4154106" y="2331509"/>
                  </a:lnTo>
                  <a:lnTo>
                    <a:pt x="4225729" y="2337033"/>
                  </a:lnTo>
                  <a:lnTo>
                    <a:pt x="4297351" y="2342515"/>
                  </a:lnTo>
                  <a:lnTo>
                    <a:pt x="4368974" y="2347957"/>
                  </a:lnTo>
                  <a:lnTo>
                    <a:pt x="4440596" y="2353359"/>
                  </a:lnTo>
                  <a:lnTo>
                    <a:pt x="4512219" y="2358720"/>
                  </a:lnTo>
                  <a:lnTo>
                    <a:pt x="4583841" y="2364042"/>
                  </a:lnTo>
                  <a:lnTo>
                    <a:pt x="4655464" y="2369325"/>
                  </a:lnTo>
                  <a:lnTo>
                    <a:pt x="4727086" y="2374568"/>
                  </a:lnTo>
                  <a:lnTo>
                    <a:pt x="4798709" y="2379773"/>
                  </a:lnTo>
                  <a:lnTo>
                    <a:pt x="4870331" y="2384940"/>
                  </a:lnTo>
                  <a:lnTo>
                    <a:pt x="4941954" y="2390068"/>
                  </a:lnTo>
                  <a:lnTo>
                    <a:pt x="5013576" y="2395158"/>
                  </a:lnTo>
                  <a:lnTo>
                    <a:pt x="5085199" y="2400210"/>
                  </a:lnTo>
                  <a:lnTo>
                    <a:pt x="5156821" y="2405226"/>
                  </a:lnTo>
                  <a:lnTo>
                    <a:pt x="5228444" y="2410204"/>
                  </a:lnTo>
                  <a:lnTo>
                    <a:pt x="5300066" y="2415145"/>
                  </a:lnTo>
                  <a:lnTo>
                    <a:pt x="5371689" y="2420050"/>
                  </a:lnTo>
                  <a:lnTo>
                    <a:pt x="5443311" y="2424918"/>
                  </a:lnTo>
                  <a:lnTo>
                    <a:pt x="5514934" y="2429751"/>
                  </a:lnTo>
                  <a:lnTo>
                    <a:pt x="5586557" y="2434547"/>
                  </a:lnTo>
                  <a:lnTo>
                    <a:pt x="5658179" y="2439309"/>
                  </a:lnTo>
                  <a:lnTo>
                    <a:pt x="5729802" y="2444035"/>
                  </a:lnTo>
                  <a:lnTo>
                    <a:pt x="5801424" y="2448726"/>
                  </a:lnTo>
                  <a:lnTo>
                    <a:pt x="5873047" y="2453382"/>
                  </a:lnTo>
                  <a:lnTo>
                    <a:pt x="5944669" y="2458004"/>
                  </a:lnTo>
                  <a:lnTo>
                    <a:pt x="6016292" y="2462592"/>
                  </a:lnTo>
                  <a:lnTo>
                    <a:pt x="6087914" y="2467146"/>
                  </a:lnTo>
                  <a:lnTo>
                    <a:pt x="6159537" y="2471666"/>
                  </a:lnTo>
                  <a:lnTo>
                    <a:pt x="6231159" y="2476152"/>
                  </a:lnTo>
                  <a:lnTo>
                    <a:pt x="6302782" y="2480606"/>
                  </a:lnTo>
                  <a:lnTo>
                    <a:pt x="6374404" y="2485027"/>
                  </a:lnTo>
                  <a:lnTo>
                    <a:pt x="6446027" y="2489415"/>
                  </a:lnTo>
                  <a:lnTo>
                    <a:pt x="6517649" y="2493770"/>
                  </a:lnTo>
                  <a:lnTo>
                    <a:pt x="6589272" y="2498093"/>
                  </a:lnTo>
                  <a:lnTo>
                    <a:pt x="6660894" y="2502385"/>
                  </a:lnTo>
                  <a:lnTo>
                    <a:pt x="6732517" y="2506644"/>
                  </a:lnTo>
                  <a:lnTo>
                    <a:pt x="6804139" y="2510872"/>
                  </a:lnTo>
                  <a:lnTo>
                    <a:pt x="6875762" y="2515069"/>
                  </a:lnTo>
                  <a:lnTo>
                    <a:pt x="6947385" y="2519235"/>
                  </a:lnTo>
                  <a:lnTo>
                    <a:pt x="7019007" y="2523370"/>
                  </a:lnTo>
                  <a:lnTo>
                    <a:pt x="7090630" y="2527474"/>
                  </a:lnTo>
                  <a:lnTo>
                    <a:pt x="7090630" y="2918789"/>
                  </a:lnTo>
                  <a:lnTo>
                    <a:pt x="7019007" y="2913947"/>
                  </a:lnTo>
                  <a:lnTo>
                    <a:pt x="6947385" y="2908958"/>
                  </a:lnTo>
                  <a:lnTo>
                    <a:pt x="6875762" y="2903817"/>
                  </a:lnTo>
                  <a:lnTo>
                    <a:pt x="6804139" y="2898521"/>
                  </a:lnTo>
                  <a:lnTo>
                    <a:pt x="6732517" y="2893063"/>
                  </a:lnTo>
                  <a:lnTo>
                    <a:pt x="6660894" y="2887441"/>
                  </a:lnTo>
                  <a:lnTo>
                    <a:pt x="6589272" y="2881647"/>
                  </a:lnTo>
                  <a:lnTo>
                    <a:pt x="6517649" y="2875678"/>
                  </a:lnTo>
                  <a:lnTo>
                    <a:pt x="6446027" y="2869527"/>
                  </a:lnTo>
                  <a:lnTo>
                    <a:pt x="6374404" y="2863190"/>
                  </a:lnTo>
                  <a:lnTo>
                    <a:pt x="6302782" y="2856661"/>
                  </a:lnTo>
                  <a:lnTo>
                    <a:pt x="6231159" y="2849933"/>
                  </a:lnTo>
                  <a:lnTo>
                    <a:pt x="6159537" y="2843001"/>
                  </a:lnTo>
                  <a:lnTo>
                    <a:pt x="6087914" y="2835859"/>
                  </a:lnTo>
                  <a:lnTo>
                    <a:pt x="6016292" y="2828500"/>
                  </a:lnTo>
                  <a:lnTo>
                    <a:pt x="5944669" y="2820918"/>
                  </a:lnTo>
                  <a:lnTo>
                    <a:pt x="5873047" y="2813106"/>
                  </a:lnTo>
                  <a:lnTo>
                    <a:pt x="5801424" y="2805056"/>
                  </a:lnTo>
                  <a:lnTo>
                    <a:pt x="5729802" y="2796762"/>
                  </a:lnTo>
                  <a:lnTo>
                    <a:pt x="5658179" y="2788217"/>
                  </a:lnTo>
                  <a:lnTo>
                    <a:pt x="5586557" y="2779412"/>
                  </a:lnTo>
                  <a:lnTo>
                    <a:pt x="5514934" y="2770340"/>
                  </a:lnTo>
                  <a:lnTo>
                    <a:pt x="5443311" y="2760993"/>
                  </a:lnTo>
                  <a:lnTo>
                    <a:pt x="5371689" y="2751362"/>
                  </a:lnTo>
                  <a:lnTo>
                    <a:pt x="5300066" y="2741439"/>
                  </a:lnTo>
                  <a:lnTo>
                    <a:pt x="5228444" y="2731214"/>
                  </a:lnTo>
                  <a:lnTo>
                    <a:pt x="5156821" y="2720680"/>
                  </a:lnTo>
                  <a:lnTo>
                    <a:pt x="5085199" y="2709825"/>
                  </a:lnTo>
                  <a:lnTo>
                    <a:pt x="5013576" y="2698642"/>
                  </a:lnTo>
                  <a:lnTo>
                    <a:pt x="4941954" y="2687118"/>
                  </a:lnTo>
                  <a:lnTo>
                    <a:pt x="4870331" y="2675246"/>
                  </a:lnTo>
                  <a:lnTo>
                    <a:pt x="4798709" y="2663012"/>
                  </a:lnTo>
                  <a:lnTo>
                    <a:pt x="4727086" y="2650408"/>
                  </a:lnTo>
                  <a:lnTo>
                    <a:pt x="4655464" y="2637421"/>
                  </a:lnTo>
                  <a:lnTo>
                    <a:pt x="4583841" y="2624040"/>
                  </a:lnTo>
                  <a:lnTo>
                    <a:pt x="4512219" y="2610253"/>
                  </a:lnTo>
                  <a:lnTo>
                    <a:pt x="4440596" y="2596047"/>
                  </a:lnTo>
                  <a:lnTo>
                    <a:pt x="4368974" y="2581410"/>
                  </a:lnTo>
                  <a:lnTo>
                    <a:pt x="4297351" y="2566329"/>
                  </a:lnTo>
                  <a:lnTo>
                    <a:pt x="4225729" y="2550791"/>
                  </a:lnTo>
                  <a:lnTo>
                    <a:pt x="4154106" y="2534781"/>
                  </a:lnTo>
                  <a:lnTo>
                    <a:pt x="4082483" y="2518285"/>
                  </a:lnTo>
                  <a:lnTo>
                    <a:pt x="4010861" y="2501288"/>
                  </a:lnTo>
                  <a:lnTo>
                    <a:pt x="3939238" y="2483776"/>
                  </a:lnTo>
                  <a:lnTo>
                    <a:pt x="3867616" y="2465732"/>
                  </a:lnTo>
                  <a:lnTo>
                    <a:pt x="3795993" y="2447140"/>
                  </a:lnTo>
                  <a:lnTo>
                    <a:pt x="3724371" y="2427984"/>
                  </a:lnTo>
                  <a:lnTo>
                    <a:pt x="3652748" y="2408247"/>
                  </a:lnTo>
                  <a:lnTo>
                    <a:pt x="3581126" y="2387911"/>
                  </a:lnTo>
                  <a:lnTo>
                    <a:pt x="3509503" y="2366958"/>
                  </a:lnTo>
                  <a:lnTo>
                    <a:pt x="3437881" y="2345369"/>
                  </a:lnTo>
                  <a:lnTo>
                    <a:pt x="3366258" y="2323125"/>
                  </a:lnTo>
                  <a:lnTo>
                    <a:pt x="3294636" y="2300205"/>
                  </a:lnTo>
                  <a:lnTo>
                    <a:pt x="3223013" y="2276590"/>
                  </a:lnTo>
                  <a:lnTo>
                    <a:pt x="3151391" y="2252259"/>
                  </a:lnTo>
                  <a:lnTo>
                    <a:pt x="3079768" y="2243546"/>
                  </a:lnTo>
                  <a:lnTo>
                    <a:pt x="3008146" y="2237327"/>
                  </a:lnTo>
                  <a:lnTo>
                    <a:pt x="2936523" y="2231060"/>
                  </a:lnTo>
                  <a:lnTo>
                    <a:pt x="2864901" y="2224748"/>
                  </a:lnTo>
                  <a:lnTo>
                    <a:pt x="2793278" y="2218388"/>
                  </a:lnTo>
                  <a:lnTo>
                    <a:pt x="2721655" y="2211980"/>
                  </a:lnTo>
                  <a:lnTo>
                    <a:pt x="2650033" y="2205525"/>
                  </a:lnTo>
                  <a:lnTo>
                    <a:pt x="2578410" y="2199022"/>
                  </a:lnTo>
                  <a:lnTo>
                    <a:pt x="2506788" y="2192471"/>
                  </a:lnTo>
                  <a:lnTo>
                    <a:pt x="2435165" y="2185871"/>
                  </a:lnTo>
                  <a:lnTo>
                    <a:pt x="2363543" y="2179221"/>
                  </a:lnTo>
                  <a:lnTo>
                    <a:pt x="2291920" y="2172522"/>
                  </a:lnTo>
                  <a:lnTo>
                    <a:pt x="2220298" y="2165773"/>
                  </a:lnTo>
                  <a:lnTo>
                    <a:pt x="2148675" y="2158974"/>
                  </a:lnTo>
                  <a:lnTo>
                    <a:pt x="2077053" y="2152124"/>
                  </a:lnTo>
                  <a:lnTo>
                    <a:pt x="2005430" y="2145223"/>
                  </a:lnTo>
                  <a:lnTo>
                    <a:pt x="1933808" y="2138270"/>
                  </a:lnTo>
                  <a:lnTo>
                    <a:pt x="1862185" y="2131266"/>
                  </a:lnTo>
                  <a:lnTo>
                    <a:pt x="1790563" y="2124210"/>
                  </a:lnTo>
                  <a:lnTo>
                    <a:pt x="1718940" y="2117101"/>
                  </a:lnTo>
                  <a:lnTo>
                    <a:pt x="1647318" y="2109939"/>
                  </a:lnTo>
                  <a:lnTo>
                    <a:pt x="1575695" y="2102724"/>
                  </a:lnTo>
                  <a:lnTo>
                    <a:pt x="1504073" y="2095455"/>
                  </a:lnTo>
                  <a:lnTo>
                    <a:pt x="1432450" y="2088132"/>
                  </a:lnTo>
                  <a:lnTo>
                    <a:pt x="1360827" y="2080754"/>
                  </a:lnTo>
                  <a:lnTo>
                    <a:pt x="1289205" y="2073321"/>
                  </a:lnTo>
                  <a:lnTo>
                    <a:pt x="1217582" y="2065833"/>
                  </a:lnTo>
                  <a:lnTo>
                    <a:pt x="1145960" y="2058289"/>
                  </a:lnTo>
                  <a:lnTo>
                    <a:pt x="1074337" y="2050689"/>
                  </a:lnTo>
                  <a:lnTo>
                    <a:pt x="1002715" y="2043032"/>
                  </a:lnTo>
                  <a:lnTo>
                    <a:pt x="931092" y="2035319"/>
                  </a:lnTo>
                  <a:lnTo>
                    <a:pt x="859470" y="2027547"/>
                  </a:lnTo>
                  <a:lnTo>
                    <a:pt x="787847" y="2019718"/>
                  </a:lnTo>
                  <a:lnTo>
                    <a:pt x="716225" y="2011831"/>
                  </a:lnTo>
                  <a:lnTo>
                    <a:pt x="644602" y="2003885"/>
                  </a:lnTo>
                  <a:lnTo>
                    <a:pt x="572980" y="1995879"/>
                  </a:lnTo>
                  <a:lnTo>
                    <a:pt x="501357" y="1987814"/>
                  </a:lnTo>
                  <a:lnTo>
                    <a:pt x="429735" y="1979689"/>
                  </a:lnTo>
                  <a:lnTo>
                    <a:pt x="358112" y="1971503"/>
                  </a:lnTo>
                  <a:lnTo>
                    <a:pt x="286490" y="1963257"/>
                  </a:lnTo>
                  <a:lnTo>
                    <a:pt x="214867" y="1954948"/>
                  </a:lnTo>
                  <a:lnTo>
                    <a:pt x="143245" y="1946578"/>
                  </a:lnTo>
                  <a:lnTo>
                    <a:pt x="71622" y="1938146"/>
                  </a:lnTo>
                  <a:lnTo>
                    <a:pt x="0" y="192965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478906"/>
              <a:ext cx="7090630" cy="2527474"/>
            </a:xfrm>
            <a:custGeom>
              <a:avLst/>
              <a:pathLst>
                <a:path w="7090630" h="2527474">
                  <a:moveTo>
                    <a:pt x="0" y="0"/>
                  </a:moveTo>
                  <a:lnTo>
                    <a:pt x="71622" y="90669"/>
                  </a:lnTo>
                  <a:lnTo>
                    <a:pt x="143245" y="178669"/>
                  </a:lnTo>
                  <a:lnTo>
                    <a:pt x="214867" y="264076"/>
                  </a:lnTo>
                  <a:lnTo>
                    <a:pt x="286490" y="346968"/>
                  </a:lnTo>
                  <a:lnTo>
                    <a:pt x="358112" y="427418"/>
                  </a:lnTo>
                  <a:lnTo>
                    <a:pt x="429735" y="505498"/>
                  </a:lnTo>
                  <a:lnTo>
                    <a:pt x="501357" y="581279"/>
                  </a:lnTo>
                  <a:lnTo>
                    <a:pt x="572980" y="654828"/>
                  </a:lnTo>
                  <a:lnTo>
                    <a:pt x="644602" y="726211"/>
                  </a:lnTo>
                  <a:lnTo>
                    <a:pt x="716225" y="795491"/>
                  </a:lnTo>
                  <a:lnTo>
                    <a:pt x="787847" y="862730"/>
                  </a:lnTo>
                  <a:lnTo>
                    <a:pt x="859470" y="927989"/>
                  </a:lnTo>
                  <a:lnTo>
                    <a:pt x="931092" y="991326"/>
                  </a:lnTo>
                  <a:lnTo>
                    <a:pt x="1002715" y="1052797"/>
                  </a:lnTo>
                  <a:lnTo>
                    <a:pt x="1074337" y="1112457"/>
                  </a:lnTo>
                  <a:lnTo>
                    <a:pt x="1145960" y="1170361"/>
                  </a:lnTo>
                  <a:lnTo>
                    <a:pt x="1217582" y="1226559"/>
                  </a:lnTo>
                  <a:lnTo>
                    <a:pt x="1289205" y="1281101"/>
                  </a:lnTo>
                  <a:lnTo>
                    <a:pt x="1360827" y="1334038"/>
                  </a:lnTo>
                  <a:lnTo>
                    <a:pt x="1432450" y="1385415"/>
                  </a:lnTo>
                  <a:lnTo>
                    <a:pt x="1504073" y="1435278"/>
                  </a:lnTo>
                  <a:lnTo>
                    <a:pt x="1575695" y="1483673"/>
                  </a:lnTo>
                  <a:lnTo>
                    <a:pt x="1647318" y="1530643"/>
                  </a:lnTo>
                  <a:lnTo>
                    <a:pt x="1718940" y="1576229"/>
                  </a:lnTo>
                  <a:lnTo>
                    <a:pt x="1790563" y="1620472"/>
                  </a:lnTo>
                  <a:lnTo>
                    <a:pt x="1862185" y="1663413"/>
                  </a:lnTo>
                  <a:lnTo>
                    <a:pt x="1933808" y="1705088"/>
                  </a:lnTo>
                  <a:lnTo>
                    <a:pt x="2005430" y="1745536"/>
                  </a:lnTo>
                  <a:lnTo>
                    <a:pt x="2077053" y="1784793"/>
                  </a:lnTo>
                  <a:lnTo>
                    <a:pt x="2148675" y="1822893"/>
                  </a:lnTo>
                  <a:lnTo>
                    <a:pt x="2220298" y="1859871"/>
                  </a:lnTo>
                  <a:lnTo>
                    <a:pt x="2291920" y="1895760"/>
                  </a:lnTo>
                  <a:lnTo>
                    <a:pt x="2363543" y="1930592"/>
                  </a:lnTo>
                  <a:lnTo>
                    <a:pt x="2435165" y="1964398"/>
                  </a:lnTo>
                  <a:lnTo>
                    <a:pt x="2506788" y="1997209"/>
                  </a:lnTo>
                  <a:lnTo>
                    <a:pt x="2578410" y="2029052"/>
                  </a:lnTo>
                  <a:lnTo>
                    <a:pt x="2650033" y="2059958"/>
                  </a:lnTo>
                  <a:lnTo>
                    <a:pt x="2721655" y="2089954"/>
                  </a:lnTo>
                  <a:lnTo>
                    <a:pt x="2793278" y="2119066"/>
                  </a:lnTo>
                  <a:lnTo>
                    <a:pt x="2864901" y="2147321"/>
                  </a:lnTo>
                  <a:lnTo>
                    <a:pt x="2936523" y="2174743"/>
                  </a:lnTo>
                  <a:lnTo>
                    <a:pt x="3008146" y="2201358"/>
                  </a:lnTo>
                  <a:lnTo>
                    <a:pt x="3079768" y="2227189"/>
                  </a:lnTo>
                  <a:lnTo>
                    <a:pt x="3151391" y="2249720"/>
                  </a:lnTo>
                  <a:lnTo>
                    <a:pt x="3223013" y="2255848"/>
                  </a:lnTo>
                  <a:lnTo>
                    <a:pt x="3294636" y="2261931"/>
                  </a:lnTo>
                  <a:lnTo>
                    <a:pt x="3366258" y="2267969"/>
                  </a:lnTo>
                  <a:lnTo>
                    <a:pt x="3437881" y="2273962"/>
                  </a:lnTo>
                  <a:lnTo>
                    <a:pt x="3509503" y="2279911"/>
                  </a:lnTo>
                  <a:lnTo>
                    <a:pt x="3581126" y="2285816"/>
                  </a:lnTo>
                  <a:lnTo>
                    <a:pt x="3652748" y="2291677"/>
                  </a:lnTo>
                  <a:lnTo>
                    <a:pt x="3724371" y="2297495"/>
                  </a:lnTo>
                  <a:lnTo>
                    <a:pt x="3795993" y="2303270"/>
                  </a:lnTo>
                  <a:lnTo>
                    <a:pt x="3867616" y="2309002"/>
                  </a:lnTo>
                  <a:lnTo>
                    <a:pt x="3939238" y="2314691"/>
                  </a:lnTo>
                  <a:lnTo>
                    <a:pt x="4010861" y="2320339"/>
                  </a:lnTo>
                  <a:lnTo>
                    <a:pt x="4082483" y="2325945"/>
                  </a:lnTo>
                  <a:lnTo>
                    <a:pt x="4154106" y="2331509"/>
                  </a:lnTo>
                  <a:lnTo>
                    <a:pt x="4225729" y="2337033"/>
                  </a:lnTo>
                  <a:lnTo>
                    <a:pt x="4297351" y="2342515"/>
                  </a:lnTo>
                  <a:lnTo>
                    <a:pt x="4368974" y="2347957"/>
                  </a:lnTo>
                  <a:lnTo>
                    <a:pt x="4440596" y="2353359"/>
                  </a:lnTo>
                  <a:lnTo>
                    <a:pt x="4512219" y="2358720"/>
                  </a:lnTo>
                  <a:lnTo>
                    <a:pt x="4583841" y="2364042"/>
                  </a:lnTo>
                  <a:lnTo>
                    <a:pt x="4655464" y="2369325"/>
                  </a:lnTo>
                  <a:lnTo>
                    <a:pt x="4727086" y="2374568"/>
                  </a:lnTo>
                  <a:lnTo>
                    <a:pt x="4798709" y="2379773"/>
                  </a:lnTo>
                  <a:lnTo>
                    <a:pt x="4870331" y="2384940"/>
                  </a:lnTo>
                  <a:lnTo>
                    <a:pt x="4941954" y="2390068"/>
                  </a:lnTo>
                  <a:lnTo>
                    <a:pt x="5013576" y="2395158"/>
                  </a:lnTo>
                  <a:lnTo>
                    <a:pt x="5085199" y="2400210"/>
                  </a:lnTo>
                  <a:lnTo>
                    <a:pt x="5156821" y="2405226"/>
                  </a:lnTo>
                  <a:lnTo>
                    <a:pt x="5228444" y="2410204"/>
                  </a:lnTo>
                  <a:lnTo>
                    <a:pt x="5300066" y="2415145"/>
                  </a:lnTo>
                  <a:lnTo>
                    <a:pt x="5371689" y="2420050"/>
                  </a:lnTo>
                  <a:lnTo>
                    <a:pt x="5443311" y="2424918"/>
                  </a:lnTo>
                  <a:lnTo>
                    <a:pt x="5514934" y="2429751"/>
                  </a:lnTo>
                  <a:lnTo>
                    <a:pt x="5586557" y="2434547"/>
                  </a:lnTo>
                  <a:lnTo>
                    <a:pt x="5658179" y="2439309"/>
                  </a:lnTo>
                  <a:lnTo>
                    <a:pt x="5729802" y="2444035"/>
                  </a:lnTo>
                  <a:lnTo>
                    <a:pt x="5801424" y="2448726"/>
                  </a:lnTo>
                  <a:lnTo>
                    <a:pt x="5873047" y="2453382"/>
                  </a:lnTo>
                  <a:lnTo>
                    <a:pt x="5944669" y="2458004"/>
                  </a:lnTo>
                  <a:lnTo>
                    <a:pt x="6016292" y="2462592"/>
                  </a:lnTo>
                  <a:lnTo>
                    <a:pt x="6087914" y="2467146"/>
                  </a:lnTo>
                  <a:lnTo>
                    <a:pt x="6159537" y="2471666"/>
                  </a:lnTo>
                  <a:lnTo>
                    <a:pt x="6231159" y="2476152"/>
                  </a:lnTo>
                  <a:lnTo>
                    <a:pt x="6302782" y="2480606"/>
                  </a:lnTo>
                  <a:lnTo>
                    <a:pt x="6374404" y="2485027"/>
                  </a:lnTo>
                  <a:lnTo>
                    <a:pt x="6446027" y="2489415"/>
                  </a:lnTo>
                  <a:lnTo>
                    <a:pt x="6517649" y="2493770"/>
                  </a:lnTo>
                  <a:lnTo>
                    <a:pt x="6589272" y="2498093"/>
                  </a:lnTo>
                  <a:lnTo>
                    <a:pt x="6660894" y="2502385"/>
                  </a:lnTo>
                  <a:lnTo>
                    <a:pt x="6732517" y="2506644"/>
                  </a:lnTo>
                  <a:lnTo>
                    <a:pt x="6804139" y="2510872"/>
                  </a:lnTo>
                  <a:lnTo>
                    <a:pt x="6875762" y="2515069"/>
                  </a:lnTo>
                  <a:lnTo>
                    <a:pt x="6947385" y="2519235"/>
                  </a:lnTo>
                  <a:lnTo>
                    <a:pt x="7019007" y="2523370"/>
                  </a:lnTo>
                  <a:lnTo>
                    <a:pt x="7090630" y="2527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08557"/>
              <a:ext cx="7090630" cy="989138"/>
            </a:xfrm>
            <a:custGeom>
              <a:avLst/>
              <a:pathLst>
                <a:path w="7090630" h="989138">
                  <a:moveTo>
                    <a:pt x="7090630" y="989138"/>
                  </a:moveTo>
                  <a:lnTo>
                    <a:pt x="7019007" y="984296"/>
                  </a:lnTo>
                  <a:lnTo>
                    <a:pt x="6947385" y="979307"/>
                  </a:lnTo>
                  <a:lnTo>
                    <a:pt x="6875762" y="974166"/>
                  </a:lnTo>
                  <a:lnTo>
                    <a:pt x="6804139" y="968869"/>
                  </a:lnTo>
                  <a:lnTo>
                    <a:pt x="6732517" y="963412"/>
                  </a:lnTo>
                  <a:lnTo>
                    <a:pt x="6660894" y="957789"/>
                  </a:lnTo>
                  <a:lnTo>
                    <a:pt x="6589272" y="951996"/>
                  </a:lnTo>
                  <a:lnTo>
                    <a:pt x="6517649" y="946027"/>
                  </a:lnTo>
                  <a:lnTo>
                    <a:pt x="6446027" y="939876"/>
                  </a:lnTo>
                  <a:lnTo>
                    <a:pt x="6374404" y="933539"/>
                  </a:lnTo>
                  <a:lnTo>
                    <a:pt x="6302782" y="927009"/>
                  </a:lnTo>
                  <a:lnTo>
                    <a:pt x="6231159" y="920282"/>
                  </a:lnTo>
                  <a:lnTo>
                    <a:pt x="6159537" y="913350"/>
                  </a:lnTo>
                  <a:lnTo>
                    <a:pt x="6087914" y="906208"/>
                  </a:lnTo>
                  <a:lnTo>
                    <a:pt x="6016292" y="898849"/>
                  </a:lnTo>
                  <a:lnTo>
                    <a:pt x="5944669" y="891267"/>
                  </a:lnTo>
                  <a:lnTo>
                    <a:pt x="5873047" y="883454"/>
                  </a:lnTo>
                  <a:lnTo>
                    <a:pt x="5801424" y="875405"/>
                  </a:lnTo>
                  <a:lnTo>
                    <a:pt x="5729802" y="867111"/>
                  </a:lnTo>
                  <a:lnTo>
                    <a:pt x="5658179" y="858566"/>
                  </a:lnTo>
                  <a:lnTo>
                    <a:pt x="5586557" y="849761"/>
                  </a:lnTo>
                  <a:lnTo>
                    <a:pt x="5514934" y="840689"/>
                  </a:lnTo>
                  <a:lnTo>
                    <a:pt x="5443311" y="831342"/>
                  </a:lnTo>
                  <a:lnTo>
                    <a:pt x="5371689" y="821711"/>
                  </a:lnTo>
                  <a:lnTo>
                    <a:pt x="5300066" y="811788"/>
                  </a:lnTo>
                  <a:lnTo>
                    <a:pt x="5228444" y="801563"/>
                  </a:lnTo>
                  <a:lnTo>
                    <a:pt x="5156821" y="791029"/>
                  </a:lnTo>
                  <a:lnTo>
                    <a:pt x="5085199" y="780174"/>
                  </a:lnTo>
                  <a:lnTo>
                    <a:pt x="5013576" y="768990"/>
                  </a:lnTo>
                  <a:lnTo>
                    <a:pt x="4941954" y="757467"/>
                  </a:lnTo>
                  <a:lnTo>
                    <a:pt x="4870331" y="745594"/>
                  </a:lnTo>
                  <a:lnTo>
                    <a:pt x="4798709" y="733361"/>
                  </a:lnTo>
                  <a:lnTo>
                    <a:pt x="4727086" y="720757"/>
                  </a:lnTo>
                  <a:lnTo>
                    <a:pt x="4655464" y="707770"/>
                  </a:lnTo>
                  <a:lnTo>
                    <a:pt x="4583841" y="694389"/>
                  </a:lnTo>
                  <a:lnTo>
                    <a:pt x="4512219" y="680601"/>
                  </a:lnTo>
                  <a:lnTo>
                    <a:pt x="4440596" y="666396"/>
                  </a:lnTo>
                  <a:lnTo>
                    <a:pt x="4368974" y="651759"/>
                  </a:lnTo>
                  <a:lnTo>
                    <a:pt x="4297351" y="636678"/>
                  </a:lnTo>
                  <a:lnTo>
                    <a:pt x="4225729" y="621140"/>
                  </a:lnTo>
                  <a:lnTo>
                    <a:pt x="4154106" y="605129"/>
                  </a:lnTo>
                  <a:lnTo>
                    <a:pt x="4082483" y="588633"/>
                  </a:lnTo>
                  <a:lnTo>
                    <a:pt x="4010861" y="571637"/>
                  </a:lnTo>
                  <a:lnTo>
                    <a:pt x="3939238" y="554124"/>
                  </a:lnTo>
                  <a:lnTo>
                    <a:pt x="3867616" y="536080"/>
                  </a:lnTo>
                  <a:lnTo>
                    <a:pt x="3795993" y="517489"/>
                  </a:lnTo>
                  <a:lnTo>
                    <a:pt x="3724371" y="498333"/>
                  </a:lnTo>
                  <a:lnTo>
                    <a:pt x="3652748" y="478596"/>
                  </a:lnTo>
                  <a:lnTo>
                    <a:pt x="3581126" y="458260"/>
                  </a:lnTo>
                  <a:lnTo>
                    <a:pt x="3509503" y="437307"/>
                  </a:lnTo>
                  <a:lnTo>
                    <a:pt x="3437881" y="415718"/>
                  </a:lnTo>
                  <a:lnTo>
                    <a:pt x="3366258" y="393473"/>
                  </a:lnTo>
                  <a:lnTo>
                    <a:pt x="3294636" y="370554"/>
                  </a:lnTo>
                  <a:lnTo>
                    <a:pt x="3223013" y="346939"/>
                  </a:lnTo>
                  <a:lnTo>
                    <a:pt x="3151391" y="322607"/>
                  </a:lnTo>
                  <a:lnTo>
                    <a:pt x="3079768" y="313895"/>
                  </a:lnTo>
                  <a:lnTo>
                    <a:pt x="3008146" y="307675"/>
                  </a:lnTo>
                  <a:lnTo>
                    <a:pt x="2936523" y="301409"/>
                  </a:lnTo>
                  <a:lnTo>
                    <a:pt x="2864901" y="295096"/>
                  </a:lnTo>
                  <a:lnTo>
                    <a:pt x="2793278" y="288736"/>
                  </a:lnTo>
                  <a:lnTo>
                    <a:pt x="2721655" y="282329"/>
                  </a:lnTo>
                  <a:lnTo>
                    <a:pt x="2650033" y="275874"/>
                  </a:lnTo>
                  <a:lnTo>
                    <a:pt x="2578410" y="269371"/>
                  </a:lnTo>
                  <a:lnTo>
                    <a:pt x="2506788" y="262820"/>
                  </a:lnTo>
                  <a:lnTo>
                    <a:pt x="2435165" y="256219"/>
                  </a:lnTo>
                  <a:lnTo>
                    <a:pt x="2363543" y="249570"/>
                  </a:lnTo>
                  <a:lnTo>
                    <a:pt x="2291920" y="242871"/>
                  </a:lnTo>
                  <a:lnTo>
                    <a:pt x="2220298" y="236122"/>
                  </a:lnTo>
                  <a:lnTo>
                    <a:pt x="2148675" y="229322"/>
                  </a:lnTo>
                  <a:lnTo>
                    <a:pt x="2077053" y="222473"/>
                  </a:lnTo>
                  <a:lnTo>
                    <a:pt x="2005430" y="215572"/>
                  </a:lnTo>
                  <a:lnTo>
                    <a:pt x="1933808" y="208619"/>
                  </a:lnTo>
                  <a:lnTo>
                    <a:pt x="1862185" y="201615"/>
                  </a:lnTo>
                  <a:lnTo>
                    <a:pt x="1790563" y="194559"/>
                  </a:lnTo>
                  <a:lnTo>
                    <a:pt x="1718940" y="187450"/>
                  </a:lnTo>
                  <a:lnTo>
                    <a:pt x="1647318" y="180288"/>
                  </a:lnTo>
                  <a:lnTo>
                    <a:pt x="1575695" y="173073"/>
                  </a:lnTo>
                  <a:lnTo>
                    <a:pt x="1504073" y="165804"/>
                  </a:lnTo>
                  <a:lnTo>
                    <a:pt x="1432450" y="158480"/>
                  </a:lnTo>
                  <a:lnTo>
                    <a:pt x="1360827" y="151103"/>
                  </a:lnTo>
                  <a:lnTo>
                    <a:pt x="1289205" y="143670"/>
                  </a:lnTo>
                  <a:lnTo>
                    <a:pt x="1217582" y="136182"/>
                  </a:lnTo>
                  <a:lnTo>
                    <a:pt x="1145960" y="128638"/>
                  </a:lnTo>
                  <a:lnTo>
                    <a:pt x="1074337" y="121038"/>
                  </a:lnTo>
                  <a:lnTo>
                    <a:pt x="1002715" y="113381"/>
                  </a:lnTo>
                  <a:lnTo>
                    <a:pt x="931092" y="105667"/>
                  </a:lnTo>
                  <a:lnTo>
                    <a:pt x="859470" y="97896"/>
                  </a:lnTo>
                  <a:lnTo>
                    <a:pt x="787847" y="90067"/>
                  </a:lnTo>
                  <a:lnTo>
                    <a:pt x="716225" y="82180"/>
                  </a:lnTo>
                  <a:lnTo>
                    <a:pt x="644602" y="74233"/>
                  </a:lnTo>
                  <a:lnTo>
                    <a:pt x="572980" y="66228"/>
                  </a:lnTo>
                  <a:lnTo>
                    <a:pt x="501357" y="58163"/>
                  </a:lnTo>
                  <a:lnTo>
                    <a:pt x="429735" y="50038"/>
                  </a:lnTo>
                  <a:lnTo>
                    <a:pt x="358112" y="41852"/>
                  </a:lnTo>
                  <a:lnTo>
                    <a:pt x="286490" y="33605"/>
                  </a:lnTo>
                  <a:lnTo>
                    <a:pt x="214867" y="25297"/>
                  </a:lnTo>
                  <a:lnTo>
                    <a:pt x="143245" y="16927"/>
                  </a:lnTo>
                  <a:lnTo>
                    <a:pt x="71622" y="8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76805"/>
              <a:ext cx="7090630" cy="1583975"/>
            </a:xfrm>
            <a:custGeom>
              <a:avLst/>
              <a:pathLst>
                <a:path w="7090630" h="1583975">
                  <a:moveTo>
                    <a:pt x="0" y="0"/>
                  </a:moveTo>
                  <a:lnTo>
                    <a:pt x="71622" y="34763"/>
                  </a:lnTo>
                  <a:lnTo>
                    <a:pt x="143245" y="68884"/>
                  </a:lnTo>
                  <a:lnTo>
                    <a:pt x="214867" y="102374"/>
                  </a:lnTo>
                  <a:lnTo>
                    <a:pt x="286490" y="135244"/>
                  </a:lnTo>
                  <a:lnTo>
                    <a:pt x="358112" y="167508"/>
                  </a:lnTo>
                  <a:lnTo>
                    <a:pt x="429735" y="199174"/>
                  </a:lnTo>
                  <a:lnTo>
                    <a:pt x="501357" y="230256"/>
                  </a:lnTo>
                  <a:lnTo>
                    <a:pt x="572980" y="260762"/>
                  </a:lnTo>
                  <a:lnTo>
                    <a:pt x="644602" y="290705"/>
                  </a:lnTo>
                  <a:lnTo>
                    <a:pt x="716225" y="320094"/>
                  </a:lnTo>
                  <a:lnTo>
                    <a:pt x="787847" y="348940"/>
                  </a:lnTo>
                  <a:lnTo>
                    <a:pt x="859470" y="377253"/>
                  </a:lnTo>
                  <a:lnTo>
                    <a:pt x="931092" y="405042"/>
                  </a:lnTo>
                  <a:lnTo>
                    <a:pt x="1002715" y="432317"/>
                  </a:lnTo>
                  <a:lnTo>
                    <a:pt x="1074337" y="459089"/>
                  </a:lnTo>
                  <a:lnTo>
                    <a:pt x="1145960" y="485365"/>
                  </a:lnTo>
                  <a:lnTo>
                    <a:pt x="1217582" y="511155"/>
                  </a:lnTo>
                  <a:lnTo>
                    <a:pt x="1289205" y="536469"/>
                  </a:lnTo>
                  <a:lnTo>
                    <a:pt x="1360827" y="561315"/>
                  </a:lnTo>
                  <a:lnTo>
                    <a:pt x="1432450" y="585701"/>
                  </a:lnTo>
                  <a:lnTo>
                    <a:pt x="1504073" y="609637"/>
                  </a:lnTo>
                  <a:lnTo>
                    <a:pt x="1575695" y="633130"/>
                  </a:lnTo>
                  <a:lnTo>
                    <a:pt x="1647318" y="656189"/>
                  </a:lnTo>
                  <a:lnTo>
                    <a:pt x="1718940" y="678822"/>
                  </a:lnTo>
                  <a:lnTo>
                    <a:pt x="1790563" y="701036"/>
                  </a:lnTo>
                  <a:lnTo>
                    <a:pt x="1862185" y="722839"/>
                  </a:lnTo>
                  <a:lnTo>
                    <a:pt x="1933808" y="744240"/>
                  </a:lnTo>
                  <a:lnTo>
                    <a:pt x="2005430" y="765244"/>
                  </a:lnTo>
                  <a:lnTo>
                    <a:pt x="2077053" y="785861"/>
                  </a:lnTo>
                  <a:lnTo>
                    <a:pt x="2148675" y="806096"/>
                  </a:lnTo>
                  <a:lnTo>
                    <a:pt x="2220298" y="825958"/>
                  </a:lnTo>
                  <a:lnTo>
                    <a:pt x="2291920" y="845452"/>
                  </a:lnTo>
                  <a:lnTo>
                    <a:pt x="2363543" y="864585"/>
                  </a:lnTo>
                  <a:lnTo>
                    <a:pt x="2435165" y="883365"/>
                  </a:lnTo>
                  <a:lnTo>
                    <a:pt x="2506788" y="901798"/>
                  </a:lnTo>
                  <a:lnTo>
                    <a:pt x="2578410" y="919890"/>
                  </a:lnTo>
                  <a:lnTo>
                    <a:pt x="2650033" y="937648"/>
                  </a:lnTo>
                  <a:lnTo>
                    <a:pt x="2721655" y="955077"/>
                  </a:lnTo>
                  <a:lnTo>
                    <a:pt x="2793278" y="972184"/>
                  </a:lnTo>
                  <a:lnTo>
                    <a:pt x="2864901" y="988975"/>
                  </a:lnTo>
                  <a:lnTo>
                    <a:pt x="2936523" y="1005455"/>
                  </a:lnTo>
                  <a:lnTo>
                    <a:pt x="3008146" y="1021631"/>
                  </a:lnTo>
                  <a:lnTo>
                    <a:pt x="3079768" y="1037508"/>
                  </a:lnTo>
                  <a:lnTo>
                    <a:pt x="3151391" y="1053091"/>
                  </a:lnTo>
                  <a:lnTo>
                    <a:pt x="3223013" y="1068386"/>
                  </a:lnTo>
                  <a:lnTo>
                    <a:pt x="3294636" y="1083398"/>
                  </a:lnTo>
                  <a:lnTo>
                    <a:pt x="3366258" y="1098133"/>
                  </a:lnTo>
                  <a:lnTo>
                    <a:pt x="3437881" y="1112596"/>
                  </a:lnTo>
                  <a:lnTo>
                    <a:pt x="3509503" y="1126791"/>
                  </a:lnTo>
                  <a:lnTo>
                    <a:pt x="3581126" y="1140723"/>
                  </a:lnTo>
                  <a:lnTo>
                    <a:pt x="3652748" y="1154398"/>
                  </a:lnTo>
                  <a:lnTo>
                    <a:pt x="3724371" y="1167821"/>
                  </a:lnTo>
                  <a:lnTo>
                    <a:pt x="3795993" y="1180995"/>
                  </a:lnTo>
                  <a:lnTo>
                    <a:pt x="3867616" y="1193925"/>
                  </a:lnTo>
                  <a:lnTo>
                    <a:pt x="3939238" y="1206617"/>
                  </a:lnTo>
                  <a:lnTo>
                    <a:pt x="4010861" y="1219074"/>
                  </a:lnTo>
                  <a:lnTo>
                    <a:pt x="4082483" y="1231300"/>
                  </a:lnTo>
                  <a:lnTo>
                    <a:pt x="4154106" y="1243301"/>
                  </a:lnTo>
                  <a:lnTo>
                    <a:pt x="4225729" y="1255080"/>
                  </a:lnTo>
                  <a:lnTo>
                    <a:pt x="4297351" y="1266641"/>
                  </a:lnTo>
                  <a:lnTo>
                    <a:pt x="4368974" y="1277988"/>
                  </a:lnTo>
                  <a:lnTo>
                    <a:pt x="4440596" y="1289125"/>
                  </a:lnTo>
                  <a:lnTo>
                    <a:pt x="4512219" y="1300057"/>
                  </a:lnTo>
                  <a:lnTo>
                    <a:pt x="4583841" y="1310787"/>
                  </a:lnTo>
                  <a:lnTo>
                    <a:pt x="4655464" y="1321318"/>
                  </a:lnTo>
                  <a:lnTo>
                    <a:pt x="4727086" y="1331654"/>
                  </a:lnTo>
                  <a:lnTo>
                    <a:pt x="4798709" y="1341799"/>
                  </a:lnTo>
                  <a:lnTo>
                    <a:pt x="4870331" y="1351757"/>
                  </a:lnTo>
                  <a:lnTo>
                    <a:pt x="4941954" y="1361531"/>
                  </a:lnTo>
                  <a:lnTo>
                    <a:pt x="5013576" y="1371124"/>
                  </a:lnTo>
                  <a:lnTo>
                    <a:pt x="5085199" y="1380540"/>
                  </a:lnTo>
                  <a:lnTo>
                    <a:pt x="5156821" y="1389781"/>
                  </a:lnTo>
                  <a:lnTo>
                    <a:pt x="5228444" y="1398852"/>
                  </a:lnTo>
                  <a:lnTo>
                    <a:pt x="5300066" y="1407755"/>
                  </a:lnTo>
                  <a:lnTo>
                    <a:pt x="5371689" y="1416494"/>
                  </a:lnTo>
                  <a:lnTo>
                    <a:pt x="5443311" y="1425071"/>
                  </a:lnTo>
                  <a:lnTo>
                    <a:pt x="5514934" y="1433489"/>
                  </a:lnTo>
                  <a:lnTo>
                    <a:pt x="5586557" y="1441752"/>
                  </a:lnTo>
                  <a:lnTo>
                    <a:pt x="5658179" y="1449862"/>
                  </a:lnTo>
                  <a:lnTo>
                    <a:pt x="5729802" y="1457822"/>
                  </a:lnTo>
                  <a:lnTo>
                    <a:pt x="5801424" y="1465635"/>
                  </a:lnTo>
                  <a:lnTo>
                    <a:pt x="5873047" y="1473303"/>
                  </a:lnTo>
                  <a:lnTo>
                    <a:pt x="5944669" y="1480830"/>
                  </a:lnTo>
                  <a:lnTo>
                    <a:pt x="6016292" y="1488218"/>
                  </a:lnTo>
                  <a:lnTo>
                    <a:pt x="6087914" y="1495469"/>
                  </a:lnTo>
                  <a:lnTo>
                    <a:pt x="6159537" y="1502586"/>
                  </a:lnTo>
                  <a:lnTo>
                    <a:pt x="6231159" y="1509571"/>
                  </a:lnTo>
                  <a:lnTo>
                    <a:pt x="6302782" y="1516427"/>
                  </a:lnTo>
                  <a:lnTo>
                    <a:pt x="6374404" y="1523157"/>
                  </a:lnTo>
                  <a:lnTo>
                    <a:pt x="6446027" y="1529762"/>
                  </a:lnTo>
                  <a:lnTo>
                    <a:pt x="6517649" y="1536245"/>
                  </a:lnTo>
                  <a:lnTo>
                    <a:pt x="6589272" y="1542608"/>
                  </a:lnTo>
                  <a:lnTo>
                    <a:pt x="6660894" y="1548854"/>
                  </a:lnTo>
                  <a:lnTo>
                    <a:pt x="6732517" y="1554984"/>
                  </a:lnTo>
                  <a:lnTo>
                    <a:pt x="6804139" y="1561000"/>
                  </a:lnTo>
                  <a:lnTo>
                    <a:pt x="6875762" y="1566906"/>
                  </a:lnTo>
                  <a:lnTo>
                    <a:pt x="6947385" y="1572702"/>
                  </a:lnTo>
                  <a:lnTo>
                    <a:pt x="7019007" y="1578391"/>
                  </a:lnTo>
                  <a:lnTo>
                    <a:pt x="7090630" y="15839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(1.10-1.48), p_Bonf = 0.007 (n = 6)  |  per IQR decline (Δ = 25.8 %): 1.88 (1.29-2.75)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2026-07-29T17:26:00Z</dcterms:modified>
  <cp:category/>
</cp:coreProperties>
</file>