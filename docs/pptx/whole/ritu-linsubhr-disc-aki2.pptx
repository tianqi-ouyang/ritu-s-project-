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9070"/>
            </a:xfrm>
            <a:custGeom>
              <a:avLst/>
              <a:pathLst>
                <a:path w="7090630" h="3299070">
                  <a:moveTo>
                    <a:pt x="2243906" y="0"/>
                  </a:moveTo>
                  <a:lnTo>
                    <a:pt x="2291920" y="100603"/>
                  </a:lnTo>
                  <a:lnTo>
                    <a:pt x="2363543" y="244299"/>
                  </a:lnTo>
                  <a:lnTo>
                    <a:pt x="2435165" y="381891"/>
                  </a:lnTo>
                  <a:lnTo>
                    <a:pt x="2506788" y="513639"/>
                  </a:lnTo>
                  <a:lnTo>
                    <a:pt x="2578410" y="639791"/>
                  </a:lnTo>
                  <a:lnTo>
                    <a:pt x="2650033" y="760585"/>
                  </a:lnTo>
                  <a:lnTo>
                    <a:pt x="2721655" y="876248"/>
                  </a:lnTo>
                  <a:lnTo>
                    <a:pt x="2793278" y="986999"/>
                  </a:lnTo>
                  <a:lnTo>
                    <a:pt x="2864901" y="1093046"/>
                  </a:lnTo>
                  <a:lnTo>
                    <a:pt x="2936523" y="1194588"/>
                  </a:lnTo>
                  <a:lnTo>
                    <a:pt x="3008146" y="1291818"/>
                  </a:lnTo>
                  <a:lnTo>
                    <a:pt x="3079768" y="1384918"/>
                  </a:lnTo>
                  <a:lnTo>
                    <a:pt x="3151391" y="1474063"/>
                  </a:lnTo>
                  <a:lnTo>
                    <a:pt x="3223013" y="1559423"/>
                  </a:lnTo>
                  <a:lnTo>
                    <a:pt x="3294636" y="1641156"/>
                  </a:lnTo>
                  <a:lnTo>
                    <a:pt x="3366258" y="1719418"/>
                  </a:lnTo>
                  <a:lnTo>
                    <a:pt x="3437881" y="1794356"/>
                  </a:lnTo>
                  <a:lnTo>
                    <a:pt x="3509503" y="1866111"/>
                  </a:lnTo>
                  <a:lnTo>
                    <a:pt x="3581126" y="1934819"/>
                  </a:lnTo>
                  <a:lnTo>
                    <a:pt x="3652748" y="2000608"/>
                  </a:lnTo>
                  <a:lnTo>
                    <a:pt x="3724371" y="2063603"/>
                  </a:lnTo>
                  <a:lnTo>
                    <a:pt x="3795993" y="2123922"/>
                  </a:lnTo>
                  <a:lnTo>
                    <a:pt x="3867616" y="2181679"/>
                  </a:lnTo>
                  <a:lnTo>
                    <a:pt x="3939238" y="2236983"/>
                  </a:lnTo>
                  <a:lnTo>
                    <a:pt x="4010861" y="2289938"/>
                  </a:lnTo>
                  <a:lnTo>
                    <a:pt x="4082483" y="2340644"/>
                  </a:lnTo>
                  <a:lnTo>
                    <a:pt x="4154106" y="2389196"/>
                  </a:lnTo>
                  <a:lnTo>
                    <a:pt x="4225729" y="2435686"/>
                  </a:lnTo>
                  <a:lnTo>
                    <a:pt x="4297351" y="2480201"/>
                  </a:lnTo>
                  <a:lnTo>
                    <a:pt x="4368974" y="2522825"/>
                  </a:lnTo>
                  <a:lnTo>
                    <a:pt x="4440596" y="2563639"/>
                  </a:lnTo>
                  <a:lnTo>
                    <a:pt x="4512219" y="2602720"/>
                  </a:lnTo>
                  <a:lnTo>
                    <a:pt x="4583841" y="2640141"/>
                  </a:lnTo>
                  <a:lnTo>
                    <a:pt x="4655464" y="2656195"/>
                  </a:lnTo>
                  <a:lnTo>
                    <a:pt x="4727086" y="2659319"/>
                  </a:lnTo>
                  <a:lnTo>
                    <a:pt x="4798709" y="2662430"/>
                  </a:lnTo>
                  <a:lnTo>
                    <a:pt x="4870331" y="2665530"/>
                  </a:lnTo>
                  <a:lnTo>
                    <a:pt x="4941954" y="2668618"/>
                  </a:lnTo>
                  <a:lnTo>
                    <a:pt x="5013576" y="2671694"/>
                  </a:lnTo>
                  <a:lnTo>
                    <a:pt x="5085199" y="2674759"/>
                  </a:lnTo>
                  <a:lnTo>
                    <a:pt x="5156821" y="2677812"/>
                  </a:lnTo>
                  <a:lnTo>
                    <a:pt x="5228444" y="2680854"/>
                  </a:lnTo>
                  <a:lnTo>
                    <a:pt x="5300066" y="2683884"/>
                  </a:lnTo>
                  <a:lnTo>
                    <a:pt x="5371689" y="2686903"/>
                  </a:lnTo>
                  <a:lnTo>
                    <a:pt x="5443311" y="2689911"/>
                  </a:lnTo>
                  <a:lnTo>
                    <a:pt x="5514934" y="2692907"/>
                  </a:lnTo>
                  <a:lnTo>
                    <a:pt x="5586557" y="2695891"/>
                  </a:lnTo>
                  <a:lnTo>
                    <a:pt x="5658179" y="2698865"/>
                  </a:lnTo>
                  <a:lnTo>
                    <a:pt x="5729802" y="2701827"/>
                  </a:lnTo>
                  <a:lnTo>
                    <a:pt x="5801424" y="2704778"/>
                  </a:lnTo>
                  <a:lnTo>
                    <a:pt x="5873047" y="2707718"/>
                  </a:lnTo>
                  <a:lnTo>
                    <a:pt x="5944669" y="2710647"/>
                  </a:lnTo>
                  <a:lnTo>
                    <a:pt x="6016292" y="2713565"/>
                  </a:lnTo>
                  <a:lnTo>
                    <a:pt x="6087914" y="2716472"/>
                  </a:lnTo>
                  <a:lnTo>
                    <a:pt x="6159537" y="2719367"/>
                  </a:lnTo>
                  <a:lnTo>
                    <a:pt x="6231159" y="2722252"/>
                  </a:lnTo>
                  <a:lnTo>
                    <a:pt x="6302782" y="2725126"/>
                  </a:lnTo>
                  <a:lnTo>
                    <a:pt x="6374404" y="2727989"/>
                  </a:lnTo>
                  <a:lnTo>
                    <a:pt x="6446027" y="2730842"/>
                  </a:lnTo>
                  <a:lnTo>
                    <a:pt x="6517649" y="2733683"/>
                  </a:lnTo>
                  <a:lnTo>
                    <a:pt x="6589272" y="2736514"/>
                  </a:lnTo>
                  <a:lnTo>
                    <a:pt x="6660894" y="2739334"/>
                  </a:lnTo>
                  <a:lnTo>
                    <a:pt x="6732517" y="2742144"/>
                  </a:lnTo>
                  <a:lnTo>
                    <a:pt x="6804139" y="2744943"/>
                  </a:lnTo>
                  <a:lnTo>
                    <a:pt x="6875762" y="2747731"/>
                  </a:lnTo>
                  <a:lnTo>
                    <a:pt x="6947385" y="2750509"/>
                  </a:lnTo>
                  <a:lnTo>
                    <a:pt x="7019007" y="2753276"/>
                  </a:lnTo>
                  <a:lnTo>
                    <a:pt x="7090630" y="2756033"/>
                  </a:lnTo>
                  <a:lnTo>
                    <a:pt x="7090630" y="3299070"/>
                  </a:lnTo>
                  <a:lnTo>
                    <a:pt x="7019007" y="3290879"/>
                  </a:lnTo>
                  <a:lnTo>
                    <a:pt x="6947385" y="3282323"/>
                  </a:lnTo>
                  <a:lnTo>
                    <a:pt x="6875762" y="3273389"/>
                  </a:lnTo>
                  <a:lnTo>
                    <a:pt x="6804139" y="3264058"/>
                  </a:lnTo>
                  <a:lnTo>
                    <a:pt x="6732517" y="3254313"/>
                  </a:lnTo>
                  <a:lnTo>
                    <a:pt x="6660894" y="3244135"/>
                  </a:lnTo>
                  <a:lnTo>
                    <a:pt x="6589272" y="3233507"/>
                  </a:lnTo>
                  <a:lnTo>
                    <a:pt x="6517649" y="3222407"/>
                  </a:lnTo>
                  <a:lnTo>
                    <a:pt x="6446027" y="3210814"/>
                  </a:lnTo>
                  <a:lnTo>
                    <a:pt x="6374404" y="3198707"/>
                  </a:lnTo>
                  <a:lnTo>
                    <a:pt x="6302782" y="3186064"/>
                  </a:lnTo>
                  <a:lnTo>
                    <a:pt x="6231159" y="3172859"/>
                  </a:lnTo>
                  <a:lnTo>
                    <a:pt x="6159537" y="3159069"/>
                  </a:lnTo>
                  <a:lnTo>
                    <a:pt x="6087914" y="3144667"/>
                  </a:lnTo>
                  <a:lnTo>
                    <a:pt x="6016292" y="3129626"/>
                  </a:lnTo>
                  <a:lnTo>
                    <a:pt x="5944669" y="3113918"/>
                  </a:lnTo>
                  <a:lnTo>
                    <a:pt x="5873047" y="3097513"/>
                  </a:lnTo>
                  <a:lnTo>
                    <a:pt x="5801424" y="3080380"/>
                  </a:lnTo>
                  <a:lnTo>
                    <a:pt x="5729802" y="3062488"/>
                  </a:lnTo>
                  <a:lnTo>
                    <a:pt x="5658179" y="3043801"/>
                  </a:lnTo>
                  <a:lnTo>
                    <a:pt x="5586557" y="3024286"/>
                  </a:lnTo>
                  <a:lnTo>
                    <a:pt x="5514934" y="3003906"/>
                  </a:lnTo>
                  <a:lnTo>
                    <a:pt x="5443311" y="2982621"/>
                  </a:lnTo>
                  <a:lnTo>
                    <a:pt x="5371689" y="2960392"/>
                  </a:lnTo>
                  <a:lnTo>
                    <a:pt x="5300066" y="2937177"/>
                  </a:lnTo>
                  <a:lnTo>
                    <a:pt x="5228444" y="2912932"/>
                  </a:lnTo>
                  <a:lnTo>
                    <a:pt x="5156821" y="2887612"/>
                  </a:lnTo>
                  <a:lnTo>
                    <a:pt x="5085199" y="2861169"/>
                  </a:lnTo>
                  <a:lnTo>
                    <a:pt x="5013576" y="2833552"/>
                  </a:lnTo>
                  <a:lnTo>
                    <a:pt x="4941954" y="2804711"/>
                  </a:lnTo>
                  <a:lnTo>
                    <a:pt x="4870331" y="2774590"/>
                  </a:lnTo>
                  <a:lnTo>
                    <a:pt x="4798709" y="2743133"/>
                  </a:lnTo>
                  <a:lnTo>
                    <a:pt x="4727086" y="2710281"/>
                  </a:lnTo>
                  <a:lnTo>
                    <a:pt x="4655464" y="2675972"/>
                  </a:lnTo>
                  <a:lnTo>
                    <a:pt x="4583841" y="2653060"/>
                  </a:lnTo>
                  <a:lnTo>
                    <a:pt x="4512219" y="2649913"/>
                  </a:lnTo>
                  <a:lnTo>
                    <a:pt x="4440596" y="2646754"/>
                  </a:lnTo>
                  <a:lnTo>
                    <a:pt x="4368974" y="2643583"/>
                  </a:lnTo>
                  <a:lnTo>
                    <a:pt x="4297351" y="2640401"/>
                  </a:lnTo>
                  <a:lnTo>
                    <a:pt x="4225729" y="2637206"/>
                  </a:lnTo>
                  <a:lnTo>
                    <a:pt x="4154106" y="2633998"/>
                  </a:lnTo>
                  <a:lnTo>
                    <a:pt x="4082483" y="2630779"/>
                  </a:lnTo>
                  <a:lnTo>
                    <a:pt x="4010861" y="2627548"/>
                  </a:lnTo>
                  <a:lnTo>
                    <a:pt x="3939238" y="2624304"/>
                  </a:lnTo>
                  <a:lnTo>
                    <a:pt x="3867616" y="2621048"/>
                  </a:lnTo>
                  <a:lnTo>
                    <a:pt x="3795993" y="2617780"/>
                  </a:lnTo>
                  <a:lnTo>
                    <a:pt x="3724371" y="2614499"/>
                  </a:lnTo>
                  <a:lnTo>
                    <a:pt x="3652748" y="2611206"/>
                  </a:lnTo>
                  <a:lnTo>
                    <a:pt x="3581126" y="2607901"/>
                  </a:lnTo>
                  <a:lnTo>
                    <a:pt x="3509503" y="2604583"/>
                  </a:lnTo>
                  <a:lnTo>
                    <a:pt x="3437881" y="2601252"/>
                  </a:lnTo>
                  <a:lnTo>
                    <a:pt x="3366258" y="2597909"/>
                  </a:lnTo>
                  <a:lnTo>
                    <a:pt x="3294636" y="2594553"/>
                  </a:lnTo>
                  <a:lnTo>
                    <a:pt x="3223013" y="2591184"/>
                  </a:lnTo>
                  <a:lnTo>
                    <a:pt x="3151391" y="2587803"/>
                  </a:lnTo>
                  <a:lnTo>
                    <a:pt x="3079768" y="2584408"/>
                  </a:lnTo>
                  <a:lnTo>
                    <a:pt x="3008146" y="2581001"/>
                  </a:lnTo>
                  <a:lnTo>
                    <a:pt x="2936523" y="2577581"/>
                  </a:lnTo>
                  <a:lnTo>
                    <a:pt x="2864901" y="2574148"/>
                  </a:lnTo>
                  <a:lnTo>
                    <a:pt x="2793278" y="2570702"/>
                  </a:lnTo>
                  <a:lnTo>
                    <a:pt x="2721655" y="2567243"/>
                  </a:lnTo>
                  <a:lnTo>
                    <a:pt x="2650033" y="2563771"/>
                  </a:lnTo>
                  <a:lnTo>
                    <a:pt x="2578410" y="2560286"/>
                  </a:lnTo>
                  <a:lnTo>
                    <a:pt x="2506788" y="2556787"/>
                  </a:lnTo>
                  <a:lnTo>
                    <a:pt x="2435165" y="2553276"/>
                  </a:lnTo>
                  <a:lnTo>
                    <a:pt x="2363543" y="2549751"/>
                  </a:lnTo>
                  <a:lnTo>
                    <a:pt x="2291920" y="2546212"/>
                  </a:lnTo>
                  <a:lnTo>
                    <a:pt x="2220298" y="2542660"/>
                  </a:lnTo>
                  <a:lnTo>
                    <a:pt x="2148675" y="2539095"/>
                  </a:lnTo>
                  <a:lnTo>
                    <a:pt x="2077053" y="2535516"/>
                  </a:lnTo>
                  <a:lnTo>
                    <a:pt x="2005430" y="2531924"/>
                  </a:lnTo>
                  <a:lnTo>
                    <a:pt x="1933808" y="2528318"/>
                  </a:lnTo>
                  <a:lnTo>
                    <a:pt x="1862185" y="2524699"/>
                  </a:lnTo>
                  <a:lnTo>
                    <a:pt x="1790563" y="2521065"/>
                  </a:lnTo>
                  <a:lnTo>
                    <a:pt x="1718940" y="2517418"/>
                  </a:lnTo>
                  <a:lnTo>
                    <a:pt x="1647318" y="2513757"/>
                  </a:lnTo>
                  <a:lnTo>
                    <a:pt x="1575695" y="2510083"/>
                  </a:lnTo>
                  <a:lnTo>
                    <a:pt x="1504073" y="2506394"/>
                  </a:lnTo>
                  <a:lnTo>
                    <a:pt x="1432450" y="2502691"/>
                  </a:lnTo>
                  <a:lnTo>
                    <a:pt x="1360827" y="2498975"/>
                  </a:lnTo>
                  <a:lnTo>
                    <a:pt x="1289205" y="2495244"/>
                  </a:lnTo>
                  <a:lnTo>
                    <a:pt x="1217582" y="2491499"/>
                  </a:lnTo>
                  <a:lnTo>
                    <a:pt x="1145960" y="2487740"/>
                  </a:lnTo>
                  <a:lnTo>
                    <a:pt x="1074337" y="2483967"/>
                  </a:lnTo>
                  <a:lnTo>
                    <a:pt x="1002715" y="2480179"/>
                  </a:lnTo>
                  <a:lnTo>
                    <a:pt x="931092" y="2476377"/>
                  </a:lnTo>
                  <a:lnTo>
                    <a:pt x="859470" y="2472561"/>
                  </a:lnTo>
                  <a:lnTo>
                    <a:pt x="787847" y="2468730"/>
                  </a:lnTo>
                  <a:lnTo>
                    <a:pt x="716225" y="2464885"/>
                  </a:lnTo>
                  <a:lnTo>
                    <a:pt x="644602" y="2461025"/>
                  </a:lnTo>
                  <a:lnTo>
                    <a:pt x="572980" y="2457150"/>
                  </a:lnTo>
                  <a:lnTo>
                    <a:pt x="501357" y="2453261"/>
                  </a:lnTo>
                  <a:lnTo>
                    <a:pt x="429735" y="2449357"/>
                  </a:lnTo>
                  <a:lnTo>
                    <a:pt x="358112" y="2445438"/>
                  </a:lnTo>
                  <a:lnTo>
                    <a:pt x="286490" y="2441505"/>
                  </a:lnTo>
                  <a:lnTo>
                    <a:pt x="214867" y="2437556"/>
                  </a:lnTo>
                  <a:lnTo>
                    <a:pt x="143245" y="2433593"/>
                  </a:lnTo>
                  <a:lnTo>
                    <a:pt x="71622" y="2429614"/>
                  </a:lnTo>
                  <a:lnTo>
                    <a:pt x="0" y="24256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5955" y="2073503"/>
              <a:ext cx="4846723" cy="2756033"/>
            </a:xfrm>
            <a:custGeom>
              <a:avLst/>
              <a:pathLst>
                <a:path w="4846723" h="2756033">
                  <a:moveTo>
                    <a:pt x="0" y="0"/>
                  </a:moveTo>
                  <a:lnTo>
                    <a:pt x="48014" y="100603"/>
                  </a:lnTo>
                  <a:lnTo>
                    <a:pt x="119636" y="244299"/>
                  </a:lnTo>
                  <a:lnTo>
                    <a:pt x="191259" y="381891"/>
                  </a:lnTo>
                  <a:lnTo>
                    <a:pt x="262881" y="513639"/>
                  </a:lnTo>
                  <a:lnTo>
                    <a:pt x="334504" y="639791"/>
                  </a:lnTo>
                  <a:lnTo>
                    <a:pt x="406126" y="760585"/>
                  </a:lnTo>
                  <a:lnTo>
                    <a:pt x="477749" y="876248"/>
                  </a:lnTo>
                  <a:lnTo>
                    <a:pt x="549371" y="986999"/>
                  </a:lnTo>
                  <a:lnTo>
                    <a:pt x="620994" y="1093046"/>
                  </a:lnTo>
                  <a:lnTo>
                    <a:pt x="692617" y="1194588"/>
                  </a:lnTo>
                  <a:lnTo>
                    <a:pt x="764239" y="1291818"/>
                  </a:lnTo>
                  <a:lnTo>
                    <a:pt x="835862" y="1384918"/>
                  </a:lnTo>
                  <a:lnTo>
                    <a:pt x="907484" y="1474063"/>
                  </a:lnTo>
                  <a:lnTo>
                    <a:pt x="979107" y="1559423"/>
                  </a:lnTo>
                  <a:lnTo>
                    <a:pt x="1050729" y="1641156"/>
                  </a:lnTo>
                  <a:lnTo>
                    <a:pt x="1122352" y="1719418"/>
                  </a:lnTo>
                  <a:lnTo>
                    <a:pt x="1193974" y="1794356"/>
                  </a:lnTo>
                  <a:lnTo>
                    <a:pt x="1265597" y="1866111"/>
                  </a:lnTo>
                  <a:lnTo>
                    <a:pt x="1337219" y="1934819"/>
                  </a:lnTo>
                  <a:lnTo>
                    <a:pt x="1408842" y="2000608"/>
                  </a:lnTo>
                  <a:lnTo>
                    <a:pt x="1480464" y="2063603"/>
                  </a:lnTo>
                  <a:lnTo>
                    <a:pt x="1552087" y="2123922"/>
                  </a:lnTo>
                  <a:lnTo>
                    <a:pt x="1623709" y="2181679"/>
                  </a:lnTo>
                  <a:lnTo>
                    <a:pt x="1695332" y="2236983"/>
                  </a:lnTo>
                  <a:lnTo>
                    <a:pt x="1766954" y="2289938"/>
                  </a:lnTo>
                  <a:lnTo>
                    <a:pt x="1838577" y="2340644"/>
                  </a:lnTo>
                  <a:lnTo>
                    <a:pt x="1910199" y="2389196"/>
                  </a:lnTo>
                  <a:lnTo>
                    <a:pt x="1981822" y="2435686"/>
                  </a:lnTo>
                  <a:lnTo>
                    <a:pt x="2053445" y="2480201"/>
                  </a:lnTo>
                  <a:lnTo>
                    <a:pt x="2125067" y="2522825"/>
                  </a:lnTo>
                  <a:lnTo>
                    <a:pt x="2196690" y="2563639"/>
                  </a:lnTo>
                  <a:lnTo>
                    <a:pt x="2268312" y="2602720"/>
                  </a:lnTo>
                  <a:lnTo>
                    <a:pt x="2339935" y="2640141"/>
                  </a:lnTo>
                  <a:lnTo>
                    <a:pt x="2411557" y="2656195"/>
                  </a:lnTo>
                  <a:lnTo>
                    <a:pt x="2483180" y="2659319"/>
                  </a:lnTo>
                  <a:lnTo>
                    <a:pt x="2554802" y="2662430"/>
                  </a:lnTo>
                  <a:lnTo>
                    <a:pt x="2626425" y="2665530"/>
                  </a:lnTo>
                  <a:lnTo>
                    <a:pt x="2698047" y="2668618"/>
                  </a:lnTo>
                  <a:lnTo>
                    <a:pt x="2769670" y="2671694"/>
                  </a:lnTo>
                  <a:lnTo>
                    <a:pt x="2841292" y="2674759"/>
                  </a:lnTo>
                  <a:lnTo>
                    <a:pt x="2912915" y="2677812"/>
                  </a:lnTo>
                  <a:lnTo>
                    <a:pt x="2984537" y="2680854"/>
                  </a:lnTo>
                  <a:lnTo>
                    <a:pt x="3056160" y="2683884"/>
                  </a:lnTo>
                  <a:lnTo>
                    <a:pt x="3127782" y="2686903"/>
                  </a:lnTo>
                  <a:lnTo>
                    <a:pt x="3199405" y="2689911"/>
                  </a:lnTo>
                  <a:lnTo>
                    <a:pt x="3271027" y="2692907"/>
                  </a:lnTo>
                  <a:lnTo>
                    <a:pt x="3342650" y="2695891"/>
                  </a:lnTo>
                  <a:lnTo>
                    <a:pt x="3414273" y="2698865"/>
                  </a:lnTo>
                  <a:lnTo>
                    <a:pt x="3485895" y="2701827"/>
                  </a:lnTo>
                  <a:lnTo>
                    <a:pt x="3557518" y="2704778"/>
                  </a:lnTo>
                  <a:lnTo>
                    <a:pt x="3629140" y="2707718"/>
                  </a:lnTo>
                  <a:lnTo>
                    <a:pt x="3700763" y="2710647"/>
                  </a:lnTo>
                  <a:lnTo>
                    <a:pt x="3772385" y="2713565"/>
                  </a:lnTo>
                  <a:lnTo>
                    <a:pt x="3844008" y="2716472"/>
                  </a:lnTo>
                  <a:lnTo>
                    <a:pt x="3915630" y="2719367"/>
                  </a:lnTo>
                  <a:lnTo>
                    <a:pt x="3987253" y="2722252"/>
                  </a:lnTo>
                  <a:lnTo>
                    <a:pt x="4058875" y="2725126"/>
                  </a:lnTo>
                  <a:lnTo>
                    <a:pt x="4130498" y="2727989"/>
                  </a:lnTo>
                  <a:lnTo>
                    <a:pt x="4202120" y="2730842"/>
                  </a:lnTo>
                  <a:lnTo>
                    <a:pt x="4273743" y="2733683"/>
                  </a:lnTo>
                  <a:lnTo>
                    <a:pt x="4345365" y="2736514"/>
                  </a:lnTo>
                  <a:lnTo>
                    <a:pt x="4416988" y="2739334"/>
                  </a:lnTo>
                  <a:lnTo>
                    <a:pt x="4488610" y="2742144"/>
                  </a:lnTo>
                  <a:lnTo>
                    <a:pt x="4560233" y="2744943"/>
                  </a:lnTo>
                  <a:lnTo>
                    <a:pt x="4631855" y="2747731"/>
                  </a:lnTo>
                  <a:lnTo>
                    <a:pt x="4703478" y="2750509"/>
                  </a:lnTo>
                  <a:lnTo>
                    <a:pt x="4775101" y="2753276"/>
                  </a:lnTo>
                  <a:lnTo>
                    <a:pt x="4846723" y="2756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99124"/>
              <a:ext cx="7090630" cy="873449"/>
            </a:xfrm>
            <a:custGeom>
              <a:avLst/>
              <a:pathLst>
                <a:path w="7090630" h="873449">
                  <a:moveTo>
                    <a:pt x="7090630" y="873449"/>
                  </a:moveTo>
                  <a:lnTo>
                    <a:pt x="7019007" y="865257"/>
                  </a:lnTo>
                  <a:lnTo>
                    <a:pt x="6947385" y="856702"/>
                  </a:lnTo>
                  <a:lnTo>
                    <a:pt x="6875762" y="847767"/>
                  </a:lnTo>
                  <a:lnTo>
                    <a:pt x="6804139" y="838436"/>
                  </a:lnTo>
                  <a:lnTo>
                    <a:pt x="6732517" y="828691"/>
                  </a:lnTo>
                  <a:lnTo>
                    <a:pt x="6660894" y="818514"/>
                  </a:lnTo>
                  <a:lnTo>
                    <a:pt x="6589272" y="807885"/>
                  </a:lnTo>
                  <a:lnTo>
                    <a:pt x="6517649" y="796785"/>
                  </a:lnTo>
                  <a:lnTo>
                    <a:pt x="6446027" y="785193"/>
                  </a:lnTo>
                  <a:lnTo>
                    <a:pt x="6374404" y="773086"/>
                  </a:lnTo>
                  <a:lnTo>
                    <a:pt x="6302782" y="760442"/>
                  </a:lnTo>
                  <a:lnTo>
                    <a:pt x="6231159" y="747238"/>
                  </a:lnTo>
                  <a:lnTo>
                    <a:pt x="6159537" y="733447"/>
                  </a:lnTo>
                  <a:lnTo>
                    <a:pt x="6087914" y="719045"/>
                  </a:lnTo>
                  <a:lnTo>
                    <a:pt x="6016292" y="704004"/>
                  </a:lnTo>
                  <a:lnTo>
                    <a:pt x="5944669" y="688296"/>
                  </a:lnTo>
                  <a:lnTo>
                    <a:pt x="5873047" y="671891"/>
                  </a:lnTo>
                  <a:lnTo>
                    <a:pt x="5801424" y="654759"/>
                  </a:lnTo>
                  <a:lnTo>
                    <a:pt x="5729802" y="636866"/>
                  </a:lnTo>
                  <a:lnTo>
                    <a:pt x="5658179" y="618180"/>
                  </a:lnTo>
                  <a:lnTo>
                    <a:pt x="5586557" y="598665"/>
                  </a:lnTo>
                  <a:lnTo>
                    <a:pt x="5514934" y="578284"/>
                  </a:lnTo>
                  <a:lnTo>
                    <a:pt x="5443311" y="556999"/>
                  </a:lnTo>
                  <a:lnTo>
                    <a:pt x="5371689" y="534770"/>
                  </a:lnTo>
                  <a:lnTo>
                    <a:pt x="5300066" y="511555"/>
                  </a:lnTo>
                  <a:lnTo>
                    <a:pt x="5228444" y="487311"/>
                  </a:lnTo>
                  <a:lnTo>
                    <a:pt x="5156821" y="461991"/>
                  </a:lnTo>
                  <a:lnTo>
                    <a:pt x="5085199" y="435547"/>
                  </a:lnTo>
                  <a:lnTo>
                    <a:pt x="5013576" y="407931"/>
                  </a:lnTo>
                  <a:lnTo>
                    <a:pt x="4941954" y="379090"/>
                  </a:lnTo>
                  <a:lnTo>
                    <a:pt x="4870331" y="348969"/>
                  </a:lnTo>
                  <a:lnTo>
                    <a:pt x="4798709" y="317512"/>
                  </a:lnTo>
                  <a:lnTo>
                    <a:pt x="4727086" y="284660"/>
                  </a:lnTo>
                  <a:lnTo>
                    <a:pt x="4655464" y="250351"/>
                  </a:lnTo>
                  <a:lnTo>
                    <a:pt x="4583841" y="227439"/>
                  </a:lnTo>
                  <a:lnTo>
                    <a:pt x="4512219" y="224292"/>
                  </a:lnTo>
                  <a:lnTo>
                    <a:pt x="4440596" y="221133"/>
                  </a:lnTo>
                  <a:lnTo>
                    <a:pt x="4368974" y="217962"/>
                  </a:lnTo>
                  <a:lnTo>
                    <a:pt x="4297351" y="214779"/>
                  </a:lnTo>
                  <a:lnTo>
                    <a:pt x="4225729" y="211584"/>
                  </a:lnTo>
                  <a:lnTo>
                    <a:pt x="4154106" y="208377"/>
                  </a:lnTo>
                  <a:lnTo>
                    <a:pt x="4082483" y="205158"/>
                  </a:lnTo>
                  <a:lnTo>
                    <a:pt x="4010861" y="201926"/>
                  </a:lnTo>
                  <a:lnTo>
                    <a:pt x="3939238" y="198683"/>
                  </a:lnTo>
                  <a:lnTo>
                    <a:pt x="3867616" y="195427"/>
                  </a:lnTo>
                  <a:lnTo>
                    <a:pt x="3795993" y="192159"/>
                  </a:lnTo>
                  <a:lnTo>
                    <a:pt x="3724371" y="188878"/>
                  </a:lnTo>
                  <a:lnTo>
                    <a:pt x="3652748" y="185585"/>
                  </a:lnTo>
                  <a:lnTo>
                    <a:pt x="3581126" y="182279"/>
                  </a:lnTo>
                  <a:lnTo>
                    <a:pt x="3509503" y="178961"/>
                  </a:lnTo>
                  <a:lnTo>
                    <a:pt x="3437881" y="175631"/>
                  </a:lnTo>
                  <a:lnTo>
                    <a:pt x="3366258" y="172287"/>
                  </a:lnTo>
                  <a:lnTo>
                    <a:pt x="3294636" y="168931"/>
                  </a:lnTo>
                  <a:lnTo>
                    <a:pt x="3223013" y="165563"/>
                  </a:lnTo>
                  <a:lnTo>
                    <a:pt x="3151391" y="162181"/>
                  </a:lnTo>
                  <a:lnTo>
                    <a:pt x="3079768" y="158787"/>
                  </a:lnTo>
                  <a:lnTo>
                    <a:pt x="3008146" y="155380"/>
                  </a:lnTo>
                  <a:lnTo>
                    <a:pt x="2936523" y="151960"/>
                  </a:lnTo>
                  <a:lnTo>
                    <a:pt x="2864901" y="148527"/>
                  </a:lnTo>
                  <a:lnTo>
                    <a:pt x="2793278" y="145081"/>
                  </a:lnTo>
                  <a:lnTo>
                    <a:pt x="2721655" y="141622"/>
                  </a:lnTo>
                  <a:lnTo>
                    <a:pt x="2650033" y="138150"/>
                  </a:lnTo>
                  <a:lnTo>
                    <a:pt x="2578410" y="134665"/>
                  </a:lnTo>
                  <a:lnTo>
                    <a:pt x="2506788" y="131166"/>
                  </a:lnTo>
                  <a:lnTo>
                    <a:pt x="2435165" y="127654"/>
                  </a:lnTo>
                  <a:lnTo>
                    <a:pt x="2363543" y="124129"/>
                  </a:lnTo>
                  <a:lnTo>
                    <a:pt x="2291920" y="120591"/>
                  </a:lnTo>
                  <a:lnTo>
                    <a:pt x="2220298" y="117039"/>
                  </a:lnTo>
                  <a:lnTo>
                    <a:pt x="2148675" y="113474"/>
                  </a:lnTo>
                  <a:lnTo>
                    <a:pt x="2077053" y="109895"/>
                  </a:lnTo>
                  <a:lnTo>
                    <a:pt x="2005430" y="106303"/>
                  </a:lnTo>
                  <a:lnTo>
                    <a:pt x="1933808" y="102697"/>
                  </a:lnTo>
                  <a:lnTo>
                    <a:pt x="1862185" y="99077"/>
                  </a:lnTo>
                  <a:lnTo>
                    <a:pt x="1790563" y="95444"/>
                  </a:lnTo>
                  <a:lnTo>
                    <a:pt x="1718940" y="91797"/>
                  </a:lnTo>
                  <a:lnTo>
                    <a:pt x="1647318" y="88136"/>
                  </a:lnTo>
                  <a:lnTo>
                    <a:pt x="1575695" y="84461"/>
                  </a:lnTo>
                  <a:lnTo>
                    <a:pt x="1504073" y="80773"/>
                  </a:lnTo>
                  <a:lnTo>
                    <a:pt x="1432450" y="77070"/>
                  </a:lnTo>
                  <a:lnTo>
                    <a:pt x="1360827" y="73353"/>
                  </a:lnTo>
                  <a:lnTo>
                    <a:pt x="1289205" y="69623"/>
                  </a:lnTo>
                  <a:lnTo>
                    <a:pt x="1217582" y="65878"/>
                  </a:lnTo>
                  <a:lnTo>
                    <a:pt x="1145960" y="62119"/>
                  </a:lnTo>
                  <a:lnTo>
                    <a:pt x="1074337" y="58345"/>
                  </a:lnTo>
                  <a:lnTo>
                    <a:pt x="1002715" y="54558"/>
                  </a:lnTo>
                  <a:lnTo>
                    <a:pt x="931092" y="50756"/>
                  </a:lnTo>
                  <a:lnTo>
                    <a:pt x="859470" y="46939"/>
                  </a:lnTo>
                  <a:lnTo>
                    <a:pt x="787847" y="43109"/>
                  </a:lnTo>
                  <a:lnTo>
                    <a:pt x="716225" y="39263"/>
                  </a:lnTo>
                  <a:lnTo>
                    <a:pt x="644602" y="35403"/>
                  </a:lnTo>
                  <a:lnTo>
                    <a:pt x="572980" y="31529"/>
                  </a:lnTo>
                  <a:lnTo>
                    <a:pt x="501357" y="27640"/>
                  </a:lnTo>
                  <a:lnTo>
                    <a:pt x="429735" y="23736"/>
                  </a:lnTo>
                  <a:lnTo>
                    <a:pt x="358112" y="19817"/>
                  </a:lnTo>
                  <a:lnTo>
                    <a:pt x="286490" y="15883"/>
                  </a:lnTo>
                  <a:lnTo>
                    <a:pt x="214867" y="11935"/>
                  </a:lnTo>
                  <a:lnTo>
                    <a:pt x="143245" y="7971"/>
                  </a:lnTo>
                  <a:lnTo>
                    <a:pt x="71622" y="3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216" y="2073503"/>
              <a:ext cx="6835462" cy="3117152"/>
            </a:xfrm>
            <a:custGeom>
              <a:avLst/>
              <a:pathLst>
                <a:path w="6835462" h="3117152">
                  <a:moveTo>
                    <a:pt x="0" y="0"/>
                  </a:moveTo>
                  <a:lnTo>
                    <a:pt x="31322" y="35994"/>
                  </a:lnTo>
                  <a:lnTo>
                    <a:pt x="102945" y="116381"/>
                  </a:lnTo>
                  <a:lnTo>
                    <a:pt x="174567" y="194893"/>
                  </a:lnTo>
                  <a:lnTo>
                    <a:pt x="246190" y="271575"/>
                  </a:lnTo>
                  <a:lnTo>
                    <a:pt x="317812" y="346469"/>
                  </a:lnTo>
                  <a:lnTo>
                    <a:pt x="389435" y="419617"/>
                  </a:lnTo>
                  <a:lnTo>
                    <a:pt x="461057" y="491060"/>
                  </a:lnTo>
                  <a:lnTo>
                    <a:pt x="532680" y="560836"/>
                  </a:lnTo>
                  <a:lnTo>
                    <a:pt x="604302" y="628986"/>
                  </a:lnTo>
                  <a:lnTo>
                    <a:pt x="675925" y="695547"/>
                  </a:lnTo>
                  <a:lnTo>
                    <a:pt x="747547" y="760556"/>
                  </a:lnTo>
                  <a:lnTo>
                    <a:pt x="819170" y="824049"/>
                  </a:lnTo>
                  <a:lnTo>
                    <a:pt x="890792" y="886061"/>
                  </a:lnTo>
                  <a:lnTo>
                    <a:pt x="962415" y="946628"/>
                  </a:lnTo>
                  <a:lnTo>
                    <a:pt x="1034037" y="1005783"/>
                  </a:lnTo>
                  <a:lnTo>
                    <a:pt x="1105660" y="1063558"/>
                  </a:lnTo>
                  <a:lnTo>
                    <a:pt x="1177282" y="1119987"/>
                  </a:lnTo>
                  <a:lnTo>
                    <a:pt x="1248905" y="1175100"/>
                  </a:lnTo>
                  <a:lnTo>
                    <a:pt x="1320527" y="1228927"/>
                  </a:lnTo>
                  <a:lnTo>
                    <a:pt x="1392150" y="1281500"/>
                  </a:lnTo>
                  <a:lnTo>
                    <a:pt x="1463773" y="1332847"/>
                  </a:lnTo>
                  <a:lnTo>
                    <a:pt x="1535395" y="1382997"/>
                  </a:lnTo>
                  <a:lnTo>
                    <a:pt x="1607018" y="1431977"/>
                  </a:lnTo>
                  <a:lnTo>
                    <a:pt x="1678640" y="1479816"/>
                  </a:lnTo>
                  <a:lnTo>
                    <a:pt x="1750263" y="1526539"/>
                  </a:lnTo>
                  <a:lnTo>
                    <a:pt x="1821885" y="1572172"/>
                  </a:lnTo>
                  <a:lnTo>
                    <a:pt x="1893508" y="1616742"/>
                  </a:lnTo>
                  <a:lnTo>
                    <a:pt x="1965130" y="1660273"/>
                  </a:lnTo>
                  <a:lnTo>
                    <a:pt x="2036753" y="1702788"/>
                  </a:lnTo>
                  <a:lnTo>
                    <a:pt x="2108375" y="1744312"/>
                  </a:lnTo>
                  <a:lnTo>
                    <a:pt x="2179998" y="1784869"/>
                  </a:lnTo>
                  <a:lnTo>
                    <a:pt x="2251620" y="1824479"/>
                  </a:lnTo>
                  <a:lnTo>
                    <a:pt x="2323243" y="1863166"/>
                  </a:lnTo>
                  <a:lnTo>
                    <a:pt x="2394865" y="1900951"/>
                  </a:lnTo>
                  <a:lnTo>
                    <a:pt x="2466488" y="1937855"/>
                  </a:lnTo>
                  <a:lnTo>
                    <a:pt x="2538110" y="1973899"/>
                  </a:lnTo>
                  <a:lnTo>
                    <a:pt x="2609733" y="2009102"/>
                  </a:lnTo>
                  <a:lnTo>
                    <a:pt x="2681355" y="2043484"/>
                  </a:lnTo>
                  <a:lnTo>
                    <a:pt x="2752978" y="2077065"/>
                  </a:lnTo>
                  <a:lnTo>
                    <a:pt x="2824601" y="2109863"/>
                  </a:lnTo>
                  <a:lnTo>
                    <a:pt x="2896223" y="2141896"/>
                  </a:lnTo>
                  <a:lnTo>
                    <a:pt x="2967846" y="2173182"/>
                  </a:lnTo>
                  <a:lnTo>
                    <a:pt x="3039468" y="2203739"/>
                  </a:lnTo>
                  <a:lnTo>
                    <a:pt x="3111091" y="2233583"/>
                  </a:lnTo>
                  <a:lnTo>
                    <a:pt x="3182713" y="2262731"/>
                  </a:lnTo>
                  <a:lnTo>
                    <a:pt x="3254336" y="2291200"/>
                  </a:lnTo>
                  <a:lnTo>
                    <a:pt x="3325958" y="2319005"/>
                  </a:lnTo>
                  <a:lnTo>
                    <a:pt x="3397581" y="2346162"/>
                  </a:lnTo>
                  <a:lnTo>
                    <a:pt x="3469203" y="2372686"/>
                  </a:lnTo>
                  <a:lnTo>
                    <a:pt x="3540826" y="2398591"/>
                  </a:lnTo>
                  <a:lnTo>
                    <a:pt x="3612448" y="2423892"/>
                  </a:lnTo>
                  <a:lnTo>
                    <a:pt x="3684071" y="2448603"/>
                  </a:lnTo>
                  <a:lnTo>
                    <a:pt x="3755693" y="2472738"/>
                  </a:lnTo>
                  <a:lnTo>
                    <a:pt x="3827316" y="2496311"/>
                  </a:lnTo>
                  <a:lnTo>
                    <a:pt x="3898938" y="2519333"/>
                  </a:lnTo>
                  <a:lnTo>
                    <a:pt x="3970561" y="2541819"/>
                  </a:lnTo>
                  <a:lnTo>
                    <a:pt x="4042183" y="2563781"/>
                  </a:lnTo>
                  <a:lnTo>
                    <a:pt x="4113806" y="2585231"/>
                  </a:lnTo>
                  <a:lnTo>
                    <a:pt x="4185429" y="2606180"/>
                  </a:lnTo>
                  <a:lnTo>
                    <a:pt x="4257051" y="2626641"/>
                  </a:lnTo>
                  <a:lnTo>
                    <a:pt x="4328674" y="2646625"/>
                  </a:lnTo>
                  <a:lnTo>
                    <a:pt x="4400296" y="2666143"/>
                  </a:lnTo>
                  <a:lnTo>
                    <a:pt x="4471919" y="2685206"/>
                  </a:lnTo>
                  <a:lnTo>
                    <a:pt x="4543541" y="2703825"/>
                  </a:lnTo>
                  <a:lnTo>
                    <a:pt x="4615164" y="2722009"/>
                  </a:lnTo>
                  <a:lnTo>
                    <a:pt x="4686786" y="2739770"/>
                  </a:lnTo>
                  <a:lnTo>
                    <a:pt x="4758409" y="2757116"/>
                  </a:lnTo>
                  <a:lnTo>
                    <a:pt x="4830031" y="2774058"/>
                  </a:lnTo>
                  <a:lnTo>
                    <a:pt x="4901654" y="2790605"/>
                  </a:lnTo>
                  <a:lnTo>
                    <a:pt x="4973276" y="2806766"/>
                  </a:lnTo>
                  <a:lnTo>
                    <a:pt x="5044899" y="2822550"/>
                  </a:lnTo>
                  <a:lnTo>
                    <a:pt x="5116521" y="2837967"/>
                  </a:lnTo>
                  <a:lnTo>
                    <a:pt x="5188144" y="2853023"/>
                  </a:lnTo>
                  <a:lnTo>
                    <a:pt x="5259766" y="2867729"/>
                  </a:lnTo>
                  <a:lnTo>
                    <a:pt x="5331389" y="2882092"/>
                  </a:lnTo>
                  <a:lnTo>
                    <a:pt x="5403011" y="2896120"/>
                  </a:lnTo>
                  <a:lnTo>
                    <a:pt x="5474634" y="2909821"/>
                  </a:lnTo>
                  <a:lnTo>
                    <a:pt x="5546257" y="2923202"/>
                  </a:lnTo>
                  <a:lnTo>
                    <a:pt x="5617879" y="2936272"/>
                  </a:lnTo>
                  <a:lnTo>
                    <a:pt x="5689502" y="2949037"/>
                  </a:lnTo>
                  <a:lnTo>
                    <a:pt x="5761124" y="2961504"/>
                  </a:lnTo>
                  <a:lnTo>
                    <a:pt x="5832747" y="2973680"/>
                  </a:lnTo>
                  <a:lnTo>
                    <a:pt x="5904369" y="2985573"/>
                  </a:lnTo>
                  <a:lnTo>
                    <a:pt x="5975992" y="2997188"/>
                  </a:lnTo>
                  <a:lnTo>
                    <a:pt x="6047614" y="3008533"/>
                  </a:lnTo>
                  <a:lnTo>
                    <a:pt x="6119237" y="3019612"/>
                  </a:lnTo>
                  <a:lnTo>
                    <a:pt x="6190859" y="3030434"/>
                  </a:lnTo>
                  <a:lnTo>
                    <a:pt x="6262482" y="3041003"/>
                  </a:lnTo>
                  <a:lnTo>
                    <a:pt x="6334104" y="3051326"/>
                  </a:lnTo>
                  <a:lnTo>
                    <a:pt x="6405727" y="3061408"/>
                  </a:lnTo>
                  <a:lnTo>
                    <a:pt x="6477349" y="3071256"/>
                  </a:lnTo>
                  <a:lnTo>
                    <a:pt x="6548972" y="3080873"/>
                  </a:lnTo>
                  <a:lnTo>
                    <a:pt x="6620594" y="3090266"/>
                  </a:lnTo>
                  <a:lnTo>
                    <a:pt x="6692217" y="3099441"/>
                  </a:lnTo>
                  <a:lnTo>
                    <a:pt x="6763839" y="3108401"/>
                  </a:lnTo>
                  <a:lnTo>
                    <a:pt x="6835462" y="3117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0.118 (n = 6)  |  per IQR decline (Δ = 21.9): 2.07 (1.12-3.81)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2026-10-08T10:07:51Z</dcterms:modified>
  <cp:category/>
</cp:coreProperties>
</file>