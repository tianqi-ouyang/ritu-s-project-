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430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604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77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0177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91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66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297696"/>
            </a:xfrm>
            <a:custGeom>
              <a:avLst/>
              <a:pathLst>
                <a:path w="7090630" h="3297696">
                  <a:moveTo>
                    <a:pt x="2250499" y="0"/>
                  </a:moveTo>
                  <a:lnTo>
                    <a:pt x="2291920" y="87033"/>
                  </a:lnTo>
                  <a:lnTo>
                    <a:pt x="2363543" y="231139"/>
                  </a:lnTo>
                  <a:lnTo>
                    <a:pt x="2435165" y="369132"/>
                  </a:lnTo>
                  <a:lnTo>
                    <a:pt x="2506788" y="501270"/>
                  </a:lnTo>
                  <a:lnTo>
                    <a:pt x="2578410" y="627802"/>
                  </a:lnTo>
                  <a:lnTo>
                    <a:pt x="2650033" y="748966"/>
                  </a:lnTo>
                  <a:lnTo>
                    <a:pt x="2721655" y="864989"/>
                  </a:lnTo>
                  <a:lnTo>
                    <a:pt x="2793278" y="976090"/>
                  </a:lnTo>
                  <a:lnTo>
                    <a:pt x="2864901" y="1082478"/>
                  </a:lnTo>
                  <a:lnTo>
                    <a:pt x="2936523" y="1184352"/>
                  </a:lnTo>
                  <a:lnTo>
                    <a:pt x="3008146" y="1281904"/>
                  </a:lnTo>
                  <a:lnTo>
                    <a:pt x="3079768" y="1375318"/>
                  </a:lnTo>
                  <a:lnTo>
                    <a:pt x="3151391" y="1464768"/>
                  </a:lnTo>
                  <a:lnTo>
                    <a:pt x="3223013" y="1550424"/>
                  </a:lnTo>
                  <a:lnTo>
                    <a:pt x="3294636" y="1632445"/>
                  </a:lnTo>
                  <a:lnTo>
                    <a:pt x="3366258" y="1710987"/>
                  </a:lnTo>
                  <a:lnTo>
                    <a:pt x="3437881" y="1786197"/>
                  </a:lnTo>
                  <a:lnTo>
                    <a:pt x="3509503" y="1858215"/>
                  </a:lnTo>
                  <a:lnTo>
                    <a:pt x="3581126" y="1927179"/>
                  </a:lnTo>
                  <a:lnTo>
                    <a:pt x="3652748" y="1993217"/>
                  </a:lnTo>
                  <a:lnTo>
                    <a:pt x="3724371" y="2056452"/>
                  </a:lnTo>
                  <a:lnTo>
                    <a:pt x="3795993" y="2117006"/>
                  </a:lnTo>
                  <a:lnTo>
                    <a:pt x="3867616" y="2174990"/>
                  </a:lnTo>
                  <a:lnTo>
                    <a:pt x="3939238" y="2230514"/>
                  </a:lnTo>
                  <a:lnTo>
                    <a:pt x="4010861" y="2283683"/>
                  </a:lnTo>
                  <a:lnTo>
                    <a:pt x="4082483" y="2334596"/>
                  </a:lnTo>
                  <a:lnTo>
                    <a:pt x="4154106" y="2383348"/>
                  </a:lnTo>
                  <a:lnTo>
                    <a:pt x="4225729" y="2430033"/>
                  </a:lnTo>
                  <a:lnTo>
                    <a:pt x="4297351" y="2474737"/>
                  </a:lnTo>
                  <a:lnTo>
                    <a:pt x="4368974" y="2517544"/>
                  </a:lnTo>
                  <a:lnTo>
                    <a:pt x="4440596" y="2558536"/>
                  </a:lnTo>
                  <a:lnTo>
                    <a:pt x="4512219" y="2597788"/>
                  </a:lnTo>
                  <a:lnTo>
                    <a:pt x="4583841" y="2635375"/>
                  </a:lnTo>
                  <a:lnTo>
                    <a:pt x="4655464" y="2655614"/>
                  </a:lnTo>
                  <a:lnTo>
                    <a:pt x="4727086" y="2658379"/>
                  </a:lnTo>
                  <a:lnTo>
                    <a:pt x="4798709" y="2661135"/>
                  </a:lnTo>
                  <a:lnTo>
                    <a:pt x="4870331" y="2663882"/>
                  </a:lnTo>
                  <a:lnTo>
                    <a:pt x="4941954" y="2666619"/>
                  </a:lnTo>
                  <a:lnTo>
                    <a:pt x="5013576" y="2669348"/>
                  </a:lnTo>
                  <a:lnTo>
                    <a:pt x="5085199" y="2672067"/>
                  </a:lnTo>
                  <a:lnTo>
                    <a:pt x="5156821" y="2674777"/>
                  </a:lnTo>
                  <a:lnTo>
                    <a:pt x="5228444" y="2677479"/>
                  </a:lnTo>
                  <a:lnTo>
                    <a:pt x="5300066" y="2680171"/>
                  </a:lnTo>
                  <a:lnTo>
                    <a:pt x="5371689" y="2682854"/>
                  </a:lnTo>
                  <a:lnTo>
                    <a:pt x="5443311" y="2685528"/>
                  </a:lnTo>
                  <a:lnTo>
                    <a:pt x="5514934" y="2688194"/>
                  </a:lnTo>
                  <a:lnTo>
                    <a:pt x="5586557" y="2690850"/>
                  </a:lnTo>
                  <a:lnTo>
                    <a:pt x="5658179" y="2693498"/>
                  </a:lnTo>
                  <a:lnTo>
                    <a:pt x="5729802" y="2696136"/>
                  </a:lnTo>
                  <a:lnTo>
                    <a:pt x="5801424" y="2698766"/>
                  </a:lnTo>
                  <a:lnTo>
                    <a:pt x="5873047" y="2701388"/>
                  </a:lnTo>
                  <a:lnTo>
                    <a:pt x="5944669" y="2704000"/>
                  </a:lnTo>
                  <a:lnTo>
                    <a:pt x="6016292" y="2706604"/>
                  </a:lnTo>
                  <a:lnTo>
                    <a:pt x="6087914" y="2709199"/>
                  </a:lnTo>
                  <a:lnTo>
                    <a:pt x="6159537" y="2711785"/>
                  </a:lnTo>
                  <a:lnTo>
                    <a:pt x="6231159" y="2714362"/>
                  </a:lnTo>
                  <a:lnTo>
                    <a:pt x="6302782" y="2716932"/>
                  </a:lnTo>
                  <a:lnTo>
                    <a:pt x="6374404" y="2719492"/>
                  </a:lnTo>
                  <a:lnTo>
                    <a:pt x="6446027" y="2722044"/>
                  </a:lnTo>
                  <a:lnTo>
                    <a:pt x="6517649" y="2724587"/>
                  </a:lnTo>
                  <a:lnTo>
                    <a:pt x="6589272" y="2727122"/>
                  </a:lnTo>
                  <a:lnTo>
                    <a:pt x="6660894" y="2729649"/>
                  </a:lnTo>
                  <a:lnTo>
                    <a:pt x="6732517" y="2732167"/>
                  </a:lnTo>
                  <a:lnTo>
                    <a:pt x="6804139" y="2734676"/>
                  </a:lnTo>
                  <a:lnTo>
                    <a:pt x="6875762" y="2737178"/>
                  </a:lnTo>
                  <a:lnTo>
                    <a:pt x="6947385" y="2739670"/>
                  </a:lnTo>
                  <a:lnTo>
                    <a:pt x="7019007" y="2742155"/>
                  </a:lnTo>
                  <a:lnTo>
                    <a:pt x="7090630" y="2744631"/>
                  </a:lnTo>
                  <a:lnTo>
                    <a:pt x="7090630" y="3297696"/>
                  </a:lnTo>
                  <a:lnTo>
                    <a:pt x="7019007" y="3289453"/>
                  </a:lnTo>
                  <a:lnTo>
                    <a:pt x="6947385" y="3280845"/>
                  </a:lnTo>
                  <a:lnTo>
                    <a:pt x="6875762" y="3271855"/>
                  </a:lnTo>
                  <a:lnTo>
                    <a:pt x="6804139" y="3262467"/>
                  </a:lnTo>
                  <a:lnTo>
                    <a:pt x="6732517" y="3252663"/>
                  </a:lnTo>
                  <a:lnTo>
                    <a:pt x="6660894" y="3242425"/>
                  </a:lnTo>
                  <a:lnTo>
                    <a:pt x="6589272" y="3231734"/>
                  </a:lnTo>
                  <a:lnTo>
                    <a:pt x="6517649" y="3220568"/>
                  </a:lnTo>
                  <a:lnTo>
                    <a:pt x="6446027" y="3208908"/>
                  </a:lnTo>
                  <a:lnTo>
                    <a:pt x="6374404" y="3196732"/>
                  </a:lnTo>
                  <a:lnTo>
                    <a:pt x="6302782" y="3184015"/>
                  </a:lnTo>
                  <a:lnTo>
                    <a:pt x="6231159" y="3170736"/>
                  </a:lnTo>
                  <a:lnTo>
                    <a:pt x="6159537" y="3156868"/>
                  </a:lnTo>
                  <a:lnTo>
                    <a:pt x="6087914" y="3142386"/>
                  </a:lnTo>
                  <a:lnTo>
                    <a:pt x="6016292" y="3127262"/>
                  </a:lnTo>
                  <a:lnTo>
                    <a:pt x="5944669" y="3111468"/>
                  </a:lnTo>
                  <a:lnTo>
                    <a:pt x="5873047" y="3094974"/>
                  </a:lnTo>
                  <a:lnTo>
                    <a:pt x="5801424" y="3077750"/>
                  </a:lnTo>
                  <a:lnTo>
                    <a:pt x="5729802" y="3059762"/>
                  </a:lnTo>
                  <a:lnTo>
                    <a:pt x="5658179" y="3040978"/>
                  </a:lnTo>
                  <a:lnTo>
                    <a:pt x="5586557" y="3021361"/>
                  </a:lnTo>
                  <a:lnTo>
                    <a:pt x="5514934" y="3000875"/>
                  </a:lnTo>
                  <a:lnTo>
                    <a:pt x="5443311" y="2979481"/>
                  </a:lnTo>
                  <a:lnTo>
                    <a:pt x="5371689" y="2957140"/>
                  </a:lnTo>
                  <a:lnTo>
                    <a:pt x="5300066" y="2933809"/>
                  </a:lnTo>
                  <a:lnTo>
                    <a:pt x="5228444" y="2909444"/>
                  </a:lnTo>
                  <a:lnTo>
                    <a:pt x="5156821" y="2884000"/>
                  </a:lnTo>
                  <a:lnTo>
                    <a:pt x="5085199" y="2857428"/>
                  </a:lnTo>
                  <a:lnTo>
                    <a:pt x="5013576" y="2829679"/>
                  </a:lnTo>
                  <a:lnTo>
                    <a:pt x="4941954" y="2800701"/>
                  </a:lnTo>
                  <a:lnTo>
                    <a:pt x="4870331" y="2770439"/>
                  </a:lnTo>
                  <a:lnTo>
                    <a:pt x="4798709" y="2738836"/>
                  </a:lnTo>
                  <a:lnTo>
                    <a:pt x="4727086" y="2705832"/>
                  </a:lnTo>
                  <a:lnTo>
                    <a:pt x="4655464" y="2671367"/>
                  </a:lnTo>
                  <a:lnTo>
                    <a:pt x="4583841" y="2652839"/>
                  </a:lnTo>
                  <a:lnTo>
                    <a:pt x="4512219" y="2650055"/>
                  </a:lnTo>
                  <a:lnTo>
                    <a:pt x="4440596" y="2647262"/>
                  </a:lnTo>
                  <a:lnTo>
                    <a:pt x="4368974" y="2644460"/>
                  </a:lnTo>
                  <a:lnTo>
                    <a:pt x="4297351" y="2641648"/>
                  </a:lnTo>
                  <a:lnTo>
                    <a:pt x="4225729" y="2638827"/>
                  </a:lnTo>
                  <a:lnTo>
                    <a:pt x="4154106" y="2635996"/>
                  </a:lnTo>
                  <a:lnTo>
                    <a:pt x="4082483" y="2633156"/>
                  </a:lnTo>
                  <a:lnTo>
                    <a:pt x="4010861" y="2630306"/>
                  </a:lnTo>
                  <a:lnTo>
                    <a:pt x="3939238" y="2627447"/>
                  </a:lnTo>
                  <a:lnTo>
                    <a:pt x="3867616" y="2624578"/>
                  </a:lnTo>
                  <a:lnTo>
                    <a:pt x="3795993" y="2621699"/>
                  </a:lnTo>
                  <a:lnTo>
                    <a:pt x="3724371" y="2618811"/>
                  </a:lnTo>
                  <a:lnTo>
                    <a:pt x="3652748" y="2615913"/>
                  </a:lnTo>
                  <a:lnTo>
                    <a:pt x="3581126" y="2613006"/>
                  </a:lnTo>
                  <a:lnTo>
                    <a:pt x="3509503" y="2610089"/>
                  </a:lnTo>
                  <a:lnTo>
                    <a:pt x="3437881" y="2607162"/>
                  </a:lnTo>
                  <a:lnTo>
                    <a:pt x="3366258" y="2604225"/>
                  </a:lnTo>
                  <a:lnTo>
                    <a:pt x="3294636" y="2601278"/>
                  </a:lnTo>
                  <a:lnTo>
                    <a:pt x="3223013" y="2598322"/>
                  </a:lnTo>
                  <a:lnTo>
                    <a:pt x="3151391" y="2595355"/>
                  </a:lnTo>
                  <a:lnTo>
                    <a:pt x="3079768" y="2592379"/>
                  </a:lnTo>
                  <a:lnTo>
                    <a:pt x="3008146" y="2589393"/>
                  </a:lnTo>
                  <a:lnTo>
                    <a:pt x="2936523" y="2586396"/>
                  </a:lnTo>
                  <a:lnTo>
                    <a:pt x="2864901" y="2583390"/>
                  </a:lnTo>
                  <a:lnTo>
                    <a:pt x="2793278" y="2580373"/>
                  </a:lnTo>
                  <a:lnTo>
                    <a:pt x="2721655" y="2577347"/>
                  </a:lnTo>
                  <a:lnTo>
                    <a:pt x="2650033" y="2574310"/>
                  </a:lnTo>
                  <a:lnTo>
                    <a:pt x="2578410" y="2571263"/>
                  </a:lnTo>
                  <a:lnTo>
                    <a:pt x="2506788" y="2568206"/>
                  </a:lnTo>
                  <a:lnTo>
                    <a:pt x="2435165" y="2565139"/>
                  </a:lnTo>
                  <a:lnTo>
                    <a:pt x="2363543" y="2562061"/>
                  </a:lnTo>
                  <a:lnTo>
                    <a:pt x="2291920" y="2558973"/>
                  </a:lnTo>
                  <a:lnTo>
                    <a:pt x="2220298" y="2555875"/>
                  </a:lnTo>
                  <a:lnTo>
                    <a:pt x="2148675" y="2552766"/>
                  </a:lnTo>
                  <a:lnTo>
                    <a:pt x="2077053" y="2549647"/>
                  </a:lnTo>
                  <a:lnTo>
                    <a:pt x="2005430" y="2546518"/>
                  </a:lnTo>
                  <a:lnTo>
                    <a:pt x="1933808" y="2543378"/>
                  </a:lnTo>
                  <a:lnTo>
                    <a:pt x="1862185" y="2540227"/>
                  </a:lnTo>
                  <a:lnTo>
                    <a:pt x="1790563" y="2537066"/>
                  </a:lnTo>
                  <a:lnTo>
                    <a:pt x="1718940" y="2533894"/>
                  </a:lnTo>
                  <a:lnTo>
                    <a:pt x="1647318" y="2530712"/>
                  </a:lnTo>
                  <a:lnTo>
                    <a:pt x="1575695" y="2527519"/>
                  </a:lnTo>
                  <a:lnTo>
                    <a:pt x="1504073" y="2524316"/>
                  </a:lnTo>
                  <a:lnTo>
                    <a:pt x="1432450" y="2521101"/>
                  </a:lnTo>
                  <a:lnTo>
                    <a:pt x="1360827" y="2517876"/>
                  </a:lnTo>
                  <a:lnTo>
                    <a:pt x="1289205" y="2514640"/>
                  </a:lnTo>
                  <a:lnTo>
                    <a:pt x="1217582" y="2511393"/>
                  </a:lnTo>
                  <a:lnTo>
                    <a:pt x="1145960" y="2508136"/>
                  </a:lnTo>
                  <a:lnTo>
                    <a:pt x="1074337" y="2504867"/>
                  </a:lnTo>
                  <a:lnTo>
                    <a:pt x="1002715" y="2501588"/>
                  </a:lnTo>
                  <a:lnTo>
                    <a:pt x="931092" y="2498297"/>
                  </a:lnTo>
                  <a:lnTo>
                    <a:pt x="859470" y="2494995"/>
                  </a:lnTo>
                  <a:lnTo>
                    <a:pt x="787847" y="2491683"/>
                  </a:lnTo>
                  <a:lnTo>
                    <a:pt x="716225" y="2488359"/>
                  </a:lnTo>
                  <a:lnTo>
                    <a:pt x="644602" y="2485024"/>
                  </a:lnTo>
                  <a:lnTo>
                    <a:pt x="572980" y="2481678"/>
                  </a:lnTo>
                  <a:lnTo>
                    <a:pt x="501357" y="2478321"/>
                  </a:lnTo>
                  <a:lnTo>
                    <a:pt x="429735" y="2474953"/>
                  </a:lnTo>
                  <a:lnTo>
                    <a:pt x="358112" y="2471573"/>
                  </a:lnTo>
                  <a:lnTo>
                    <a:pt x="286490" y="2468182"/>
                  </a:lnTo>
                  <a:lnTo>
                    <a:pt x="214867" y="2464779"/>
                  </a:lnTo>
                  <a:lnTo>
                    <a:pt x="143245" y="2461365"/>
                  </a:lnTo>
                  <a:lnTo>
                    <a:pt x="71622" y="2457940"/>
                  </a:lnTo>
                  <a:lnTo>
                    <a:pt x="0" y="245450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422548" y="2073503"/>
              <a:ext cx="4840130" cy="2744631"/>
            </a:xfrm>
            <a:custGeom>
              <a:avLst/>
              <a:pathLst>
                <a:path w="4840130" h="2744631">
                  <a:moveTo>
                    <a:pt x="0" y="0"/>
                  </a:moveTo>
                  <a:lnTo>
                    <a:pt x="41421" y="87033"/>
                  </a:lnTo>
                  <a:lnTo>
                    <a:pt x="113044" y="231139"/>
                  </a:lnTo>
                  <a:lnTo>
                    <a:pt x="184666" y="369132"/>
                  </a:lnTo>
                  <a:lnTo>
                    <a:pt x="256289" y="501270"/>
                  </a:lnTo>
                  <a:lnTo>
                    <a:pt x="327911" y="627802"/>
                  </a:lnTo>
                  <a:lnTo>
                    <a:pt x="399534" y="748966"/>
                  </a:lnTo>
                  <a:lnTo>
                    <a:pt x="471156" y="864989"/>
                  </a:lnTo>
                  <a:lnTo>
                    <a:pt x="542779" y="976090"/>
                  </a:lnTo>
                  <a:lnTo>
                    <a:pt x="614401" y="1082478"/>
                  </a:lnTo>
                  <a:lnTo>
                    <a:pt x="686024" y="1184352"/>
                  </a:lnTo>
                  <a:lnTo>
                    <a:pt x="757646" y="1281904"/>
                  </a:lnTo>
                  <a:lnTo>
                    <a:pt x="829269" y="1375318"/>
                  </a:lnTo>
                  <a:lnTo>
                    <a:pt x="900891" y="1464768"/>
                  </a:lnTo>
                  <a:lnTo>
                    <a:pt x="972514" y="1550424"/>
                  </a:lnTo>
                  <a:lnTo>
                    <a:pt x="1044136" y="1632445"/>
                  </a:lnTo>
                  <a:lnTo>
                    <a:pt x="1115759" y="1710987"/>
                  </a:lnTo>
                  <a:lnTo>
                    <a:pt x="1187382" y="1786197"/>
                  </a:lnTo>
                  <a:lnTo>
                    <a:pt x="1259004" y="1858215"/>
                  </a:lnTo>
                  <a:lnTo>
                    <a:pt x="1330627" y="1927179"/>
                  </a:lnTo>
                  <a:lnTo>
                    <a:pt x="1402249" y="1993217"/>
                  </a:lnTo>
                  <a:lnTo>
                    <a:pt x="1473872" y="2056452"/>
                  </a:lnTo>
                  <a:lnTo>
                    <a:pt x="1545494" y="2117006"/>
                  </a:lnTo>
                  <a:lnTo>
                    <a:pt x="1617117" y="2174990"/>
                  </a:lnTo>
                  <a:lnTo>
                    <a:pt x="1688739" y="2230514"/>
                  </a:lnTo>
                  <a:lnTo>
                    <a:pt x="1760362" y="2283683"/>
                  </a:lnTo>
                  <a:lnTo>
                    <a:pt x="1831984" y="2334596"/>
                  </a:lnTo>
                  <a:lnTo>
                    <a:pt x="1903607" y="2383348"/>
                  </a:lnTo>
                  <a:lnTo>
                    <a:pt x="1975229" y="2430033"/>
                  </a:lnTo>
                  <a:lnTo>
                    <a:pt x="2046852" y="2474737"/>
                  </a:lnTo>
                  <a:lnTo>
                    <a:pt x="2118474" y="2517544"/>
                  </a:lnTo>
                  <a:lnTo>
                    <a:pt x="2190097" y="2558536"/>
                  </a:lnTo>
                  <a:lnTo>
                    <a:pt x="2261719" y="2597788"/>
                  </a:lnTo>
                  <a:lnTo>
                    <a:pt x="2333342" y="2635375"/>
                  </a:lnTo>
                  <a:lnTo>
                    <a:pt x="2404964" y="2655614"/>
                  </a:lnTo>
                  <a:lnTo>
                    <a:pt x="2476587" y="2658379"/>
                  </a:lnTo>
                  <a:lnTo>
                    <a:pt x="2548210" y="2661135"/>
                  </a:lnTo>
                  <a:lnTo>
                    <a:pt x="2619832" y="2663882"/>
                  </a:lnTo>
                  <a:lnTo>
                    <a:pt x="2691455" y="2666619"/>
                  </a:lnTo>
                  <a:lnTo>
                    <a:pt x="2763077" y="2669348"/>
                  </a:lnTo>
                  <a:lnTo>
                    <a:pt x="2834700" y="2672067"/>
                  </a:lnTo>
                  <a:lnTo>
                    <a:pt x="2906322" y="2674777"/>
                  </a:lnTo>
                  <a:lnTo>
                    <a:pt x="2977945" y="2677479"/>
                  </a:lnTo>
                  <a:lnTo>
                    <a:pt x="3049567" y="2680171"/>
                  </a:lnTo>
                  <a:lnTo>
                    <a:pt x="3121190" y="2682854"/>
                  </a:lnTo>
                  <a:lnTo>
                    <a:pt x="3192812" y="2685528"/>
                  </a:lnTo>
                  <a:lnTo>
                    <a:pt x="3264435" y="2688194"/>
                  </a:lnTo>
                  <a:lnTo>
                    <a:pt x="3336057" y="2690850"/>
                  </a:lnTo>
                  <a:lnTo>
                    <a:pt x="3407680" y="2693498"/>
                  </a:lnTo>
                  <a:lnTo>
                    <a:pt x="3479302" y="2696136"/>
                  </a:lnTo>
                  <a:lnTo>
                    <a:pt x="3550925" y="2698766"/>
                  </a:lnTo>
                  <a:lnTo>
                    <a:pt x="3622547" y="2701388"/>
                  </a:lnTo>
                  <a:lnTo>
                    <a:pt x="3694170" y="2704000"/>
                  </a:lnTo>
                  <a:lnTo>
                    <a:pt x="3765792" y="2706604"/>
                  </a:lnTo>
                  <a:lnTo>
                    <a:pt x="3837415" y="2709199"/>
                  </a:lnTo>
                  <a:lnTo>
                    <a:pt x="3909038" y="2711785"/>
                  </a:lnTo>
                  <a:lnTo>
                    <a:pt x="3980660" y="2714362"/>
                  </a:lnTo>
                  <a:lnTo>
                    <a:pt x="4052283" y="2716932"/>
                  </a:lnTo>
                  <a:lnTo>
                    <a:pt x="4123905" y="2719492"/>
                  </a:lnTo>
                  <a:lnTo>
                    <a:pt x="4195528" y="2722044"/>
                  </a:lnTo>
                  <a:lnTo>
                    <a:pt x="4267150" y="2724587"/>
                  </a:lnTo>
                  <a:lnTo>
                    <a:pt x="4338773" y="2727122"/>
                  </a:lnTo>
                  <a:lnTo>
                    <a:pt x="4410395" y="2729649"/>
                  </a:lnTo>
                  <a:lnTo>
                    <a:pt x="4482018" y="2732167"/>
                  </a:lnTo>
                  <a:lnTo>
                    <a:pt x="4553640" y="2734676"/>
                  </a:lnTo>
                  <a:lnTo>
                    <a:pt x="4625263" y="2737178"/>
                  </a:lnTo>
                  <a:lnTo>
                    <a:pt x="4696885" y="2739670"/>
                  </a:lnTo>
                  <a:lnTo>
                    <a:pt x="4768508" y="2742155"/>
                  </a:lnTo>
                  <a:lnTo>
                    <a:pt x="4840130" y="274463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528006"/>
              <a:ext cx="7090630" cy="843192"/>
            </a:xfrm>
            <a:custGeom>
              <a:avLst/>
              <a:pathLst>
                <a:path w="7090630" h="843192">
                  <a:moveTo>
                    <a:pt x="7090630" y="843192"/>
                  </a:moveTo>
                  <a:lnTo>
                    <a:pt x="7019007" y="834949"/>
                  </a:lnTo>
                  <a:lnTo>
                    <a:pt x="6947385" y="826341"/>
                  </a:lnTo>
                  <a:lnTo>
                    <a:pt x="6875762" y="817351"/>
                  </a:lnTo>
                  <a:lnTo>
                    <a:pt x="6804139" y="807963"/>
                  </a:lnTo>
                  <a:lnTo>
                    <a:pt x="6732517" y="798160"/>
                  </a:lnTo>
                  <a:lnTo>
                    <a:pt x="6660894" y="787921"/>
                  </a:lnTo>
                  <a:lnTo>
                    <a:pt x="6589272" y="777230"/>
                  </a:lnTo>
                  <a:lnTo>
                    <a:pt x="6517649" y="766064"/>
                  </a:lnTo>
                  <a:lnTo>
                    <a:pt x="6446027" y="754404"/>
                  </a:lnTo>
                  <a:lnTo>
                    <a:pt x="6374404" y="742228"/>
                  </a:lnTo>
                  <a:lnTo>
                    <a:pt x="6302782" y="729512"/>
                  </a:lnTo>
                  <a:lnTo>
                    <a:pt x="6231159" y="716232"/>
                  </a:lnTo>
                  <a:lnTo>
                    <a:pt x="6159537" y="702364"/>
                  </a:lnTo>
                  <a:lnTo>
                    <a:pt x="6087914" y="687882"/>
                  </a:lnTo>
                  <a:lnTo>
                    <a:pt x="6016292" y="672758"/>
                  </a:lnTo>
                  <a:lnTo>
                    <a:pt x="5944669" y="656964"/>
                  </a:lnTo>
                  <a:lnTo>
                    <a:pt x="5873047" y="640470"/>
                  </a:lnTo>
                  <a:lnTo>
                    <a:pt x="5801424" y="623246"/>
                  </a:lnTo>
                  <a:lnTo>
                    <a:pt x="5729802" y="605258"/>
                  </a:lnTo>
                  <a:lnTo>
                    <a:pt x="5658179" y="586474"/>
                  </a:lnTo>
                  <a:lnTo>
                    <a:pt x="5586557" y="566857"/>
                  </a:lnTo>
                  <a:lnTo>
                    <a:pt x="5514934" y="546371"/>
                  </a:lnTo>
                  <a:lnTo>
                    <a:pt x="5443311" y="524978"/>
                  </a:lnTo>
                  <a:lnTo>
                    <a:pt x="5371689" y="502636"/>
                  </a:lnTo>
                  <a:lnTo>
                    <a:pt x="5300066" y="479305"/>
                  </a:lnTo>
                  <a:lnTo>
                    <a:pt x="5228444" y="454940"/>
                  </a:lnTo>
                  <a:lnTo>
                    <a:pt x="5156821" y="429496"/>
                  </a:lnTo>
                  <a:lnTo>
                    <a:pt x="5085199" y="402924"/>
                  </a:lnTo>
                  <a:lnTo>
                    <a:pt x="5013576" y="375175"/>
                  </a:lnTo>
                  <a:lnTo>
                    <a:pt x="4941954" y="346197"/>
                  </a:lnTo>
                  <a:lnTo>
                    <a:pt x="4870331" y="315935"/>
                  </a:lnTo>
                  <a:lnTo>
                    <a:pt x="4798709" y="284332"/>
                  </a:lnTo>
                  <a:lnTo>
                    <a:pt x="4727086" y="251329"/>
                  </a:lnTo>
                  <a:lnTo>
                    <a:pt x="4655464" y="216863"/>
                  </a:lnTo>
                  <a:lnTo>
                    <a:pt x="4583841" y="198335"/>
                  </a:lnTo>
                  <a:lnTo>
                    <a:pt x="4512219" y="195552"/>
                  </a:lnTo>
                  <a:lnTo>
                    <a:pt x="4440596" y="192758"/>
                  </a:lnTo>
                  <a:lnTo>
                    <a:pt x="4368974" y="189956"/>
                  </a:lnTo>
                  <a:lnTo>
                    <a:pt x="4297351" y="187144"/>
                  </a:lnTo>
                  <a:lnTo>
                    <a:pt x="4225729" y="184323"/>
                  </a:lnTo>
                  <a:lnTo>
                    <a:pt x="4154106" y="181492"/>
                  </a:lnTo>
                  <a:lnTo>
                    <a:pt x="4082483" y="178652"/>
                  </a:lnTo>
                  <a:lnTo>
                    <a:pt x="4010861" y="175802"/>
                  </a:lnTo>
                  <a:lnTo>
                    <a:pt x="3939238" y="172943"/>
                  </a:lnTo>
                  <a:lnTo>
                    <a:pt x="3867616" y="170074"/>
                  </a:lnTo>
                  <a:lnTo>
                    <a:pt x="3795993" y="167195"/>
                  </a:lnTo>
                  <a:lnTo>
                    <a:pt x="3724371" y="164307"/>
                  </a:lnTo>
                  <a:lnTo>
                    <a:pt x="3652748" y="161410"/>
                  </a:lnTo>
                  <a:lnTo>
                    <a:pt x="3581126" y="158502"/>
                  </a:lnTo>
                  <a:lnTo>
                    <a:pt x="3509503" y="155585"/>
                  </a:lnTo>
                  <a:lnTo>
                    <a:pt x="3437881" y="152658"/>
                  </a:lnTo>
                  <a:lnTo>
                    <a:pt x="3366258" y="149721"/>
                  </a:lnTo>
                  <a:lnTo>
                    <a:pt x="3294636" y="146774"/>
                  </a:lnTo>
                  <a:lnTo>
                    <a:pt x="3223013" y="143818"/>
                  </a:lnTo>
                  <a:lnTo>
                    <a:pt x="3151391" y="140851"/>
                  </a:lnTo>
                  <a:lnTo>
                    <a:pt x="3079768" y="137875"/>
                  </a:lnTo>
                  <a:lnTo>
                    <a:pt x="3008146" y="134889"/>
                  </a:lnTo>
                  <a:lnTo>
                    <a:pt x="2936523" y="131892"/>
                  </a:lnTo>
                  <a:lnTo>
                    <a:pt x="2864901" y="128886"/>
                  </a:lnTo>
                  <a:lnTo>
                    <a:pt x="2793278" y="125869"/>
                  </a:lnTo>
                  <a:lnTo>
                    <a:pt x="2721655" y="122843"/>
                  </a:lnTo>
                  <a:lnTo>
                    <a:pt x="2650033" y="119806"/>
                  </a:lnTo>
                  <a:lnTo>
                    <a:pt x="2578410" y="116759"/>
                  </a:lnTo>
                  <a:lnTo>
                    <a:pt x="2506788" y="113702"/>
                  </a:lnTo>
                  <a:lnTo>
                    <a:pt x="2435165" y="110635"/>
                  </a:lnTo>
                  <a:lnTo>
                    <a:pt x="2363543" y="107557"/>
                  </a:lnTo>
                  <a:lnTo>
                    <a:pt x="2291920" y="104469"/>
                  </a:lnTo>
                  <a:lnTo>
                    <a:pt x="2220298" y="101371"/>
                  </a:lnTo>
                  <a:lnTo>
                    <a:pt x="2148675" y="98262"/>
                  </a:lnTo>
                  <a:lnTo>
                    <a:pt x="2077053" y="95143"/>
                  </a:lnTo>
                  <a:lnTo>
                    <a:pt x="2005430" y="92014"/>
                  </a:lnTo>
                  <a:lnTo>
                    <a:pt x="1933808" y="88874"/>
                  </a:lnTo>
                  <a:lnTo>
                    <a:pt x="1862185" y="85723"/>
                  </a:lnTo>
                  <a:lnTo>
                    <a:pt x="1790563" y="82562"/>
                  </a:lnTo>
                  <a:lnTo>
                    <a:pt x="1718940" y="79391"/>
                  </a:lnTo>
                  <a:lnTo>
                    <a:pt x="1647318" y="76208"/>
                  </a:lnTo>
                  <a:lnTo>
                    <a:pt x="1575695" y="73015"/>
                  </a:lnTo>
                  <a:lnTo>
                    <a:pt x="1504073" y="69812"/>
                  </a:lnTo>
                  <a:lnTo>
                    <a:pt x="1432450" y="66597"/>
                  </a:lnTo>
                  <a:lnTo>
                    <a:pt x="1360827" y="63372"/>
                  </a:lnTo>
                  <a:lnTo>
                    <a:pt x="1289205" y="60136"/>
                  </a:lnTo>
                  <a:lnTo>
                    <a:pt x="1217582" y="56889"/>
                  </a:lnTo>
                  <a:lnTo>
                    <a:pt x="1145960" y="53632"/>
                  </a:lnTo>
                  <a:lnTo>
                    <a:pt x="1074337" y="50363"/>
                  </a:lnTo>
                  <a:lnTo>
                    <a:pt x="1002715" y="47084"/>
                  </a:lnTo>
                  <a:lnTo>
                    <a:pt x="931092" y="43793"/>
                  </a:lnTo>
                  <a:lnTo>
                    <a:pt x="859470" y="40492"/>
                  </a:lnTo>
                  <a:lnTo>
                    <a:pt x="787847" y="37179"/>
                  </a:lnTo>
                  <a:lnTo>
                    <a:pt x="716225" y="33855"/>
                  </a:lnTo>
                  <a:lnTo>
                    <a:pt x="644602" y="30520"/>
                  </a:lnTo>
                  <a:lnTo>
                    <a:pt x="572980" y="27174"/>
                  </a:lnTo>
                  <a:lnTo>
                    <a:pt x="501357" y="23817"/>
                  </a:lnTo>
                  <a:lnTo>
                    <a:pt x="429735" y="20449"/>
                  </a:lnTo>
                  <a:lnTo>
                    <a:pt x="358112" y="17069"/>
                  </a:lnTo>
                  <a:lnTo>
                    <a:pt x="286490" y="13678"/>
                  </a:lnTo>
                  <a:lnTo>
                    <a:pt x="214867" y="10275"/>
                  </a:lnTo>
                  <a:lnTo>
                    <a:pt x="143245" y="6862"/>
                  </a:lnTo>
                  <a:lnTo>
                    <a:pt x="71622" y="343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90904" y="2073503"/>
              <a:ext cx="6871774" cy="3112919"/>
            </a:xfrm>
            <a:custGeom>
              <a:avLst/>
              <a:pathLst>
                <a:path w="6871774" h="3112919">
                  <a:moveTo>
                    <a:pt x="0" y="0"/>
                  </a:moveTo>
                  <a:lnTo>
                    <a:pt x="67634" y="76017"/>
                  </a:lnTo>
                  <a:lnTo>
                    <a:pt x="139257" y="154659"/>
                  </a:lnTo>
                  <a:lnTo>
                    <a:pt x="210879" y="231487"/>
                  </a:lnTo>
                  <a:lnTo>
                    <a:pt x="282502" y="306541"/>
                  </a:lnTo>
                  <a:lnTo>
                    <a:pt x="354124" y="379863"/>
                  </a:lnTo>
                  <a:lnTo>
                    <a:pt x="425747" y="451493"/>
                  </a:lnTo>
                  <a:lnTo>
                    <a:pt x="497369" y="521471"/>
                  </a:lnTo>
                  <a:lnTo>
                    <a:pt x="568992" y="589833"/>
                  </a:lnTo>
                  <a:lnTo>
                    <a:pt x="640614" y="656617"/>
                  </a:lnTo>
                  <a:lnTo>
                    <a:pt x="712237" y="721861"/>
                  </a:lnTo>
                  <a:lnTo>
                    <a:pt x="783859" y="785598"/>
                  </a:lnTo>
                  <a:lnTo>
                    <a:pt x="855482" y="847865"/>
                  </a:lnTo>
                  <a:lnTo>
                    <a:pt x="927104" y="908695"/>
                  </a:lnTo>
                  <a:lnTo>
                    <a:pt x="998727" y="968121"/>
                  </a:lnTo>
                  <a:lnTo>
                    <a:pt x="1070349" y="1026175"/>
                  </a:lnTo>
                  <a:lnTo>
                    <a:pt x="1141972" y="1082890"/>
                  </a:lnTo>
                  <a:lnTo>
                    <a:pt x="1213595" y="1138296"/>
                  </a:lnTo>
                  <a:lnTo>
                    <a:pt x="1285217" y="1192424"/>
                  </a:lnTo>
                  <a:lnTo>
                    <a:pt x="1356840" y="1245302"/>
                  </a:lnTo>
                  <a:lnTo>
                    <a:pt x="1428462" y="1296960"/>
                  </a:lnTo>
                  <a:lnTo>
                    <a:pt x="1500085" y="1347425"/>
                  </a:lnTo>
                  <a:lnTo>
                    <a:pt x="1571707" y="1396727"/>
                  </a:lnTo>
                  <a:lnTo>
                    <a:pt x="1643330" y="1444890"/>
                  </a:lnTo>
                  <a:lnTo>
                    <a:pt x="1714952" y="1491942"/>
                  </a:lnTo>
                  <a:lnTo>
                    <a:pt x="1786575" y="1537908"/>
                  </a:lnTo>
                  <a:lnTo>
                    <a:pt x="1858197" y="1582813"/>
                  </a:lnTo>
                  <a:lnTo>
                    <a:pt x="1929820" y="1626682"/>
                  </a:lnTo>
                  <a:lnTo>
                    <a:pt x="2001442" y="1669539"/>
                  </a:lnTo>
                  <a:lnTo>
                    <a:pt x="2073065" y="1711406"/>
                  </a:lnTo>
                  <a:lnTo>
                    <a:pt x="2144687" y="1752308"/>
                  </a:lnTo>
                  <a:lnTo>
                    <a:pt x="2216310" y="1792265"/>
                  </a:lnTo>
                  <a:lnTo>
                    <a:pt x="2287932" y="1831300"/>
                  </a:lnTo>
                  <a:lnTo>
                    <a:pt x="2359555" y="1869435"/>
                  </a:lnTo>
                  <a:lnTo>
                    <a:pt x="2431177" y="1906689"/>
                  </a:lnTo>
                  <a:lnTo>
                    <a:pt x="2502800" y="1943084"/>
                  </a:lnTo>
                  <a:lnTo>
                    <a:pt x="2574422" y="1978639"/>
                  </a:lnTo>
                  <a:lnTo>
                    <a:pt x="2646045" y="2013373"/>
                  </a:lnTo>
                  <a:lnTo>
                    <a:pt x="2717668" y="2047306"/>
                  </a:lnTo>
                  <a:lnTo>
                    <a:pt x="2789290" y="2080455"/>
                  </a:lnTo>
                  <a:lnTo>
                    <a:pt x="2860913" y="2112840"/>
                  </a:lnTo>
                  <a:lnTo>
                    <a:pt x="2932535" y="2144477"/>
                  </a:lnTo>
                  <a:lnTo>
                    <a:pt x="3004158" y="2175384"/>
                  </a:lnTo>
                  <a:lnTo>
                    <a:pt x="3075780" y="2205578"/>
                  </a:lnTo>
                  <a:lnTo>
                    <a:pt x="3147403" y="2235075"/>
                  </a:lnTo>
                  <a:lnTo>
                    <a:pt x="3219025" y="2263891"/>
                  </a:lnTo>
                  <a:lnTo>
                    <a:pt x="3290648" y="2292043"/>
                  </a:lnTo>
                  <a:lnTo>
                    <a:pt x="3362270" y="2319544"/>
                  </a:lnTo>
                  <a:lnTo>
                    <a:pt x="3433893" y="2346411"/>
                  </a:lnTo>
                  <a:lnTo>
                    <a:pt x="3505515" y="2372658"/>
                  </a:lnTo>
                  <a:lnTo>
                    <a:pt x="3577138" y="2398300"/>
                  </a:lnTo>
                  <a:lnTo>
                    <a:pt x="3648760" y="2423349"/>
                  </a:lnTo>
                  <a:lnTo>
                    <a:pt x="3720383" y="2447820"/>
                  </a:lnTo>
                  <a:lnTo>
                    <a:pt x="3792005" y="2471727"/>
                  </a:lnTo>
                  <a:lnTo>
                    <a:pt x="3863628" y="2495082"/>
                  </a:lnTo>
                  <a:lnTo>
                    <a:pt x="3935250" y="2517898"/>
                  </a:lnTo>
                  <a:lnTo>
                    <a:pt x="4006873" y="2540188"/>
                  </a:lnTo>
                  <a:lnTo>
                    <a:pt x="4078496" y="2561963"/>
                  </a:lnTo>
                  <a:lnTo>
                    <a:pt x="4150118" y="2583235"/>
                  </a:lnTo>
                  <a:lnTo>
                    <a:pt x="4221741" y="2604017"/>
                  </a:lnTo>
                  <a:lnTo>
                    <a:pt x="4293363" y="2624319"/>
                  </a:lnTo>
                  <a:lnTo>
                    <a:pt x="4364986" y="2644152"/>
                  </a:lnTo>
                  <a:lnTo>
                    <a:pt x="4436608" y="2663528"/>
                  </a:lnTo>
                  <a:lnTo>
                    <a:pt x="4508231" y="2682457"/>
                  </a:lnTo>
                  <a:lnTo>
                    <a:pt x="4579853" y="2700949"/>
                  </a:lnTo>
                  <a:lnTo>
                    <a:pt x="4651476" y="2719014"/>
                  </a:lnTo>
                  <a:lnTo>
                    <a:pt x="4723098" y="2736662"/>
                  </a:lnTo>
                  <a:lnTo>
                    <a:pt x="4794721" y="2753903"/>
                  </a:lnTo>
                  <a:lnTo>
                    <a:pt x="4866343" y="2770746"/>
                  </a:lnTo>
                  <a:lnTo>
                    <a:pt x="4937966" y="2787200"/>
                  </a:lnTo>
                  <a:lnTo>
                    <a:pt x="5009588" y="2803275"/>
                  </a:lnTo>
                  <a:lnTo>
                    <a:pt x="5081211" y="2818978"/>
                  </a:lnTo>
                  <a:lnTo>
                    <a:pt x="5152833" y="2834320"/>
                  </a:lnTo>
                  <a:lnTo>
                    <a:pt x="5224456" y="2849307"/>
                  </a:lnTo>
                  <a:lnTo>
                    <a:pt x="5296078" y="2863948"/>
                  </a:lnTo>
                  <a:lnTo>
                    <a:pt x="5367701" y="2878252"/>
                  </a:lnTo>
                  <a:lnTo>
                    <a:pt x="5439324" y="2892225"/>
                  </a:lnTo>
                  <a:lnTo>
                    <a:pt x="5510946" y="2905876"/>
                  </a:lnTo>
                  <a:lnTo>
                    <a:pt x="5582569" y="2919212"/>
                  </a:lnTo>
                  <a:lnTo>
                    <a:pt x="5654191" y="2932240"/>
                  </a:lnTo>
                  <a:lnTo>
                    <a:pt x="5725814" y="2944967"/>
                  </a:lnTo>
                  <a:lnTo>
                    <a:pt x="5797436" y="2957401"/>
                  </a:lnTo>
                  <a:lnTo>
                    <a:pt x="5869059" y="2969548"/>
                  </a:lnTo>
                  <a:lnTo>
                    <a:pt x="5940681" y="2981414"/>
                  </a:lnTo>
                  <a:lnTo>
                    <a:pt x="6012304" y="2993007"/>
                  </a:lnTo>
                  <a:lnTo>
                    <a:pt x="6083926" y="3004332"/>
                  </a:lnTo>
                  <a:lnTo>
                    <a:pt x="6155549" y="3015396"/>
                  </a:lnTo>
                  <a:lnTo>
                    <a:pt x="6227171" y="3026204"/>
                  </a:lnTo>
                  <a:lnTo>
                    <a:pt x="6298794" y="3036763"/>
                  </a:lnTo>
                  <a:lnTo>
                    <a:pt x="6370416" y="3047078"/>
                  </a:lnTo>
                  <a:lnTo>
                    <a:pt x="6442039" y="3057156"/>
                  </a:lnTo>
                  <a:lnTo>
                    <a:pt x="6513661" y="3067000"/>
                  </a:lnTo>
                  <a:lnTo>
                    <a:pt x="6585284" y="3076618"/>
                  </a:lnTo>
                  <a:lnTo>
                    <a:pt x="6656906" y="3086013"/>
                  </a:lnTo>
                  <a:lnTo>
                    <a:pt x="6728529" y="3095192"/>
                  </a:lnTo>
                  <a:lnTo>
                    <a:pt x="6800152" y="3104159"/>
                  </a:lnTo>
                  <a:lnTo>
                    <a:pt x="6871774" y="311291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93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6754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68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12099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688107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443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1.39 (1.05-1.84), p_Bonf = 0.133 (n = 6)  |  per IQR decline (Δ = 21.9): 2.05 (1.11-3.79)  |  IQR: [-10.4, 11.4]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2026-10-09T11:52:43Z</dcterms:modified>
  <cp:category/>
</cp:coreProperties>
</file>