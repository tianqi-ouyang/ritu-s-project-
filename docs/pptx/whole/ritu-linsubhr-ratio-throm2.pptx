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42572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29828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517083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704339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36200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423456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610711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797967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g21"/>
            <p:cNvSpPr/>
            <p:nvPr/>
          </p:nvSpPr>
          <p:spPr>
            <a:xfrm>
              <a:off x="1172049" y="2073503"/>
              <a:ext cx="7090630" cy="3401354"/>
            </a:xfrm>
            <a:custGeom>
              <a:avLst/>
              <a:pathLst>
                <a:path w="7090630" h="3401354">
                  <a:moveTo>
                    <a:pt x="688300" y="0"/>
                  </a:moveTo>
                  <a:lnTo>
                    <a:pt x="716225" y="57147"/>
                  </a:lnTo>
                  <a:lnTo>
                    <a:pt x="787847" y="197709"/>
                  </a:lnTo>
                  <a:lnTo>
                    <a:pt x="859470" y="332504"/>
                  </a:lnTo>
                  <a:lnTo>
                    <a:pt x="931092" y="461770"/>
                  </a:lnTo>
                  <a:lnTo>
                    <a:pt x="1002715" y="585734"/>
                  </a:lnTo>
                  <a:lnTo>
                    <a:pt x="1074337" y="704612"/>
                  </a:lnTo>
                  <a:lnTo>
                    <a:pt x="1145960" y="818614"/>
                  </a:lnTo>
                  <a:lnTo>
                    <a:pt x="1217582" y="927939"/>
                  </a:lnTo>
                  <a:lnTo>
                    <a:pt x="1289205" y="1032780"/>
                  </a:lnTo>
                  <a:lnTo>
                    <a:pt x="1360827" y="1133320"/>
                  </a:lnTo>
                  <a:lnTo>
                    <a:pt x="1432450" y="1229736"/>
                  </a:lnTo>
                  <a:lnTo>
                    <a:pt x="1504073" y="1322197"/>
                  </a:lnTo>
                  <a:lnTo>
                    <a:pt x="1575695" y="1410866"/>
                  </a:lnTo>
                  <a:lnTo>
                    <a:pt x="1647318" y="1495896"/>
                  </a:lnTo>
                  <a:lnTo>
                    <a:pt x="1718940" y="1577439"/>
                  </a:lnTo>
                  <a:lnTo>
                    <a:pt x="1790563" y="1655637"/>
                  </a:lnTo>
                  <a:lnTo>
                    <a:pt x="1862185" y="1730628"/>
                  </a:lnTo>
                  <a:lnTo>
                    <a:pt x="1933808" y="1802542"/>
                  </a:lnTo>
                  <a:lnTo>
                    <a:pt x="2005430" y="1871506"/>
                  </a:lnTo>
                  <a:lnTo>
                    <a:pt x="2077053" y="1937641"/>
                  </a:lnTo>
                  <a:lnTo>
                    <a:pt x="2148675" y="2001063"/>
                  </a:lnTo>
                  <a:lnTo>
                    <a:pt x="2220298" y="2061884"/>
                  </a:lnTo>
                  <a:lnTo>
                    <a:pt x="2291920" y="2120210"/>
                  </a:lnTo>
                  <a:lnTo>
                    <a:pt x="2363543" y="2176143"/>
                  </a:lnTo>
                  <a:lnTo>
                    <a:pt x="2435165" y="2229781"/>
                  </a:lnTo>
                  <a:lnTo>
                    <a:pt x="2506788" y="2281220"/>
                  </a:lnTo>
                  <a:lnTo>
                    <a:pt x="2578410" y="2330548"/>
                  </a:lnTo>
                  <a:lnTo>
                    <a:pt x="2650033" y="2377853"/>
                  </a:lnTo>
                  <a:lnTo>
                    <a:pt x="2721655" y="2423218"/>
                  </a:lnTo>
                  <a:lnTo>
                    <a:pt x="2793278" y="2466721"/>
                  </a:lnTo>
                  <a:lnTo>
                    <a:pt x="2864901" y="2508440"/>
                  </a:lnTo>
                  <a:lnTo>
                    <a:pt x="2936523" y="2548448"/>
                  </a:lnTo>
                  <a:lnTo>
                    <a:pt x="3008146" y="2586815"/>
                  </a:lnTo>
                  <a:lnTo>
                    <a:pt x="3079768" y="2623607"/>
                  </a:lnTo>
                  <a:lnTo>
                    <a:pt x="3151391" y="2653160"/>
                  </a:lnTo>
                  <a:lnTo>
                    <a:pt x="3223013" y="2644669"/>
                  </a:lnTo>
                  <a:lnTo>
                    <a:pt x="3294636" y="2636091"/>
                  </a:lnTo>
                  <a:lnTo>
                    <a:pt x="3366258" y="2627426"/>
                  </a:lnTo>
                  <a:lnTo>
                    <a:pt x="3437881" y="2618672"/>
                  </a:lnTo>
                  <a:lnTo>
                    <a:pt x="3509503" y="2609829"/>
                  </a:lnTo>
                  <a:lnTo>
                    <a:pt x="3581126" y="2600895"/>
                  </a:lnTo>
                  <a:lnTo>
                    <a:pt x="3652748" y="2591869"/>
                  </a:lnTo>
                  <a:lnTo>
                    <a:pt x="3724371" y="2582752"/>
                  </a:lnTo>
                  <a:lnTo>
                    <a:pt x="3795993" y="2573541"/>
                  </a:lnTo>
                  <a:lnTo>
                    <a:pt x="3867616" y="2564236"/>
                  </a:lnTo>
                  <a:lnTo>
                    <a:pt x="3939238" y="2554837"/>
                  </a:lnTo>
                  <a:lnTo>
                    <a:pt x="4010861" y="2545340"/>
                  </a:lnTo>
                  <a:lnTo>
                    <a:pt x="4082483" y="2535747"/>
                  </a:lnTo>
                  <a:lnTo>
                    <a:pt x="4154106" y="2526056"/>
                  </a:lnTo>
                  <a:lnTo>
                    <a:pt x="4225729" y="2516266"/>
                  </a:lnTo>
                  <a:lnTo>
                    <a:pt x="4297351" y="2506375"/>
                  </a:lnTo>
                  <a:lnTo>
                    <a:pt x="4368974" y="2496384"/>
                  </a:lnTo>
                  <a:lnTo>
                    <a:pt x="4440596" y="2486290"/>
                  </a:lnTo>
                  <a:lnTo>
                    <a:pt x="4512219" y="2476094"/>
                  </a:lnTo>
                  <a:lnTo>
                    <a:pt x="4583841" y="2465793"/>
                  </a:lnTo>
                  <a:lnTo>
                    <a:pt x="4655464" y="2455386"/>
                  </a:lnTo>
                  <a:lnTo>
                    <a:pt x="4727086" y="2444874"/>
                  </a:lnTo>
                  <a:lnTo>
                    <a:pt x="4798709" y="2434253"/>
                  </a:lnTo>
                  <a:lnTo>
                    <a:pt x="4870331" y="2423525"/>
                  </a:lnTo>
                  <a:lnTo>
                    <a:pt x="4941954" y="2412686"/>
                  </a:lnTo>
                  <a:lnTo>
                    <a:pt x="5013576" y="2401737"/>
                  </a:lnTo>
                  <a:lnTo>
                    <a:pt x="5085199" y="2390676"/>
                  </a:lnTo>
                  <a:lnTo>
                    <a:pt x="5156821" y="2379502"/>
                  </a:lnTo>
                  <a:lnTo>
                    <a:pt x="5228444" y="2368213"/>
                  </a:lnTo>
                  <a:lnTo>
                    <a:pt x="5300066" y="2356809"/>
                  </a:lnTo>
                  <a:lnTo>
                    <a:pt x="5371689" y="2345289"/>
                  </a:lnTo>
                  <a:lnTo>
                    <a:pt x="5443311" y="2333651"/>
                  </a:lnTo>
                  <a:lnTo>
                    <a:pt x="5514934" y="2321893"/>
                  </a:lnTo>
                  <a:lnTo>
                    <a:pt x="5586557" y="2310016"/>
                  </a:lnTo>
                  <a:lnTo>
                    <a:pt x="5658179" y="2298017"/>
                  </a:lnTo>
                  <a:lnTo>
                    <a:pt x="5729802" y="2285896"/>
                  </a:lnTo>
                  <a:lnTo>
                    <a:pt x="5801424" y="2273650"/>
                  </a:lnTo>
                  <a:lnTo>
                    <a:pt x="5873047" y="2261280"/>
                  </a:lnTo>
                  <a:lnTo>
                    <a:pt x="5944669" y="2248783"/>
                  </a:lnTo>
                  <a:lnTo>
                    <a:pt x="6016292" y="2236158"/>
                  </a:lnTo>
                  <a:lnTo>
                    <a:pt x="6087914" y="2223404"/>
                  </a:lnTo>
                  <a:lnTo>
                    <a:pt x="6159537" y="2210520"/>
                  </a:lnTo>
                  <a:lnTo>
                    <a:pt x="6231159" y="2197504"/>
                  </a:lnTo>
                  <a:lnTo>
                    <a:pt x="6302782" y="2184355"/>
                  </a:lnTo>
                  <a:lnTo>
                    <a:pt x="6374404" y="2171072"/>
                  </a:lnTo>
                  <a:lnTo>
                    <a:pt x="6446027" y="2157652"/>
                  </a:lnTo>
                  <a:lnTo>
                    <a:pt x="6517649" y="2144096"/>
                  </a:lnTo>
                  <a:lnTo>
                    <a:pt x="6589272" y="2130401"/>
                  </a:lnTo>
                  <a:lnTo>
                    <a:pt x="6660894" y="2116566"/>
                  </a:lnTo>
                  <a:lnTo>
                    <a:pt x="6732517" y="2102590"/>
                  </a:lnTo>
                  <a:lnTo>
                    <a:pt x="6804139" y="2088470"/>
                  </a:lnTo>
                  <a:lnTo>
                    <a:pt x="6875762" y="2074207"/>
                  </a:lnTo>
                  <a:lnTo>
                    <a:pt x="6947385" y="2059797"/>
                  </a:lnTo>
                  <a:lnTo>
                    <a:pt x="7019007" y="2045241"/>
                  </a:lnTo>
                  <a:lnTo>
                    <a:pt x="7090630" y="2030535"/>
                  </a:lnTo>
                  <a:lnTo>
                    <a:pt x="7090630" y="3401354"/>
                  </a:lnTo>
                  <a:lnTo>
                    <a:pt x="7019007" y="3397830"/>
                  </a:lnTo>
                  <a:lnTo>
                    <a:pt x="6947385" y="3394155"/>
                  </a:lnTo>
                  <a:lnTo>
                    <a:pt x="6875762" y="3390322"/>
                  </a:lnTo>
                  <a:lnTo>
                    <a:pt x="6804139" y="3386326"/>
                  </a:lnTo>
                  <a:lnTo>
                    <a:pt x="6732517" y="3382159"/>
                  </a:lnTo>
                  <a:lnTo>
                    <a:pt x="6660894" y="3377813"/>
                  </a:lnTo>
                  <a:lnTo>
                    <a:pt x="6589272" y="3373282"/>
                  </a:lnTo>
                  <a:lnTo>
                    <a:pt x="6517649" y="3368557"/>
                  </a:lnTo>
                  <a:lnTo>
                    <a:pt x="6446027" y="3363630"/>
                  </a:lnTo>
                  <a:lnTo>
                    <a:pt x="6374404" y="3358492"/>
                  </a:lnTo>
                  <a:lnTo>
                    <a:pt x="6302782" y="3353134"/>
                  </a:lnTo>
                  <a:lnTo>
                    <a:pt x="6231159" y="3347547"/>
                  </a:lnTo>
                  <a:lnTo>
                    <a:pt x="6159537" y="3341721"/>
                  </a:lnTo>
                  <a:lnTo>
                    <a:pt x="6087914" y="3335646"/>
                  </a:lnTo>
                  <a:lnTo>
                    <a:pt x="6016292" y="3329311"/>
                  </a:lnTo>
                  <a:lnTo>
                    <a:pt x="5944669" y="3322705"/>
                  </a:lnTo>
                  <a:lnTo>
                    <a:pt x="5873047" y="3315816"/>
                  </a:lnTo>
                  <a:lnTo>
                    <a:pt x="5801424" y="3308633"/>
                  </a:lnTo>
                  <a:lnTo>
                    <a:pt x="5729802" y="3301142"/>
                  </a:lnTo>
                  <a:lnTo>
                    <a:pt x="5658179" y="3293331"/>
                  </a:lnTo>
                  <a:lnTo>
                    <a:pt x="5586557" y="3285186"/>
                  </a:lnTo>
                  <a:lnTo>
                    <a:pt x="5514934" y="3276693"/>
                  </a:lnTo>
                  <a:lnTo>
                    <a:pt x="5443311" y="3267836"/>
                  </a:lnTo>
                  <a:lnTo>
                    <a:pt x="5371689" y="3258600"/>
                  </a:lnTo>
                  <a:lnTo>
                    <a:pt x="5300066" y="3248969"/>
                  </a:lnTo>
                  <a:lnTo>
                    <a:pt x="5228444" y="3238927"/>
                  </a:lnTo>
                  <a:lnTo>
                    <a:pt x="5156821" y="3228454"/>
                  </a:lnTo>
                  <a:lnTo>
                    <a:pt x="5085199" y="3217534"/>
                  </a:lnTo>
                  <a:lnTo>
                    <a:pt x="5013576" y="3206147"/>
                  </a:lnTo>
                  <a:lnTo>
                    <a:pt x="4941954" y="3194273"/>
                  </a:lnTo>
                  <a:lnTo>
                    <a:pt x="4870331" y="3181890"/>
                  </a:lnTo>
                  <a:lnTo>
                    <a:pt x="4798709" y="3168978"/>
                  </a:lnTo>
                  <a:lnTo>
                    <a:pt x="4727086" y="3155514"/>
                  </a:lnTo>
                  <a:lnTo>
                    <a:pt x="4655464" y="3141474"/>
                  </a:lnTo>
                  <a:lnTo>
                    <a:pt x="4583841" y="3126833"/>
                  </a:lnTo>
                  <a:lnTo>
                    <a:pt x="4512219" y="3111566"/>
                  </a:lnTo>
                  <a:lnTo>
                    <a:pt x="4440596" y="3095646"/>
                  </a:lnTo>
                  <a:lnTo>
                    <a:pt x="4368974" y="3079044"/>
                  </a:lnTo>
                  <a:lnTo>
                    <a:pt x="4297351" y="3061733"/>
                  </a:lnTo>
                  <a:lnTo>
                    <a:pt x="4225729" y="3043681"/>
                  </a:lnTo>
                  <a:lnTo>
                    <a:pt x="4154106" y="3024858"/>
                  </a:lnTo>
                  <a:lnTo>
                    <a:pt x="4082483" y="3005228"/>
                  </a:lnTo>
                  <a:lnTo>
                    <a:pt x="4010861" y="2984760"/>
                  </a:lnTo>
                  <a:lnTo>
                    <a:pt x="3939238" y="2963415"/>
                  </a:lnTo>
                  <a:lnTo>
                    <a:pt x="3867616" y="2941158"/>
                  </a:lnTo>
                  <a:lnTo>
                    <a:pt x="3795993" y="2917949"/>
                  </a:lnTo>
                  <a:lnTo>
                    <a:pt x="3724371" y="2893746"/>
                  </a:lnTo>
                  <a:lnTo>
                    <a:pt x="3652748" y="2868509"/>
                  </a:lnTo>
                  <a:lnTo>
                    <a:pt x="3581126" y="2842192"/>
                  </a:lnTo>
                  <a:lnTo>
                    <a:pt x="3509503" y="2814749"/>
                  </a:lnTo>
                  <a:lnTo>
                    <a:pt x="3437881" y="2786133"/>
                  </a:lnTo>
                  <a:lnTo>
                    <a:pt x="3366258" y="2756292"/>
                  </a:lnTo>
                  <a:lnTo>
                    <a:pt x="3294636" y="2725175"/>
                  </a:lnTo>
                  <a:lnTo>
                    <a:pt x="3223013" y="2692727"/>
                  </a:lnTo>
                  <a:lnTo>
                    <a:pt x="3151391" y="2658891"/>
                  </a:lnTo>
                  <a:lnTo>
                    <a:pt x="3079768" y="2661565"/>
                  </a:lnTo>
                  <a:lnTo>
                    <a:pt x="3008146" y="2669885"/>
                  </a:lnTo>
                  <a:lnTo>
                    <a:pt x="2936523" y="2678121"/>
                  </a:lnTo>
                  <a:lnTo>
                    <a:pt x="2864901" y="2686273"/>
                  </a:lnTo>
                  <a:lnTo>
                    <a:pt x="2793278" y="2694343"/>
                  </a:lnTo>
                  <a:lnTo>
                    <a:pt x="2721655" y="2702331"/>
                  </a:lnTo>
                  <a:lnTo>
                    <a:pt x="2650033" y="2710239"/>
                  </a:lnTo>
                  <a:lnTo>
                    <a:pt x="2578410" y="2718066"/>
                  </a:lnTo>
                  <a:lnTo>
                    <a:pt x="2506788" y="2725814"/>
                  </a:lnTo>
                  <a:lnTo>
                    <a:pt x="2435165" y="2733484"/>
                  </a:lnTo>
                  <a:lnTo>
                    <a:pt x="2363543" y="2741076"/>
                  </a:lnTo>
                  <a:lnTo>
                    <a:pt x="2291920" y="2748592"/>
                  </a:lnTo>
                  <a:lnTo>
                    <a:pt x="2220298" y="2756031"/>
                  </a:lnTo>
                  <a:lnTo>
                    <a:pt x="2148675" y="2763395"/>
                  </a:lnTo>
                  <a:lnTo>
                    <a:pt x="2077053" y="2770684"/>
                  </a:lnTo>
                  <a:lnTo>
                    <a:pt x="2005430" y="2777900"/>
                  </a:lnTo>
                  <a:lnTo>
                    <a:pt x="1933808" y="2785043"/>
                  </a:lnTo>
                  <a:lnTo>
                    <a:pt x="1862185" y="2792113"/>
                  </a:lnTo>
                  <a:lnTo>
                    <a:pt x="1790563" y="2799112"/>
                  </a:lnTo>
                  <a:lnTo>
                    <a:pt x="1718940" y="2806040"/>
                  </a:lnTo>
                  <a:lnTo>
                    <a:pt x="1647318" y="2812898"/>
                  </a:lnTo>
                  <a:lnTo>
                    <a:pt x="1575695" y="2819687"/>
                  </a:lnTo>
                  <a:lnTo>
                    <a:pt x="1504073" y="2826406"/>
                  </a:lnTo>
                  <a:lnTo>
                    <a:pt x="1432450" y="2833058"/>
                  </a:lnTo>
                  <a:lnTo>
                    <a:pt x="1360827" y="2839643"/>
                  </a:lnTo>
                  <a:lnTo>
                    <a:pt x="1289205" y="2846161"/>
                  </a:lnTo>
                  <a:lnTo>
                    <a:pt x="1217582" y="2852613"/>
                  </a:lnTo>
                  <a:lnTo>
                    <a:pt x="1145960" y="2858999"/>
                  </a:lnTo>
                  <a:lnTo>
                    <a:pt x="1074337" y="2865321"/>
                  </a:lnTo>
                  <a:lnTo>
                    <a:pt x="1002715" y="2871579"/>
                  </a:lnTo>
                  <a:lnTo>
                    <a:pt x="931092" y="2877774"/>
                  </a:lnTo>
                  <a:lnTo>
                    <a:pt x="859470" y="2883906"/>
                  </a:lnTo>
                  <a:lnTo>
                    <a:pt x="787847" y="2889976"/>
                  </a:lnTo>
                  <a:lnTo>
                    <a:pt x="716225" y="2895985"/>
                  </a:lnTo>
                  <a:lnTo>
                    <a:pt x="644602" y="2901933"/>
                  </a:lnTo>
                  <a:lnTo>
                    <a:pt x="572980" y="2907820"/>
                  </a:lnTo>
                  <a:lnTo>
                    <a:pt x="501357" y="2913648"/>
                  </a:lnTo>
                  <a:lnTo>
                    <a:pt x="429735" y="2919417"/>
                  </a:lnTo>
                  <a:lnTo>
                    <a:pt x="358112" y="2925128"/>
                  </a:lnTo>
                  <a:lnTo>
                    <a:pt x="286490" y="2930781"/>
                  </a:lnTo>
                  <a:lnTo>
                    <a:pt x="214867" y="2936376"/>
                  </a:lnTo>
                  <a:lnTo>
                    <a:pt x="143245" y="2941915"/>
                  </a:lnTo>
                  <a:lnTo>
                    <a:pt x="71622" y="2947398"/>
                  </a:lnTo>
                  <a:lnTo>
                    <a:pt x="0" y="2952826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860349" y="2073503"/>
              <a:ext cx="6402329" cy="2653160"/>
            </a:xfrm>
            <a:custGeom>
              <a:avLst/>
              <a:pathLst>
                <a:path w="6402329" h="2653160">
                  <a:moveTo>
                    <a:pt x="0" y="0"/>
                  </a:moveTo>
                  <a:lnTo>
                    <a:pt x="27924" y="57147"/>
                  </a:lnTo>
                  <a:lnTo>
                    <a:pt x="99547" y="197709"/>
                  </a:lnTo>
                  <a:lnTo>
                    <a:pt x="171170" y="332504"/>
                  </a:lnTo>
                  <a:lnTo>
                    <a:pt x="242792" y="461770"/>
                  </a:lnTo>
                  <a:lnTo>
                    <a:pt x="314415" y="585734"/>
                  </a:lnTo>
                  <a:lnTo>
                    <a:pt x="386037" y="704612"/>
                  </a:lnTo>
                  <a:lnTo>
                    <a:pt x="457660" y="818614"/>
                  </a:lnTo>
                  <a:lnTo>
                    <a:pt x="529282" y="927939"/>
                  </a:lnTo>
                  <a:lnTo>
                    <a:pt x="600905" y="1032780"/>
                  </a:lnTo>
                  <a:lnTo>
                    <a:pt x="672527" y="1133320"/>
                  </a:lnTo>
                  <a:lnTo>
                    <a:pt x="744150" y="1229736"/>
                  </a:lnTo>
                  <a:lnTo>
                    <a:pt x="815772" y="1322197"/>
                  </a:lnTo>
                  <a:lnTo>
                    <a:pt x="887395" y="1410866"/>
                  </a:lnTo>
                  <a:lnTo>
                    <a:pt x="959017" y="1495896"/>
                  </a:lnTo>
                  <a:lnTo>
                    <a:pt x="1030640" y="1577439"/>
                  </a:lnTo>
                  <a:lnTo>
                    <a:pt x="1102262" y="1655637"/>
                  </a:lnTo>
                  <a:lnTo>
                    <a:pt x="1173885" y="1730628"/>
                  </a:lnTo>
                  <a:lnTo>
                    <a:pt x="1245507" y="1802542"/>
                  </a:lnTo>
                  <a:lnTo>
                    <a:pt x="1317130" y="1871506"/>
                  </a:lnTo>
                  <a:lnTo>
                    <a:pt x="1388752" y="1937641"/>
                  </a:lnTo>
                  <a:lnTo>
                    <a:pt x="1460375" y="2001063"/>
                  </a:lnTo>
                  <a:lnTo>
                    <a:pt x="1531998" y="2061884"/>
                  </a:lnTo>
                  <a:lnTo>
                    <a:pt x="1603620" y="2120210"/>
                  </a:lnTo>
                  <a:lnTo>
                    <a:pt x="1675243" y="2176143"/>
                  </a:lnTo>
                  <a:lnTo>
                    <a:pt x="1746865" y="2229781"/>
                  </a:lnTo>
                  <a:lnTo>
                    <a:pt x="1818488" y="2281220"/>
                  </a:lnTo>
                  <a:lnTo>
                    <a:pt x="1890110" y="2330548"/>
                  </a:lnTo>
                  <a:lnTo>
                    <a:pt x="1961733" y="2377853"/>
                  </a:lnTo>
                  <a:lnTo>
                    <a:pt x="2033355" y="2423218"/>
                  </a:lnTo>
                  <a:lnTo>
                    <a:pt x="2104978" y="2466721"/>
                  </a:lnTo>
                  <a:lnTo>
                    <a:pt x="2176600" y="2508440"/>
                  </a:lnTo>
                  <a:lnTo>
                    <a:pt x="2248223" y="2548448"/>
                  </a:lnTo>
                  <a:lnTo>
                    <a:pt x="2319845" y="2586815"/>
                  </a:lnTo>
                  <a:lnTo>
                    <a:pt x="2391468" y="2623607"/>
                  </a:lnTo>
                  <a:lnTo>
                    <a:pt x="2463090" y="2653160"/>
                  </a:lnTo>
                  <a:lnTo>
                    <a:pt x="2534713" y="2644669"/>
                  </a:lnTo>
                  <a:lnTo>
                    <a:pt x="2606335" y="2636091"/>
                  </a:lnTo>
                  <a:lnTo>
                    <a:pt x="2677958" y="2627426"/>
                  </a:lnTo>
                  <a:lnTo>
                    <a:pt x="2749580" y="2618672"/>
                  </a:lnTo>
                  <a:lnTo>
                    <a:pt x="2821203" y="2609829"/>
                  </a:lnTo>
                  <a:lnTo>
                    <a:pt x="2892826" y="2600895"/>
                  </a:lnTo>
                  <a:lnTo>
                    <a:pt x="2964448" y="2591869"/>
                  </a:lnTo>
                  <a:lnTo>
                    <a:pt x="3036071" y="2582752"/>
                  </a:lnTo>
                  <a:lnTo>
                    <a:pt x="3107693" y="2573541"/>
                  </a:lnTo>
                  <a:lnTo>
                    <a:pt x="3179316" y="2564236"/>
                  </a:lnTo>
                  <a:lnTo>
                    <a:pt x="3250938" y="2554837"/>
                  </a:lnTo>
                  <a:lnTo>
                    <a:pt x="3322561" y="2545340"/>
                  </a:lnTo>
                  <a:lnTo>
                    <a:pt x="3394183" y="2535747"/>
                  </a:lnTo>
                  <a:lnTo>
                    <a:pt x="3465806" y="2526056"/>
                  </a:lnTo>
                  <a:lnTo>
                    <a:pt x="3537428" y="2516266"/>
                  </a:lnTo>
                  <a:lnTo>
                    <a:pt x="3609051" y="2506375"/>
                  </a:lnTo>
                  <a:lnTo>
                    <a:pt x="3680673" y="2496384"/>
                  </a:lnTo>
                  <a:lnTo>
                    <a:pt x="3752296" y="2486290"/>
                  </a:lnTo>
                  <a:lnTo>
                    <a:pt x="3823918" y="2476094"/>
                  </a:lnTo>
                  <a:lnTo>
                    <a:pt x="3895541" y="2465793"/>
                  </a:lnTo>
                  <a:lnTo>
                    <a:pt x="3967163" y="2455386"/>
                  </a:lnTo>
                  <a:lnTo>
                    <a:pt x="4038786" y="2444874"/>
                  </a:lnTo>
                  <a:lnTo>
                    <a:pt x="4110408" y="2434253"/>
                  </a:lnTo>
                  <a:lnTo>
                    <a:pt x="4182031" y="2423525"/>
                  </a:lnTo>
                  <a:lnTo>
                    <a:pt x="4253654" y="2412686"/>
                  </a:lnTo>
                  <a:lnTo>
                    <a:pt x="4325276" y="2401737"/>
                  </a:lnTo>
                  <a:lnTo>
                    <a:pt x="4396899" y="2390676"/>
                  </a:lnTo>
                  <a:lnTo>
                    <a:pt x="4468521" y="2379502"/>
                  </a:lnTo>
                  <a:lnTo>
                    <a:pt x="4540144" y="2368213"/>
                  </a:lnTo>
                  <a:lnTo>
                    <a:pt x="4611766" y="2356809"/>
                  </a:lnTo>
                  <a:lnTo>
                    <a:pt x="4683389" y="2345289"/>
                  </a:lnTo>
                  <a:lnTo>
                    <a:pt x="4755011" y="2333651"/>
                  </a:lnTo>
                  <a:lnTo>
                    <a:pt x="4826634" y="2321893"/>
                  </a:lnTo>
                  <a:lnTo>
                    <a:pt x="4898256" y="2310016"/>
                  </a:lnTo>
                  <a:lnTo>
                    <a:pt x="4969879" y="2298017"/>
                  </a:lnTo>
                  <a:lnTo>
                    <a:pt x="5041501" y="2285896"/>
                  </a:lnTo>
                  <a:lnTo>
                    <a:pt x="5113124" y="2273650"/>
                  </a:lnTo>
                  <a:lnTo>
                    <a:pt x="5184746" y="2261280"/>
                  </a:lnTo>
                  <a:lnTo>
                    <a:pt x="5256369" y="2248783"/>
                  </a:lnTo>
                  <a:lnTo>
                    <a:pt x="5327991" y="2236158"/>
                  </a:lnTo>
                  <a:lnTo>
                    <a:pt x="5399614" y="2223404"/>
                  </a:lnTo>
                  <a:lnTo>
                    <a:pt x="5471236" y="2210520"/>
                  </a:lnTo>
                  <a:lnTo>
                    <a:pt x="5542859" y="2197504"/>
                  </a:lnTo>
                  <a:lnTo>
                    <a:pt x="5614482" y="2184355"/>
                  </a:lnTo>
                  <a:lnTo>
                    <a:pt x="5686104" y="2171072"/>
                  </a:lnTo>
                  <a:lnTo>
                    <a:pt x="5757727" y="2157652"/>
                  </a:lnTo>
                  <a:lnTo>
                    <a:pt x="5829349" y="2144096"/>
                  </a:lnTo>
                  <a:lnTo>
                    <a:pt x="5900972" y="2130401"/>
                  </a:lnTo>
                  <a:lnTo>
                    <a:pt x="5972594" y="2116566"/>
                  </a:lnTo>
                  <a:lnTo>
                    <a:pt x="6044217" y="2102590"/>
                  </a:lnTo>
                  <a:lnTo>
                    <a:pt x="6115839" y="2088470"/>
                  </a:lnTo>
                  <a:lnTo>
                    <a:pt x="6187462" y="2074207"/>
                  </a:lnTo>
                  <a:lnTo>
                    <a:pt x="6259084" y="2059797"/>
                  </a:lnTo>
                  <a:lnTo>
                    <a:pt x="6330707" y="2045241"/>
                  </a:lnTo>
                  <a:lnTo>
                    <a:pt x="6402329" y="2030535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1172049" y="4732394"/>
              <a:ext cx="7090630" cy="742463"/>
            </a:xfrm>
            <a:custGeom>
              <a:avLst/>
              <a:pathLst>
                <a:path w="7090630" h="742463">
                  <a:moveTo>
                    <a:pt x="7090630" y="742463"/>
                  </a:moveTo>
                  <a:lnTo>
                    <a:pt x="7019007" y="738938"/>
                  </a:lnTo>
                  <a:lnTo>
                    <a:pt x="6947385" y="735263"/>
                  </a:lnTo>
                  <a:lnTo>
                    <a:pt x="6875762" y="731431"/>
                  </a:lnTo>
                  <a:lnTo>
                    <a:pt x="6804139" y="727435"/>
                  </a:lnTo>
                  <a:lnTo>
                    <a:pt x="6732517" y="723268"/>
                  </a:lnTo>
                  <a:lnTo>
                    <a:pt x="6660894" y="718922"/>
                  </a:lnTo>
                  <a:lnTo>
                    <a:pt x="6589272" y="714391"/>
                  </a:lnTo>
                  <a:lnTo>
                    <a:pt x="6517649" y="709666"/>
                  </a:lnTo>
                  <a:lnTo>
                    <a:pt x="6446027" y="704738"/>
                  </a:lnTo>
                  <a:lnTo>
                    <a:pt x="6374404" y="699600"/>
                  </a:lnTo>
                  <a:lnTo>
                    <a:pt x="6302782" y="694243"/>
                  </a:lnTo>
                  <a:lnTo>
                    <a:pt x="6231159" y="688656"/>
                  </a:lnTo>
                  <a:lnTo>
                    <a:pt x="6159537" y="682830"/>
                  </a:lnTo>
                  <a:lnTo>
                    <a:pt x="6087914" y="676754"/>
                  </a:lnTo>
                  <a:lnTo>
                    <a:pt x="6016292" y="670419"/>
                  </a:lnTo>
                  <a:lnTo>
                    <a:pt x="5944669" y="663813"/>
                  </a:lnTo>
                  <a:lnTo>
                    <a:pt x="5873047" y="656925"/>
                  </a:lnTo>
                  <a:lnTo>
                    <a:pt x="5801424" y="649741"/>
                  </a:lnTo>
                  <a:lnTo>
                    <a:pt x="5729802" y="642251"/>
                  </a:lnTo>
                  <a:lnTo>
                    <a:pt x="5658179" y="634440"/>
                  </a:lnTo>
                  <a:lnTo>
                    <a:pt x="5586557" y="626295"/>
                  </a:lnTo>
                  <a:lnTo>
                    <a:pt x="5514934" y="617801"/>
                  </a:lnTo>
                  <a:lnTo>
                    <a:pt x="5443311" y="608944"/>
                  </a:lnTo>
                  <a:lnTo>
                    <a:pt x="5371689" y="599709"/>
                  </a:lnTo>
                  <a:lnTo>
                    <a:pt x="5300066" y="590078"/>
                  </a:lnTo>
                  <a:lnTo>
                    <a:pt x="5228444" y="580035"/>
                  </a:lnTo>
                  <a:lnTo>
                    <a:pt x="5156821" y="569563"/>
                  </a:lnTo>
                  <a:lnTo>
                    <a:pt x="5085199" y="558643"/>
                  </a:lnTo>
                  <a:lnTo>
                    <a:pt x="5013576" y="547256"/>
                  </a:lnTo>
                  <a:lnTo>
                    <a:pt x="4941954" y="535381"/>
                  </a:lnTo>
                  <a:lnTo>
                    <a:pt x="4870331" y="522999"/>
                  </a:lnTo>
                  <a:lnTo>
                    <a:pt x="4798709" y="510087"/>
                  </a:lnTo>
                  <a:lnTo>
                    <a:pt x="4727086" y="496623"/>
                  </a:lnTo>
                  <a:lnTo>
                    <a:pt x="4655464" y="482582"/>
                  </a:lnTo>
                  <a:lnTo>
                    <a:pt x="4583841" y="467942"/>
                  </a:lnTo>
                  <a:lnTo>
                    <a:pt x="4512219" y="452674"/>
                  </a:lnTo>
                  <a:lnTo>
                    <a:pt x="4440596" y="436754"/>
                  </a:lnTo>
                  <a:lnTo>
                    <a:pt x="4368974" y="420153"/>
                  </a:lnTo>
                  <a:lnTo>
                    <a:pt x="4297351" y="402842"/>
                  </a:lnTo>
                  <a:lnTo>
                    <a:pt x="4225729" y="384790"/>
                  </a:lnTo>
                  <a:lnTo>
                    <a:pt x="4154106" y="365966"/>
                  </a:lnTo>
                  <a:lnTo>
                    <a:pt x="4082483" y="346337"/>
                  </a:lnTo>
                  <a:lnTo>
                    <a:pt x="4010861" y="325868"/>
                  </a:lnTo>
                  <a:lnTo>
                    <a:pt x="3939238" y="304524"/>
                  </a:lnTo>
                  <a:lnTo>
                    <a:pt x="3867616" y="282267"/>
                  </a:lnTo>
                  <a:lnTo>
                    <a:pt x="3795993" y="259057"/>
                  </a:lnTo>
                  <a:lnTo>
                    <a:pt x="3724371" y="234855"/>
                  </a:lnTo>
                  <a:lnTo>
                    <a:pt x="3652748" y="209618"/>
                  </a:lnTo>
                  <a:lnTo>
                    <a:pt x="3581126" y="183301"/>
                  </a:lnTo>
                  <a:lnTo>
                    <a:pt x="3509503" y="155858"/>
                  </a:lnTo>
                  <a:lnTo>
                    <a:pt x="3437881" y="127241"/>
                  </a:lnTo>
                  <a:lnTo>
                    <a:pt x="3366258" y="97401"/>
                  </a:lnTo>
                  <a:lnTo>
                    <a:pt x="3294636" y="66284"/>
                  </a:lnTo>
                  <a:lnTo>
                    <a:pt x="3223013" y="33836"/>
                  </a:lnTo>
                  <a:lnTo>
                    <a:pt x="3151391" y="0"/>
                  </a:lnTo>
                  <a:lnTo>
                    <a:pt x="3079768" y="2674"/>
                  </a:lnTo>
                  <a:lnTo>
                    <a:pt x="3008146" y="10994"/>
                  </a:lnTo>
                  <a:lnTo>
                    <a:pt x="2936523" y="19229"/>
                  </a:lnTo>
                  <a:lnTo>
                    <a:pt x="2864901" y="27382"/>
                  </a:lnTo>
                  <a:lnTo>
                    <a:pt x="2793278" y="35452"/>
                  </a:lnTo>
                  <a:lnTo>
                    <a:pt x="2721655" y="43440"/>
                  </a:lnTo>
                  <a:lnTo>
                    <a:pt x="2650033" y="51347"/>
                  </a:lnTo>
                  <a:lnTo>
                    <a:pt x="2578410" y="59175"/>
                  </a:lnTo>
                  <a:lnTo>
                    <a:pt x="2506788" y="66923"/>
                  </a:lnTo>
                  <a:lnTo>
                    <a:pt x="2435165" y="74593"/>
                  </a:lnTo>
                  <a:lnTo>
                    <a:pt x="2363543" y="82185"/>
                  </a:lnTo>
                  <a:lnTo>
                    <a:pt x="2291920" y="89700"/>
                  </a:lnTo>
                  <a:lnTo>
                    <a:pt x="2220298" y="97140"/>
                  </a:lnTo>
                  <a:lnTo>
                    <a:pt x="2148675" y="104504"/>
                  </a:lnTo>
                  <a:lnTo>
                    <a:pt x="2077053" y="111793"/>
                  </a:lnTo>
                  <a:lnTo>
                    <a:pt x="2005430" y="119009"/>
                  </a:lnTo>
                  <a:lnTo>
                    <a:pt x="1933808" y="126152"/>
                  </a:lnTo>
                  <a:lnTo>
                    <a:pt x="1862185" y="133222"/>
                  </a:lnTo>
                  <a:lnTo>
                    <a:pt x="1790563" y="140221"/>
                  </a:lnTo>
                  <a:lnTo>
                    <a:pt x="1718940" y="147149"/>
                  </a:lnTo>
                  <a:lnTo>
                    <a:pt x="1647318" y="154007"/>
                  </a:lnTo>
                  <a:lnTo>
                    <a:pt x="1575695" y="160795"/>
                  </a:lnTo>
                  <a:lnTo>
                    <a:pt x="1504073" y="167515"/>
                  </a:lnTo>
                  <a:lnTo>
                    <a:pt x="1432450" y="174167"/>
                  </a:lnTo>
                  <a:lnTo>
                    <a:pt x="1360827" y="180752"/>
                  </a:lnTo>
                  <a:lnTo>
                    <a:pt x="1289205" y="187270"/>
                  </a:lnTo>
                  <a:lnTo>
                    <a:pt x="1217582" y="193721"/>
                  </a:lnTo>
                  <a:lnTo>
                    <a:pt x="1145960" y="200108"/>
                  </a:lnTo>
                  <a:lnTo>
                    <a:pt x="1074337" y="206430"/>
                  </a:lnTo>
                  <a:lnTo>
                    <a:pt x="1002715" y="212688"/>
                  </a:lnTo>
                  <a:lnTo>
                    <a:pt x="931092" y="218883"/>
                  </a:lnTo>
                  <a:lnTo>
                    <a:pt x="859470" y="225015"/>
                  </a:lnTo>
                  <a:lnTo>
                    <a:pt x="787847" y="231085"/>
                  </a:lnTo>
                  <a:lnTo>
                    <a:pt x="716225" y="237094"/>
                  </a:lnTo>
                  <a:lnTo>
                    <a:pt x="644602" y="243041"/>
                  </a:lnTo>
                  <a:lnTo>
                    <a:pt x="572980" y="248929"/>
                  </a:lnTo>
                  <a:lnTo>
                    <a:pt x="501357" y="254757"/>
                  </a:lnTo>
                  <a:lnTo>
                    <a:pt x="429735" y="260526"/>
                  </a:lnTo>
                  <a:lnTo>
                    <a:pt x="358112" y="266237"/>
                  </a:lnTo>
                  <a:lnTo>
                    <a:pt x="286490" y="271889"/>
                  </a:lnTo>
                  <a:lnTo>
                    <a:pt x="214867" y="277485"/>
                  </a:lnTo>
                  <a:lnTo>
                    <a:pt x="143245" y="283024"/>
                  </a:lnTo>
                  <a:lnTo>
                    <a:pt x="71622" y="288507"/>
                  </a:lnTo>
                  <a:lnTo>
                    <a:pt x="0" y="293935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1172049" y="3894219"/>
              <a:ext cx="7090630" cy="1317004"/>
            </a:xfrm>
            <a:custGeom>
              <a:avLst/>
              <a:pathLst>
                <a:path w="7090630" h="1317004">
                  <a:moveTo>
                    <a:pt x="0" y="0"/>
                  </a:moveTo>
                  <a:lnTo>
                    <a:pt x="71622" y="26163"/>
                  </a:lnTo>
                  <a:lnTo>
                    <a:pt x="143245" y="51915"/>
                  </a:lnTo>
                  <a:lnTo>
                    <a:pt x="214867" y="77261"/>
                  </a:lnTo>
                  <a:lnTo>
                    <a:pt x="286490" y="102209"/>
                  </a:lnTo>
                  <a:lnTo>
                    <a:pt x="358112" y="126765"/>
                  </a:lnTo>
                  <a:lnTo>
                    <a:pt x="429735" y="150934"/>
                  </a:lnTo>
                  <a:lnTo>
                    <a:pt x="501357" y="174722"/>
                  </a:lnTo>
                  <a:lnTo>
                    <a:pt x="572980" y="198137"/>
                  </a:lnTo>
                  <a:lnTo>
                    <a:pt x="644602" y="221183"/>
                  </a:lnTo>
                  <a:lnTo>
                    <a:pt x="716225" y="243867"/>
                  </a:lnTo>
                  <a:lnTo>
                    <a:pt x="787847" y="266194"/>
                  </a:lnTo>
                  <a:lnTo>
                    <a:pt x="859470" y="288169"/>
                  </a:lnTo>
                  <a:lnTo>
                    <a:pt x="931092" y="309799"/>
                  </a:lnTo>
                  <a:lnTo>
                    <a:pt x="1002715" y="331088"/>
                  </a:lnTo>
                  <a:lnTo>
                    <a:pt x="1074337" y="352043"/>
                  </a:lnTo>
                  <a:lnTo>
                    <a:pt x="1145960" y="372668"/>
                  </a:lnTo>
                  <a:lnTo>
                    <a:pt x="1217582" y="392968"/>
                  </a:lnTo>
                  <a:lnTo>
                    <a:pt x="1289205" y="412949"/>
                  </a:lnTo>
                  <a:lnTo>
                    <a:pt x="1360827" y="432616"/>
                  </a:lnTo>
                  <a:lnTo>
                    <a:pt x="1432450" y="451973"/>
                  </a:lnTo>
                  <a:lnTo>
                    <a:pt x="1504073" y="471026"/>
                  </a:lnTo>
                  <a:lnTo>
                    <a:pt x="1575695" y="489779"/>
                  </a:lnTo>
                  <a:lnTo>
                    <a:pt x="1647318" y="508237"/>
                  </a:lnTo>
                  <a:lnTo>
                    <a:pt x="1718940" y="526405"/>
                  </a:lnTo>
                  <a:lnTo>
                    <a:pt x="1790563" y="544287"/>
                  </a:lnTo>
                  <a:lnTo>
                    <a:pt x="1862185" y="561887"/>
                  </a:lnTo>
                  <a:lnTo>
                    <a:pt x="1933808" y="579211"/>
                  </a:lnTo>
                  <a:lnTo>
                    <a:pt x="2005430" y="596262"/>
                  </a:lnTo>
                  <a:lnTo>
                    <a:pt x="2077053" y="613044"/>
                  </a:lnTo>
                  <a:lnTo>
                    <a:pt x="2148675" y="629563"/>
                  </a:lnTo>
                  <a:lnTo>
                    <a:pt x="2220298" y="645822"/>
                  </a:lnTo>
                  <a:lnTo>
                    <a:pt x="2291920" y="661825"/>
                  </a:lnTo>
                  <a:lnTo>
                    <a:pt x="2363543" y="677576"/>
                  </a:lnTo>
                  <a:lnTo>
                    <a:pt x="2435165" y="693080"/>
                  </a:lnTo>
                  <a:lnTo>
                    <a:pt x="2506788" y="708340"/>
                  </a:lnTo>
                  <a:lnTo>
                    <a:pt x="2578410" y="723359"/>
                  </a:lnTo>
                  <a:lnTo>
                    <a:pt x="2650033" y="738142"/>
                  </a:lnTo>
                  <a:lnTo>
                    <a:pt x="2721655" y="752693"/>
                  </a:lnTo>
                  <a:lnTo>
                    <a:pt x="2793278" y="767015"/>
                  </a:lnTo>
                  <a:lnTo>
                    <a:pt x="2864901" y="781111"/>
                  </a:lnTo>
                  <a:lnTo>
                    <a:pt x="2936523" y="794986"/>
                  </a:lnTo>
                  <a:lnTo>
                    <a:pt x="3008146" y="808642"/>
                  </a:lnTo>
                  <a:lnTo>
                    <a:pt x="3079768" y="822084"/>
                  </a:lnTo>
                  <a:lnTo>
                    <a:pt x="3151391" y="835314"/>
                  </a:lnTo>
                  <a:lnTo>
                    <a:pt x="3223013" y="848336"/>
                  </a:lnTo>
                  <a:lnTo>
                    <a:pt x="3294636" y="861153"/>
                  </a:lnTo>
                  <a:lnTo>
                    <a:pt x="3366258" y="873768"/>
                  </a:lnTo>
                  <a:lnTo>
                    <a:pt x="3437881" y="886185"/>
                  </a:lnTo>
                  <a:lnTo>
                    <a:pt x="3509503" y="898407"/>
                  </a:lnTo>
                  <a:lnTo>
                    <a:pt x="3581126" y="910436"/>
                  </a:lnTo>
                  <a:lnTo>
                    <a:pt x="3652748" y="922276"/>
                  </a:lnTo>
                  <a:lnTo>
                    <a:pt x="3724371" y="933930"/>
                  </a:lnTo>
                  <a:lnTo>
                    <a:pt x="3795993" y="945400"/>
                  </a:lnTo>
                  <a:lnTo>
                    <a:pt x="3867616" y="956690"/>
                  </a:lnTo>
                  <a:lnTo>
                    <a:pt x="3939238" y="967803"/>
                  </a:lnTo>
                  <a:lnTo>
                    <a:pt x="4010861" y="978740"/>
                  </a:lnTo>
                  <a:lnTo>
                    <a:pt x="4082483" y="989506"/>
                  </a:lnTo>
                  <a:lnTo>
                    <a:pt x="4154106" y="1000102"/>
                  </a:lnTo>
                  <a:lnTo>
                    <a:pt x="4225729" y="1010531"/>
                  </a:lnTo>
                  <a:lnTo>
                    <a:pt x="4297351" y="1020797"/>
                  </a:lnTo>
                  <a:lnTo>
                    <a:pt x="4368974" y="1030900"/>
                  </a:lnTo>
                  <a:lnTo>
                    <a:pt x="4440596" y="1040845"/>
                  </a:lnTo>
                  <a:lnTo>
                    <a:pt x="4512219" y="1050634"/>
                  </a:lnTo>
                  <a:lnTo>
                    <a:pt x="4583841" y="1060268"/>
                  </a:lnTo>
                  <a:lnTo>
                    <a:pt x="4655464" y="1069751"/>
                  </a:lnTo>
                  <a:lnTo>
                    <a:pt x="4727086" y="1079085"/>
                  </a:lnTo>
                  <a:lnTo>
                    <a:pt x="4798709" y="1088272"/>
                  </a:lnTo>
                  <a:lnTo>
                    <a:pt x="4870331" y="1097314"/>
                  </a:lnTo>
                  <a:lnTo>
                    <a:pt x="4941954" y="1106214"/>
                  </a:lnTo>
                  <a:lnTo>
                    <a:pt x="5013576" y="1114974"/>
                  </a:lnTo>
                  <a:lnTo>
                    <a:pt x="5085199" y="1123596"/>
                  </a:lnTo>
                  <a:lnTo>
                    <a:pt x="5156821" y="1132083"/>
                  </a:lnTo>
                  <a:lnTo>
                    <a:pt x="5228444" y="1140436"/>
                  </a:lnTo>
                  <a:lnTo>
                    <a:pt x="5300066" y="1148657"/>
                  </a:lnTo>
                  <a:lnTo>
                    <a:pt x="5371689" y="1156750"/>
                  </a:lnTo>
                  <a:lnTo>
                    <a:pt x="5443311" y="1164715"/>
                  </a:lnTo>
                  <a:lnTo>
                    <a:pt x="5514934" y="1172554"/>
                  </a:lnTo>
                  <a:lnTo>
                    <a:pt x="5586557" y="1180271"/>
                  </a:lnTo>
                  <a:lnTo>
                    <a:pt x="5658179" y="1187866"/>
                  </a:lnTo>
                  <a:lnTo>
                    <a:pt x="5729802" y="1195341"/>
                  </a:lnTo>
                  <a:lnTo>
                    <a:pt x="5801424" y="1202699"/>
                  </a:lnTo>
                  <a:lnTo>
                    <a:pt x="5873047" y="1209941"/>
                  </a:lnTo>
                  <a:lnTo>
                    <a:pt x="5944669" y="1217069"/>
                  </a:lnTo>
                  <a:lnTo>
                    <a:pt x="6016292" y="1224085"/>
                  </a:lnTo>
                  <a:lnTo>
                    <a:pt x="6087914" y="1230991"/>
                  </a:lnTo>
                  <a:lnTo>
                    <a:pt x="6159537" y="1237788"/>
                  </a:lnTo>
                  <a:lnTo>
                    <a:pt x="6231159" y="1244478"/>
                  </a:lnTo>
                  <a:lnTo>
                    <a:pt x="6302782" y="1251063"/>
                  </a:lnTo>
                  <a:lnTo>
                    <a:pt x="6374404" y="1257544"/>
                  </a:lnTo>
                  <a:lnTo>
                    <a:pt x="6446027" y="1263923"/>
                  </a:lnTo>
                  <a:lnTo>
                    <a:pt x="6517649" y="1270202"/>
                  </a:lnTo>
                  <a:lnTo>
                    <a:pt x="6589272" y="1276382"/>
                  </a:lnTo>
                  <a:lnTo>
                    <a:pt x="6660894" y="1282465"/>
                  </a:lnTo>
                  <a:lnTo>
                    <a:pt x="6732517" y="1288452"/>
                  </a:lnTo>
                  <a:lnTo>
                    <a:pt x="6804139" y="1294345"/>
                  </a:lnTo>
                  <a:lnTo>
                    <a:pt x="6875762" y="1300145"/>
                  </a:lnTo>
                  <a:lnTo>
                    <a:pt x="6947385" y="1305854"/>
                  </a:lnTo>
                  <a:lnTo>
                    <a:pt x="7019007" y="1311474"/>
                  </a:lnTo>
                  <a:lnTo>
                    <a:pt x="7090630" y="1317004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431391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27" name="tx27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28" name="tx28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2281218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4203472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6044938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7917494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40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2928340" y="5925448"/>
              <a:ext cx="357804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difference (%): 100 × (CKD-EPI Cr-Cys − CG) / CG</a:t>
              </a:r>
            </a:p>
          </p:txBody>
        </p:sp>
        <p:sp>
          <p:nvSpPr>
            <p:cNvPr id="37" name="tx37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817517" y="1896563"/>
              <a:ext cx="6985375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1.23 (0.88-1.73), p_Bonf = 1.000 (n = 6)  |  per IQR decline (Δ = 25.8 %): 1.71 (0.71-4.11)  |  IQR: [-10.6, 15.2] %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817517" y="1669789"/>
              <a:ext cx="2039386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Thrombocytopenia Grade 2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2026-10-09T15:07:15Z</dcterms:modified>
  <cp:category/>
</cp:coreProperties>
</file>