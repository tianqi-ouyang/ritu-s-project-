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3744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21622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39501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57379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443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4849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100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62683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80562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98440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94649" y="216318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06835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3724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5245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340266" y="5193804"/>
              <a:ext cx="576029" cy="25424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916295" y="5142955"/>
              <a:ext cx="576029" cy="3050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492324" y="4125970"/>
              <a:ext cx="576029" cy="132208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068353" y="2956437"/>
              <a:ext cx="576029" cy="249161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3644382" y="2142849"/>
              <a:ext cx="57602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220411" y="2244547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796440" y="3007286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372469" y="3566628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948498" y="473616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524527" y="5142955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00556" y="534635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534635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340266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916295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492324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068353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644382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20411" y="2244547"/>
              <a:ext cx="576029" cy="320350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796440" y="3007286"/>
              <a:ext cx="576029" cy="244076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5372469" y="3566628"/>
              <a:ext cx="576029" cy="188142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5948498" y="4736161"/>
              <a:ext cx="576029" cy="7118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6524527" y="5142955"/>
              <a:ext cx="576029" cy="30509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7100556" y="5346352"/>
              <a:ext cx="576029" cy="10169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7676585" y="5346352"/>
              <a:ext cx="576029" cy="10169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1" name="tx5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35933" y="4575857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6929" y="375464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756929" y="2933426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56929" y="2112211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181754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296959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412165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527371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64257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778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3" name="tx63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94649" y="1688767"/>
              <a:ext cx="698126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(CKD-EPI Cr-Cys unindexed /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2026-07-29T17:24:47Z</dcterms:modified>
  <cp:category/>
</cp:coreProperties>
</file>