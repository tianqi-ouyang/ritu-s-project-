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74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162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950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737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68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0562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8440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631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25970"/>
              <a:ext cx="576029" cy="13220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585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464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3342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1221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2026-08-06T10:28:04Z</dcterms:modified>
  <cp:category/>
</cp:coreProperties>
</file>