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3871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22004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4013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58269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2937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81070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920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17335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93804"/>
              <a:ext cx="576029" cy="25424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142955"/>
              <a:ext cx="576029" cy="30509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176819"/>
              <a:ext cx="576029" cy="127123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56437"/>
              <a:ext cx="576029" cy="249161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142849"/>
              <a:ext cx="57602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2445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07286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566628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73616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14295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34635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244547"/>
              <a:ext cx="576029" cy="32035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07286"/>
              <a:ext cx="576029" cy="244076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566628"/>
              <a:ext cx="576029" cy="188142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736161"/>
              <a:ext cx="576029" cy="71188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142955"/>
              <a:ext cx="576029" cy="30509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346352"/>
              <a:ext cx="576029" cy="10169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7840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5972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94105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122381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2026-10-16T11:36:22Z</dcterms:modified>
  <cp:category/>
</cp:coreProperties>
</file>