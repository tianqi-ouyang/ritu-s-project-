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5038714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422004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340136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4649" y="2582695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026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232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4438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9644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4849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10055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5261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94649" y="54480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94649" y="462937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94649" y="3810705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94649" y="299203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94649" y="217335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91629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06835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2204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37246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2452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67658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340266" y="5193804"/>
              <a:ext cx="576029" cy="25424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916295" y="5142955"/>
              <a:ext cx="576029" cy="30509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492324" y="4176819"/>
              <a:ext cx="576029" cy="127123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068353" y="2956437"/>
              <a:ext cx="576029" cy="249161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644382" y="2142849"/>
              <a:ext cx="576029" cy="330520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220411" y="2244547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4796440" y="3007286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372469" y="3566628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948498" y="4736161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524527" y="5142955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100556" y="5346352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676585" y="5346352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340266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916295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92324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068353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644382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220411" y="2244547"/>
              <a:ext cx="576029" cy="320350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796440" y="3007286"/>
              <a:ext cx="576029" cy="244076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5372469" y="3566628"/>
              <a:ext cx="576029" cy="188142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5948498" y="4736161"/>
              <a:ext cx="576029" cy="7118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6524527" y="5142955"/>
              <a:ext cx="576029" cy="30509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100556" y="5346352"/>
              <a:ext cx="576029" cy="10169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676585" y="5346352"/>
              <a:ext cx="576029" cy="10169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2204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35933" y="457840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6929" y="3759727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56929" y="2941054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6929" y="2122381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817540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969598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121656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273714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425772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77830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327216" y="5870717"/>
              <a:ext cx="93844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</a:t>
              </a:r>
            </a:p>
          </p:txBody>
        </p:sp>
        <p:sp>
          <p:nvSpPr>
            <p:cNvPr id="63" name="tx63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994649" y="1688767"/>
              <a:ext cx="6981261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Ratio (CKD-EPI Cr-Cys unindexed / Cockcroft-Gault)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2026-10-09T15:05:51Z</dcterms:modified>
  <cp:category/>
</cp:coreProperties>
</file>