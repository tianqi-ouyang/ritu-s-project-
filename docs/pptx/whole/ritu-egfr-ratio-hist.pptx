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744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162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9501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737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2683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80562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8440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16318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93804"/>
              <a:ext cx="576029" cy="2542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142955"/>
              <a:ext cx="576029" cy="3050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125970"/>
              <a:ext cx="576029" cy="13220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56437"/>
              <a:ext cx="576029" cy="249161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2445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07286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56662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73616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14295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244547"/>
              <a:ext cx="576029" cy="32035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07286"/>
              <a:ext cx="576029" cy="244076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566628"/>
              <a:ext cx="576029" cy="18814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736161"/>
              <a:ext cx="576029" cy="711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142955"/>
              <a:ext cx="576029" cy="3050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7585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5464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93342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11221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2026-08-19T20:13:06Z</dcterms:modified>
  <cp:category/>
</cp:coreProperties>
</file>