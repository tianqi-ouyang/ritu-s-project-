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3871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22004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40136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8269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293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81070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920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17335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93804"/>
              <a:ext cx="576029" cy="2542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142955"/>
              <a:ext cx="576029" cy="3050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4176819"/>
              <a:ext cx="576029" cy="127123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56437"/>
              <a:ext cx="576029" cy="249161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2445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07286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56662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73616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14295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244547"/>
              <a:ext cx="576029" cy="32035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07286"/>
              <a:ext cx="576029" cy="244076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566628"/>
              <a:ext cx="576029" cy="18814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736161"/>
              <a:ext cx="576029" cy="7118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142955"/>
              <a:ext cx="576029" cy="3050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7840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5972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94105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12238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2026-10-27T15:32:14Z</dcterms:modified>
  <cp:category/>
</cp:coreProperties>
</file>