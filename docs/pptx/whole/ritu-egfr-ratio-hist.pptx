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871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200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4013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8269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93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1070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920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7335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76819"/>
              <a:ext cx="576029" cy="12712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840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972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410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2238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2026-10-09T11:51:16Z</dcterms:modified>
  <cp:category/>
</cp:coreProperties>
</file>