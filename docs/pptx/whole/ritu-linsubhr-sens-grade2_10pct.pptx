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329168"/>
              <a:ext cx="7090630" cy="1979988"/>
            </a:xfrm>
            <a:custGeom>
              <a:avLst/>
              <a:pathLst>
                <a:path w="7090630" h="1979988">
                  <a:moveTo>
                    <a:pt x="0" y="0"/>
                  </a:moveTo>
                  <a:lnTo>
                    <a:pt x="71622" y="48858"/>
                  </a:lnTo>
                  <a:lnTo>
                    <a:pt x="143245" y="96646"/>
                  </a:lnTo>
                  <a:lnTo>
                    <a:pt x="214867" y="143385"/>
                  </a:lnTo>
                  <a:lnTo>
                    <a:pt x="286490" y="189100"/>
                  </a:lnTo>
                  <a:lnTo>
                    <a:pt x="358112" y="233812"/>
                  </a:lnTo>
                  <a:lnTo>
                    <a:pt x="429735" y="277544"/>
                  </a:lnTo>
                  <a:lnTo>
                    <a:pt x="501357" y="320316"/>
                  </a:lnTo>
                  <a:lnTo>
                    <a:pt x="572980" y="362151"/>
                  </a:lnTo>
                  <a:lnTo>
                    <a:pt x="644602" y="403068"/>
                  </a:lnTo>
                  <a:lnTo>
                    <a:pt x="716225" y="443088"/>
                  </a:lnTo>
                  <a:lnTo>
                    <a:pt x="787847" y="482231"/>
                  </a:lnTo>
                  <a:lnTo>
                    <a:pt x="859470" y="520515"/>
                  </a:lnTo>
                  <a:lnTo>
                    <a:pt x="931092" y="557960"/>
                  </a:lnTo>
                  <a:lnTo>
                    <a:pt x="1002715" y="594583"/>
                  </a:lnTo>
                  <a:lnTo>
                    <a:pt x="1074337" y="630404"/>
                  </a:lnTo>
                  <a:lnTo>
                    <a:pt x="1145960" y="665438"/>
                  </a:lnTo>
                  <a:lnTo>
                    <a:pt x="1217582" y="699705"/>
                  </a:lnTo>
                  <a:lnTo>
                    <a:pt x="1289205" y="733220"/>
                  </a:lnTo>
                  <a:lnTo>
                    <a:pt x="1360827" y="766001"/>
                  </a:lnTo>
                  <a:lnTo>
                    <a:pt x="1432450" y="798062"/>
                  </a:lnTo>
                  <a:lnTo>
                    <a:pt x="1504073" y="829420"/>
                  </a:lnTo>
                  <a:lnTo>
                    <a:pt x="1575695" y="860091"/>
                  </a:lnTo>
                  <a:lnTo>
                    <a:pt x="1647318" y="890089"/>
                  </a:lnTo>
                  <a:lnTo>
                    <a:pt x="1718940" y="919430"/>
                  </a:lnTo>
                  <a:lnTo>
                    <a:pt x="1790563" y="948127"/>
                  </a:lnTo>
                  <a:lnTo>
                    <a:pt x="1862185" y="976194"/>
                  </a:lnTo>
                  <a:lnTo>
                    <a:pt x="1933808" y="1003647"/>
                  </a:lnTo>
                  <a:lnTo>
                    <a:pt x="2005430" y="1030497"/>
                  </a:lnTo>
                  <a:lnTo>
                    <a:pt x="2077053" y="1056758"/>
                  </a:lnTo>
                  <a:lnTo>
                    <a:pt x="2148675" y="1082444"/>
                  </a:lnTo>
                  <a:lnTo>
                    <a:pt x="2220298" y="1107566"/>
                  </a:lnTo>
                  <a:lnTo>
                    <a:pt x="2291920" y="1132137"/>
                  </a:lnTo>
                  <a:lnTo>
                    <a:pt x="2363543" y="1156170"/>
                  </a:lnTo>
                  <a:lnTo>
                    <a:pt x="2435165" y="1179676"/>
                  </a:lnTo>
                  <a:lnTo>
                    <a:pt x="2506788" y="1202666"/>
                  </a:lnTo>
                  <a:lnTo>
                    <a:pt x="2578410" y="1225152"/>
                  </a:lnTo>
                  <a:lnTo>
                    <a:pt x="2650033" y="1247145"/>
                  </a:lnTo>
                  <a:lnTo>
                    <a:pt x="2721655" y="1268655"/>
                  </a:lnTo>
                  <a:lnTo>
                    <a:pt x="2793278" y="1289694"/>
                  </a:lnTo>
                  <a:lnTo>
                    <a:pt x="2864901" y="1310272"/>
                  </a:lnTo>
                  <a:lnTo>
                    <a:pt x="2936523" y="1330398"/>
                  </a:lnTo>
                  <a:lnTo>
                    <a:pt x="3008146" y="1350083"/>
                  </a:lnTo>
                  <a:lnTo>
                    <a:pt x="3079768" y="1369336"/>
                  </a:lnTo>
                  <a:lnTo>
                    <a:pt x="3151391" y="1388167"/>
                  </a:lnTo>
                  <a:lnTo>
                    <a:pt x="3223013" y="1400320"/>
                  </a:lnTo>
                  <a:lnTo>
                    <a:pt x="3294636" y="1404217"/>
                  </a:lnTo>
                  <a:lnTo>
                    <a:pt x="3366258" y="1408095"/>
                  </a:lnTo>
                  <a:lnTo>
                    <a:pt x="3437881" y="1411955"/>
                  </a:lnTo>
                  <a:lnTo>
                    <a:pt x="3509503" y="1415797"/>
                  </a:lnTo>
                  <a:lnTo>
                    <a:pt x="3581126" y="1419621"/>
                  </a:lnTo>
                  <a:lnTo>
                    <a:pt x="3652748" y="1423427"/>
                  </a:lnTo>
                  <a:lnTo>
                    <a:pt x="3724371" y="1427214"/>
                  </a:lnTo>
                  <a:lnTo>
                    <a:pt x="3795993" y="1430985"/>
                  </a:lnTo>
                  <a:lnTo>
                    <a:pt x="3867616" y="1434737"/>
                  </a:lnTo>
                  <a:lnTo>
                    <a:pt x="3939238" y="1438472"/>
                  </a:lnTo>
                  <a:lnTo>
                    <a:pt x="4010861" y="1442189"/>
                  </a:lnTo>
                  <a:lnTo>
                    <a:pt x="4082483" y="1445888"/>
                  </a:lnTo>
                  <a:lnTo>
                    <a:pt x="4154106" y="1449570"/>
                  </a:lnTo>
                  <a:lnTo>
                    <a:pt x="4225729" y="1453235"/>
                  </a:lnTo>
                  <a:lnTo>
                    <a:pt x="4297351" y="1456883"/>
                  </a:lnTo>
                  <a:lnTo>
                    <a:pt x="4368974" y="1460513"/>
                  </a:lnTo>
                  <a:lnTo>
                    <a:pt x="4440596" y="1464127"/>
                  </a:lnTo>
                  <a:lnTo>
                    <a:pt x="4512219" y="1467723"/>
                  </a:lnTo>
                  <a:lnTo>
                    <a:pt x="4583841" y="1471302"/>
                  </a:lnTo>
                  <a:lnTo>
                    <a:pt x="4655464" y="1474865"/>
                  </a:lnTo>
                  <a:lnTo>
                    <a:pt x="4727086" y="1478411"/>
                  </a:lnTo>
                  <a:lnTo>
                    <a:pt x="4798709" y="1481940"/>
                  </a:lnTo>
                  <a:lnTo>
                    <a:pt x="4870331" y="1485452"/>
                  </a:lnTo>
                  <a:lnTo>
                    <a:pt x="4941954" y="1488948"/>
                  </a:lnTo>
                  <a:lnTo>
                    <a:pt x="5013576" y="1492428"/>
                  </a:lnTo>
                  <a:lnTo>
                    <a:pt x="5085199" y="1495891"/>
                  </a:lnTo>
                  <a:lnTo>
                    <a:pt x="5156821" y="1499338"/>
                  </a:lnTo>
                  <a:lnTo>
                    <a:pt x="5228444" y="1502768"/>
                  </a:lnTo>
                  <a:lnTo>
                    <a:pt x="5300066" y="1506183"/>
                  </a:lnTo>
                  <a:lnTo>
                    <a:pt x="5371689" y="1509581"/>
                  </a:lnTo>
                  <a:lnTo>
                    <a:pt x="5443311" y="1512963"/>
                  </a:lnTo>
                  <a:lnTo>
                    <a:pt x="5514934" y="1516330"/>
                  </a:lnTo>
                  <a:lnTo>
                    <a:pt x="5586557" y="1519680"/>
                  </a:lnTo>
                  <a:lnTo>
                    <a:pt x="5658179" y="1523015"/>
                  </a:lnTo>
                  <a:lnTo>
                    <a:pt x="5729802" y="1526334"/>
                  </a:lnTo>
                  <a:lnTo>
                    <a:pt x="5801424" y="1529638"/>
                  </a:lnTo>
                  <a:lnTo>
                    <a:pt x="5873047" y="1532926"/>
                  </a:lnTo>
                  <a:lnTo>
                    <a:pt x="5944669" y="1536198"/>
                  </a:lnTo>
                  <a:lnTo>
                    <a:pt x="6016292" y="1539455"/>
                  </a:lnTo>
                  <a:lnTo>
                    <a:pt x="6087914" y="1542697"/>
                  </a:lnTo>
                  <a:lnTo>
                    <a:pt x="6159537" y="1545923"/>
                  </a:lnTo>
                  <a:lnTo>
                    <a:pt x="6231159" y="1549135"/>
                  </a:lnTo>
                  <a:lnTo>
                    <a:pt x="6302782" y="1552331"/>
                  </a:lnTo>
                  <a:lnTo>
                    <a:pt x="6374404" y="1555512"/>
                  </a:lnTo>
                  <a:lnTo>
                    <a:pt x="6446027" y="1558678"/>
                  </a:lnTo>
                  <a:lnTo>
                    <a:pt x="6517649" y="1561829"/>
                  </a:lnTo>
                  <a:lnTo>
                    <a:pt x="6589272" y="1564965"/>
                  </a:lnTo>
                  <a:lnTo>
                    <a:pt x="6660894" y="1568087"/>
                  </a:lnTo>
                  <a:lnTo>
                    <a:pt x="6732517" y="1571194"/>
                  </a:lnTo>
                  <a:lnTo>
                    <a:pt x="6804139" y="1574286"/>
                  </a:lnTo>
                  <a:lnTo>
                    <a:pt x="6875762" y="1577364"/>
                  </a:lnTo>
                  <a:lnTo>
                    <a:pt x="6947385" y="1580427"/>
                  </a:lnTo>
                  <a:lnTo>
                    <a:pt x="7019007" y="1583476"/>
                  </a:lnTo>
                  <a:lnTo>
                    <a:pt x="7090630" y="1586511"/>
                  </a:lnTo>
                  <a:lnTo>
                    <a:pt x="7090630" y="1979988"/>
                  </a:lnTo>
                  <a:lnTo>
                    <a:pt x="7019007" y="1974426"/>
                  </a:lnTo>
                  <a:lnTo>
                    <a:pt x="6947385" y="1968739"/>
                  </a:lnTo>
                  <a:lnTo>
                    <a:pt x="6875762" y="1962925"/>
                  </a:lnTo>
                  <a:lnTo>
                    <a:pt x="6804139" y="1956980"/>
                  </a:lnTo>
                  <a:lnTo>
                    <a:pt x="6732517" y="1950901"/>
                  </a:lnTo>
                  <a:lnTo>
                    <a:pt x="6660894" y="1944687"/>
                  </a:lnTo>
                  <a:lnTo>
                    <a:pt x="6589272" y="1938333"/>
                  </a:lnTo>
                  <a:lnTo>
                    <a:pt x="6517649" y="1931837"/>
                  </a:lnTo>
                  <a:lnTo>
                    <a:pt x="6446027" y="1925195"/>
                  </a:lnTo>
                  <a:lnTo>
                    <a:pt x="6374404" y="1918404"/>
                  </a:lnTo>
                  <a:lnTo>
                    <a:pt x="6302782" y="1911461"/>
                  </a:lnTo>
                  <a:lnTo>
                    <a:pt x="6231159" y="1904363"/>
                  </a:lnTo>
                  <a:lnTo>
                    <a:pt x="6159537" y="1897105"/>
                  </a:lnTo>
                  <a:lnTo>
                    <a:pt x="6087914" y="1889684"/>
                  </a:lnTo>
                  <a:lnTo>
                    <a:pt x="6016292" y="1882097"/>
                  </a:lnTo>
                  <a:lnTo>
                    <a:pt x="5944669" y="1874340"/>
                  </a:lnTo>
                  <a:lnTo>
                    <a:pt x="5873047" y="1866409"/>
                  </a:lnTo>
                  <a:lnTo>
                    <a:pt x="5801424" y="1858300"/>
                  </a:lnTo>
                  <a:lnTo>
                    <a:pt x="5729802" y="1850010"/>
                  </a:lnTo>
                  <a:lnTo>
                    <a:pt x="5658179" y="1841533"/>
                  </a:lnTo>
                  <a:lnTo>
                    <a:pt x="5586557" y="1832867"/>
                  </a:lnTo>
                  <a:lnTo>
                    <a:pt x="5514934" y="1824006"/>
                  </a:lnTo>
                  <a:lnTo>
                    <a:pt x="5443311" y="1814946"/>
                  </a:lnTo>
                  <a:lnTo>
                    <a:pt x="5371689" y="1805684"/>
                  </a:lnTo>
                  <a:lnTo>
                    <a:pt x="5300066" y="1796213"/>
                  </a:lnTo>
                  <a:lnTo>
                    <a:pt x="5228444" y="1786531"/>
                  </a:lnTo>
                  <a:lnTo>
                    <a:pt x="5156821" y="1776631"/>
                  </a:lnTo>
                  <a:lnTo>
                    <a:pt x="5085199" y="1766509"/>
                  </a:lnTo>
                  <a:lnTo>
                    <a:pt x="5013576" y="1756161"/>
                  </a:lnTo>
                  <a:lnTo>
                    <a:pt x="4941954" y="1745580"/>
                  </a:lnTo>
                  <a:lnTo>
                    <a:pt x="4870331" y="1734762"/>
                  </a:lnTo>
                  <a:lnTo>
                    <a:pt x="4798709" y="1723702"/>
                  </a:lnTo>
                  <a:lnTo>
                    <a:pt x="4727086" y="1712394"/>
                  </a:lnTo>
                  <a:lnTo>
                    <a:pt x="4655464" y="1700832"/>
                  </a:lnTo>
                  <a:lnTo>
                    <a:pt x="4583841" y="1689011"/>
                  </a:lnTo>
                  <a:lnTo>
                    <a:pt x="4512219" y="1676925"/>
                  </a:lnTo>
                  <a:lnTo>
                    <a:pt x="4440596" y="1664568"/>
                  </a:lnTo>
                  <a:lnTo>
                    <a:pt x="4368974" y="1651933"/>
                  </a:lnTo>
                  <a:lnTo>
                    <a:pt x="4297351" y="1639016"/>
                  </a:lnTo>
                  <a:lnTo>
                    <a:pt x="4225729" y="1625809"/>
                  </a:lnTo>
                  <a:lnTo>
                    <a:pt x="4154106" y="1612306"/>
                  </a:lnTo>
                  <a:lnTo>
                    <a:pt x="4082483" y="1598500"/>
                  </a:lnTo>
                  <a:lnTo>
                    <a:pt x="4010861" y="1584385"/>
                  </a:lnTo>
                  <a:lnTo>
                    <a:pt x="3939238" y="1569953"/>
                  </a:lnTo>
                  <a:lnTo>
                    <a:pt x="3867616" y="1555197"/>
                  </a:lnTo>
                  <a:lnTo>
                    <a:pt x="3795993" y="1540111"/>
                  </a:lnTo>
                  <a:lnTo>
                    <a:pt x="3724371" y="1524687"/>
                  </a:lnTo>
                  <a:lnTo>
                    <a:pt x="3652748" y="1508916"/>
                  </a:lnTo>
                  <a:lnTo>
                    <a:pt x="3581126" y="1492792"/>
                  </a:lnTo>
                  <a:lnTo>
                    <a:pt x="3509503" y="1476307"/>
                  </a:lnTo>
                  <a:lnTo>
                    <a:pt x="3437881" y="1459452"/>
                  </a:lnTo>
                  <a:lnTo>
                    <a:pt x="3366258" y="1442219"/>
                  </a:lnTo>
                  <a:lnTo>
                    <a:pt x="3294636" y="1424600"/>
                  </a:lnTo>
                  <a:lnTo>
                    <a:pt x="3223013" y="1406586"/>
                  </a:lnTo>
                  <a:lnTo>
                    <a:pt x="3151391" y="1396405"/>
                  </a:lnTo>
                  <a:lnTo>
                    <a:pt x="3079768" y="1392471"/>
                  </a:lnTo>
                  <a:lnTo>
                    <a:pt x="3008146" y="1388519"/>
                  </a:lnTo>
                  <a:lnTo>
                    <a:pt x="2936523" y="1384548"/>
                  </a:lnTo>
                  <a:lnTo>
                    <a:pt x="2864901" y="1380558"/>
                  </a:lnTo>
                  <a:lnTo>
                    <a:pt x="2793278" y="1376550"/>
                  </a:lnTo>
                  <a:lnTo>
                    <a:pt x="2721655" y="1372522"/>
                  </a:lnTo>
                  <a:lnTo>
                    <a:pt x="2650033" y="1368475"/>
                  </a:lnTo>
                  <a:lnTo>
                    <a:pt x="2578410" y="1364410"/>
                  </a:lnTo>
                  <a:lnTo>
                    <a:pt x="2506788" y="1360325"/>
                  </a:lnTo>
                  <a:lnTo>
                    <a:pt x="2435165" y="1356220"/>
                  </a:lnTo>
                  <a:lnTo>
                    <a:pt x="2363543" y="1352097"/>
                  </a:lnTo>
                  <a:lnTo>
                    <a:pt x="2291920" y="1347953"/>
                  </a:lnTo>
                  <a:lnTo>
                    <a:pt x="2220298" y="1343791"/>
                  </a:lnTo>
                  <a:lnTo>
                    <a:pt x="2148675" y="1339608"/>
                  </a:lnTo>
                  <a:lnTo>
                    <a:pt x="2077053" y="1335406"/>
                  </a:lnTo>
                  <a:lnTo>
                    <a:pt x="2005430" y="1331184"/>
                  </a:lnTo>
                  <a:lnTo>
                    <a:pt x="1933808" y="1326942"/>
                  </a:lnTo>
                  <a:lnTo>
                    <a:pt x="1862185" y="1322679"/>
                  </a:lnTo>
                  <a:lnTo>
                    <a:pt x="1790563" y="1318397"/>
                  </a:lnTo>
                  <a:lnTo>
                    <a:pt x="1718940" y="1314094"/>
                  </a:lnTo>
                  <a:lnTo>
                    <a:pt x="1647318" y="1309771"/>
                  </a:lnTo>
                  <a:lnTo>
                    <a:pt x="1575695" y="1305428"/>
                  </a:lnTo>
                  <a:lnTo>
                    <a:pt x="1504073" y="1301064"/>
                  </a:lnTo>
                  <a:lnTo>
                    <a:pt x="1432450" y="1296680"/>
                  </a:lnTo>
                  <a:lnTo>
                    <a:pt x="1360827" y="1292274"/>
                  </a:lnTo>
                  <a:lnTo>
                    <a:pt x="1289205" y="1287848"/>
                  </a:lnTo>
                  <a:lnTo>
                    <a:pt x="1217582" y="1283401"/>
                  </a:lnTo>
                  <a:lnTo>
                    <a:pt x="1145960" y="1278933"/>
                  </a:lnTo>
                  <a:lnTo>
                    <a:pt x="1074337" y="1274444"/>
                  </a:lnTo>
                  <a:lnTo>
                    <a:pt x="1002715" y="1269933"/>
                  </a:lnTo>
                  <a:lnTo>
                    <a:pt x="931092" y="1265401"/>
                  </a:lnTo>
                  <a:lnTo>
                    <a:pt x="859470" y="1260848"/>
                  </a:lnTo>
                  <a:lnTo>
                    <a:pt x="787847" y="1256273"/>
                  </a:lnTo>
                  <a:lnTo>
                    <a:pt x="716225" y="1251677"/>
                  </a:lnTo>
                  <a:lnTo>
                    <a:pt x="644602" y="1247059"/>
                  </a:lnTo>
                  <a:lnTo>
                    <a:pt x="572980" y="1242419"/>
                  </a:lnTo>
                  <a:lnTo>
                    <a:pt x="501357" y="1237757"/>
                  </a:lnTo>
                  <a:lnTo>
                    <a:pt x="429735" y="1233073"/>
                  </a:lnTo>
                  <a:lnTo>
                    <a:pt x="358112" y="1228366"/>
                  </a:lnTo>
                  <a:lnTo>
                    <a:pt x="286490" y="1223638"/>
                  </a:lnTo>
                  <a:lnTo>
                    <a:pt x="214867" y="1218887"/>
                  </a:lnTo>
                  <a:lnTo>
                    <a:pt x="143245" y="1214114"/>
                  </a:lnTo>
                  <a:lnTo>
                    <a:pt x="71622" y="1209318"/>
                  </a:lnTo>
                  <a:lnTo>
                    <a:pt x="0" y="12045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329168"/>
              <a:ext cx="7090630" cy="1586511"/>
            </a:xfrm>
            <a:custGeom>
              <a:avLst/>
              <a:pathLst>
                <a:path w="7090630" h="1586511">
                  <a:moveTo>
                    <a:pt x="0" y="0"/>
                  </a:moveTo>
                  <a:lnTo>
                    <a:pt x="71622" y="48858"/>
                  </a:lnTo>
                  <a:lnTo>
                    <a:pt x="143245" y="96646"/>
                  </a:lnTo>
                  <a:lnTo>
                    <a:pt x="214867" y="143385"/>
                  </a:lnTo>
                  <a:lnTo>
                    <a:pt x="286490" y="189100"/>
                  </a:lnTo>
                  <a:lnTo>
                    <a:pt x="358112" y="233812"/>
                  </a:lnTo>
                  <a:lnTo>
                    <a:pt x="429735" y="277544"/>
                  </a:lnTo>
                  <a:lnTo>
                    <a:pt x="501357" y="320316"/>
                  </a:lnTo>
                  <a:lnTo>
                    <a:pt x="572980" y="362151"/>
                  </a:lnTo>
                  <a:lnTo>
                    <a:pt x="644602" y="403068"/>
                  </a:lnTo>
                  <a:lnTo>
                    <a:pt x="716225" y="443088"/>
                  </a:lnTo>
                  <a:lnTo>
                    <a:pt x="787847" y="482231"/>
                  </a:lnTo>
                  <a:lnTo>
                    <a:pt x="859470" y="520515"/>
                  </a:lnTo>
                  <a:lnTo>
                    <a:pt x="931092" y="557960"/>
                  </a:lnTo>
                  <a:lnTo>
                    <a:pt x="1002715" y="594583"/>
                  </a:lnTo>
                  <a:lnTo>
                    <a:pt x="1074337" y="630404"/>
                  </a:lnTo>
                  <a:lnTo>
                    <a:pt x="1145960" y="665438"/>
                  </a:lnTo>
                  <a:lnTo>
                    <a:pt x="1217582" y="699705"/>
                  </a:lnTo>
                  <a:lnTo>
                    <a:pt x="1289205" y="733220"/>
                  </a:lnTo>
                  <a:lnTo>
                    <a:pt x="1360827" y="766001"/>
                  </a:lnTo>
                  <a:lnTo>
                    <a:pt x="1432450" y="798062"/>
                  </a:lnTo>
                  <a:lnTo>
                    <a:pt x="1504073" y="829420"/>
                  </a:lnTo>
                  <a:lnTo>
                    <a:pt x="1575695" y="860091"/>
                  </a:lnTo>
                  <a:lnTo>
                    <a:pt x="1647318" y="890089"/>
                  </a:lnTo>
                  <a:lnTo>
                    <a:pt x="1718940" y="919430"/>
                  </a:lnTo>
                  <a:lnTo>
                    <a:pt x="1790563" y="948127"/>
                  </a:lnTo>
                  <a:lnTo>
                    <a:pt x="1862185" y="976194"/>
                  </a:lnTo>
                  <a:lnTo>
                    <a:pt x="1933808" y="1003647"/>
                  </a:lnTo>
                  <a:lnTo>
                    <a:pt x="2005430" y="1030497"/>
                  </a:lnTo>
                  <a:lnTo>
                    <a:pt x="2077053" y="1056758"/>
                  </a:lnTo>
                  <a:lnTo>
                    <a:pt x="2148675" y="1082444"/>
                  </a:lnTo>
                  <a:lnTo>
                    <a:pt x="2220298" y="1107566"/>
                  </a:lnTo>
                  <a:lnTo>
                    <a:pt x="2291920" y="1132137"/>
                  </a:lnTo>
                  <a:lnTo>
                    <a:pt x="2363543" y="1156170"/>
                  </a:lnTo>
                  <a:lnTo>
                    <a:pt x="2435165" y="1179676"/>
                  </a:lnTo>
                  <a:lnTo>
                    <a:pt x="2506788" y="1202666"/>
                  </a:lnTo>
                  <a:lnTo>
                    <a:pt x="2578410" y="1225152"/>
                  </a:lnTo>
                  <a:lnTo>
                    <a:pt x="2650033" y="1247145"/>
                  </a:lnTo>
                  <a:lnTo>
                    <a:pt x="2721655" y="1268655"/>
                  </a:lnTo>
                  <a:lnTo>
                    <a:pt x="2793278" y="1289694"/>
                  </a:lnTo>
                  <a:lnTo>
                    <a:pt x="2864901" y="1310272"/>
                  </a:lnTo>
                  <a:lnTo>
                    <a:pt x="2936523" y="1330398"/>
                  </a:lnTo>
                  <a:lnTo>
                    <a:pt x="3008146" y="1350083"/>
                  </a:lnTo>
                  <a:lnTo>
                    <a:pt x="3079768" y="1369336"/>
                  </a:lnTo>
                  <a:lnTo>
                    <a:pt x="3151391" y="1388167"/>
                  </a:lnTo>
                  <a:lnTo>
                    <a:pt x="3223013" y="1400320"/>
                  </a:lnTo>
                  <a:lnTo>
                    <a:pt x="3294636" y="1404217"/>
                  </a:lnTo>
                  <a:lnTo>
                    <a:pt x="3366258" y="1408095"/>
                  </a:lnTo>
                  <a:lnTo>
                    <a:pt x="3437881" y="1411955"/>
                  </a:lnTo>
                  <a:lnTo>
                    <a:pt x="3509503" y="1415797"/>
                  </a:lnTo>
                  <a:lnTo>
                    <a:pt x="3581126" y="1419621"/>
                  </a:lnTo>
                  <a:lnTo>
                    <a:pt x="3652748" y="1423427"/>
                  </a:lnTo>
                  <a:lnTo>
                    <a:pt x="3724371" y="1427214"/>
                  </a:lnTo>
                  <a:lnTo>
                    <a:pt x="3795993" y="1430985"/>
                  </a:lnTo>
                  <a:lnTo>
                    <a:pt x="3867616" y="1434737"/>
                  </a:lnTo>
                  <a:lnTo>
                    <a:pt x="3939238" y="1438472"/>
                  </a:lnTo>
                  <a:lnTo>
                    <a:pt x="4010861" y="1442189"/>
                  </a:lnTo>
                  <a:lnTo>
                    <a:pt x="4082483" y="1445888"/>
                  </a:lnTo>
                  <a:lnTo>
                    <a:pt x="4154106" y="1449570"/>
                  </a:lnTo>
                  <a:lnTo>
                    <a:pt x="4225729" y="1453235"/>
                  </a:lnTo>
                  <a:lnTo>
                    <a:pt x="4297351" y="1456883"/>
                  </a:lnTo>
                  <a:lnTo>
                    <a:pt x="4368974" y="1460513"/>
                  </a:lnTo>
                  <a:lnTo>
                    <a:pt x="4440596" y="1464127"/>
                  </a:lnTo>
                  <a:lnTo>
                    <a:pt x="4512219" y="1467723"/>
                  </a:lnTo>
                  <a:lnTo>
                    <a:pt x="4583841" y="1471302"/>
                  </a:lnTo>
                  <a:lnTo>
                    <a:pt x="4655464" y="1474865"/>
                  </a:lnTo>
                  <a:lnTo>
                    <a:pt x="4727086" y="1478411"/>
                  </a:lnTo>
                  <a:lnTo>
                    <a:pt x="4798709" y="1481940"/>
                  </a:lnTo>
                  <a:lnTo>
                    <a:pt x="4870331" y="1485452"/>
                  </a:lnTo>
                  <a:lnTo>
                    <a:pt x="4941954" y="1488948"/>
                  </a:lnTo>
                  <a:lnTo>
                    <a:pt x="5013576" y="1492428"/>
                  </a:lnTo>
                  <a:lnTo>
                    <a:pt x="5085199" y="1495891"/>
                  </a:lnTo>
                  <a:lnTo>
                    <a:pt x="5156821" y="1499338"/>
                  </a:lnTo>
                  <a:lnTo>
                    <a:pt x="5228444" y="1502768"/>
                  </a:lnTo>
                  <a:lnTo>
                    <a:pt x="5300066" y="1506183"/>
                  </a:lnTo>
                  <a:lnTo>
                    <a:pt x="5371689" y="1509581"/>
                  </a:lnTo>
                  <a:lnTo>
                    <a:pt x="5443311" y="1512963"/>
                  </a:lnTo>
                  <a:lnTo>
                    <a:pt x="5514934" y="1516330"/>
                  </a:lnTo>
                  <a:lnTo>
                    <a:pt x="5586557" y="1519680"/>
                  </a:lnTo>
                  <a:lnTo>
                    <a:pt x="5658179" y="1523015"/>
                  </a:lnTo>
                  <a:lnTo>
                    <a:pt x="5729802" y="1526334"/>
                  </a:lnTo>
                  <a:lnTo>
                    <a:pt x="5801424" y="1529638"/>
                  </a:lnTo>
                  <a:lnTo>
                    <a:pt x="5873047" y="1532926"/>
                  </a:lnTo>
                  <a:lnTo>
                    <a:pt x="5944669" y="1536198"/>
                  </a:lnTo>
                  <a:lnTo>
                    <a:pt x="6016292" y="1539455"/>
                  </a:lnTo>
                  <a:lnTo>
                    <a:pt x="6087914" y="1542697"/>
                  </a:lnTo>
                  <a:lnTo>
                    <a:pt x="6159537" y="1545923"/>
                  </a:lnTo>
                  <a:lnTo>
                    <a:pt x="6231159" y="1549135"/>
                  </a:lnTo>
                  <a:lnTo>
                    <a:pt x="6302782" y="1552331"/>
                  </a:lnTo>
                  <a:lnTo>
                    <a:pt x="6374404" y="1555512"/>
                  </a:lnTo>
                  <a:lnTo>
                    <a:pt x="6446027" y="1558678"/>
                  </a:lnTo>
                  <a:lnTo>
                    <a:pt x="6517649" y="1561829"/>
                  </a:lnTo>
                  <a:lnTo>
                    <a:pt x="6589272" y="1564965"/>
                  </a:lnTo>
                  <a:lnTo>
                    <a:pt x="6660894" y="1568087"/>
                  </a:lnTo>
                  <a:lnTo>
                    <a:pt x="6732517" y="1571194"/>
                  </a:lnTo>
                  <a:lnTo>
                    <a:pt x="6804139" y="1574286"/>
                  </a:lnTo>
                  <a:lnTo>
                    <a:pt x="6875762" y="1577364"/>
                  </a:lnTo>
                  <a:lnTo>
                    <a:pt x="6947385" y="1580427"/>
                  </a:lnTo>
                  <a:lnTo>
                    <a:pt x="7019007" y="1583476"/>
                  </a:lnTo>
                  <a:lnTo>
                    <a:pt x="7090630" y="1586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33668"/>
              <a:ext cx="7090630" cy="775488"/>
            </a:xfrm>
            <a:custGeom>
              <a:avLst/>
              <a:pathLst>
                <a:path w="7090630" h="775488">
                  <a:moveTo>
                    <a:pt x="7090630" y="775488"/>
                  </a:moveTo>
                  <a:lnTo>
                    <a:pt x="7019007" y="769926"/>
                  </a:lnTo>
                  <a:lnTo>
                    <a:pt x="6947385" y="764239"/>
                  </a:lnTo>
                  <a:lnTo>
                    <a:pt x="6875762" y="758424"/>
                  </a:lnTo>
                  <a:lnTo>
                    <a:pt x="6804139" y="752480"/>
                  </a:lnTo>
                  <a:lnTo>
                    <a:pt x="6732517" y="746401"/>
                  </a:lnTo>
                  <a:lnTo>
                    <a:pt x="6660894" y="740187"/>
                  </a:lnTo>
                  <a:lnTo>
                    <a:pt x="6589272" y="733833"/>
                  </a:lnTo>
                  <a:lnTo>
                    <a:pt x="6517649" y="727337"/>
                  </a:lnTo>
                  <a:lnTo>
                    <a:pt x="6446027" y="720695"/>
                  </a:lnTo>
                  <a:lnTo>
                    <a:pt x="6374404" y="713904"/>
                  </a:lnTo>
                  <a:lnTo>
                    <a:pt x="6302782" y="706961"/>
                  </a:lnTo>
                  <a:lnTo>
                    <a:pt x="6231159" y="699862"/>
                  </a:lnTo>
                  <a:lnTo>
                    <a:pt x="6159537" y="692605"/>
                  </a:lnTo>
                  <a:lnTo>
                    <a:pt x="6087914" y="685184"/>
                  </a:lnTo>
                  <a:lnTo>
                    <a:pt x="6016292" y="677597"/>
                  </a:lnTo>
                  <a:lnTo>
                    <a:pt x="5944669" y="669840"/>
                  </a:lnTo>
                  <a:lnTo>
                    <a:pt x="5873047" y="661909"/>
                  </a:lnTo>
                  <a:lnTo>
                    <a:pt x="5801424" y="653800"/>
                  </a:lnTo>
                  <a:lnTo>
                    <a:pt x="5729802" y="645510"/>
                  </a:lnTo>
                  <a:lnTo>
                    <a:pt x="5658179" y="637033"/>
                  </a:lnTo>
                  <a:lnTo>
                    <a:pt x="5586557" y="628367"/>
                  </a:lnTo>
                  <a:lnTo>
                    <a:pt x="5514934" y="619506"/>
                  </a:lnTo>
                  <a:lnTo>
                    <a:pt x="5443311" y="610446"/>
                  </a:lnTo>
                  <a:lnTo>
                    <a:pt x="5371689" y="601184"/>
                  </a:lnTo>
                  <a:lnTo>
                    <a:pt x="5300066" y="591713"/>
                  </a:lnTo>
                  <a:lnTo>
                    <a:pt x="5228444" y="582031"/>
                  </a:lnTo>
                  <a:lnTo>
                    <a:pt x="5156821" y="572131"/>
                  </a:lnTo>
                  <a:lnTo>
                    <a:pt x="5085199" y="562009"/>
                  </a:lnTo>
                  <a:lnTo>
                    <a:pt x="5013576" y="551661"/>
                  </a:lnTo>
                  <a:lnTo>
                    <a:pt x="4941954" y="541080"/>
                  </a:lnTo>
                  <a:lnTo>
                    <a:pt x="4870331" y="530262"/>
                  </a:lnTo>
                  <a:lnTo>
                    <a:pt x="4798709" y="519202"/>
                  </a:lnTo>
                  <a:lnTo>
                    <a:pt x="4727086" y="507894"/>
                  </a:lnTo>
                  <a:lnTo>
                    <a:pt x="4655464" y="496332"/>
                  </a:lnTo>
                  <a:lnTo>
                    <a:pt x="4583841" y="484511"/>
                  </a:lnTo>
                  <a:lnTo>
                    <a:pt x="4512219" y="472425"/>
                  </a:lnTo>
                  <a:lnTo>
                    <a:pt x="4440596" y="460068"/>
                  </a:lnTo>
                  <a:lnTo>
                    <a:pt x="4368974" y="447433"/>
                  </a:lnTo>
                  <a:lnTo>
                    <a:pt x="4297351" y="434516"/>
                  </a:lnTo>
                  <a:lnTo>
                    <a:pt x="4225729" y="421309"/>
                  </a:lnTo>
                  <a:lnTo>
                    <a:pt x="4154106" y="407806"/>
                  </a:lnTo>
                  <a:lnTo>
                    <a:pt x="4082483" y="394000"/>
                  </a:lnTo>
                  <a:lnTo>
                    <a:pt x="4010861" y="379885"/>
                  </a:lnTo>
                  <a:lnTo>
                    <a:pt x="3939238" y="365453"/>
                  </a:lnTo>
                  <a:lnTo>
                    <a:pt x="3867616" y="350697"/>
                  </a:lnTo>
                  <a:lnTo>
                    <a:pt x="3795993" y="335611"/>
                  </a:lnTo>
                  <a:lnTo>
                    <a:pt x="3724371" y="320187"/>
                  </a:lnTo>
                  <a:lnTo>
                    <a:pt x="3652748" y="304416"/>
                  </a:lnTo>
                  <a:lnTo>
                    <a:pt x="3581126" y="288292"/>
                  </a:lnTo>
                  <a:lnTo>
                    <a:pt x="3509503" y="271807"/>
                  </a:lnTo>
                  <a:lnTo>
                    <a:pt x="3437881" y="254952"/>
                  </a:lnTo>
                  <a:lnTo>
                    <a:pt x="3366258" y="237719"/>
                  </a:lnTo>
                  <a:lnTo>
                    <a:pt x="3294636" y="220100"/>
                  </a:lnTo>
                  <a:lnTo>
                    <a:pt x="3223013" y="202085"/>
                  </a:lnTo>
                  <a:lnTo>
                    <a:pt x="3151391" y="191905"/>
                  </a:lnTo>
                  <a:lnTo>
                    <a:pt x="3079768" y="187971"/>
                  </a:lnTo>
                  <a:lnTo>
                    <a:pt x="3008146" y="184019"/>
                  </a:lnTo>
                  <a:lnTo>
                    <a:pt x="2936523" y="180048"/>
                  </a:lnTo>
                  <a:lnTo>
                    <a:pt x="2864901" y="176058"/>
                  </a:lnTo>
                  <a:lnTo>
                    <a:pt x="2793278" y="172049"/>
                  </a:lnTo>
                  <a:lnTo>
                    <a:pt x="2721655" y="168022"/>
                  </a:lnTo>
                  <a:lnTo>
                    <a:pt x="2650033" y="163975"/>
                  </a:lnTo>
                  <a:lnTo>
                    <a:pt x="2578410" y="159910"/>
                  </a:lnTo>
                  <a:lnTo>
                    <a:pt x="2506788" y="155825"/>
                  </a:lnTo>
                  <a:lnTo>
                    <a:pt x="2435165" y="151720"/>
                  </a:lnTo>
                  <a:lnTo>
                    <a:pt x="2363543" y="147597"/>
                  </a:lnTo>
                  <a:lnTo>
                    <a:pt x="2291920" y="143453"/>
                  </a:lnTo>
                  <a:lnTo>
                    <a:pt x="2220298" y="139291"/>
                  </a:lnTo>
                  <a:lnTo>
                    <a:pt x="2148675" y="135108"/>
                  </a:lnTo>
                  <a:lnTo>
                    <a:pt x="2077053" y="130906"/>
                  </a:lnTo>
                  <a:lnTo>
                    <a:pt x="2005430" y="126684"/>
                  </a:lnTo>
                  <a:lnTo>
                    <a:pt x="1933808" y="122441"/>
                  </a:lnTo>
                  <a:lnTo>
                    <a:pt x="1862185" y="118179"/>
                  </a:lnTo>
                  <a:lnTo>
                    <a:pt x="1790563" y="113897"/>
                  </a:lnTo>
                  <a:lnTo>
                    <a:pt x="1718940" y="109594"/>
                  </a:lnTo>
                  <a:lnTo>
                    <a:pt x="1647318" y="105271"/>
                  </a:lnTo>
                  <a:lnTo>
                    <a:pt x="1575695" y="100928"/>
                  </a:lnTo>
                  <a:lnTo>
                    <a:pt x="1504073" y="96564"/>
                  </a:lnTo>
                  <a:lnTo>
                    <a:pt x="1432450" y="92179"/>
                  </a:lnTo>
                  <a:lnTo>
                    <a:pt x="1360827" y="87774"/>
                  </a:lnTo>
                  <a:lnTo>
                    <a:pt x="1289205" y="83348"/>
                  </a:lnTo>
                  <a:lnTo>
                    <a:pt x="1217582" y="78901"/>
                  </a:lnTo>
                  <a:lnTo>
                    <a:pt x="1145960" y="74433"/>
                  </a:lnTo>
                  <a:lnTo>
                    <a:pt x="1074337" y="69943"/>
                  </a:lnTo>
                  <a:lnTo>
                    <a:pt x="1002715" y="65433"/>
                  </a:lnTo>
                  <a:lnTo>
                    <a:pt x="931092" y="60901"/>
                  </a:lnTo>
                  <a:lnTo>
                    <a:pt x="859470" y="56348"/>
                  </a:lnTo>
                  <a:lnTo>
                    <a:pt x="787847" y="51773"/>
                  </a:lnTo>
                  <a:lnTo>
                    <a:pt x="716225" y="47177"/>
                  </a:lnTo>
                  <a:lnTo>
                    <a:pt x="644602" y="42559"/>
                  </a:lnTo>
                  <a:lnTo>
                    <a:pt x="572980" y="37918"/>
                  </a:lnTo>
                  <a:lnTo>
                    <a:pt x="501357" y="33257"/>
                  </a:lnTo>
                  <a:lnTo>
                    <a:pt x="429735" y="28573"/>
                  </a:lnTo>
                  <a:lnTo>
                    <a:pt x="358112" y="23866"/>
                  </a:lnTo>
                  <a:lnTo>
                    <a:pt x="286490" y="19138"/>
                  </a:lnTo>
                  <a:lnTo>
                    <a:pt x="214867" y="14387"/>
                  </a:lnTo>
                  <a:lnTo>
                    <a:pt x="143245" y="9614"/>
                  </a:lnTo>
                  <a:lnTo>
                    <a:pt x="71622" y="48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47076"/>
              <a:ext cx="7090630" cy="1111213"/>
            </a:xfrm>
            <a:custGeom>
              <a:avLst/>
              <a:pathLst>
                <a:path w="7090630" h="1111213">
                  <a:moveTo>
                    <a:pt x="0" y="0"/>
                  </a:moveTo>
                  <a:lnTo>
                    <a:pt x="71622" y="20169"/>
                  </a:lnTo>
                  <a:lnTo>
                    <a:pt x="143245" y="40069"/>
                  </a:lnTo>
                  <a:lnTo>
                    <a:pt x="214867" y="59703"/>
                  </a:lnTo>
                  <a:lnTo>
                    <a:pt x="286490" y="79075"/>
                  </a:lnTo>
                  <a:lnTo>
                    <a:pt x="358112" y="98188"/>
                  </a:lnTo>
                  <a:lnTo>
                    <a:pt x="429735" y="117046"/>
                  </a:lnTo>
                  <a:lnTo>
                    <a:pt x="501357" y="135652"/>
                  </a:lnTo>
                  <a:lnTo>
                    <a:pt x="572980" y="154010"/>
                  </a:lnTo>
                  <a:lnTo>
                    <a:pt x="644602" y="172122"/>
                  </a:lnTo>
                  <a:lnTo>
                    <a:pt x="716225" y="189993"/>
                  </a:lnTo>
                  <a:lnTo>
                    <a:pt x="787847" y="207625"/>
                  </a:lnTo>
                  <a:lnTo>
                    <a:pt x="859470" y="225021"/>
                  </a:lnTo>
                  <a:lnTo>
                    <a:pt x="931092" y="242185"/>
                  </a:lnTo>
                  <a:lnTo>
                    <a:pt x="1002715" y="259120"/>
                  </a:lnTo>
                  <a:lnTo>
                    <a:pt x="1074337" y="275829"/>
                  </a:lnTo>
                  <a:lnTo>
                    <a:pt x="1145960" y="292314"/>
                  </a:lnTo>
                  <a:lnTo>
                    <a:pt x="1217582" y="308579"/>
                  </a:lnTo>
                  <a:lnTo>
                    <a:pt x="1289205" y="324627"/>
                  </a:lnTo>
                  <a:lnTo>
                    <a:pt x="1360827" y="340461"/>
                  </a:lnTo>
                  <a:lnTo>
                    <a:pt x="1432450" y="356083"/>
                  </a:lnTo>
                  <a:lnTo>
                    <a:pt x="1504073" y="371497"/>
                  </a:lnTo>
                  <a:lnTo>
                    <a:pt x="1575695" y="386705"/>
                  </a:lnTo>
                  <a:lnTo>
                    <a:pt x="1647318" y="401710"/>
                  </a:lnTo>
                  <a:lnTo>
                    <a:pt x="1718940" y="416514"/>
                  </a:lnTo>
                  <a:lnTo>
                    <a:pt x="1790563" y="431120"/>
                  </a:lnTo>
                  <a:lnTo>
                    <a:pt x="1862185" y="445532"/>
                  </a:lnTo>
                  <a:lnTo>
                    <a:pt x="1933808" y="459751"/>
                  </a:lnTo>
                  <a:lnTo>
                    <a:pt x="2005430" y="473780"/>
                  </a:lnTo>
                  <a:lnTo>
                    <a:pt x="2077053" y="487622"/>
                  </a:lnTo>
                  <a:lnTo>
                    <a:pt x="2148675" y="501278"/>
                  </a:lnTo>
                  <a:lnTo>
                    <a:pt x="2220298" y="514753"/>
                  </a:lnTo>
                  <a:lnTo>
                    <a:pt x="2291920" y="528047"/>
                  </a:lnTo>
                  <a:lnTo>
                    <a:pt x="2363543" y="541164"/>
                  </a:lnTo>
                  <a:lnTo>
                    <a:pt x="2435165" y="554106"/>
                  </a:lnTo>
                  <a:lnTo>
                    <a:pt x="2506788" y="566875"/>
                  </a:lnTo>
                  <a:lnTo>
                    <a:pt x="2578410" y="579473"/>
                  </a:lnTo>
                  <a:lnTo>
                    <a:pt x="2650033" y="591903"/>
                  </a:lnTo>
                  <a:lnTo>
                    <a:pt x="2721655" y="604167"/>
                  </a:lnTo>
                  <a:lnTo>
                    <a:pt x="2793278" y="616268"/>
                  </a:lnTo>
                  <a:lnTo>
                    <a:pt x="2864901" y="628206"/>
                  </a:lnTo>
                  <a:lnTo>
                    <a:pt x="2936523" y="639986"/>
                  </a:lnTo>
                  <a:lnTo>
                    <a:pt x="3008146" y="651608"/>
                  </a:lnTo>
                  <a:lnTo>
                    <a:pt x="3079768" y="663074"/>
                  </a:lnTo>
                  <a:lnTo>
                    <a:pt x="3151391" y="674388"/>
                  </a:lnTo>
                  <a:lnTo>
                    <a:pt x="3223013" y="685550"/>
                  </a:lnTo>
                  <a:lnTo>
                    <a:pt x="3294636" y="696564"/>
                  </a:lnTo>
                  <a:lnTo>
                    <a:pt x="3366258" y="707430"/>
                  </a:lnTo>
                  <a:lnTo>
                    <a:pt x="3437881" y="718151"/>
                  </a:lnTo>
                  <a:lnTo>
                    <a:pt x="3509503" y="728729"/>
                  </a:lnTo>
                  <a:lnTo>
                    <a:pt x="3581126" y="739166"/>
                  </a:lnTo>
                  <a:lnTo>
                    <a:pt x="3652748" y="749463"/>
                  </a:lnTo>
                  <a:lnTo>
                    <a:pt x="3724371" y="759623"/>
                  </a:lnTo>
                  <a:lnTo>
                    <a:pt x="3795993" y="769647"/>
                  </a:lnTo>
                  <a:lnTo>
                    <a:pt x="3867616" y="779537"/>
                  </a:lnTo>
                  <a:lnTo>
                    <a:pt x="3939238" y="789295"/>
                  </a:lnTo>
                  <a:lnTo>
                    <a:pt x="4010861" y="798923"/>
                  </a:lnTo>
                  <a:lnTo>
                    <a:pt x="4082483" y="808422"/>
                  </a:lnTo>
                  <a:lnTo>
                    <a:pt x="4154106" y="817795"/>
                  </a:lnTo>
                  <a:lnTo>
                    <a:pt x="4225729" y="827042"/>
                  </a:lnTo>
                  <a:lnTo>
                    <a:pt x="4297351" y="836165"/>
                  </a:lnTo>
                  <a:lnTo>
                    <a:pt x="4368974" y="845167"/>
                  </a:lnTo>
                  <a:lnTo>
                    <a:pt x="4440596" y="854049"/>
                  </a:lnTo>
                  <a:lnTo>
                    <a:pt x="4512219" y="862812"/>
                  </a:lnTo>
                  <a:lnTo>
                    <a:pt x="4583841" y="871458"/>
                  </a:lnTo>
                  <a:lnTo>
                    <a:pt x="4655464" y="879988"/>
                  </a:lnTo>
                  <a:lnTo>
                    <a:pt x="4727086" y="888405"/>
                  </a:lnTo>
                  <a:lnTo>
                    <a:pt x="4798709" y="896709"/>
                  </a:lnTo>
                  <a:lnTo>
                    <a:pt x="4870331" y="904902"/>
                  </a:lnTo>
                  <a:lnTo>
                    <a:pt x="4941954" y="912986"/>
                  </a:lnTo>
                  <a:lnTo>
                    <a:pt x="5013576" y="920962"/>
                  </a:lnTo>
                  <a:lnTo>
                    <a:pt x="5085199" y="928831"/>
                  </a:lnTo>
                  <a:lnTo>
                    <a:pt x="5156821" y="936595"/>
                  </a:lnTo>
                  <a:lnTo>
                    <a:pt x="5228444" y="944256"/>
                  </a:lnTo>
                  <a:lnTo>
                    <a:pt x="5300066" y="951814"/>
                  </a:lnTo>
                  <a:lnTo>
                    <a:pt x="5371689" y="959271"/>
                  </a:lnTo>
                  <a:lnTo>
                    <a:pt x="5443311" y="966629"/>
                  </a:lnTo>
                  <a:lnTo>
                    <a:pt x="5514934" y="973888"/>
                  </a:lnTo>
                  <a:lnTo>
                    <a:pt x="5586557" y="981051"/>
                  </a:lnTo>
                  <a:lnTo>
                    <a:pt x="5658179" y="988117"/>
                  </a:lnTo>
                  <a:lnTo>
                    <a:pt x="5729802" y="995090"/>
                  </a:lnTo>
                  <a:lnTo>
                    <a:pt x="5801424" y="1001969"/>
                  </a:lnTo>
                  <a:lnTo>
                    <a:pt x="5873047" y="1008756"/>
                  </a:lnTo>
                  <a:lnTo>
                    <a:pt x="5944669" y="1015453"/>
                  </a:lnTo>
                  <a:lnTo>
                    <a:pt x="6016292" y="1022060"/>
                  </a:lnTo>
                  <a:lnTo>
                    <a:pt x="6087914" y="1028579"/>
                  </a:lnTo>
                  <a:lnTo>
                    <a:pt x="6159537" y="1035011"/>
                  </a:lnTo>
                  <a:lnTo>
                    <a:pt x="6231159" y="1041358"/>
                  </a:lnTo>
                  <a:lnTo>
                    <a:pt x="6302782" y="1047619"/>
                  </a:lnTo>
                  <a:lnTo>
                    <a:pt x="6374404" y="1053797"/>
                  </a:lnTo>
                  <a:lnTo>
                    <a:pt x="6446027" y="1059892"/>
                  </a:lnTo>
                  <a:lnTo>
                    <a:pt x="6517649" y="1065906"/>
                  </a:lnTo>
                  <a:lnTo>
                    <a:pt x="6589272" y="1071839"/>
                  </a:lnTo>
                  <a:lnTo>
                    <a:pt x="6660894" y="1077693"/>
                  </a:lnTo>
                  <a:lnTo>
                    <a:pt x="6732517" y="1083469"/>
                  </a:lnTo>
                  <a:lnTo>
                    <a:pt x="6804139" y="1089168"/>
                  </a:lnTo>
                  <a:lnTo>
                    <a:pt x="6875762" y="1094791"/>
                  </a:lnTo>
                  <a:lnTo>
                    <a:pt x="6947385" y="1100339"/>
                  </a:lnTo>
                  <a:lnTo>
                    <a:pt x="7019007" y="1105812"/>
                  </a:lnTo>
                  <a:lnTo>
                    <a:pt x="7090630" y="11112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(1.06-1.32), p_Bonf = 0.015 (n = 6)  |  per IQR decline (Δ = 24.3 %): 1.51 (1.16-1.97)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2026-08-19T20:27:24Z</dcterms:modified>
  <cp:category/>
</cp:coreProperties>
</file>