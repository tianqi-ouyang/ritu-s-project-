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430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604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77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0177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91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66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438290"/>
            </a:xfrm>
            <a:custGeom>
              <a:avLst/>
              <a:pathLst>
                <a:path w="7090630" h="3438290">
                  <a:moveTo>
                    <a:pt x="3401452" y="0"/>
                  </a:moveTo>
                  <a:lnTo>
                    <a:pt x="3437881" y="149039"/>
                  </a:lnTo>
                  <a:lnTo>
                    <a:pt x="3509503" y="418397"/>
                  </a:lnTo>
                  <a:lnTo>
                    <a:pt x="3581126" y="665997"/>
                  </a:lnTo>
                  <a:lnTo>
                    <a:pt x="3652748" y="893598"/>
                  </a:lnTo>
                  <a:lnTo>
                    <a:pt x="3724371" y="1102814"/>
                  </a:lnTo>
                  <a:lnTo>
                    <a:pt x="3795993" y="1295131"/>
                  </a:lnTo>
                  <a:lnTo>
                    <a:pt x="3867616" y="1471914"/>
                  </a:lnTo>
                  <a:lnTo>
                    <a:pt x="3939238" y="1634418"/>
                  </a:lnTo>
                  <a:lnTo>
                    <a:pt x="4010861" y="1783795"/>
                  </a:lnTo>
                  <a:lnTo>
                    <a:pt x="4082483" y="1921107"/>
                  </a:lnTo>
                  <a:lnTo>
                    <a:pt x="4154106" y="2047328"/>
                  </a:lnTo>
                  <a:lnTo>
                    <a:pt x="4225729" y="2163353"/>
                  </a:lnTo>
                  <a:lnTo>
                    <a:pt x="4297351" y="2270006"/>
                  </a:lnTo>
                  <a:lnTo>
                    <a:pt x="4368974" y="2368045"/>
                  </a:lnTo>
                  <a:lnTo>
                    <a:pt x="4440596" y="2458164"/>
                  </a:lnTo>
                  <a:lnTo>
                    <a:pt x="4512219" y="2541005"/>
                  </a:lnTo>
                  <a:lnTo>
                    <a:pt x="4583841" y="2617154"/>
                  </a:lnTo>
                  <a:lnTo>
                    <a:pt x="4655464" y="2655705"/>
                  </a:lnTo>
                  <a:lnTo>
                    <a:pt x="4727086" y="2658660"/>
                  </a:lnTo>
                  <a:lnTo>
                    <a:pt x="4798709" y="2661604"/>
                  </a:lnTo>
                  <a:lnTo>
                    <a:pt x="4870331" y="2664537"/>
                  </a:lnTo>
                  <a:lnTo>
                    <a:pt x="4941954" y="2667461"/>
                  </a:lnTo>
                  <a:lnTo>
                    <a:pt x="5013576" y="2670373"/>
                  </a:lnTo>
                  <a:lnTo>
                    <a:pt x="5085199" y="2673276"/>
                  </a:lnTo>
                  <a:lnTo>
                    <a:pt x="5156821" y="2676168"/>
                  </a:lnTo>
                  <a:lnTo>
                    <a:pt x="5228444" y="2679049"/>
                  </a:lnTo>
                  <a:lnTo>
                    <a:pt x="5300066" y="2681921"/>
                  </a:lnTo>
                  <a:lnTo>
                    <a:pt x="5371689" y="2684782"/>
                  </a:lnTo>
                  <a:lnTo>
                    <a:pt x="5443311" y="2687633"/>
                  </a:lnTo>
                  <a:lnTo>
                    <a:pt x="5514934" y="2690473"/>
                  </a:lnTo>
                  <a:lnTo>
                    <a:pt x="5586557" y="2693304"/>
                  </a:lnTo>
                  <a:lnTo>
                    <a:pt x="5658179" y="2696124"/>
                  </a:lnTo>
                  <a:lnTo>
                    <a:pt x="5729802" y="2698935"/>
                  </a:lnTo>
                  <a:lnTo>
                    <a:pt x="5801424" y="2701735"/>
                  </a:lnTo>
                  <a:lnTo>
                    <a:pt x="5873047" y="2704526"/>
                  </a:lnTo>
                  <a:lnTo>
                    <a:pt x="5944669" y="2707306"/>
                  </a:lnTo>
                  <a:lnTo>
                    <a:pt x="6016292" y="2710077"/>
                  </a:lnTo>
                  <a:lnTo>
                    <a:pt x="6087914" y="2712837"/>
                  </a:lnTo>
                  <a:lnTo>
                    <a:pt x="6159537" y="2715588"/>
                  </a:lnTo>
                  <a:lnTo>
                    <a:pt x="6231159" y="2718329"/>
                  </a:lnTo>
                  <a:lnTo>
                    <a:pt x="6302782" y="2721060"/>
                  </a:lnTo>
                  <a:lnTo>
                    <a:pt x="6374404" y="2723782"/>
                  </a:lnTo>
                  <a:lnTo>
                    <a:pt x="6446027" y="2726493"/>
                  </a:lnTo>
                  <a:lnTo>
                    <a:pt x="6517649" y="2729196"/>
                  </a:lnTo>
                  <a:lnTo>
                    <a:pt x="6589272" y="2731888"/>
                  </a:lnTo>
                  <a:lnTo>
                    <a:pt x="6660894" y="2734571"/>
                  </a:lnTo>
                  <a:lnTo>
                    <a:pt x="6732517" y="2737244"/>
                  </a:lnTo>
                  <a:lnTo>
                    <a:pt x="6804139" y="2739908"/>
                  </a:lnTo>
                  <a:lnTo>
                    <a:pt x="6875762" y="2742562"/>
                  </a:lnTo>
                  <a:lnTo>
                    <a:pt x="6947385" y="2745207"/>
                  </a:lnTo>
                  <a:lnTo>
                    <a:pt x="7019007" y="2747842"/>
                  </a:lnTo>
                  <a:lnTo>
                    <a:pt x="7090630" y="2750468"/>
                  </a:lnTo>
                  <a:lnTo>
                    <a:pt x="7090630" y="3438290"/>
                  </a:lnTo>
                  <a:lnTo>
                    <a:pt x="7019007" y="3434295"/>
                  </a:lnTo>
                  <a:lnTo>
                    <a:pt x="6947385" y="3429950"/>
                  </a:lnTo>
                  <a:lnTo>
                    <a:pt x="6875762" y="3425223"/>
                  </a:lnTo>
                  <a:lnTo>
                    <a:pt x="6804139" y="3420080"/>
                  </a:lnTo>
                  <a:lnTo>
                    <a:pt x="6732517" y="3414486"/>
                  </a:lnTo>
                  <a:lnTo>
                    <a:pt x="6660894" y="3408400"/>
                  </a:lnTo>
                  <a:lnTo>
                    <a:pt x="6589272" y="3401779"/>
                  </a:lnTo>
                  <a:lnTo>
                    <a:pt x="6517649" y="3394577"/>
                  </a:lnTo>
                  <a:lnTo>
                    <a:pt x="6446027" y="3386741"/>
                  </a:lnTo>
                  <a:lnTo>
                    <a:pt x="6374404" y="3378217"/>
                  </a:lnTo>
                  <a:lnTo>
                    <a:pt x="6302782" y="3368944"/>
                  </a:lnTo>
                  <a:lnTo>
                    <a:pt x="6231159" y="3358856"/>
                  </a:lnTo>
                  <a:lnTo>
                    <a:pt x="6159537" y="3347882"/>
                  </a:lnTo>
                  <a:lnTo>
                    <a:pt x="6087914" y="3335943"/>
                  </a:lnTo>
                  <a:lnTo>
                    <a:pt x="6016292" y="3322955"/>
                  </a:lnTo>
                  <a:lnTo>
                    <a:pt x="5944669" y="3308826"/>
                  </a:lnTo>
                  <a:lnTo>
                    <a:pt x="5873047" y="3293456"/>
                  </a:lnTo>
                  <a:lnTo>
                    <a:pt x="5801424" y="3276735"/>
                  </a:lnTo>
                  <a:lnTo>
                    <a:pt x="5729802" y="3258544"/>
                  </a:lnTo>
                  <a:lnTo>
                    <a:pt x="5658179" y="3238755"/>
                  </a:lnTo>
                  <a:lnTo>
                    <a:pt x="5586557" y="3217228"/>
                  </a:lnTo>
                  <a:lnTo>
                    <a:pt x="5514934" y="3193808"/>
                  </a:lnTo>
                  <a:lnTo>
                    <a:pt x="5443311" y="3168331"/>
                  </a:lnTo>
                  <a:lnTo>
                    <a:pt x="5371689" y="3140615"/>
                  </a:lnTo>
                  <a:lnTo>
                    <a:pt x="5300066" y="3110463"/>
                  </a:lnTo>
                  <a:lnTo>
                    <a:pt x="5228444" y="3077662"/>
                  </a:lnTo>
                  <a:lnTo>
                    <a:pt x="5156821" y="3041979"/>
                  </a:lnTo>
                  <a:lnTo>
                    <a:pt x="5085199" y="3003160"/>
                  </a:lnTo>
                  <a:lnTo>
                    <a:pt x="5013576" y="2960930"/>
                  </a:lnTo>
                  <a:lnTo>
                    <a:pt x="4941954" y="2914989"/>
                  </a:lnTo>
                  <a:lnTo>
                    <a:pt x="4870331" y="2865012"/>
                  </a:lnTo>
                  <a:lnTo>
                    <a:pt x="4798709" y="2810643"/>
                  </a:lnTo>
                  <a:lnTo>
                    <a:pt x="4727086" y="2751496"/>
                  </a:lnTo>
                  <a:lnTo>
                    <a:pt x="4655464" y="2687152"/>
                  </a:lnTo>
                  <a:lnTo>
                    <a:pt x="4583841" y="2652740"/>
                  </a:lnTo>
                  <a:lnTo>
                    <a:pt x="4512219" y="2649764"/>
                  </a:lnTo>
                  <a:lnTo>
                    <a:pt x="4440596" y="2646777"/>
                  </a:lnTo>
                  <a:lnTo>
                    <a:pt x="4368974" y="2643780"/>
                  </a:lnTo>
                  <a:lnTo>
                    <a:pt x="4297351" y="2640772"/>
                  </a:lnTo>
                  <a:lnTo>
                    <a:pt x="4225729" y="2637754"/>
                  </a:lnTo>
                  <a:lnTo>
                    <a:pt x="4154106" y="2634724"/>
                  </a:lnTo>
                  <a:lnTo>
                    <a:pt x="4082483" y="2631684"/>
                  </a:lnTo>
                  <a:lnTo>
                    <a:pt x="4010861" y="2628632"/>
                  </a:lnTo>
                  <a:lnTo>
                    <a:pt x="3939238" y="2625570"/>
                  </a:lnTo>
                  <a:lnTo>
                    <a:pt x="3867616" y="2622497"/>
                  </a:lnTo>
                  <a:lnTo>
                    <a:pt x="3795993" y="2619413"/>
                  </a:lnTo>
                  <a:lnTo>
                    <a:pt x="3724371" y="2616318"/>
                  </a:lnTo>
                  <a:lnTo>
                    <a:pt x="3652748" y="2613211"/>
                  </a:lnTo>
                  <a:lnTo>
                    <a:pt x="3581126" y="2610094"/>
                  </a:lnTo>
                  <a:lnTo>
                    <a:pt x="3509503" y="2606965"/>
                  </a:lnTo>
                  <a:lnTo>
                    <a:pt x="3437881" y="2603826"/>
                  </a:lnTo>
                  <a:lnTo>
                    <a:pt x="3366258" y="2600675"/>
                  </a:lnTo>
                  <a:lnTo>
                    <a:pt x="3294636" y="2597512"/>
                  </a:lnTo>
                  <a:lnTo>
                    <a:pt x="3223013" y="2594339"/>
                  </a:lnTo>
                  <a:lnTo>
                    <a:pt x="3151391" y="2591154"/>
                  </a:lnTo>
                  <a:lnTo>
                    <a:pt x="3079768" y="2587957"/>
                  </a:lnTo>
                  <a:lnTo>
                    <a:pt x="3008146" y="2584750"/>
                  </a:lnTo>
                  <a:lnTo>
                    <a:pt x="2936523" y="2581530"/>
                  </a:lnTo>
                  <a:lnTo>
                    <a:pt x="2864901" y="2578299"/>
                  </a:lnTo>
                  <a:lnTo>
                    <a:pt x="2793278" y="2575057"/>
                  </a:lnTo>
                  <a:lnTo>
                    <a:pt x="2721655" y="2571803"/>
                  </a:lnTo>
                  <a:lnTo>
                    <a:pt x="2650033" y="2568537"/>
                  </a:lnTo>
                  <a:lnTo>
                    <a:pt x="2578410" y="2565260"/>
                  </a:lnTo>
                  <a:lnTo>
                    <a:pt x="2506788" y="2561971"/>
                  </a:lnTo>
                  <a:lnTo>
                    <a:pt x="2435165" y="2558670"/>
                  </a:lnTo>
                  <a:lnTo>
                    <a:pt x="2363543" y="2555357"/>
                  </a:lnTo>
                  <a:lnTo>
                    <a:pt x="2291920" y="2552032"/>
                  </a:lnTo>
                  <a:lnTo>
                    <a:pt x="2220298" y="2548696"/>
                  </a:lnTo>
                  <a:lnTo>
                    <a:pt x="2148675" y="2545348"/>
                  </a:lnTo>
                  <a:lnTo>
                    <a:pt x="2077053" y="2541987"/>
                  </a:lnTo>
                  <a:lnTo>
                    <a:pt x="2005430" y="2538615"/>
                  </a:lnTo>
                  <a:lnTo>
                    <a:pt x="1933808" y="2535230"/>
                  </a:lnTo>
                  <a:lnTo>
                    <a:pt x="1862185" y="2531833"/>
                  </a:lnTo>
                  <a:lnTo>
                    <a:pt x="1790563" y="2528425"/>
                  </a:lnTo>
                  <a:lnTo>
                    <a:pt x="1718940" y="2525004"/>
                  </a:lnTo>
                  <a:lnTo>
                    <a:pt x="1647318" y="2521570"/>
                  </a:lnTo>
                  <a:lnTo>
                    <a:pt x="1575695" y="2518125"/>
                  </a:lnTo>
                  <a:lnTo>
                    <a:pt x="1504073" y="2514667"/>
                  </a:lnTo>
                  <a:lnTo>
                    <a:pt x="1432450" y="2511196"/>
                  </a:lnTo>
                  <a:lnTo>
                    <a:pt x="1360827" y="2507714"/>
                  </a:lnTo>
                  <a:lnTo>
                    <a:pt x="1289205" y="2504219"/>
                  </a:lnTo>
                  <a:lnTo>
                    <a:pt x="1217582" y="2500711"/>
                  </a:lnTo>
                  <a:lnTo>
                    <a:pt x="1145960" y="2497191"/>
                  </a:lnTo>
                  <a:lnTo>
                    <a:pt x="1074337" y="2493658"/>
                  </a:lnTo>
                  <a:lnTo>
                    <a:pt x="1002715" y="2490112"/>
                  </a:lnTo>
                  <a:lnTo>
                    <a:pt x="931092" y="2486554"/>
                  </a:lnTo>
                  <a:lnTo>
                    <a:pt x="859470" y="2482983"/>
                  </a:lnTo>
                  <a:lnTo>
                    <a:pt x="787847" y="2479399"/>
                  </a:lnTo>
                  <a:lnTo>
                    <a:pt x="716225" y="2475803"/>
                  </a:lnTo>
                  <a:lnTo>
                    <a:pt x="644602" y="2472193"/>
                  </a:lnTo>
                  <a:lnTo>
                    <a:pt x="572980" y="2468571"/>
                  </a:lnTo>
                  <a:lnTo>
                    <a:pt x="501357" y="2464935"/>
                  </a:lnTo>
                  <a:lnTo>
                    <a:pt x="429735" y="2461287"/>
                  </a:lnTo>
                  <a:lnTo>
                    <a:pt x="358112" y="2457625"/>
                  </a:lnTo>
                  <a:lnTo>
                    <a:pt x="286490" y="2453951"/>
                  </a:lnTo>
                  <a:lnTo>
                    <a:pt x="214867" y="2450263"/>
                  </a:lnTo>
                  <a:lnTo>
                    <a:pt x="143245" y="2446562"/>
                  </a:lnTo>
                  <a:lnTo>
                    <a:pt x="71622" y="2442848"/>
                  </a:lnTo>
                  <a:lnTo>
                    <a:pt x="0" y="2439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573501" y="2073503"/>
              <a:ext cx="3689177" cy="2750468"/>
            </a:xfrm>
            <a:custGeom>
              <a:avLst/>
              <a:pathLst>
                <a:path w="3689177" h="2750468">
                  <a:moveTo>
                    <a:pt x="0" y="0"/>
                  </a:moveTo>
                  <a:lnTo>
                    <a:pt x="36428" y="149039"/>
                  </a:lnTo>
                  <a:lnTo>
                    <a:pt x="108051" y="418397"/>
                  </a:lnTo>
                  <a:lnTo>
                    <a:pt x="179673" y="665997"/>
                  </a:lnTo>
                  <a:lnTo>
                    <a:pt x="251296" y="893598"/>
                  </a:lnTo>
                  <a:lnTo>
                    <a:pt x="322918" y="1102814"/>
                  </a:lnTo>
                  <a:lnTo>
                    <a:pt x="394541" y="1295131"/>
                  </a:lnTo>
                  <a:lnTo>
                    <a:pt x="466163" y="1471914"/>
                  </a:lnTo>
                  <a:lnTo>
                    <a:pt x="537786" y="1634418"/>
                  </a:lnTo>
                  <a:lnTo>
                    <a:pt x="609409" y="1783795"/>
                  </a:lnTo>
                  <a:lnTo>
                    <a:pt x="681031" y="1921107"/>
                  </a:lnTo>
                  <a:lnTo>
                    <a:pt x="752654" y="2047328"/>
                  </a:lnTo>
                  <a:lnTo>
                    <a:pt x="824276" y="2163353"/>
                  </a:lnTo>
                  <a:lnTo>
                    <a:pt x="895899" y="2270006"/>
                  </a:lnTo>
                  <a:lnTo>
                    <a:pt x="967521" y="2368045"/>
                  </a:lnTo>
                  <a:lnTo>
                    <a:pt x="1039144" y="2458164"/>
                  </a:lnTo>
                  <a:lnTo>
                    <a:pt x="1110766" y="2541005"/>
                  </a:lnTo>
                  <a:lnTo>
                    <a:pt x="1182389" y="2617154"/>
                  </a:lnTo>
                  <a:lnTo>
                    <a:pt x="1254011" y="2655705"/>
                  </a:lnTo>
                  <a:lnTo>
                    <a:pt x="1325634" y="2658660"/>
                  </a:lnTo>
                  <a:lnTo>
                    <a:pt x="1397256" y="2661604"/>
                  </a:lnTo>
                  <a:lnTo>
                    <a:pt x="1468879" y="2664537"/>
                  </a:lnTo>
                  <a:lnTo>
                    <a:pt x="1540501" y="2667461"/>
                  </a:lnTo>
                  <a:lnTo>
                    <a:pt x="1612124" y="2670373"/>
                  </a:lnTo>
                  <a:lnTo>
                    <a:pt x="1683746" y="2673276"/>
                  </a:lnTo>
                  <a:lnTo>
                    <a:pt x="1755369" y="2676168"/>
                  </a:lnTo>
                  <a:lnTo>
                    <a:pt x="1826991" y="2679049"/>
                  </a:lnTo>
                  <a:lnTo>
                    <a:pt x="1898614" y="2681921"/>
                  </a:lnTo>
                  <a:lnTo>
                    <a:pt x="1970237" y="2684782"/>
                  </a:lnTo>
                  <a:lnTo>
                    <a:pt x="2041859" y="2687633"/>
                  </a:lnTo>
                  <a:lnTo>
                    <a:pt x="2113482" y="2690473"/>
                  </a:lnTo>
                  <a:lnTo>
                    <a:pt x="2185104" y="2693304"/>
                  </a:lnTo>
                  <a:lnTo>
                    <a:pt x="2256727" y="2696124"/>
                  </a:lnTo>
                  <a:lnTo>
                    <a:pt x="2328349" y="2698935"/>
                  </a:lnTo>
                  <a:lnTo>
                    <a:pt x="2399972" y="2701735"/>
                  </a:lnTo>
                  <a:lnTo>
                    <a:pt x="2471594" y="2704526"/>
                  </a:lnTo>
                  <a:lnTo>
                    <a:pt x="2543217" y="2707306"/>
                  </a:lnTo>
                  <a:lnTo>
                    <a:pt x="2614839" y="2710077"/>
                  </a:lnTo>
                  <a:lnTo>
                    <a:pt x="2686462" y="2712837"/>
                  </a:lnTo>
                  <a:lnTo>
                    <a:pt x="2758084" y="2715588"/>
                  </a:lnTo>
                  <a:lnTo>
                    <a:pt x="2829707" y="2718329"/>
                  </a:lnTo>
                  <a:lnTo>
                    <a:pt x="2901329" y="2721060"/>
                  </a:lnTo>
                  <a:lnTo>
                    <a:pt x="2972952" y="2723782"/>
                  </a:lnTo>
                  <a:lnTo>
                    <a:pt x="3044574" y="2726493"/>
                  </a:lnTo>
                  <a:lnTo>
                    <a:pt x="3116197" y="2729196"/>
                  </a:lnTo>
                  <a:lnTo>
                    <a:pt x="3187819" y="2731888"/>
                  </a:lnTo>
                  <a:lnTo>
                    <a:pt x="3259442" y="2734571"/>
                  </a:lnTo>
                  <a:lnTo>
                    <a:pt x="3331065" y="2737244"/>
                  </a:lnTo>
                  <a:lnTo>
                    <a:pt x="3402687" y="2739908"/>
                  </a:lnTo>
                  <a:lnTo>
                    <a:pt x="3474310" y="2742562"/>
                  </a:lnTo>
                  <a:lnTo>
                    <a:pt x="3545932" y="2745207"/>
                  </a:lnTo>
                  <a:lnTo>
                    <a:pt x="3617555" y="2747842"/>
                  </a:lnTo>
                  <a:lnTo>
                    <a:pt x="3689177" y="27504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512624"/>
              <a:ext cx="7090630" cy="999169"/>
            </a:xfrm>
            <a:custGeom>
              <a:avLst/>
              <a:pathLst>
                <a:path w="7090630" h="999169">
                  <a:moveTo>
                    <a:pt x="7090630" y="999169"/>
                  </a:moveTo>
                  <a:lnTo>
                    <a:pt x="7019007" y="995174"/>
                  </a:lnTo>
                  <a:lnTo>
                    <a:pt x="6947385" y="990829"/>
                  </a:lnTo>
                  <a:lnTo>
                    <a:pt x="6875762" y="986102"/>
                  </a:lnTo>
                  <a:lnTo>
                    <a:pt x="6804139" y="980959"/>
                  </a:lnTo>
                  <a:lnTo>
                    <a:pt x="6732517" y="975365"/>
                  </a:lnTo>
                  <a:lnTo>
                    <a:pt x="6660894" y="969279"/>
                  </a:lnTo>
                  <a:lnTo>
                    <a:pt x="6589272" y="962658"/>
                  </a:lnTo>
                  <a:lnTo>
                    <a:pt x="6517649" y="955455"/>
                  </a:lnTo>
                  <a:lnTo>
                    <a:pt x="6446027" y="947620"/>
                  </a:lnTo>
                  <a:lnTo>
                    <a:pt x="6374404" y="939096"/>
                  </a:lnTo>
                  <a:lnTo>
                    <a:pt x="6302782" y="929823"/>
                  </a:lnTo>
                  <a:lnTo>
                    <a:pt x="6231159" y="919735"/>
                  </a:lnTo>
                  <a:lnTo>
                    <a:pt x="6159537" y="908761"/>
                  </a:lnTo>
                  <a:lnTo>
                    <a:pt x="6087914" y="896822"/>
                  </a:lnTo>
                  <a:lnTo>
                    <a:pt x="6016292" y="883834"/>
                  </a:lnTo>
                  <a:lnTo>
                    <a:pt x="5944669" y="869705"/>
                  </a:lnTo>
                  <a:lnTo>
                    <a:pt x="5873047" y="854335"/>
                  </a:lnTo>
                  <a:lnTo>
                    <a:pt x="5801424" y="837614"/>
                  </a:lnTo>
                  <a:lnTo>
                    <a:pt x="5729802" y="819423"/>
                  </a:lnTo>
                  <a:lnTo>
                    <a:pt x="5658179" y="799634"/>
                  </a:lnTo>
                  <a:lnTo>
                    <a:pt x="5586557" y="778107"/>
                  </a:lnTo>
                  <a:lnTo>
                    <a:pt x="5514934" y="754687"/>
                  </a:lnTo>
                  <a:lnTo>
                    <a:pt x="5443311" y="729210"/>
                  </a:lnTo>
                  <a:lnTo>
                    <a:pt x="5371689" y="701494"/>
                  </a:lnTo>
                  <a:lnTo>
                    <a:pt x="5300066" y="671342"/>
                  </a:lnTo>
                  <a:lnTo>
                    <a:pt x="5228444" y="638541"/>
                  </a:lnTo>
                  <a:lnTo>
                    <a:pt x="5156821" y="602858"/>
                  </a:lnTo>
                  <a:lnTo>
                    <a:pt x="5085199" y="564039"/>
                  </a:lnTo>
                  <a:lnTo>
                    <a:pt x="5013576" y="521809"/>
                  </a:lnTo>
                  <a:lnTo>
                    <a:pt x="4941954" y="475868"/>
                  </a:lnTo>
                  <a:lnTo>
                    <a:pt x="4870331" y="425891"/>
                  </a:lnTo>
                  <a:lnTo>
                    <a:pt x="4798709" y="371521"/>
                  </a:lnTo>
                  <a:lnTo>
                    <a:pt x="4727086" y="312375"/>
                  </a:lnTo>
                  <a:lnTo>
                    <a:pt x="4655464" y="248031"/>
                  </a:lnTo>
                  <a:lnTo>
                    <a:pt x="4583841" y="213619"/>
                  </a:lnTo>
                  <a:lnTo>
                    <a:pt x="4512219" y="210643"/>
                  </a:lnTo>
                  <a:lnTo>
                    <a:pt x="4440596" y="207656"/>
                  </a:lnTo>
                  <a:lnTo>
                    <a:pt x="4368974" y="204659"/>
                  </a:lnTo>
                  <a:lnTo>
                    <a:pt x="4297351" y="201651"/>
                  </a:lnTo>
                  <a:lnTo>
                    <a:pt x="4225729" y="198632"/>
                  </a:lnTo>
                  <a:lnTo>
                    <a:pt x="4154106" y="195603"/>
                  </a:lnTo>
                  <a:lnTo>
                    <a:pt x="4082483" y="192563"/>
                  </a:lnTo>
                  <a:lnTo>
                    <a:pt x="4010861" y="189511"/>
                  </a:lnTo>
                  <a:lnTo>
                    <a:pt x="3939238" y="186449"/>
                  </a:lnTo>
                  <a:lnTo>
                    <a:pt x="3867616" y="183376"/>
                  </a:lnTo>
                  <a:lnTo>
                    <a:pt x="3795993" y="180292"/>
                  </a:lnTo>
                  <a:lnTo>
                    <a:pt x="3724371" y="177197"/>
                  </a:lnTo>
                  <a:lnTo>
                    <a:pt x="3652748" y="174090"/>
                  </a:lnTo>
                  <a:lnTo>
                    <a:pt x="3581126" y="170973"/>
                  </a:lnTo>
                  <a:lnTo>
                    <a:pt x="3509503" y="167844"/>
                  </a:lnTo>
                  <a:lnTo>
                    <a:pt x="3437881" y="164705"/>
                  </a:lnTo>
                  <a:lnTo>
                    <a:pt x="3366258" y="161554"/>
                  </a:lnTo>
                  <a:lnTo>
                    <a:pt x="3294636" y="158391"/>
                  </a:lnTo>
                  <a:lnTo>
                    <a:pt x="3223013" y="155218"/>
                  </a:lnTo>
                  <a:lnTo>
                    <a:pt x="3151391" y="152033"/>
                  </a:lnTo>
                  <a:lnTo>
                    <a:pt x="3079768" y="148836"/>
                  </a:lnTo>
                  <a:lnTo>
                    <a:pt x="3008146" y="145628"/>
                  </a:lnTo>
                  <a:lnTo>
                    <a:pt x="2936523" y="142409"/>
                  </a:lnTo>
                  <a:lnTo>
                    <a:pt x="2864901" y="139178"/>
                  </a:lnTo>
                  <a:lnTo>
                    <a:pt x="2793278" y="135936"/>
                  </a:lnTo>
                  <a:lnTo>
                    <a:pt x="2721655" y="132682"/>
                  </a:lnTo>
                  <a:lnTo>
                    <a:pt x="2650033" y="129416"/>
                  </a:lnTo>
                  <a:lnTo>
                    <a:pt x="2578410" y="126139"/>
                  </a:lnTo>
                  <a:lnTo>
                    <a:pt x="2506788" y="122850"/>
                  </a:lnTo>
                  <a:lnTo>
                    <a:pt x="2435165" y="119549"/>
                  </a:lnTo>
                  <a:lnTo>
                    <a:pt x="2363543" y="116236"/>
                  </a:lnTo>
                  <a:lnTo>
                    <a:pt x="2291920" y="112911"/>
                  </a:lnTo>
                  <a:lnTo>
                    <a:pt x="2220298" y="109575"/>
                  </a:lnTo>
                  <a:lnTo>
                    <a:pt x="2148675" y="106226"/>
                  </a:lnTo>
                  <a:lnTo>
                    <a:pt x="2077053" y="102866"/>
                  </a:lnTo>
                  <a:lnTo>
                    <a:pt x="2005430" y="99494"/>
                  </a:lnTo>
                  <a:lnTo>
                    <a:pt x="1933808" y="96109"/>
                  </a:lnTo>
                  <a:lnTo>
                    <a:pt x="1862185" y="92712"/>
                  </a:lnTo>
                  <a:lnTo>
                    <a:pt x="1790563" y="89303"/>
                  </a:lnTo>
                  <a:lnTo>
                    <a:pt x="1718940" y="85882"/>
                  </a:lnTo>
                  <a:lnTo>
                    <a:pt x="1647318" y="82449"/>
                  </a:lnTo>
                  <a:lnTo>
                    <a:pt x="1575695" y="79004"/>
                  </a:lnTo>
                  <a:lnTo>
                    <a:pt x="1504073" y="75546"/>
                  </a:lnTo>
                  <a:lnTo>
                    <a:pt x="1432450" y="72075"/>
                  </a:lnTo>
                  <a:lnTo>
                    <a:pt x="1360827" y="68593"/>
                  </a:lnTo>
                  <a:lnTo>
                    <a:pt x="1289205" y="65097"/>
                  </a:lnTo>
                  <a:lnTo>
                    <a:pt x="1217582" y="61590"/>
                  </a:lnTo>
                  <a:lnTo>
                    <a:pt x="1145960" y="58069"/>
                  </a:lnTo>
                  <a:lnTo>
                    <a:pt x="1074337" y="54537"/>
                  </a:lnTo>
                  <a:lnTo>
                    <a:pt x="1002715" y="50991"/>
                  </a:lnTo>
                  <a:lnTo>
                    <a:pt x="931092" y="47433"/>
                  </a:lnTo>
                  <a:lnTo>
                    <a:pt x="859470" y="43862"/>
                  </a:lnTo>
                  <a:lnTo>
                    <a:pt x="787847" y="40278"/>
                  </a:lnTo>
                  <a:lnTo>
                    <a:pt x="716225" y="36681"/>
                  </a:lnTo>
                  <a:lnTo>
                    <a:pt x="644602" y="33072"/>
                  </a:lnTo>
                  <a:lnTo>
                    <a:pt x="572980" y="29450"/>
                  </a:lnTo>
                  <a:lnTo>
                    <a:pt x="501357" y="25814"/>
                  </a:lnTo>
                  <a:lnTo>
                    <a:pt x="429735" y="22166"/>
                  </a:lnTo>
                  <a:lnTo>
                    <a:pt x="358112" y="18504"/>
                  </a:lnTo>
                  <a:lnTo>
                    <a:pt x="286490" y="14830"/>
                  </a:lnTo>
                  <a:lnTo>
                    <a:pt x="214867" y="11142"/>
                  </a:lnTo>
                  <a:lnTo>
                    <a:pt x="143245" y="7441"/>
                  </a:lnTo>
                  <a:lnTo>
                    <a:pt x="71622" y="372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451963" y="2073503"/>
              <a:ext cx="4810716" cy="3301175"/>
            </a:xfrm>
            <a:custGeom>
              <a:avLst/>
              <a:pathLst>
                <a:path w="4810716" h="3301175">
                  <a:moveTo>
                    <a:pt x="0" y="0"/>
                  </a:moveTo>
                  <a:lnTo>
                    <a:pt x="12007" y="26013"/>
                  </a:lnTo>
                  <a:lnTo>
                    <a:pt x="83629" y="174520"/>
                  </a:lnTo>
                  <a:lnTo>
                    <a:pt x="155252" y="316649"/>
                  </a:lnTo>
                  <a:lnTo>
                    <a:pt x="226874" y="452674"/>
                  </a:lnTo>
                  <a:lnTo>
                    <a:pt x="298497" y="582856"/>
                  </a:lnTo>
                  <a:lnTo>
                    <a:pt x="370119" y="707448"/>
                  </a:lnTo>
                  <a:lnTo>
                    <a:pt x="441742" y="826688"/>
                  </a:lnTo>
                  <a:lnTo>
                    <a:pt x="513364" y="940806"/>
                  </a:lnTo>
                  <a:lnTo>
                    <a:pt x="584987" y="1050024"/>
                  </a:lnTo>
                  <a:lnTo>
                    <a:pt x="656609" y="1154551"/>
                  </a:lnTo>
                  <a:lnTo>
                    <a:pt x="728232" y="1254588"/>
                  </a:lnTo>
                  <a:lnTo>
                    <a:pt x="799854" y="1350329"/>
                  </a:lnTo>
                  <a:lnTo>
                    <a:pt x="871477" y="1441958"/>
                  </a:lnTo>
                  <a:lnTo>
                    <a:pt x="943099" y="1529651"/>
                  </a:lnTo>
                  <a:lnTo>
                    <a:pt x="1014722" y="1613578"/>
                  </a:lnTo>
                  <a:lnTo>
                    <a:pt x="1086344" y="1693900"/>
                  </a:lnTo>
                  <a:lnTo>
                    <a:pt x="1157967" y="1770773"/>
                  </a:lnTo>
                  <a:lnTo>
                    <a:pt x="1229590" y="1844344"/>
                  </a:lnTo>
                  <a:lnTo>
                    <a:pt x="1301212" y="1914755"/>
                  </a:lnTo>
                  <a:lnTo>
                    <a:pt x="1372835" y="1982142"/>
                  </a:lnTo>
                  <a:lnTo>
                    <a:pt x="1444457" y="2046635"/>
                  </a:lnTo>
                  <a:lnTo>
                    <a:pt x="1516080" y="2108358"/>
                  </a:lnTo>
                  <a:lnTo>
                    <a:pt x="1587702" y="2167430"/>
                  </a:lnTo>
                  <a:lnTo>
                    <a:pt x="1659325" y="2223965"/>
                  </a:lnTo>
                  <a:lnTo>
                    <a:pt x="1730947" y="2278072"/>
                  </a:lnTo>
                  <a:lnTo>
                    <a:pt x="1802570" y="2329854"/>
                  </a:lnTo>
                  <a:lnTo>
                    <a:pt x="1874192" y="2379413"/>
                  </a:lnTo>
                  <a:lnTo>
                    <a:pt x="1945815" y="2426844"/>
                  </a:lnTo>
                  <a:lnTo>
                    <a:pt x="2017437" y="2472237"/>
                  </a:lnTo>
                  <a:lnTo>
                    <a:pt x="2089060" y="2515681"/>
                  </a:lnTo>
                  <a:lnTo>
                    <a:pt x="2160682" y="2557258"/>
                  </a:lnTo>
                  <a:lnTo>
                    <a:pt x="2232305" y="2597050"/>
                  </a:lnTo>
                  <a:lnTo>
                    <a:pt x="2303927" y="2635133"/>
                  </a:lnTo>
                  <a:lnTo>
                    <a:pt x="2375550" y="2671581"/>
                  </a:lnTo>
                  <a:lnTo>
                    <a:pt x="2447172" y="2706463"/>
                  </a:lnTo>
                  <a:lnTo>
                    <a:pt x="2518795" y="2739846"/>
                  </a:lnTo>
                  <a:lnTo>
                    <a:pt x="2590418" y="2771796"/>
                  </a:lnTo>
                  <a:lnTo>
                    <a:pt x="2662040" y="2802374"/>
                  </a:lnTo>
                  <a:lnTo>
                    <a:pt x="2733663" y="2831639"/>
                  </a:lnTo>
                  <a:lnTo>
                    <a:pt x="2805285" y="2859646"/>
                  </a:lnTo>
                  <a:lnTo>
                    <a:pt x="2876908" y="2886451"/>
                  </a:lnTo>
                  <a:lnTo>
                    <a:pt x="2948530" y="2912104"/>
                  </a:lnTo>
                  <a:lnTo>
                    <a:pt x="3020153" y="2936656"/>
                  </a:lnTo>
                  <a:lnTo>
                    <a:pt x="3091775" y="2960153"/>
                  </a:lnTo>
                  <a:lnTo>
                    <a:pt x="3163398" y="2982641"/>
                  </a:lnTo>
                  <a:lnTo>
                    <a:pt x="3235020" y="3004163"/>
                  </a:lnTo>
                  <a:lnTo>
                    <a:pt x="3306643" y="3024761"/>
                  </a:lnTo>
                  <a:lnTo>
                    <a:pt x="3378265" y="3044474"/>
                  </a:lnTo>
                  <a:lnTo>
                    <a:pt x="3449888" y="3063340"/>
                  </a:lnTo>
                  <a:lnTo>
                    <a:pt x="3521510" y="3081397"/>
                  </a:lnTo>
                  <a:lnTo>
                    <a:pt x="3593133" y="3098677"/>
                  </a:lnTo>
                  <a:lnTo>
                    <a:pt x="3664755" y="3115216"/>
                  </a:lnTo>
                  <a:lnTo>
                    <a:pt x="3736378" y="3131044"/>
                  </a:lnTo>
                  <a:lnTo>
                    <a:pt x="3808000" y="3146192"/>
                  </a:lnTo>
                  <a:lnTo>
                    <a:pt x="3879623" y="3160690"/>
                  </a:lnTo>
                  <a:lnTo>
                    <a:pt x="3951246" y="3174565"/>
                  </a:lnTo>
                  <a:lnTo>
                    <a:pt x="4022868" y="3187844"/>
                  </a:lnTo>
                  <a:lnTo>
                    <a:pt x="4094491" y="3200553"/>
                  </a:lnTo>
                  <a:lnTo>
                    <a:pt x="4166113" y="3212716"/>
                  </a:lnTo>
                  <a:lnTo>
                    <a:pt x="4237736" y="3224356"/>
                  </a:lnTo>
                  <a:lnTo>
                    <a:pt x="4309358" y="3235497"/>
                  </a:lnTo>
                  <a:lnTo>
                    <a:pt x="4380981" y="3246159"/>
                  </a:lnTo>
                  <a:lnTo>
                    <a:pt x="4452603" y="3256363"/>
                  </a:lnTo>
                  <a:lnTo>
                    <a:pt x="4524226" y="3266129"/>
                  </a:lnTo>
                  <a:lnTo>
                    <a:pt x="4595848" y="3275476"/>
                  </a:lnTo>
                  <a:lnTo>
                    <a:pt x="4667471" y="3284421"/>
                  </a:lnTo>
                  <a:lnTo>
                    <a:pt x="4739093" y="3292982"/>
                  </a:lnTo>
                  <a:lnTo>
                    <a:pt x="4810716" y="330117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93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6754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68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12099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688107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443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70553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1.85 (1.05-3.27), p_Bonf = 0.197 (n = 6)  |  per IQR decline (Δ = 21.9): 3.85 (1.12-13.30)  |  IQR: [-10.4, 11.4]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2026-10-09T11:52:43Z</dcterms:modified>
  <cp:category/>
</cp:coreProperties>
</file>