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4751"/>
            </a:xfrm>
            <a:custGeom>
              <a:avLst/>
              <a:pathLst>
                <a:path w="7090630" h="3434751">
                  <a:moveTo>
                    <a:pt x="3354687" y="0"/>
                  </a:moveTo>
                  <a:lnTo>
                    <a:pt x="3366258" y="47286"/>
                  </a:lnTo>
                  <a:lnTo>
                    <a:pt x="3437881" y="317008"/>
                  </a:lnTo>
                  <a:lnTo>
                    <a:pt x="3509503" y="565561"/>
                  </a:lnTo>
                  <a:lnTo>
                    <a:pt x="3581126" y="794604"/>
                  </a:lnTo>
                  <a:lnTo>
                    <a:pt x="3652748" y="1005671"/>
                  </a:lnTo>
                  <a:lnTo>
                    <a:pt x="3724371" y="1200171"/>
                  </a:lnTo>
                  <a:lnTo>
                    <a:pt x="3795993" y="1379405"/>
                  </a:lnTo>
                  <a:lnTo>
                    <a:pt x="3867616" y="1544572"/>
                  </a:lnTo>
                  <a:lnTo>
                    <a:pt x="3939238" y="1696774"/>
                  </a:lnTo>
                  <a:lnTo>
                    <a:pt x="4010861" y="1837031"/>
                  </a:lnTo>
                  <a:lnTo>
                    <a:pt x="4082483" y="1966279"/>
                  </a:lnTo>
                  <a:lnTo>
                    <a:pt x="4154106" y="2085383"/>
                  </a:lnTo>
                  <a:lnTo>
                    <a:pt x="4225729" y="2195138"/>
                  </a:lnTo>
                  <a:lnTo>
                    <a:pt x="4297351" y="2296279"/>
                  </a:lnTo>
                  <a:lnTo>
                    <a:pt x="4368974" y="2389481"/>
                  </a:lnTo>
                  <a:lnTo>
                    <a:pt x="4440596" y="2475369"/>
                  </a:lnTo>
                  <a:lnTo>
                    <a:pt x="4512219" y="2554515"/>
                  </a:lnTo>
                  <a:lnTo>
                    <a:pt x="4583841" y="2627448"/>
                  </a:lnTo>
                  <a:lnTo>
                    <a:pt x="4655464" y="2655792"/>
                  </a:lnTo>
                  <a:lnTo>
                    <a:pt x="4727086" y="2658258"/>
                  </a:lnTo>
                  <a:lnTo>
                    <a:pt x="4798709" y="2660716"/>
                  </a:lnTo>
                  <a:lnTo>
                    <a:pt x="4870331" y="2663168"/>
                  </a:lnTo>
                  <a:lnTo>
                    <a:pt x="4941954" y="2665612"/>
                  </a:lnTo>
                  <a:lnTo>
                    <a:pt x="5013576" y="2668049"/>
                  </a:lnTo>
                  <a:lnTo>
                    <a:pt x="5085199" y="2670478"/>
                  </a:lnTo>
                  <a:lnTo>
                    <a:pt x="5156821" y="2672900"/>
                  </a:lnTo>
                  <a:lnTo>
                    <a:pt x="5228444" y="2675315"/>
                  </a:lnTo>
                  <a:lnTo>
                    <a:pt x="5300066" y="2677723"/>
                  </a:lnTo>
                  <a:lnTo>
                    <a:pt x="5371689" y="2680124"/>
                  </a:lnTo>
                  <a:lnTo>
                    <a:pt x="5443311" y="2682517"/>
                  </a:lnTo>
                  <a:lnTo>
                    <a:pt x="5514934" y="2684904"/>
                  </a:lnTo>
                  <a:lnTo>
                    <a:pt x="5586557" y="2687283"/>
                  </a:lnTo>
                  <a:lnTo>
                    <a:pt x="5658179" y="2689655"/>
                  </a:lnTo>
                  <a:lnTo>
                    <a:pt x="5729802" y="2692020"/>
                  </a:lnTo>
                  <a:lnTo>
                    <a:pt x="5801424" y="2694378"/>
                  </a:lnTo>
                  <a:lnTo>
                    <a:pt x="5873047" y="2696729"/>
                  </a:lnTo>
                  <a:lnTo>
                    <a:pt x="5944669" y="2699073"/>
                  </a:lnTo>
                  <a:lnTo>
                    <a:pt x="6016292" y="2701410"/>
                  </a:lnTo>
                  <a:lnTo>
                    <a:pt x="6087914" y="2703740"/>
                  </a:lnTo>
                  <a:lnTo>
                    <a:pt x="6159537" y="2706064"/>
                  </a:lnTo>
                  <a:lnTo>
                    <a:pt x="6231159" y="2708380"/>
                  </a:lnTo>
                  <a:lnTo>
                    <a:pt x="6302782" y="2710689"/>
                  </a:lnTo>
                  <a:lnTo>
                    <a:pt x="6374404" y="2712992"/>
                  </a:lnTo>
                  <a:lnTo>
                    <a:pt x="6446027" y="2715287"/>
                  </a:lnTo>
                  <a:lnTo>
                    <a:pt x="6517649" y="2717576"/>
                  </a:lnTo>
                  <a:lnTo>
                    <a:pt x="6589272" y="2719858"/>
                  </a:lnTo>
                  <a:lnTo>
                    <a:pt x="6660894" y="2722133"/>
                  </a:lnTo>
                  <a:lnTo>
                    <a:pt x="6732517" y="2724401"/>
                  </a:lnTo>
                  <a:lnTo>
                    <a:pt x="6804139" y="2726663"/>
                  </a:lnTo>
                  <a:lnTo>
                    <a:pt x="6875762" y="2728918"/>
                  </a:lnTo>
                  <a:lnTo>
                    <a:pt x="6947385" y="2731166"/>
                  </a:lnTo>
                  <a:lnTo>
                    <a:pt x="7019007" y="2733408"/>
                  </a:lnTo>
                  <a:lnTo>
                    <a:pt x="7090630" y="2735642"/>
                  </a:lnTo>
                  <a:lnTo>
                    <a:pt x="7090630" y="3434751"/>
                  </a:lnTo>
                  <a:lnTo>
                    <a:pt x="7019007" y="3430578"/>
                  </a:lnTo>
                  <a:lnTo>
                    <a:pt x="6947385" y="3426050"/>
                  </a:lnTo>
                  <a:lnTo>
                    <a:pt x="6875762" y="3421135"/>
                  </a:lnTo>
                  <a:lnTo>
                    <a:pt x="6804139" y="3415803"/>
                  </a:lnTo>
                  <a:lnTo>
                    <a:pt x="6732517" y="3410016"/>
                  </a:lnTo>
                  <a:lnTo>
                    <a:pt x="6660894" y="3403736"/>
                  </a:lnTo>
                  <a:lnTo>
                    <a:pt x="6589272" y="3396921"/>
                  </a:lnTo>
                  <a:lnTo>
                    <a:pt x="6517649" y="3389526"/>
                  </a:lnTo>
                  <a:lnTo>
                    <a:pt x="6446027" y="3381501"/>
                  </a:lnTo>
                  <a:lnTo>
                    <a:pt x="6374404" y="3372792"/>
                  </a:lnTo>
                  <a:lnTo>
                    <a:pt x="6302782" y="3363342"/>
                  </a:lnTo>
                  <a:lnTo>
                    <a:pt x="6231159" y="3353086"/>
                  </a:lnTo>
                  <a:lnTo>
                    <a:pt x="6159537" y="3341957"/>
                  </a:lnTo>
                  <a:lnTo>
                    <a:pt x="6087914" y="3329881"/>
                  </a:lnTo>
                  <a:lnTo>
                    <a:pt x="6016292" y="3316775"/>
                  </a:lnTo>
                  <a:lnTo>
                    <a:pt x="5944669" y="3302554"/>
                  </a:lnTo>
                  <a:lnTo>
                    <a:pt x="5873047" y="3287121"/>
                  </a:lnTo>
                  <a:lnTo>
                    <a:pt x="5801424" y="3270374"/>
                  </a:lnTo>
                  <a:lnTo>
                    <a:pt x="5729802" y="3252200"/>
                  </a:lnTo>
                  <a:lnTo>
                    <a:pt x="5658179" y="3232479"/>
                  </a:lnTo>
                  <a:lnTo>
                    <a:pt x="5586557" y="3211077"/>
                  </a:lnTo>
                  <a:lnTo>
                    <a:pt x="5514934" y="3187853"/>
                  </a:lnTo>
                  <a:lnTo>
                    <a:pt x="5443311" y="3162651"/>
                  </a:lnTo>
                  <a:lnTo>
                    <a:pt x="5371689" y="3135302"/>
                  </a:lnTo>
                  <a:lnTo>
                    <a:pt x="5300066" y="3105624"/>
                  </a:lnTo>
                  <a:lnTo>
                    <a:pt x="5228444" y="3073418"/>
                  </a:lnTo>
                  <a:lnTo>
                    <a:pt x="5156821" y="3038468"/>
                  </a:lnTo>
                  <a:lnTo>
                    <a:pt x="5085199" y="3000542"/>
                  </a:lnTo>
                  <a:lnTo>
                    <a:pt x="5013576" y="2959386"/>
                  </a:lnTo>
                  <a:lnTo>
                    <a:pt x="4941954" y="2914725"/>
                  </a:lnTo>
                  <a:lnTo>
                    <a:pt x="4870331" y="2866259"/>
                  </a:lnTo>
                  <a:lnTo>
                    <a:pt x="4798709" y="2813665"/>
                  </a:lnTo>
                  <a:lnTo>
                    <a:pt x="4727086" y="2756592"/>
                  </a:lnTo>
                  <a:lnTo>
                    <a:pt x="4655464" y="2694658"/>
                  </a:lnTo>
                  <a:lnTo>
                    <a:pt x="4583841" y="2653319"/>
                  </a:lnTo>
                  <a:lnTo>
                    <a:pt x="4512219" y="2650838"/>
                  </a:lnTo>
                  <a:lnTo>
                    <a:pt x="4440596" y="2648350"/>
                  </a:lnTo>
                  <a:lnTo>
                    <a:pt x="4368974" y="2645854"/>
                  </a:lnTo>
                  <a:lnTo>
                    <a:pt x="4297351" y="2643351"/>
                  </a:lnTo>
                  <a:lnTo>
                    <a:pt x="4225729" y="2640841"/>
                  </a:lnTo>
                  <a:lnTo>
                    <a:pt x="4154106" y="2638323"/>
                  </a:lnTo>
                  <a:lnTo>
                    <a:pt x="4082483" y="2635797"/>
                  </a:lnTo>
                  <a:lnTo>
                    <a:pt x="4010861" y="2633264"/>
                  </a:lnTo>
                  <a:lnTo>
                    <a:pt x="3939238" y="2630723"/>
                  </a:lnTo>
                  <a:lnTo>
                    <a:pt x="3867616" y="2628175"/>
                  </a:lnTo>
                  <a:lnTo>
                    <a:pt x="3795993" y="2625619"/>
                  </a:lnTo>
                  <a:lnTo>
                    <a:pt x="3724371" y="2623056"/>
                  </a:lnTo>
                  <a:lnTo>
                    <a:pt x="3652748" y="2620485"/>
                  </a:lnTo>
                  <a:lnTo>
                    <a:pt x="3581126" y="2617906"/>
                  </a:lnTo>
                  <a:lnTo>
                    <a:pt x="3509503" y="2615319"/>
                  </a:lnTo>
                  <a:lnTo>
                    <a:pt x="3437881" y="2612725"/>
                  </a:lnTo>
                  <a:lnTo>
                    <a:pt x="3366258" y="2610123"/>
                  </a:lnTo>
                  <a:lnTo>
                    <a:pt x="3294636" y="2607514"/>
                  </a:lnTo>
                  <a:lnTo>
                    <a:pt x="3223013" y="2604896"/>
                  </a:lnTo>
                  <a:lnTo>
                    <a:pt x="3151391" y="2602271"/>
                  </a:lnTo>
                  <a:lnTo>
                    <a:pt x="3079768" y="2599637"/>
                  </a:lnTo>
                  <a:lnTo>
                    <a:pt x="3008146" y="2596996"/>
                  </a:lnTo>
                  <a:lnTo>
                    <a:pt x="2936523" y="2594347"/>
                  </a:lnTo>
                  <a:lnTo>
                    <a:pt x="2864901" y="2591690"/>
                  </a:lnTo>
                  <a:lnTo>
                    <a:pt x="2793278" y="2589026"/>
                  </a:lnTo>
                  <a:lnTo>
                    <a:pt x="2721655" y="2586353"/>
                  </a:lnTo>
                  <a:lnTo>
                    <a:pt x="2650033" y="2583672"/>
                  </a:lnTo>
                  <a:lnTo>
                    <a:pt x="2578410" y="2580983"/>
                  </a:lnTo>
                  <a:lnTo>
                    <a:pt x="2506788" y="2578287"/>
                  </a:lnTo>
                  <a:lnTo>
                    <a:pt x="2435165" y="2575582"/>
                  </a:lnTo>
                  <a:lnTo>
                    <a:pt x="2363543" y="2572869"/>
                  </a:lnTo>
                  <a:lnTo>
                    <a:pt x="2291920" y="2570148"/>
                  </a:lnTo>
                  <a:lnTo>
                    <a:pt x="2220298" y="2567418"/>
                  </a:lnTo>
                  <a:lnTo>
                    <a:pt x="2148675" y="2564681"/>
                  </a:lnTo>
                  <a:lnTo>
                    <a:pt x="2077053" y="2561936"/>
                  </a:lnTo>
                  <a:lnTo>
                    <a:pt x="2005430" y="2559182"/>
                  </a:lnTo>
                  <a:lnTo>
                    <a:pt x="1933808" y="2556420"/>
                  </a:lnTo>
                  <a:lnTo>
                    <a:pt x="1862185" y="2553650"/>
                  </a:lnTo>
                  <a:lnTo>
                    <a:pt x="1790563" y="2550871"/>
                  </a:lnTo>
                  <a:lnTo>
                    <a:pt x="1718940" y="2548085"/>
                  </a:lnTo>
                  <a:lnTo>
                    <a:pt x="1647318" y="2545290"/>
                  </a:lnTo>
                  <a:lnTo>
                    <a:pt x="1575695" y="2542486"/>
                  </a:lnTo>
                  <a:lnTo>
                    <a:pt x="1504073" y="2539674"/>
                  </a:lnTo>
                  <a:lnTo>
                    <a:pt x="1432450" y="2536854"/>
                  </a:lnTo>
                  <a:lnTo>
                    <a:pt x="1360827" y="2534025"/>
                  </a:lnTo>
                  <a:lnTo>
                    <a:pt x="1289205" y="2531188"/>
                  </a:lnTo>
                  <a:lnTo>
                    <a:pt x="1217582" y="2528343"/>
                  </a:lnTo>
                  <a:lnTo>
                    <a:pt x="1145960" y="2525489"/>
                  </a:lnTo>
                  <a:lnTo>
                    <a:pt x="1074337" y="2522626"/>
                  </a:lnTo>
                  <a:lnTo>
                    <a:pt x="1002715" y="2519755"/>
                  </a:lnTo>
                  <a:lnTo>
                    <a:pt x="931092" y="2516875"/>
                  </a:lnTo>
                  <a:lnTo>
                    <a:pt x="859470" y="2513987"/>
                  </a:lnTo>
                  <a:lnTo>
                    <a:pt x="787847" y="2511090"/>
                  </a:lnTo>
                  <a:lnTo>
                    <a:pt x="716225" y="2508184"/>
                  </a:lnTo>
                  <a:lnTo>
                    <a:pt x="644602" y="2505270"/>
                  </a:lnTo>
                  <a:lnTo>
                    <a:pt x="572980" y="2502347"/>
                  </a:lnTo>
                  <a:lnTo>
                    <a:pt x="501357" y="2499415"/>
                  </a:lnTo>
                  <a:lnTo>
                    <a:pt x="429735" y="2496475"/>
                  </a:lnTo>
                  <a:lnTo>
                    <a:pt x="358112" y="2493526"/>
                  </a:lnTo>
                  <a:lnTo>
                    <a:pt x="286490" y="2490568"/>
                  </a:lnTo>
                  <a:lnTo>
                    <a:pt x="214867" y="2487601"/>
                  </a:lnTo>
                  <a:lnTo>
                    <a:pt x="143245" y="2484625"/>
                  </a:lnTo>
                  <a:lnTo>
                    <a:pt x="71622" y="2481640"/>
                  </a:lnTo>
                  <a:lnTo>
                    <a:pt x="0" y="24786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26737" y="2073503"/>
              <a:ext cx="3735942" cy="2735642"/>
            </a:xfrm>
            <a:custGeom>
              <a:avLst/>
              <a:pathLst>
                <a:path w="3735942" h="2735642">
                  <a:moveTo>
                    <a:pt x="0" y="0"/>
                  </a:moveTo>
                  <a:lnTo>
                    <a:pt x="11570" y="47286"/>
                  </a:lnTo>
                  <a:lnTo>
                    <a:pt x="83193" y="317008"/>
                  </a:lnTo>
                  <a:lnTo>
                    <a:pt x="154816" y="565561"/>
                  </a:lnTo>
                  <a:lnTo>
                    <a:pt x="226438" y="794604"/>
                  </a:lnTo>
                  <a:lnTo>
                    <a:pt x="298061" y="1005671"/>
                  </a:lnTo>
                  <a:lnTo>
                    <a:pt x="369683" y="1200171"/>
                  </a:lnTo>
                  <a:lnTo>
                    <a:pt x="441306" y="1379405"/>
                  </a:lnTo>
                  <a:lnTo>
                    <a:pt x="512928" y="1544572"/>
                  </a:lnTo>
                  <a:lnTo>
                    <a:pt x="584551" y="1696774"/>
                  </a:lnTo>
                  <a:lnTo>
                    <a:pt x="656173" y="1837031"/>
                  </a:lnTo>
                  <a:lnTo>
                    <a:pt x="727796" y="1966279"/>
                  </a:lnTo>
                  <a:lnTo>
                    <a:pt x="799418" y="2085383"/>
                  </a:lnTo>
                  <a:lnTo>
                    <a:pt x="871041" y="2195138"/>
                  </a:lnTo>
                  <a:lnTo>
                    <a:pt x="942663" y="2296279"/>
                  </a:lnTo>
                  <a:lnTo>
                    <a:pt x="1014286" y="2389481"/>
                  </a:lnTo>
                  <a:lnTo>
                    <a:pt x="1085908" y="2475369"/>
                  </a:lnTo>
                  <a:lnTo>
                    <a:pt x="1157531" y="2554515"/>
                  </a:lnTo>
                  <a:lnTo>
                    <a:pt x="1229153" y="2627448"/>
                  </a:lnTo>
                  <a:lnTo>
                    <a:pt x="1300776" y="2655792"/>
                  </a:lnTo>
                  <a:lnTo>
                    <a:pt x="1372398" y="2658258"/>
                  </a:lnTo>
                  <a:lnTo>
                    <a:pt x="1444021" y="2660716"/>
                  </a:lnTo>
                  <a:lnTo>
                    <a:pt x="1515644" y="2663168"/>
                  </a:lnTo>
                  <a:lnTo>
                    <a:pt x="1587266" y="2665612"/>
                  </a:lnTo>
                  <a:lnTo>
                    <a:pt x="1658889" y="2668049"/>
                  </a:lnTo>
                  <a:lnTo>
                    <a:pt x="1730511" y="2670478"/>
                  </a:lnTo>
                  <a:lnTo>
                    <a:pt x="1802134" y="2672900"/>
                  </a:lnTo>
                  <a:lnTo>
                    <a:pt x="1873756" y="2675315"/>
                  </a:lnTo>
                  <a:lnTo>
                    <a:pt x="1945379" y="2677723"/>
                  </a:lnTo>
                  <a:lnTo>
                    <a:pt x="2017001" y="2680124"/>
                  </a:lnTo>
                  <a:lnTo>
                    <a:pt x="2088624" y="2682517"/>
                  </a:lnTo>
                  <a:lnTo>
                    <a:pt x="2160246" y="2684904"/>
                  </a:lnTo>
                  <a:lnTo>
                    <a:pt x="2231869" y="2687283"/>
                  </a:lnTo>
                  <a:lnTo>
                    <a:pt x="2303491" y="2689655"/>
                  </a:lnTo>
                  <a:lnTo>
                    <a:pt x="2375114" y="2692020"/>
                  </a:lnTo>
                  <a:lnTo>
                    <a:pt x="2446736" y="2694378"/>
                  </a:lnTo>
                  <a:lnTo>
                    <a:pt x="2518359" y="2696729"/>
                  </a:lnTo>
                  <a:lnTo>
                    <a:pt x="2589981" y="2699073"/>
                  </a:lnTo>
                  <a:lnTo>
                    <a:pt x="2661604" y="2701410"/>
                  </a:lnTo>
                  <a:lnTo>
                    <a:pt x="2733226" y="2703740"/>
                  </a:lnTo>
                  <a:lnTo>
                    <a:pt x="2804849" y="2706064"/>
                  </a:lnTo>
                  <a:lnTo>
                    <a:pt x="2876472" y="2708380"/>
                  </a:lnTo>
                  <a:lnTo>
                    <a:pt x="2948094" y="2710689"/>
                  </a:lnTo>
                  <a:lnTo>
                    <a:pt x="3019717" y="2712992"/>
                  </a:lnTo>
                  <a:lnTo>
                    <a:pt x="3091339" y="2715287"/>
                  </a:lnTo>
                  <a:lnTo>
                    <a:pt x="3162962" y="2717576"/>
                  </a:lnTo>
                  <a:lnTo>
                    <a:pt x="3234584" y="2719858"/>
                  </a:lnTo>
                  <a:lnTo>
                    <a:pt x="3306207" y="2722133"/>
                  </a:lnTo>
                  <a:lnTo>
                    <a:pt x="3377829" y="2724401"/>
                  </a:lnTo>
                  <a:lnTo>
                    <a:pt x="3449452" y="2726663"/>
                  </a:lnTo>
                  <a:lnTo>
                    <a:pt x="3521074" y="2728918"/>
                  </a:lnTo>
                  <a:lnTo>
                    <a:pt x="3592697" y="2731166"/>
                  </a:lnTo>
                  <a:lnTo>
                    <a:pt x="3664319" y="2733408"/>
                  </a:lnTo>
                  <a:lnTo>
                    <a:pt x="3735942" y="273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2150"/>
              <a:ext cx="7090630" cy="956104"/>
            </a:xfrm>
            <a:custGeom>
              <a:avLst/>
              <a:pathLst>
                <a:path w="7090630" h="956104">
                  <a:moveTo>
                    <a:pt x="7090630" y="956104"/>
                  </a:moveTo>
                  <a:lnTo>
                    <a:pt x="7019007" y="951931"/>
                  </a:lnTo>
                  <a:lnTo>
                    <a:pt x="6947385" y="947402"/>
                  </a:lnTo>
                  <a:lnTo>
                    <a:pt x="6875762" y="942488"/>
                  </a:lnTo>
                  <a:lnTo>
                    <a:pt x="6804139" y="937155"/>
                  </a:lnTo>
                  <a:lnTo>
                    <a:pt x="6732517" y="931368"/>
                  </a:lnTo>
                  <a:lnTo>
                    <a:pt x="6660894" y="925088"/>
                  </a:lnTo>
                  <a:lnTo>
                    <a:pt x="6589272" y="918274"/>
                  </a:lnTo>
                  <a:lnTo>
                    <a:pt x="6517649" y="910878"/>
                  </a:lnTo>
                  <a:lnTo>
                    <a:pt x="6446027" y="902853"/>
                  </a:lnTo>
                  <a:lnTo>
                    <a:pt x="6374404" y="894145"/>
                  </a:lnTo>
                  <a:lnTo>
                    <a:pt x="6302782" y="884694"/>
                  </a:lnTo>
                  <a:lnTo>
                    <a:pt x="6231159" y="874439"/>
                  </a:lnTo>
                  <a:lnTo>
                    <a:pt x="6159537" y="863310"/>
                  </a:lnTo>
                  <a:lnTo>
                    <a:pt x="6087914" y="851233"/>
                  </a:lnTo>
                  <a:lnTo>
                    <a:pt x="6016292" y="838128"/>
                  </a:lnTo>
                  <a:lnTo>
                    <a:pt x="5944669" y="823907"/>
                  </a:lnTo>
                  <a:lnTo>
                    <a:pt x="5873047" y="808474"/>
                  </a:lnTo>
                  <a:lnTo>
                    <a:pt x="5801424" y="791727"/>
                  </a:lnTo>
                  <a:lnTo>
                    <a:pt x="5729802" y="773553"/>
                  </a:lnTo>
                  <a:lnTo>
                    <a:pt x="5658179" y="753831"/>
                  </a:lnTo>
                  <a:lnTo>
                    <a:pt x="5586557" y="732430"/>
                  </a:lnTo>
                  <a:lnTo>
                    <a:pt x="5514934" y="709206"/>
                  </a:lnTo>
                  <a:lnTo>
                    <a:pt x="5443311" y="684003"/>
                  </a:lnTo>
                  <a:lnTo>
                    <a:pt x="5371689" y="656655"/>
                  </a:lnTo>
                  <a:lnTo>
                    <a:pt x="5300066" y="626976"/>
                  </a:lnTo>
                  <a:lnTo>
                    <a:pt x="5228444" y="594770"/>
                  </a:lnTo>
                  <a:lnTo>
                    <a:pt x="5156821" y="559821"/>
                  </a:lnTo>
                  <a:lnTo>
                    <a:pt x="5085199" y="521895"/>
                  </a:lnTo>
                  <a:lnTo>
                    <a:pt x="5013576" y="480739"/>
                  </a:lnTo>
                  <a:lnTo>
                    <a:pt x="4941954" y="436077"/>
                  </a:lnTo>
                  <a:lnTo>
                    <a:pt x="4870331" y="387612"/>
                  </a:lnTo>
                  <a:lnTo>
                    <a:pt x="4798709" y="335018"/>
                  </a:lnTo>
                  <a:lnTo>
                    <a:pt x="4727086" y="277945"/>
                  </a:lnTo>
                  <a:lnTo>
                    <a:pt x="4655464" y="216011"/>
                  </a:lnTo>
                  <a:lnTo>
                    <a:pt x="4583841" y="174671"/>
                  </a:lnTo>
                  <a:lnTo>
                    <a:pt x="4512219" y="172191"/>
                  </a:lnTo>
                  <a:lnTo>
                    <a:pt x="4440596" y="169702"/>
                  </a:lnTo>
                  <a:lnTo>
                    <a:pt x="4368974" y="167207"/>
                  </a:lnTo>
                  <a:lnTo>
                    <a:pt x="4297351" y="164704"/>
                  </a:lnTo>
                  <a:lnTo>
                    <a:pt x="4225729" y="162193"/>
                  </a:lnTo>
                  <a:lnTo>
                    <a:pt x="4154106" y="159675"/>
                  </a:lnTo>
                  <a:lnTo>
                    <a:pt x="4082483" y="157150"/>
                  </a:lnTo>
                  <a:lnTo>
                    <a:pt x="4010861" y="154617"/>
                  </a:lnTo>
                  <a:lnTo>
                    <a:pt x="3939238" y="152076"/>
                  </a:lnTo>
                  <a:lnTo>
                    <a:pt x="3867616" y="149528"/>
                  </a:lnTo>
                  <a:lnTo>
                    <a:pt x="3795993" y="146972"/>
                  </a:lnTo>
                  <a:lnTo>
                    <a:pt x="3724371" y="144409"/>
                  </a:lnTo>
                  <a:lnTo>
                    <a:pt x="3652748" y="141838"/>
                  </a:lnTo>
                  <a:lnTo>
                    <a:pt x="3581126" y="139259"/>
                  </a:lnTo>
                  <a:lnTo>
                    <a:pt x="3509503" y="136672"/>
                  </a:lnTo>
                  <a:lnTo>
                    <a:pt x="3437881" y="134078"/>
                  </a:lnTo>
                  <a:lnTo>
                    <a:pt x="3366258" y="131476"/>
                  </a:lnTo>
                  <a:lnTo>
                    <a:pt x="3294636" y="128866"/>
                  </a:lnTo>
                  <a:lnTo>
                    <a:pt x="3223013" y="126249"/>
                  </a:lnTo>
                  <a:lnTo>
                    <a:pt x="3151391" y="123623"/>
                  </a:lnTo>
                  <a:lnTo>
                    <a:pt x="3079768" y="120990"/>
                  </a:lnTo>
                  <a:lnTo>
                    <a:pt x="3008146" y="118349"/>
                  </a:lnTo>
                  <a:lnTo>
                    <a:pt x="2936523" y="115700"/>
                  </a:lnTo>
                  <a:lnTo>
                    <a:pt x="2864901" y="113043"/>
                  </a:lnTo>
                  <a:lnTo>
                    <a:pt x="2793278" y="110378"/>
                  </a:lnTo>
                  <a:lnTo>
                    <a:pt x="2721655" y="107706"/>
                  </a:lnTo>
                  <a:lnTo>
                    <a:pt x="2650033" y="105025"/>
                  </a:lnTo>
                  <a:lnTo>
                    <a:pt x="2578410" y="102336"/>
                  </a:lnTo>
                  <a:lnTo>
                    <a:pt x="2506788" y="99639"/>
                  </a:lnTo>
                  <a:lnTo>
                    <a:pt x="2435165" y="96934"/>
                  </a:lnTo>
                  <a:lnTo>
                    <a:pt x="2363543" y="94221"/>
                  </a:lnTo>
                  <a:lnTo>
                    <a:pt x="2291920" y="91500"/>
                  </a:lnTo>
                  <a:lnTo>
                    <a:pt x="2220298" y="88771"/>
                  </a:lnTo>
                  <a:lnTo>
                    <a:pt x="2148675" y="86034"/>
                  </a:lnTo>
                  <a:lnTo>
                    <a:pt x="2077053" y="83288"/>
                  </a:lnTo>
                  <a:lnTo>
                    <a:pt x="2005430" y="80535"/>
                  </a:lnTo>
                  <a:lnTo>
                    <a:pt x="1933808" y="77773"/>
                  </a:lnTo>
                  <a:lnTo>
                    <a:pt x="1862185" y="75003"/>
                  </a:lnTo>
                  <a:lnTo>
                    <a:pt x="1790563" y="72224"/>
                  </a:lnTo>
                  <a:lnTo>
                    <a:pt x="1718940" y="69437"/>
                  </a:lnTo>
                  <a:lnTo>
                    <a:pt x="1647318" y="66642"/>
                  </a:lnTo>
                  <a:lnTo>
                    <a:pt x="1575695" y="63839"/>
                  </a:lnTo>
                  <a:lnTo>
                    <a:pt x="1504073" y="61027"/>
                  </a:lnTo>
                  <a:lnTo>
                    <a:pt x="1432450" y="58207"/>
                  </a:lnTo>
                  <a:lnTo>
                    <a:pt x="1360827" y="55378"/>
                  </a:lnTo>
                  <a:lnTo>
                    <a:pt x="1289205" y="52541"/>
                  </a:lnTo>
                  <a:lnTo>
                    <a:pt x="1217582" y="49695"/>
                  </a:lnTo>
                  <a:lnTo>
                    <a:pt x="1145960" y="46841"/>
                  </a:lnTo>
                  <a:lnTo>
                    <a:pt x="1074337" y="43979"/>
                  </a:lnTo>
                  <a:lnTo>
                    <a:pt x="1002715" y="41108"/>
                  </a:lnTo>
                  <a:lnTo>
                    <a:pt x="931092" y="38228"/>
                  </a:lnTo>
                  <a:lnTo>
                    <a:pt x="859470" y="35340"/>
                  </a:lnTo>
                  <a:lnTo>
                    <a:pt x="787847" y="32443"/>
                  </a:lnTo>
                  <a:lnTo>
                    <a:pt x="716225" y="29537"/>
                  </a:lnTo>
                  <a:lnTo>
                    <a:pt x="644602" y="26623"/>
                  </a:lnTo>
                  <a:lnTo>
                    <a:pt x="572980" y="23700"/>
                  </a:lnTo>
                  <a:lnTo>
                    <a:pt x="501357" y="20768"/>
                  </a:lnTo>
                  <a:lnTo>
                    <a:pt x="429735" y="17828"/>
                  </a:lnTo>
                  <a:lnTo>
                    <a:pt x="358112" y="14878"/>
                  </a:lnTo>
                  <a:lnTo>
                    <a:pt x="286490" y="11920"/>
                  </a:lnTo>
                  <a:lnTo>
                    <a:pt x="214867" y="8953"/>
                  </a:lnTo>
                  <a:lnTo>
                    <a:pt x="143245" y="5978"/>
                  </a:lnTo>
                  <a:lnTo>
                    <a:pt x="71622" y="2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7798" y="2073503"/>
              <a:ext cx="4904881" cy="3292296"/>
            </a:xfrm>
            <a:custGeom>
              <a:avLst/>
              <a:pathLst>
                <a:path w="4904881" h="3292296">
                  <a:moveTo>
                    <a:pt x="0" y="0"/>
                  </a:moveTo>
                  <a:lnTo>
                    <a:pt x="34549" y="71230"/>
                  </a:lnTo>
                  <a:lnTo>
                    <a:pt x="106171" y="212770"/>
                  </a:lnTo>
                  <a:lnTo>
                    <a:pt x="177794" y="348439"/>
                  </a:lnTo>
                  <a:lnTo>
                    <a:pt x="249416" y="478481"/>
                  </a:lnTo>
                  <a:lnTo>
                    <a:pt x="321039" y="603129"/>
                  </a:lnTo>
                  <a:lnTo>
                    <a:pt x="392661" y="722608"/>
                  </a:lnTo>
                  <a:lnTo>
                    <a:pt x="464284" y="837131"/>
                  </a:lnTo>
                  <a:lnTo>
                    <a:pt x="535906" y="946904"/>
                  </a:lnTo>
                  <a:lnTo>
                    <a:pt x="607529" y="1052123"/>
                  </a:lnTo>
                  <a:lnTo>
                    <a:pt x="679152" y="1152979"/>
                  </a:lnTo>
                  <a:lnTo>
                    <a:pt x="750774" y="1249651"/>
                  </a:lnTo>
                  <a:lnTo>
                    <a:pt x="822397" y="1342314"/>
                  </a:lnTo>
                  <a:lnTo>
                    <a:pt x="894019" y="1431134"/>
                  </a:lnTo>
                  <a:lnTo>
                    <a:pt x="965642" y="1516269"/>
                  </a:lnTo>
                  <a:lnTo>
                    <a:pt x="1037264" y="1597874"/>
                  </a:lnTo>
                  <a:lnTo>
                    <a:pt x="1108887" y="1676093"/>
                  </a:lnTo>
                  <a:lnTo>
                    <a:pt x="1180509" y="1751069"/>
                  </a:lnTo>
                  <a:lnTo>
                    <a:pt x="1252132" y="1822935"/>
                  </a:lnTo>
                  <a:lnTo>
                    <a:pt x="1323754" y="1891820"/>
                  </a:lnTo>
                  <a:lnTo>
                    <a:pt x="1395377" y="1957847"/>
                  </a:lnTo>
                  <a:lnTo>
                    <a:pt x="1466999" y="2021137"/>
                  </a:lnTo>
                  <a:lnTo>
                    <a:pt x="1538622" y="2081801"/>
                  </a:lnTo>
                  <a:lnTo>
                    <a:pt x="1610244" y="2139949"/>
                  </a:lnTo>
                  <a:lnTo>
                    <a:pt x="1681867" y="2195685"/>
                  </a:lnTo>
                  <a:lnTo>
                    <a:pt x="1753489" y="2249110"/>
                  </a:lnTo>
                  <a:lnTo>
                    <a:pt x="1825112" y="2300318"/>
                  </a:lnTo>
                  <a:lnTo>
                    <a:pt x="1896734" y="2349403"/>
                  </a:lnTo>
                  <a:lnTo>
                    <a:pt x="1968357" y="2396452"/>
                  </a:lnTo>
                  <a:lnTo>
                    <a:pt x="2039980" y="2441549"/>
                  </a:lnTo>
                  <a:lnTo>
                    <a:pt x="2111602" y="2484776"/>
                  </a:lnTo>
                  <a:lnTo>
                    <a:pt x="2183225" y="2526210"/>
                  </a:lnTo>
                  <a:lnTo>
                    <a:pt x="2254847" y="2565925"/>
                  </a:lnTo>
                  <a:lnTo>
                    <a:pt x="2326470" y="2603993"/>
                  </a:lnTo>
                  <a:lnTo>
                    <a:pt x="2398092" y="2640483"/>
                  </a:lnTo>
                  <a:lnTo>
                    <a:pt x="2469715" y="2675458"/>
                  </a:lnTo>
                  <a:lnTo>
                    <a:pt x="2541337" y="2708984"/>
                  </a:lnTo>
                  <a:lnTo>
                    <a:pt x="2612960" y="2741118"/>
                  </a:lnTo>
                  <a:lnTo>
                    <a:pt x="2684582" y="2771920"/>
                  </a:lnTo>
                  <a:lnTo>
                    <a:pt x="2756205" y="2801444"/>
                  </a:lnTo>
                  <a:lnTo>
                    <a:pt x="2827827" y="2829744"/>
                  </a:lnTo>
                  <a:lnTo>
                    <a:pt x="2899450" y="2856870"/>
                  </a:lnTo>
                  <a:lnTo>
                    <a:pt x="2971072" y="2882870"/>
                  </a:lnTo>
                  <a:lnTo>
                    <a:pt x="3042695" y="2907793"/>
                  </a:lnTo>
                  <a:lnTo>
                    <a:pt x="3114317" y="2931681"/>
                  </a:lnTo>
                  <a:lnTo>
                    <a:pt x="3185940" y="2954579"/>
                  </a:lnTo>
                  <a:lnTo>
                    <a:pt x="3257562" y="2976527"/>
                  </a:lnTo>
                  <a:lnTo>
                    <a:pt x="3329185" y="2997565"/>
                  </a:lnTo>
                  <a:lnTo>
                    <a:pt x="3400808" y="3017730"/>
                  </a:lnTo>
                  <a:lnTo>
                    <a:pt x="3472430" y="3037059"/>
                  </a:lnTo>
                  <a:lnTo>
                    <a:pt x="3544053" y="3055586"/>
                  </a:lnTo>
                  <a:lnTo>
                    <a:pt x="3615675" y="3073345"/>
                  </a:lnTo>
                  <a:lnTo>
                    <a:pt x="3687298" y="3090367"/>
                  </a:lnTo>
                  <a:lnTo>
                    <a:pt x="3758920" y="3106683"/>
                  </a:lnTo>
                  <a:lnTo>
                    <a:pt x="3830543" y="3122322"/>
                  </a:lnTo>
                  <a:lnTo>
                    <a:pt x="3902165" y="3137313"/>
                  </a:lnTo>
                  <a:lnTo>
                    <a:pt x="3973788" y="3151682"/>
                  </a:lnTo>
                  <a:lnTo>
                    <a:pt x="4045410" y="3165455"/>
                  </a:lnTo>
                  <a:lnTo>
                    <a:pt x="4117033" y="3178656"/>
                  </a:lnTo>
                  <a:lnTo>
                    <a:pt x="4188655" y="3191311"/>
                  </a:lnTo>
                  <a:lnTo>
                    <a:pt x="4260278" y="3203440"/>
                  </a:lnTo>
                  <a:lnTo>
                    <a:pt x="4331900" y="3215066"/>
                  </a:lnTo>
                  <a:lnTo>
                    <a:pt x="4403523" y="3226210"/>
                  </a:lnTo>
                  <a:lnTo>
                    <a:pt x="4475145" y="3236892"/>
                  </a:lnTo>
                  <a:lnTo>
                    <a:pt x="4546768" y="3247130"/>
                  </a:lnTo>
                  <a:lnTo>
                    <a:pt x="4618390" y="3256945"/>
                  </a:lnTo>
                  <a:lnTo>
                    <a:pt x="4690013" y="3266352"/>
                  </a:lnTo>
                  <a:lnTo>
                    <a:pt x="4761636" y="3275368"/>
                  </a:lnTo>
                  <a:lnTo>
                    <a:pt x="4833258" y="3284011"/>
                  </a:lnTo>
                  <a:lnTo>
                    <a:pt x="4904881" y="3292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1.81 (1.04-3.16), p_Bonf = 0.210 (n = 6)  |  per IQR decline (Δ = 21.9): 3.69 (1.10-12.39)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2026-08-19T20:27:13Z</dcterms:modified>
  <cp:category/>
</cp:coreProperties>
</file>