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0988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11034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2108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31125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0665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8866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37068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9526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53470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1167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69873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28075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86276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44477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679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60880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908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456011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6605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76102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9765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07967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6616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24370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82571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40773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98974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557175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615377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673578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731780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789981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48182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264853" y="5319981"/>
              <a:ext cx="116402" cy="139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381256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497659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614062" y="5319981"/>
              <a:ext cx="116402" cy="139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1730464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846867" y="5319981"/>
              <a:ext cx="116402" cy="139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963270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079673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96076" y="4900938"/>
              <a:ext cx="116402" cy="5587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312479" y="4900938"/>
              <a:ext cx="116402" cy="5587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428881" y="5180300"/>
              <a:ext cx="116402" cy="27936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545284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2661687" y="4481896"/>
              <a:ext cx="116402" cy="9777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778090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894493" y="4202534"/>
              <a:ext cx="116402" cy="12571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010896" y="4900938"/>
              <a:ext cx="116402" cy="5587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127298" y="4761258"/>
              <a:ext cx="116402" cy="69840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243701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360104" y="3923173"/>
              <a:ext cx="116402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476507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3592910" y="3923173"/>
              <a:ext cx="116402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3709313" y="3783492"/>
              <a:ext cx="116402" cy="16761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825715" y="3643811"/>
              <a:ext cx="116402" cy="181585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942118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058521" y="4202534"/>
              <a:ext cx="116402" cy="12571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174924" y="3085088"/>
              <a:ext cx="116402" cy="23745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291327" y="3643811"/>
              <a:ext cx="116402" cy="181585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407730" y="3504130"/>
              <a:ext cx="116402" cy="19555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4524132" y="3783492"/>
              <a:ext cx="116402" cy="16761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4640535" y="3224769"/>
              <a:ext cx="116402" cy="2234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4756938" y="4202534"/>
              <a:ext cx="116402" cy="12571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4873341" y="2386684"/>
              <a:ext cx="116402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989744" y="364381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106147" y="4062854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222549" y="4062854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338952" y="4481896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5455355" y="4761258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5571758" y="4481896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5688161" y="4621577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5804564" y="4481896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5920966" y="5040619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037369" y="4900938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153772" y="5040619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270175" y="5040619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6386578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6502981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6619383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6735786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6852189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6968592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084995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201398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7317800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7434203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7550606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7667009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7783412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7899815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8016217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8132620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126485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1381256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1497659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1614062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173046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184686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196327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07967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196076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2312479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242888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254528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266168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277809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289449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010896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12729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324370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336010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347650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359291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370931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3825715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394211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05852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417492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429132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440773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4524132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4640535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475693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487334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4989744" y="3643811"/>
              <a:ext cx="116402" cy="181585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5106147" y="4062854"/>
              <a:ext cx="116402" cy="13968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5222549" y="4062854"/>
              <a:ext cx="116402" cy="13968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5338952" y="4481896"/>
              <a:ext cx="116402" cy="9777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5455355" y="4761258"/>
              <a:ext cx="116402" cy="6984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5571758" y="4481896"/>
              <a:ext cx="116402" cy="9777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5688161" y="4621577"/>
              <a:ext cx="116402" cy="838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5804564" y="4481896"/>
              <a:ext cx="116402" cy="9777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5920966" y="5040619"/>
              <a:ext cx="116402" cy="419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6037369" y="4900938"/>
              <a:ext cx="116402" cy="55872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6153772" y="5040619"/>
              <a:ext cx="116402" cy="419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6270175" y="5040619"/>
              <a:ext cx="116402" cy="419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6386578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6502981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6619383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6735786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6852189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6968592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7084995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720139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7317800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743420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7550606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7667009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7783412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7899815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801621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8132620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498974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440773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61" name="tx161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756929" y="450913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756929" y="360959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756929" y="271005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81300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-70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1395017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1977031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255904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314106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372307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430508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4950242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54927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607476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665678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72387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2081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840282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180" name="tx180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915645" y="1977589"/>
              <a:ext cx="411050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-9.5 %; 156 of 322 (48.4 %) fall below -10 %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2026-10-27T09:33:06Z</dcterms:modified>
  <cp:category/>
</cp:coreProperties>
</file>