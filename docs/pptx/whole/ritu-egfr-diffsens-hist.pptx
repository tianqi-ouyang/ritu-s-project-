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0988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11034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2108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31125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06652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8666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370680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5269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53470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116722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69873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8075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862765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444779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026793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60880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90822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545966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15645" y="456011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15645" y="36605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15645" y="276102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15645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497659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079673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6168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24370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825715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407730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98974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57175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153772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735786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317800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899815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481829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264853" y="5319981"/>
              <a:ext cx="116402" cy="13968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381256" y="5459662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497659" y="5459662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614062" y="5319981"/>
              <a:ext cx="116402" cy="13968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730464" y="5459662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846867" y="5319981"/>
              <a:ext cx="116402" cy="13968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963270" y="5459662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079673" y="5459662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96076" y="4900938"/>
              <a:ext cx="116402" cy="55872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312479" y="4900938"/>
              <a:ext cx="116402" cy="55872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428881" y="5180300"/>
              <a:ext cx="116402" cy="27936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545284" y="5459662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2661687" y="4481896"/>
              <a:ext cx="116402" cy="97776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778090" y="4342215"/>
              <a:ext cx="116402" cy="111744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894493" y="4202534"/>
              <a:ext cx="116402" cy="125712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010896" y="4900938"/>
              <a:ext cx="116402" cy="55872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127298" y="4761258"/>
              <a:ext cx="116402" cy="69840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3243701" y="4342215"/>
              <a:ext cx="116402" cy="111744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3360104" y="3923173"/>
              <a:ext cx="116402" cy="15364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3476507" y="4342215"/>
              <a:ext cx="116402" cy="111744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3592910" y="3923173"/>
              <a:ext cx="116402" cy="15364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3709313" y="3783492"/>
              <a:ext cx="116402" cy="167616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3825715" y="3643811"/>
              <a:ext cx="116402" cy="181585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942118" y="4342215"/>
              <a:ext cx="116402" cy="111744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4058521" y="4202534"/>
              <a:ext cx="116402" cy="125712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4174924" y="3085088"/>
              <a:ext cx="116402" cy="237457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4291327" y="3643811"/>
              <a:ext cx="116402" cy="181585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4407730" y="3504130"/>
              <a:ext cx="116402" cy="195553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4524132" y="3783492"/>
              <a:ext cx="116402" cy="167616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4640535" y="3224769"/>
              <a:ext cx="116402" cy="223489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4756938" y="4202534"/>
              <a:ext cx="116402" cy="125712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4873341" y="2386684"/>
              <a:ext cx="116402" cy="307297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4989744" y="3643811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5106147" y="4062854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5222549" y="4062854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5338952" y="4481896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5455355" y="4761258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5571758" y="4481896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5688161" y="4621577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804564" y="4481896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920966" y="5040619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6037369" y="4900938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6153772" y="5040619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6270175" y="5040619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6386578" y="5180300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6502981" y="5180300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6619383" y="5319981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6735786" y="5319981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6852189" y="5319981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6968592" y="5180300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7084995" y="5459662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7201398" y="5459662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7317800" y="5180300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7434203" y="5459662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7550606" y="5319981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7667009" y="5319981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7783412" y="5459662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7899815" y="5319981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8016217" y="5459662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8132620" y="5319981"/>
              <a:ext cx="1164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1264853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1381256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1497659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1614062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1730464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1846867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1963270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2079673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2196076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2312479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2428881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2545284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2661687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2778090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2894493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3010896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3127298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3243701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3360104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3476507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3592910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3709313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3825715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3942118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4058521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174924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4291327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4407730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4524132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4640535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4756938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4873341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4989744" y="3643811"/>
              <a:ext cx="116402" cy="181585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5106147" y="4062854"/>
              <a:ext cx="116402" cy="139680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5222549" y="4062854"/>
              <a:ext cx="116402" cy="139680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5338952" y="4481896"/>
              <a:ext cx="116402" cy="9777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5455355" y="4761258"/>
              <a:ext cx="116402" cy="69840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5571758" y="4481896"/>
              <a:ext cx="116402" cy="9777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5688161" y="4621577"/>
              <a:ext cx="116402" cy="83808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5804564" y="4481896"/>
              <a:ext cx="116402" cy="9777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5920966" y="5040619"/>
              <a:ext cx="116402" cy="41904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6037369" y="4900938"/>
              <a:ext cx="116402" cy="55872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6153772" y="5040619"/>
              <a:ext cx="116402" cy="41904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6270175" y="5040619"/>
              <a:ext cx="116402" cy="41904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6386578" y="5180300"/>
              <a:ext cx="116402" cy="27936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6502981" y="5180300"/>
              <a:ext cx="116402" cy="27936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6619383" y="5319981"/>
              <a:ext cx="116402" cy="13968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6735786" y="5319981"/>
              <a:ext cx="116402" cy="13968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6852189" y="5319981"/>
              <a:ext cx="116402" cy="13968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6968592" y="5180300"/>
              <a:ext cx="116402" cy="27936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7084995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7201398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7317800" y="5180300"/>
              <a:ext cx="116402" cy="27936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7434203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7550606" y="5319981"/>
              <a:ext cx="116402" cy="13968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7667009" y="5319981"/>
              <a:ext cx="116402" cy="13968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7783412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7899815" y="5319981"/>
              <a:ext cx="116402" cy="13968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8016217" y="5459662"/>
              <a:ext cx="1164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8132620" y="5319981"/>
              <a:ext cx="116402" cy="13968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498974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4407730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61" name="tx161"/>
            <p:cNvSpPr/>
            <p:nvPr/>
          </p:nvSpPr>
          <p:spPr>
            <a:xfrm>
              <a:off x="756929" y="5408684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756929" y="450913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756929" y="3609595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756929" y="271005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81300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-70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1395017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1977031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255904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3141060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372307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4305088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4950242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49275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607476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6656782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723879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782081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840282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3690016" y="5870717"/>
              <a:ext cx="2133843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(sens, %)</a:t>
              </a:r>
            </a:p>
          </p:txBody>
        </p:sp>
        <p:sp>
          <p:nvSpPr>
            <p:cNvPr id="180" name="tx180"/>
            <p:cNvSpPr/>
            <p:nvPr/>
          </p:nvSpPr>
          <p:spPr>
            <a:xfrm rot="-5400000">
              <a:off x="-304395" y="3859393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915645" y="1977589"/>
              <a:ext cx="4110502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Median -9.5 %; 156 of 322 (48.4 %) fall below -10 %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915645" y="1688767"/>
              <a:ext cx="586697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Difference (sens): 100 × (CysC − Cr) / Cr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2026-10-27T11:18:29Z</dcterms:modified>
  <cp:category/>
</cp:coreProperties>
</file>