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0988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1103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2108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31125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0665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8866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3706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526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5347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167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69873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2807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86276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4477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679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6088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908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456011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605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76102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9765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07967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6616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2437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8257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57175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15377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7357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31780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8998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8182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264853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614062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846867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9607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312479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428881" y="5180300"/>
              <a:ext cx="116402" cy="27936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61687" y="4481896"/>
              <a:ext cx="116402" cy="9777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778090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894493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1089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127298" y="4761258"/>
              <a:ext cx="116402" cy="69840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243701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360104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76507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92910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09313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825715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942118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058521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174924" y="3085088"/>
              <a:ext cx="116402" cy="23745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291327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407730" y="3504130"/>
              <a:ext cx="116402" cy="19555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4524132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640535" y="3224769"/>
              <a:ext cx="116402" cy="2234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4756938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4873341" y="2386684"/>
              <a:ext cx="1164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989744" y="364381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106147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222549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338952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455355" y="476125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571758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688161" y="4621577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804564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920966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037369" y="490093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153772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270175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386578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02981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619383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73578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85218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968592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7317800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55060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766700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899815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132620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26485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61406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84686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19607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231247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242888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266168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277809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289449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1089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1272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24370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36010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47650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59291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70931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82571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211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05852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417492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29132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440773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52413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64053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75693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487334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989744" y="3643811"/>
              <a:ext cx="116402" cy="181585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106147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222549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338952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455355" y="4761258"/>
              <a:ext cx="116402" cy="6984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571758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688161" y="4621577"/>
              <a:ext cx="116402" cy="838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804564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920966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037369" y="4900938"/>
              <a:ext cx="116402" cy="55872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153772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6270175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6386578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6502981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6619383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673578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685218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6968592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317800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5060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66700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99815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8132620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6929" y="45091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56929" y="360959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56929" y="271005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300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39501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97703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590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4106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72307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30508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5024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4927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07476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65678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2387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208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40282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15645" y="1977589"/>
              <a:ext cx="411050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-9.5 %; 156 of 322 (48.4 %) fall below -10 %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2026-10-19T14:04:31Z</dcterms:modified>
  <cp:category/>
</cp:coreProperties>
</file>