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5549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89276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83004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76732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0460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6418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57915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5164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45371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42412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3614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29868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23596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17323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11051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704779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98507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172049" y="2073503"/>
              <a:ext cx="7090630" cy="3445696"/>
            </a:xfrm>
            <a:custGeom>
              <a:avLst/>
              <a:pathLst>
                <a:path w="7090630" h="3445696">
                  <a:moveTo>
                    <a:pt x="1303051" y="0"/>
                  </a:moveTo>
                  <a:lnTo>
                    <a:pt x="1360827" y="154394"/>
                  </a:lnTo>
                  <a:lnTo>
                    <a:pt x="1432450" y="335384"/>
                  </a:lnTo>
                  <a:lnTo>
                    <a:pt x="1504073" y="506535"/>
                  </a:lnTo>
                  <a:lnTo>
                    <a:pt x="1575695" y="668383"/>
                  </a:lnTo>
                  <a:lnTo>
                    <a:pt x="1647318" y="821431"/>
                  </a:lnTo>
                  <a:lnTo>
                    <a:pt x="1718940" y="966160"/>
                  </a:lnTo>
                  <a:lnTo>
                    <a:pt x="1790563" y="1103021"/>
                  </a:lnTo>
                  <a:lnTo>
                    <a:pt x="1862185" y="1232442"/>
                  </a:lnTo>
                  <a:lnTo>
                    <a:pt x="1933808" y="1354827"/>
                  </a:lnTo>
                  <a:lnTo>
                    <a:pt x="2005430" y="1470559"/>
                  </a:lnTo>
                  <a:lnTo>
                    <a:pt x="2077053" y="1580000"/>
                  </a:lnTo>
                  <a:lnTo>
                    <a:pt x="2148675" y="1683492"/>
                  </a:lnTo>
                  <a:lnTo>
                    <a:pt x="2220298" y="1781357"/>
                  </a:lnTo>
                  <a:lnTo>
                    <a:pt x="2291920" y="1873902"/>
                  </a:lnTo>
                  <a:lnTo>
                    <a:pt x="2363543" y="1961416"/>
                  </a:lnTo>
                  <a:lnTo>
                    <a:pt x="2435165" y="2044173"/>
                  </a:lnTo>
                  <a:lnTo>
                    <a:pt x="2506788" y="2122431"/>
                  </a:lnTo>
                  <a:lnTo>
                    <a:pt x="2578410" y="2196435"/>
                  </a:lnTo>
                  <a:lnTo>
                    <a:pt x="2650033" y="2266416"/>
                  </a:lnTo>
                  <a:lnTo>
                    <a:pt x="2721655" y="2332592"/>
                  </a:lnTo>
                  <a:lnTo>
                    <a:pt x="2793278" y="2395171"/>
                  </a:lnTo>
                  <a:lnTo>
                    <a:pt x="2864901" y="2454348"/>
                  </a:lnTo>
                  <a:lnTo>
                    <a:pt x="2936523" y="2510309"/>
                  </a:lnTo>
                  <a:lnTo>
                    <a:pt x="3008146" y="2563227"/>
                  </a:lnTo>
                  <a:lnTo>
                    <a:pt x="3079768" y="2613268"/>
                  </a:lnTo>
                  <a:lnTo>
                    <a:pt x="3151391" y="2655815"/>
                  </a:lnTo>
                  <a:lnTo>
                    <a:pt x="3223013" y="2666947"/>
                  </a:lnTo>
                  <a:lnTo>
                    <a:pt x="3294636" y="2677930"/>
                  </a:lnTo>
                  <a:lnTo>
                    <a:pt x="3366258" y="2688765"/>
                  </a:lnTo>
                  <a:lnTo>
                    <a:pt x="3437881" y="2699455"/>
                  </a:lnTo>
                  <a:lnTo>
                    <a:pt x="3509503" y="2710001"/>
                  </a:lnTo>
                  <a:lnTo>
                    <a:pt x="3581126" y="2720405"/>
                  </a:lnTo>
                  <a:lnTo>
                    <a:pt x="3652748" y="2730669"/>
                  </a:lnTo>
                  <a:lnTo>
                    <a:pt x="3724371" y="2740795"/>
                  </a:lnTo>
                  <a:lnTo>
                    <a:pt x="3795993" y="2750785"/>
                  </a:lnTo>
                  <a:lnTo>
                    <a:pt x="3867616" y="2760641"/>
                  </a:lnTo>
                  <a:lnTo>
                    <a:pt x="3939238" y="2770364"/>
                  </a:lnTo>
                  <a:lnTo>
                    <a:pt x="4010861" y="2779956"/>
                  </a:lnTo>
                  <a:lnTo>
                    <a:pt x="4082483" y="2789419"/>
                  </a:lnTo>
                  <a:lnTo>
                    <a:pt x="4154106" y="2798756"/>
                  </a:lnTo>
                  <a:lnTo>
                    <a:pt x="4225729" y="2807966"/>
                  </a:lnTo>
                  <a:lnTo>
                    <a:pt x="4297351" y="2817053"/>
                  </a:lnTo>
                  <a:lnTo>
                    <a:pt x="4368974" y="2826017"/>
                  </a:lnTo>
                  <a:lnTo>
                    <a:pt x="4440596" y="2834861"/>
                  </a:lnTo>
                  <a:lnTo>
                    <a:pt x="4512219" y="2843587"/>
                  </a:lnTo>
                  <a:lnTo>
                    <a:pt x="4583841" y="2852194"/>
                  </a:lnTo>
                  <a:lnTo>
                    <a:pt x="4655464" y="2860686"/>
                  </a:lnTo>
                  <a:lnTo>
                    <a:pt x="4727086" y="2869064"/>
                  </a:lnTo>
                  <a:lnTo>
                    <a:pt x="4798709" y="2877329"/>
                  </a:lnTo>
                  <a:lnTo>
                    <a:pt x="4870331" y="2885484"/>
                  </a:lnTo>
                  <a:lnTo>
                    <a:pt x="4941954" y="2893528"/>
                  </a:lnTo>
                  <a:lnTo>
                    <a:pt x="5013576" y="2901464"/>
                  </a:lnTo>
                  <a:lnTo>
                    <a:pt x="5085199" y="2909294"/>
                  </a:lnTo>
                  <a:lnTo>
                    <a:pt x="5156821" y="2917018"/>
                  </a:lnTo>
                  <a:lnTo>
                    <a:pt x="5228444" y="2924638"/>
                  </a:lnTo>
                  <a:lnTo>
                    <a:pt x="5300066" y="2932156"/>
                  </a:lnTo>
                  <a:lnTo>
                    <a:pt x="5371689" y="2939573"/>
                  </a:lnTo>
                  <a:lnTo>
                    <a:pt x="5443311" y="2946890"/>
                  </a:lnTo>
                  <a:lnTo>
                    <a:pt x="5514934" y="2954109"/>
                  </a:lnTo>
                  <a:lnTo>
                    <a:pt x="5586557" y="2961231"/>
                  </a:lnTo>
                  <a:lnTo>
                    <a:pt x="5658179" y="2968257"/>
                  </a:lnTo>
                  <a:lnTo>
                    <a:pt x="5729802" y="2975188"/>
                  </a:lnTo>
                  <a:lnTo>
                    <a:pt x="5801424" y="2982026"/>
                  </a:lnTo>
                  <a:lnTo>
                    <a:pt x="5873047" y="2988773"/>
                  </a:lnTo>
                  <a:lnTo>
                    <a:pt x="5944669" y="2995428"/>
                  </a:lnTo>
                  <a:lnTo>
                    <a:pt x="6016292" y="3001994"/>
                  </a:lnTo>
                  <a:lnTo>
                    <a:pt x="6087914" y="3008472"/>
                  </a:lnTo>
                  <a:lnTo>
                    <a:pt x="6159537" y="3014863"/>
                  </a:lnTo>
                  <a:lnTo>
                    <a:pt x="6231159" y="3021167"/>
                  </a:lnTo>
                  <a:lnTo>
                    <a:pt x="6302782" y="3027387"/>
                  </a:lnTo>
                  <a:lnTo>
                    <a:pt x="6374404" y="3033524"/>
                  </a:lnTo>
                  <a:lnTo>
                    <a:pt x="6446027" y="3039578"/>
                  </a:lnTo>
                  <a:lnTo>
                    <a:pt x="6517649" y="3045550"/>
                  </a:lnTo>
                  <a:lnTo>
                    <a:pt x="6589272" y="3051442"/>
                  </a:lnTo>
                  <a:lnTo>
                    <a:pt x="6660894" y="3057255"/>
                  </a:lnTo>
                  <a:lnTo>
                    <a:pt x="6732517" y="3062990"/>
                  </a:lnTo>
                  <a:lnTo>
                    <a:pt x="6804139" y="3068647"/>
                  </a:lnTo>
                  <a:lnTo>
                    <a:pt x="6875762" y="3074229"/>
                  </a:lnTo>
                  <a:lnTo>
                    <a:pt x="6947385" y="3079735"/>
                  </a:lnTo>
                  <a:lnTo>
                    <a:pt x="7019007" y="3085168"/>
                  </a:lnTo>
                  <a:lnTo>
                    <a:pt x="7090630" y="3090527"/>
                  </a:lnTo>
                  <a:lnTo>
                    <a:pt x="7090630" y="3445696"/>
                  </a:lnTo>
                  <a:lnTo>
                    <a:pt x="7019007" y="3443509"/>
                  </a:lnTo>
                  <a:lnTo>
                    <a:pt x="6947385" y="3441196"/>
                  </a:lnTo>
                  <a:lnTo>
                    <a:pt x="6875762" y="3438750"/>
                  </a:lnTo>
                  <a:lnTo>
                    <a:pt x="6804139" y="3436163"/>
                  </a:lnTo>
                  <a:lnTo>
                    <a:pt x="6732517" y="3433428"/>
                  </a:lnTo>
                  <a:lnTo>
                    <a:pt x="6660894" y="3430535"/>
                  </a:lnTo>
                  <a:lnTo>
                    <a:pt x="6589272" y="3427476"/>
                  </a:lnTo>
                  <a:lnTo>
                    <a:pt x="6517649" y="3424241"/>
                  </a:lnTo>
                  <a:lnTo>
                    <a:pt x="6446027" y="3420820"/>
                  </a:lnTo>
                  <a:lnTo>
                    <a:pt x="6374404" y="3417203"/>
                  </a:lnTo>
                  <a:lnTo>
                    <a:pt x="6302782" y="3413378"/>
                  </a:lnTo>
                  <a:lnTo>
                    <a:pt x="6231159" y="3409332"/>
                  </a:lnTo>
                  <a:lnTo>
                    <a:pt x="6159537" y="3405054"/>
                  </a:lnTo>
                  <a:lnTo>
                    <a:pt x="6087914" y="3400531"/>
                  </a:lnTo>
                  <a:lnTo>
                    <a:pt x="6016292" y="3395747"/>
                  </a:lnTo>
                  <a:lnTo>
                    <a:pt x="5944669" y="3390688"/>
                  </a:lnTo>
                  <a:lnTo>
                    <a:pt x="5873047" y="3385338"/>
                  </a:lnTo>
                  <a:lnTo>
                    <a:pt x="5801424" y="3379681"/>
                  </a:lnTo>
                  <a:lnTo>
                    <a:pt x="5729802" y="3373699"/>
                  </a:lnTo>
                  <a:lnTo>
                    <a:pt x="5658179" y="3367372"/>
                  </a:lnTo>
                  <a:lnTo>
                    <a:pt x="5586557" y="3360683"/>
                  </a:lnTo>
                  <a:lnTo>
                    <a:pt x="5514934" y="3353608"/>
                  </a:lnTo>
                  <a:lnTo>
                    <a:pt x="5443311" y="3346127"/>
                  </a:lnTo>
                  <a:lnTo>
                    <a:pt x="5371689" y="3338215"/>
                  </a:lnTo>
                  <a:lnTo>
                    <a:pt x="5300066" y="3329849"/>
                  </a:lnTo>
                  <a:lnTo>
                    <a:pt x="5228444" y="3321002"/>
                  </a:lnTo>
                  <a:lnTo>
                    <a:pt x="5156821" y="3311646"/>
                  </a:lnTo>
                  <a:lnTo>
                    <a:pt x="5085199" y="3301753"/>
                  </a:lnTo>
                  <a:lnTo>
                    <a:pt x="5013576" y="3291291"/>
                  </a:lnTo>
                  <a:lnTo>
                    <a:pt x="4941954" y="3280227"/>
                  </a:lnTo>
                  <a:lnTo>
                    <a:pt x="4870331" y="3268527"/>
                  </a:lnTo>
                  <a:lnTo>
                    <a:pt x="4798709" y="3256155"/>
                  </a:lnTo>
                  <a:lnTo>
                    <a:pt x="4727086" y="3243071"/>
                  </a:lnTo>
                  <a:lnTo>
                    <a:pt x="4655464" y="3229235"/>
                  </a:lnTo>
                  <a:lnTo>
                    <a:pt x="4583841" y="3214604"/>
                  </a:lnTo>
                  <a:lnTo>
                    <a:pt x="4512219" y="3199132"/>
                  </a:lnTo>
                  <a:lnTo>
                    <a:pt x="4440596" y="3182770"/>
                  </a:lnTo>
                  <a:lnTo>
                    <a:pt x="4368974" y="3165468"/>
                  </a:lnTo>
                  <a:lnTo>
                    <a:pt x="4297351" y="3147171"/>
                  </a:lnTo>
                  <a:lnTo>
                    <a:pt x="4225729" y="3127823"/>
                  </a:lnTo>
                  <a:lnTo>
                    <a:pt x="4154106" y="3107362"/>
                  </a:lnTo>
                  <a:lnTo>
                    <a:pt x="4082483" y="3085724"/>
                  </a:lnTo>
                  <a:lnTo>
                    <a:pt x="4010861" y="3062843"/>
                  </a:lnTo>
                  <a:lnTo>
                    <a:pt x="3939238" y="3038647"/>
                  </a:lnTo>
                  <a:lnTo>
                    <a:pt x="3867616" y="3013059"/>
                  </a:lnTo>
                  <a:lnTo>
                    <a:pt x="3795993" y="2986001"/>
                  </a:lnTo>
                  <a:lnTo>
                    <a:pt x="3724371" y="2957387"/>
                  </a:lnTo>
                  <a:lnTo>
                    <a:pt x="3652748" y="2927128"/>
                  </a:lnTo>
                  <a:lnTo>
                    <a:pt x="3581126" y="2895130"/>
                  </a:lnTo>
                  <a:lnTo>
                    <a:pt x="3509503" y="2861292"/>
                  </a:lnTo>
                  <a:lnTo>
                    <a:pt x="3437881" y="2825509"/>
                  </a:lnTo>
                  <a:lnTo>
                    <a:pt x="3366258" y="2787669"/>
                  </a:lnTo>
                  <a:lnTo>
                    <a:pt x="3294636" y="2747653"/>
                  </a:lnTo>
                  <a:lnTo>
                    <a:pt x="3223013" y="2705337"/>
                  </a:lnTo>
                  <a:lnTo>
                    <a:pt x="3151391" y="2660589"/>
                  </a:lnTo>
                  <a:lnTo>
                    <a:pt x="3079768" y="2644530"/>
                  </a:lnTo>
                  <a:lnTo>
                    <a:pt x="3008146" y="2633092"/>
                  </a:lnTo>
                  <a:lnTo>
                    <a:pt x="2936523" y="2621498"/>
                  </a:lnTo>
                  <a:lnTo>
                    <a:pt x="2864901" y="2609746"/>
                  </a:lnTo>
                  <a:lnTo>
                    <a:pt x="2793278" y="2597834"/>
                  </a:lnTo>
                  <a:lnTo>
                    <a:pt x="2721655" y="2585759"/>
                  </a:lnTo>
                  <a:lnTo>
                    <a:pt x="2650033" y="2573520"/>
                  </a:lnTo>
                  <a:lnTo>
                    <a:pt x="2578410" y="2561114"/>
                  </a:lnTo>
                  <a:lnTo>
                    <a:pt x="2506788" y="2548539"/>
                  </a:lnTo>
                  <a:lnTo>
                    <a:pt x="2435165" y="2535792"/>
                  </a:lnTo>
                  <a:lnTo>
                    <a:pt x="2363543" y="2522872"/>
                  </a:lnTo>
                  <a:lnTo>
                    <a:pt x="2291920" y="2509776"/>
                  </a:lnTo>
                  <a:lnTo>
                    <a:pt x="2220298" y="2496501"/>
                  </a:lnTo>
                  <a:lnTo>
                    <a:pt x="2148675" y="2483045"/>
                  </a:lnTo>
                  <a:lnTo>
                    <a:pt x="2077053" y="2469406"/>
                  </a:lnTo>
                  <a:lnTo>
                    <a:pt x="2005430" y="2455581"/>
                  </a:lnTo>
                  <a:lnTo>
                    <a:pt x="1933808" y="2441568"/>
                  </a:lnTo>
                  <a:lnTo>
                    <a:pt x="1862185" y="2427363"/>
                  </a:lnTo>
                  <a:lnTo>
                    <a:pt x="1790563" y="2412965"/>
                  </a:lnTo>
                  <a:lnTo>
                    <a:pt x="1718940" y="2398371"/>
                  </a:lnTo>
                  <a:lnTo>
                    <a:pt x="1647318" y="2383578"/>
                  </a:lnTo>
                  <a:lnTo>
                    <a:pt x="1575695" y="2368583"/>
                  </a:lnTo>
                  <a:lnTo>
                    <a:pt x="1504073" y="2353383"/>
                  </a:lnTo>
                  <a:lnTo>
                    <a:pt x="1432450" y="2337977"/>
                  </a:lnTo>
                  <a:lnTo>
                    <a:pt x="1360827" y="2322361"/>
                  </a:lnTo>
                  <a:lnTo>
                    <a:pt x="1289205" y="2306532"/>
                  </a:lnTo>
                  <a:lnTo>
                    <a:pt x="1217582" y="2290487"/>
                  </a:lnTo>
                  <a:lnTo>
                    <a:pt x="1145960" y="2274223"/>
                  </a:lnTo>
                  <a:lnTo>
                    <a:pt x="1074337" y="2257738"/>
                  </a:lnTo>
                  <a:lnTo>
                    <a:pt x="1002715" y="2241028"/>
                  </a:lnTo>
                  <a:lnTo>
                    <a:pt x="931092" y="2224090"/>
                  </a:lnTo>
                  <a:lnTo>
                    <a:pt x="859470" y="2206921"/>
                  </a:lnTo>
                  <a:lnTo>
                    <a:pt x="787847" y="2189519"/>
                  </a:lnTo>
                  <a:lnTo>
                    <a:pt x="716225" y="2171879"/>
                  </a:lnTo>
                  <a:lnTo>
                    <a:pt x="644602" y="2153999"/>
                  </a:lnTo>
                  <a:lnTo>
                    <a:pt x="572980" y="2135875"/>
                  </a:lnTo>
                  <a:lnTo>
                    <a:pt x="501357" y="2117504"/>
                  </a:lnTo>
                  <a:lnTo>
                    <a:pt x="429735" y="2098883"/>
                  </a:lnTo>
                  <a:lnTo>
                    <a:pt x="358112" y="2080008"/>
                  </a:lnTo>
                  <a:lnTo>
                    <a:pt x="286490" y="2060875"/>
                  </a:lnTo>
                  <a:lnTo>
                    <a:pt x="214867" y="2041482"/>
                  </a:lnTo>
                  <a:lnTo>
                    <a:pt x="143245" y="2021825"/>
                  </a:lnTo>
                  <a:lnTo>
                    <a:pt x="71622" y="2001899"/>
                  </a:lnTo>
                  <a:lnTo>
                    <a:pt x="0" y="1981702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475100" y="2073503"/>
              <a:ext cx="5787578" cy="3090527"/>
            </a:xfrm>
            <a:custGeom>
              <a:avLst/>
              <a:pathLst>
                <a:path w="5787578" h="3090527">
                  <a:moveTo>
                    <a:pt x="0" y="0"/>
                  </a:moveTo>
                  <a:lnTo>
                    <a:pt x="57776" y="154394"/>
                  </a:lnTo>
                  <a:lnTo>
                    <a:pt x="129399" y="335384"/>
                  </a:lnTo>
                  <a:lnTo>
                    <a:pt x="201021" y="506535"/>
                  </a:lnTo>
                  <a:lnTo>
                    <a:pt x="272644" y="668383"/>
                  </a:lnTo>
                  <a:lnTo>
                    <a:pt x="344266" y="821431"/>
                  </a:lnTo>
                  <a:lnTo>
                    <a:pt x="415889" y="966160"/>
                  </a:lnTo>
                  <a:lnTo>
                    <a:pt x="487511" y="1103021"/>
                  </a:lnTo>
                  <a:lnTo>
                    <a:pt x="559134" y="1232442"/>
                  </a:lnTo>
                  <a:lnTo>
                    <a:pt x="630756" y="1354827"/>
                  </a:lnTo>
                  <a:lnTo>
                    <a:pt x="702379" y="1470559"/>
                  </a:lnTo>
                  <a:lnTo>
                    <a:pt x="774001" y="1580000"/>
                  </a:lnTo>
                  <a:lnTo>
                    <a:pt x="845624" y="1683492"/>
                  </a:lnTo>
                  <a:lnTo>
                    <a:pt x="917246" y="1781357"/>
                  </a:lnTo>
                  <a:lnTo>
                    <a:pt x="988869" y="1873902"/>
                  </a:lnTo>
                  <a:lnTo>
                    <a:pt x="1060491" y="1961416"/>
                  </a:lnTo>
                  <a:lnTo>
                    <a:pt x="1132114" y="2044173"/>
                  </a:lnTo>
                  <a:lnTo>
                    <a:pt x="1203737" y="2122431"/>
                  </a:lnTo>
                  <a:lnTo>
                    <a:pt x="1275359" y="2196435"/>
                  </a:lnTo>
                  <a:lnTo>
                    <a:pt x="1346982" y="2266416"/>
                  </a:lnTo>
                  <a:lnTo>
                    <a:pt x="1418604" y="2332592"/>
                  </a:lnTo>
                  <a:lnTo>
                    <a:pt x="1490227" y="2395171"/>
                  </a:lnTo>
                  <a:lnTo>
                    <a:pt x="1561849" y="2454348"/>
                  </a:lnTo>
                  <a:lnTo>
                    <a:pt x="1633472" y="2510309"/>
                  </a:lnTo>
                  <a:lnTo>
                    <a:pt x="1705094" y="2563227"/>
                  </a:lnTo>
                  <a:lnTo>
                    <a:pt x="1776717" y="2613268"/>
                  </a:lnTo>
                  <a:lnTo>
                    <a:pt x="1848339" y="2655815"/>
                  </a:lnTo>
                  <a:lnTo>
                    <a:pt x="1919962" y="2666947"/>
                  </a:lnTo>
                  <a:lnTo>
                    <a:pt x="1991584" y="2677930"/>
                  </a:lnTo>
                  <a:lnTo>
                    <a:pt x="2063207" y="2688765"/>
                  </a:lnTo>
                  <a:lnTo>
                    <a:pt x="2134829" y="2699455"/>
                  </a:lnTo>
                  <a:lnTo>
                    <a:pt x="2206452" y="2710001"/>
                  </a:lnTo>
                  <a:lnTo>
                    <a:pt x="2278074" y="2720405"/>
                  </a:lnTo>
                  <a:lnTo>
                    <a:pt x="2349697" y="2730669"/>
                  </a:lnTo>
                  <a:lnTo>
                    <a:pt x="2421319" y="2740795"/>
                  </a:lnTo>
                  <a:lnTo>
                    <a:pt x="2492942" y="2750785"/>
                  </a:lnTo>
                  <a:lnTo>
                    <a:pt x="2564565" y="2760641"/>
                  </a:lnTo>
                  <a:lnTo>
                    <a:pt x="2636187" y="2770364"/>
                  </a:lnTo>
                  <a:lnTo>
                    <a:pt x="2707810" y="2779956"/>
                  </a:lnTo>
                  <a:lnTo>
                    <a:pt x="2779432" y="2789419"/>
                  </a:lnTo>
                  <a:lnTo>
                    <a:pt x="2851055" y="2798756"/>
                  </a:lnTo>
                  <a:lnTo>
                    <a:pt x="2922677" y="2807966"/>
                  </a:lnTo>
                  <a:lnTo>
                    <a:pt x="2994300" y="2817053"/>
                  </a:lnTo>
                  <a:lnTo>
                    <a:pt x="3065922" y="2826017"/>
                  </a:lnTo>
                  <a:lnTo>
                    <a:pt x="3137545" y="2834861"/>
                  </a:lnTo>
                  <a:lnTo>
                    <a:pt x="3209167" y="2843587"/>
                  </a:lnTo>
                  <a:lnTo>
                    <a:pt x="3280790" y="2852194"/>
                  </a:lnTo>
                  <a:lnTo>
                    <a:pt x="3352412" y="2860686"/>
                  </a:lnTo>
                  <a:lnTo>
                    <a:pt x="3424035" y="2869064"/>
                  </a:lnTo>
                  <a:lnTo>
                    <a:pt x="3495657" y="2877329"/>
                  </a:lnTo>
                  <a:lnTo>
                    <a:pt x="3567280" y="2885484"/>
                  </a:lnTo>
                  <a:lnTo>
                    <a:pt x="3638902" y="2893528"/>
                  </a:lnTo>
                  <a:lnTo>
                    <a:pt x="3710525" y="2901464"/>
                  </a:lnTo>
                  <a:lnTo>
                    <a:pt x="3782147" y="2909294"/>
                  </a:lnTo>
                  <a:lnTo>
                    <a:pt x="3853770" y="2917018"/>
                  </a:lnTo>
                  <a:lnTo>
                    <a:pt x="3925393" y="2924638"/>
                  </a:lnTo>
                  <a:lnTo>
                    <a:pt x="3997015" y="2932156"/>
                  </a:lnTo>
                  <a:lnTo>
                    <a:pt x="4068638" y="2939573"/>
                  </a:lnTo>
                  <a:lnTo>
                    <a:pt x="4140260" y="2946890"/>
                  </a:lnTo>
                  <a:lnTo>
                    <a:pt x="4211883" y="2954109"/>
                  </a:lnTo>
                  <a:lnTo>
                    <a:pt x="4283505" y="2961231"/>
                  </a:lnTo>
                  <a:lnTo>
                    <a:pt x="4355128" y="2968257"/>
                  </a:lnTo>
                  <a:lnTo>
                    <a:pt x="4426750" y="2975188"/>
                  </a:lnTo>
                  <a:lnTo>
                    <a:pt x="4498373" y="2982026"/>
                  </a:lnTo>
                  <a:lnTo>
                    <a:pt x="4569995" y="2988773"/>
                  </a:lnTo>
                  <a:lnTo>
                    <a:pt x="4641618" y="2995428"/>
                  </a:lnTo>
                  <a:lnTo>
                    <a:pt x="4713240" y="3001994"/>
                  </a:lnTo>
                  <a:lnTo>
                    <a:pt x="4784863" y="3008472"/>
                  </a:lnTo>
                  <a:lnTo>
                    <a:pt x="4856485" y="3014863"/>
                  </a:lnTo>
                  <a:lnTo>
                    <a:pt x="4928108" y="3021167"/>
                  </a:lnTo>
                  <a:lnTo>
                    <a:pt x="4999730" y="3027387"/>
                  </a:lnTo>
                  <a:lnTo>
                    <a:pt x="5071353" y="3033524"/>
                  </a:lnTo>
                  <a:lnTo>
                    <a:pt x="5142975" y="3039578"/>
                  </a:lnTo>
                  <a:lnTo>
                    <a:pt x="5214598" y="3045550"/>
                  </a:lnTo>
                  <a:lnTo>
                    <a:pt x="5286221" y="3051442"/>
                  </a:lnTo>
                  <a:lnTo>
                    <a:pt x="5357843" y="3057255"/>
                  </a:lnTo>
                  <a:lnTo>
                    <a:pt x="5429466" y="3062990"/>
                  </a:lnTo>
                  <a:lnTo>
                    <a:pt x="5501088" y="3068647"/>
                  </a:lnTo>
                  <a:lnTo>
                    <a:pt x="5572711" y="3074229"/>
                  </a:lnTo>
                  <a:lnTo>
                    <a:pt x="5644333" y="3079735"/>
                  </a:lnTo>
                  <a:lnTo>
                    <a:pt x="5715956" y="3085168"/>
                  </a:lnTo>
                  <a:lnTo>
                    <a:pt x="5787578" y="309052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4055205"/>
              <a:ext cx="7090630" cy="1463993"/>
            </a:xfrm>
            <a:custGeom>
              <a:avLst/>
              <a:pathLst>
                <a:path w="7090630" h="1463993">
                  <a:moveTo>
                    <a:pt x="7090630" y="1463993"/>
                  </a:moveTo>
                  <a:lnTo>
                    <a:pt x="7019007" y="1461806"/>
                  </a:lnTo>
                  <a:lnTo>
                    <a:pt x="6947385" y="1459493"/>
                  </a:lnTo>
                  <a:lnTo>
                    <a:pt x="6875762" y="1457047"/>
                  </a:lnTo>
                  <a:lnTo>
                    <a:pt x="6804139" y="1454460"/>
                  </a:lnTo>
                  <a:lnTo>
                    <a:pt x="6732517" y="1451725"/>
                  </a:lnTo>
                  <a:lnTo>
                    <a:pt x="6660894" y="1448832"/>
                  </a:lnTo>
                  <a:lnTo>
                    <a:pt x="6589272" y="1445773"/>
                  </a:lnTo>
                  <a:lnTo>
                    <a:pt x="6517649" y="1442538"/>
                  </a:lnTo>
                  <a:lnTo>
                    <a:pt x="6446027" y="1439117"/>
                  </a:lnTo>
                  <a:lnTo>
                    <a:pt x="6374404" y="1435500"/>
                  </a:lnTo>
                  <a:lnTo>
                    <a:pt x="6302782" y="1431675"/>
                  </a:lnTo>
                  <a:lnTo>
                    <a:pt x="6231159" y="1427629"/>
                  </a:lnTo>
                  <a:lnTo>
                    <a:pt x="6159537" y="1423352"/>
                  </a:lnTo>
                  <a:lnTo>
                    <a:pt x="6087914" y="1418828"/>
                  </a:lnTo>
                  <a:lnTo>
                    <a:pt x="6016292" y="1414044"/>
                  </a:lnTo>
                  <a:lnTo>
                    <a:pt x="5944669" y="1408985"/>
                  </a:lnTo>
                  <a:lnTo>
                    <a:pt x="5873047" y="1403635"/>
                  </a:lnTo>
                  <a:lnTo>
                    <a:pt x="5801424" y="1397978"/>
                  </a:lnTo>
                  <a:lnTo>
                    <a:pt x="5729802" y="1391996"/>
                  </a:lnTo>
                  <a:lnTo>
                    <a:pt x="5658179" y="1385670"/>
                  </a:lnTo>
                  <a:lnTo>
                    <a:pt x="5586557" y="1378980"/>
                  </a:lnTo>
                  <a:lnTo>
                    <a:pt x="5514934" y="1371905"/>
                  </a:lnTo>
                  <a:lnTo>
                    <a:pt x="5443311" y="1364424"/>
                  </a:lnTo>
                  <a:lnTo>
                    <a:pt x="5371689" y="1356512"/>
                  </a:lnTo>
                  <a:lnTo>
                    <a:pt x="5300066" y="1348146"/>
                  </a:lnTo>
                  <a:lnTo>
                    <a:pt x="5228444" y="1339299"/>
                  </a:lnTo>
                  <a:lnTo>
                    <a:pt x="5156821" y="1329943"/>
                  </a:lnTo>
                  <a:lnTo>
                    <a:pt x="5085199" y="1320050"/>
                  </a:lnTo>
                  <a:lnTo>
                    <a:pt x="5013576" y="1309588"/>
                  </a:lnTo>
                  <a:lnTo>
                    <a:pt x="4941954" y="1298524"/>
                  </a:lnTo>
                  <a:lnTo>
                    <a:pt x="4870331" y="1286824"/>
                  </a:lnTo>
                  <a:lnTo>
                    <a:pt x="4798709" y="1274452"/>
                  </a:lnTo>
                  <a:lnTo>
                    <a:pt x="4727086" y="1261368"/>
                  </a:lnTo>
                  <a:lnTo>
                    <a:pt x="4655464" y="1247532"/>
                  </a:lnTo>
                  <a:lnTo>
                    <a:pt x="4583841" y="1232901"/>
                  </a:lnTo>
                  <a:lnTo>
                    <a:pt x="4512219" y="1217429"/>
                  </a:lnTo>
                  <a:lnTo>
                    <a:pt x="4440596" y="1201068"/>
                  </a:lnTo>
                  <a:lnTo>
                    <a:pt x="4368974" y="1183765"/>
                  </a:lnTo>
                  <a:lnTo>
                    <a:pt x="4297351" y="1165468"/>
                  </a:lnTo>
                  <a:lnTo>
                    <a:pt x="4225729" y="1146120"/>
                  </a:lnTo>
                  <a:lnTo>
                    <a:pt x="4154106" y="1125659"/>
                  </a:lnTo>
                  <a:lnTo>
                    <a:pt x="4082483" y="1104021"/>
                  </a:lnTo>
                  <a:lnTo>
                    <a:pt x="4010861" y="1081140"/>
                  </a:lnTo>
                  <a:lnTo>
                    <a:pt x="3939238" y="1056944"/>
                  </a:lnTo>
                  <a:lnTo>
                    <a:pt x="3867616" y="1031356"/>
                  </a:lnTo>
                  <a:lnTo>
                    <a:pt x="3795993" y="1004298"/>
                  </a:lnTo>
                  <a:lnTo>
                    <a:pt x="3724371" y="975684"/>
                  </a:lnTo>
                  <a:lnTo>
                    <a:pt x="3652748" y="945425"/>
                  </a:lnTo>
                  <a:lnTo>
                    <a:pt x="3581126" y="913427"/>
                  </a:lnTo>
                  <a:lnTo>
                    <a:pt x="3509503" y="879589"/>
                  </a:lnTo>
                  <a:lnTo>
                    <a:pt x="3437881" y="843806"/>
                  </a:lnTo>
                  <a:lnTo>
                    <a:pt x="3366258" y="805966"/>
                  </a:lnTo>
                  <a:lnTo>
                    <a:pt x="3294636" y="765950"/>
                  </a:lnTo>
                  <a:lnTo>
                    <a:pt x="3223013" y="723634"/>
                  </a:lnTo>
                  <a:lnTo>
                    <a:pt x="3151391" y="678886"/>
                  </a:lnTo>
                  <a:lnTo>
                    <a:pt x="3079768" y="662827"/>
                  </a:lnTo>
                  <a:lnTo>
                    <a:pt x="3008146" y="651389"/>
                  </a:lnTo>
                  <a:lnTo>
                    <a:pt x="2936523" y="639795"/>
                  </a:lnTo>
                  <a:lnTo>
                    <a:pt x="2864901" y="628043"/>
                  </a:lnTo>
                  <a:lnTo>
                    <a:pt x="2793278" y="616131"/>
                  </a:lnTo>
                  <a:lnTo>
                    <a:pt x="2721655" y="604056"/>
                  </a:lnTo>
                  <a:lnTo>
                    <a:pt x="2650033" y="591817"/>
                  </a:lnTo>
                  <a:lnTo>
                    <a:pt x="2578410" y="579411"/>
                  </a:lnTo>
                  <a:lnTo>
                    <a:pt x="2506788" y="566836"/>
                  </a:lnTo>
                  <a:lnTo>
                    <a:pt x="2435165" y="554089"/>
                  </a:lnTo>
                  <a:lnTo>
                    <a:pt x="2363543" y="541169"/>
                  </a:lnTo>
                  <a:lnTo>
                    <a:pt x="2291920" y="528073"/>
                  </a:lnTo>
                  <a:lnTo>
                    <a:pt x="2220298" y="514798"/>
                  </a:lnTo>
                  <a:lnTo>
                    <a:pt x="2148675" y="501342"/>
                  </a:lnTo>
                  <a:lnTo>
                    <a:pt x="2077053" y="487703"/>
                  </a:lnTo>
                  <a:lnTo>
                    <a:pt x="2005430" y="473878"/>
                  </a:lnTo>
                  <a:lnTo>
                    <a:pt x="1933808" y="459865"/>
                  </a:lnTo>
                  <a:lnTo>
                    <a:pt x="1862185" y="445660"/>
                  </a:lnTo>
                  <a:lnTo>
                    <a:pt x="1790563" y="431262"/>
                  </a:lnTo>
                  <a:lnTo>
                    <a:pt x="1718940" y="416668"/>
                  </a:lnTo>
                  <a:lnTo>
                    <a:pt x="1647318" y="401875"/>
                  </a:lnTo>
                  <a:lnTo>
                    <a:pt x="1575695" y="386880"/>
                  </a:lnTo>
                  <a:lnTo>
                    <a:pt x="1504073" y="371681"/>
                  </a:lnTo>
                  <a:lnTo>
                    <a:pt x="1432450" y="356274"/>
                  </a:lnTo>
                  <a:lnTo>
                    <a:pt x="1360827" y="340658"/>
                  </a:lnTo>
                  <a:lnTo>
                    <a:pt x="1289205" y="324829"/>
                  </a:lnTo>
                  <a:lnTo>
                    <a:pt x="1217582" y="308784"/>
                  </a:lnTo>
                  <a:lnTo>
                    <a:pt x="1145960" y="292520"/>
                  </a:lnTo>
                  <a:lnTo>
                    <a:pt x="1074337" y="276035"/>
                  </a:lnTo>
                  <a:lnTo>
                    <a:pt x="1002715" y="259325"/>
                  </a:lnTo>
                  <a:lnTo>
                    <a:pt x="931092" y="242387"/>
                  </a:lnTo>
                  <a:lnTo>
                    <a:pt x="859470" y="225219"/>
                  </a:lnTo>
                  <a:lnTo>
                    <a:pt x="787847" y="207816"/>
                  </a:lnTo>
                  <a:lnTo>
                    <a:pt x="716225" y="190176"/>
                  </a:lnTo>
                  <a:lnTo>
                    <a:pt x="644602" y="172296"/>
                  </a:lnTo>
                  <a:lnTo>
                    <a:pt x="572980" y="154172"/>
                  </a:lnTo>
                  <a:lnTo>
                    <a:pt x="501357" y="135801"/>
                  </a:lnTo>
                  <a:lnTo>
                    <a:pt x="429735" y="117180"/>
                  </a:lnTo>
                  <a:lnTo>
                    <a:pt x="358112" y="98305"/>
                  </a:lnTo>
                  <a:lnTo>
                    <a:pt x="286490" y="79172"/>
                  </a:lnTo>
                  <a:lnTo>
                    <a:pt x="214867" y="59779"/>
                  </a:lnTo>
                  <a:lnTo>
                    <a:pt x="143245" y="40122"/>
                  </a:lnTo>
                  <a:lnTo>
                    <a:pt x="71622" y="20196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353291" y="2073503"/>
              <a:ext cx="6909388" cy="3361427"/>
            </a:xfrm>
            <a:custGeom>
              <a:avLst/>
              <a:pathLst>
                <a:path w="6909388" h="3361427">
                  <a:moveTo>
                    <a:pt x="0" y="0"/>
                  </a:moveTo>
                  <a:lnTo>
                    <a:pt x="33625" y="56835"/>
                  </a:lnTo>
                  <a:lnTo>
                    <a:pt x="105248" y="173764"/>
                  </a:lnTo>
                  <a:lnTo>
                    <a:pt x="176870" y="286703"/>
                  </a:lnTo>
                  <a:lnTo>
                    <a:pt x="248493" y="395789"/>
                  </a:lnTo>
                  <a:lnTo>
                    <a:pt x="320115" y="501152"/>
                  </a:lnTo>
                  <a:lnTo>
                    <a:pt x="391738" y="602921"/>
                  </a:lnTo>
                  <a:lnTo>
                    <a:pt x="463361" y="701217"/>
                  </a:lnTo>
                  <a:lnTo>
                    <a:pt x="534983" y="796159"/>
                  </a:lnTo>
                  <a:lnTo>
                    <a:pt x="606606" y="887861"/>
                  </a:lnTo>
                  <a:lnTo>
                    <a:pt x="678228" y="976435"/>
                  </a:lnTo>
                  <a:lnTo>
                    <a:pt x="749851" y="1061986"/>
                  </a:lnTo>
                  <a:lnTo>
                    <a:pt x="821473" y="1144619"/>
                  </a:lnTo>
                  <a:lnTo>
                    <a:pt x="893096" y="1224431"/>
                  </a:lnTo>
                  <a:lnTo>
                    <a:pt x="964718" y="1301521"/>
                  </a:lnTo>
                  <a:lnTo>
                    <a:pt x="1036341" y="1375980"/>
                  </a:lnTo>
                  <a:lnTo>
                    <a:pt x="1107963" y="1447899"/>
                  </a:lnTo>
                  <a:lnTo>
                    <a:pt x="1179586" y="1517363"/>
                  </a:lnTo>
                  <a:lnTo>
                    <a:pt x="1251208" y="1584458"/>
                  </a:lnTo>
                  <a:lnTo>
                    <a:pt x="1322831" y="1649263"/>
                  </a:lnTo>
                  <a:lnTo>
                    <a:pt x="1394453" y="1711857"/>
                  </a:lnTo>
                  <a:lnTo>
                    <a:pt x="1466076" y="1772315"/>
                  </a:lnTo>
                  <a:lnTo>
                    <a:pt x="1537698" y="1830711"/>
                  </a:lnTo>
                  <a:lnTo>
                    <a:pt x="1609321" y="1887114"/>
                  </a:lnTo>
                  <a:lnTo>
                    <a:pt x="1680943" y="1941592"/>
                  </a:lnTo>
                  <a:lnTo>
                    <a:pt x="1752566" y="1994211"/>
                  </a:lnTo>
                  <a:lnTo>
                    <a:pt x="1824189" y="2045035"/>
                  </a:lnTo>
                  <a:lnTo>
                    <a:pt x="1895811" y="2094125"/>
                  </a:lnTo>
                  <a:lnTo>
                    <a:pt x="1967434" y="2141540"/>
                  </a:lnTo>
                  <a:lnTo>
                    <a:pt x="2039056" y="2187337"/>
                  </a:lnTo>
                  <a:lnTo>
                    <a:pt x="2110679" y="2231572"/>
                  </a:lnTo>
                  <a:lnTo>
                    <a:pt x="2182301" y="2274297"/>
                  </a:lnTo>
                  <a:lnTo>
                    <a:pt x="2253924" y="2315564"/>
                  </a:lnTo>
                  <a:lnTo>
                    <a:pt x="2325546" y="2355424"/>
                  </a:lnTo>
                  <a:lnTo>
                    <a:pt x="2397169" y="2393923"/>
                  </a:lnTo>
                  <a:lnTo>
                    <a:pt x="2468791" y="2431108"/>
                  </a:lnTo>
                  <a:lnTo>
                    <a:pt x="2540414" y="2467025"/>
                  </a:lnTo>
                  <a:lnTo>
                    <a:pt x="2612036" y="2501717"/>
                  </a:lnTo>
                  <a:lnTo>
                    <a:pt x="2683659" y="2535224"/>
                  </a:lnTo>
                  <a:lnTo>
                    <a:pt x="2755281" y="2567589"/>
                  </a:lnTo>
                  <a:lnTo>
                    <a:pt x="2826904" y="2598849"/>
                  </a:lnTo>
                  <a:lnTo>
                    <a:pt x="2898526" y="2629042"/>
                  </a:lnTo>
                  <a:lnTo>
                    <a:pt x="2970149" y="2658205"/>
                  </a:lnTo>
                  <a:lnTo>
                    <a:pt x="3041771" y="2686373"/>
                  </a:lnTo>
                  <a:lnTo>
                    <a:pt x="3113394" y="2713580"/>
                  </a:lnTo>
                  <a:lnTo>
                    <a:pt x="3185017" y="2739859"/>
                  </a:lnTo>
                  <a:lnTo>
                    <a:pt x="3256639" y="2765241"/>
                  </a:lnTo>
                  <a:lnTo>
                    <a:pt x="3328262" y="2789757"/>
                  </a:lnTo>
                  <a:lnTo>
                    <a:pt x="3399884" y="2813436"/>
                  </a:lnTo>
                  <a:lnTo>
                    <a:pt x="3471507" y="2836308"/>
                  </a:lnTo>
                  <a:lnTo>
                    <a:pt x="3543129" y="2858399"/>
                  </a:lnTo>
                  <a:lnTo>
                    <a:pt x="3614752" y="2879736"/>
                  </a:lnTo>
                  <a:lnTo>
                    <a:pt x="3686374" y="2900345"/>
                  </a:lnTo>
                  <a:lnTo>
                    <a:pt x="3757997" y="2920252"/>
                  </a:lnTo>
                  <a:lnTo>
                    <a:pt x="3829619" y="2939478"/>
                  </a:lnTo>
                  <a:lnTo>
                    <a:pt x="3901242" y="2958049"/>
                  </a:lnTo>
                  <a:lnTo>
                    <a:pt x="3972864" y="2975986"/>
                  </a:lnTo>
                  <a:lnTo>
                    <a:pt x="4044487" y="2993312"/>
                  </a:lnTo>
                  <a:lnTo>
                    <a:pt x="4116109" y="3010046"/>
                  </a:lnTo>
                  <a:lnTo>
                    <a:pt x="4187732" y="3026209"/>
                  </a:lnTo>
                  <a:lnTo>
                    <a:pt x="4259354" y="3041820"/>
                  </a:lnTo>
                  <a:lnTo>
                    <a:pt x="4330977" y="3056899"/>
                  </a:lnTo>
                  <a:lnTo>
                    <a:pt x="4402599" y="3071463"/>
                  </a:lnTo>
                  <a:lnTo>
                    <a:pt x="4474222" y="3085531"/>
                  </a:lnTo>
                  <a:lnTo>
                    <a:pt x="4545845" y="3099118"/>
                  </a:lnTo>
                  <a:lnTo>
                    <a:pt x="4617467" y="3112242"/>
                  </a:lnTo>
                  <a:lnTo>
                    <a:pt x="4689090" y="3124918"/>
                  </a:lnTo>
                  <a:lnTo>
                    <a:pt x="4760712" y="3137162"/>
                  </a:lnTo>
                  <a:lnTo>
                    <a:pt x="4832335" y="3148987"/>
                  </a:lnTo>
                  <a:lnTo>
                    <a:pt x="4903957" y="3160410"/>
                  </a:lnTo>
                  <a:lnTo>
                    <a:pt x="4975580" y="3171442"/>
                  </a:lnTo>
                  <a:lnTo>
                    <a:pt x="5047202" y="3182098"/>
                  </a:lnTo>
                  <a:lnTo>
                    <a:pt x="5118825" y="3192391"/>
                  </a:lnTo>
                  <a:lnTo>
                    <a:pt x="5190447" y="3202332"/>
                  </a:lnTo>
                  <a:lnTo>
                    <a:pt x="5262070" y="3211934"/>
                  </a:lnTo>
                  <a:lnTo>
                    <a:pt x="5333692" y="3221208"/>
                  </a:lnTo>
                  <a:lnTo>
                    <a:pt x="5405315" y="3230166"/>
                  </a:lnTo>
                  <a:lnTo>
                    <a:pt x="5476937" y="3238819"/>
                  </a:lnTo>
                  <a:lnTo>
                    <a:pt x="5548560" y="3247176"/>
                  </a:lnTo>
                  <a:lnTo>
                    <a:pt x="5620182" y="3255248"/>
                  </a:lnTo>
                  <a:lnTo>
                    <a:pt x="5691805" y="3263044"/>
                  </a:lnTo>
                  <a:lnTo>
                    <a:pt x="5763427" y="3270575"/>
                  </a:lnTo>
                  <a:lnTo>
                    <a:pt x="5835050" y="3277848"/>
                  </a:lnTo>
                  <a:lnTo>
                    <a:pt x="5906672" y="3284874"/>
                  </a:lnTo>
                  <a:lnTo>
                    <a:pt x="5978295" y="3291660"/>
                  </a:lnTo>
                  <a:lnTo>
                    <a:pt x="6049918" y="3298214"/>
                  </a:lnTo>
                  <a:lnTo>
                    <a:pt x="6121540" y="3304544"/>
                  </a:lnTo>
                  <a:lnTo>
                    <a:pt x="6193163" y="3310659"/>
                  </a:lnTo>
                  <a:lnTo>
                    <a:pt x="6264785" y="3316565"/>
                  </a:lnTo>
                  <a:lnTo>
                    <a:pt x="6336408" y="3322269"/>
                  </a:lnTo>
                  <a:lnTo>
                    <a:pt x="6408030" y="3327779"/>
                  </a:lnTo>
                  <a:lnTo>
                    <a:pt x="6479653" y="3333100"/>
                  </a:lnTo>
                  <a:lnTo>
                    <a:pt x="6551275" y="3338241"/>
                  </a:lnTo>
                  <a:lnTo>
                    <a:pt x="6622898" y="3343205"/>
                  </a:lnTo>
                  <a:lnTo>
                    <a:pt x="6694520" y="3348001"/>
                  </a:lnTo>
                  <a:lnTo>
                    <a:pt x="6766143" y="3352633"/>
                  </a:lnTo>
                  <a:lnTo>
                    <a:pt x="6837765" y="3357106"/>
                  </a:lnTo>
                  <a:lnTo>
                    <a:pt x="6909388" y="3361427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3136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343342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28062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217897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204872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511106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604833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98561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92289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7517" y="1896563"/>
              <a:ext cx="698537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1.58 (1.19-2.08), p_Bonf = 0.008 (n = 6)  |  per IQR decline (Δ = 25.8 %): 3.23 (1.58-6.62)  |  IQR: [-10.7, 15.1] %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17517" y="1669789"/>
              <a:ext cx="121990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3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2026-10-08T10:07:47Z</dcterms:modified>
  <cp:category/>
</cp:coreProperties>
</file>