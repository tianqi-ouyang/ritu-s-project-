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5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5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8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51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85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818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51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84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918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68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1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35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68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301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35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68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40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98670"/>
            </a:xfrm>
            <a:custGeom>
              <a:avLst/>
              <a:pathLst>
                <a:path w="7090630" h="3398670">
                  <a:moveTo>
                    <a:pt x="735146" y="0"/>
                  </a:moveTo>
                  <a:lnTo>
                    <a:pt x="787847" y="106173"/>
                  </a:lnTo>
                  <a:lnTo>
                    <a:pt x="859470" y="244555"/>
                  </a:lnTo>
                  <a:lnTo>
                    <a:pt x="931092" y="377267"/>
                  </a:lnTo>
                  <a:lnTo>
                    <a:pt x="1002715" y="504542"/>
                  </a:lnTo>
                  <a:lnTo>
                    <a:pt x="1074337" y="626602"/>
                  </a:lnTo>
                  <a:lnTo>
                    <a:pt x="1145960" y="743661"/>
                  </a:lnTo>
                  <a:lnTo>
                    <a:pt x="1217582" y="855924"/>
                  </a:lnTo>
                  <a:lnTo>
                    <a:pt x="1289205" y="963588"/>
                  </a:lnTo>
                  <a:lnTo>
                    <a:pt x="1360827" y="1066841"/>
                  </a:lnTo>
                  <a:lnTo>
                    <a:pt x="1432450" y="1165863"/>
                  </a:lnTo>
                  <a:lnTo>
                    <a:pt x="1504073" y="1260829"/>
                  </a:lnTo>
                  <a:lnTo>
                    <a:pt x="1575695" y="1351903"/>
                  </a:lnTo>
                  <a:lnTo>
                    <a:pt x="1647318" y="1439246"/>
                  </a:lnTo>
                  <a:lnTo>
                    <a:pt x="1718940" y="1523011"/>
                  </a:lnTo>
                  <a:lnTo>
                    <a:pt x="1790563" y="1603344"/>
                  </a:lnTo>
                  <a:lnTo>
                    <a:pt x="1862185" y="1680385"/>
                  </a:lnTo>
                  <a:lnTo>
                    <a:pt x="1933808" y="1754270"/>
                  </a:lnTo>
                  <a:lnTo>
                    <a:pt x="2005430" y="1825128"/>
                  </a:lnTo>
                  <a:lnTo>
                    <a:pt x="2077053" y="1893083"/>
                  </a:lnTo>
                  <a:lnTo>
                    <a:pt x="2148675" y="1958254"/>
                  </a:lnTo>
                  <a:lnTo>
                    <a:pt x="2220298" y="2020754"/>
                  </a:lnTo>
                  <a:lnTo>
                    <a:pt x="2291920" y="2080694"/>
                  </a:lnTo>
                  <a:lnTo>
                    <a:pt x="2363543" y="2138178"/>
                  </a:lnTo>
                  <a:lnTo>
                    <a:pt x="2435165" y="2193307"/>
                  </a:lnTo>
                  <a:lnTo>
                    <a:pt x="2506788" y="2246177"/>
                  </a:lnTo>
                  <a:lnTo>
                    <a:pt x="2578410" y="2296881"/>
                  </a:lnTo>
                  <a:lnTo>
                    <a:pt x="2650033" y="2345508"/>
                  </a:lnTo>
                  <a:lnTo>
                    <a:pt x="2721655" y="2392143"/>
                  </a:lnTo>
                  <a:lnTo>
                    <a:pt x="2793278" y="2436866"/>
                  </a:lnTo>
                  <a:lnTo>
                    <a:pt x="2864901" y="2479758"/>
                  </a:lnTo>
                  <a:lnTo>
                    <a:pt x="2936523" y="2520892"/>
                  </a:lnTo>
                  <a:lnTo>
                    <a:pt x="3008146" y="2560341"/>
                  </a:lnTo>
                  <a:lnTo>
                    <a:pt x="3079768" y="2598173"/>
                  </a:lnTo>
                  <a:lnTo>
                    <a:pt x="3151391" y="2634456"/>
                  </a:lnTo>
                  <a:lnTo>
                    <a:pt x="3223013" y="2657299"/>
                  </a:lnTo>
                  <a:lnTo>
                    <a:pt x="3294636" y="2664185"/>
                  </a:lnTo>
                  <a:lnTo>
                    <a:pt x="3366258" y="2671015"/>
                  </a:lnTo>
                  <a:lnTo>
                    <a:pt x="3437881" y="2677787"/>
                  </a:lnTo>
                  <a:lnTo>
                    <a:pt x="3509503" y="2684503"/>
                  </a:lnTo>
                  <a:lnTo>
                    <a:pt x="3581126" y="2691162"/>
                  </a:lnTo>
                  <a:lnTo>
                    <a:pt x="3652748" y="2697767"/>
                  </a:lnTo>
                  <a:lnTo>
                    <a:pt x="3724371" y="2704316"/>
                  </a:lnTo>
                  <a:lnTo>
                    <a:pt x="3795993" y="2710811"/>
                  </a:lnTo>
                  <a:lnTo>
                    <a:pt x="3867616" y="2717251"/>
                  </a:lnTo>
                  <a:lnTo>
                    <a:pt x="3939238" y="2723638"/>
                  </a:lnTo>
                  <a:lnTo>
                    <a:pt x="4010861" y="2729972"/>
                  </a:lnTo>
                  <a:lnTo>
                    <a:pt x="4082483" y="2736253"/>
                  </a:lnTo>
                  <a:lnTo>
                    <a:pt x="4154106" y="2742482"/>
                  </a:lnTo>
                  <a:lnTo>
                    <a:pt x="4225729" y="2748658"/>
                  </a:lnTo>
                  <a:lnTo>
                    <a:pt x="4297351" y="2754784"/>
                  </a:lnTo>
                  <a:lnTo>
                    <a:pt x="4368974" y="2760858"/>
                  </a:lnTo>
                  <a:lnTo>
                    <a:pt x="4440596" y="2766882"/>
                  </a:lnTo>
                  <a:lnTo>
                    <a:pt x="4512219" y="2772855"/>
                  </a:lnTo>
                  <a:lnTo>
                    <a:pt x="4583841" y="2778779"/>
                  </a:lnTo>
                  <a:lnTo>
                    <a:pt x="4655464" y="2784653"/>
                  </a:lnTo>
                  <a:lnTo>
                    <a:pt x="4727086" y="2790478"/>
                  </a:lnTo>
                  <a:lnTo>
                    <a:pt x="4798709" y="2796255"/>
                  </a:lnTo>
                  <a:lnTo>
                    <a:pt x="4870331" y="2801984"/>
                  </a:lnTo>
                  <a:lnTo>
                    <a:pt x="4941954" y="2807665"/>
                  </a:lnTo>
                  <a:lnTo>
                    <a:pt x="5013576" y="2813298"/>
                  </a:lnTo>
                  <a:lnTo>
                    <a:pt x="5085199" y="2818885"/>
                  </a:lnTo>
                  <a:lnTo>
                    <a:pt x="5156821" y="2824425"/>
                  </a:lnTo>
                  <a:lnTo>
                    <a:pt x="5228444" y="2829919"/>
                  </a:lnTo>
                  <a:lnTo>
                    <a:pt x="5300066" y="2835367"/>
                  </a:lnTo>
                  <a:lnTo>
                    <a:pt x="5371689" y="2840770"/>
                  </a:lnTo>
                  <a:lnTo>
                    <a:pt x="5443311" y="2846127"/>
                  </a:lnTo>
                  <a:lnTo>
                    <a:pt x="5514934" y="2851440"/>
                  </a:lnTo>
                  <a:lnTo>
                    <a:pt x="5586557" y="2856709"/>
                  </a:lnTo>
                  <a:lnTo>
                    <a:pt x="5658179" y="2861934"/>
                  </a:lnTo>
                  <a:lnTo>
                    <a:pt x="5729802" y="2867116"/>
                  </a:lnTo>
                  <a:lnTo>
                    <a:pt x="5801424" y="2872254"/>
                  </a:lnTo>
                  <a:lnTo>
                    <a:pt x="5873047" y="2877349"/>
                  </a:lnTo>
                  <a:lnTo>
                    <a:pt x="5944669" y="2882402"/>
                  </a:lnTo>
                  <a:lnTo>
                    <a:pt x="6016292" y="2887413"/>
                  </a:lnTo>
                  <a:lnTo>
                    <a:pt x="6087914" y="2892382"/>
                  </a:lnTo>
                  <a:lnTo>
                    <a:pt x="6159537" y="2897310"/>
                  </a:lnTo>
                  <a:lnTo>
                    <a:pt x="6231159" y="2902196"/>
                  </a:lnTo>
                  <a:lnTo>
                    <a:pt x="6302782" y="2907042"/>
                  </a:lnTo>
                  <a:lnTo>
                    <a:pt x="6374404" y="2911848"/>
                  </a:lnTo>
                  <a:lnTo>
                    <a:pt x="6446027" y="2916613"/>
                  </a:lnTo>
                  <a:lnTo>
                    <a:pt x="6517649" y="2921339"/>
                  </a:lnTo>
                  <a:lnTo>
                    <a:pt x="6589272" y="2926025"/>
                  </a:lnTo>
                  <a:lnTo>
                    <a:pt x="6660894" y="2930672"/>
                  </a:lnTo>
                  <a:lnTo>
                    <a:pt x="6732517" y="2935281"/>
                  </a:lnTo>
                  <a:lnTo>
                    <a:pt x="6804139" y="2939851"/>
                  </a:lnTo>
                  <a:lnTo>
                    <a:pt x="6875762" y="2944383"/>
                  </a:lnTo>
                  <a:lnTo>
                    <a:pt x="6947385" y="2948878"/>
                  </a:lnTo>
                  <a:lnTo>
                    <a:pt x="7019007" y="2953335"/>
                  </a:lnTo>
                  <a:lnTo>
                    <a:pt x="7090630" y="2957754"/>
                  </a:lnTo>
                  <a:lnTo>
                    <a:pt x="7090630" y="3398670"/>
                  </a:lnTo>
                  <a:lnTo>
                    <a:pt x="7019007" y="3395036"/>
                  </a:lnTo>
                  <a:lnTo>
                    <a:pt x="6947385" y="3391246"/>
                  </a:lnTo>
                  <a:lnTo>
                    <a:pt x="6875762" y="3387294"/>
                  </a:lnTo>
                  <a:lnTo>
                    <a:pt x="6804139" y="3383173"/>
                  </a:lnTo>
                  <a:lnTo>
                    <a:pt x="6732517" y="3378877"/>
                  </a:lnTo>
                  <a:lnTo>
                    <a:pt x="6660894" y="3374397"/>
                  </a:lnTo>
                  <a:lnTo>
                    <a:pt x="6589272" y="3369725"/>
                  </a:lnTo>
                  <a:lnTo>
                    <a:pt x="6517649" y="3364854"/>
                  </a:lnTo>
                  <a:lnTo>
                    <a:pt x="6446027" y="3359775"/>
                  </a:lnTo>
                  <a:lnTo>
                    <a:pt x="6374404" y="3354479"/>
                  </a:lnTo>
                  <a:lnTo>
                    <a:pt x="6302782" y="3348956"/>
                  </a:lnTo>
                  <a:lnTo>
                    <a:pt x="6231159" y="3343198"/>
                  </a:lnTo>
                  <a:lnTo>
                    <a:pt x="6159537" y="3337193"/>
                  </a:lnTo>
                  <a:lnTo>
                    <a:pt x="6087914" y="3330933"/>
                  </a:lnTo>
                  <a:lnTo>
                    <a:pt x="6016292" y="3324404"/>
                  </a:lnTo>
                  <a:lnTo>
                    <a:pt x="5944669" y="3317597"/>
                  </a:lnTo>
                  <a:lnTo>
                    <a:pt x="5873047" y="3310499"/>
                  </a:lnTo>
                  <a:lnTo>
                    <a:pt x="5801424" y="3303098"/>
                  </a:lnTo>
                  <a:lnTo>
                    <a:pt x="5729802" y="3295380"/>
                  </a:lnTo>
                  <a:lnTo>
                    <a:pt x="5658179" y="3287333"/>
                  </a:lnTo>
                  <a:lnTo>
                    <a:pt x="5586557" y="3278942"/>
                  </a:lnTo>
                  <a:lnTo>
                    <a:pt x="5514934" y="3270192"/>
                  </a:lnTo>
                  <a:lnTo>
                    <a:pt x="5443311" y="3261069"/>
                  </a:lnTo>
                  <a:lnTo>
                    <a:pt x="5371689" y="3251556"/>
                  </a:lnTo>
                  <a:lnTo>
                    <a:pt x="5300066" y="3241637"/>
                  </a:lnTo>
                  <a:lnTo>
                    <a:pt x="5228444" y="3231294"/>
                  </a:lnTo>
                  <a:lnTo>
                    <a:pt x="5156821" y="3220509"/>
                  </a:lnTo>
                  <a:lnTo>
                    <a:pt x="5085199" y="3209263"/>
                  </a:lnTo>
                  <a:lnTo>
                    <a:pt x="5013576" y="3197536"/>
                  </a:lnTo>
                  <a:lnTo>
                    <a:pt x="4941954" y="3185309"/>
                  </a:lnTo>
                  <a:lnTo>
                    <a:pt x="4870331" y="3172560"/>
                  </a:lnTo>
                  <a:lnTo>
                    <a:pt x="4798709" y="3159266"/>
                  </a:lnTo>
                  <a:lnTo>
                    <a:pt x="4727086" y="3145403"/>
                  </a:lnTo>
                  <a:lnTo>
                    <a:pt x="4655464" y="3130949"/>
                  </a:lnTo>
                  <a:lnTo>
                    <a:pt x="4583841" y="3115877"/>
                  </a:lnTo>
                  <a:lnTo>
                    <a:pt x="4512219" y="3100161"/>
                  </a:lnTo>
                  <a:lnTo>
                    <a:pt x="4440596" y="3083774"/>
                  </a:lnTo>
                  <a:lnTo>
                    <a:pt x="4368974" y="3066687"/>
                  </a:lnTo>
                  <a:lnTo>
                    <a:pt x="4297351" y="3048870"/>
                  </a:lnTo>
                  <a:lnTo>
                    <a:pt x="4225729" y="3030291"/>
                  </a:lnTo>
                  <a:lnTo>
                    <a:pt x="4154106" y="3010919"/>
                  </a:lnTo>
                  <a:lnTo>
                    <a:pt x="4082483" y="2990720"/>
                  </a:lnTo>
                  <a:lnTo>
                    <a:pt x="4010861" y="2969657"/>
                  </a:lnTo>
                  <a:lnTo>
                    <a:pt x="3939238" y="2947695"/>
                  </a:lnTo>
                  <a:lnTo>
                    <a:pt x="3867616" y="2924794"/>
                  </a:lnTo>
                  <a:lnTo>
                    <a:pt x="3795993" y="2900915"/>
                  </a:lnTo>
                  <a:lnTo>
                    <a:pt x="3724371" y="2876016"/>
                  </a:lnTo>
                  <a:lnTo>
                    <a:pt x="3652748" y="2850053"/>
                  </a:lnTo>
                  <a:lnTo>
                    <a:pt x="3581126" y="2822981"/>
                  </a:lnTo>
                  <a:lnTo>
                    <a:pt x="3509503" y="2794752"/>
                  </a:lnTo>
                  <a:lnTo>
                    <a:pt x="3437881" y="2765318"/>
                  </a:lnTo>
                  <a:lnTo>
                    <a:pt x="3366258" y="2734626"/>
                  </a:lnTo>
                  <a:lnTo>
                    <a:pt x="3294636" y="2702622"/>
                  </a:lnTo>
                  <a:lnTo>
                    <a:pt x="3223013" y="2669252"/>
                  </a:lnTo>
                  <a:lnTo>
                    <a:pt x="3151391" y="2650354"/>
                  </a:lnTo>
                  <a:lnTo>
                    <a:pt x="3079768" y="2643352"/>
                  </a:lnTo>
                  <a:lnTo>
                    <a:pt x="3008146" y="2636290"/>
                  </a:lnTo>
                  <a:lnTo>
                    <a:pt x="2936523" y="2629169"/>
                  </a:lnTo>
                  <a:lnTo>
                    <a:pt x="2864901" y="2621988"/>
                  </a:lnTo>
                  <a:lnTo>
                    <a:pt x="2793278" y="2614747"/>
                  </a:lnTo>
                  <a:lnTo>
                    <a:pt x="2721655" y="2607445"/>
                  </a:lnTo>
                  <a:lnTo>
                    <a:pt x="2650033" y="2600082"/>
                  </a:lnTo>
                  <a:lnTo>
                    <a:pt x="2578410" y="2592657"/>
                  </a:lnTo>
                  <a:lnTo>
                    <a:pt x="2506788" y="2585169"/>
                  </a:lnTo>
                  <a:lnTo>
                    <a:pt x="2435165" y="2577619"/>
                  </a:lnTo>
                  <a:lnTo>
                    <a:pt x="2363543" y="2570005"/>
                  </a:lnTo>
                  <a:lnTo>
                    <a:pt x="2291920" y="2562327"/>
                  </a:lnTo>
                  <a:lnTo>
                    <a:pt x="2220298" y="2554585"/>
                  </a:lnTo>
                  <a:lnTo>
                    <a:pt x="2148675" y="2546777"/>
                  </a:lnTo>
                  <a:lnTo>
                    <a:pt x="2077053" y="2538904"/>
                  </a:lnTo>
                  <a:lnTo>
                    <a:pt x="2005430" y="2530965"/>
                  </a:lnTo>
                  <a:lnTo>
                    <a:pt x="1933808" y="2522959"/>
                  </a:lnTo>
                  <a:lnTo>
                    <a:pt x="1862185" y="2514886"/>
                  </a:lnTo>
                  <a:lnTo>
                    <a:pt x="1790563" y="2506745"/>
                  </a:lnTo>
                  <a:lnTo>
                    <a:pt x="1718940" y="2498535"/>
                  </a:lnTo>
                  <a:lnTo>
                    <a:pt x="1647318" y="2490257"/>
                  </a:lnTo>
                  <a:lnTo>
                    <a:pt x="1575695" y="2481909"/>
                  </a:lnTo>
                  <a:lnTo>
                    <a:pt x="1504073" y="2473491"/>
                  </a:lnTo>
                  <a:lnTo>
                    <a:pt x="1432450" y="2465002"/>
                  </a:lnTo>
                  <a:lnTo>
                    <a:pt x="1360827" y="2456442"/>
                  </a:lnTo>
                  <a:lnTo>
                    <a:pt x="1289205" y="2447809"/>
                  </a:lnTo>
                  <a:lnTo>
                    <a:pt x="1217582" y="2439105"/>
                  </a:lnTo>
                  <a:lnTo>
                    <a:pt x="1145960" y="2430327"/>
                  </a:lnTo>
                  <a:lnTo>
                    <a:pt x="1074337" y="2421475"/>
                  </a:lnTo>
                  <a:lnTo>
                    <a:pt x="1002715" y="2412549"/>
                  </a:lnTo>
                  <a:lnTo>
                    <a:pt x="931092" y="2403548"/>
                  </a:lnTo>
                  <a:lnTo>
                    <a:pt x="859470" y="2394472"/>
                  </a:lnTo>
                  <a:lnTo>
                    <a:pt x="787847" y="2385319"/>
                  </a:lnTo>
                  <a:lnTo>
                    <a:pt x="716225" y="2376089"/>
                  </a:lnTo>
                  <a:lnTo>
                    <a:pt x="644602" y="2366782"/>
                  </a:lnTo>
                  <a:lnTo>
                    <a:pt x="572980" y="2357396"/>
                  </a:lnTo>
                  <a:lnTo>
                    <a:pt x="501357" y="2347932"/>
                  </a:lnTo>
                  <a:lnTo>
                    <a:pt x="429735" y="2338388"/>
                  </a:lnTo>
                  <a:lnTo>
                    <a:pt x="358112" y="2328764"/>
                  </a:lnTo>
                  <a:lnTo>
                    <a:pt x="286490" y="2319059"/>
                  </a:lnTo>
                  <a:lnTo>
                    <a:pt x="214867" y="2309273"/>
                  </a:lnTo>
                  <a:lnTo>
                    <a:pt x="143245" y="2299404"/>
                  </a:lnTo>
                  <a:lnTo>
                    <a:pt x="71622" y="2289452"/>
                  </a:lnTo>
                  <a:lnTo>
                    <a:pt x="0" y="227941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07196" y="2073503"/>
              <a:ext cx="6355483" cy="2957754"/>
            </a:xfrm>
            <a:custGeom>
              <a:avLst/>
              <a:pathLst>
                <a:path w="6355483" h="2957754">
                  <a:moveTo>
                    <a:pt x="0" y="0"/>
                  </a:moveTo>
                  <a:lnTo>
                    <a:pt x="52701" y="106173"/>
                  </a:lnTo>
                  <a:lnTo>
                    <a:pt x="124323" y="244555"/>
                  </a:lnTo>
                  <a:lnTo>
                    <a:pt x="195946" y="377267"/>
                  </a:lnTo>
                  <a:lnTo>
                    <a:pt x="267568" y="504542"/>
                  </a:lnTo>
                  <a:lnTo>
                    <a:pt x="339191" y="626602"/>
                  </a:lnTo>
                  <a:lnTo>
                    <a:pt x="410813" y="743661"/>
                  </a:lnTo>
                  <a:lnTo>
                    <a:pt x="482436" y="855924"/>
                  </a:lnTo>
                  <a:lnTo>
                    <a:pt x="554058" y="963588"/>
                  </a:lnTo>
                  <a:lnTo>
                    <a:pt x="625681" y="1066841"/>
                  </a:lnTo>
                  <a:lnTo>
                    <a:pt x="697303" y="1165863"/>
                  </a:lnTo>
                  <a:lnTo>
                    <a:pt x="768926" y="1260829"/>
                  </a:lnTo>
                  <a:lnTo>
                    <a:pt x="840548" y="1351903"/>
                  </a:lnTo>
                  <a:lnTo>
                    <a:pt x="912171" y="1439246"/>
                  </a:lnTo>
                  <a:lnTo>
                    <a:pt x="983793" y="1523011"/>
                  </a:lnTo>
                  <a:lnTo>
                    <a:pt x="1055416" y="1603344"/>
                  </a:lnTo>
                  <a:lnTo>
                    <a:pt x="1127039" y="1680385"/>
                  </a:lnTo>
                  <a:lnTo>
                    <a:pt x="1198661" y="1754270"/>
                  </a:lnTo>
                  <a:lnTo>
                    <a:pt x="1270284" y="1825128"/>
                  </a:lnTo>
                  <a:lnTo>
                    <a:pt x="1341906" y="1893083"/>
                  </a:lnTo>
                  <a:lnTo>
                    <a:pt x="1413529" y="1958254"/>
                  </a:lnTo>
                  <a:lnTo>
                    <a:pt x="1485151" y="2020754"/>
                  </a:lnTo>
                  <a:lnTo>
                    <a:pt x="1556774" y="2080694"/>
                  </a:lnTo>
                  <a:lnTo>
                    <a:pt x="1628396" y="2138178"/>
                  </a:lnTo>
                  <a:lnTo>
                    <a:pt x="1700019" y="2193307"/>
                  </a:lnTo>
                  <a:lnTo>
                    <a:pt x="1771641" y="2246177"/>
                  </a:lnTo>
                  <a:lnTo>
                    <a:pt x="1843264" y="2296881"/>
                  </a:lnTo>
                  <a:lnTo>
                    <a:pt x="1914886" y="2345508"/>
                  </a:lnTo>
                  <a:lnTo>
                    <a:pt x="1986509" y="2392143"/>
                  </a:lnTo>
                  <a:lnTo>
                    <a:pt x="2058131" y="2436866"/>
                  </a:lnTo>
                  <a:lnTo>
                    <a:pt x="2129754" y="2479758"/>
                  </a:lnTo>
                  <a:lnTo>
                    <a:pt x="2201376" y="2520892"/>
                  </a:lnTo>
                  <a:lnTo>
                    <a:pt x="2272999" y="2560341"/>
                  </a:lnTo>
                  <a:lnTo>
                    <a:pt x="2344621" y="2598173"/>
                  </a:lnTo>
                  <a:lnTo>
                    <a:pt x="2416244" y="2634456"/>
                  </a:lnTo>
                  <a:lnTo>
                    <a:pt x="2487867" y="2657299"/>
                  </a:lnTo>
                  <a:lnTo>
                    <a:pt x="2559489" y="2664185"/>
                  </a:lnTo>
                  <a:lnTo>
                    <a:pt x="2631112" y="2671015"/>
                  </a:lnTo>
                  <a:lnTo>
                    <a:pt x="2702734" y="2677787"/>
                  </a:lnTo>
                  <a:lnTo>
                    <a:pt x="2774357" y="2684503"/>
                  </a:lnTo>
                  <a:lnTo>
                    <a:pt x="2845979" y="2691162"/>
                  </a:lnTo>
                  <a:lnTo>
                    <a:pt x="2917602" y="2697767"/>
                  </a:lnTo>
                  <a:lnTo>
                    <a:pt x="2989224" y="2704316"/>
                  </a:lnTo>
                  <a:lnTo>
                    <a:pt x="3060847" y="2710811"/>
                  </a:lnTo>
                  <a:lnTo>
                    <a:pt x="3132469" y="2717251"/>
                  </a:lnTo>
                  <a:lnTo>
                    <a:pt x="3204092" y="2723638"/>
                  </a:lnTo>
                  <a:lnTo>
                    <a:pt x="3275714" y="2729972"/>
                  </a:lnTo>
                  <a:lnTo>
                    <a:pt x="3347337" y="2736253"/>
                  </a:lnTo>
                  <a:lnTo>
                    <a:pt x="3418959" y="2742482"/>
                  </a:lnTo>
                  <a:lnTo>
                    <a:pt x="3490582" y="2748658"/>
                  </a:lnTo>
                  <a:lnTo>
                    <a:pt x="3562204" y="2754784"/>
                  </a:lnTo>
                  <a:lnTo>
                    <a:pt x="3633827" y="2760858"/>
                  </a:lnTo>
                  <a:lnTo>
                    <a:pt x="3705449" y="2766882"/>
                  </a:lnTo>
                  <a:lnTo>
                    <a:pt x="3777072" y="2772855"/>
                  </a:lnTo>
                  <a:lnTo>
                    <a:pt x="3848694" y="2778779"/>
                  </a:lnTo>
                  <a:lnTo>
                    <a:pt x="3920317" y="2784653"/>
                  </a:lnTo>
                  <a:lnTo>
                    <a:pt x="3991940" y="2790478"/>
                  </a:lnTo>
                  <a:lnTo>
                    <a:pt x="4063562" y="2796255"/>
                  </a:lnTo>
                  <a:lnTo>
                    <a:pt x="4135185" y="2801984"/>
                  </a:lnTo>
                  <a:lnTo>
                    <a:pt x="4206807" y="2807665"/>
                  </a:lnTo>
                  <a:lnTo>
                    <a:pt x="4278430" y="2813298"/>
                  </a:lnTo>
                  <a:lnTo>
                    <a:pt x="4350052" y="2818885"/>
                  </a:lnTo>
                  <a:lnTo>
                    <a:pt x="4421675" y="2824425"/>
                  </a:lnTo>
                  <a:lnTo>
                    <a:pt x="4493297" y="2829919"/>
                  </a:lnTo>
                  <a:lnTo>
                    <a:pt x="4564920" y="2835367"/>
                  </a:lnTo>
                  <a:lnTo>
                    <a:pt x="4636542" y="2840770"/>
                  </a:lnTo>
                  <a:lnTo>
                    <a:pt x="4708165" y="2846127"/>
                  </a:lnTo>
                  <a:lnTo>
                    <a:pt x="4779787" y="2851440"/>
                  </a:lnTo>
                  <a:lnTo>
                    <a:pt x="4851410" y="2856709"/>
                  </a:lnTo>
                  <a:lnTo>
                    <a:pt x="4923032" y="2861934"/>
                  </a:lnTo>
                  <a:lnTo>
                    <a:pt x="4994655" y="2867116"/>
                  </a:lnTo>
                  <a:lnTo>
                    <a:pt x="5066277" y="2872254"/>
                  </a:lnTo>
                  <a:lnTo>
                    <a:pt x="5137900" y="2877349"/>
                  </a:lnTo>
                  <a:lnTo>
                    <a:pt x="5209522" y="2882402"/>
                  </a:lnTo>
                  <a:lnTo>
                    <a:pt x="5281145" y="2887413"/>
                  </a:lnTo>
                  <a:lnTo>
                    <a:pt x="5352768" y="2892382"/>
                  </a:lnTo>
                  <a:lnTo>
                    <a:pt x="5424390" y="2897310"/>
                  </a:lnTo>
                  <a:lnTo>
                    <a:pt x="5496013" y="2902196"/>
                  </a:lnTo>
                  <a:lnTo>
                    <a:pt x="5567635" y="2907042"/>
                  </a:lnTo>
                  <a:lnTo>
                    <a:pt x="5639258" y="2911848"/>
                  </a:lnTo>
                  <a:lnTo>
                    <a:pt x="5710880" y="2916613"/>
                  </a:lnTo>
                  <a:lnTo>
                    <a:pt x="5782503" y="2921339"/>
                  </a:lnTo>
                  <a:lnTo>
                    <a:pt x="5854125" y="2926025"/>
                  </a:lnTo>
                  <a:lnTo>
                    <a:pt x="5925748" y="2930672"/>
                  </a:lnTo>
                  <a:lnTo>
                    <a:pt x="5997370" y="2935281"/>
                  </a:lnTo>
                  <a:lnTo>
                    <a:pt x="6068993" y="2939851"/>
                  </a:lnTo>
                  <a:lnTo>
                    <a:pt x="6140615" y="2944383"/>
                  </a:lnTo>
                  <a:lnTo>
                    <a:pt x="6212238" y="2948878"/>
                  </a:lnTo>
                  <a:lnTo>
                    <a:pt x="6283860" y="2953335"/>
                  </a:lnTo>
                  <a:lnTo>
                    <a:pt x="6355483" y="29577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352920"/>
              <a:ext cx="7090630" cy="1119253"/>
            </a:xfrm>
            <a:custGeom>
              <a:avLst/>
              <a:pathLst>
                <a:path w="7090630" h="1119253">
                  <a:moveTo>
                    <a:pt x="7090630" y="1119253"/>
                  </a:moveTo>
                  <a:lnTo>
                    <a:pt x="7019007" y="1115618"/>
                  </a:lnTo>
                  <a:lnTo>
                    <a:pt x="6947385" y="1111828"/>
                  </a:lnTo>
                  <a:lnTo>
                    <a:pt x="6875762" y="1107877"/>
                  </a:lnTo>
                  <a:lnTo>
                    <a:pt x="6804139" y="1103756"/>
                  </a:lnTo>
                  <a:lnTo>
                    <a:pt x="6732517" y="1099460"/>
                  </a:lnTo>
                  <a:lnTo>
                    <a:pt x="6660894" y="1094979"/>
                  </a:lnTo>
                  <a:lnTo>
                    <a:pt x="6589272" y="1090308"/>
                  </a:lnTo>
                  <a:lnTo>
                    <a:pt x="6517649" y="1085437"/>
                  </a:lnTo>
                  <a:lnTo>
                    <a:pt x="6446027" y="1080358"/>
                  </a:lnTo>
                  <a:lnTo>
                    <a:pt x="6374404" y="1075061"/>
                  </a:lnTo>
                  <a:lnTo>
                    <a:pt x="6302782" y="1069539"/>
                  </a:lnTo>
                  <a:lnTo>
                    <a:pt x="6231159" y="1063781"/>
                  </a:lnTo>
                  <a:lnTo>
                    <a:pt x="6159537" y="1057776"/>
                  </a:lnTo>
                  <a:lnTo>
                    <a:pt x="6087914" y="1051515"/>
                  </a:lnTo>
                  <a:lnTo>
                    <a:pt x="6016292" y="1044987"/>
                  </a:lnTo>
                  <a:lnTo>
                    <a:pt x="5944669" y="1038180"/>
                  </a:lnTo>
                  <a:lnTo>
                    <a:pt x="5873047" y="1031082"/>
                  </a:lnTo>
                  <a:lnTo>
                    <a:pt x="5801424" y="1023680"/>
                  </a:lnTo>
                  <a:lnTo>
                    <a:pt x="5729802" y="1015963"/>
                  </a:lnTo>
                  <a:lnTo>
                    <a:pt x="5658179" y="1007916"/>
                  </a:lnTo>
                  <a:lnTo>
                    <a:pt x="5586557" y="999525"/>
                  </a:lnTo>
                  <a:lnTo>
                    <a:pt x="5514934" y="990775"/>
                  </a:lnTo>
                  <a:lnTo>
                    <a:pt x="5443311" y="981652"/>
                  </a:lnTo>
                  <a:lnTo>
                    <a:pt x="5371689" y="972139"/>
                  </a:lnTo>
                  <a:lnTo>
                    <a:pt x="5300066" y="962219"/>
                  </a:lnTo>
                  <a:lnTo>
                    <a:pt x="5228444" y="951876"/>
                  </a:lnTo>
                  <a:lnTo>
                    <a:pt x="5156821" y="941091"/>
                  </a:lnTo>
                  <a:lnTo>
                    <a:pt x="5085199" y="929845"/>
                  </a:lnTo>
                  <a:lnTo>
                    <a:pt x="5013576" y="918119"/>
                  </a:lnTo>
                  <a:lnTo>
                    <a:pt x="4941954" y="905892"/>
                  </a:lnTo>
                  <a:lnTo>
                    <a:pt x="4870331" y="893142"/>
                  </a:lnTo>
                  <a:lnTo>
                    <a:pt x="4798709" y="879848"/>
                  </a:lnTo>
                  <a:lnTo>
                    <a:pt x="4727086" y="865986"/>
                  </a:lnTo>
                  <a:lnTo>
                    <a:pt x="4655464" y="851532"/>
                  </a:lnTo>
                  <a:lnTo>
                    <a:pt x="4583841" y="836460"/>
                  </a:lnTo>
                  <a:lnTo>
                    <a:pt x="4512219" y="820744"/>
                  </a:lnTo>
                  <a:lnTo>
                    <a:pt x="4440596" y="804357"/>
                  </a:lnTo>
                  <a:lnTo>
                    <a:pt x="4368974" y="787270"/>
                  </a:lnTo>
                  <a:lnTo>
                    <a:pt x="4297351" y="769452"/>
                  </a:lnTo>
                  <a:lnTo>
                    <a:pt x="4225729" y="750874"/>
                  </a:lnTo>
                  <a:lnTo>
                    <a:pt x="4154106" y="731502"/>
                  </a:lnTo>
                  <a:lnTo>
                    <a:pt x="4082483" y="711302"/>
                  </a:lnTo>
                  <a:lnTo>
                    <a:pt x="4010861" y="690240"/>
                  </a:lnTo>
                  <a:lnTo>
                    <a:pt x="3939238" y="668277"/>
                  </a:lnTo>
                  <a:lnTo>
                    <a:pt x="3867616" y="645377"/>
                  </a:lnTo>
                  <a:lnTo>
                    <a:pt x="3795993" y="621498"/>
                  </a:lnTo>
                  <a:lnTo>
                    <a:pt x="3724371" y="596598"/>
                  </a:lnTo>
                  <a:lnTo>
                    <a:pt x="3652748" y="570636"/>
                  </a:lnTo>
                  <a:lnTo>
                    <a:pt x="3581126" y="543563"/>
                  </a:lnTo>
                  <a:lnTo>
                    <a:pt x="3509503" y="515335"/>
                  </a:lnTo>
                  <a:lnTo>
                    <a:pt x="3437881" y="485900"/>
                  </a:lnTo>
                  <a:lnTo>
                    <a:pt x="3366258" y="455208"/>
                  </a:lnTo>
                  <a:lnTo>
                    <a:pt x="3294636" y="423205"/>
                  </a:lnTo>
                  <a:lnTo>
                    <a:pt x="3223013" y="389835"/>
                  </a:lnTo>
                  <a:lnTo>
                    <a:pt x="3151391" y="370937"/>
                  </a:lnTo>
                  <a:lnTo>
                    <a:pt x="3079768" y="363934"/>
                  </a:lnTo>
                  <a:lnTo>
                    <a:pt x="3008146" y="356873"/>
                  </a:lnTo>
                  <a:lnTo>
                    <a:pt x="2936523" y="349752"/>
                  </a:lnTo>
                  <a:lnTo>
                    <a:pt x="2864901" y="342571"/>
                  </a:lnTo>
                  <a:lnTo>
                    <a:pt x="2793278" y="335330"/>
                  </a:lnTo>
                  <a:lnTo>
                    <a:pt x="2721655" y="328028"/>
                  </a:lnTo>
                  <a:lnTo>
                    <a:pt x="2650033" y="320665"/>
                  </a:lnTo>
                  <a:lnTo>
                    <a:pt x="2578410" y="313240"/>
                  </a:lnTo>
                  <a:lnTo>
                    <a:pt x="2506788" y="305752"/>
                  </a:lnTo>
                  <a:lnTo>
                    <a:pt x="2435165" y="298202"/>
                  </a:lnTo>
                  <a:lnTo>
                    <a:pt x="2363543" y="290588"/>
                  </a:lnTo>
                  <a:lnTo>
                    <a:pt x="2291920" y="282910"/>
                  </a:lnTo>
                  <a:lnTo>
                    <a:pt x="2220298" y="275167"/>
                  </a:lnTo>
                  <a:lnTo>
                    <a:pt x="2148675" y="267360"/>
                  </a:lnTo>
                  <a:lnTo>
                    <a:pt x="2077053" y="259487"/>
                  </a:lnTo>
                  <a:lnTo>
                    <a:pt x="2005430" y="251548"/>
                  </a:lnTo>
                  <a:lnTo>
                    <a:pt x="1933808" y="243542"/>
                  </a:lnTo>
                  <a:lnTo>
                    <a:pt x="1862185" y="235468"/>
                  </a:lnTo>
                  <a:lnTo>
                    <a:pt x="1790563" y="227327"/>
                  </a:lnTo>
                  <a:lnTo>
                    <a:pt x="1718940" y="219118"/>
                  </a:lnTo>
                  <a:lnTo>
                    <a:pt x="1647318" y="210839"/>
                  </a:lnTo>
                  <a:lnTo>
                    <a:pt x="1575695" y="202491"/>
                  </a:lnTo>
                  <a:lnTo>
                    <a:pt x="1504073" y="194073"/>
                  </a:lnTo>
                  <a:lnTo>
                    <a:pt x="1432450" y="185584"/>
                  </a:lnTo>
                  <a:lnTo>
                    <a:pt x="1360827" y="177024"/>
                  </a:lnTo>
                  <a:lnTo>
                    <a:pt x="1289205" y="168392"/>
                  </a:lnTo>
                  <a:lnTo>
                    <a:pt x="1217582" y="159687"/>
                  </a:lnTo>
                  <a:lnTo>
                    <a:pt x="1145960" y="150910"/>
                  </a:lnTo>
                  <a:lnTo>
                    <a:pt x="1074337" y="142058"/>
                  </a:lnTo>
                  <a:lnTo>
                    <a:pt x="1002715" y="133132"/>
                  </a:lnTo>
                  <a:lnTo>
                    <a:pt x="931092" y="124131"/>
                  </a:lnTo>
                  <a:lnTo>
                    <a:pt x="859470" y="115055"/>
                  </a:lnTo>
                  <a:lnTo>
                    <a:pt x="787847" y="105902"/>
                  </a:lnTo>
                  <a:lnTo>
                    <a:pt x="716225" y="96672"/>
                  </a:lnTo>
                  <a:lnTo>
                    <a:pt x="644602" y="87365"/>
                  </a:lnTo>
                  <a:lnTo>
                    <a:pt x="572980" y="77979"/>
                  </a:lnTo>
                  <a:lnTo>
                    <a:pt x="501357" y="68515"/>
                  </a:lnTo>
                  <a:lnTo>
                    <a:pt x="429735" y="58971"/>
                  </a:lnTo>
                  <a:lnTo>
                    <a:pt x="358112" y="49347"/>
                  </a:lnTo>
                  <a:lnTo>
                    <a:pt x="286490" y="39642"/>
                  </a:lnTo>
                  <a:lnTo>
                    <a:pt x="214867" y="29855"/>
                  </a:lnTo>
                  <a:lnTo>
                    <a:pt x="143245" y="19986"/>
                  </a:lnTo>
                  <a:lnTo>
                    <a:pt x="71622" y="100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018617"/>
              <a:ext cx="7090630" cy="2327091"/>
            </a:xfrm>
            <a:custGeom>
              <a:avLst/>
              <a:pathLst>
                <a:path w="7090630" h="2327091">
                  <a:moveTo>
                    <a:pt x="0" y="0"/>
                  </a:moveTo>
                  <a:lnTo>
                    <a:pt x="71622" y="62928"/>
                  </a:lnTo>
                  <a:lnTo>
                    <a:pt x="143245" y="124296"/>
                  </a:lnTo>
                  <a:lnTo>
                    <a:pt x="214867" y="184143"/>
                  </a:lnTo>
                  <a:lnTo>
                    <a:pt x="286490" y="242507"/>
                  </a:lnTo>
                  <a:lnTo>
                    <a:pt x="358112" y="299424"/>
                  </a:lnTo>
                  <a:lnTo>
                    <a:pt x="429735" y="354930"/>
                  </a:lnTo>
                  <a:lnTo>
                    <a:pt x="501357" y="409060"/>
                  </a:lnTo>
                  <a:lnTo>
                    <a:pt x="572980" y="461848"/>
                  </a:lnTo>
                  <a:lnTo>
                    <a:pt x="644602" y="513328"/>
                  </a:lnTo>
                  <a:lnTo>
                    <a:pt x="716225" y="563532"/>
                  </a:lnTo>
                  <a:lnTo>
                    <a:pt x="787847" y="612491"/>
                  </a:lnTo>
                  <a:lnTo>
                    <a:pt x="859470" y="660237"/>
                  </a:lnTo>
                  <a:lnTo>
                    <a:pt x="931092" y="706799"/>
                  </a:lnTo>
                  <a:lnTo>
                    <a:pt x="1002715" y="752207"/>
                  </a:lnTo>
                  <a:lnTo>
                    <a:pt x="1074337" y="796489"/>
                  </a:lnTo>
                  <a:lnTo>
                    <a:pt x="1145960" y="839674"/>
                  </a:lnTo>
                  <a:lnTo>
                    <a:pt x="1217582" y="881788"/>
                  </a:lnTo>
                  <a:lnTo>
                    <a:pt x="1289205" y="922858"/>
                  </a:lnTo>
                  <a:lnTo>
                    <a:pt x="1360827" y="962910"/>
                  </a:lnTo>
                  <a:lnTo>
                    <a:pt x="1432450" y="1001970"/>
                  </a:lnTo>
                  <a:lnTo>
                    <a:pt x="1504073" y="1040061"/>
                  </a:lnTo>
                  <a:lnTo>
                    <a:pt x="1575695" y="1077208"/>
                  </a:lnTo>
                  <a:lnTo>
                    <a:pt x="1647318" y="1113434"/>
                  </a:lnTo>
                  <a:lnTo>
                    <a:pt x="1718940" y="1148762"/>
                  </a:lnTo>
                  <a:lnTo>
                    <a:pt x="1790563" y="1183214"/>
                  </a:lnTo>
                  <a:lnTo>
                    <a:pt x="1862185" y="1216813"/>
                  </a:lnTo>
                  <a:lnTo>
                    <a:pt x="1933808" y="1249578"/>
                  </a:lnTo>
                  <a:lnTo>
                    <a:pt x="2005430" y="1281532"/>
                  </a:lnTo>
                  <a:lnTo>
                    <a:pt x="2077053" y="1312693"/>
                  </a:lnTo>
                  <a:lnTo>
                    <a:pt x="2148675" y="1343082"/>
                  </a:lnTo>
                  <a:lnTo>
                    <a:pt x="2220298" y="1372717"/>
                  </a:lnTo>
                  <a:lnTo>
                    <a:pt x="2291920" y="1401618"/>
                  </a:lnTo>
                  <a:lnTo>
                    <a:pt x="2363543" y="1429803"/>
                  </a:lnTo>
                  <a:lnTo>
                    <a:pt x="2435165" y="1457289"/>
                  </a:lnTo>
                  <a:lnTo>
                    <a:pt x="2506788" y="1484093"/>
                  </a:lnTo>
                  <a:lnTo>
                    <a:pt x="2578410" y="1510234"/>
                  </a:lnTo>
                  <a:lnTo>
                    <a:pt x="2650033" y="1535726"/>
                  </a:lnTo>
                  <a:lnTo>
                    <a:pt x="2721655" y="1560586"/>
                  </a:lnTo>
                  <a:lnTo>
                    <a:pt x="2793278" y="1584830"/>
                  </a:lnTo>
                  <a:lnTo>
                    <a:pt x="2864901" y="1608473"/>
                  </a:lnTo>
                  <a:lnTo>
                    <a:pt x="2936523" y="1631530"/>
                  </a:lnTo>
                  <a:lnTo>
                    <a:pt x="3008146" y="1654016"/>
                  </a:lnTo>
                  <a:lnTo>
                    <a:pt x="3079768" y="1675944"/>
                  </a:lnTo>
                  <a:lnTo>
                    <a:pt x="3151391" y="1697328"/>
                  </a:lnTo>
                  <a:lnTo>
                    <a:pt x="3223013" y="1718183"/>
                  </a:lnTo>
                  <a:lnTo>
                    <a:pt x="3294636" y="1738520"/>
                  </a:lnTo>
                  <a:lnTo>
                    <a:pt x="3366258" y="1758354"/>
                  </a:lnTo>
                  <a:lnTo>
                    <a:pt x="3437881" y="1777695"/>
                  </a:lnTo>
                  <a:lnTo>
                    <a:pt x="3509503" y="1796558"/>
                  </a:lnTo>
                  <a:lnTo>
                    <a:pt x="3581126" y="1814952"/>
                  </a:lnTo>
                  <a:lnTo>
                    <a:pt x="3652748" y="1832891"/>
                  </a:lnTo>
                  <a:lnTo>
                    <a:pt x="3724371" y="1850385"/>
                  </a:lnTo>
                  <a:lnTo>
                    <a:pt x="3795993" y="1867445"/>
                  </a:lnTo>
                  <a:lnTo>
                    <a:pt x="3867616" y="1884083"/>
                  </a:lnTo>
                  <a:lnTo>
                    <a:pt x="3939238" y="1900308"/>
                  </a:lnTo>
                  <a:lnTo>
                    <a:pt x="4010861" y="1916131"/>
                  </a:lnTo>
                  <a:lnTo>
                    <a:pt x="4082483" y="1931562"/>
                  </a:lnTo>
                  <a:lnTo>
                    <a:pt x="4154106" y="1946610"/>
                  </a:lnTo>
                  <a:lnTo>
                    <a:pt x="4225729" y="1961285"/>
                  </a:lnTo>
                  <a:lnTo>
                    <a:pt x="4297351" y="1975597"/>
                  </a:lnTo>
                  <a:lnTo>
                    <a:pt x="4368974" y="1989553"/>
                  </a:lnTo>
                  <a:lnTo>
                    <a:pt x="4440596" y="2003164"/>
                  </a:lnTo>
                  <a:lnTo>
                    <a:pt x="4512219" y="2016437"/>
                  </a:lnTo>
                  <a:lnTo>
                    <a:pt x="4583841" y="2029381"/>
                  </a:lnTo>
                  <a:lnTo>
                    <a:pt x="4655464" y="2042005"/>
                  </a:lnTo>
                  <a:lnTo>
                    <a:pt x="4727086" y="2054315"/>
                  </a:lnTo>
                  <a:lnTo>
                    <a:pt x="4798709" y="2066321"/>
                  </a:lnTo>
                  <a:lnTo>
                    <a:pt x="4870331" y="2078029"/>
                  </a:lnTo>
                  <a:lnTo>
                    <a:pt x="4941954" y="2089446"/>
                  </a:lnTo>
                  <a:lnTo>
                    <a:pt x="5013576" y="2100581"/>
                  </a:lnTo>
                  <a:lnTo>
                    <a:pt x="5085199" y="2111439"/>
                  </a:lnTo>
                  <a:lnTo>
                    <a:pt x="5156821" y="2122028"/>
                  </a:lnTo>
                  <a:lnTo>
                    <a:pt x="5228444" y="2132355"/>
                  </a:lnTo>
                  <a:lnTo>
                    <a:pt x="5300066" y="2142426"/>
                  </a:lnTo>
                  <a:lnTo>
                    <a:pt x="5371689" y="2152247"/>
                  </a:lnTo>
                  <a:lnTo>
                    <a:pt x="5443311" y="2161825"/>
                  </a:lnTo>
                  <a:lnTo>
                    <a:pt x="5514934" y="2171166"/>
                  </a:lnTo>
                  <a:lnTo>
                    <a:pt x="5586557" y="2180274"/>
                  </a:lnTo>
                  <a:lnTo>
                    <a:pt x="5658179" y="2189158"/>
                  </a:lnTo>
                  <a:lnTo>
                    <a:pt x="5729802" y="2197820"/>
                  </a:lnTo>
                  <a:lnTo>
                    <a:pt x="5801424" y="2206268"/>
                  </a:lnTo>
                  <a:lnTo>
                    <a:pt x="5873047" y="2214507"/>
                  </a:lnTo>
                  <a:lnTo>
                    <a:pt x="5944669" y="2222542"/>
                  </a:lnTo>
                  <a:lnTo>
                    <a:pt x="6016292" y="2230377"/>
                  </a:lnTo>
                  <a:lnTo>
                    <a:pt x="6087914" y="2238018"/>
                  </a:lnTo>
                  <a:lnTo>
                    <a:pt x="6159537" y="2245470"/>
                  </a:lnTo>
                  <a:lnTo>
                    <a:pt x="6231159" y="2252737"/>
                  </a:lnTo>
                  <a:lnTo>
                    <a:pt x="6302782" y="2259824"/>
                  </a:lnTo>
                  <a:lnTo>
                    <a:pt x="6374404" y="2266735"/>
                  </a:lnTo>
                  <a:lnTo>
                    <a:pt x="6446027" y="2273475"/>
                  </a:lnTo>
                  <a:lnTo>
                    <a:pt x="6517649" y="2280047"/>
                  </a:lnTo>
                  <a:lnTo>
                    <a:pt x="6589272" y="2286457"/>
                  </a:lnTo>
                  <a:lnTo>
                    <a:pt x="6660894" y="2292708"/>
                  </a:lnTo>
                  <a:lnTo>
                    <a:pt x="6732517" y="2298804"/>
                  </a:lnTo>
                  <a:lnTo>
                    <a:pt x="6804139" y="2304749"/>
                  </a:lnTo>
                  <a:lnTo>
                    <a:pt x="6875762" y="2310547"/>
                  </a:lnTo>
                  <a:lnTo>
                    <a:pt x="6947385" y="2316200"/>
                  </a:lnTo>
                  <a:lnTo>
                    <a:pt x="7019007" y="2321714"/>
                  </a:lnTo>
                  <a:lnTo>
                    <a:pt x="7090630" y="23270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38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89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739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40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27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606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908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713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46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7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1.37 (1.11-1.69), p_Bonf = 0.020 (n = 6)  |  per IQR decline (Δ = 24.3 %): 2.16 (1.29-3.60)  |  IQR: [-22.7, 1.6]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2026-10-08T10:08:01Z</dcterms:modified>
  <cp:category/>
</cp:coreProperties>
</file>