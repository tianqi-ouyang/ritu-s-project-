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6913" y="529348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6913" y="440222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6913" y="351096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6913" y="261970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559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157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553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5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6913" y="484785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6913" y="395659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6913" y="217407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85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456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054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6523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086813" y="4079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234412" y="2341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925109" y="3066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0220" y="2718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85260" y="3038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934584" y="282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352137" y="3021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274549" y="33704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78853" y="30157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864948" y="287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28661" y="2333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290781" y="2424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74284" y="3383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159460" y="2975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634030" y="43822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98390" y="3055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5982451" y="39016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650903" y="2794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39420" y="27218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158279" y="3416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6758853" y="4426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37733" y="2766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272268" y="3092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368038" y="2576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650038" y="3444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89007" y="305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40027" y="2148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552255" y="2931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132369" y="2432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791595" y="28534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127402" y="2581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84591" y="318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03043" y="2689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480651" y="392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134305" y="2842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760916" y="2815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69128" y="3032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353158" y="2662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96627" y="2338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456978" y="25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59208" y="3036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523007" y="3160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120884" y="4647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448125" y="317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689734" y="2542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48753" y="246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774943" y="3728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706266" y="2850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866338" y="3042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686377" y="266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526582" y="2975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193423" y="3039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457101" y="2242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718288" y="3090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21550" y="26363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979530" y="29193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938793" y="3453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804545" y="3159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812643" y="2500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548501" y="2839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864476" y="3002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418644" y="2345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710358" y="2637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673187" y="3225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680722" y="3216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101446" y="2984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5416" y="2690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351125" y="343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244964" y="2541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170647" y="2624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198327" y="31669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124487" y="342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701554" y="2421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604510" y="2342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472932" y="307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953605" y="2528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738750" y="30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648886" y="2795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617965" y="2394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722657" y="3289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764177" y="3515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47830" y="27001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21409" y="3782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784507" y="23237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107458" y="2709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507987" y="26452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440528" y="2862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142810" y="3151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038192" y="29721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733555" y="322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037040" y="3441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94549" y="27058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478085" y="2730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187331" y="2974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532589" y="331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848693" y="2388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498869" y="25401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604410" y="3111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662354" y="2553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906326" y="2349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819312" y="294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680605" y="324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695610" y="335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238944" y="24127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501987" y="3404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85095" y="2887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667462" y="3086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298955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361111" y="2461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7920771" y="4695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230928" y="3181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1903423" y="3105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125938" y="28853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285892" y="2720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042449" y="2463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385292" y="33521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58633" y="308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558888" y="3398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1989199" y="3126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459346" y="332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744633" y="2980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681585" y="2968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870784" y="360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918927" y="2898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63973" y="3611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66903" y="3304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536241" y="2815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632427" y="2456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867590" y="332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522870" y="4066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132699" y="294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083847" y="3189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867760" y="311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7047001" y="4179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442914" y="3181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237206" y="25607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135767" y="2347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927766" y="2933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798408" y="2581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1744537" y="3120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279239" y="2941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902851" y="2975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9249" y="341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509316" y="35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965982" y="313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911993" y="217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755597" y="3590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195605" y="3063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110963" y="2558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884706" y="2480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49915" y="3362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270063" y="247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693083" y="3278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46879" y="254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872195" y="3448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407552" y="3244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314560" y="2604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479166" y="2961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471195" y="2716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437815" y="2731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4073948" y="2360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535239" y="27060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853105" y="3724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0014" y="21740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720208" y="34153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4469822" y="2722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2603" y="3077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819558" y="517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850443" y="280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6764179" y="400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4373625" y="2850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4126035" y="2694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974408" y="4693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042242" y="285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220064" y="2524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525413" y="3101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287680" y="33467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2896051" y="2912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634582" y="3860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526307" y="2848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373560" y="3443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707972" y="3041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21311" y="3418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824164" y="3100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81217" y="314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958446" y="3788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21117" y="3173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225432" y="256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498456" y="325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442799" y="318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261958" y="38349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472828" y="2974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741332" y="3292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888457" y="3038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764609" y="2588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843696" y="2569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81970" y="320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527563" y="2471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36033" y="31270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32552" y="343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331310" y="3078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359180" y="3083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015530" y="274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512552" y="29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57148" y="261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683837" y="283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639267" y="29476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614087" y="3317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282736" y="3321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29993" y="3295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4206" y="2699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6153105" y="3488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6051802" y="34017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818655" y="32773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222018" y="2680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278391" y="4453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030767" y="3013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279434" y="3066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5121414" y="3286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238380" y="310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35942" y="3614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779013" y="2289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657419" y="4193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138605" y="2374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302179" y="2387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803035" y="296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340070" y="308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767401" y="3209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562764" y="3657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515771" y="30360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3147989" y="26626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9338" y="3912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713235" y="4032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65145" y="303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783852" y="27673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450061" y="2877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61856" y="2955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881992" y="2834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79269" y="4028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490625" y="3625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761783" y="2573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334625" y="43317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407059" y="3262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7406432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4219801" y="34585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4238563" y="3094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375209" y="2655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6043615" y="4008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275201" y="2755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807769" y="3174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4910449" y="3619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706277" y="3307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731813" y="2380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6443347" y="4059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510335" y="3144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776030" y="2084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98214" y="3537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514778" y="3402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487098" y="255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18242" y="39226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292505" y="2874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566147" y="3415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523664" y="304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480728" y="3380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811505" y="2853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35574" y="2905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109127" y="292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165525" y="2881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179052" y="28195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87211" y="4373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820848" y="3702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464872" y="3214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196409" y="2854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350459" y="2790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01255" y="2723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877035" y="2727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487242" y="26962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682927" y="233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664091" y="3557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8242371" y="4772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612574" y="3755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599389" y="2752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6441259" y="3724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242100" y="3123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360513" y="2989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5091158" y="3564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807219" y="2818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655187" y="273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697899" y="2376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728809" y="3902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6850073" y="380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770352" y="2951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681203" y="2603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113378" y="3855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703964" y="2649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6151197" y="378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952648" y="3117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889197" y="329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044159" y="2247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929632" y="2612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193874" y="2895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891158" y="2593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56984" y="2712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89453" y="303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55508" y="2824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6228926" y="3600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738635" y="2555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725437" y="257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495184" y="2660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696569" y="2305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6450682" y="3559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719352" y="306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316576" y="417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189892" y="2924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5115216" y="3751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97091" y="3776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429651" y="2523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785422" y="29989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676775" y="3029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003516" y="2249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901158" y="4184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586776" y="34712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1266926" y="2187591"/>
              <a:ext cx="7000270" cy="2372835"/>
            </a:xfrm>
            <a:custGeom>
              <a:avLst/>
              <a:pathLst>
                <a:path w="7000270" h="2372835">
                  <a:moveTo>
                    <a:pt x="0" y="0"/>
                  </a:moveTo>
                  <a:lnTo>
                    <a:pt x="88611" y="29545"/>
                  </a:lnTo>
                  <a:lnTo>
                    <a:pt x="177222" y="59072"/>
                  </a:lnTo>
                  <a:lnTo>
                    <a:pt x="265833" y="88580"/>
                  </a:lnTo>
                  <a:lnTo>
                    <a:pt x="354444" y="118067"/>
                  </a:lnTo>
                  <a:lnTo>
                    <a:pt x="443055" y="147530"/>
                  </a:lnTo>
                  <a:lnTo>
                    <a:pt x="531666" y="176968"/>
                  </a:lnTo>
                  <a:lnTo>
                    <a:pt x="620277" y="206378"/>
                  </a:lnTo>
                  <a:lnTo>
                    <a:pt x="708888" y="235757"/>
                  </a:lnTo>
                  <a:lnTo>
                    <a:pt x="797499" y="265102"/>
                  </a:lnTo>
                  <a:lnTo>
                    <a:pt x="886110" y="294409"/>
                  </a:lnTo>
                  <a:lnTo>
                    <a:pt x="974721" y="323675"/>
                  </a:lnTo>
                  <a:lnTo>
                    <a:pt x="1063332" y="352894"/>
                  </a:lnTo>
                  <a:lnTo>
                    <a:pt x="1151943" y="382063"/>
                  </a:lnTo>
                  <a:lnTo>
                    <a:pt x="1240554" y="411174"/>
                  </a:lnTo>
                  <a:lnTo>
                    <a:pt x="1329165" y="440221"/>
                  </a:lnTo>
                  <a:lnTo>
                    <a:pt x="1417776" y="469198"/>
                  </a:lnTo>
                  <a:lnTo>
                    <a:pt x="1506387" y="498095"/>
                  </a:lnTo>
                  <a:lnTo>
                    <a:pt x="1594998" y="526904"/>
                  </a:lnTo>
                  <a:lnTo>
                    <a:pt x="1683609" y="555614"/>
                  </a:lnTo>
                  <a:lnTo>
                    <a:pt x="1772220" y="584212"/>
                  </a:lnTo>
                  <a:lnTo>
                    <a:pt x="1860831" y="612688"/>
                  </a:lnTo>
                  <a:lnTo>
                    <a:pt x="1949442" y="641026"/>
                  </a:lnTo>
                  <a:lnTo>
                    <a:pt x="2038053" y="669213"/>
                  </a:lnTo>
                  <a:lnTo>
                    <a:pt x="2126664" y="697232"/>
                  </a:lnTo>
                  <a:lnTo>
                    <a:pt x="2215275" y="725069"/>
                  </a:lnTo>
                  <a:lnTo>
                    <a:pt x="2303886" y="752707"/>
                  </a:lnTo>
                  <a:lnTo>
                    <a:pt x="2392497" y="780133"/>
                  </a:lnTo>
                  <a:lnTo>
                    <a:pt x="2481108" y="807334"/>
                  </a:lnTo>
                  <a:lnTo>
                    <a:pt x="2569719" y="834299"/>
                  </a:lnTo>
                  <a:lnTo>
                    <a:pt x="2658330" y="861021"/>
                  </a:lnTo>
                  <a:lnTo>
                    <a:pt x="2746941" y="887498"/>
                  </a:lnTo>
                  <a:lnTo>
                    <a:pt x="2835552" y="913731"/>
                  </a:lnTo>
                  <a:lnTo>
                    <a:pt x="2924163" y="939723"/>
                  </a:lnTo>
                  <a:lnTo>
                    <a:pt x="3012774" y="965483"/>
                  </a:lnTo>
                  <a:lnTo>
                    <a:pt x="3101385" y="991022"/>
                  </a:lnTo>
                  <a:lnTo>
                    <a:pt x="3189996" y="1016355"/>
                  </a:lnTo>
                  <a:lnTo>
                    <a:pt x="3278607" y="1041495"/>
                  </a:lnTo>
                  <a:lnTo>
                    <a:pt x="3367218" y="1066458"/>
                  </a:lnTo>
                  <a:lnTo>
                    <a:pt x="3455829" y="1091260"/>
                  </a:lnTo>
                  <a:lnTo>
                    <a:pt x="3544440" y="1115916"/>
                  </a:lnTo>
                  <a:lnTo>
                    <a:pt x="3633051" y="1140441"/>
                  </a:lnTo>
                  <a:lnTo>
                    <a:pt x="3721662" y="1164847"/>
                  </a:lnTo>
                  <a:lnTo>
                    <a:pt x="3810273" y="1189147"/>
                  </a:lnTo>
                  <a:lnTo>
                    <a:pt x="3898884" y="1213352"/>
                  </a:lnTo>
                  <a:lnTo>
                    <a:pt x="3987495" y="1237473"/>
                  </a:lnTo>
                  <a:lnTo>
                    <a:pt x="4076107" y="1261517"/>
                  </a:lnTo>
                  <a:lnTo>
                    <a:pt x="4164718" y="1285493"/>
                  </a:lnTo>
                  <a:lnTo>
                    <a:pt x="4253329" y="1309409"/>
                  </a:lnTo>
                  <a:lnTo>
                    <a:pt x="4341940" y="1333269"/>
                  </a:lnTo>
                  <a:lnTo>
                    <a:pt x="4430551" y="1357080"/>
                  </a:lnTo>
                  <a:lnTo>
                    <a:pt x="4519162" y="1380847"/>
                  </a:lnTo>
                  <a:lnTo>
                    <a:pt x="4607773" y="1404575"/>
                  </a:lnTo>
                  <a:lnTo>
                    <a:pt x="4696384" y="1428265"/>
                  </a:lnTo>
                  <a:lnTo>
                    <a:pt x="4784995" y="1451924"/>
                  </a:lnTo>
                  <a:lnTo>
                    <a:pt x="4873606" y="1475552"/>
                  </a:lnTo>
                  <a:lnTo>
                    <a:pt x="4962217" y="1499154"/>
                  </a:lnTo>
                  <a:lnTo>
                    <a:pt x="5050828" y="1522730"/>
                  </a:lnTo>
                  <a:lnTo>
                    <a:pt x="5139439" y="1546285"/>
                  </a:lnTo>
                  <a:lnTo>
                    <a:pt x="5228050" y="1569818"/>
                  </a:lnTo>
                  <a:lnTo>
                    <a:pt x="5316661" y="1593333"/>
                  </a:lnTo>
                  <a:lnTo>
                    <a:pt x="5405272" y="1616831"/>
                  </a:lnTo>
                  <a:lnTo>
                    <a:pt x="5493883" y="1640312"/>
                  </a:lnTo>
                  <a:lnTo>
                    <a:pt x="5582494" y="1663779"/>
                  </a:lnTo>
                  <a:lnTo>
                    <a:pt x="5671105" y="1687232"/>
                  </a:lnTo>
                  <a:lnTo>
                    <a:pt x="5759716" y="1710673"/>
                  </a:lnTo>
                  <a:lnTo>
                    <a:pt x="5848327" y="1734101"/>
                  </a:lnTo>
                  <a:lnTo>
                    <a:pt x="5936938" y="1757520"/>
                  </a:lnTo>
                  <a:lnTo>
                    <a:pt x="6025549" y="1780928"/>
                  </a:lnTo>
                  <a:lnTo>
                    <a:pt x="6114160" y="1804326"/>
                  </a:lnTo>
                  <a:lnTo>
                    <a:pt x="6202771" y="1827716"/>
                  </a:lnTo>
                  <a:lnTo>
                    <a:pt x="6291382" y="1851098"/>
                  </a:lnTo>
                  <a:lnTo>
                    <a:pt x="6379993" y="1874472"/>
                  </a:lnTo>
                  <a:lnTo>
                    <a:pt x="6468604" y="1897839"/>
                  </a:lnTo>
                  <a:lnTo>
                    <a:pt x="6557215" y="1921199"/>
                  </a:lnTo>
                  <a:lnTo>
                    <a:pt x="6645826" y="1944553"/>
                  </a:lnTo>
                  <a:lnTo>
                    <a:pt x="6734437" y="1967901"/>
                  </a:lnTo>
                  <a:lnTo>
                    <a:pt x="6823048" y="1991244"/>
                  </a:lnTo>
                  <a:lnTo>
                    <a:pt x="6911659" y="2014581"/>
                  </a:lnTo>
                  <a:lnTo>
                    <a:pt x="7000270" y="2037913"/>
                  </a:lnTo>
                  <a:lnTo>
                    <a:pt x="7000270" y="2372835"/>
                  </a:lnTo>
                  <a:lnTo>
                    <a:pt x="6911659" y="2343117"/>
                  </a:lnTo>
                  <a:lnTo>
                    <a:pt x="6823048" y="2313405"/>
                  </a:lnTo>
                  <a:lnTo>
                    <a:pt x="6734437" y="2283698"/>
                  </a:lnTo>
                  <a:lnTo>
                    <a:pt x="6645826" y="2253997"/>
                  </a:lnTo>
                  <a:lnTo>
                    <a:pt x="6557215" y="2224301"/>
                  </a:lnTo>
                  <a:lnTo>
                    <a:pt x="6468604" y="2194612"/>
                  </a:lnTo>
                  <a:lnTo>
                    <a:pt x="6379993" y="2164930"/>
                  </a:lnTo>
                  <a:lnTo>
                    <a:pt x="6291382" y="2135255"/>
                  </a:lnTo>
                  <a:lnTo>
                    <a:pt x="6202771" y="2105587"/>
                  </a:lnTo>
                  <a:lnTo>
                    <a:pt x="6114160" y="2075927"/>
                  </a:lnTo>
                  <a:lnTo>
                    <a:pt x="6025549" y="2046277"/>
                  </a:lnTo>
                  <a:lnTo>
                    <a:pt x="5936938" y="2016635"/>
                  </a:lnTo>
                  <a:lnTo>
                    <a:pt x="5848327" y="1987004"/>
                  </a:lnTo>
                  <a:lnTo>
                    <a:pt x="5759716" y="1957383"/>
                  </a:lnTo>
                  <a:lnTo>
                    <a:pt x="5671105" y="1927774"/>
                  </a:lnTo>
                  <a:lnTo>
                    <a:pt x="5582494" y="1898178"/>
                  </a:lnTo>
                  <a:lnTo>
                    <a:pt x="5493883" y="1868596"/>
                  </a:lnTo>
                  <a:lnTo>
                    <a:pt x="5405272" y="1839028"/>
                  </a:lnTo>
                  <a:lnTo>
                    <a:pt x="5316661" y="1809476"/>
                  </a:lnTo>
                  <a:lnTo>
                    <a:pt x="5228050" y="1779941"/>
                  </a:lnTo>
                  <a:lnTo>
                    <a:pt x="5139439" y="1750425"/>
                  </a:lnTo>
                  <a:lnTo>
                    <a:pt x="5050828" y="1720930"/>
                  </a:lnTo>
                  <a:lnTo>
                    <a:pt x="4962217" y="1691458"/>
                  </a:lnTo>
                  <a:lnTo>
                    <a:pt x="4873606" y="1662010"/>
                  </a:lnTo>
                  <a:lnTo>
                    <a:pt x="4784995" y="1632589"/>
                  </a:lnTo>
                  <a:lnTo>
                    <a:pt x="4696384" y="1603198"/>
                  </a:lnTo>
                  <a:lnTo>
                    <a:pt x="4607773" y="1573839"/>
                  </a:lnTo>
                  <a:lnTo>
                    <a:pt x="4519162" y="1544517"/>
                  </a:lnTo>
                  <a:lnTo>
                    <a:pt x="4430551" y="1515234"/>
                  </a:lnTo>
                  <a:lnTo>
                    <a:pt x="4341940" y="1485996"/>
                  </a:lnTo>
                  <a:lnTo>
                    <a:pt x="4253329" y="1456807"/>
                  </a:lnTo>
                  <a:lnTo>
                    <a:pt x="4164718" y="1427673"/>
                  </a:lnTo>
                  <a:lnTo>
                    <a:pt x="4076107" y="1398600"/>
                  </a:lnTo>
                  <a:lnTo>
                    <a:pt x="3987495" y="1369595"/>
                  </a:lnTo>
                  <a:lnTo>
                    <a:pt x="3898884" y="1340666"/>
                  </a:lnTo>
                  <a:lnTo>
                    <a:pt x="3810273" y="1311822"/>
                  </a:lnTo>
                  <a:lnTo>
                    <a:pt x="3721662" y="1283073"/>
                  </a:lnTo>
                  <a:lnTo>
                    <a:pt x="3633051" y="1254429"/>
                  </a:lnTo>
                  <a:lnTo>
                    <a:pt x="3544440" y="1225904"/>
                  </a:lnTo>
                  <a:lnTo>
                    <a:pt x="3455829" y="1197511"/>
                  </a:lnTo>
                  <a:lnTo>
                    <a:pt x="3367218" y="1169264"/>
                  </a:lnTo>
                  <a:lnTo>
                    <a:pt x="3278607" y="1141178"/>
                  </a:lnTo>
                  <a:lnTo>
                    <a:pt x="3189996" y="1113269"/>
                  </a:lnTo>
                  <a:lnTo>
                    <a:pt x="3101385" y="1085552"/>
                  </a:lnTo>
                  <a:lnTo>
                    <a:pt x="3012774" y="1058042"/>
                  </a:lnTo>
                  <a:lnTo>
                    <a:pt x="2924163" y="1030752"/>
                  </a:lnTo>
                  <a:lnTo>
                    <a:pt x="2835552" y="1003695"/>
                  </a:lnTo>
                  <a:lnTo>
                    <a:pt x="2746941" y="976878"/>
                  </a:lnTo>
                  <a:lnTo>
                    <a:pt x="2658330" y="950305"/>
                  </a:lnTo>
                  <a:lnTo>
                    <a:pt x="2569719" y="923979"/>
                  </a:lnTo>
                  <a:lnTo>
                    <a:pt x="2481108" y="897894"/>
                  </a:lnTo>
                  <a:lnTo>
                    <a:pt x="2392497" y="872045"/>
                  </a:lnTo>
                  <a:lnTo>
                    <a:pt x="2303886" y="846422"/>
                  </a:lnTo>
                  <a:lnTo>
                    <a:pt x="2215275" y="821011"/>
                  </a:lnTo>
                  <a:lnTo>
                    <a:pt x="2126664" y="795798"/>
                  </a:lnTo>
                  <a:lnTo>
                    <a:pt x="2038053" y="770768"/>
                  </a:lnTo>
                  <a:lnTo>
                    <a:pt x="1949442" y="745905"/>
                  </a:lnTo>
                  <a:lnTo>
                    <a:pt x="1860831" y="721194"/>
                  </a:lnTo>
                  <a:lnTo>
                    <a:pt x="1772220" y="696620"/>
                  </a:lnTo>
                  <a:lnTo>
                    <a:pt x="1683609" y="672170"/>
                  </a:lnTo>
                  <a:lnTo>
                    <a:pt x="1594998" y="647830"/>
                  </a:lnTo>
                  <a:lnTo>
                    <a:pt x="1506387" y="623589"/>
                  </a:lnTo>
                  <a:lnTo>
                    <a:pt x="1417776" y="599437"/>
                  </a:lnTo>
                  <a:lnTo>
                    <a:pt x="1329165" y="575364"/>
                  </a:lnTo>
                  <a:lnTo>
                    <a:pt x="1240554" y="551362"/>
                  </a:lnTo>
                  <a:lnTo>
                    <a:pt x="1151943" y="527424"/>
                  </a:lnTo>
                  <a:lnTo>
                    <a:pt x="1063332" y="503543"/>
                  </a:lnTo>
                  <a:lnTo>
                    <a:pt x="974721" y="479713"/>
                  </a:lnTo>
                  <a:lnTo>
                    <a:pt x="886110" y="455930"/>
                  </a:lnTo>
                  <a:lnTo>
                    <a:pt x="797499" y="432188"/>
                  </a:lnTo>
                  <a:lnTo>
                    <a:pt x="708888" y="408483"/>
                  </a:lnTo>
                  <a:lnTo>
                    <a:pt x="620277" y="384813"/>
                  </a:lnTo>
                  <a:lnTo>
                    <a:pt x="531666" y="361173"/>
                  </a:lnTo>
                  <a:lnTo>
                    <a:pt x="443055" y="337561"/>
                  </a:lnTo>
                  <a:lnTo>
                    <a:pt x="354444" y="313975"/>
                  </a:lnTo>
                  <a:lnTo>
                    <a:pt x="265833" y="290412"/>
                  </a:lnTo>
                  <a:lnTo>
                    <a:pt x="177222" y="266871"/>
                  </a:lnTo>
                  <a:lnTo>
                    <a:pt x="88611" y="243349"/>
                  </a:lnTo>
                  <a:lnTo>
                    <a:pt x="0" y="219845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1266926" y="2187591"/>
              <a:ext cx="7000270" cy="2037913"/>
            </a:xfrm>
            <a:custGeom>
              <a:avLst/>
              <a:pathLst>
                <a:path w="7000270" h="2037913">
                  <a:moveTo>
                    <a:pt x="0" y="0"/>
                  </a:moveTo>
                  <a:lnTo>
                    <a:pt x="88611" y="29545"/>
                  </a:lnTo>
                  <a:lnTo>
                    <a:pt x="177222" y="59072"/>
                  </a:lnTo>
                  <a:lnTo>
                    <a:pt x="265833" y="88580"/>
                  </a:lnTo>
                  <a:lnTo>
                    <a:pt x="354444" y="118067"/>
                  </a:lnTo>
                  <a:lnTo>
                    <a:pt x="443055" y="147530"/>
                  </a:lnTo>
                  <a:lnTo>
                    <a:pt x="531666" y="176968"/>
                  </a:lnTo>
                  <a:lnTo>
                    <a:pt x="620277" y="206378"/>
                  </a:lnTo>
                  <a:lnTo>
                    <a:pt x="708888" y="235757"/>
                  </a:lnTo>
                  <a:lnTo>
                    <a:pt x="797499" y="265102"/>
                  </a:lnTo>
                  <a:lnTo>
                    <a:pt x="886110" y="294409"/>
                  </a:lnTo>
                  <a:lnTo>
                    <a:pt x="974721" y="323675"/>
                  </a:lnTo>
                  <a:lnTo>
                    <a:pt x="1063332" y="352894"/>
                  </a:lnTo>
                  <a:lnTo>
                    <a:pt x="1151943" y="382063"/>
                  </a:lnTo>
                  <a:lnTo>
                    <a:pt x="1240554" y="411174"/>
                  </a:lnTo>
                  <a:lnTo>
                    <a:pt x="1329165" y="440221"/>
                  </a:lnTo>
                  <a:lnTo>
                    <a:pt x="1417776" y="469198"/>
                  </a:lnTo>
                  <a:lnTo>
                    <a:pt x="1506387" y="498095"/>
                  </a:lnTo>
                  <a:lnTo>
                    <a:pt x="1594998" y="526904"/>
                  </a:lnTo>
                  <a:lnTo>
                    <a:pt x="1683609" y="555614"/>
                  </a:lnTo>
                  <a:lnTo>
                    <a:pt x="1772220" y="584212"/>
                  </a:lnTo>
                  <a:lnTo>
                    <a:pt x="1860831" y="612688"/>
                  </a:lnTo>
                  <a:lnTo>
                    <a:pt x="1949442" y="641026"/>
                  </a:lnTo>
                  <a:lnTo>
                    <a:pt x="2038053" y="669213"/>
                  </a:lnTo>
                  <a:lnTo>
                    <a:pt x="2126664" y="697232"/>
                  </a:lnTo>
                  <a:lnTo>
                    <a:pt x="2215275" y="725069"/>
                  </a:lnTo>
                  <a:lnTo>
                    <a:pt x="2303886" y="752707"/>
                  </a:lnTo>
                  <a:lnTo>
                    <a:pt x="2392497" y="780133"/>
                  </a:lnTo>
                  <a:lnTo>
                    <a:pt x="2481108" y="807334"/>
                  </a:lnTo>
                  <a:lnTo>
                    <a:pt x="2569719" y="834299"/>
                  </a:lnTo>
                  <a:lnTo>
                    <a:pt x="2658330" y="861021"/>
                  </a:lnTo>
                  <a:lnTo>
                    <a:pt x="2746941" y="887498"/>
                  </a:lnTo>
                  <a:lnTo>
                    <a:pt x="2835552" y="913731"/>
                  </a:lnTo>
                  <a:lnTo>
                    <a:pt x="2924163" y="939723"/>
                  </a:lnTo>
                  <a:lnTo>
                    <a:pt x="3012774" y="965483"/>
                  </a:lnTo>
                  <a:lnTo>
                    <a:pt x="3101385" y="991022"/>
                  </a:lnTo>
                  <a:lnTo>
                    <a:pt x="3189996" y="1016355"/>
                  </a:lnTo>
                  <a:lnTo>
                    <a:pt x="3278607" y="1041495"/>
                  </a:lnTo>
                  <a:lnTo>
                    <a:pt x="3367218" y="1066458"/>
                  </a:lnTo>
                  <a:lnTo>
                    <a:pt x="3455829" y="1091260"/>
                  </a:lnTo>
                  <a:lnTo>
                    <a:pt x="3544440" y="1115916"/>
                  </a:lnTo>
                  <a:lnTo>
                    <a:pt x="3633051" y="1140441"/>
                  </a:lnTo>
                  <a:lnTo>
                    <a:pt x="3721662" y="1164847"/>
                  </a:lnTo>
                  <a:lnTo>
                    <a:pt x="3810273" y="1189147"/>
                  </a:lnTo>
                  <a:lnTo>
                    <a:pt x="3898884" y="1213352"/>
                  </a:lnTo>
                  <a:lnTo>
                    <a:pt x="3987495" y="1237473"/>
                  </a:lnTo>
                  <a:lnTo>
                    <a:pt x="4076107" y="1261517"/>
                  </a:lnTo>
                  <a:lnTo>
                    <a:pt x="4164718" y="1285493"/>
                  </a:lnTo>
                  <a:lnTo>
                    <a:pt x="4253329" y="1309409"/>
                  </a:lnTo>
                  <a:lnTo>
                    <a:pt x="4341940" y="1333269"/>
                  </a:lnTo>
                  <a:lnTo>
                    <a:pt x="4430551" y="1357080"/>
                  </a:lnTo>
                  <a:lnTo>
                    <a:pt x="4519162" y="1380847"/>
                  </a:lnTo>
                  <a:lnTo>
                    <a:pt x="4607773" y="1404575"/>
                  </a:lnTo>
                  <a:lnTo>
                    <a:pt x="4696384" y="1428265"/>
                  </a:lnTo>
                  <a:lnTo>
                    <a:pt x="4784995" y="1451924"/>
                  </a:lnTo>
                  <a:lnTo>
                    <a:pt x="4873606" y="1475552"/>
                  </a:lnTo>
                  <a:lnTo>
                    <a:pt x="4962217" y="1499154"/>
                  </a:lnTo>
                  <a:lnTo>
                    <a:pt x="5050828" y="1522730"/>
                  </a:lnTo>
                  <a:lnTo>
                    <a:pt x="5139439" y="1546285"/>
                  </a:lnTo>
                  <a:lnTo>
                    <a:pt x="5228050" y="1569818"/>
                  </a:lnTo>
                  <a:lnTo>
                    <a:pt x="5316661" y="1593333"/>
                  </a:lnTo>
                  <a:lnTo>
                    <a:pt x="5405272" y="1616831"/>
                  </a:lnTo>
                  <a:lnTo>
                    <a:pt x="5493883" y="1640312"/>
                  </a:lnTo>
                  <a:lnTo>
                    <a:pt x="5582494" y="1663779"/>
                  </a:lnTo>
                  <a:lnTo>
                    <a:pt x="5671105" y="1687232"/>
                  </a:lnTo>
                  <a:lnTo>
                    <a:pt x="5759716" y="1710673"/>
                  </a:lnTo>
                  <a:lnTo>
                    <a:pt x="5848327" y="1734101"/>
                  </a:lnTo>
                  <a:lnTo>
                    <a:pt x="5936938" y="1757520"/>
                  </a:lnTo>
                  <a:lnTo>
                    <a:pt x="6025549" y="1780928"/>
                  </a:lnTo>
                  <a:lnTo>
                    <a:pt x="6114160" y="1804326"/>
                  </a:lnTo>
                  <a:lnTo>
                    <a:pt x="6202771" y="1827716"/>
                  </a:lnTo>
                  <a:lnTo>
                    <a:pt x="6291382" y="1851098"/>
                  </a:lnTo>
                  <a:lnTo>
                    <a:pt x="6379993" y="1874472"/>
                  </a:lnTo>
                  <a:lnTo>
                    <a:pt x="6468604" y="1897839"/>
                  </a:lnTo>
                  <a:lnTo>
                    <a:pt x="6557215" y="1921199"/>
                  </a:lnTo>
                  <a:lnTo>
                    <a:pt x="6645826" y="1944553"/>
                  </a:lnTo>
                  <a:lnTo>
                    <a:pt x="6734437" y="1967901"/>
                  </a:lnTo>
                  <a:lnTo>
                    <a:pt x="6823048" y="1991244"/>
                  </a:lnTo>
                  <a:lnTo>
                    <a:pt x="6911659" y="2014581"/>
                  </a:lnTo>
                  <a:lnTo>
                    <a:pt x="7000270" y="20379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266926" y="2407436"/>
              <a:ext cx="7000270" cy="2152989"/>
            </a:xfrm>
            <a:custGeom>
              <a:avLst/>
              <a:pathLst>
                <a:path w="7000270" h="2152989">
                  <a:moveTo>
                    <a:pt x="7000270" y="2152989"/>
                  </a:moveTo>
                  <a:lnTo>
                    <a:pt x="6911659" y="2123272"/>
                  </a:lnTo>
                  <a:lnTo>
                    <a:pt x="6823048" y="2093560"/>
                  </a:lnTo>
                  <a:lnTo>
                    <a:pt x="6734437" y="2063853"/>
                  </a:lnTo>
                  <a:lnTo>
                    <a:pt x="6645826" y="2034151"/>
                  </a:lnTo>
                  <a:lnTo>
                    <a:pt x="6557215" y="2004456"/>
                  </a:lnTo>
                  <a:lnTo>
                    <a:pt x="6468604" y="1974767"/>
                  </a:lnTo>
                  <a:lnTo>
                    <a:pt x="6379993" y="1945084"/>
                  </a:lnTo>
                  <a:lnTo>
                    <a:pt x="6291382" y="1915409"/>
                  </a:lnTo>
                  <a:lnTo>
                    <a:pt x="6202771" y="1885741"/>
                  </a:lnTo>
                  <a:lnTo>
                    <a:pt x="6114160" y="1856082"/>
                  </a:lnTo>
                  <a:lnTo>
                    <a:pt x="6025549" y="1826431"/>
                  </a:lnTo>
                  <a:lnTo>
                    <a:pt x="5936938" y="1796790"/>
                  </a:lnTo>
                  <a:lnTo>
                    <a:pt x="5848327" y="1767158"/>
                  </a:lnTo>
                  <a:lnTo>
                    <a:pt x="5759716" y="1737538"/>
                  </a:lnTo>
                  <a:lnTo>
                    <a:pt x="5671105" y="1707929"/>
                  </a:lnTo>
                  <a:lnTo>
                    <a:pt x="5582494" y="1678333"/>
                  </a:lnTo>
                  <a:lnTo>
                    <a:pt x="5493883" y="1648750"/>
                  </a:lnTo>
                  <a:lnTo>
                    <a:pt x="5405272" y="1619182"/>
                  </a:lnTo>
                  <a:lnTo>
                    <a:pt x="5316661" y="1589630"/>
                  </a:lnTo>
                  <a:lnTo>
                    <a:pt x="5228050" y="1560096"/>
                  </a:lnTo>
                  <a:lnTo>
                    <a:pt x="5139439" y="1530580"/>
                  </a:lnTo>
                  <a:lnTo>
                    <a:pt x="5050828" y="1501085"/>
                  </a:lnTo>
                  <a:lnTo>
                    <a:pt x="4962217" y="1471612"/>
                  </a:lnTo>
                  <a:lnTo>
                    <a:pt x="4873606" y="1442164"/>
                  </a:lnTo>
                  <a:lnTo>
                    <a:pt x="4784995" y="1412743"/>
                  </a:lnTo>
                  <a:lnTo>
                    <a:pt x="4696384" y="1383352"/>
                  </a:lnTo>
                  <a:lnTo>
                    <a:pt x="4607773" y="1353994"/>
                  </a:lnTo>
                  <a:lnTo>
                    <a:pt x="4519162" y="1324671"/>
                  </a:lnTo>
                  <a:lnTo>
                    <a:pt x="4430551" y="1295389"/>
                  </a:lnTo>
                  <a:lnTo>
                    <a:pt x="4341940" y="1266151"/>
                  </a:lnTo>
                  <a:lnTo>
                    <a:pt x="4253329" y="1236962"/>
                  </a:lnTo>
                  <a:lnTo>
                    <a:pt x="4164718" y="1207828"/>
                  </a:lnTo>
                  <a:lnTo>
                    <a:pt x="4076107" y="1178755"/>
                  </a:lnTo>
                  <a:lnTo>
                    <a:pt x="3987495" y="1149750"/>
                  </a:lnTo>
                  <a:lnTo>
                    <a:pt x="3898884" y="1120820"/>
                  </a:lnTo>
                  <a:lnTo>
                    <a:pt x="3810273" y="1091976"/>
                  </a:lnTo>
                  <a:lnTo>
                    <a:pt x="3721662" y="1063227"/>
                  </a:lnTo>
                  <a:lnTo>
                    <a:pt x="3633051" y="1034584"/>
                  </a:lnTo>
                  <a:lnTo>
                    <a:pt x="3544440" y="1006059"/>
                  </a:lnTo>
                  <a:lnTo>
                    <a:pt x="3455829" y="977666"/>
                  </a:lnTo>
                  <a:lnTo>
                    <a:pt x="3367218" y="949418"/>
                  </a:lnTo>
                  <a:lnTo>
                    <a:pt x="3278607" y="921332"/>
                  </a:lnTo>
                  <a:lnTo>
                    <a:pt x="3189996" y="893423"/>
                  </a:lnTo>
                  <a:lnTo>
                    <a:pt x="3101385" y="865706"/>
                  </a:lnTo>
                  <a:lnTo>
                    <a:pt x="3012774" y="838196"/>
                  </a:lnTo>
                  <a:lnTo>
                    <a:pt x="2924163" y="810907"/>
                  </a:lnTo>
                  <a:lnTo>
                    <a:pt x="2835552" y="783849"/>
                  </a:lnTo>
                  <a:lnTo>
                    <a:pt x="2746941" y="757032"/>
                  </a:lnTo>
                  <a:lnTo>
                    <a:pt x="2658330" y="730460"/>
                  </a:lnTo>
                  <a:lnTo>
                    <a:pt x="2569719" y="704133"/>
                  </a:lnTo>
                  <a:lnTo>
                    <a:pt x="2481108" y="678049"/>
                  </a:lnTo>
                  <a:lnTo>
                    <a:pt x="2392497" y="652200"/>
                  </a:lnTo>
                  <a:lnTo>
                    <a:pt x="2303886" y="626576"/>
                  </a:lnTo>
                  <a:lnTo>
                    <a:pt x="2215275" y="601165"/>
                  </a:lnTo>
                  <a:lnTo>
                    <a:pt x="2126664" y="575952"/>
                  </a:lnTo>
                  <a:lnTo>
                    <a:pt x="2038053" y="550922"/>
                  </a:lnTo>
                  <a:lnTo>
                    <a:pt x="1949442" y="526060"/>
                  </a:lnTo>
                  <a:lnTo>
                    <a:pt x="1860831" y="501349"/>
                  </a:lnTo>
                  <a:lnTo>
                    <a:pt x="1772220" y="476775"/>
                  </a:lnTo>
                  <a:lnTo>
                    <a:pt x="1683609" y="452324"/>
                  </a:lnTo>
                  <a:lnTo>
                    <a:pt x="1594998" y="427984"/>
                  </a:lnTo>
                  <a:lnTo>
                    <a:pt x="1506387" y="403743"/>
                  </a:lnTo>
                  <a:lnTo>
                    <a:pt x="1417776" y="379591"/>
                  </a:lnTo>
                  <a:lnTo>
                    <a:pt x="1329165" y="355519"/>
                  </a:lnTo>
                  <a:lnTo>
                    <a:pt x="1240554" y="331517"/>
                  </a:lnTo>
                  <a:lnTo>
                    <a:pt x="1151943" y="307579"/>
                  </a:lnTo>
                  <a:lnTo>
                    <a:pt x="1063332" y="283698"/>
                  </a:lnTo>
                  <a:lnTo>
                    <a:pt x="974721" y="259868"/>
                  </a:lnTo>
                  <a:lnTo>
                    <a:pt x="886110" y="236084"/>
                  </a:lnTo>
                  <a:lnTo>
                    <a:pt x="797499" y="212342"/>
                  </a:lnTo>
                  <a:lnTo>
                    <a:pt x="708888" y="188638"/>
                  </a:lnTo>
                  <a:lnTo>
                    <a:pt x="620277" y="164967"/>
                  </a:lnTo>
                  <a:lnTo>
                    <a:pt x="531666" y="141327"/>
                  </a:lnTo>
                  <a:lnTo>
                    <a:pt x="443055" y="117716"/>
                  </a:lnTo>
                  <a:lnTo>
                    <a:pt x="354444" y="94130"/>
                  </a:lnTo>
                  <a:lnTo>
                    <a:pt x="265833" y="70567"/>
                  </a:lnTo>
                  <a:lnTo>
                    <a:pt x="177222" y="47025"/>
                  </a:lnTo>
                  <a:lnTo>
                    <a:pt x="88611" y="235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266926" y="2297514"/>
              <a:ext cx="7000270" cy="2095451"/>
            </a:xfrm>
            <a:custGeom>
              <a:avLst/>
              <a:pathLst>
                <a:path w="7000270" h="2095451">
                  <a:moveTo>
                    <a:pt x="0" y="0"/>
                  </a:moveTo>
                  <a:lnTo>
                    <a:pt x="88611" y="26524"/>
                  </a:lnTo>
                  <a:lnTo>
                    <a:pt x="177222" y="53049"/>
                  </a:lnTo>
                  <a:lnTo>
                    <a:pt x="265833" y="79574"/>
                  </a:lnTo>
                  <a:lnTo>
                    <a:pt x="354444" y="106098"/>
                  </a:lnTo>
                  <a:lnTo>
                    <a:pt x="443055" y="132623"/>
                  </a:lnTo>
                  <a:lnTo>
                    <a:pt x="531666" y="159148"/>
                  </a:lnTo>
                  <a:lnTo>
                    <a:pt x="620277" y="185672"/>
                  </a:lnTo>
                  <a:lnTo>
                    <a:pt x="708888" y="212197"/>
                  </a:lnTo>
                  <a:lnTo>
                    <a:pt x="797499" y="238722"/>
                  </a:lnTo>
                  <a:lnTo>
                    <a:pt x="886110" y="265247"/>
                  </a:lnTo>
                  <a:lnTo>
                    <a:pt x="974721" y="291771"/>
                  </a:lnTo>
                  <a:lnTo>
                    <a:pt x="1063332" y="318296"/>
                  </a:lnTo>
                  <a:lnTo>
                    <a:pt x="1151943" y="344821"/>
                  </a:lnTo>
                  <a:lnTo>
                    <a:pt x="1240554" y="371345"/>
                  </a:lnTo>
                  <a:lnTo>
                    <a:pt x="1329165" y="397870"/>
                  </a:lnTo>
                  <a:lnTo>
                    <a:pt x="1417776" y="424395"/>
                  </a:lnTo>
                  <a:lnTo>
                    <a:pt x="1506387" y="450919"/>
                  </a:lnTo>
                  <a:lnTo>
                    <a:pt x="1594998" y="477444"/>
                  </a:lnTo>
                  <a:lnTo>
                    <a:pt x="1683609" y="503969"/>
                  </a:lnTo>
                  <a:lnTo>
                    <a:pt x="1772220" y="530494"/>
                  </a:lnTo>
                  <a:lnTo>
                    <a:pt x="1860831" y="557018"/>
                  </a:lnTo>
                  <a:lnTo>
                    <a:pt x="1949442" y="583543"/>
                  </a:lnTo>
                  <a:lnTo>
                    <a:pt x="2038053" y="610068"/>
                  </a:lnTo>
                  <a:lnTo>
                    <a:pt x="2126664" y="636592"/>
                  </a:lnTo>
                  <a:lnTo>
                    <a:pt x="2215275" y="663117"/>
                  </a:lnTo>
                  <a:lnTo>
                    <a:pt x="2303886" y="689642"/>
                  </a:lnTo>
                  <a:lnTo>
                    <a:pt x="2392497" y="716166"/>
                  </a:lnTo>
                  <a:lnTo>
                    <a:pt x="2481108" y="742691"/>
                  </a:lnTo>
                  <a:lnTo>
                    <a:pt x="2569719" y="769216"/>
                  </a:lnTo>
                  <a:lnTo>
                    <a:pt x="2658330" y="795741"/>
                  </a:lnTo>
                  <a:lnTo>
                    <a:pt x="2746941" y="822265"/>
                  </a:lnTo>
                  <a:lnTo>
                    <a:pt x="2835552" y="848790"/>
                  </a:lnTo>
                  <a:lnTo>
                    <a:pt x="2924163" y="875315"/>
                  </a:lnTo>
                  <a:lnTo>
                    <a:pt x="3012774" y="901839"/>
                  </a:lnTo>
                  <a:lnTo>
                    <a:pt x="3101385" y="928364"/>
                  </a:lnTo>
                  <a:lnTo>
                    <a:pt x="3189996" y="954889"/>
                  </a:lnTo>
                  <a:lnTo>
                    <a:pt x="3278607" y="981413"/>
                  </a:lnTo>
                  <a:lnTo>
                    <a:pt x="3367218" y="1007938"/>
                  </a:lnTo>
                  <a:lnTo>
                    <a:pt x="3455829" y="1034463"/>
                  </a:lnTo>
                  <a:lnTo>
                    <a:pt x="3544440" y="1060988"/>
                  </a:lnTo>
                  <a:lnTo>
                    <a:pt x="3633051" y="1087512"/>
                  </a:lnTo>
                  <a:lnTo>
                    <a:pt x="3721662" y="1114037"/>
                  </a:lnTo>
                  <a:lnTo>
                    <a:pt x="3810273" y="1140562"/>
                  </a:lnTo>
                  <a:lnTo>
                    <a:pt x="3898884" y="1167086"/>
                  </a:lnTo>
                  <a:lnTo>
                    <a:pt x="3987495" y="1193611"/>
                  </a:lnTo>
                  <a:lnTo>
                    <a:pt x="4076107" y="1220136"/>
                  </a:lnTo>
                  <a:lnTo>
                    <a:pt x="4164718" y="1246661"/>
                  </a:lnTo>
                  <a:lnTo>
                    <a:pt x="4253329" y="1273185"/>
                  </a:lnTo>
                  <a:lnTo>
                    <a:pt x="4341940" y="1299710"/>
                  </a:lnTo>
                  <a:lnTo>
                    <a:pt x="4430551" y="1326235"/>
                  </a:lnTo>
                  <a:lnTo>
                    <a:pt x="4519162" y="1352759"/>
                  </a:lnTo>
                  <a:lnTo>
                    <a:pt x="4607773" y="1379284"/>
                  </a:lnTo>
                  <a:lnTo>
                    <a:pt x="4696384" y="1405809"/>
                  </a:lnTo>
                  <a:lnTo>
                    <a:pt x="4784995" y="1432333"/>
                  </a:lnTo>
                  <a:lnTo>
                    <a:pt x="4873606" y="1458858"/>
                  </a:lnTo>
                  <a:lnTo>
                    <a:pt x="4962217" y="1485383"/>
                  </a:lnTo>
                  <a:lnTo>
                    <a:pt x="5050828" y="1511908"/>
                  </a:lnTo>
                  <a:lnTo>
                    <a:pt x="5139439" y="1538432"/>
                  </a:lnTo>
                  <a:lnTo>
                    <a:pt x="5228050" y="1564957"/>
                  </a:lnTo>
                  <a:lnTo>
                    <a:pt x="5316661" y="1591482"/>
                  </a:lnTo>
                  <a:lnTo>
                    <a:pt x="5405272" y="1618006"/>
                  </a:lnTo>
                  <a:lnTo>
                    <a:pt x="5493883" y="1644531"/>
                  </a:lnTo>
                  <a:lnTo>
                    <a:pt x="5582494" y="1671056"/>
                  </a:lnTo>
                  <a:lnTo>
                    <a:pt x="5671105" y="1697580"/>
                  </a:lnTo>
                  <a:lnTo>
                    <a:pt x="5759716" y="1724105"/>
                  </a:lnTo>
                  <a:lnTo>
                    <a:pt x="5848327" y="1750630"/>
                  </a:lnTo>
                  <a:lnTo>
                    <a:pt x="5936938" y="1777155"/>
                  </a:lnTo>
                  <a:lnTo>
                    <a:pt x="6025549" y="1803679"/>
                  </a:lnTo>
                  <a:lnTo>
                    <a:pt x="6114160" y="1830204"/>
                  </a:lnTo>
                  <a:lnTo>
                    <a:pt x="6202771" y="1856729"/>
                  </a:lnTo>
                  <a:lnTo>
                    <a:pt x="6291382" y="1883253"/>
                  </a:lnTo>
                  <a:lnTo>
                    <a:pt x="6379993" y="1909778"/>
                  </a:lnTo>
                  <a:lnTo>
                    <a:pt x="6468604" y="1936303"/>
                  </a:lnTo>
                  <a:lnTo>
                    <a:pt x="6557215" y="1962827"/>
                  </a:lnTo>
                  <a:lnTo>
                    <a:pt x="6645826" y="1989352"/>
                  </a:lnTo>
                  <a:lnTo>
                    <a:pt x="6734437" y="2015877"/>
                  </a:lnTo>
                  <a:lnTo>
                    <a:pt x="6823048" y="2042402"/>
                  </a:lnTo>
                  <a:lnTo>
                    <a:pt x="6911659" y="2068926"/>
                  </a:lnTo>
                  <a:lnTo>
                    <a:pt x="7000270" y="2095451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7" name="tx347"/>
            <p:cNvSpPr/>
            <p:nvPr/>
          </p:nvSpPr>
          <p:spPr>
            <a:xfrm>
              <a:off x="692708" y="480780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692708" y="391654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792103" y="30252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729924" y="21340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2323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415236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6012165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7871962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3781293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56" name="tx356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916913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2026-10-27T15:33:40Z</dcterms:modified>
  <cp:category/>
</cp:coreProperties>
</file>