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559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157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553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5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85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6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054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6523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086813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34412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925109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022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85260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934584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352137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274549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78853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864948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28661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290781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74284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159460" y="2975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63403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98390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5982451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65090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39420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158279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758853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733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272268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368038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650038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89007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40027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522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132369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791595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127402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84591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03043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480651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134305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60916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6912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353158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9662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456978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59208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523007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120884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448125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689734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48753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774943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706266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866338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686377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526582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93423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457101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71828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21550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979530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938793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04545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812643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548501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864476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418644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710358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673187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680722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101446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5416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351125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24496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170647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98327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124487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701554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604510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47293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53605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738750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648886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617965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722657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764177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47830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21409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784507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107458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507987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440528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142810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038192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733555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037040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94549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478085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187331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532589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848693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498869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604410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662354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906326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819312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680605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695610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238944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50198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85095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667462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29895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361111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920771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230928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1903423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125938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285892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042449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38529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58633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558888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1989199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459346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744633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681585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870784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918927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63973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66903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536241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632427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867590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522870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132699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083847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867760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7047001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442914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237206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135767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927766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798408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1744537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279239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902851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9249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509316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965982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91199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755597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195605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110963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84706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49915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270063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69308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46879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872195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40755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314560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479166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47119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437815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073948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35239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853105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0014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720208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4469822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2603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81955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850443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676417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4373625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126035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974408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042242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220064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52541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287680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896051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634582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526307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373560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707972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21311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824164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81217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958446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21117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225432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498456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442799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261958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472828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741332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888457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764609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843696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81970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527563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36033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3255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33131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59180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015530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512552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57148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683837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639267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614087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282736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29993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4206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6153105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6051802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81865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222018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278391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030767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279434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5121414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238380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35942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779013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65741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13860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302179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803035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340070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767401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562764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51577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147989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9338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713235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65145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783852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450061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61856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881992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79269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490625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761783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334625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407059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740643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21980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4238563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375209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6043615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275201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807769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4910449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706277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731813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6443347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510335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776030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98214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514778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487098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18242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292505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566147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523664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480728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811505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35574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109127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165525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179052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87211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820848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464872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196409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350459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01255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877035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487242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682927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664091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8242371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612574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599389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6441259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360513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5091158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807219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655187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697899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728809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6850073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770352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681203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113378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703964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615119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952648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889197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044159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929632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193874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891158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56984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89453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55508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6228926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738635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725437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495184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696569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6450682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719352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316576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189892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5115216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97091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429651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78542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676775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003516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901158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586776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1266926" y="2187591"/>
              <a:ext cx="7000270" cy="2372835"/>
            </a:xfrm>
            <a:custGeom>
              <a:avLst/>
              <a:pathLst>
                <a:path w="7000270" h="2372835">
                  <a:moveTo>
                    <a:pt x="0" y="0"/>
                  </a:moveTo>
                  <a:lnTo>
                    <a:pt x="88611" y="29545"/>
                  </a:lnTo>
                  <a:lnTo>
                    <a:pt x="177222" y="59072"/>
                  </a:lnTo>
                  <a:lnTo>
                    <a:pt x="265833" y="88580"/>
                  </a:lnTo>
                  <a:lnTo>
                    <a:pt x="354444" y="118067"/>
                  </a:lnTo>
                  <a:lnTo>
                    <a:pt x="443055" y="147530"/>
                  </a:lnTo>
                  <a:lnTo>
                    <a:pt x="531666" y="176968"/>
                  </a:lnTo>
                  <a:lnTo>
                    <a:pt x="620277" y="206378"/>
                  </a:lnTo>
                  <a:lnTo>
                    <a:pt x="708888" y="235757"/>
                  </a:lnTo>
                  <a:lnTo>
                    <a:pt x="797499" y="265102"/>
                  </a:lnTo>
                  <a:lnTo>
                    <a:pt x="886110" y="294409"/>
                  </a:lnTo>
                  <a:lnTo>
                    <a:pt x="974721" y="323675"/>
                  </a:lnTo>
                  <a:lnTo>
                    <a:pt x="1063332" y="352894"/>
                  </a:lnTo>
                  <a:lnTo>
                    <a:pt x="1151943" y="382063"/>
                  </a:lnTo>
                  <a:lnTo>
                    <a:pt x="1240554" y="411174"/>
                  </a:lnTo>
                  <a:lnTo>
                    <a:pt x="1329165" y="440221"/>
                  </a:lnTo>
                  <a:lnTo>
                    <a:pt x="1417776" y="469198"/>
                  </a:lnTo>
                  <a:lnTo>
                    <a:pt x="1506387" y="498095"/>
                  </a:lnTo>
                  <a:lnTo>
                    <a:pt x="1594998" y="526904"/>
                  </a:lnTo>
                  <a:lnTo>
                    <a:pt x="1683609" y="555614"/>
                  </a:lnTo>
                  <a:lnTo>
                    <a:pt x="1772220" y="584212"/>
                  </a:lnTo>
                  <a:lnTo>
                    <a:pt x="1860831" y="612688"/>
                  </a:lnTo>
                  <a:lnTo>
                    <a:pt x="1949442" y="641026"/>
                  </a:lnTo>
                  <a:lnTo>
                    <a:pt x="2038053" y="669213"/>
                  </a:lnTo>
                  <a:lnTo>
                    <a:pt x="2126664" y="697232"/>
                  </a:lnTo>
                  <a:lnTo>
                    <a:pt x="2215275" y="725069"/>
                  </a:lnTo>
                  <a:lnTo>
                    <a:pt x="2303886" y="752707"/>
                  </a:lnTo>
                  <a:lnTo>
                    <a:pt x="2392497" y="780133"/>
                  </a:lnTo>
                  <a:lnTo>
                    <a:pt x="2481108" y="807334"/>
                  </a:lnTo>
                  <a:lnTo>
                    <a:pt x="2569719" y="834299"/>
                  </a:lnTo>
                  <a:lnTo>
                    <a:pt x="2658330" y="861021"/>
                  </a:lnTo>
                  <a:lnTo>
                    <a:pt x="2746941" y="887498"/>
                  </a:lnTo>
                  <a:lnTo>
                    <a:pt x="2835552" y="913731"/>
                  </a:lnTo>
                  <a:lnTo>
                    <a:pt x="2924163" y="939723"/>
                  </a:lnTo>
                  <a:lnTo>
                    <a:pt x="3012774" y="965483"/>
                  </a:lnTo>
                  <a:lnTo>
                    <a:pt x="3101385" y="991022"/>
                  </a:lnTo>
                  <a:lnTo>
                    <a:pt x="3189996" y="1016355"/>
                  </a:lnTo>
                  <a:lnTo>
                    <a:pt x="3278607" y="1041495"/>
                  </a:lnTo>
                  <a:lnTo>
                    <a:pt x="3367218" y="1066458"/>
                  </a:lnTo>
                  <a:lnTo>
                    <a:pt x="3455829" y="1091260"/>
                  </a:lnTo>
                  <a:lnTo>
                    <a:pt x="3544440" y="1115916"/>
                  </a:lnTo>
                  <a:lnTo>
                    <a:pt x="3633051" y="1140441"/>
                  </a:lnTo>
                  <a:lnTo>
                    <a:pt x="3721662" y="1164847"/>
                  </a:lnTo>
                  <a:lnTo>
                    <a:pt x="3810273" y="1189147"/>
                  </a:lnTo>
                  <a:lnTo>
                    <a:pt x="3898884" y="1213352"/>
                  </a:lnTo>
                  <a:lnTo>
                    <a:pt x="3987495" y="1237473"/>
                  </a:lnTo>
                  <a:lnTo>
                    <a:pt x="4076107" y="1261517"/>
                  </a:lnTo>
                  <a:lnTo>
                    <a:pt x="4164718" y="1285493"/>
                  </a:lnTo>
                  <a:lnTo>
                    <a:pt x="4253329" y="1309409"/>
                  </a:lnTo>
                  <a:lnTo>
                    <a:pt x="4341940" y="1333269"/>
                  </a:lnTo>
                  <a:lnTo>
                    <a:pt x="4430551" y="1357080"/>
                  </a:lnTo>
                  <a:lnTo>
                    <a:pt x="4519162" y="1380847"/>
                  </a:lnTo>
                  <a:lnTo>
                    <a:pt x="4607773" y="1404575"/>
                  </a:lnTo>
                  <a:lnTo>
                    <a:pt x="4696384" y="1428265"/>
                  </a:lnTo>
                  <a:lnTo>
                    <a:pt x="4784995" y="1451924"/>
                  </a:lnTo>
                  <a:lnTo>
                    <a:pt x="4873606" y="1475552"/>
                  </a:lnTo>
                  <a:lnTo>
                    <a:pt x="4962217" y="1499154"/>
                  </a:lnTo>
                  <a:lnTo>
                    <a:pt x="5050828" y="1522730"/>
                  </a:lnTo>
                  <a:lnTo>
                    <a:pt x="5139439" y="1546285"/>
                  </a:lnTo>
                  <a:lnTo>
                    <a:pt x="5228050" y="1569818"/>
                  </a:lnTo>
                  <a:lnTo>
                    <a:pt x="5316661" y="1593333"/>
                  </a:lnTo>
                  <a:lnTo>
                    <a:pt x="5405272" y="1616831"/>
                  </a:lnTo>
                  <a:lnTo>
                    <a:pt x="5493883" y="1640312"/>
                  </a:lnTo>
                  <a:lnTo>
                    <a:pt x="5582494" y="1663779"/>
                  </a:lnTo>
                  <a:lnTo>
                    <a:pt x="5671105" y="1687232"/>
                  </a:lnTo>
                  <a:lnTo>
                    <a:pt x="5759716" y="1710673"/>
                  </a:lnTo>
                  <a:lnTo>
                    <a:pt x="5848327" y="1734101"/>
                  </a:lnTo>
                  <a:lnTo>
                    <a:pt x="5936938" y="1757520"/>
                  </a:lnTo>
                  <a:lnTo>
                    <a:pt x="6025549" y="1780928"/>
                  </a:lnTo>
                  <a:lnTo>
                    <a:pt x="6114160" y="1804326"/>
                  </a:lnTo>
                  <a:lnTo>
                    <a:pt x="6202771" y="1827716"/>
                  </a:lnTo>
                  <a:lnTo>
                    <a:pt x="6291382" y="1851098"/>
                  </a:lnTo>
                  <a:lnTo>
                    <a:pt x="6379993" y="1874472"/>
                  </a:lnTo>
                  <a:lnTo>
                    <a:pt x="6468604" y="1897839"/>
                  </a:lnTo>
                  <a:lnTo>
                    <a:pt x="6557215" y="1921199"/>
                  </a:lnTo>
                  <a:lnTo>
                    <a:pt x="6645826" y="1944553"/>
                  </a:lnTo>
                  <a:lnTo>
                    <a:pt x="6734437" y="1967901"/>
                  </a:lnTo>
                  <a:lnTo>
                    <a:pt x="6823048" y="1991244"/>
                  </a:lnTo>
                  <a:lnTo>
                    <a:pt x="6911659" y="2014581"/>
                  </a:lnTo>
                  <a:lnTo>
                    <a:pt x="7000270" y="2037913"/>
                  </a:lnTo>
                  <a:lnTo>
                    <a:pt x="7000270" y="2372835"/>
                  </a:lnTo>
                  <a:lnTo>
                    <a:pt x="6911659" y="2343117"/>
                  </a:lnTo>
                  <a:lnTo>
                    <a:pt x="6823048" y="2313405"/>
                  </a:lnTo>
                  <a:lnTo>
                    <a:pt x="6734437" y="2283698"/>
                  </a:lnTo>
                  <a:lnTo>
                    <a:pt x="6645826" y="2253997"/>
                  </a:lnTo>
                  <a:lnTo>
                    <a:pt x="6557215" y="2224301"/>
                  </a:lnTo>
                  <a:lnTo>
                    <a:pt x="6468604" y="2194612"/>
                  </a:lnTo>
                  <a:lnTo>
                    <a:pt x="6379993" y="2164930"/>
                  </a:lnTo>
                  <a:lnTo>
                    <a:pt x="6291382" y="2135255"/>
                  </a:lnTo>
                  <a:lnTo>
                    <a:pt x="6202771" y="2105587"/>
                  </a:lnTo>
                  <a:lnTo>
                    <a:pt x="6114160" y="2075927"/>
                  </a:lnTo>
                  <a:lnTo>
                    <a:pt x="6025549" y="2046277"/>
                  </a:lnTo>
                  <a:lnTo>
                    <a:pt x="5936938" y="2016635"/>
                  </a:lnTo>
                  <a:lnTo>
                    <a:pt x="5848327" y="1987004"/>
                  </a:lnTo>
                  <a:lnTo>
                    <a:pt x="5759716" y="1957383"/>
                  </a:lnTo>
                  <a:lnTo>
                    <a:pt x="5671105" y="1927774"/>
                  </a:lnTo>
                  <a:lnTo>
                    <a:pt x="5582494" y="1898178"/>
                  </a:lnTo>
                  <a:lnTo>
                    <a:pt x="5493883" y="1868596"/>
                  </a:lnTo>
                  <a:lnTo>
                    <a:pt x="5405272" y="1839028"/>
                  </a:lnTo>
                  <a:lnTo>
                    <a:pt x="5316661" y="1809476"/>
                  </a:lnTo>
                  <a:lnTo>
                    <a:pt x="5228050" y="1779941"/>
                  </a:lnTo>
                  <a:lnTo>
                    <a:pt x="5139439" y="1750425"/>
                  </a:lnTo>
                  <a:lnTo>
                    <a:pt x="5050828" y="1720930"/>
                  </a:lnTo>
                  <a:lnTo>
                    <a:pt x="4962217" y="1691458"/>
                  </a:lnTo>
                  <a:lnTo>
                    <a:pt x="4873606" y="1662010"/>
                  </a:lnTo>
                  <a:lnTo>
                    <a:pt x="4784995" y="1632589"/>
                  </a:lnTo>
                  <a:lnTo>
                    <a:pt x="4696384" y="1603198"/>
                  </a:lnTo>
                  <a:lnTo>
                    <a:pt x="4607773" y="1573839"/>
                  </a:lnTo>
                  <a:lnTo>
                    <a:pt x="4519162" y="1544517"/>
                  </a:lnTo>
                  <a:lnTo>
                    <a:pt x="4430551" y="1515234"/>
                  </a:lnTo>
                  <a:lnTo>
                    <a:pt x="4341940" y="1485996"/>
                  </a:lnTo>
                  <a:lnTo>
                    <a:pt x="4253329" y="1456807"/>
                  </a:lnTo>
                  <a:lnTo>
                    <a:pt x="4164718" y="1427673"/>
                  </a:lnTo>
                  <a:lnTo>
                    <a:pt x="4076107" y="1398600"/>
                  </a:lnTo>
                  <a:lnTo>
                    <a:pt x="3987495" y="1369595"/>
                  </a:lnTo>
                  <a:lnTo>
                    <a:pt x="3898884" y="1340666"/>
                  </a:lnTo>
                  <a:lnTo>
                    <a:pt x="3810273" y="1311822"/>
                  </a:lnTo>
                  <a:lnTo>
                    <a:pt x="3721662" y="1283073"/>
                  </a:lnTo>
                  <a:lnTo>
                    <a:pt x="3633051" y="1254429"/>
                  </a:lnTo>
                  <a:lnTo>
                    <a:pt x="3544440" y="1225904"/>
                  </a:lnTo>
                  <a:lnTo>
                    <a:pt x="3455829" y="1197511"/>
                  </a:lnTo>
                  <a:lnTo>
                    <a:pt x="3367218" y="1169264"/>
                  </a:lnTo>
                  <a:lnTo>
                    <a:pt x="3278607" y="1141178"/>
                  </a:lnTo>
                  <a:lnTo>
                    <a:pt x="3189996" y="1113269"/>
                  </a:lnTo>
                  <a:lnTo>
                    <a:pt x="3101385" y="1085552"/>
                  </a:lnTo>
                  <a:lnTo>
                    <a:pt x="3012774" y="1058042"/>
                  </a:lnTo>
                  <a:lnTo>
                    <a:pt x="2924163" y="1030752"/>
                  </a:lnTo>
                  <a:lnTo>
                    <a:pt x="2835552" y="1003695"/>
                  </a:lnTo>
                  <a:lnTo>
                    <a:pt x="2746941" y="976878"/>
                  </a:lnTo>
                  <a:lnTo>
                    <a:pt x="2658330" y="950305"/>
                  </a:lnTo>
                  <a:lnTo>
                    <a:pt x="2569719" y="923979"/>
                  </a:lnTo>
                  <a:lnTo>
                    <a:pt x="2481108" y="897894"/>
                  </a:lnTo>
                  <a:lnTo>
                    <a:pt x="2392497" y="872045"/>
                  </a:lnTo>
                  <a:lnTo>
                    <a:pt x="2303886" y="846422"/>
                  </a:lnTo>
                  <a:lnTo>
                    <a:pt x="2215275" y="821011"/>
                  </a:lnTo>
                  <a:lnTo>
                    <a:pt x="2126664" y="795798"/>
                  </a:lnTo>
                  <a:lnTo>
                    <a:pt x="2038053" y="770768"/>
                  </a:lnTo>
                  <a:lnTo>
                    <a:pt x="1949442" y="745905"/>
                  </a:lnTo>
                  <a:lnTo>
                    <a:pt x="1860831" y="721194"/>
                  </a:lnTo>
                  <a:lnTo>
                    <a:pt x="1772220" y="696620"/>
                  </a:lnTo>
                  <a:lnTo>
                    <a:pt x="1683609" y="672170"/>
                  </a:lnTo>
                  <a:lnTo>
                    <a:pt x="1594998" y="647830"/>
                  </a:lnTo>
                  <a:lnTo>
                    <a:pt x="1506387" y="623589"/>
                  </a:lnTo>
                  <a:lnTo>
                    <a:pt x="1417776" y="599437"/>
                  </a:lnTo>
                  <a:lnTo>
                    <a:pt x="1329165" y="575364"/>
                  </a:lnTo>
                  <a:lnTo>
                    <a:pt x="1240554" y="551362"/>
                  </a:lnTo>
                  <a:lnTo>
                    <a:pt x="1151943" y="527424"/>
                  </a:lnTo>
                  <a:lnTo>
                    <a:pt x="1063332" y="503543"/>
                  </a:lnTo>
                  <a:lnTo>
                    <a:pt x="974721" y="479713"/>
                  </a:lnTo>
                  <a:lnTo>
                    <a:pt x="886110" y="455930"/>
                  </a:lnTo>
                  <a:lnTo>
                    <a:pt x="797499" y="432188"/>
                  </a:lnTo>
                  <a:lnTo>
                    <a:pt x="708888" y="408483"/>
                  </a:lnTo>
                  <a:lnTo>
                    <a:pt x="620277" y="384813"/>
                  </a:lnTo>
                  <a:lnTo>
                    <a:pt x="531666" y="361173"/>
                  </a:lnTo>
                  <a:lnTo>
                    <a:pt x="443055" y="337561"/>
                  </a:lnTo>
                  <a:lnTo>
                    <a:pt x="354444" y="313975"/>
                  </a:lnTo>
                  <a:lnTo>
                    <a:pt x="265833" y="290412"/>
                  </a:lnTo>
                  <a:lnTo>
                    <a:pt x="177222" y="266871"/>
                  </a:lnTo>
                  <a:lnTo>
                    <a:pt x="88611" y="243349"/>
                  </a:lnTo>
                  <a:lnTo>
                    <a:pt x="0" y="219845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2187591"/>
              <a:ext cx="7000270" cy="2037913"/>
            </a:xfrm>
            <a:custGeom>
              <a:avLst/>
              <a:pathLst>
                <a:path w="7000270" h="2037913">
                  <a:moveTo>
                    <a:pt x="0" y="0"/>
                  </a:moveTo>
                  <a:lnTo>
                    <a:pt x="88611" y="29545"/>
                  </a:lnTo>
                  <a:lnTo>
                    <a:pt x="177222" y="59072"/>
                  </a:lnTo>
                  <a:lnTo>
                    <a:pt x="265833" y="88580"/>
                  </a:lnTo>
                  <a:lnTo>
                    <a:pt x="354444" y="118067"/>
                  </a:lnTo>
                  <a:lnTo>
                    <a:pt x="443055" y="147530"/>
                  </a:lnTo>
                  <a:lnTo>
                    <a:pt x="531666" y="176968"/>
                  </a:lnTo>
                  <a:lnTo>
                    <a:pt x="620277" y="206378"/>
                  </a:lnTo>
                  <a:lnTo>
                    <a:pt x="708888" y="235757"/>
                  </a:lnTo>
                  <a:lnTo>
                    <a:pt x="797499" y="265102"/>
                  </a:lnTo>
                  <a:lnTo>
                    <a:pt x="886110" y="294409"/>
                  </a:lnTo>
                  <a:lnTo>
                    <a:pt x="974721" y="323675"/>
                  </a:lnTo>
                  <a:lnTo>
                    <a:pt x="1063332" y="352894"/>
                  </a:lnTo>
                  <a:lnTo>
                    <a:pt x="1151943" y="382063"/>
                  </a:lnTo>
                  <a:lnTo>
                    <a:pt x="1240554" y="411174"/>
                  </a:lnTo>
                  <a:lnTo>
                    <a:pt x="1329165" y="440221"/>
                  </a:lnTo>
                  <a:lnTo>
                    <a:pt x="1417776" y="469198"/>
                  </a:lnTo>
                  <a:lnTo>
                    <a:pt x="1506387" y="498095"/>
                  </a:lnTo>
                  <a:lnTo>
                    <a:pt x="1594998" y="526904"/>
                  </a:lnTo>
                  <a:lnTo>
                    <a:pt x="1683609" y="555614"/>
                  </a:lnTo>
                  <a:lnTo>
                    <a:pt x="1772220" y="584212"/>
                  </a:lnTo>
                  <a:lnTo>
                    <a:pt x="1860831" y="612688"/>
                  </a:lnTo>
                  <a:lnTo>
                    <a:pt x="1949442" y="641026"/>
                  </a:lnTo>
                  <a:lnTo>
                    <a:pt x="2038053" y="669213"/>
                  </a:lnTo>
                  <a:lnTo>
                    <a:pt x="2126664" y="697232"/>
                  </a:lnTo>
                  <a:lnTo>
                    <a:pt x="2215275" y="725069"/>
                  </a:lnTo>
                  <a:lnTo>
                    <a:pt x="2303886" y="752707"/>
                  </a:lnTo>
                  <a:lnTo>
                    <a:pt x="2392497" y="780133"/>
                  </a:lnTo>
                  <a:lnTo>
                    <a:pt x="2481108" y="807334"/>
                  </a:lnTo>
                  <a:lnTo>
                    <a:pt x="2569719" y="834299"/>
                  </a:lnTo>
                  <a:lnTo>
                    <a:pt x="2658330" y="861021"/>
                  </a:lnTo>
                  <a:lnTo>
                    <a:pt x="2746941" y="887498"/>
                  </a:lnTo>
                  <a:lnTo>
                    <a:pt x="2835552" y="913731"/>
                  </a:lnTo>
                  <a:lnTo>
                    <a:pt x="2924163" y="939723"/>
                  </a:lnTo>
                  <a:lnTo>
                    <a:pt x="3012774" y="965483"/>
                  </a:lnTo>
                  <a:lnTo>
                    <a:pt x="3101385" y="991022"/>
                  </a:lnTo>
                  <a:lnTo>
                    <a:pt x="3189996" y="1016355"/>
                  </a:lnTo>
                  <a:lnTo>
                    <a:pt x="3278607" y="1041495"/>
                  </a:lnTo>
                  <a:lnTo>
                    <a:pt x="3367218" y="1066458"/>
                  </a:lnTo>
                  <a:lnTo>
                    <a:pt x="3455829" y="1091260"/>
                  </a:lnTo>
                  <a:lnTo>
                    <a:pt x="3544440" y="1115916"/>
                  </a:lnTo>
                  <a:lnTo>
                    <a:pt x="3633051" y="1140441"/>
                  </a:lnTo>
                  <a:lnTo>
                    <a:pt x="3721662" y="1164847"/>
                  </a:lnTo>
                  <a:lnTo>
                    <a:pt x="3810273" y="1189147"/>
                  </a:lnTo>
                  <a:lnTo>
                    <a:pt x="3898884" y="1213352"/>
                  </a:lnTo>
                  <a:lnTo>
                    <a:pt x="3987495" y="1237473"/>
                  </a:lnTo>
                  <a:lnTo>
                    <a:pt x="4076107" y="1261517"/>
                  </a:lnTo>
                  <a:lnTo>
                    <a:pt x="4164718" y="1285493"/>
                  </a:lnTo>
                  <a:lnTo>
                    <a:pt x="4253329" y="1309409"/>
                  </a:lnTo>
                  <a:lnTo>
                    <a:pt x="4341940" y="1333269"/>
                  </a:lnTo>
                  <a:lnTo>
                    <a:pt x="4430551" y="1357080"/>
                  </a:lnTo>
                  <a:lnTo>
                    <a:pt x="4519162" y="1380847"/>
                  </a:lnTo>
                  <a:lnTo>
                    <a:pt x="4607773" y="1404575"/>
                  </a:lnTo>
                  <a:lnTo>
                    <a:pt x="4696384" y="1428265"/>
                  </a:lnTo>
                  <a:lnTo>
                    <a:pt x="4784995" y="1451924"/>
                  </a:lnTo>
                  <a:lnTo>
                    <a:pt x="4873606" y="1475552"/>
                  </a:lnTo>
                  <a:lnTo>
                    <a:pt x="4962217" y="1499154"/>
                  </a:lnTo>
                  <a:lnTo>
                    <a:pt x="5050828" y="1522730"/>
                  </a:lnTo>
                  <a:lnTo>
                    <a:pt x="5139439" y="1546285"/>
                  </a:lnTo>
                  <a:lnTo>
                    <a:pt x="5228050" y="1569818"/>
                  </a:lnTo>
                  <a:lnTo>
                    <a:pt x="5316661" y="1593333"/>
                  </a:lnTo>
                  <a:lnTo>
                    <a:pt x="5405272" y="1616831"/>
                  </a:lnTo>
                  <a:lnTo>
                    <a:pt x="5493883" y="1640312"/>
                  </a:lnTo>
                  <a:lnTo>
                    <a:pt x="5582494" y="1663779"/>
                  </a:lnTo>
                  <a:lnTo>
                    <a:pt x="5671105" y="1687232"/>
                  </a:lnTo>
                  <a:lnTo>
                    <a:pt x="5759716" y="1710673"/>
                  </a:lnTo>
                  <a:lnTo>
                    <a:pt x="5848327" y="1734101"/>
                  </a:lnTo>
                  <a:lnTo>
                    <a:pt x="5936938" y="1757520"/>
                  </a:lnTo>
                  <a:lnTo>
                    <a:pt x="6025549" y="1780928"/>
                  </a:lnTo>
                  <a:lnTo>
                    <a:pt x="6114160" y="1804326"/>
                  </a:lnTo>
                  <a:lnTo>
                    <a:pt x="6202771" y="1827716"/>
                  </a:lnTo>
                  <a:lnTo>
                    <a:pt x="6291382" y="1851098"/>
                  </a:lnTo>
                  <a:lnTo>
                    <a:pt x="6379993" y="1874472"/>
                  </a:lnTo>
                  <a:lnTo>
                    <a:pt x="6468604" y="1897839"/>
                  </a:lnTo>
                  <a:lnTo>
                    <a:pt x="6557215" y="1921199"/>
                  </a:lnTo>
                  <a:lnTo>
                    <a:pt x="6645826" y="1944553"/>
                  </a:lnTo>
                  <a:lnTo>
                    <a:pt x="6734437" y="1967901"/>
                  </a:lnTo>
                  <a:lnTo>
                    <a:pt x="6823048" y="1991244"/>
                  </a:lnTo>
                  <a:lnTo>
                    <a:pt x="6911659" y="2014581"/>
                  </a:lnTo>
                  <a:lnTo>
                    <a:pt x="7000270" y="20379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407436"/>
              <a:ext cx="7000270" cy="2152989"/>
            </a:xfrm>
            <a:custGeom>
              <a:avLst/>
              <a:pathLst>
                <a:path w="7000270" h="2152989">
                  <a:moveTo>
                    <a:pt x="7000270" y="2152989"/>
                  </a:moveTo>
                  <a:lnTo>
                    <a:pt x="6911659" y="2123272"/>
                  </a:lnTo>
                  <a:lnTo>
                    <a:pt x="6823048" y="2093560"/>
                  </a:lnTo>
                  <a:lnTo>
                    <a:pt x="6734437" y="2063853"/>
                  </a:lnTo>
                  <a:lnTo>
                    <a:pt x="6645826" y="2034151"/>
                  </a:lnTo>
                  <a:lnTo>
                    <a:pt x="6557215" y="2004456"/>
                  </a:lnTo>
                  <a:lnTo>
                    <a:pt x="6468604" y="1974767"/>
                  </a:lnTo>
                  <a:lnTo>
                    <a:pt x="6379993" y="1945084"/>
                  </a:lnTo>
                  <a:lnTo>
                    <a:pt x="6291382" y="1915409"/>
                  </a:lnTo>
                  <a:lnTo>
                    <a:pt x="6202771" y="1885741"/>
                  </a:lnTo>
                  <a:lnTo>
                    <a:pt x="6114160" y="1856082"/>
                  </a:lnTo>
                  <a:lnTo>
                    <a:pt x="6025549" y="1826431"/>
                  </a:lnTo>
                  <a:lnTo>
                    <a:pt x="5936938" y="1796790"/>
                  </a:lnTo>
                  <a:lnTo>
                    <a:pt x="5848327" y="1767158"/>
                  </a:lnTo>
                  <a:lnTo>
                    <a:pt x="5759716" y="1737538"/>
                  </a:lnTo>
                  <a:lnTo>
                    <a:pt x="5671105" y="1707929"/>
                  </a:lnTo>
                  <a:lnTo>
                    <a:pt x="5582494" y="1678333"/>
                  </a:lnTo>
                  <a:lnTo>
                    <a:pt x="5493883" y="1648750"/>
                  </a:lnTo>
                  <a:lnTo>
                    <a:pt x="5405272" y="1619182"/>
                  </a:lnTo>
                  <a:lnTo>
                    <a:pt x="5316661" y="1589630"/>
                  </a:lnTo>
                  <a:lnTo>
                    <a:pt x="5228050" y="1560096"/>
                  </a:lnTo>
                  <a:lnTo>
                    <a:pt x="5139439" y="1530580"/>
                  </a:lnTo>
                  <a:lnTo>
                    <a:pt x="5050828" y="1501085"/>
                  </a:lnTo>
                  <a:lnTo>
                    <a:pt x="4962217" y="1471612"/>
                  </a:lnTo>
                  <a:lnTo>
                    <a:pt x="4873606" y="1442164"/>
                  </a:lnTo>
                  <a:lnTo>
                    <a:pt x="4784995" y="1412743"/>
                  </a:lnTo>
                  <a:lnTo>
                    <a:pt x="4696384" y="1383352"/>
                  </a:lnTo>
                  <a:lnTo>
                    <a:pt x="4607773" y="1353994"/>
                  </a:lnTo>
                  <a:lnTo>
                    <a:pt x="4519162" y="1324671"/>
                  </a:lnTo>
                  <a:lnTo>
                    <a:pt x="4430551" y="1295389"/>
                  </a:lnTo>
                  <a:lnTo>
                    <a:pt x="4341940" y="1266151"/>
                  </a:lnTo>
                  <a:lnTo>
                    <a:pt x="4253329" y="1236962"/>
                  </a:lnTo>
                  <a:lnTo>
                    <a:pt x="4164718" y="1207828"/>
                  </a:lnTo>
                  <a:lnTo>
                    <a:pt x="4076107" y="1178755"/>
                  </a:lnTo>
                  <a:lnTo>
                    <a:pt x="3987495" y="1149750"/>
                  </a:lnTo>
                  <a:lnTo>
                    <a:pt x="3898884" y="1120820"/>
                  </a:lnTo>
                  <a:lnTo>
                    <a:pt x="3810273" y="1091976"/>
                  </a:lnTo>
                  <a:lnTo>
                    <a:pt x="3721662" y="1063227"/>
                  </a:lnTo>
                  <a:lnTo>
                    <a:pt x="3633051" y="1034584"/>
                  </a:lnTo>
                  <a:lnTo>
                    <a:pt x="3544440" y="1006059"/>
                  </a:lnTo>
                  <a:lnTo>
                    <a:pt x="3455829" y="977666"/>
                  </a:lnTo>
                  <a:lnTo>
                    <a:pt x="3367218" y="949418"/>
                  </a:lnTo>
                  <a:lnTo>
                    <a:pt x="3278607" y="921332"/>
                  </a:lnTo>
                  <a:lnTo>
                    <a:pt x="3189996" y="893423"/>
                  </a:lnTo>
                  <a:lnTo>
                    <a:pt x="3101385" y="865706"/>
                  </a:lnTo>
                  <a:lnTo>
                    <a:pt x="3012774" y="838196"/>
                  </a:lnTo>
                  <a:lnTo>
                    <a:pt x="2924163" y="810907"/>
                  </a:lnTo>
                  <a:lnTo>
                    <a:pt x="2835552" y="783849"/>
                  </a:lnTo>
                  <a:lnTo>
                    <a:pt x="2746941" y="757032"/>
                  </a:lnTo>
                  <a:lnTo>
                    <a:pt x="2658330" y="730460"/>
                  </a:lnTo>
                  <a:lnTo>
                    <a:pt x="2569719" y="704133"/>
                  </a:lnTo>
                  <a:lnTo>
                    <a:pt x="2481108" y="678049"/>
                  </a:lnTo>
                  <a:lnTo>
                    <a:pt x="2392497" y="652200"/>
                  </a:lnTo>
                  <a:lnTo>
                    <a:pt x="2303886" y="626576"/>
                  </a:lnTo>
                  <a:lnTo>
                    <a:pt x="2215275" y="601165"/>
                  </a:lnTo>
                  <a:lnTo>
                    <a:pt x="2126664" y="575952"/>
                  </a:lnTo>
                  <a:lnTo>
                    <a:pt x="2038053" y="550922"/>
                  </a:lnTo>
                  <a:lnTo>
                    <a:pt x="1949442" y="526060"/>
                  </a:lnTo>
                  <a:lnTo>
                    <a:pt x="1860831" y="501349"/>
                  </a:lnTo>
                  <a:lnTo>
                    <a:pt x="1772220" y="476775"/>
                  </a:lnTo>
                  <a:lnTo>
                    <a:pt x="1683609" y="452324"/>
                  </a:lnTo>
                  <a:lnTo>
                    <a:pt x="1594998" y="427984"/>
                  </a:lnTo>
                  <a:lnTo>
                    <a:pt x="1506387" y="403743"/>
                  </a:lnTo>
                  <a:lnTo>
                    <a:pt x="1417776" y="379591"/>
                  </a:lnTo>
                  <a:lnTo>
                    <a:pt x="1329165" y="355519"/>
                  </a:lnTo>
                  <a:lnTo>
                    <a:pt x="1240554" y="331517"/>
                  </a:lnTo>
                  <a:lnTo>
                    <a:pt x="1151943" y="307579"/>
                  </a:lnTo>
                  <a:lnTo>
                    <a:pt x="1063332" y="283698"/>
                  </a:lnTo>
                  <a:lnTo>
                    <a:pt x="974721" y="259868"/>
                  </a:lnTo>
                  <a:lnTo>
                    <a:pt x="886110" y="236084"/>
                  </a:lnTo>
                  <a:lnTo>
                    <a:pt x="797499" y="212342"/>
                  </a:lnTo>
                  <a:lnTo>
                    <a:pt x="708888" y="188638"/>
                  </a:lnTo>
                  <a:lnTo>
                    <a:pt x="620277" y="164967"/>
                  </a:lnTo>
                  <a:lnTo>
                    <a:pt x="531666" y="141327"/>
                  </a:lnTo>
                  <a:lnTo>
                    <a:pt x="443055" y="117716"/>
                  </a:lnTo>
                  <a:lnTo>
                    <a:pt x="354444" y="94130"/>
                  </a:lnTo>
                  <a:lnTo>
                    <a:pt x="265833" y="70567"/>
                  </a:lnTo>
                  <a:lnTo>
                    <a:pt x="177222" y="47025"/>
                  </a:lnTo>
                  <a:lnTo>
                    <a:pt x="88611" y="235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266926" y="2297514"/>
              <a:ext cx="7000270" cy="2095451"/>
            </a:xfrm>
            <a:custGeom>
              <a:avLst/>
              <a:pathLst>
                <a:path w="7000270" h="2095451">
                  <a:moveTo>
                    <a:pt x="0" y="0"/>
                  </a:moveTo>
                  <a:lnTo>
                    <a:pt x="88611" y="26524"/>
                  </a:lnTo>
                  <a:lnTo>
                    <a:pt x="177222" y="53049"/>
                  </a:lnTo>
                  <a:lnTo>
                    <a:pt x="265833" y="79574"/>
                  </a:lnTo>
                  <a:lnTo>
                    <a:pt x="354444" y="106098"/>
                  </a:lnTo>
                  <a:lnTo>
                    <a:pt x="443055" y="132623"/>
                  </a:lnTo>
                  <a:lnTo>
                    <a:pt x="531666" y="159148"/>
                  </a:lnTo>
                  <a:lnTo>
                    <a:pt x="620277" y="185672"/>
                  </a:lnTo>
                  <a:lnTo>
                    <a:pt x="708888" y="212197"/>
                  </a:lnTo>
                  <a:lnTo>
                    <a:pt x="797499" y="238722"/>
                  </a:lnTo>
                  <a:lnTo>
                    <a:pt x="886110" y="265247"/>
                  </a:lnTo>
                  <a:lnTo>
                    <a:pt x="974721" y="291771"/>
                  </a:lnTo>
                  <a:lnTo>
                    <a:pt x="1063332" y="318296"/>
                  </a:lnTo>
                  <a:lnTo>
                    <a:pt x="1151943" y="344821"/>
                  </a:lnTo>
                  <a:lnTo>
                    <a:pt x="1240554" y="371345"/>
                  </a:lnTo>
                  <a:lnTo>
                    <a:pt x="1329165" y="397870"/>
                  </a:lnTo>
                  <a:lnTo>
                    <a:pt x="1417776" y="424395"/>
                  </a:lnTo>
                  <a:lnTo>
                    <a:pt x="1506387" y="450919"/>
                  </a:lnTo>
                  <a:lnTo>
                    <a:pt x="1594998" y="477444"/>
                  </a:lnTo>
                  <a:lnTo>
                    <a:pt x="1683609" y="503969"/>
                  </a:lnTo>
                  <a:lnTo>
                    <a:pt x="1772220" y="530494"/>
                  </a:lnTo>
                  <a:lnTo>
                    <a:pt x="1860831" y="557018"/>
                  </a:lnTo>
                  <a:lnTo>
                    <a:pt x="1949442" y="583543"/>
                  </a:lnTo>
                  <a:lnTo>
                    <a:pt x="2038053" y="610068"/>
                  </a:lnTo>
                  <a:lnTo>
                    <a:pt x="2126664" y="636592"/>
                  </a:lnTo>
                  <a:lnTo>
                    <a:pt x="2215275" y="663117"/>
                  </a:lnTo>
                  <a:lnTo>
                    <a:pt x="2303886" y="689642"/>
                  </a:lnTo>
                  <a:lnTo>
                    <a:pt x="2392497" y="716166"/>
                  </a:lnTo>
                  <a:lnTo>
                    <a:pt x="2481108" y="742691"/>
                  </a:lnTo>
                  <a:lnTo>
                    <a:pt x="2569719" y="769216"/>
                  </a:lnTo>
                  <a:lnTo>
                    <a:pt x="2658330" y="795741"/>
                  </a:lnTo>
                  <a:lnTo>
                    <a:pt x="2746941" y="822265"/>
                  </a:lnTo>
                  <a:lnTo>
                    <a:pt x="2835552" y="848790"/>
                  </a:lnTo>
                  <a:lnTo>
                    <a:pt x="2924163" y="875315"/>
                  </a:lnTo>
                  <a:lnTo>
                    <a:pt x="3012774" y="901839"/>
                  </a:lnTo>
                  <a:lnTo>
                    <a:pt x="3101385" y="928364"/>
                  </a:lnTo>
                  <a:lnTo>
                    <a:pt x="3189996" y="954889"/>
                  </a:lnTo>
                  <a:lnTo>
                    <a:pt x="3278607" y="981413"/>
                  </a:lnTo>
                  <a:lnTo>
                    <a:pt x="3367218" y="1007938"/>
                  </a:lnTo>
                  <a:lnTo>
                    <a:pt x="3455829" y="1034463"/>
                  </a:lnTo>
                  <a:lnTo>
                    <a:pt x="3544440" y="1060988"/>
                  </a:lnTo>
                  <a:lnTo>
                    <a:pt x="3633051" y="1087512"/>
                  </a:lnTo>
                  <a:lnTo>
                    <a:pt x="3721662" y="1114037"/>
                  </a:lnTo>
                  <a:lnTo>
                    <a:pt x="3810273" y="1140562"/>
                  </a:lnTo>
                  <a:lnTo>
                    <a:pt x="3898884" y="1167086"/>
                  </a:lnTo>
                  <a:lnTo>
                    <a:pt x="3987495" y="1193611"/>
                  </a:lnTo>
                  <a:lnTo>
                    <a:pt x="4076107" y="1220136"/>
                  </a:lnTo>
                  <a:lnTo>
                    <a:pt x="4164718" y="1246661"/>
                  </a:lnTo>
                  <a:lnTo>
                    <a:pt x="4253329" y="1273185"/>
                  </a:lnTo>
                  <a:lnTo>
                    <a:pt x="4341940" y="1299710"/>
                  </a:lnTo>
                  <a:lnTo>
                    <a:pt x="4430551" y="1326235"/>
                  </a:lnTo>
                  <a:lnTo>
                    <a:pt x="4519162" y="1352759"/>
                  </a:lnTo>
                  <a:lnTo>
                    <a:pt x="4607773" y="1379284"/>
                  </a:lnTo>
                  <a:lnTo>
                    <a:pt x="4696384" y="1405809"/>
                  </a:lnTo>
                  <a:lnTo>
                    <a:pt x="4784995" y="1432333"/>
                  </a:lnTo>
                  <a:lnTo>
                    <a:pt x="4873606" y="1458858"/>
                  </a:lnTo>
                  <a:lnTo>
                    <a:pt x="4962217" y="1485383"/>
                  </a:lnTo>
                  <a:lnTo>
                    <a:pt x="5050828" y="1511908"/>
                  </a:lnTo>
                  <a:lnTo>
                    <a:pt x="5139439" y="1538432"/>
                  </a:lnTo>
                  <a:lnTo>
                    <a:pt x="5228050" y="1564957"/>
                  </a:lnTo>
                  <a:lnTo>
                    <a:pt x="5316661" y="1591482"/>
                  </a:lnTo>
                  <a:lnTo>
                    <a:pt x="5405272" y="1618006"/>
                  </a:lnTo>
                  <a:lnTo>
                    <a:pt x="5493883" y="1644531"/>
                  </a:lnTo>
                  <a:lnTo>
                    <a:pt x="5582494" y="1671056"/>
                  </a:lnTo>
                  <a:lnTo>
                    <a:pt x="5671105" y="1697580"/>
                  </a:lnTo>
                  <a:lnTo>
                    <a:pt x="5759716" y="1724105"/>
                  </a:lnTo>
                  <a:lnTo>
                    <a:pt x="5848327" y="1750630"/>
                  </a:lnTo>
                  <a:lnTo>
                    <a:pt x="5936938" y="1777155"/>
                  </a:lnTo>
                  <a:lnTo>
                    <a:pt x="6025549" y="1803679"/>
                  </a:lnTo>
                  <a:lnTo>
                    <a:pt x="6114160" y="1830204"/>
                  </a:lnTo>
                  <a:lnTo>
                    <a:pt x="6202771" y="1856729"/>
                  </a:lnTo>
                  <a:lnTo>
                    <a:pt x="6291382" y="1883253"/>
                  </a:lnTo>
                  <a:lnTo>
                    <a:pt x="6379993" y="1909778"/>
                  </a:lnTo>
                  <a:lnTo>
                    <a:pt x="6468604" y="1936303"/>
                  </a:lnTo>
                  <a:lnTo>
                    <a:pt x="6557215" y="1962827"/>
                  </a:lnTo>
                  <a:lnTo>
                    <a:pt x="6645826" y="1989352"/>
                  </a:lnTo>
                  <a:lnTo>
                    <a:pt x="6734437" y="2015877"/>
                  </a:lnTo>
                  <a:lnTo>
                    <a:pt x="6823048" y="2042402"/>
                  </a:lnTo>
                  <a:lnTo>
                    <a:pt x="6911659" y="2068926"/>
                  </a:lnTo>
                  <a:lnTo>
                    <a:pt x="7000270" y="209545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7" name="tx347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2323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41523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601216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787196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3781293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56" name="tx356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916913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2026-10-27T11:59:36Z</dcterms:modified>
  <cp:category/>
</cp:coreProperties>
</file>