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4" Type="http://schemas.openxmlformats.org/officeDocument/2006/relationships/extended-properties" Target="docProps/app.xml"/>
<Relationship Id="rId1" Type="http://schemas.openxmlformats.org/officeDocument/2006/relationships/officeDocument" Target="ppt/presentation.xml"/>
<Relationship Id="rId2" Type="http://schemas.openxmlformats.org/package/2006/relationships/metadata/thumbnail" Target="docProps/thumbnail.jpeg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tags" Target="tags/tag1.xml"/>
<Relationship Id="rId4" Type="http://schemas.openxmlformats.org/officeDocument/2006/relationships/presProps" Target="presProps.xml"/>
<Relationship Id="rId5" Type="http://schemas.openxmlformats.org/officeDocument/2006/relationships/viewProps" Target="viewProps.xml"/>
<Relationship Id="rId6" Type="http://schemas.openxmlformats.org/officeDocument/2006/relationships/theme" Target="theme/theme1.xml"/>
<Relationship Id="rId7" Type="http://schemas.openxmlformats.org/officeDocument/2006/relationships/tableStyles" Target="tableStyles.xml"/>
<Relationship Id="rId1" Type="http://schemas.openxmlformats.org/officeDocument/2006/relationships/slideMaster" Target="slideMasters/slideMaster1.xml"/>
<Relationship Id="rId2" Type="http://schemas.openxmlformats.org/officeDocument/2006/relationships/printerSettings" Target="printerSettings/printerSettings1.bin"/>
<Relationship Id="rId8" Type="http://schemas.openxmlformats.org/officeDocument/2006/relationships/slide" Target="slides/slide1.xml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Content Placeholder 2"/>
          <p:cNvGrpSpPr/>
          <p:nvPr/>
        </p:nvGrpSpPr>
        <p:grpSpPr>
          <a:xfrm>
            <a:off x="457200" y="1600200"/>
            <a:ext cx="8229600" cy="4525963"/>
            <a:chOff x="457200" y="1600200"/>
            <a:chExt cx="8229600" cy="4525963"/>
          </a:xfrm>
        </p:grpSpPr>
        <p:sp>
          <p:nvSpPr>
            <p:cNvPr id="3" name="rc3"/>
            <p:cNvSpPr/>
            <p:nvPr/>
          </p:nvSpPr>
          <p:spPr>
            <a:xfrm>
              <a:off x="457200" y="1600200"/>
              <a:ext cx="8229600" cy="452596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pl4"/>
            <p:cNvSpPr/>
            <p:nvPr/>
          </p:nvSpPr>
          <p:spPr>
            <a:xfrm>
              <a:off x="916913" y="5293485"/>
              <a:ext cx="7700297" cy="0"/>
            </a:xfrm>
            <a:custGeom>
              <a:avLst/>
              <a:pathLst>
                <a:path w="7700297" h="0">
                  <a:moveTo>
                    <a:pt x="0" y="0"/>
                  </a:moveTo>
                  <a:lnTo>
                    <a:pt x="7700297" y="0"/>
                  </a:lnTo>
                  <a:lnTo>
                    <a:pt x="7700297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pl5"/>
            <p:cNvSpPr/>
            <p:nvPr/>
          </p:nvSpPr>
          <p:spPr>
            <a:xfrm>
              <a:off x="916913" y="4402225"/>
              <a:ext cx="7700297" cy="0"/>
            </a:xfrm>
            <a:custGeom>
              <a:avLst/>
              <a:pathLst>
                <a:path w="7700297" h="0">
                  <a:moveTo>
                    <a:pt x="0" y="0"/>
                  </a:moveTo>
                  <a:lnTo>
                    <a:pt x="7700297" y="0"/>
                  </a:lnTo>
                  <a:lnTo>
                    <a:pt x="7700297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916913" y="3510964"/>
              <a:ext cx="7700297" cy="0"/>
            </a:xfrm>
            <a:custGeom>
              <a:avLst/>
              <a:pathLst>
                <a:path w="7700297" h="0">
                  <a:moveTo>
                    <a:pt x="0" y="0"/>
                  </a:moveTo>
                  <a:lnTo>
                    <a:pt x="7700297" y="0"/>
                  </a:lnTo>
                  <a:lnTo>
                    <a:pt x="7700297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916913" y="2619704"/>
              <a:ext cx="7700297" cy="0"/>
            </a:xfrm>
            <a:custGeom>
              <a:avLst/>
              <a:pathLst>
                <a:path w="7700297" h="0">
                  <a:moveTo>
                    <a:pt x="0" y="0"/>
                  </a:moveTo>
                  <a:lnTo>
                    <a:pt x="7700297" y="0"/>
                  </a:lnTo>
                  <a:lnTo>
                    <a:pt x="7700297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1455940" y="1896563"/>
              <a:ext cx="0" cy="3826579"/>
            </a:xfrm>
            <a:custGeom>
              <a:avLst/>
              <a:pathLst>
                <a:path w="0" h="3826579">
                  <a:moveTo>
                    <a:pt x="0" y="382657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3315737" y="1896563"/>
              <a:ext cx="0" cy="3826579"/>
            </a:xfrm>
            <a:custGeom>
              <a:avLst/>
              <a:pathLst>
                <a:path w="0" h="3826579">
                  <a:moveTo>
                    <a:pt x="0" y="382657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5175535" y="1896563"/>
              <a:ext cx="0" cy="3826579"/>
            </a:xfrm>
            <a:custGeom>
              <a:avLst/>
              <a:pathLst>
                <a:path w="0" h="3826579">
                  <a:moveTo>
                    <a:pt x="0" y="382657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7035332" y="1896563"/>
              <a:ext cx="0" cy="3826579"/>
            </a:xfrm>
            <a:custGeom>
              <a:avLst/>
              <a:pathLst>
                <a:path w="0" h="3826579">
                  <a:moveTo>
                    <a:pt x="0" y="382657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916913" y="4847855"/>
              <a:ext cx="7700297" cy="0"/>
            </a:xfrm>
            <a:custGeom>
              <a:avLst/>
              <a:pathLst>
                <a:path w="7700297" h="0">
                  <a:moveTo>
                    <a:pt x="0" y="0"/>
                  </a:moveTo>
                  <a:lnTo>
                    <a:pt x="7700297" y="0"/>
                  </a:lnTo>
                  <a:lnTo>
                    <a:pt x="7700297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916913" y="3956595"/>
              <a:ext cx="7700297" cy="0"/>
            </a:xfrm>
            <a:custGeom>
              <a:avLst/>
              <a:pathLst>
                <a:path w="7700297" h="0">
                  <a:moveTo>
                    <a:pt x="0" y="0"/>
                  </a:moveTo>
                  <a:lnTo>
                    <a:pt x="7700297" y="0"/>
                  </a:lnTo>
                  <a:lnTo>
                    <a:pt x="7700297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916913" y="3065334"/>
              <a:ext cx="7700297" cy="0"/>
            </a:xfrm>
            <a:custGeom>
              <a:avLst/>
              <a:pathLst>
                <a:path w="7700297" h="0">
                  <a:moveTo>
                    <a:pt x="0" y="0"/>
                  </a:moveTo>
                  <a:lnTo>
                    <a:pt x="7700297" y="0"/>
                  </a:lnTo>
                  <a:lnTo>
                    <a:pt x="7700297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916913" y="2174074"/>
              <a:ext cx="7700297" cy="0"/>
            </a:xfrm>
            <a:custGeom>
              <a:avLst/>
              <a:pathLst>
                <a:path w="7700297" h="0">
                  <a:moveTo>
                    <a:pt x="0" y="0"/>
                  </a:moveTo>
                  <a:lnTo>
                    <a:pt x="7700297" y="0"/>
                  </a:lnTo>
                  <a:lnTo>
                    <a:pt x="7700297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2385838" y="1896563"/>
              <a:ext cx="0" cy="3826579"/>
            </a:xfrm>
            <a:custGeom>
              <a:avLst/>
              <a:pathLst>
                <a:path w="0" h="3826579">
                  <a:moveTo>
                    <a:pt x="0" y="382657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4245636" y="1896563"/>
              <a:ext cx="0" cy="3826579"/>
            </a:xfrm>
            <a:custGeom>
              <a:avLst/>
              <a:pathLst>
                <a:path w="0" h="3826579">
                  <a:moveTo>
                    <a:pt x="0" y="382657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6105434" y="1896563"/>
              <a:ext cx="0" cy="3826579"/>
            </a:xfrm>
            <a:custGeom>
              <a:avLst/>
              <a:pathLst>
                <a:path w="0" h="3826579">
                  <a:moveTo>
                    <a:pt x="0" y="382657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7965231" y="1896563"/>
              <a:ext cx="0" cy="3826579"/>
            </a:xfrm>
            <a:custGeom>
              <a:avLst/>
              <a:pathLst>
                <a:path w="0" h="3826579">
                  <a:moveTo>
                    <a:pt x="0" y="382657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t20"/>
            <p:cNvSpPr/>
            <p:nvPr/>
          </p:nvSpPr>
          <p:spPr>
            <a:xfrm>
              <a:off x="5086813" y="4079017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t21"/>
            <p:cNvSpPr/>
            <p:nvPr/>
          </p:nvSpPr>
          <p:spPr>
            <a:xfrm>
              <a:off x="3234412" y="2341400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t22"/>
            <p:cNvSpPr/>
            <p:nvPr/>
          </p:nvSpPr>
          <p:spPr>
            <a:xfrm>
              <a:off x="2925109" y="3066129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t23"/>
            <p:cNvSpPr/>
            <p:nvPr/>
          </p:nvSpPr>
          <p:spPr>
            <a:xfrm>
              <a:off x="3240220" y="2718701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t24"/>
            <p:cNvSpPr/>
            <p:nvPr/>
          </p:nvSpPr>
          <p:spPr>
            <a:xfrm>
              <a:off x="4585260" y="3038625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pt25"/>
            <p:cNvSpPr/>
            <p:nvPr/>
          </p:nvSpPr>
          <p:spPr>
            <a:xfrm>
              <a:off x="1934584" y="2822732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t26"/>
            <p:cNvSpPr/>
            <p:nvPr/>
          </p:nvSpPr>
          <p:spPr>
            <a:xfrm>
              <a:off x="3352137" y="3021632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" name="pt27"/>
            <p:cNvSpPr/>
            <p:nvPr/>
          </p:nvSpPr>
          <p:spPr>
            <a:xfrm>
              <a:off x="3274549" y="3370454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pt28"/>
            <p:cNvSpPr/>
            <p:nvPr/>
          </p:nvSpPr>
          <p:spPr>
            <a:xfrm>
              <a:off x="4078853" y="3015760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" name="pt29"/>
            <p:cNvSpPr/>
            <p:nvPr/>
          </p:nvSpPr>
          <p:spPr>
            <a:xfrm>
              <a:off x="2864948" y="2879936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" name="pt30"/>
            <p:cNvSpPr/>
            <p:nvPr/>
          </p:nvSpPr>
          <p:spPr>
            <a:xfrm>
              <a:off x="3028661" y="2333825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" name="pt31"/>
            <p:cNvSpPr/>
            <p:nvPr/>
          </p:nvSpPr>
          <p:spPr>
            <a:xfrm>
              <a:off x="2290781" y="2424698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" name="pt32"/>
            <p:cNvSpPr/>
            <p:nvPr/>
          </p:nvSpPr>
          <p:spPr>
            <a:xfrm>
              <a:off x="3874284" y="3383665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" name="pt33"/>
            <p:cNvSpPr/>
            <p:nvPr/>
          </p:nvSpPr>
          <p:spPr>
            <a:xfrm>
              <a:off x="3159460" y="2975905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" name="pt34"/>
            <p:cNvSpPr/>
            <p:nvPr/>
          </p:nvSpPr>
          <p:spPr>
            <a:xfrm>
              <a:off x="5634030" y="4382288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" name="pt35"/>
            <p:cNvSpPr/>
            <p:nvPr/>
          </p:nvSpPr>
          <p:spPr>
            <a:xfrm>
              <a:off x="3998390" y="3055733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" name="pt36"/>
            <p:cNvSpPr/>
            <p:nvPr/>
          </p:nvSpPr>
          <p:spPr>
            <a:xfrm>
              <a:off x="5982451" y="3901685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" name="pt37"/>
            <p:cNvSpPr/>
            <p:nvPr/>
          </p:nvSpPr>
          <p:spPr>
            <a:xfrm>
              <a:off x="2650903" y="2794786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" name="pt38"/>
            <p:cNvSpPr/>
            <p:nvPr/>
          </p:nvSpPr>
          <p:spPr>
            <a:xfrm>
              <a:off x="3239420" y="2721896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" name="pt39"/>
            <p:cNvSpPr/>
            <p:nvPr/>
          </p:nvSpPr>
          <p:spPr>
            <a:xfrm>
              <a:off x="4158279" y="3416698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" name="pt40"/>
            <p:cNvSpPr/>
            <p:nvPr/>
          </p:nvSpPr>
          <p:spPr>
            <a:xfrm>
              <a:off x="6758853" y="4426583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" name="pt41"/>
            <p:cNvSpPr/>
            <p:nvPr/>
          </p:nvSpPr>
          <p:spPr>
            <a:xfrm>
              <a:off x="4137733" y="2766724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" name="pt42"/>
            <p:cNvSpPr/>
            <p:nvPr/>
          </p:nvSpPr>
          <p:spPr>
            <a:xfrm>
              <a:off x="3272268" y="3092490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" name="pt43"/>
            <p:cNvSpPr/>
            <p:nvPr/>
          </p:nvSpPr>
          <p:spPr>
            <a:xfrm>
              <a:off x="2368038" y="2576632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" name="pt44"/>
            <p:cNvSpPr/>
            <p:nvPr/>
          </p:nvSpPr>
          <p:spPr>
            <a:xfrm>
              <a:off x="5650038" y="3444828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" name="pt45"/>
            <p:cNvSpPr/>
            <p:nvPr/>
          </p:nvSpPr>
          <p:spPr>
            <a:xfrm>
              <a:off x="3089007" y="3058990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" name="pt46"/>
            <p:cNvSpPr/>
            <p:nvPr/>
          </p:nvSpPr>
          <p:spPr>
            <a:xfrm>
              <a:off x="2340027" y="2148044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" name="pt47"/>
            <p:cNvSpPr/>
            <p:nvPr/>
          </p:nvSpPr>
          <p:spPr>
            <a:xfrm>
              <a:off x="4552255" y="2931736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" name="pt48"/>
            <p:cNvSpPr/>
            <p:nvPr/>
          </p:nvSpPr>
          <p:spPr>
            <a:xfrm>
              <a:off x="3132369" y="2432671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" name="pt49"/>
            <p:cNvSpPr/>
            <p:nvPr/>
          </p:nvSpPr>
          <p:spPr>
            <a:xfrm>
              <a:off x="3791595" y="2853466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" name="pt50"/>
            <p:cNvSpPr/>
            <p:nvPr/>
          </p:nvSpPr>
          <p:spPr>
            <a:xfrm>
              <a:off x="2127402" y="2581611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" name="pt51"/>
            <p:cNvSpPr/>
            <p:nvPr/>
          </p:nvSpPr>
          <p:spPr>
            <a:xfrm>
              <a:off x="4384591" y="3185663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" name="pt52"/>
            <p:cNvSpPr/>
            <p:nvPr/>
          </p:nvSpPr>
          <p:spPr>
            <a:xfrm>
              <a:off x="3503043" y="2689761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" name="pt53"/>
            <p:cNvSpPr/>
            <p:nvPr/>
          </p:nvSpPr>
          <p:spPr>
            <a:xfrm>
              <a:off x="4480651" y="3920018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" name="pt54"/>
            <p:cNvSpPr/>
            <p:nvPr/>
          </p:nvSpPr>
          <p:spPr>
            <a:xfrm>
              <a:off x="2134305" y="2842031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" name="pt55"/>
            <p:cNvSpPr/>
            <p:nvPr/>
          </p:nvSpPr>
          <p:spPr>
            <a:xfrm>
              <a:off x="3760916" y="2815191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" name="pt56"/>
            <p:cNvSpPr/>
            <p:nvPr/>
          </p:nvSpPr>
          <p:spPr>
            <a:xfrm>
              <a:off x="3969128" y="3032163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" name="pt57"/>
            <p:cNvSpPr/>
            <p:nvPr/>
          </p:nvSpPr>
          <p:spPr>
            <a:xfrm>
              <a:off x="2353158" y="2662632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" name="pt58"/>
            <p:cNvSpPr/>
            <p:nvPr/>
          </p:nvSpPr>
          <p:spPr>
            <a:xfrm>
              <a:off x="3096627" y="2338092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" name="pt59"/>
            <p:cNvSpPr/>
            <p:nvPr/>
          </p:nvSpPr>
          <p:spPr>
            <a:xfrm>
              <a:off x="2456978" y="2571280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" name="pt60"/>
            <p:cNvSpPr/>
            <p:nvPr/>
          </p:nvSpPr>
          <p:spPr>
            <a:xfrm>
              <a:off x="3459208" y="3036799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" name="pt61"/>
            <p:cNvSpPr/>
            <p:nvPr/>
          </p:nvSpPr>
          <p:spPr>
            <a:xfrm>
              <a:off x="2523007" y="3160444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" name="pt62"/>
            <p:cNvSpPr/>
            <p:nvPr/>
          </p:nvSpPr>
          <p:spPr>
            <a:xfrm>
              <a:off x="6120884" y="4647909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" name="pt63"/>
            <p:cNvSpPr/>
            <p:nvPr/>
          </p:nvSpPr>
          <p:spPr>
            <a:xfrm>
              <a:off x="2448125" y="3173412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" name="pt64"/>
            <p:cNvSpPr/>
            <p:nvPr/>
          </p:nvSpPr>
          <p:spPr>
            <a:xfrm>
              <a:off x="2689734" y="2542668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" name="pt65"/>
            <p:cNvSpPr/>
            <p:nvPr/>
          </p:nvSpPr>
          <p:spPr>
            <a:xfrm>
              <a:off x="3248753" y="2467229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" name="pt66"/>
            <p:cNvSpPr/>
            <p:nvPr/>
          </p:nvSpPr>
          <p:spPr>
            <a:xfrm>
              <a:off x="5774943" y="3728025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" name="pt67"/>
            <p:cNvSpPr/>
            <p:nvPr/>
          </p:nvSpPr>
          <p:spPr>
            <a:xfrm>
              <a:off x="5706266" y="2850521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" name="pt68"/>
            <p:cNvSpPr/>
            <p:nvPr/>
          </p:nvSpPr>
          <p:spPr>
            <a:xfrm>
              <a:off x="4866338" y="3042106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" name="pt69"/>
            <p:cNvSpPr/>
            <p:nvPr/>
          </p:nvSpPr>
          <p:spPr>
            <a:xfrm>
              <a:off x="3686377" y="2660734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" name="pt70"/>
            <p:cNvSpPr/>
            <p:nvPr/>
          </p:nvSpPr>
          <p:spPr>
            <a:xfrm>
              <a:off x="3526582" y="2975966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" name="pt71"/>
            <p:cNvSpPr/>
            <p:nvPr/>
          </p:nvSpPr>
          <p:spPr>
            <a:xfrm>
              <a:off x="3193423" y="3039475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" name="pt72"/>
            <p:cNvSpPr/>
            <p:nvPr/>
          </p:nvSpPr>
          <p:spPr>
            <a:xfrm>
              <a:off x="2457101" y="2242019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" name="pt73"/>
            <p:cNvSpPr/>
            <p:nvPr/>
          </p:nvSpPr>
          <p:spPr>
            <a:xfrm>
              <a:off x="5718288" y="3090506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" name="pt74"/>
            <p:cNvSpPr/>
            <p:nvPr/>
          </p:nvSpPr>
          <p:spPr>
            <a:xfrm>
              <a:off x="4521550" y="2636314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" name="pt75"/>
            <p:cNvSpPr/>
            <p:nvPr/>
          </p:nvSpPr>
          <p:spPr>
            <a:xfrm>
              <a:off x="3979530" y="2919374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" name="pt76"/>
            <p:cNvSpPr/>
            <p:nvPr/>
          </p:nvSpPr>
          <p:spPr>
            <a:xfrm>
              <a:off x="3938793" y="3453433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" name="pt77"/>
            <p:cNvSpPr/>
            <p:nvPr/>
          </p:nvSpPr>
          <p:spPr>
            <a:xfrm>
              <a:off x="2804545" y="3159002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" name="pt78"/>
            <p:cNvSpPr/>
            <p:nvPr/>
          </p:nvSpPr>
          <p:spPr>
            <a:xfrm>
              <a:off x="2812643" y="2500815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" name="pt79"/>
            <p:cNvSpPr/>
            <p:nvPr/>
          </p:nvSpPr>
          <p:spPr>
            <a:xfrm>
              <a:off x="2548501" y="2839906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" name="pt80"/>
            <p:cNvSpPr/>
            <p:nvPr/>
          </p:nvSpPr>
          <p:spPr>
            <a:xfrm>
              <a:off x="3864476" y="3002818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" name="pt81"/>
            <p:cNvSpPr/>
            <p:nvPr/>
          </p:nvSpPr>
          <p:spPr>
            <a:xfrm>
              <a:off x="3418644" y="2345935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" name="pt82"/>
            <p:cNvSpPr/>
            <p:nvPr/>
          </p:nvSpPr>
          <p:spPr>
            <a:xfrm>
              <a:off x="2710358" y="2637272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" name="pt83"/>
            <p:cNvSpPr/>
            <p:nvPr/>
          </p:nvSpPr>
          <p:spPr>
            <a:xfrm>
              <a:off x="3673187" y="3225743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" name="pt84"/>
            <p:cNvSpPr/>
            <p:nvPr/>
          </p:nvSpPr>
          <p:spPr>
            <a:xfrm>
              <a:off x="3680722" y="3216657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" name="pt85"/>
            <p:cNvSpPr/>
            <p:nvPr/>
          </p:nvSpPr>
          <p:spPr>
            <a:xfrm>
              <a:off x="4101446" y="2984171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" name="pt86"/>
            <p:cNvSpPr/>
            <p:nvPr/>
          </p:nvSpPr>
          <p:spPr>
            <a:xfrm>
              <a:off x="2775416" y="2690895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" name="pt87"/>
            <p:cNvSpPr/>
            <p:nvPr/>
          </p:nvSpPr>
          <p:spPr>
            <a:xfrm>
              <a:off x="3351125" y="3437975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" name="pt88"/>
            <p:cNvSpPr/>
            <p:nvPr/>
          </p:nvSpPr>
          <p:spPr>
            <a:xfrm>
              <a:off x="3244964" y="2541438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" name="pt89"/>
            <p:cNvSpPr/>
            <p:nvPr/>
          </p:nvSpPr>
          <p:spPr>
            <a:xfrm>
              <a:off x="4170647" y="2624906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" name="pt90"/>
            <p:cNvSpPr/>
            <p:nvPr/>
          </p:nvSpPr>
          <p:spPr>
            <a:xfrm>
              <a:off x="4198327" y="3166982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" name="pt91"/>
            <p:cNvSpPr/>
            <p:nvPr/>
          </p:nvSpPr>
          <p:spPr>
            <a:xfrm>
              <a:off x="3124487" y="3422156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" name="pt92"/>
            <p:cNvSpPr/>
            <p:nvPr/>
          </p:nvSpPr>
          <p:spPr>
            <a:xfrm>
              <a:off x="1701554" y="2421276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" name="pt93"/>
            <p:cNvSpPr/>
            <p:nvPr/>
          </p:nvSpPr>
          <p:spPr>
            <a:xfrm>
              <a:off x="3604510" y="2342755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" name="pt94"/>
            <p:cNvSpPr/>
            <p:nvPr/>
          </p:nvSpPr>
          <p:spPr>
            <a:xfrm>
              <a:off x="4472932" y="3071300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" name="pt95"/>
            <p:cNvSpPr/>
            <p:nvPr/>
          </p:nvSpPr>
          <p:spPr>
            <a:xfrm>
              <a:off x="2953605" y="2528169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" name="pt96"/>
            <p:cNvSpPr/>
            <p:nvPr/>
          </p:nvSpPr>
          <p:spPr>
            <a:xfrm>
              <a:off x="3738750" y="3002997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7" name="pt97"/>
            <p:cNvSpPr/>
            <p:nvPr/>
          </p:nvSpPr>
          <p:spPr>
            <a:xfrm>
              <a:off x="2648886" y="2795464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8" name="pt98"/>
            <p:cNvSpPr/>
            <p:nvPr/>
          </p:nvSpPr>
          <p:spPr>
            <a:xfrm>
              <a:off x="2617965" y="2394413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9" name="pt99"/>
            <p:cNvSpPr/>
            <p:nvPr/>
          </p:nvSpPr>
          <p:spPr>
            <a:xfrm>
              <a:off x="4722657" y="3289348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0" name="pt100"/>
            <p:cNvSpPr/>
            <p:nvPr/>
          </p:nvSpPr>
          <p:spPr>
            <a:xfrm>
              <a:off x="4764177" y="3515345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1" name="pt101"/>
            <p:cNvSpPr/>
            <p:nvPr/>
          </p:nvSpPr>
          <p:spPr>
            <a:xfrm>
              <a:off x="3047830" y="2700140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2" name="pt102"/>
            <p:cNvSpPr/>
            <p:nvPr/>
          </p:nvSpPr>
          <p:spPr>
            <a:xfrm>
              <a:off x="4221409" y="3782909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3" name="pt103"/>
            <p:cNvSpPr/>
            <p:nvPr/>
          </p:nvSpPr>
          <p:spPr>
            <a:xfrm>
              <a:off x="3784507" y="2323713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4" name="pt104"/>
            <p:cNvSpPr/>
            <p:nvPr/>
          </p:nvSpPr>
          <p:spPr>
            <a:xfrm>
              <a:off x="3107458" y="2709721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5" name="pt105"/>
            <p:cNvSpPr/>
            <p:nvPr/>
          </p:nvSpPr>
          <p:spPr>
            <a:xfrm>
              <a:off x="3507987" y="2645210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6" name="pt106"/>
            <p:cNvSpPr/>
            <p:nvPr/>
          </p:nvSpPr>
          <p:spPr>
            <a:xfrm>
              <a:off x="2440528" y="2862629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7" name="pt107"/>
            <p:cNvSpPr/>
            <p:nvPr/>
          </p:nvSpPr>
          <p:spPr>
            <a:xfrm>
              <a:off x="4142810" y="3151700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8" name="pt108"/>
            <p:cNvSpPr/>
            <p:nvPr/>
          </p:nvSpPr>
          <p:spPr>
            <a:xfrm>
              <a:off x="2038192" y="2972130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9" name="pt109"/>
            <p:cNvSpPr/>
            <p:nvPr/>
          </p:nvSpPr>
          <p:spPr>
            <a:xfrm>
              <a:off x="4733555" y="3227918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0" name="pt110"/>
            <p:cNvSpPr/>
            <p:nvPr/>
          </p:nvSpPr>
          <p:spPr>
            <a:xfrm>
              <a:off x="6037040" y="3441390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1" name="pt111"/>
            <p:cNvSpPr/>
            <p:nvPr/>
          </p:nvSpPr>
          <p:spPr>
            <a:xfrm>
              <a:off x="2794549" y="2705807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2" name="pt112"/>
            <p:cNvSpPr/>
            <p:nvPr/>
          </p:nvSpPr>
          <p:spPr>
            <a:xfrm>
              <a:off x="3478085" y="2730385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3" name="pt113"/>
            <p:cNvSpPr/>
            <p:nvPr/>
          </p:nvSpPr>
          <p:spPr>
            <a:xfrm>
              <a:off x="3187331" y="2974574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4" name="pt114"/>
            <p:cNvSpPr/>
            <p:nvPr/>
          </p:nvSpPr>
          <p:spPr>
            <a:xfrm>
              <a:off x="3532589" y="3314701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5" name="pt115"/>
            <p:cNvSpPr/>
            <p:nvPr/>
          </p:nvSpPr>
          <p:spPr>
            <a:xfrm>
              <a:off x="2848693" y="2388882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6" name="pt116"/>
            <p:cNvSpPr/>
            <p:nvPr/>
          </p:nvSpPr>
          <p:spPr>
            <a:xfrm>
              <a:off x="3498869" y="2540184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7" name="pt117"/>
            <p:cNvSpPr/>
            <p:nvPr/>
          </p:nvSpPr>
          <p:spPr>
            <a:xfrm>
              <a:off x="4604410" y="3111498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8" name="pt118"/>
            <p:cNvSpPr/>
            <p:nvPr/>
          </p:nvSpPr>
          <p:spPr>
            <a:xfrm>
              <a:off x="2662354" y="2553546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9" name="pt119"/>
            <p:cNvSpPr/>
            <p:nvPr/>
          </p:nvSpPr>
          <p:spPr>
            <a:xfrm>
              <a:off x="2906326" y="2349255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0" name="pt120"/>
            <p:cNvSpPr/>
            <p:nvPr/>
          </p:nvSpPr>
          <p:spPr>
            <a:xfrm>
              <a:off x="2819312" y="2942043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1" name="pt121"/>
            <p:cNvSpPr/>
            <p:nvPr/>
          </p:nvSpPr>
          <p:spPr>
            <a:xfrm>
              <a:off x="4680605" y="3244757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2" name="pt122"/>
            <p:cNvSpPr/>
            <p:nvPr/>
          </p:nvSpPr>
          <p:spPr>
            <a:xfrm>
              <a:off x="3695610" y="3354859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3" name="pt123"/>
            <p:cNvSpPr/>
            <p:nvPr/>
          </p:nvSpPr>
          <p:spPr>
            <a:xfrm>
              <a:off x="4238944" y="2412725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4" name="pt124"/>
            <p:cNvSpPr/>
            <p:nvPr/>
          </p:nvSpPr>
          <p:spPr>
            <a:xfrm>
              <a:off x="3501987" y="3404985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5" name="pt125"/>
            <p:cNvSpPr/>
            <p:nvPr/>
          </p:nvSpPr>
          <p:spPr>
            <a:xfrm>
              <a:off x="4385095" y="2887912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6" name="pt126"/>
            <p:cNvSpPr/>
            <p:nvPr/>
          </p:nvSpPr>
          <p:spPr>
            <a:xfrm>
              <a:off x="4667462" y="3086362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7" name="pt127"/>
            <p:cNvSpPr/>
            <p:nvPr/>
          </p:nvSpPr>
          <p:spPr>
            <a:xfrm>
              <a:off x="3298955" y="2045672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8" name="pt128"/>
            <p:cNvSpPr/>
            <p:nvPr/>
          </p:nvSpPr>
          <p:spPr>
            <a:xfrm>
              <a:off x="3361111" y="2461511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9" name="pt129"/>
            <p:cNvSpPr/>
            <p:nvPr/>
          </p:nvSpPr>
          <p:spPr>
            <a:xfrm>
              <a:off x="7920771" y="4695358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0" name="pt130"/>
            <p:cNvSpPr/>
            <p:nvPr/>
          </p:nvSpPr>
          <p:spPr>
            <a:xfrm>
              <a:off x="2230928" y="3181001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1" name="pt131"/>
            <p:cNvSpPr/>
            <p:nvPr/>
          </p:nvSpPr>
          <p:spPr>
            <a:xfrm>
              <a:off x="1903423" y="3105262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2" name="pt132"/>
            <p:cNvSpPr/>
            <p:nvPr/>
          </p:nvSpPr>
          <p:spPr>
            <a:xfrm>
              <a:off x="3125938" y="2885384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3" name="pt133"/>
            <p:cNvSpPr/>
            <p:nvPr/>
          </p:nvSpPr>
          <p:spPr>
            <a:xfrm>
              <a:off x="5285892" y="2720762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4" name="pt134"/>
            <p:cNvSpPr/>
            <p:nvPr/>
          </p:nvSpPr>
          <p:spPr>
            <a:xfrm>
              <a:off x="3042449" y="2463996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5" name="pt135"/>
            <p:cNvSpPr/>
            <p:nvPr/>
          </p:nvSpPr>
          <p:spPr>
            <a:xfrm>
              <a:off x="4385292" y="3352136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6" name="pt136"/>
            <p:cNvSpPr/>
            <p:nvPr/>
          </p:nvSpPr>
          <p:spPr>
            <a:xfrm>
              <a:off x="4958633" y="3080232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7" name="pt137"/>
            <p:cNvSpPr/>
            <p:nvPr/>
          </p:nvSpPr>
          <p:spPr>
            <a:xfrm>
              <a:off x="4558888" y="3398673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8" name="pt138"/>
            <p:cNvSpPr/>
            <p:nvPr/>
          </p:nvSpPr>
          <p:spPr>
            <a:xfrm>
              <a:off x="1989199" y="3126117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9" name="pt139"/>
            <p:cNvSpPr/>
            <p:nvPr/>
          </p:nvSpPr>
          <p:spPr>
            <a:xfrm>
              <a:off x="4459346" y="3327691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0" name="pt140"/>
            <p:cNvSpPr/>
            <p:nvPr/>
          </p:nvSpPr>
          <p:spPr>
            <a:xfrm>
              <a:off x="4744633" y="2980916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1" name="pt141"/>
            <p:cNvSpPr/>
            <p:nvPr/>
          </p:nvSpPr>
          <p:spPr>
            <a:xfrm>
              <a:off x="3681585" y="2968208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2" name="pt142"/>
            <p:cNvSpPr/>
            <p:nvPr/>
          </p:nvSpPr>
          <p:spPr>
            <a:xfrm>
              <a:off x="4870784" y="3609728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3" name="pt143"/>
            <p:cNvSpPr/>
            <p:nvPr/>
          </p:nvSpPr>
          <p:spPr>
            <a:xfrm>
              <a:off x="2918927" y="2898570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4" name="pt144"/>
            <p:cNvSpPr/>
            <p:nvPr/>
          </p:nvSpPr>
          <p:spPr>
            <a:xfrm>
              <a:off x="4563973" y="3611033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5" name="pt145"/>
            <p:cNvSpPr/>
            <p:nvPr/>
          </p:nvSpPr>
          <p:spPr>
            <a:xfrm>
              <a:off x="3566903" y="3304484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6" name="pt146"/>
            <p:cNvSpPr/>
            <p:nvPr/>
          </p:nvSpPr>
          <p:spPr>
            <a:xfrm>
              <a:off x="2536241" y="2815520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7" name="pt147"/>
            <p:cNvSpPr/>
            <p:nvPr/>
          </p:nvSpPr>
          <p:spPr>
            <a:xfrm>
              <a:off x="2632427" y="2456376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8" name="pt148"/>
            <p:cNvSpPr/>
            <p:nvPr/>
          </p:nvSpPr>
          <p:spPr>
            <a:xfrm>
              <a:off x="3867590" y="3323390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9" name="pt149"/>
            <p:cNvSpPr/>
            <p:nvPr/>
          </p:nvSpPr>
          <p:spPr>
            <a:xfrm>
              <a:off x="4522870" y="4066193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0" name="pt150"/>
            <p:cNvSpPr/>
            <p:nvPr/>
          </p:nvSpPr>
          <p:spPr>
            <a:xfrm>
              <a:off x="4132699" y="2941406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1" name="pt151"/>
            <p:cNvSpPr/>
            <p:nvPr/>
          </p:nvSpPr>
          <p:spPr>
            <a:xfrm>
              <a:off x="3083847" y="3189776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2" name="pt152"/>
            <p:cNvSpPr/>
            <p:nvPr/>
          </p:nvSpPr>
          <p:spPr>
            <a:xfrm>
              <a:off x="2867760" y="3116647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3" name="pt153"/>
            <p:cNvSpPr/>
            <p:nvPr/>
          </p:nvSpPr>
          <p:spPr>
            <a:xfrm>
              <a:off x="7047001" y="4179142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4" name="pt154"/>
            <p:cNvSpPr/>
            <p:nvPr/>
          </p:nvSpPr>
          <p:spPr>
            <a:xfrm>
              <a:off x="4442914" y="3181787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5" name="pt155"/>
            <p:cNvSpPr/>
            <p:nvPr/>
          </p:nvSpPr>
          <p:spPr>
            <a:xfrm>
              <a:off x="3237206" y="2560785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6" name="pt156"/>
            <p:cNvSpPr/>
            <p:nvPr/>
          </p:nvSpPr>
          <p:spPr>
            <a:xfrm>
              <a:off x="4135767" y="2347693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7" name="pt157"/>
            <p:cNvSpPr/>
            <p:nvPr/>
          </p:nvSpPr>
          <p:spPr>
            <a:xfrm>
              <a:off x="2927766" y="2933790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8" name="pt158"/>
            <p:cNvSpPr/>
            <p:nvPr/>
          </p:nvSpPr>
          <p:spPr>
            <a:xfrm>
              <a:off x="3798408" y="2581935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9" name="pt159"/>
            <p:cNvSpPr/>
            <p:nvPr/>
          </p:nvSpPr>
          <p:spPr>
            <a:xfrm>
              <a:off x="1744537" y="3120334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0" name="pt160"/>
            <p:cNvSpPr/>
            <p:nvPr/>
          </p:nvSpPr>
          <p:spPr>
            <a:xfrm>
              <a:off x="3279239" y="2941456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1" name="pt161"/>
            <p:cNvSpPr/>
            <p:nvPr/>
          </p:nvSpPr>
          <p:spPr>
            <a:xfrm>
              <a:off x="3902851" y="2975585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2" name="pt162"/>
            <p:cNvSpPr/>
            <p:nvPr/>
          </p:nvSpPr>
          <p:spPr>
            <a:xfrm>
              <a:off x="4119249" y="3416445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3" name="pt163"/>
            <p:cNvSpPr/>
            <p:nvPr/>
          </p:nvSpPr>
          <p:spPr>
            <a:xfrm>
              <a:off x="2509316" y="3570614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4" name="pt164"/>
            <p:cNvSpPr/>
            <p:nvPr/>
          </p:nvSpPr>
          <p:spPr>
            <a:xfrm>
              <a:off x="5965982" y="3130475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5" name="pt165"/>
            <p:cNvSpPr/>
            <p:nvPr/>
          </p:nvSpPr>
          <p:spPr>
            <a:xfrm>
              <a:off x="2911993" y="2170824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6" name="pt166"/>
            <p:cNvSpPr/>
            <p:nvPr/>
          </p:nvSpPr>
          <p:spPr>
            <a:xfrm>
              <a:off x="3755597" y="3590707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7" name="pt167"/>
            <p:cNvSpPr/>
            <p:nvPr/>
          </p:nvSpPr>
          <p:spPr>
            <a:xfrm>
              <a:off x="4195605" y="3063565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8" name="pt168"/>
            <p:cNvSpPr/>
            <p:nvPr/>
          </p:nvSpPr>
          <p:spPr>
            <a:xfrm>
              <a:off x="3110963" y="2558726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9" name="pt169"/>
            <p:cNvSpPr/>
            <p:nvPr/>
          </p:nvSpPr>
          <p:spPr>
            <a:xfrm>
              <a:off x="2884706" y="2480870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0" name="pt170"/>
            <p:cNvSpPr/>
            <p:nvPr/>
          </p:nvSpPr>
          <p:spPr>
            <a:xfrm>
              <a:off x="4549915" y="3362381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1" name="pt171"/>
            <p:cNvSpPr/>
            <p:nvPr/>
          </p:nvSpPr>
          <p:spPr>
            <a:xfrm>
              <a:off x="2270063" y="2475866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2" name="pt172"/>
            <p:cNvSpPr/>
            <p:nvPr/>
          </p:nvSpPr>
          <p:spPr>
            <a:xfrm>
              <a:off x="3693083" y="3278255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3" name="pt173"/>
            <p:cNvSpPr/>
            <p:nvPr/>
          </p:nvSpPr>
          <p:spPr>
            <a:xfrm>
              <a:off x="2946879" y="2543903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4" name="pt174"/>
            <p:cNvSpPr/>
            <p:nvPr/>
          </p:nvSpPr>
          <p:spPr>
            <a:xfrm>
              <a:off x="5872195" y="3448555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5" name="pt175"/>
            <p:cNvSpPr/>
            <p:nvPr/>
          </p:nvSpPr>
          <p:spPr>
            <a:xfrm>
              <a:off x="4407552" y="3244318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6" name="pt176"/>
            <p:cNvSpPr/>
            <p:nvPr/>
          </p:nvSpPr>
          <p:spPr>
            <a:xfrm>
              <a:off x="3314560" y="2604854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7" name="pt177"/>
            <p:cNvSpPr/>
            <p:nvPr/>
          </p:nvSpPr>
          <p:spPr>
            <a:xfrm>
              <a:off x="5479166" y="2961012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8" name="pt178"/>
            <p:cNvSpPr/>
            <p:nvPr/>
          </p:nvSpPr>
          <p:spPr>
            <a:xfrm>
              <a:off x="2471195" y="2716743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9" name="pt179"/>
            <p:cNvSpPr/>
            <p:nvPr/>
          </p:nvSpPr>
          <p:spPr>
            <a:xfrm>
              <a:off x="3437815" y="2731242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0" name="pt180"/>
            <p:cNvSpPr/>
            <p:nvPr/>
          </p:nvSpPr>
          <p:spPr>
            <a:xfrm>
              <a:off x="4073948" y="2360931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1" name="pt181"/>
            <p:cNvSpPr/>
            <p:nvPr/>
          </p:nvSpPr>
          <p:spPr>
            <a:xfrm>
              <a:off x="4535239" y="2706051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2" name="pt182"/>
            <p:cNvSpPr/>
            <p:nvPr/>
          </p:nvSpPr>
          <p:spPr>
            <a:xfrm>
              <a:off x="4853105" y="3724351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3" name="pt183"/>
            <p:cNvSpPr/>
            <p:nvPr/>
          </p:nvSpPr>
          <p:spPr>
            <a:xfrm>
              <a:off x="2880014" y="2174034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4" name="pt184"/>
            <p:cNvSpPr/>
            <p:nvPr/>
          </p:nvSpPr>
          <p:spPr>
            <a:xfrm>
              <a:off x="4720208" y="3415336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5" name="pt185"/>
            <p:cNvSpPr/>
            <p:nvPr/>
          </p:nvSpPr>
          <p:spPr>
            <a:xfrm>
              <a:off x="4469822" y="2722141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6" name="pt186"/>
            <p:cNvSpPr/>
            <p:nvPr/>
          </p:nvSpPr>
          <p:spPr>
            <a:xfrm>
              <a:off x="4052603" y="3077879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7" name="pt187"/>
            <p:cNvSpPr/>
            <p:nvPr/>
          </p:nvSpPr>
          <p:spPr>
            <a:xfrm>
              <a:off x="6819558" y="5177120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8" name="pt188"/>
            <p:cNvSpPr/>
            <p:nvPr/>
          </p:nvSpPr>
          <p:spPr>
            <a:xfrm>
              <a:off x="4850443" y="2806920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9" name="pt189"/>
            <p:cNvSpPr/>
            <p:nvPr/>
          </p:nvSpPr>
          <p:spPr>
            <a:xfrm>
              <a:off x="6764179" y="4009078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0" name="pt190"/>
            <p:cNvSpPr/>
            <p:nvPr/>
          </p:nvSpPr>
          <p:spPr>
            <a:xfrm>
              <a:off x="4373625" y="2850041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1" name="pt191"/>
            <p:cNvSpPr/>
            <p:nvPr/>
          </p:nvSpPr>
          <p:spPr>
            <a:xfrm>
              <a:off x="4126035" y="2694632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2" name="pt192"/>
            <p:cNvSpPr/>
            <p:nvPr/>
          </p:nvSpPr>
          <p:spPr>
            <a:xfrm>
              <a:off x="4974408" y="4693964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3" name="pt193"/>
            <p:cNvSpPr/>
            <p:nvPr/>
          </p:nvSpPr>
          <p:spPr>
            <a:xfrm>
              <a:off x="2042242" y="2859926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4" name="pt194"/>
            <p:cNvSpPr/>
            <p:nvPr/>
          </p:nvSpPr>
          <p:spPr>
            <a:xfrm>
              <a:off x="3220064" y="2524593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5" name="pt195"/>
            <p:cNvSpPr/>
            <p:nvPr/>
          </p:nvSpPr>
          <p:spPr>
            <a:xfrm>
              <a:off x="4525413" y="3101358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6" name="pt196"/>
            <p:cNvSpPr/>
            <p:nvPr/>
          </p:nvSpPr>
          <p:spPr>
            <a:xfrm>
              <a:off x="2287680" y="3346702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7" name="pt197"/>
            <p:cNvSpPr/>
            <p:nvPr/>
          </p:nvSpPr>
          <p:spPr>
            <a:xfrm>
              <a:off x="2896051" y="2912221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8" name="pt198"/>
            <p:cNvSpPr/>
            <p:nvPr/>
          </p:nvSpPr>
          <p:spPr>
            <a:xfrm>
              <a:off x="5634582" y="3860949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9" name="pt199"/>
            <p:cNvSpPr/>
            <p:nvPr/>
          </p:nvSpPr>
          <p:spPr>
            <a:xfrm>
              <a:off x="2526307" y="2848103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0" name="pt200"/>
            <p:cNvSpPr/>
            <p:nvPr/>
          </p:nvSpPr>
          <p:spPr>
            <a:xfrm>
              <a:off x="3373560" y="3443204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1" name="pt201"/>
            <p:cNvSpPr/>
            <p:nvPr/>
          </p:nvSpPr>
          <p:spPr>
            <a:xfrm>
              <a:off x="3707972" y="3041965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2" name="pt202"/>
            <p:cNvSpPr/>
            <p:nvPr/>
          </p:nvSpPr>
          <p:spPr>
            <a:xfrm>
              <a:off x="3221311" y="3418459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3" name="pt203"/>
            <p:cNvSpPr/>
            <p:nvPr/>
          </p:nvSpPr>
          <p:spPr>
            <a:xfrm>
              <a:off x="3824164" y="3100711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4" name="pt204"/>
            <p:cNvSpPr/>
            <p:nvPr/>
          </p:nvSpPr>
          <p:spPr>
            <a:xfrm>
              <a:off x="4281217" y="3144322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5" name="pt205"/>
            <p:cNvSpPr/>
            <p:nvPr/>
          </p:nvSpPr>
          <p:spPr>
            <a:xfrm>
              <a:off x="4958446" y="3788593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6" name="pt206"/>
            <p:cNvSpPr/>
            <p:nvPr/>
          </p:nvSpPr>
          <p:spPr>
            <a:xfrm>
              <a:off x="4221117" y="3173528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7" name="pt207"/>
            <p:cNvSpPr/>
            <p:nvPr/>
          </p:nvSpPr>
          <p:spPr>
            <a:xfrm>
              <a:off x="3225432" y="2566718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8" name="pt208"/>
            <p:cNvSpPr/>
            <p:nvPr/>
          </p:nvSpPr>
          <p:spPr>
            <a:xfrm>
              <a:off x="3498456" y="3256009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9" name="pt209"/>
            <p:cNvSpPr/>
            <p:nvPr/>
          </p:nvSpPr>
          <p:spPr>
            <a:xfrm>
              <a:off x="5442799" y="3184778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0" name="pt210"/>
            <p:cNvSpPr/>
            <p:nvPr/>
          </p:nvSpPr>
          <p:spPr>
            <a:xfrm>
              <a:off x="4261958" y="3834959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1" name="pt211"/>
            <p:cNvSpPr/>
            <p:nvPr/>
          </p:nvSpPr>
          <p:spPr>
            <a:xfrm>
              <a:off x="4472828" y="2974216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2" name="pt212"/>
            <p:cNvSpPr/>
            <p:nvPr/>
          </p:nvSpPr>
          <p:spPr>
            <a:xfrm>
              <a:off x="2741332" y="3292903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3" name="pt213"/>
            <p:cNvSpPr/>
            <p:nvPr/>
          </p:nvSpPr>
          <p:spPr>
            <a:xfrm>
              <a:off x="3888457" y="3038192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4" name="pt214"/>
            <p:cNvSpPr/>
            <p:nvPr/>
          </p:nvSpPr>
          <p:spPr>
            <a:xfrm>
              <a:off x="1764609" y="2588201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5" name="pt215"/>
            <p:cNvSpPr/>
            <p:nvPr/>
          </p:nvSpPr>
          <p:spPr>
            <a:xfrm>
              <a:off x="2843696" y="2569895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6" name="pt216"/>
            <p:cNvSpPr/>
            <p:nvPr/>
          </p:nvSpPr>
          <p:spPr>
            <a:xfrm>
              <a:off x="2481970" y="3204246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7" name="pt217"/>
            <p:cNvSpPr/>
            <p:nvPr/>
          </p:nvSpPr>
          <p:spPr>
            <a:xfrm>
              <a:off x="3527563" y="2471245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8" name="pt218"/>
            <p:cNvSpPr/>
            <p:nvPr/>
          </p:nvSpPr>
          <p:spPr>
            <a:xfrm>
              <a:off x="2436033" y="3127013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9" name="pt219"/>
            <p:cNvSpPr/>
            <p:nvPr/>
          </p:nvSpPr>
          <p:spPr>
            <a:xfrm>
              <a:off x="4132552" y="3435664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0" name="pt220"/>
            <p:cNvSpPr/>
            <p:nvPr/>
          </p:nvSpPr>
          <p:spPr>
            <a:xfrm>
              <a:off x="4331310" y="3078037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1" name="pt221"/>
            <p:cNvSpPr/>
            <p:nvPr/>
          </p:nvSpPr>
          <p:spPr>
            <a:xfrm>
              <a:off x="4359180" y="3083129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2" name="pt222"/>
            <p:cNvSpPr/>
            <p:nvPr/>
          </p:nvSpPr>
          <p:spPr>
            <a:xfrm>
              <a:off x="3015530" y="2741886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3" name="pt223"/>
            <p:cNvSpPr/>
            <p:nvPr/>
          </p:nvSpPr>
          <p:spPr>
            <a:xfrm>
              <a:off x="3512552" y="2979185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4" name="pt224"/>
            <p:cNvSpPr/>
            <p:nvPr/>
          </p:nvSpPr>
          <p:spPr>
            <a:xfrm>
              <a:off x="2557148" y="2615786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5" name="pt225"/>
            <p:cNvSpPr/>
            <p:nvPr/>
          </p:nvSpPr>
          <p:spPr>
            <a:xfrm>
              <a:off x="4683837" y="2836882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6" name="pt226"/>
            <p:cNvSpPr/>
            <p:nvPr/>
          </p:nvSpPr>
          <p:spPr>
            <a:xfrm>
              <a:off x="4639267" y="2947644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7" name="pt227"/>
            <p:cNvSpPr/>
            <p:nvPr/>
          </p:nvSpPr>
          <p:spPr>
            <a:xfrm>
              <a:off x="3614087" y="3317698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8" name="pt228"/>
            <p:cNvSpPr/>
            <p:nvPr/>
          </p:nvSpPr>
          <p:spPr>
            <a:xfrm>
              <a:off x="3282736" y="3321919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9" name="pt229"/>
            <p:cNvSpPr/>
            <p:nvPr/>
          </p:nvSpPr>
          <p:spPr>
            <a:xfrm>
              <a:off x="5129993" y="3295368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0" name="pt230"/>
            <p:cNvSpPr/>
            <p:nvPr/>
          </p:nvSpPr>
          <p:spPr>
            <a:xfrm>
              <a:off x="3694206" y="2699960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1" name="pt231"/>
            <p:cNvSpPr/>
            <p:nvPr/>
          </p:nvSpPr>
          <p:spPr>
            <a:xfrm>
              <a:off x="6153105" y="3488504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2" name="pt232"/>
            <p:cNvSpPr/>
            <p:nvPr/>
          </p:nvSpPr>
          <p:spPr>
            <a:xfrm>
              <a:off x="6051802" y="3401767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3" name="pt233"/>
            <p:cNvSpPr/>
            <p:nvPr/>
          </p:nvSpPr>
          <p:spPr>
            <a:xfrm>
              <a:off x="4818655" y="3277344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4" name="pt234"/>
            <p:cNvSpPr/>
            <p:nvPr/>
          </p:nvSpPr>
          <p:spPr>
            <a:xfrm>
              <a:off x="3222018" y="2680512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5" name="pt235"/>
            <p:cNvSpPr/>
            <p:nvPr/>
          </p:nvSpPr>
          <p:spPr>
            <a:xfrm>
              <a:off x="6278391" y="4453970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6" name="pt236"/>
            <p:cNvSpPr/>
            <p:nvPr/>
          </p:nvSpPr>
          <p:spPr>
            <a:xfrm>
              <a:off x="4030767" y="3013048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7" name="pt237"/>
            <p:cNvSpPr/>
            <p:nvPr/>
          </p:nvSpPr>
          <p:spPr>
            <a:xfrm>
              <a:off x="4279434" y="3066222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8" name="pt238"/>
            <p:cNvSpPr/>
            <p:nvPr/>
          </p:nvSpPr>
          <p:spPr>
            <a:xfrm>
              <a:off x="5121414" y="3286811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9" name="pt239"/>
            <p:cNvSpPr/>
            <p:nvPr/>
          </p:nvSpPr>
          <p:spPr>
            <a:xfrm>
              <a:off x="4238380" y="3103343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0" name="pt240"/>
            <p:cNvSpPr/>
            <p:nvPr/>
          </p:nvSpPr>
          <p:spPr>
            <a:xfrm>
              <a:off x="4835942" y="3614193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1" name="pt241"/>
            <p:cNvSpPr/>
            <p:nvPr/>
          </p:nvSpPr>
          <p:spPr>
            <a:xfrm>
              <a:off x="3779013" y="2289701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2" name="pt242"/>
            <p:cNvSpPr/>
            <p:nvPr/>
          </p:nvSpPr>
          <p:spPr>
            <a:xfrm>
              <a:off x="5657419" y="4193890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3" name="pt243"/>
            <p:cNvSpPr/>
            <p:nvPr/>
          </p:nvSpPr>
          <p:spPr>
            <a:xfrm>
              <a:off x="3138605" y="2374434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4" name="pt244"/>
            <p:cNvSpPr/>
            <p:nvPr/>
          </p:nvSpPr>
          <p:spPr>
            <a:xfrm>
              <a:off x="3302179" y="2387461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5" name="pt245"/>
            <p:cNvSpPr/>
            <p:nvPr/>
          </p:nvSpPr>
          <p:spPr>
            <a:xfrm>
              <a:off x="3803035" y="2967472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6" name="pt246"/>
            <p:cNvSpPr/>
            <p:nvPr/>
          </p:nvSpPr>
          <p:spPr>
            <a:xfrm>
              <a:off x="4340070" y="3082447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7" name="pt247"/>
            <p:cNvSpPr/>
            <p:nvPr/>
          </p:nvSpPr>
          <p:spPr>
            <a:xfrm>
              <a:off x="3767401" y="3209978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8" name="pt248"/>
            <p:cNvSpPr/>
            <p:nvPr/>
          </p:nvSpPr>
          <p:spPr>
            <a:xfrm>
              <a:off x="4562764" y="3657460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9" name="pt249"/>
            <p:cNvSpPr/>
            <p:nvPr/>
          </p:nvSpPr>
          <p:spPr>
            <a:xfrm>
              <a:off x="2515771" y="3036029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0" name="pt250"/>
            <p:cNvSpPr/>
            <p:nvPr/>
          </p:nvSpPr>
          <p:spPr>
            <a:xfrm>
              <a:off x="3147989" y="2662654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1" name="pt251"/>
            <p:cNvSpPr/>
            <p:nvPr/>
          </p:nvSpPr>
          <p:spPr>
            <a:xfrm>
              <a:off x="5079338" y="3912265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2" name="pt252"/>
            <p:cNvSpPr/>
            <p:nvPr/>
          </p:nvSpPr>
          <p:spPr>
            <a:xfrm>
              <a:off x="4713235" y="4032544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3" name="pt253"/>
            <p:cNvSpPr/>
            <p:nvPr/>
          </p:nvSpPr>
          <p:spPr>
            <a:xfrm>
              <a:off x="2365145" y="3030985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4" name="pt254"/>
            <p:cNvSpPr/>
            <p:nvPr/>
          </p:nvSpPr>
          <p:spPr>
            <a:xfrm>
              <a:off x="2783852" y="2767328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5" name="pt255"/>
            <p:cNvSpPr/>
            <p:nvPr/>
          </p:nvSpPr>
          <p:spPr>
            <a:xfrm>
              <a:off x="4450061" y="2877763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6" name="pt256"/>
            <p:cNvSpPr/>
            <p:nvPr/>
          </p:nvSpPr>
          <p:spPr>
            <a:xfrm>
              <a:off x="2761856" y="2955096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7" name="pt257"/>
            <p:cNvSpPr/>
            <p:nvPr/>
          </p:nvSpPr>
          <p:spPr>
            <a:xfrm>
              <a:off x="5881992" y="2834223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8" name="pt258"/>
            <p:cNvSpPr/>
            <p:nvPr/>
          </p:nvSpPr>
          <p:spPr>
            <a:xfrm>
              <a:off x="5179269" y="4028686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9" name="pt259"/>
            <p:cNvSpPr/>
            <p:nvPr/>
          </p:nvSpPr>
          <p:spPr>
            <a:xfrm>
              <a:off x="5490625" y="3625050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0" name="pt260"/>
            <p:cNvSpPr/>
            <p:nvPr/>
          </p:nvSpPr>
          <p:spPr>
            <a:xfrm>
              <a:off x="3761783" y="2573557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1" name="pt261"/>
            <p:cNvSpPr/>
            <p:nvPr/>
          </p:nvSpPr>
          <p:spPr>
            <a:xfrm>
              <a:off x="5334625" y="4331797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2" name="pt262"/>
            <p:cNvSpPr/>
            <p:nvPr/>
          </p:nvSpPr>
          <p:spPr>
            <a:xfrm>
              <a:off x="5407059" y="3262726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3" name="pt263"/>
            <p:cNvSpPr/>
            <p:nvPr/>
          </p:nvSpPr>
          <p:spPr>
            <a:xfrm>
              <a:off x="7406432" y="5524381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4" name="pt264"/>
            <p:cNvSpPr/>
            <p:nvPr/>
          </p:nvSpPr>
          <p:spPr>
            <a:xfrm>
              <a:off x="4219801" y="3458503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5" name="pt265"/>
            <p:cNvSpPr/>
            <p:nvPr/>
          </p:nvSpPr>
          <p:spPr>
            <a:xfrm>
              <a:off x="4238563" y="3094723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6" name="pt266"/>
            <p:cNvSpPr/>
            <p:nvPr/>
          </p:nvSpPr>
          <p:spPr>
            <a:xfrm>
              <a:off x="2375209" y="2655158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7" name="pt267"/>
            <p:cNvSpPr/>
            <p:nvPr/>
          </p:nvSpPr>
          <p:spPr>
            <a:xfrm>
              <a:off x="6043615" y="4008672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8" name="pt268"/>
            <p:cNvSpPr/>
            <p:nvPr/>
          </p:nvSpPr>
          <p:spPr>
            <a:xfrm>
              <a:off x="3275201" y="2755142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9" name="pt269"/>
            <p:cNvSpPr/>
            <p:nvPr/>
          </p:nvSpPr>
          <p:spPr>
            <a:xfrm>
              <a:off x="3807769" y="3174113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0" name="pt270"/>
            <p:cNvSpPr/>
            <p:nvPr/>
          </p:nvSpPr>
          <p:spPr>
            <a:xfrm>
              <a:off x="4910449" y="3619913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1" name="pt271"/>
            <p:cNvSpPr/>
            <p:nvPr/>
          </p:nvSpPr>
          <p:spPr>
            <a:xfrm>
              <a:off x="4706277" y="3307953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2" name="pt272"/>
            <p:cNvSpPr/>
            <p:nvPr/>
          </p:nvSpPr>
          <p:spPr>
            <a:xfrm>
              <a:off x="4731813" y="2380533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3" name="pt273"/>
            <p:cNvSpPr/>
            <p:nvPr/>
          </p:nvSpPr>
          <p:spPr>
            <a:xfrm>
              <a:off x="6443347" y="4059764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4" name="pt274"/>
            <p:cNvSpPr/>
            <p:nvPr/>
          </p:nvSpPr>
          <p:spPr>
            <a:xfrm>
              <a:off x="4510335" y="3144999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5" name="pt275"/>
            <p:cNvSpPr/>
            <p:nvPr/>
          </p:nvSpPr>
          <p:spPr>
            <a:xfrm>
              <a:off x="2776030" y="2084305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6" name="pt276"/>
            <p:cNvSpPr/>
            <p:nvPr/>
          </p:nvSpPr>
          <p:spPr>
            <a:xfrm>
              <a:off x="2598214" y="3537619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7" name="pt277"/>
            <p:cNvSpPr/>
            <p:nvPr/>
          </p:nvSpPr>
          <p:spPr>
            <a:xfrm>
              <a:off x="4514778" y="3402522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8" name="pt278"/>
            <p:cNvSpPr/>
            <p:nvPr/>
          </p:nvSpPr>
          <p:spPr>
            <a:xfrm>
              <a:off x="4487098" y="2551512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9" name="pt279"/>
            <p:cNvSpPr/>
            <p:nvPr/>
          </p:nvSpPr>
          <p:spPr>
            <a:xfrm>
              <a:off x="5018242" y="3922624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0" name="pt280"/>
            <p:cNvSpPr/>
            <p:nvPr/>
          </p:nvSpPr>
          <p:spPr>
            <a:xfrm>
              <a:off x="3292505" y="2874433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1" name="pt281"/>
            <p:cNvSpPr/>
            <p:nvPr/>
          </p:nvSpPr>
          <p:spPr>
            <a:xfrm>
              <a:off x="3566147" y="3415910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2" name="pt282"/>
            <p:cNvSpPr/>
            <p:nvPr/>
          </p:nvSpPr>
          <p:spPr>
            <a:xfrm>
              <a:off x="3523664" y="3040018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3" name="pt283"/>
            <p:cNvSpPr/>
            <p:nvPr/>
          </p:nvSpPr>
          <p:spPr>
            <a:xfrm>
              <a:off x="4480728" y="3380269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4" name="pt284"/>
            <p:cNvSpPr/>
            <p:nvPr/>
          </p:nvSpPr>
          <p:spPr>
            <a:xfrm>
              <a:off x="4811505" y="2853976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5" name="pt285"/>
            <p:cNvSpPr/>
            <p:nvPr/>
          </p:nvSpPr>
          <p:spPr>
            <a:xfrm>
              <a:off x="4035574" y="2905172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6" name="pt286"/>
            <p:cNvSpPr/>
            <p:nvPr/>
          </p:nvSpPr>
          <p:spPr>
            <a:xfrm>
              <a:off x="5109127" y="2929515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7" name="pt287"/>
            <p:cNvSpPr/>
            <p:nvPr/>
          </p:nvSpPr>
          <p:spPr>
            <a:xfrm>
              <a:off x="3165525" y="2881262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8" name="pt288"/>
            <p:cNvSpPr/>
            <p:nvPr/>
          </p:nvSpPr>
          <p:spPr>
            <a:xfrm>
              <a:off x="4179052" y="2819543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9" name="pt289"/>
            <p:cNvSpPr/>
            <p:nvPr/>
          </p:nvSpPr>
          <p:spPr>
            <a:xfrm>
              <a:off x="4387211" y="4373104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0" name="pt290"/>
            <p:cNvSpPr/>
            <p:nvPr/>
          </p:nvSpPr>
          <p:spPr>
            <a:xfrm>
              <a:off x="3820848" y="3702513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1" name="pt291"/>
            <p:cNvSpPr/>
            <p:nvPr/>
          </p:nvSpPr>
          <p:spPr>
            <a:xfrm>
              <a:off x="4464872" y="3214022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2" name="pt292"/>
            <p:cNvSpPr/>
            <p:nvPr/>
          </p:nvSpPr>
          <p:spPr>
            <a:xfrm>
              <a:off x="3196409" y="2854984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3" name="pt293"/>
            <p:cNvSpPr/>
            <p:nvPr/>
          </p:nvSpPr>
          <p:spPr>
            <a:xfrm>
              <a:off x="2350459" y="2790286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4" name="pt294"/>
            <p:cNvSpPr/>
            <p:nvPr/>
          </p:nvSpPr>
          <p:spPr>
            <a:xfrm>
              <a:off x="3101255" y="2723131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5" name="pt295"/>
            <p:cNvSpPr/>
            <p:nvPr/>
          </p:nvSpPr>
          <p:spPr>
            <a:xfrm>
              <a:off x="3877035" y="2727851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6" name="pt296"/>
            <p:cNvSpPr/>
            <p:nvPr/>
          </p:nvSpPr>
          <p:spPr>
            <a:xfrm>
              <a:off x="3487242" y="2696217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7" name="pt297"/>
            <p:cNvSpPr/>
            <p:nvPr/>
          </p:nvSpPr>
          <p:spPr>
            <a:xfrm>
              <a:off x="2682927" y="2332156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8" name="pt298"/>
            <p:cNvSpPr/>
            <p:nvPr/>
          </p:nvSpPr>
          <p:spPr>
            <a:xfrm>
              <a:off x="3664091" y="3557589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9" name="pt299"/>
            <p:cNvSpPr/>
            <p:nvPr/>
          </p:nvSpPr>
          <p:spPr>
            <a:xfrm>
              <a:off x="8242371" y="4772225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0" name="pt300"/>
            <p:cNvSpPr/>
            <p:nvPr/>
          </p:nvSpPr>
          <p:spPr>
            <a:xfrm>
              <a:off x="2612574" y="3755827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1" name="pt301"/>
            <p:cNvSpPr/>
            <p:nvPr/>
          </p:nvSpPr>
          <p:spPr>
            <a:xfrm>
              <a:off x="3599389" y="2752689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2" name="pt302"/>
            <p:cNvSpPr/>
            <p:nvPr/>
          </p:nvSpPr>
          <p:spPr>
            <a:xfrm>
              <a:off x="6441259" y="3724335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3" name="pt303"/>
            <p:cNvSpPr/>
            <p:nvPr/>
          </p:nvSpPr>
          <p:spPr>
            <a:xfrm>
              <a:off x="1242100" y="3123255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4" name="pt304"/>
            <p:cNvSpPr/>
            <p:nvPr/>
          </p:nvSpPr>
          <p:spPr>
            <a:xfrm>
              <a:off x="3360513" y="2989068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5" name="pt305"/>
            <p:cNvSpPr/>
            <p:nvPr/>
          </p:nvSpPr>
          <p:spPr>
            <a:xfrm>
              <a:off x="5091158" y="3564746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6" name="pt306"/>
            <p:cNvSpPr/>
            <p:nvPr/>
          </p:nvSpPr>
          <p:spPr>
            <a:xfrm>
              <a:off x="2807219" y="2818155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7" name="pt307"/>
            <p:cNvSpPr/>
            <p:nvPr/>
          </p:nvSpPr>
          <p:spPr>
            <a:xfrm>
              <a:off x="2655187" y="2732088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8" name="pt308"/>
            <p:cNvSpPr/>
            <p:nvPr/>
          </p:nvSpPr>
          <p:spPr>
            <a:xfrm>
              <a:off x="3697899" y="2376060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9" name="pt309"/>
            <p:cNvSpPr/>
            <p:nvPr/>
          </p:nvSpPr>
          <p:spPr>
            <a:xfrm>
              <a:off x="5728809" y="3902559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0" name="pt310"/>
            <p:cNvSpPr/>
            <p:nvPr/>
          </p:nvSpPr>
          <p:spPr>
            <a:xfrm>
              <a:off x="6850073" y="3800285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1" name="pt311"/>
            <p:cNvSpPr/>
            <p:nvPr/>
          </p:nvSpPr>
          <p:spPr>
            <a:xfrm>
              <a:off x="3770352" y="2951171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2" name="pt312"/>
            <p:cNvSpPr/>
            <p:nvPr/>
          </p:nvSpPr>
          <p:spPr>
            <a:xfrm>
              <a:off x="4681203" y="2603854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3" name="pt313"/>
            <p:cNvSpPr/>
            <p:nvPr/>
          </p:nvSpPr>
          <p:spPr>
            <a:xfrm>
              <a:off x="7113378" y="3855475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4" name="pt314"/>
            <p:cNvSpPr/>
            <p:nvPr/>
          </p:nvSpPr>
          <p:spPr>
            <a:xfrm>
              <a:off x="2703964" y="2649642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5" name="pt315"/>
            <p:cNvSpPr/>
            <p:nvPr/>
          </p:nvSpPr>
          <p:spPr>
            <a:xfrm>
              <a:off x="6151197" y="3789523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6" name="pt316"/>
            <p:cNvSpPr/>
            <p:nvPr/>
          </p:nvSpPr>
          <p:spPr>
            <a:xfrm>
              <a:off x="2952648" y="3117518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7" name="pt317"/>
            <p:cNvSpPr/>
            <p:nvPr/>
          </p:nvSpPr>
          <p:spPr>
            <a:xfrm>
              <a:off x="3889197" y="3299366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8" name="pt318"/>
            <p:cNvSpPr/>
            <p:nvPr/>
          </p:nvSpPr>
          <p:spPr>
            <a:xfrm>
              <a:off x="3044159" y="2247124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9" name="pt319"/>
            <p:cNvSpPr/>
            <p:nvPr/>
          </p:nvSpPr>
          <p:spPr>
            <a:xfrm>
              <a:off x="3929632" y="2612995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0" name="pt320"/>
            <p:cNvSpPr/>
            <p:nvPr/>
          </p:nvSpPr>
          <p:spPr>
            <a:xfrm>
              <a:off x="4193874" y="2895623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1" name="pt321"/>
            <p:cNvSpPr/>
            <p:nvPr/>
          </p:nvSpPr>
          <p:spPr>
            <a:xfrm>
              <a:off x="2891158" y="2593114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2" name="pt322"/>
            <p:cNvSpPr/>
            <p:nvPr/>
          </p:nvSpPr>
          <p:spPr>
            <a:xfrm>
              <a:off x="3056984" y="2712974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3" name="pt323"/>
            <p:cNvSpPr/>
            <p:nvPr/>
          </p:nvSpPr>
          <p:spPr>
            <a:xfrm>
              <a:off x="3489453" y="3038492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4" name="pt324"/>
            <p:cNvSpPr/>
            <p:nvPr/>
          </p:nvSpPr>
          <p:spPr>
            <a:xfrm>
              <a:off x="4355508" y="2824841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5" name="pt325"/>
            <p:cNvSpPr/>
            <p:nvPr/>
          </p:nvSpPr>
          <p:spPr>
            <a:xfrm>
              <a:off x="6228926" y="3600615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6" name="pt326"/>
            <p:cNvSpPr/>
            <p:nvPr/>
          </p:nvSpPr>
          <p:spPr>
            <a:xfrm>
              <a:off x="2738635" y="2555068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7" name="pt327"/>
            <p:cNvSpPr/>
            <p:nvPr/>
          </p:nvSpPr>
          <p:spPr>
            <a:xfrm>
              <a:off x="3725437" y="2579515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8" name="pt328"/>
            <p:cNvSpPr/>
            <p:nvPr/>
          </p:nvSpPr>
          <p:spPr>
            <a:xfrm>
              <a:off x="4495184" y="2660253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9" name="pt329"/>
            <p:cNvSpPr/>
            <p:nvPr/>
          </p:nvSpPr>
          <p:spPr>
            <a:xfrm>
              <a:off x="3696569" y="2305716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0" name="pt330"/>
            <p:cNvSpPr/>
            <p:nvPr/>
          </p:nvSpPr>
          <p:spPr>
            <a:xfrm>
              <a:off x="6450682" y="3559952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1" name="pt331"/>
            <p:cNvSpPr/>
            <p:nvPr/>
          </p:nvSpPr>
          <p:spPr>
            <a:xfrm>
              <a:off x="5719352" y="3069635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2" name="pt332"/>
            <p:cNvSpPr/>
            <p:nvPr/>
          </p:nvSpPr>
          <p:spPr>
            <a:xfrm>
              <a:off x="6316576" y="4173390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3" name="pt333"/>
            <p:cNvSpPr/>
            <p:nvPr/>
          </p:nvSpPr>
          <p:spPr>
            <a:xfrm>
              <a:off x="4189892" y="2924849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4" name="pt334"/>
            <p:cNvSpPr/>
            <p:nvPr/>
          </p:nvSpPr>
          <p:spPr>
            <a:xfrm>
              <a:off x="5115216" y="3751447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5" name="pt335"/>
            <p:cNvSpPr/>
            <p:nvPr/>
          </p:nvSpPr>
          <p:spPr>
            <a:xfrm>
              <a:off x="6797091" y="3776272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6" name="pt336"/>
            <p:cNvSpPr/>
            <p:nvPr/>
          </p:nvSpPr>
          <p:spPr>
            <a:xfrm>
              <a:off x="3429651" y="2523828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7" name="pt337"/>
            <p:cNvSpPr/>
            <p:nvPr/>
          </p:nvSpPr>
          <p:spPr>
            <a:xfrm>
              <a:off x="3785422" y="2998914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8" name="pt338"/>
            <p:cNvSpPr/>
            <p:nvPr/>
          </p:nvSpPr>
          <p:spPr>
            <a:xfrm>
              <a:off x="3676775" y="3029228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9" name="pt339"/>
            <p:cNvSpPr/>
            <p:nvPr/>
          </p:nvSpPr>
          <p:spPr>
            <a:xfrm>
              <a:off x="3003516" y="2249820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0" name="pt340"/>
            <p:cNvSpPr/>
            <p:nvPr/>
          </p:nvSpPr>
          <p:spPr>
            <a:xfrm>
              <a:off x="5901158" y="4184903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1" name="pt341"/>
            <p:cNvSpPr/>
            <p:nvPr/>
          </p:nvSpPr>
          <p:spPr>
            <a:xfrm>
              <a:off x="4586776" y="3471244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2" name="pg342"/>
            <p:cNvSpPr/>
            <p:nvPr/>
          </p:nvSpPr>
          <p:spPr>
            <a:xfrm>
              <a:off x="1266926" y="2187591"/>
              <a:ext cx="7000270" cy="2372835"/>
            </a:xfrm>
            <a:custGeom>
              <a:avLst/>
              <a:pathLst>
                <a:path w="7000270" h="2372835">
                  <a:moveTo>
                    <a:pt x="0" y="0"/>
                  </a:moveTo>
                  <a:lnTo>
                    <a:pt x="88611" y="29545"/>
                  </a:lnTo>
                  <a:lnTo>
                    <a:pt x="177222" y="59072"/>
                  </a:lnTo>
                  <a:lnTo>
                    <a:pt x="265833" y="88580"/>
                  </a:lnTo>
                  <a:lnTo>
                    <a:pt x="354444" y="118067"/>
                  </a:lnTo>
                  <a:lnTo>
                    <a:pt x="443055" y="147530"/>
                  </a:lnTo>
                  <a:lnTo>
                    <a:pt x="531666" y="176968"/>
                  </a:lnTo>
                  <a:lnTo>
                    <a:pt x="620277" y="206378"/>
                  </a:lnTo>
                  <a:lnTo>
                    <a:pt x="708888" y="235757"/>
                  </a:lnTo>
                  <a:lnTo>
                    <a:pt x="797499" y="265102"/>
                  </a:lnTo>
                  <a:lnTo>
                    <a:pt x="886110" y="294409"/>
                  </a:lnTo>
                  <a:lnTo>
                    <a:pt x="974721" y="323675"/>
                  </a:lnTo>
                  <a:lnTo>
                    <a:pt x="1063332" y="352894"/>
                  </a:lnTo>
                  <a:lnTo>
                    <a:pt x="1151943" y="382063"/>
                  </a:lnTo>
                  <a:lnTo>
                    <a:pt x="1240554" y="411174"/>
                  </a:lnTo>
                  <a:lnTo>
                    <a:pt x="1329165" y="440221"/>
                  </a:lnTo>
                  <a:lnTo>
                    <a:pt x="1417776" y="469198"/>
                  </a:lnTo>
                  <a:lnTo>
                    <a:pt x="1506387" y="498095"/>
                  </a:lnTo>
                  <a:lnTo>
                    <a:pt x="1594998" y="526904"/>
                  </a:lnTo>
                  <a:lnTo>
                    <a:pt x="1683609" y="555614"/>
                  </a:lnTo>
                  <a:lnTo>
                    <a:pt x="1772220" y="584212"/>
                  </a:lnTo>
                  <a:lnTo>
                    <a:pt x="1860831" y="612688"/>
                  </a:lnTo>
                  <a:lnTo>
                    <a:pt x="1949442" y="641026"/>
                  </a:lnTo>
                  <a:lnTo>
                    <a:pt x="2038053" y="669213"/>
                  </a:lnTo>
                  <a:lnTo>
                    <a:pt x="2126664" y="697232"/>
                  </a:lnTo>
                  <a:lnTo>
                    <a:pt x="2215275" y="725069"/>
                  </a:lnTo>
                  <a:lnTo>
                    <a:pt x="2303886" y="752707"/>
                  </a:lnTo>
                  <a:lnTo>
                    <a:pt x="2392497" y="780133"/>
                  </a:lnTo>
                  <a:lnTo>
                    <a:pt x="2481108" y="807334"/>
                  </a:lnTo>
                  <a:lnTo>
                    <a:pt x="2569719" y="834299"/>
                  </a:lnTo>
                  <a:lnTo>
                    <a:pt x="2658330" y="861021"/>
                  </a:lnTo>
                  <a:lnTo>
                    <a:pt x="2746941" y="887498"/>
                  </a:lnTo>
                  <a:lnTo>
                    <a:pt x="2835552" y="913731"/>
                  </a:lnTo>
                  <a:lnTo>
                    <a:pt x="2924163" y="939723"/>
                  </a:lnTo>
                  <a:lnTo>
                    <a:pt x="3012774" y="965483"/>
                  </a:lnTo>
                  <a:lnTo>
                    <a:pt x="3101385" y="991022"/>
                  </a:lnTo>
                  <a:lnTo>
                    <a:pt x="3189996" y="1016355"/>
                  </a:lnTo>
                  <a:lnTo>
                    <a:pt x="3278607" y="1041495"/>
                  </a:lnTo>
                  <a:lnTo>
                    <a:pt x="3367218" y="1066458"/>
                  </a:lnTo>
                  <a:lnTo>
                    <a:pt x="3455829" y="1091260"/>
                  </a:lnTo>
                  <a:lnTo>
                    <a:pt x="3544440" y="1115916"/>
                  </a:lnTo>
                  <a:lnTo>
                    <a:pt x="3633051" y="1140441"/>
                  </a:lnTo>
                  <a:lnTo>
                    <a:pt x="3721662" y="1164847"/>
                  </a:lnTo>
                  <a:lnTo>
                    <a:pt x="3810273" y="1189147"/>
                  </a:lnTo>
                  <a:lnTo>
                    <a:pt x="3898884" y="1213352"/>
                  </a:lnTo>
                  <a:lnTo>
                    <a:pt x="3987495" y="1237473"/>
                  </a:lnTo>
                  <a:lnTo>
                    <a:pt x="4076107" y="1261517"/>
                  </a:lnTo>
                  <a:lnTo>
                    <a:pt x="4164718" y="1285493"/>
                  </a:lnTo>
                  <a:lnTo>
                    <a:pt x="4253329" y="1309409"/>
                  </a:lnTo>
                  <a:lnTo>
                    <a:pt x="4341940" y="1333269"/>
                  </a:lnTo>
                  <a:lnTo>
                    <a:pt x="4430551" y="1357080"/>
                  </a:lnTo>
                  <a:lnTo>
                    <a:pt x="4519162" y="1380847"/>
                  </a:lnTo>
                  <a:lnTo>
                    <a:pt x="4607773" y="1404575"/>
                  </a:lnTo>
                  <a:lnTo>
                    <a:pt x="4696384" y="1428265"/>
                  </a:lnTo>
                  <a:lnTo>
                    <a:pt x="4784995" y="1451924"/>
                  </a:lnTo>
                  <a:lnTo>
                    <a:pt x="4873606" y="1475552"/>
                  </a:lnTo>
                  <a:lnTo>
                    <a:pt x="4962217" y="1499154"/>
                  </a:lnTo>
                  <a:lnTo>
                    <a:pt x="5050828" y="1522730"/>
                  </a:lnTo>
                  <a:lnTo>
                    <a:pt x="5139439" y="1546285"/>
                  </a:lnTo>
                  <a:lnTo>
                    <a:pt x="5228050" y="1569818"/>
                  </a:lnTo>
                  <a:lnTo>
                    <a:pt x="5316661" y="1593333"/>
                  </a:lnTo>
                  <a:lnTo>
                    <a:pt x="5405272" y="1616831"/>
                  </a:lnTo>
                  <a:lnTo>
                    <a:pt x="5493883" y="1640312"/>
                  </a:lnTo>
                  <a:lnTo>
                    <a:pt x="5582494" y="1663779"/>
                  </a:lnTo>
                  <a:lnTo>
                    <a:pt x="5671105" y="1687232"/>
                  </a:lnTo>
                  <a:lnTo>
                    <a:pt x="5759716" y="1710673"/>
                  </a:lnTo>
                  <a:lnTo>
                    <a:pt x="5848327" y="1734101"/>
                  </a:lnTo>
                  <a:lnTo>
                    <a:pt x="5936938" y="1757520"/>
                  </a:lnTo>
                  <a:lnTo>
                    <a:pt x="6025549" y="1780928"/>
                  </a:lnTo>
                  <a:lnTo>
                    <a:pt x="6114160" y="1804326"/>
                  </a:lnTo>
                  <a:lnTo>
                    <a:pt x="6202771" y="1827716"/>
                  </a:lnTo>
                  <a:lnTo>
                    <a:pt x="6291382" y="1851098"/>
                  </a:lnTo>
                  <a:lnTo>
                    <a:pt x="6379993" y="1874472"/>
                  </a:lnTo>
                  <a:lnTo>
                    <a:pt x="6468604" y="1897839"/>
                  </a:lnTo>
                  <a:lnTo>
                    <a:pt x="6557215" y="1921199"/>
                  </a:lnTo>
                  <a:lnTo>
                    <a:pt x="6645826" y="1944553"/>
                  </a:lnTo>
                  <a:lnTo>
                    <a:pt x="6734437" y="1967901"/>
                  </a:lnTo>
                  <a:lnTo>
                    <a:pt x="6823048" y="1991244"/>
                  </a:lnTo>
                  <a:lnTo>
                    <a:pt x="6911659" y="2014581"/>
                  </a:lnTo>
                  <a:lnTo>
                    <a:pt x="7000270" y="2037913"/>
                  </a:lnTo>
                  <a:lnTo>
                    <a:pt x="7000270" y="2372835"/>
                  </a:lnTo>
                  <a:lnTo>
                    <a:pt x="6911659" y="2343117"/>
                  </a:lnTo>
                  <a:lnTo>
                    <a:pt x="6823048" y="2313405"/>
                  </a:lnTo>
                  <a:lnTo>
                    <a:pt x="6734437" y="2283698"/>
                  </a:lnTo>
                  <a:lnTo>
                    <a:pt x="6645826" y="2253997"/>
                  </a:lnTo>
                  <a:lnTo>
                    <a:pt x="6557215" y="2224301"/>
                  </a:lnTo>
                  <a:lnTo>
                    <a:pt x="6468604" y="2194612"/>
                  </a:lnTo>
                  <a:lnTo>
                    <a:pt x="6379993" y="2164930"/>
                  </a:lnTo>
                  <a:lnTo>
                    <a:pt x="6291382" y="2135255"/>
                  </a:lnTo>
                  <a:lnTo>
                    <a:pt x="6202771" y="2105587"/>
                  </a:lnTo>
                  <a:lnTo>
                    <a:pt x="6114160" y="2075927"/>
                  </a:lnTo>
                  <a:lnTo>
                    <a:pt x="6025549" y="2046277"/>
                  </a:lnTo>
                  <a:lnTo>
                    <a:pt x="5936938" y="2016635"/>
                  </a:lnTo>
                  <a:lnTo>
                    <a:pt x="5848327" y="1987004"/>
                  </a:lnTo>
                  <a:lnTo>
                    <a:pt x="5759716" y="1957383"/>
                  </a:lnTo>
                  <a:lnTo>
                    <a:pt x="5671105" y="1927774"/>
                  </a:lnTo>
                  <a:lnTo>
                    <a:pt x="5582494" y="1898178"/>
                  </a:lnTo>
                  <a:lnTo>
                    <a:pt x="5493883" y="1868596"/>
                  </a:lnTo>
                  <a:lnTo>
                    <a:pt x="5405272" y="1839028"/>
                  </a:lnTo>
                  <a:lnTo>
                    <a:pt x="5316661" y="1809476"/>
                  </a:lnTo>
                  <a:lnTo>
                    <a:pt x="5228050" y="1779941"/>
                  </a:lnTo>
                  <a:lnTo>
                    <a:pt x="5139439" y="1750425"/>
                  </a:lnTo>
                  <a:lnTo>
                    <a:pt x="5050828" y="1720930"/>
                  </a:lnTo>
                  <a:lnTo>
                    <a:pt x="4962217" y="1691458"/>
                  </a:lnTo>
                  <a:lnTo>
                    <a:pt x="4873606" y="1662010"/>
                  </a:lnTo>
                  <a:lnTo>
                    <a:pt x="4784995" y="1632589"/>
                  </a:lnTo>
                  <a:lnTo>
                    <a:pt x="4696384" y="1603198"/>
                  </a:lnTo>
                  <a:lnTo>
                    <a:pt x="4607773" y="1573839"/>
                  </a:lnTo>
                  <a:lnTo>
                    <a:pt x="4519162" y="1544517"/>
                  </a:lnTo>
                  <a:lnTo>
                    <a:pt x="4430551" y="1515234"/>
                  </a:lnTo>
                  <a:lnTo>
                    <a:pt x="4341940" y="1485996"/>
                  </a:lnTo>
                  <a:lnTo>
                    <a:pt x="4253329" y="1456807"/>
                  </a:lnTo>
                  <a:lnTo>
                    <a:pt x="4164718" y="1427673"/>
                  </a:lnTo>
                  <a:lnTo>
                    <a:pt x="4076107" y="1398600"/>
                  </a:lnTo>
                  <a:lnTo>
                    <a:pt x="3987495" y="1369595"/>
                  </a:lnTo>
                  <a:lnTo>
                    <a:pt x="3898884" y="1340666"/>
                  </a:lnTo>
                  <a:lnTo>
                    <a:pt x="3810273" y="1311822"/>
                  </a:lnTo>
                  <a:lnTo>
                    <a:pt x="3721662" y="1283073"/>
                  </a:lnTo>
                  <a:lnTo>
                    <a:pt x="3633051" y="1254429"/>
                  </a:lnTo>
                  <a:lnTo>
                    <a:pt x="3544440" y="1225904"/>
                  </a:lnTo>
                  <a:lnTo>
                    <a:pt x="3455829" y="1197511"/>
                  </a:lnTo>
                  <a:lnTo>
                    <a:pt x="3367218" y="1169264"/>
                  </a:lnTo>
                  <a:lnTo>
                    <a:pt x="3278607" y="1141178"/>
                  </a:lnTo>
                  <a:lnTo>
                    <a:pt x="3189996" y="1113269"/>
                  </a:lnTo>
                  <a:lnTo>
                    <a:pt x="3101385" y="1085552"/>
                  </a:lnTo>
                  <a:lnTo>
                    <a:pt x="3012774" y="1058042"/>
                  </a:lnTo>
                  <a:lnTo>
                    <a:pt x="2924163" y="1030752"/>
                  </a:lnTo>
                  <a:lnTo>
                    <a:pt x="2835552" y="1003695"/>
                  </a:lnTo>
                  <a:lnTo>
                    <a:pt x="2746941" y="976878"/>
                  </a:lnTo>
                  <a:lnTo>
                    <a:pt x="2658330" y="950305"/>
                  </a:lnTo>
                  <a:lnTo>
                    <a:pt x="2569719" y="923979"/>
                  </a:lnTo>
                  <a:lnTo>
                    <a:pt x="2481108" y="897894"/>
                  </a:lnTo>
                  <a:lnTo>
                    <a:pt x="2392497" y="872045"/>
                  </a:lnTo>
                  <a:lnTo>
                    <a:pt x="2303886" y="846422"/>
                  </a:lnTo>
                  <a:lnTo>
                    <a:pt x="2215275" y="821011"/>
                  </a:lnTo>
                  <a:lnTo>
                    <a:pt x="2126664" y="795798"/>
                  </a:lnTo>
                  <a:lnTo>
                    <a:pt x="2038053" y="770768"/>
                  </a:lnTo>
                  <a:lnTo>
                    <a:pt x="1949442" y="745905"/>
                  </a:lnTo>
                  <a:lnTo>
                    <a:pt x="1860831" y="721194"/>
                  </a:lnTo>
                  <a:lnTo>
                    <a:pt x="1772220" y="696620"/>
                  </a:lnTo>
                  <a:lnTo>
                    <a:pt x="1683609" y="672170"/>
                  </a:lnTo>
                  <a:lnTo>
                    <a:pt x="1594998" y="647830"/>
                  </a:lnTo>
                  <a:lnTo>
                    <a:pt x="1506387" y="623589"/>
                  </a:lnTo>
                  <a:lnTo>
                    <a:pt x="1417776" y="599437"/>
                  </a:lnTo>
                  <a:lnTo>
                    <a:pt x="1329165" y="575364"/>
                  </a:lnTo>
                  <a:lnTo>
                    <a:pt x="1240554" y="551362"/>
                  </a:lnTo>
                  <a:lnTo>
                    <a:pt x="1151943" y="527424"/>
                  </a:lnTo>
                  <a:lnTo>
                    <a:pt x="1063332" y="503543"/>
                  </a:lnTo>
                  <a:lnTo>
                    <a:pt x="974721" y="479713"/>
                  </a:lnTo>
                  <a:lnTo>
                    <a:pt x="886110" y="455930"/>
                  </a:lnTo>
                  <a:lnTo>
                    <a:pt x="797499" y="432188"/>
                  </a:lnTo>
                  <a:lnTo>
                    <a:pt x="708888" y="408483"/>
                  </a:lnTo>
                  <a:lnTo>
                    <a:pt x="620277" y="384813"/>
                  </a:lnTo>
                  <a:lnTo>
                    <a:pt x="531666" y="361173"/>
                  </a:lnTo>
                  <a:lnTo>
                    <a:pt x="443055" y="337561"/>
                  </a:lnTo>
                  <a:lnTo>
                    <a:pt x="354444" y="313975"/>
                  </a:lnTo>
                  <a:lnTo>
                    <a:pt x="265833" y="290412"/>
                  </a:lnTo>
                  <a:lnTo>
                    <a:pt x="177222" y="266871"/>
                  </a:lnTo>
                  <a:lnTo>
                    <a:pt x="88611" y="243349"/>
                  </a:lnTo>
                  <a:lnTo>
                    <a:pt x="0" y="219845"/>
                  </a:lnTo>
                  <a:close/>
                </a:path>
              </a:pathLst>
            </a:custGeom>
            <a:solidFill>
              <a:srgbClr val="999999">
                <a:alpha val="40000"/>
              </a:srgbClr>
            </a:solidFill>
          </p:spPr>
          <p:txBody>
            <a:bodyPr/>
            <a:lstStyle/>
            <a:p/>
          </p:txBody>
        </p:sp>
        <p:sp>
          <p:nvSpPr>
            <p:cNvPr id="343" name="pl343"/>
            <p:cNvSpPr/>
            <p:nvPr/>
          </p:nvSpPr>
          <p:spPr>
            <a:xfrm>
              <a:off x="1266926" y="2187591"/>
              <a:ext cx="7000270" cy="2037913"/>
            </a:xfrm>
            <a:custGeom>
              <a:avLst/>
              <a:pathLst>
                <a:path w="7000270" h="2037913">
                  <a:moveTo>
                    <a:pt x="0" y="0"/>
                  </a:moveTo>
                  <a:lnTo>
                    <a:pt x="88611" y="29545"/>
                  </a:lnTo>
                  <a:lnTo>
                    <a:pt x="177222" y="59072"/>
                  </a:lnTo>
                  <a:lnTo>
                    <a:pt x="265833" y="88580"/>
                  </a:lnTo>
                  <a:lnTo>
                    <a:pt x="354444" y="118067"/>
                  </a:lnTo>
                  <a:lnTo>
                    <a:pt x="443055" y="147530"/>
                  </a:lnTo>
                  <a:lnTo>
                    <a:pt x="531666" y="176968"/>
                  </a:lnTo>
                  <a:lnTo>
                    <a:pt x="620277" y="206378"/>
                  </a:lnTo>
                  <a:lnTo>
                    <a:pt x="708888" y="235757"/>
                  </a:lnTo>
                  <a:lnTo>
                    <a:pt x="797499" y="265102"/>
                  </a:lnTo>
                  <a:lnTo>
                    <a:pt x="886110" y="294409"/>
                  </a:lnTo>
                  <a:lnTo>
                    <a:pt x="974721" y="323675"/>
                  </a:lnTo>
                  <a:lnTo>
                    <a:pt x="1063332" y="352894"/>
                  </a:lnTo>
                  <a:lnTo>
                    <a:pt x="1151943" y="382063"/>
                  </a:lnTo>
                  <a:lnTo>
                    <a:pt x="1240554" y="411174"/>
                  </a:lnTo>
                  <a:lnTo>
                    <a:pt x="1329165" y="440221"/>
                  </a:lnTo>
                  <a:lnTo>
                    <a:pt x="1417776" y="469198"/>
                  </a:lnTo>
                  <a:lnTo>
                    <a:pt x="1506387" y="498095"/>
                  </a:lnTo>
                  <a:lnTo>
                    <a:pt x="1594998" y="526904"/>
                  </a:lnTo>
                  <a:lnTo>
                    <a:pt x="1683609" y="555614"/>
                  </a:lnTo>
                  <a:lnTo>
                    <a:pt x="1772220" y="584212"/>
                  </a:lnTo>
                  <a:lnTo>
                    <a:pt x="1860831" y="612688"/>
                  </a:lnTo>
                  <a:lnTo>
                    <a:pt x="1949442" y="641026"/>
                  </a:lnTo>
                  <a:lnTo>
                    <a:pt x="2038053" y="669213"/>
                  </a:lnTo>
                  <a:lnTo>
                    <a:pt x="2126664" y="697232"/>
                  </a:lnTo>
                  <a:lnTo>
                    <a:pt x="2215275" y="725069"/>
                  </a:lnTo>
                  <a:lnTo>
                    <a:pt x="2303886" y="752707"/>
                  </a:lnTo>
                  <a:lnTo>
                    <a:pt x="2392497" y="780133"/>
                  </a:lnTo>
                  <a:lnTo>
                    <a:pt x="2481108" y="807334"/>
                  </a:lnTo>
                  <a:lnTo>
                    <a:pt x="2569719" y="834299"/>
                  </a:lnTo>
                  <a:lnTo>
                    <a:pt x="2658330" y="861021"/>
                  </a:lnTo>
                  <a:lnTo>
                    <a:pt x="2746941" y="887498"/>
                  </a:lnTo>
                  <a:lnTo>
                    <a:pt x="2835552" y="913731"/>
                  </a:lnTo>
                  <a:lnTo>
                    <a:pt x="2924163" y="939723"/>
                  </a:lnTo>
                  <a:lnTo>
                    <a:pt x="3012774" y="965483"/>
                  </a:lnTo>
                  <a:lnTo>
                    <a:pt x="3101385" y="991022"/>
                  </a:lnTo>
                  <a:lnTo>
                    <a:pt x="3189996" y="1016355"/>
                  </a:lnTo>
                  <a:lnTo>
                    <a:pt x="3278607" y="1041495"/>
                  </a:lnTo>
                  <a:lnTo>
                    <a:pt x="3367218" y="1066458"/>
                  </a:lnTo>
                  <a:lnTo>
                    <a:pt x="3455829" y="1091260"/>
                  </a:lnTo>
                  <a:lnTo>
                    <a:pt x="3544440" y="1115916"/>
                  </a:lnTo>
                  <a:lnTo>
                    <a:pt x="3633051" y="1140441"/>
                  </a:lnTo>
                  <a:lnTo>
                    <a:pt x="3721662" y="1164847"/>
                  </a:lnTo>
                  <a:lnTo>
                    <a:pt x="3810273" y="1189147"/>
                  </a:lnTo>
                  <a:lnTo>
                    <a:pt x="3898884" y="1213352"/>
                  </a:lnTo>
                  <a:lnTo>
                    <a:pt x="3987495" y="1237473"/>
                  </a:lnTo>
                  <a:lnTo>
                    <a:pt x="4076107" y="1261517"/>
                  </a:lnTo>
                  <a:lnTo>
                    <a:pt x="4164718" y="1285493"/>
                  </a:lnTo>
                  <a:lnTo>
                    <a:pt x="4253329" y="1309409"/>
                  </a:lnTo>
                  <a:lnTo>
                    <a:pt x="4341940" y="1333269"/>
                  </a:lnTo>
                  <a:lnTo>
                    <a:pt x="4430551" y="1357080"/>
                  </a:lnTo>
                  <a:lnTo>
                    <a:pt x="4519162" y="1380847"/>
                  </a:lnTo>
                  <a:lnTo>
                    <a:pt x="4607773" y="1404575"/>
                  </a:lnTo>
                  <a:lnTo>
                    <a:pt x="4696384" y="1428265"/>
                  </a:lnTo>
                  <a:lnTo>
                    <a:pt x="4784995" y="1451924"/>
                  </a:lnTo>
                  <a:lnTo>
                    <a:pt x="4873606" y="1475552"/>
                  </a:lnTo>
                  <a:lnTo>
                    <a:pt x="4962217" y="1499154"/>
                  </a:lnTo>
                  <a:lnTo>
                    <a:pt x="5050828" y="1522730"/>
                  </a:lnTo>
                  <a:lnTo>
                    <a:pt x="5139439" y="1546285"/>
                  </a:lnTo>
                  <a:lnTo>
                    <a:pt x="5228050" y="1569818"/>
                  </a:lnTo>
                  <a:lnTo>
                    <a:pt x="5316661" y="1593333"/>
                  </a:lnTo>
                  <a:lnTo>
                    <a:pt x="5405272" y="1616831"/>
                  </a:lnTo>
                  <a:lnTo>
                    <a:pt x="5493883" y="1640312"/>
                  </a:lnTo>
                  <a:lnTo>
                    <a:pt x="5582494" y="1663779"/>
                  </a:lnTo>
                  <a:lnTo>
                    <a:pt x="5671105" y="1687232"/>
                  </a:lnTo>
                  <a:lnTo>
                    <a:pt x="5759716" y="1710673"/>
                  </a:lnTo>
                  <a:lnTo>
                    <a:pt x="5848327" y="1734101"/>
                  </a:lnTo>
                  <a:lnTo>
                    <a:pt x="5936938" y="1757520"/>
                  </a:lnTo>
                  <a:lnTo>
                    <a:pt x="6025549" y="1780928"/>
                  </a:lnTo>
                  <a:lnTo>
                    <a:pt x="6114160" y="1804326"/>
                  </a:lnTo>
                  <a:lnTo>
                    <a:pt x="6202771" y="1827716"/>
                  </a:lnTo>
                  <a:lnTo>
                    <a:pt x="6291382" y="1851098"/>
                  </a:lnTo>
                  <a:lnTo>
                    <a:pt x="6379993" y="1874472"/>
                  </a:lnTo>
                  <a:lnTo>
                    <a:pt x="6468604" y="1897839"/>
                  </a:lnTo>
                  <a:lnTo>
                    <a:pt x="6557215" y="1921199"/>
                  </a:lnTo>
                  <a:lnTo>
                    <a:pt x="6645826" y="1944553"/>
                  </a:lnTo>
                  <a:lnTo>
                    <a:pt x="6734437" y="1967901"/>
                  </a:lnTo>
                  <a:lnTo>
                    <a:pt x="6823048" y="1991244"/>
                  </a:lnTo>
                  <a:lnTo>
                    <a:pt x="6911659" y="2014581"/>
                  </a:lnTo>
                  <a:lnTo>
                    <a:pt x="7000270" y="2037913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344" name="pl344"/>
            <p:cNvSpPr/>
            <p:nvPr/>
          </p:nvSpPr>
          <p:spPr>
            <a:xfrm>
              <a:off x="1266926" y="2407436"/>
              <a:ext cx="7000270" cy="2152989"/>
            </a:xfrm>
            <a:custGeom>
              <a:avLst/>
              <a:pathLst>
                <a:path w="7000270" h="2152989">
                  <a:moveTo>
                    <a:pt x="7000270" y="2152989"/>
                  </a:moveTo>
                  <a:lnTo>
                    <a:pt x="6911659" y="2123272"/>
                  </a:lnTo>
                  <a:lnTo>
                    <a:pt x="6823048" y="2093560"/>
                  </a:lnTo>
                  <a:lnTo>
                    <a:pt x="6734437" y="2063853"/>
                  </a:lnTo>
                  <a:lnTo>
                    <a:pt x="6645826" y="2034151"/>
                  </a:lnTo>
                  <a:lnTo>
                    <a:pt x="6557215" y="2004456"/>
                  </a:lnTo>
                  <a:lnTo>
                    <a:pt x="6468604" y="1974767"/>
                  </a:lnTo>
                  <a:lnTo>
                    <a:pt x="6379993" y="1945084"/>
                  </a:lnTo>
                  <a:lnTo>
                    <a:pt x="6291382" y="1915409"/>
                  </a:lnTo>
                  <a:lnTo>
                    <a:pt x="6202771" y="1885741"/>
                  </a:lnTo>
                  <a:lnTo>
                    <a:pt x="6114160" y="1856082"/>
                  </a:lnTo>
                  <a:lnTo>
                    <a:pt x="6025549" y="1826431"/>
                  </a:lnTo>
                  <a:lnTo>
                    <a:pt x="5936938" y="1796790"/>
                  </a:lnTo>
                  <a:lnTo>
                    <a:pt x="5848327" y="1767158"/>
                  </a:lnTo>
                  <a:lnTo>
                    <a:pt x="5759716" y="1737538"/>
                  </a:lnTo>
                  <a:lnTo>
                    <a:pt x="5671105" y="1707929"/>
                  </a:lnTo>
                  <a:lnTo>
                    <a:pt x="5582494" y="1678333"/>
                  </a:lnTo>
                  <a:lnTo>
                    <a:pt x="5493883" y="1648750"/>
                  </a:lnTo>
                  <a:lnTo>
                    <a:pt x="5405272" y="1619182"/>
                  </a:lnTo>
                  <a:lnTo>
                    <a:pt x="5316661" y="1589630"/>
                  </a:lnTo>
                  <a:lnTo>
                    <a:pt x="5228050" y="1560096"/>
                  </a:lnTo>
                  <a:lnTo>
                    <a:pt x="5139439" y="1530580"/>
                  </a:lnTo>
                  <a:lnTo>
                    <a:pt x="5050828" y="1501085"/>
                  </a:lnTo>
                  <a:lnTo>
                    <a:pt x="4962217" y="1471612"/>
                  </a:lnTo>
                  <a:lnTo>
                    <a:pt x="4873606" y="1442164"/>
                  </a:lnTo>
                  <a:lnTo>
                    <a:pt x="4784995" y="1412743"/>
                  </a:lnTo>
                  <a:lnTo>
                    <a:pt x="4696384" y="1383352"/>
                  </a:lnTo>
                  <a:lnTo>
                    <a:pt x="4607773" y="1353994"/>
                  </a:lnTo>
                  <a:lnTo>
                    <a:pt x="4519162" y="1324671"/>
                  </a:lnTo>
                  <a:lnTo>
                    <a:pt x="4430551" y="1295389"/>
                  </a:lnTo>
                  <a:lnTo>
                    <a:pt x="4341940" y="1266151"/>
                  </a:lnTo>
                  <a:lnTo>
                    <a:pt x="4253329" y="1236962"/>
                  </a:lnTo>
                  <a:lnTo>
                    <a:pt x="4164718" y="1207828"/>
                  </a:lnTo>
                  <a:lnTo>
                    <a:pt x="4076107" y="1178755"/>
                  </a:lnTo>
                  <a:lnTo>
                    <a:pt x="3987495" y="1149750"/>
                  </a:lnTo>
                  <a:lnTo>
                    <a:pt x="3898884" y="1120820"/>
                  </a:lnTo>
                  <a:lnTo>
                    <a:pt x="3810273" y="1091976"/>
                  </a:lnTo>
                  <a:lnTo>
                    <a:pt x="3721662" y="1063227"/>
                  </a:lnTo>
                  <a:lnTo>
                    <a:pt x="3633051" y="1034584"/>
                  </a:lnTo>
                  <a:lnTo>
                    <a:pt x="3544440" y="1006059"/>
                  </a:lnTo>
                  <a:lnTo>
                    <a:pt x="3455829" y="977666"/>
                  </a:lnTo>
                  <a:lnTo>
                    <a:pt x="3367218" y="949418"/>
                  </a:lnTo>
                  <a:lnTo>
                    <a:pt x="3278607" y="921332"/>
                  </a:lnTo>
                  <a:lnTo>
                    <a:pt x="3189996" y="893423"/>
                  </a:lnTo>
                  <a:lnTo>
                    <a:pt x="3101385" y="865706"/>
                  </a:lnTo>
                  <a:lnTo>
                    <a:pt x="3012774" y="838196"/>
                  </a:lnTo>
                  <a:lnTo>
                    <a:pt x="2924163" y="810907"/>
                  </a:lnTo>
                  <a:lnTo>
                    <a:pt x="2835552" y="783849"/>
                  </a:lnTo>
                  <a:lnTo>
                    <a:pt x="2746941" y="757032"/>
                  </a:lnTo>
                  <a:lnTo>
                    <a:pt x="2658330" y="730460"/>
                  </a:lnTo>
                  <a:lnTo>
                    <a:pt x="2569719" y="704133"/>
                  </a:lnTo>
                  <a:lnTo>
                    <a:pt x="2481108" y="678049"/>
                  </a:lnTo>
                  <a:lnTo>
                    <a:pt x="2392497" y="652200"/>
                  </a:lnTo>
                  <a:lnTo>
                    <a:pt x="2303886" y="626576"/>
                  </a:lnTo>
                  <a:lnTo>
                    <a:pt x="2215275" y="601165"/>
                  </a:lnTo>
                  <a:lnTo>
                    <a:pt x="2126664" y="575952"/>
                  </a:lnTo>
                  <a:lnTo>
                    <a:pt x="2038053" y="550922"/>
                  </a:lnTo>
                  <a:lnTo>
                    <a:pt x="1949442" y="526060"/>
                  </a:lnTo>
                  <a:lnTo>
                    <a:pt x="1860831" y="501349"/>
                  </a:lnTo>
                  <a:lnTo>
                    <a:pt x="1772220" y="476775"/>
                  </a:lnTo>
                  <a:lnTo>
                    <a:pt x="1683609" y="452324"/>
                  </a:lnTo>
                  <a:lnTo>
                    <a:pt x="1594998" y="427984"/>
                  </a:lnTo>
                  <a:lnTo>
                    <a:pt x="1506387" y="403743"/>
                  </a:lnTo>
                  <a:lnTo>
                    <a:pt x="1417776" y="379591"/>
                  </a:lnTo>
                  <a:lnTo>
                    <a:pt x="1329165" y="355519"/>
                  </a:lnTo>
                  <a:lnTo>
                    <a:pt x="1240554" y="331517"/>
                  </a:lnTo>
                  <a:lnTo>
                    <a:pt x="1151943" y="307579"/>
                  </a:lnTo>
                  <a:lnTo>
                    <a:pt x="1063332" y="283698"/>
                  </a:lnTo>
                  <a:lnTo>
                    <a:pt x="974721" y="259868"/>
                  </a:lnTo>
                  <a:lnTo>
                    <a:pt x="886110" y="236084"/>
                  </a:lnTo>
                  <a:lnTo>
                    <a:pt x="797499" y="212342"/>
                  </a:lnTo>
                  <a:lnTo>
                    <a:pt x="708888" y="188638"/>
                  </a:lnTo>
                  <a:lnTo>
                    <a:pt x="620277" y="164967"/>
                  </a:lnTo>
                  <a:lnTo>
                    <a:pt x="531666" y="141327"/>
                  </a:lnTo>
                  <a:lnTo>
                    <a:pt x="443055" y="117716"/>
                  </a:lnTo>
                  <a:lnTo>
                    <a:pt x="354444" y="94130"/>
                  </a:lnTo>
                  <a:lnTo>
                    <a:pt x="265833" y="70567"/>
                  </a:lnTo>
                  <a:lnTo>
                    <a:pt x="177222" y="47025"/>
                  </a:lnTo>
                  <a:lnTo>
                    <a:pt x="88611" y="23504"/>
                  </a:lnTo>
                  <a:lnTo>
                    <a:pt x="0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345" name="pl345"/>
            <p:cNvSpPr/>
            <p:nvPr/>
          </p:nvSpPr>
          <p:spPr>
            <a:xfrm>
              <a:off x="1266926" y="2297514"/>
              <a:ext cx="7000270" cy="2095451"/>
            </a:xfrm>
            <a:custGeom>
              <a:avLst/>
              <a:pathLst>
                <a:path w="7000270" h="2095451">
                  <a:moveTo>
                    <a:pt x="0" y="0"/>
                  </a:moveTo>
                  <a:lnTo>
                    <a:pt x="88611" y="26524"/>
                  </a:lnTo>
                  <a:lnTo>
                    <a:pt x="177222" y="53049"/>
                  </a:lnTo>
                  <a:lnTo>
                    <a:pt x="265833" y="79574"/>
                  </a:lnTo>
                  <a:lnTo>
                    <a:pt x="354444" y="106098"/>
                  </a:lnTo>
                  <a:lnTo>
                    <a:pt x="443055" y="132623"/>
                  </a:lnTo>
                  <a:lnTo>
                    <a:pt x="531666" y="159148"/>
                  </a:lnTo>
                  <a:lnTo>
                    <a:pt x="620277" y="185672"/>
                  </a:lnTo>
                  <a:lnTo>
                    <a:pt x="708888" y="212197"/>
                  </a:lnTo>
                  <a:lnTo>
                    <a:pt x="797499" y="238722"/>
                  </a:lnTo>
                  <a:lnTo>
                    <a:pt x="886110" y="265247"/>
                  </a:lnTo>
                  <a:lnTo>
                    <a:pt x="974721" y="291771"/>
                  </a:lnTo>
                  <a:lnTo>
                    <a:pt x="1063332" y="318296"/>
                  </a:lnTo>
                  <a:lnTo>
                    <a:pt x="1151943" y="344821"/>
                  </a:lnTo>
                  <a:lnTo>
                    <a:pt x="1240554" y="371345"/>
                  </a:lnTo>
                  <a:lnTo>
                    <a:pt x="1329165" y="397870"/>
                  </a:lnTo>
                  <a:lnTo>
                    <a:pt x="1417776" y="424395"/>
                  </a:lnTo>
                  <a:lnTo>
                    <a:pt x="1506387" y="450919"/>
                  </a:lnTo>
                  <a:lnTo>
                    <a:pt x="1594998" y="477444"/>
                  </a:lnTo>
                  <a:lnTo>
                    <a:pt x="1683609" y="503969"/>
                  </a:lnTo>
                  <a:lnTo>
                    <a:pt x="1772220" y="530494"/>
                  </a:lnTo>
                  <a:lnTo>
                    <a:pt x="1860831" y="557018"/>
                  </a:lnTo>
                  <a:lnTo>
                    <a:pt x="1949442" y="583543"/>
                  </a:lnTo>
                  <a:lnTo>
                    <a:pt x="2038053" y="610068"/>
                  </a:lnTo>
                  <a:lnTo>
                    <a:pt x="2126664" y="636592"/>
                  </a:lnTo>
                  <a:lnTo>
                    <a:pt x="2215275" y="663117"/>
                  </a:lnTo>
                  <a:lnTo>
                    <a:pt x="2303886" y="689642"/>
                  </a:lnTo>
                  <a:lnTo>
                    <a:pt x="2392497" y="716166"/>
                  </a:lnTo>
                  <a:lnTo>
                    <a:pt x="2481108" y="742691"/>
                  </a:lnTo>
                  <a:lnTo>
                    <a:pt x="2569719" y="769216"/>
                  </a:lnTo>
                  <a:lnTo>
                    <a:pt x="2658330" y="795741"/>
                  </a:lnTo>
                  <a:lnTo>
                    <a:pt x="2746941" y="822265"/>
                  </a:lnTo>
                  <a:lnTo>
                    <a:pt x="2835552" y="848790"/>
                  </a:lnTo>
                  <a:lnTo>
                    <a:pt x="2924163" y="875315"/>
                  </a:lnTo>
                  <a:lnTo>
                    <a:pt x="3012774" y="901839"/>
                  </a:lnTo>
                  <a:lnTo>
                    <a:pt x="3101385" y="928364"/>
                  </a:lnTo>
                  <a:lnTo>
                    <a:pt x="3189996" y="954889"/>
                  </a:lnTo>
                  <a:lnTo>
                    <a:pt x="3278607" y="981413"/>
                  </a:lnTo>
                  <a:lnTo>
                    <a:pt x="3367218" y="1007938"/>
                  </a:lnTo>
                  <a:lnTo>
                    <a:pt x="3455829" y="1034463"/>
                  </a:lnTo>
                  <a:lnTo>
                    <a:pt x="3544440" y="1060988"/>
                  </a:lnTo>
                  <a:lnTo>
                    <a:pt x="3633051" y="1087512"/>
                  </a:lnTo>
                  <a:lnTo>
                    <a:pt x="3721662" y="1114037"/>
                  </a:lnTo>
                  <a:lnTo>
                    <a:pt x="3810273" y="1140562"/>
                  </a:lnTo>
                  <a:lnTo>
                    <a:pt x="3898884" y="1167086"/>
                  </a:lnTo>
                  <a:lnTo>
                    <a:pt x="3987495" y="1193611"/>
                  </a:lnTo>
                  <a:lnTo>
                    <a:pt x="4076107" y="1220136"/>
                  </a:lnTo>
                  <a:lnTo>
                    <a:pt x="4164718" y="1246661"/>
                  </a:lnTo>
                  <a:lnTo>
                    <a:pt x="4253329" y="1273185"/>
                  </a:lnTo>
                  <a:lnTo>
                    <a:pt x="4341940" y="1299710"/>
                  </a:lnTo>
                  <a:lnTo>
                    <a:pt x="4430551" y="1326235"/>
                  </a:lnTo>
                  <a:lnTo>
                    <a:pt x="4519162" y="1352759"/>
                  </a:lnTo>
                  <a:lnTo>
                    <a:pt x="4607773" y="1379284"/>
                  </a:lnTo>
                  <a:lnTo>
                    <a:pt x="4696384" y="1405809"/>
                  </a:lnTo>
                  <a:lnTo>
                    <a:pt x="4784995" y="1432333"/>
                  </a:lnTo>
                  <a:lnTo>
                    <a:pt x="4873606" y="1458858"/>
                  </a:lnTo>
                  <a:lnTo>
                    <a:pt x="4962217" y="1485383"/>
                  </a:lnTo>
                  <a:lnTo>
                    <a:pt x="5050828" y="1511908"/>
                  </a:lnTo>
                  <a:lnTo>
                    <a:pt x="5139439" y="1538432"/>
                  </a:lnTo>
                  <a:lnTo>
                    <a:pt x="5228050" y="1564957"/>
                  </a:lnTo>
                  <a:lnTo>
                    <a:pt x="5316661" y="1591482"/>
                  </a:lnTo>
                  <a:lnTo>
                    <a:pt x="5405272" y="1618006"/>
                  </a:lnTo>
                  <a:lnTo>
                    <a:pt x="5493883" y="1644531"/>
                  </a:lnTo>
                  <a:lnTo>
                    <a:pt x="5582494" y="1671056"/>
                  </a:lnTo>
                  <a:lnTo>
                    <a:pt x="5671105" y="1697580"/>
                  </a:lnTo>
                  <a:lnTo>
                    <a:pt x="5759716" y="1724105"/>
                  </a:lnTo>
                  <a:lnTo>
                    <a:pt x="5848327" y="1750630"/>
                  </a:lnTo>
                  <a:lnTo>
                    <a:pt x="5936938" y="1777155"/>
                  </a:lnTo>
                  <a:lnTo>
                    <a:pt x="6025549" y="1803679"/>
                  </a:lnTo>
                  <a:lnTo>
                    <a:pt x="6114160" y="1830204"/>
                  </a:lnTo>
                  <a:lnTo>
                    <a:pt x="6202771" y="1856729"/>
                  </a:lnTo>
                  <a:lnTo>
                    <a:pt x="6291382" y="1883253"/>
                  </a:lnTo>
                  <a:lnTo>
                    <a:pt x="6379993" y="1909778"/>
                  </a:lnTo>
                  <a:lnTo>
                    <a:pt x="6468604" y="1936303"/>
                  </a:lnTo>
                  <a:lnTo>
                    <a:pt x="6557215" y="1962827"/>
                  </a:lnTo>
                  <a:lnTo>
                    <a:pt x="6645826" y="1989352"/>
                  </a:lnTo>
                  <a:lnTo>
                    <a:pt x="6734437" y="2015877"/>
                  </a:lnTo>
                  <a:lnTo>
                    <a:pt x="6823048" y="2042402"/>
                  </a:lnTo>
                  <a:lnTo>
                    <a:pt x="6911659" y="2068926"/>
                  </a:lnTo>
                  <a:lnTo>
                    <a:pt x="7000270" y="2095451"/>
                  </a:lnTo>
                </a:path>
              </a:pathLst>
            </a:custGeom>
            <a:ln w="27101" cap="flat">
              <a:solidFill>
                <a:srgbClr val="4682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6" name="pl346"/>
            <p:cNvSpPr/>
            <p:nvPr/>
          </p:nvSpPr>
          <p:spPr>
            <a:xfrm>
              <a:off x="916913" y="3065334"/>
              <a:ext cx="7700297" cy="0"/>
            </a:xfrm>
            <a:custGeom>
              <a:avLst/>
              <a:pathLst>
                <a:path w="7700297" h="0">
                  <a:moveTo>
                    <a:pt x="0" y="0"/>
                  </a:moveTo>
                  <a:lnTo>
                    <a:pt x="7700297" y="0"/>
                  </a:lnTo>
                  <a:lnTo>
                    <a:pt x="7700297" y="0"/>
                  </a:lnTo>
                </a:path>
              </a:pathLst>
            </a:custGeom>
            <a:ln w="13550" cap="flat">
              <a:solidFill>
                <a:srgbClr val="7F7F7F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347" name="tx347"/>
            <p:cNvSpPr/>
            <p:nvPr/>
          </p:nvSpPr>
          <p:spPr>
            <a:xfrm>
              <a:off x="692708" y="4807804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-60</a:t>
              </a:r>
            </a:p>
          </p:txBody>
        </p:sp>
        <p:sp>
          <p:nvSpPr>
            <p:cNvPr id="348" name="tx348"/>
            <p:cNvSpPr/>
            <p:nvPr/>
          </p:nvSpPr>
          <p:spPr>
            <a:xfrm>
              <a:off x="692708" y="3916544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-30</a:t>
              </a:r>
            </a:p>
          </p:txBody>
        </p:sp>
        <p:sp>
          <p:nvSpPr>
            <p:cNvPr id="349" name="tx349"/>
            <p:cNvSpPr/>
            <p:nvPr/>
          </p:nvSpPr>
          <p:spPr>
            <a:xfrm>
              <a:off x="792103" y="3025283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350" name="tx350"/>
            <p:cNvSpPr/>
            <p:nvPr/>
          </p:nvSpPr>
          <p:spPr>
            <a:xfrm>
              <a:off x="729924" y="2134023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30</a:t>
              </a:r>
            </a:p>
          </p:txBody>
        </p:sp>
        <p:sp>
          <p:nvSpPr>
            <p:cNvPr id="351" name="tx351"/>
            <p:cNvSpPr/>
            <p:nvPr/>
          </p:nvSpPr>
          <p:spPr>
            <a:xfrm>
              <a:off x="2323659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50</a:t>
              </a:r>
            </a:p>
          </p:txBody>
        </p:sp>
        <p:sp>
          <p:nvSpPr>
            <p:cNvPr id="352" name="tx352"/>
            <p:cNvSpPr/>
            <p:nvPr/>
          </p:nvSpPr>
          <p:spPr>
            <a:xfrm>
              <a:off x="4152367" y="5785772"/>
              <a:ext cx="186537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100</a:t>
              </a:r>
            </a:p>
          </p:txBody>
        </p:sp>
        <p:sp>
          <p:nvSpPr>
            <p:cNvPr id="353" name="tx353"/>
            <p:cNvSpPr/>
            <p:nvPr/>
          </p:nvSpPr>
          <p:spPr>
            <a:xfrm>
              <a:off x="6012165" y="5785772"/>
              <a:ext cx="186537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150</a:t>
              </a:r>
            </a:p>
          </p:txBody>
        </p:sp>
        <p:sp>
          <p:nvSpPr>
            <p:cNvPr id="354" name="tx354"/>
            <p:cNvSpPr/>
            <p:nvPr/>
          </p:nvSpPr>
          <p:spPr>
            <a:xfrm>
              <a:off x="7871962" y="5785772"/>
              <a:ext cx="186537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200</a:t>
              </a:r>
            </a:p>
          </p:txBody>
        </p:sp>
        <p:sp>
          <p:nvSpPr>
            <p:cNvPr id="355" name="tx355"/>
            <p:cNvSpPr/>
            <p:nvPr/>
          </p:nvSpPr>
          <p:spPr>
            <a:xfrm>
              <a:off x="3781293" y="5925448"/>
              <a:ext cx="1971537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Cockcroft-Gault eGFR (mL/min)</a:t>
              </a:r>
            </a:p>
          </p:txBody>
        </p:sp>
        <p:sp>
          <p:nvSpPr>
            <p:cNvPr id="356" name="tx356"/>
            <p:cNvSpPr/>
            <p:nvPr/>
          </p:nvSpPr>
          <p:spPr>
            <a:xfrm rot="-5400000">
              <a:off x="-308058" y="3759743"/>
              <a:ext cx="1769912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eGFR Discrepancy (mL/min)</a:t>
              </a:r>
            </a:p>
          </p:txBody>
        </p:sp>
        <p:sp>
          <p:nvSpPr>
            <p:cNvPr id="357" name="tx357"/>
            <p:cNvSpPr/>
            <p:nvPr/>
          </p:nvSpPr>
          <p:spPr>
            <a:xfrm>
              <a:off x="916913" y="1669789"/>
              <a:ext cx="3332622" cy="12015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3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2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eGFR Discrepancy vs Cockcroft-Gault eGFR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>to909</cp:lastModifiedBy>
  <cp:revision>3</cp:revision>
  <dcterms:created xsi:type="dcterms:W3CDTF">2017-02-13T16:18:36Z</dcterms:created>
  <dcterms:modified xsi:type="dcterms:W3CDTF">2026-10-13T10:09:50Z</dcterms:modified>
  <cp:category/>
</cp:coreProperties>
</file>