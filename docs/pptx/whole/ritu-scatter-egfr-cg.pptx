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559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157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553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5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85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6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54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6523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086813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34412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925109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022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85260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934584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352137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274549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78853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864948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28661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290781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74284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159456" y="2975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63403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98390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5982451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65090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39420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158279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758853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733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272268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368038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650038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89007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40027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522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132369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791595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127402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84591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03043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480651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134305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60916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6912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353158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9662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456978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59208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523007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120884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448125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689734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48753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774943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706266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866338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686377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526582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93423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457101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71828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21550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979530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938793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04545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812643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548501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864476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418644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10358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73187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082878" y="354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680722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101446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75416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51125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24496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70647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198327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124487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701554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04510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47293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53605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38750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648886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617965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722657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764177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47830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221409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784507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107458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507987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440528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142810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038192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733555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037040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794549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78085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187331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532589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848693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98869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604410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662354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906326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819312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680605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695610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38944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350198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85095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667462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29895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361111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920771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0928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903423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25938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85892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042449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38529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58633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558888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989199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459346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744633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681585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870784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918927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63973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66903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536241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632427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867590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522870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132699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83847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867760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7047001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442914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237206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135767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927766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798408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1744537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279239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902851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119249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509316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965982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91199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755597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95605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3110963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884706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549915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2270063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69308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46879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872195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755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314560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479166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47119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437815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73948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535239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53105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880014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720208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469822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2603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681955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850443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76417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373625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126035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974408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042242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220064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452541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287680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6051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5634582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526307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373560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707972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221311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24164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17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958446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221117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225432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98456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442799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261958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472828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741332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888457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1764609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843696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81970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527563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436033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3255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3131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359180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5530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512552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557148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683837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639267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614087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282736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129993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694206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6153105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051802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81865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222018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6278391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030767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79434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5121414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238380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835942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3779013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65741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13860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302179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03035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40070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67401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562764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51577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47989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5079338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713235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65145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2783852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4450061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761856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881992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179269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490625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761783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334625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407059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740643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421980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238563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375209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6043615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275201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07769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910449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706277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31813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6443347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510335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776030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598214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514778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487098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18242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292505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566147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523664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480728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811505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035574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109127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165525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179052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387211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820848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464872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196409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350459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01255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877035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487242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682927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664091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8242371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612574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599389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6441259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360513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5091158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807219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5187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697899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728809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850073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770352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681203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7113378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703964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615119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952648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889197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044159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929632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193874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891158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056984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89453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55508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6228926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2738635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725437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495184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3696569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6450682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5719352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316576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189892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115216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6797091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429651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78542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676775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003516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5901158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586776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1266926" y="2193199"/>
              <a:ext cx="7000270" cy="2364255"/>
            </a:xfrm>
            <a:custGeom>
              <a:avLst/>
              <a:pathLst>
                <a:path w="7000270" h="2364255">
                  <a:moveTo>
                    <a:pt x="0" y="0"/>
                  </a:moveTo>
                  <a:lnTo>
                    <a:pt x="88611" y="29435"/>
                  </a:lnTo>
                  <a:lnTo>
                    <a:pt x="177222" y="58853"/>
                  </a:lnTo>
                  <a:lnTo>
                    <a:pt x="265833" y="88251"/>
                  </a:lnTo>
                  <a:lnTo>
                    <a:pt x="354444" y="117628"/>
                  </a:lnTo>
                  <a:lnTo>
                    <a:pt x="443055" y="146981"/>
                  </a:lnTo>
                  <a:lnTo>
                    <a:pt x="531666" y="176308"/>
                  </a:lnTo>
                  <a:lnTo>
                    <a:pt x="620277" y="205608"/>
                  </a:lnTo>
                  <a:lnTo>
                    <a:pt x="708888" y="234876"/>
                  </a:lnTo>
                  <a:lnTo>
                    <a:pt x="797499" y="264111"/>
                  </a:lnTo>
                  <a:lnTo>
                    <a:pt x="886110" y="293307"/>
                  </a:lnTo>
                  <a:lnTo>
                    <a:pt x="974721" y="322462"/>
                  </a:lnTo>
                  <a:lnTo>
                    <a:pt x="1063332" y="351571"/>
                  </a:lnTo>
                  <a:lnTo>
                    <a:pt x="1151943" y="380628"/>
                  </a:lnTo>
                  <a:lnTo>
                    <a:pt x="1240554" y="409627"/>
                  </a:lnTo>
                  <a:lnTo>
                    <a:pt x="1329165" y="438563"/>
                  </a:lnTo>
                  <a:lnTo>
                    <a:pt x="1417776" y="467427"/>
                  </a:lnTo>
                  <a:lnTo>
                    <a:pt x="1506387" y="496212"/>
                  </a:lnTo>
                  <a:lnTo>
                    <a:pt x="1594998" y="524907"/>
                  </a:lnTo>
                  <a:lnTo>
                    <a:pt x="1683609" y="553503"/>
                  </a:lnTo>
                  <a:lnTo>
                    <a:pt x="1772220" y="581987"/>
                  </a:lnTo>
                  <a:lnTo>
                    <a:pt x="1860831" y="610347"/>
                  </a:lnTo>
                  <a:lnTo>
                    <a:pt x="1949442" y="638570"/>
                  </a:lnTo>
                  <a:lnTo>
                    <a:pt x="2038053" y="666639"/>
                  </a:lnTo>
                  <a:lnTo>
                    <a:pt x="2126664" y="694541"/>
                  </a:lnTo>
                  <a:lnTo>
                    <a:pt x="2215275" y="722259"/>
                  </a:lnTo>
                  <a:lnTo>
                    <a:pt x="2303886" y="749778"/>
                  </a:lnTo>
                  <a:lnTo>
                    <a:pt x="2392497" y="777083"/>
                  </a:lnTo>
                  <a:lnTo>
                    <a:pt x="2481108" y="804161"/>
                  </a:lnTo>
                  <a:lnTo>
                    <a:pt x="2569719" y="831004"/>
                  </a:lnTo>
                  <a:lnTo>
                    <a:pt x="2658330" y="857603"/>
                  </a:lnTo>
                  <a:lnTo>
                    <a:pt x="2746941" y="883955"/>
                  </a:lnTo>
                  <a:lnTo>
                    <a:pt x="2835552" y="910062"/>
                  </a:lnTo>
                  <a:lnTo>
                    <a:pt x="2924163" y="935928"/>
                  </a:lnTo>
                  <a:lnTo>
                    <a:pt x="3012774" y="961562"/>
                  </a:lnTo>
                  <a:lnTo>
                    <a:pt x="3101385" y="986974"/>
                  </a:lnTo>
                  <a:lnTo>
                    <a:pt x="3189996" y="1012180"/>
                  </a:lnTo>
                  <a:lnTo>
                    <a:pt x="3278607" y="1037193"/>
                  </a:lnTo>
                  <a:lnTo>
                    <a:pt x="3367218" y="1062029"/>
                  </a:lnTo>
                  <a:lnTo>
                    <a:pt x="3455829" y="1086704"/>
                  </a:lnTo>
                  <a:lnTo>
                    <a:pt x="3544440" y="1111234"/>
                  </a:lnTo>
                  <a:lnTo>
                    <a:pt x="3633051" y="1135631"/>
                  </a:lnTo>
                  <a:lnTo>
                    <a:pt x="3721662" y="1159911"/>
                  </a:lnTo>
                  <a:lnTo>
                    <a:pt x="3810273" y="1184084"/>
                  </a:lnTo>
                  <a:lnTo>
                    <a:pt x="3898884" y="1208163"/>
                  </a:lnTo>
                  <a:lnTo>
                    <a:pt x="3987495" y="1232156"/>
                  </a:lnTo>
                  <a:lnTo>
                    <a:pt x="4076107" y="1256074"/>
                  </a:lnTo>
                  <a:lnTo>
                    <a:pt x="4164718" y="1279924"/>
                  </a:lnTo>
                  <a:lnTo>
                    <a:pt x="4253329" y="1303713"/>
                  </a:lnTo>
                  <a:lnTo>
                    <a:pt x="4341940" y="1327448"/>
                  </a:lnTo>
                  <a:lnTo>
                    <a:pt x="4430551" y="1351133"/>
                  </a:lnTo>
                  <a:lnTo>
                    <a:pt x="4519162" y="1374774"/>
                  </a:lnTo>
                  <a:lnTo>
                    <a:pt x="4607773" y="1398375"/>
                  </a:lnTo>
                  <a:lnTo>
                    <a:pt x="4696384" y="1421940"/>
                  </a:lnTo>
                  <a:lnTo>
                    <a:pt x="4784995" y="1445472"/>
                  </a:lnTo>
                  <a:lnTo>
                    <a:pt x="4873606" y="1468975"/>
                  </a:lnTo>
                  <a:lnTo>
                    <a:pt x="4962217" y="1492451"/>
                  </a:lnTo>
                  <a:lnTo>
                    <a:pt x="5050828" y="1515902"/>
                  </a:lnTo>
                  <a:lnTo>
                    <a:pt x="5139439" y="1539330"/>
                  </a:lnTo>
                  <a:lnTo>
                    <a:pt x="5228050" y="1562738"/>
                  </a:lnTo>
                  <a:lnTo>
                    <a:pt x="5316661" y="1586127"/>
                  </a:lnTo>
                  <a:lnTo>
                    <a:pt x="5405272" y="1609499"/>
                  </a:lnTo>
                  <a:lnTo>
                    <a:pt x="5493883" y="1632855"/>
                  </a:lnTo>
                  <a:lnTo>
                    <a:pt x="5582494" y="1656196"/>
                  </a:lnTo>
                  <a:lnTo>
                    <a:pt x="5671105" y="1679524"/>
                  </a:lnTo>
                  <a:lnTo>
                    <a:pt x="5759716" y="1702839"/>
                  </a:lnTo>
                  <a:lnTo>
                    <a:pt x="5848327" y="1726142"/>
                  </a:lnTo>
                  <a:lnTo>
                    <a:pt x="5936938" y="1749434"/>
                  </a:lnTo>
                  <a:lnTo>
                    <a:pt x="6025549" y="1772717"/>
                  </a:lnTo>
                  <a:lnTo>
                    <a:pt x="6114160" y="1795990"/>
                  </a:lnTo>
                  <a:lnTo>
                    <a:pt x="6202771" y="1819254"/>
                  </a:lnTo>
                  <a:lnTo>
                    <a:pt x="6291382" y="1842510"/>
                  </a:lnTo>
                  <a:lnTo>
                    <a:pt x="6379993" y="1865759"/>
                  </a:lnTo>
                  <a:lnTo>
                    <a:pt x="6468604" y="1889000"/>
                  </a:lnTo>
                  <a:lnTo>
                    <a:pt x="6557215" y="1912235"/>
                  </a:lnTo>
                  <a:lnTo>
                    <a:pt x="6645826" y="1935463"/>
                  </a:lnTo>
                  <a:lnTo>
                    <a:pt x="6734437" y="1958686"/>
                  </a:lnTo>
                  <a:lnTo>
                    <a:pt x="6823048" y="1981903"/>
                  </a:lnTo>
                  <a:lnTo>
                    <a:pt x="6911659" y="2005114"/>
                  </a:lnTo>
                  <a:lnTo>
                    <a:pt x="7000270" y="2028321"/>
                  </a:lnTo>
                  <a:lnTo>
                    <a:pt x="7000270" y="2364255"/>
                  </a:lnTo>
                  <a:lnTo>
                    <a:pt x="6911659" y="2334646"/>
                  </a:lnTo>
                  <a:lnTo>
                    <a:pt x="6823048" y="2305043"/>
                  </a:lnTo>
                  <a:lnTo>
                    <a:pt x="6734437" y="2275445"/>
                  </a:lnTo>
                  <a:lnTo>
                    <a:pt x="6645826" y="2245852"/>
                  </a:lnTo>
                  <a:lnTo>
                    <a:pt x="6557215" y="2216266"/>
                  </a:lnTo>
                  <a:lnTo>
                    <a:pt x="6468604" y="2186685"/>
                  </a:lnTo>
                  <a:lnTo>
                    <a:pt x="6379993" y="2157112"/>
                  </a:lnTo>
                  <a:lnTo>
                    <a:pt x="6291382" y="2127545"/>
                  </a:lnTo>
                  <a:lnTo>
                    <a:pt x="6202771" y="2097986"/>
                  </a:lnTo>
                  <a:lnTo>
                    <a:pt x="6114160" y="2068436"/>
                  </a:lnTo>
                  <a:lnTo>
                    <a:pt x="6025549" y="2038894"/>
                  </a:lnTo>
                  <a:lnTo>
                    <a:pt x="5936938" y="2009361"/>
                  </a:lnTo>
                  <a:lnTo>
                    <a:pt x="5848327" y="1979839"/>
                  </a:lnTo>
                  <a:lnTo>
                    <a:pt x="5759716" y="1950327"/>
                  </a:lnTo>
                  <a:lnTo>
                    <a:pt x="5671105" y="1920827"/>
                  </a:lnTo>
                  <a:lnTo>
                    <a:pt x="5582494" y="1891339"/>
                  </a:lnTo>
                  <a:lnTo>
                    <a:pt x="5493883" y="1861865"/>
                  </a:lnTo>
                  <a:lnTo>
                    <a:pt x="5405272" y="1832406"/>
                  </a:lnTo>
                  <a:lnTo>
                    <a:pt x="5316661" y="1802963"/>
                  </a:lnTo>
                  <a:lnTo>
                    <a:pt x="5228050" y="1773537"/>
                  </a:lnTo>
                  <a:lnTo>
                    <a:pt x="5139439" y="1744130"/>
                  </a:lnTo>
                  <a:lnTo>
                    <a:pt x="5050828" y="1714744"/>
                  </a:lnTo>
                  <a:lnTo>
                    <a:pt x="4962217" y="1685380"/>
                  </a:lnTo>
                  <a:lnTo>
                    <a:pt x="4873606" y="1656040"/>
                  </a:lnTo>
                  <a:lnTo>
                    <a:pt x="4784995" y="1626728"/>
                  </a:lnTo>
                  <a:lnTo>
                    <a:pt x="4696384" y="1597445"/>
                  </a:lnTo>
                  <a:lnTo>
                    <a:pt x="4607773" y="1568195"/>
                  </a:lnTo>
                  <a:lnTo>
                    <a:pt x="4519162" y="1538981"/>
                  </a:lnTo>
                  <a:lnTo>
                    <a:pt x="4430551" y="1509807"/>
                  </a:lnTo>
                  <a:lnTo>
                    <a:pt x="4341940" y="1480677"/>
                  </a:lnTo>
                  <a:lnTo>
                    <a:pt x="4253329" y="1451597"/>
                  </a:lnTo>
                  <a:lnTo>
                    <a:pt x="4164718" y="1422571"/>
                  </a:lnTo>
                  <a:lnTo>
                    <a:pt x="4076107" y="1393606"/>
                  </a:lnTo>
                  <a:lnTo>
                    <a:pt x="3987495" y="1364709"/>
                  </a:lnTo>
                  <a:lnTo>
                    <a:pt x="3898884" y="1335887"/>
                  </a:lnTo>
                  <a:lnTo>
                    <a:pt x="3810273" y="1307151"/>
                  </a:lnTo>
                  <a:lnTo>
                    <a:pt x="3721662" y="1278509"/>
                  </a:lnTo>
                  <a:lnTo>
                    <a:pt x="3633051" y="1249974"/>
                  </a:lnTo>
                  <a:lnTo>
                    <a:pt x="3544440" y="1221556"/>
                  </a:lnTo>
                  <a:lnTo>
                    <a:pt x="3455829" y="1193271"/>
                  </a:lnTo>
                  <a:lnTo>
                    <a:pt x="3367218" y="1165131"/>
                  </a:lnTo>
                  <a:lnTo>
                    <a:pt x="3278607" y="1137152"/>
                  </a:lnTo>
                  <a:lnTo>
                    <a:pt x="3189996" y="1109350"/>
                  </a:lnTo>
                  <a:lnTo>
                    <a:pt x="3101385" y="1081741"/>
                  </a:lnTo>
                  <a:lnTo>
                    <a:pt x="3012774" y="1054338"/>
                  </a:lnTo>
                  <a:lnTo>
                    <a:pt x="2924163" y="1027157"/>
                  </a:lnTo>
                  <a:lnTo>
                    <a:pt x="2835552" y="1000208"/>
                  </a:lnTo>
                  <a:lnTo>
                    <a:pt x="2746941" y="973500"/>
                  </a:lnTo>
                  <a:lnTo>
                    <a:pt x="2658330" y="947037"/>
                  </a:lnTo>
                  <a:lnTo>
                    <a:pt x="2569719" y="920821"/>
                  </a:lnTo>
                  <a:lnTo>
                    <a:pt x="2481108" y="894848"/>
                  </a:lnTo>
                  <a:lnTo>
                    <a:pt x="2392497" y="869112"/>
                  </a:lnTo>
                  <a:lnTo>
                    <a:pt x="2303886" y="843602"/>
                  </a:lnTo>
                  <a:lnTo>
                    <a:pt x="2215275" y="818306"/>
                  </a:lnTo>
                  <a:lnTo>
                    <a:pt x="2126664" y="793209"/>
                  </a:lnTo>
                  <a:lnTo>
                    <a:pt x="2038053" y="768295"/>
                  </a:lnTo>
                  <a:lnTo>
                    <a:pt x="1949442" y="743550"/>
                  </a:lnTo>
                  <a:lnTo>
                    <a:pt x="1860831" y="718957"/>
                  </a:lnTo>
                  <a:lnTo>
                    <a:pt x="1772220" y="694503"/>
                  </a:lnTo>
                  <a:lnTo>
                    <a:pt x="1683609" y="670172"/>
                  </a:lnTo>
                  <a:lnTo>
                    <a:pt x="1594998" y="645953"/>
                  </a:lnTo>
                  <a:lnTo>
                    <a:pt x="1506387" y="621833"/>
                  </a:lnTo>
                  <a:lnTo>
                    <a:pt x="1417776" y="597803"/>
                  </a:lnTo>
                  <a:lnTo>
                    <a:pt x="1329165" y="573852"/>
                  </a:lnTo>
                  <a:lnTo>
                    <a:pt x="1240554" y="549973"/>
                  </a:lnTo>
                  <a:lnTo>
                    <a:pt x="1151943" y="526157"/>
                  </a:lnTo>
                  <a:lnTo>
                    <a:pt x="1063332" y="502399"/>
                  </a:lnTo>
                  <a:lnTo>
                    <a:pt x="974721" y="478692"/>
                  </a:lnTo>
                  <a:lnTo>
                    <a:pt x="886110" y="455032"/>
                  </a:lnTo>
                  <a:lnTo>
                    <a:pt x="797499" y="431414"/>
                  </a:lnTo>
                  <a:lnTo>
                    <a:pt x="708888" y="407833"/>
                  </a:lnTo>
                  <a:lnTo>
                    <a:pt x="620277" y="384287"/>
                  </a:lnTo>
                  <a:lnTo>
                    <a:pt x="531666" y="360771"/>
                  </a:lnTo>
                  <a:lnTo>
                    <a:pt x="443055" y="337284"/>
                  </a:lnTo>
                  <a:lnTo>
                    <a:pt x="354444" y="313822"/>
                  </a:lnTo>
                  <a:lnTo>
                    <a:pt x="265833" y="290384"/>
                  </a:lnTo>
                  <a:lnTo>
                    <a:pt x="177222" y="266967"/>
                  </a:lnTo>
                  <a:lnTo>
                    <a:pt x="88611" y="243569"/>
                  </a:lnTo>
                  <a:lnTo>
                    <a:pt x="0" y="220190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193199"/>
              <a:ext cx="7000270" cy="2028321"/>
            </a:xfrm>
            <a:custGeom>
              <a:avLst/>
              <a:pathLst>
                <a:path w="7000270" h="2028321">
                  <a:moveTo>
                    <a:pt x="0" y="0"/>
                  </a:moveTo>
                  <a:lnTo>
                    <a:pt x="88611" y="29435"/>
                  </a:lnTo>
                  <a:lnTo>
                    <a:pt x="177222" y="58853"/>
                  </a:lnTo>
                  <a:lnTo>
                    <a:pt x="265833" y="88251"/>
                  </a:lnTo>
                  <a:lnTo>
                    <a:pt x="354444" y="117628"/>
                  </a:lnTo>
                  <a:lnTo>
                    <a:pt x="443055" y="146981"/>
                  </a:lnTo>
                  <a:lnTo>
                    <a:pt x="531666" y="176308"/>
                  </a:lnTo>
                  <a:lnTo>
                    <a:pt x="620277" y="205608"/>
                  </a:lnTo>
                  <a:lnTo>
                    <a:pt x="708888" y="234876"/>
                  </a:lnTo>
                  <a:lnTo>
                    <a:pt x="797499" y="264111"/>
                  </a:lnTo>
                  <a:lnTo>
                    <a:pt x="886110" y="293307"/>
                  </a:lnTo>
                  <a:lnTo>
                    <a:pt x="974721" y="322462"/>
                  </a:lnTo>
                  <a:lnTo>
                    <a:pt x="1063332" y="351571"/>
                  </a:lnTo>
                  <a:lnTo>
                    <a:pt x="1151943" y="380628"/>
                  </a:lnTo>
                  <a:lnTo>
                    <a:pt x="1240554" y="409627"/>
                  </a:lnTo>
                  <a:lnTo>
                    <a:pt x="1329165" y="438563"/>
                  </a:lnTo>
                  <a:lnTo>
                    <a:pt x="1417776" y="467427"/>
                  </a:lnTo>
                  <a:lnTo>
                    <a:pt x="1506387" y="496212"/>
                  </a:lnTo>
                  <a:lnTo>
                    <a:pt x="1594998" y="524907"/>
                  </a:lnTo>
                  <a:lnTo>
                    <a:pt x="1683609" y="553503"/>
                  </a:lnTo>
                  <a:lnTo>
                    <a:pt x="1772220" y="581987"/>
                  </a:lnTo>
                  <a:lnTo>
                    <a:pt x="1860831" y="610347"/>
                  </a:lnTo>
                  <a:lnTo>
                    <a:pt x="1949442" y="638570"/>
                  </a:lnTo>
                  <a:lnTo>
                    <a:pt x="2038053" y="666639"/>
                  </a:lnTo>
                  <a:lnTo>
                    <a:pt x="2126664" y="694541"/>
                  </a:lnTo>
                  <a:lnTo>
                    <a:pt x="2215275" y="722259"/>
                  </a:lnTo>
                  <a:lnTo>
                    <a:pt x="2303886" y="749778"/>
                  </a:lnTo>
                  <a:lnTo>
                    <a:pt x="2392497" y="777083"/>
                  </a:lnTo>
                  <a:lnTo>
                    <a:pt x="2481108" y="804161"/>
                  </a:lnTo>
                  <a:lnTo>
                    <a:pt x="2569719" y="831004"/>
                  </a:lnTo>
                  <a:lnTo>
                    <a:pt x="2658330" y="857603"/>
                  </a:lnTo>
                  <a:lnTo>
                    <a:pt x="2746941" y="883955"/>
                  </a:lnTo>
                  <a:lnTo>
                    <a:pt x="2835552" y="910062"/>
                  </a:lnTo>
                  <a:lnTo>
                    <a:pt x="2924163" y="935928"/>
                  </a:lnTo>
                  <a:lnTo>
                    <a:pt x="3012774" y="961562"/>
                  </a:lnTo>
                  <a:lnTo>
                    <a:pt x="3101385" y="986974"/>
                  </a:lnTo>
                  <a:lnTo>
                    <a:pt x="3189996" y="1012180"/>
                  </a:lnTo>
                  <a:lnTo>
                    <a:pt x="3278607" y="1037193"/>
                  </a:lnTo>
                  <a:lnTo>
                    <a:pt x="3367218" y="1062029"/>
                  </a:lnTo>
                  <a:lnTo>
                    <a:pt x="3455829" y="1086704"/>
                  </a:lnTo>
                  <a:lnTo>
                    <a:pt x="3544440" y="1111234"/>
                  </a:lnTo>
                  <a:lnTo>
                    <a:pt x="3633051" y="1135631"/>
                  </a:lnTo>
                  <a:lnTo>
                    <a:pt x="3721662" y="1159911"/>
                  </a:lnTo>
                  <a:lnTo>
                    <a:pt x="3810273" y="1184084"/>
                  </a:lnTo>
                  <a:lnTo>
                    <a:pt x="3898884" y="1208163"/>
                  </a:lnTo>
                  <a:lnTo>
                    <a:pt x="3987495" y="1232156"/>
                  </a:lnTo>
                  <a:lnTo>
                    <a:pt x="4076107" y="1256074"/>
                  </a:lnTo>
                  <a:lnTo>
                    <a:pt x="4164718" y="1279924"/>
                  </a:lnTo>
                  <a:lnTo>
                    <a:pt x="4253329" y="1303713"/>
                  </a:lnTo>
                  <a:lnTo>
                    <a:pt x="4341940" y="1327448"/>
                  </a:lnTo>
                  <a:lnTo>
                    <a:pt x="4430551" y="1351133"/>
                  </a:lnTo>
                  <a:lnTo>
                    <a:pt x="4519162" y="1374774"/>
                  </a:lnTo>
                  <a:lnTo>
                    <a:pt x="4607773" y="1398375"/>
                  </a:lnTo>
                  <a:lnTo>
                    <a:pt x="4696384" y="1421940"/>
                  </a:lnTo>
                  <a:lnTo>
                    <a:pt x="4784995" y="1445472"/>
                  </a:lnTo>
                  <a:lnTo>
                    <a:pt x="4873606" y="1468975"/>
                  </a:lnTo>
                  <a:lnTo>
                    <a:pt x="4962217" y="1492451"/>
                  </a:lnTo>
                  <a:lnTo>
                    <a:pt x="5050828" y="1515902"/>
                  </a:lnTo>
                  <a:lnTo>
                    <a:pt x="5139439" y="1539330"/>
                  </a:lnTo>
                  <a:lnTo>
                    <a:pt x="5228050" y="1562738"/>
                  </a:lnTo>
                  <a:lnTo>
                    <a:pt x="5316661" y="1586127"/>
                  </a:lnTo>
                  <a:lnTo>
                    <a:pt x="5405272" y="1609499"/>
                  </a:lnTo>
                  <a:lnTo>
                    <a:pt x="5493883" y="1632855"/>
                  </a:lnTo>
                  <a:lnTo>
                    <a:pt x="5582494" y="1656196"/>
                  </a:lnTo>
                  <a:lnTo>
                    <a:pt x="5671105" y="1679524"/>
                  </a:lnTo>
                  <a:lnTo>
                    <a:pt x="5759716" y="1702839"/>
                  </a:lnTo>
                  <a:lnTo>
                    <a:pt x="5848327" y="1726142"/>
                  </a:lnTo>
                  <a:lnTo>
                    <a:pt x="5936938" y="1749434"/>
                  </a:lnTo>
                  <a:lnTo>
                    <a:pt x="6025549" y="1772717"/>
                  </a:lnTo>
                  <a:lnTo>
                    <a:pt x="6114160" y="1795990"/>
                  </a:lnTo>
                  <a:lnTo>
                    <a:pt x="6202771" y="1819254"/>
                  </a:lnTo>
                  <a:lnTo>
                    <a:pt x="6291382" y="1842510"/>
                  </a:lnTo>
                  <a:lnTo>
                    <a:pt x="6379993" y="1865759"/>
                  </a:lnTo>
                  <a:lnTo>
                    <a:pt x="6468604" y="1889000"/>
                  </a:lnTo>
                  <a:lnTo>
                    <a:pt x="6557215" y="1912235"/>
                  </a:lnTo>
                  <a:lnTo>
                    <a:pt x="6645826" y="1935463"/>
                  </a:lnTo>
                  <a:lnTo>
                    <a:pt x="6734437" y="1958686"/>
                  </a:lnTo>
                  <a:lnTo>
                    <a:pt x="6823048" y="1981903"/>
                  </a:lnTo>
                  <a:lnTo>
                    <a:pt x="6911659" y="2005114"/>
                  </a:lnTo>
                  <a:lnTo>
                    <a:pt x="7000270" y="20283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266926" y="2413389"/>
              <a:ext cx="7000270" cy="2144064"/>
            </a:xfrm>
            <a:custGeom>
              <a:avLst/>
              <a:pathLst>
                <a:path w="7000270" h="2144064">
                  <a:moveTo>
                    <a:pt x="7000270" y="2144064"/>
                  </a:moveTo>
                  <a:lnTo>
                    <a:pt x="6911659" y="2114456"/>
                  </a:lnTo>
                  <a:lnTo>
                    <a:pt x="6823048" y="2084853"/>
                  </a:lnTo>
                  <a:lnTo>
                    <a:pt x="6734437" y="2055254"/>
                  </a:lnTo>
                  <a:lnTo>
                    <a:pt x="6645826" y="2025662"/>
                  </a:lnTo>
                  <a:lnTo>
                    <a:pt x="6557215" y="1996075"/>
                  </a:lnTo>
                  <a:lnTo>
                    <a:pt x="6468604" y="1966495"/>
                  </a:lnTo>
                  <a:lnTo>
                    <a:pt x="6379993" y="1936921"/>
                  </a:lnTo>
                  <a:lnTo>
                    <a:pt x="6291382" y="1907355"/>
                  </a:lnTo>
                  <a:lnTo>
                    <a:pt x="6202771" y="1877796"/>
                  </a:lnTo>
                  <a:lnTo>
                    <a:pt x="6114160" y="1848245"/>
                  </a:lnTo>
                  <a:lnTo>
                    <a:pt x="6025549" y="1818703"/>
                  </a:lnTo>
                  <a:lnTo>
                    <a:pt x="5936938" y="1789171"/>
                  </a:lnTo>
                  <a:lnTo>
                    <a:pt x="5848327" y="1759648"/>
                  </a:lnTo>
                  <a:lnTo>
                    <a:pt x="5759716" y="1730136"/>
                  </a:lnTo>
                  <a:lnTo>
                    <a:pt x="5671105" y="1700636"/>
                  </a:lnTo>
                  <a:lnTo>
                    <a:pt x="5582494" y="1671149"/>
                  </a:lnTo>
                  <a:lnTo>
                    <a:pt x="5493883" y="1641675"/>
                  </a:lnTo>
                  <a:lnTo>
                    <a:pt x="5405272" y="1612216"/>
                  </a:lnTo>
                  <a:lnTo>
                    <a:pt x="5316661" y="1582773"/>
                  </a:lnTo>
                  <a:lnTo>
                    <a:pt x="5228050" y="1553347"/>
                  </a:lnTo>
                  <a:lnTo>
                    <a:pt x="5139439" y="1523940"/>
                  </a:lnTo>
                  <a:lnTo>
                    <a:pt x="5050828" y="1494553"/>
                  </a:lnTo>
                  <a:lnTo>
                    <a:pt x="4962217" y="1465189"/>
                  </a:lnTo>
                  <a:lnTo>
                    <a:pt x="4873606" y="1435850"/>
                  </a:lnTo>
                  <a:lnTo>
                    <a:pt x="4784995" y="1406537"/>
                  </a:lnTo>
                  <a:lnTo>
                    <a:pt x="4696384" y="1377255"/>
                  </a:lnTo>
                  <a:lnTo>
                    <a:pt x="4607773" y="1348005"/>
                  </a:lnTo>
                  <a:lnTo>
                    <a:pt x="4519162" y="1318791"/>
                  </a:lnTo>
                  <a:lnTo>
                    <a:pt x="4430551" y="1289617"/>
                  </a:lnTo>
                  <a:lnTo>
                    <a:pt x="4341940" y="1260487"/>
                  </a:lnTo>
                  <a:lnTo>
                    <a:pt x="4253329" y="1231406"/>
                  </a:lnTo>
                  <a:lnTo>
                    <a:pt x="4164718" y="1202380"/>
                  </a:lnTo>
                  <a:lnTo>
                    <a:pt x="4076107" y="1173415"/>
                  </a:lnTo>
                  <a:lnTo>
                    <a:pt x="3987495" y="1144518"/>
                  </a:lnTo>
                  <a:lnTo>
                    <a:pt x="3898884" y="1115697"/>
                  </a:lnTo>
                  <a:lnTo>
                    <a:pt x="3810273" y="1086961"/>
                  </a:lnTo>
                  <a:lnTo>
                    <a:pt x="3721662" y="1058319"/>
                  </a:lnTo>
                  <a:lnTo>
                    <a:pt x="3633051" y="1029783"/>
                  </a:lnTo>
                  <a:lnTo>
                    <a:pt x="3544440" y="1001366"/>
                  </a:lnTo>
                  <a:lnTo>
                    <a:pt x="3455829" y="973080"/>
                  </a:lnTo>
                  <a:lnTo>
                    <a:pt x="3367218" y="944940"/>
                  </a:lnTo>
                  <a:lnTo>
                    <a:pt x="3278607" y="916962"/>
                  </a:lnTo>
                  <a:lnTo>
                    <a:pt x="3189996" y="889160"/>
                  </a:lnTo>
                  <a:lnTo>
                    <a:pt x="3101385" y="861550"/>
                  </a:lnTo>
                  <a:lnTo>
                    <a:pt x="3012774" y="834148"/>
                  </a:lnTo>
                  <a:lnTo>
                    <a:pt x="2924163" y="806967"/>
                  </a:lnTo>
                  <a:lnTo>
                    <a:pt x="2835552" y="780018"/>
                  </a:lnTo>
                  <a:lnTo>
                    <a:pt x="2746941" y="753310"/>
                  </a:lnTo>
                  <a:lnTo>
                    <a:pt x="2658330" y="726847"/>
                  </a:lnTo>
                  <a:lnTo>
                    <a:pt x="2569719" y="700631"/>
                  </a:lnTo>
                  <a:lnTo>
                    <a:pt x="2481108" y="674658"/>
                  </a:lnTo>
                  <a:lnTo>
                    <a:pt x="2392497" y="648922"/>
                  </a:lnTo>
                  <a:lnTo>
                    <a:pt x="2303886" y="623412"/>
                  </a:lnTo>
                  <a:lnTo>
                    <a:pt x="2215275" y="598115"/>
                  </a:lnTo>
                  <a:lnTo>
                    <a:pt x="2126664" y="573018"/>
                  </a:lnTo>
                  <a:lnTo>
                    <a:pt x="2038053" y="548105"/>
                  </a:lnTo>
                  <a:lnTo>
                    <a:pt x="1949442" y="523360"/>
                  </a:lnTo>
                  <a:lnTo>
                    <a:pt x="1860831" y="498767"/>
                  </a:lnTo>
                  <a:lnTo>
                    <a:pt x="1772220" y="474312"/>
                  </a:lnTo>
                  <a:lnTo>
                    <a:pt x="1683609" y="449982"/>
                  </a:lnTo>
                  <a:lnTo>
                    <a:pt x="1594998" y="425762"/>
                  </a:lnTo>
                  <a:lnTo>
                    <a:pt x="1506387" y="401643"/>
                  </a:lnTo>
                  <a:lnTo>
                    <a:pt x="1417776" y="377612"/>
                  </a:lnTo>
                  <a:lnTo>
                    <a:pt x="1329165" y="353661"/>
                  </a:lnTo>
                  <a:lnTo>
                    <a:pt x="1240554" y="329782"/>
                  </a:lnTo>
                  <a:lnTo>
                    <a:pt x="1151943" y="305967"/>
                  </a:lnTo>
                  <a:lnTo>
                    <a:pt x="1063332" y="282209"/>
                  </a:lnTo>
                  <a:lnTo>
                    <a:pt x="974721" y="258502"/>
                  </a:lnTo>
                  <a:lnTo>
                    <a:pt x="886110" y="234842"/>
                  </a:lnTo>
                  <a:lnTo>
                    <a:pt x="797499" y="211223"/>
                  </a:lnTo>
                  <a:lnTo>
                    <a:pt x="708888" y="187643"/>
                  </a:lnTo>
                  <a:lnTo>
                    <a:pt x="620277" y="164096"/>
                  </a:lnTo>
                  <a:lnTo>
                    <a:pt x="531666" y="140581"/>
                  </a:lnTo>
                  <a:lnTo>
                    <a:pt x="443055" y="117093"/>
                  </a:lnTo>
                  <a:lnTo>
                    <a:pt x="354444" y="93631"/>
                  </a:lnTo>
                  <a:lnTo>
                    <a:pt x="265833" y="70193"/>
                  </a:lnTo>
                  <a:lnTo>
                    <a:pt x="177222" y="46776"/>
                  </a:lnTo>
                  <a:lnTo>
                    <a:pt x="88611" y="233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266926" y="2303294"/>
              <a:ext cx="7000270" cy="2086193"/>
            </a:xfrm>
            <a:custGeom>
              <a:avLst/>
              <a:pathLst>
                <a:path w="7000270" h="2086193">
                  <a:moveTo>
                    <a:pt x="0" y="0"/>
                  </a:moveTo>
                  <a:lnTo>
                    <a:pt x="88611" y="26407"/>
                  </a:lnTo>
                  <a:lnTo>
                    <a:pt x="177222" y="52815"/>
                  </a:lnTo>
                  <a:lnTo>
                    <a:pt x="265833" y="79222"/>
                  </a:lnTo>
                  <a:lnTo>
                    <a:pt x="354444" y="105630"/>
                  </a:lnTo>
                  <a:lnTo>
                    <a:pt x="443055" y="132037"/>
                  </a:lnTo>
                  <a:lnTo>
                    <a:pt x="531666" y="158445"/>
                  </a:lnTo>
                  <a:lnTo>
                    <a:pt x="620277" y="184852"/>
                  </a:lnTo>
                  <a:lnTo>
                    <a:pt x="708888" y="211260"/>
                  </a:lnTo>
                  <a:lnTo>
                    <a:pt x="797499" y="237667"/>
                  </a:lnTo>
                  <a:lnTo>
                    <a:pt x="886110" y="264075"/>
                  </a:lnTo>
                  <a:lnTo>
                    <a:pt x="974721" y="290482"/>
                  </a:lnTo>
                  <a:lnTo>
                    <a:pt x="1063332" y="316890"/>
                  </a:lnTo>
                  <a:lnTo>
                    <a:pt x="1151943" y="343297"/>
                  </a:lnTo>
                  <a:lnTo>
                    <a:pt x="1240554" y="369705"/>
                  </a:lnTo>
                  <a:lnTo>
                    <a:pt x="1329165" y="396112"/>
                  </a:lnTo>
                  <a:lnTo>
                    <a:pt x="1417776" y="422520"/>
                  </a:lnTo>
                  <a:lnTo>
                    <a:pt x="1506387" y="448927"/>
                  </a:lnTo>
                  <a:lnTo>
                    <a:pt x="1594998" y="475335"/>
                  </a:lnTo>
                  <a:lnTo>
                    <a:pt x="1683609" y="501742"/>
                  </a:lnTo>
                  <a:lnTo>
                    <a:pt x="1772220" y="528150"/>
                  </a:lnTo>
                  <a:lnTo>
                    <a:pt x="1860831" y="554557"/>
                  </a:lnTo>
                  <a:lnTo>
                    <a:pt x="1949442" y="580965"/>
                  </a:lnTo>
                  <a:lnTo>
                    <a:pt x="2038053" y="607372"/>
                  </a:lnTo>
                  <a:lnTo>
                    <a:pt x="2126664" y="633780"/>
                  </a:lnTo>
                  <a:lnTo>
                    <a:pt x="2215275" y="660187"/>
                  </a:lnTo>
                  <a:lnTo>
                    <a:pt x="2303886" y="686595"/>
                  </a:lnTo>
                  <a:lnTo>
                    <a:pt x="2392497" y="713002"/>
                  </a:lnTo>
                  <a:lnTo>
                    <a:pt x="2481108" y="739410"/>
                  </a:lnTo>
                  <a:lnTo>
                    <a:pt x="2569719" y="765817"/>
                  </a:lnTo>
                  <a:lnTo>
                    <a:pt x="2658330" y="792225"/>
                  </a:lnTo>
                  <a:lnTo>
                    <a:pt x="2746941" y="818632"/>
                  </a:lnTo>
                  <a:lnTo>
                    <a:pt x="2835552" y="845040"/>
                  </a:lnTo>
                  <a:lnTo>
                    <a:pt x="2924163" y="871447"/>
                  </a:lnTo>
                  <a:lnTo>
                    <a:pt x="3012774" y="897855"/>
                  </a:lnTo>
                  <a:lnTo>
                    <a:pt x="3101385" y="924262"/>
                  </a:lnTo>
                  <a:lnTo>
                    <a:pt x="3189996" y="950670"/>
                  </a:lnTo>
                  <a:lnTo>
                    <a:pt x="3278607" y="977077"/>
                  </a:lnTo>
                  <a:lnTo>
                    <a:pt x="3367218" y="1003485"/>
                  </a:lnTo>
                  <a:lnTo>
                    <a:pt x="3455829" y="1029892"/>
                  </a:lnTo>
                  <a:lnTo>
                    <a:pt x="3544440" y="1056300"/>
                  </a:lnTo>
                  <a:lnTo>
                    <a:pt x="3633051" y="1082707"/>
                  </a:lnTo>
                  <a:lnTo>
                    <a:pt x="3721662" y="1109115"/>
                  </a:lnTo>
                  <a:lnTo>
                    <a:pt x="3810273" y="1135522"/>
                  </a:lnTo>
                  <a:lnTo>
                    <a:pt x="3898884" y="1161930"/>
                  </a:lnTo>
                  <a:lnTo>
                    <a:pt x="3987495" y="1188337"/>
                  </a:lnTo>
                  <a:lnTo>
                    <a:pt x="4076107" y="1214745"/>
                  </a:lnTo>
                  <a:lnTo>
                    <a:pt x="4164718" y="1241152"/>
                  </a:lnTo>
                  <a:lnTo>
                    <a:pt x="4253329" y="1267560"/>
                  </a:lnTo>
                  <a:lnTo>
                    <a:pt x="4341940" y="1293967"/>
                  </a:lnTo>
                  <a:lnTo>
                    <a:pt x="4430551" y="1320375"/>
                  </a:lnTo>
                  <a:lnTo>
                    <a:pt x="4519162" y="1346782"/>
                  </a:lnTo>
                  <a:lnTo>
                    <a:pt x="4607773" y="1373190"/>
                  </a:lnTo>
                  <a:lnTo>
                    <a:pt x="4696384" y="1399597"/>
                  </a:lnTo>
                  <a:lnTo>
                    <a:pt x="4784995" y="1426005"/>
                  </a:lnTo>
                  <a:lnTo>
                    <a:pt x="4873606" y="1452412"/>
                  </a:lnTo>
                  <a:lnTo>
                    <a:pt x="4962217" y="1478820"/>
                  </a:lnTo>
                  <a:lnTo>
                    <a:pt x="5050828" y="1505227"/>
                  </a:lnTo>
                  <a:lnTo>
                    <a:pt x="5139439" y="1531635"/>
                  </a:lnTo>
                  <a:lnTo>
                    <a:pt x="5228050" y="1558042"/>
                  </a:lnTo>
                  <a:lnTo>
                    <a:pt x="5316661" y="1584450"/>
                  </a:lnTo>
                  <a:lnTo>
                    <a:pt x="5405272" y="1610857"/>
                  </a:lnTo>
                  <a:lnTo>
                    <a:pt x="5493883" y="1637265"/>
                  </a:lnTo>
                  <a:lnTo>
                    <a:pt x="5582494" y="1663672"/>
                  </a:lnTo>
                  <a:lnTo>
                    <a:pt x="5671105" y="1690080"/>
                  </a:lnTo>
                  <a:lnTo>
                    <a:pt x="5759716" y="1716488"/>
                  </a:lnTo>
                  <a:lnTo>
                    <a:pt x="5848327" y="1742895"/>
                  </a:lnTo>
                  <a:lnTo>
                    <a:pt x="5936938" y="1769303"/>
                  </a:lnTo>
                  <a:lnTo>
                    <a:pt x="6025549" y="1795710"/>
                  </a:lnTo>
                  <a:lnTo>
                    <a:pt x="6114160" y="1822118"/>
                  </a:lnTo>
                  <a:lnTo>
                    <a:pt x="6202771" y="1848525"/>
                  </a:lnTo>
                  <a:lnTo>
                    <a:pt x="6291382" y="1874933"/>
                  </a:lnTo>
                  <a:lnTo>
                    <a:pt x="6379993" y="1901340"/>
                  </a:lnTo>
                  <a:lnTo>
                    <a:pt x="6468604" y="1927748"/>
                  </a:lnTo>
                  <a:lnTo>
                    <a:pt x="6557215" y="1954155"/>
                  </a:lnTo>
                  <a:lnTo>
                    <a:pt x="6645826" y="1980563"/>
                  </a:lnTo>
                  <a:lnTo>
                    <a:pt x="6734437" y="2006970"/>
                  </a:lnTo>
                  <a:lnTo>
                    <a:pt x="6823048" y="2033378"/>
                  </a:lnTo>
                  <a:lnTo>
                    <a:pt x="6911659" y="2059785"/>
                  </a:lnTo>
                  <a:lnTo>
                    <a:pt x="7000270" y="2086193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8" name="tx348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2323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41523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601216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87196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3781293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57" name="tx357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916913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2026-08-17T07:57:27Z</dcterms:modified>
  <cp:category/>
</cp:coreProperties>
</file>