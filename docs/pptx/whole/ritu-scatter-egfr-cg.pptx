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82878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1266926" y="2193199"/>
              <a:ext cx="7000270" cy="2364255"/>
            </a:xfrm>
            <a:custGeom>
              <a:avLst/>
              <a:pathLst>
                <a:path w="7000270" h="2364255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  <a:lnTo>
                    <a:pt x="7000270" y="2364255"/>
                  </a:lnTo>
                  <a:lnTo>
                    <a:pt x="6911659" y="2334646"/>
                  </a:lnTo>
                  <a:lnTo>
                    <a:pt x="6823048" y="2305043"/>
                  </a:lnTo>
                  <a:lnTo>
                    <a:pt x="6734437" y="2275445"/>
                  </a:lnTo>
                  <a:lnTo>
                    <a:pt x="6645826" y="2245852"/>
                  </a:lnTo>
                  <a:lnTo>
                    <a:pt x="6557215" y="2216266"/>
                  </a:lnTo>
                  <a:lnTo>
                    <a:pt x="6468604" y="2186685"/>
                  </a:lnTo>
                  <a:lnTo>
                    <a:pt x="6379993" y="2157112"/>
                  </a:lnTo>
                  <a:lnTo>
                    <a:pt x="6291382" y="2127545"/>
                  </a:lnTo>
                  <a:lnTo>
                    <a:pt x="6202771" y="2097986"/>
                  </a:lnTo>
                  <a:lnTo>
                    <a:pt x="6114160" y="2068436"/>
                  </a:lnTo>
                  <a:lnTo>
                    <a:pt x="6025549" y="2038894"/>
                  </a:lnTo>
                  <a:lnTo>
                    <a:pt x="5936938" y="2009361"/>
                  </a:lnTo>
                  <a:lnTo>
                    <a:pt x="5848327" y="1979839"/>
                  </a:lnTo>
                  <a:lnTo>
                    <a:pt x="5759716" y="1950327"/>
                  </a:lnTo>
                  <a:lnTo>
                    <a:pt x="5671105" y="1920827"/>
                  </a:lnTo>
                  <a:lnTo>
                    <a:pt x="5582494" y="1891339"/>
                  </a:lnTo>
                  <a:lnTo>
                    <a:pt x="5493883" y="1861865"/>
                  </a:lnTo>
                  <a:lnTo>
                    <a:pt x="5405272" y="1832406"/>
                  </a:lnTo>
                  <a:lnTo>
                    <a:pt x="5316661" y="1802963"/>
                  </a:lnTo>
                  <a:lnTo>
                    <a:pt x="5228050" y="1773537"/>
                  </a:lnTo>
                  <a:lnTo>
                    <a:pt x="5139439" y="1744130"/>
                  </a:lnTo>
                  <a:lnTo>
                    <a:pt x="5050828" y="1714744"/>
                  </a:lnTo>
                  <a:lnTo>
                    <a:pt x="4962217" y="1685380"/>
                  </a:lnTo>
                  <a:lnTo>
                    <a:pt x="4873606" y="1656040"/>
                  </a:lnTo>
                  <a:lnTo>
                    <a:pt x="4784995" y="1626728"/>
                  </a:lnTo>
                  <a:lnTo>
                    <a:pt x="4696384" y="1597445"/>
                  </a:lnTo>
                  <a:lnTo>
                    <a:pt x="4607773" y="1568195"/>
                  </a:lnTo>
                  <a:lnTo>
                    <a:pt x="4519162" y="1538981"/>
                  </a:lnTo>
                  <a:lnTo>
                    <a:pt x="4430551" y="1509807"/>
                  </a:lnTo>
                  <a:lnTo>
                    <a:pt x="4341940" y="1480677"/>
                  </a:lnTo>
                  <a:lnTo>
                    <a:pt x="4253329" y="1451597"/>
                  </a:lnTo>
                  <a:lnTo>
                    <a:pt x="4164718" y="1422571"/>
                  </a:lnTo>
                  <a:lnTo>
                    <a:pt x="4076107" y="1393606"/>
                  </a:lnTo>
                  <a:lnTo>
                    <a:pt x="3987495" y="1364709"/>
                  </a:lnTo>
                  <a:lnTo>
                    <a:pt x="3898884" y="1335887"/>
                  </a:lnTo>
                  <a:lnTo>
                    <a:pt x="3810273" y="1307151"/>
                  </a:lnTo>
                  <a:lnTo>
                    <a:pt x="3721662" y="1278509"/>
                  </a:lnTo>
                  <a:lnTo>
                    <a:pt x="3633051" y="1249974"/>
                  </a:lnTo>
                  <a:lnTo>
                    <a:pt x="3544440" y="1221556"/>
                  </a:lnTo>
                  <a:lnTo>
                    <a:pt x="3455829" y="1193271"/>
                  </a:lnTo>
                  <a:lnTo>
                    <a:pt x="3367218" y="1165131"/>
                  </a:lnTo>
                  <a:lnTo>
                    <a:pt x="3278607" y="1137152"/>
                  </a:lnTo>
                  <a:lnTo>
                    <a:pt x="3189996" y="1109350"/>
                  </a:lnTo>
                  <a:lnTo>
                    <a:pt x="3101385" y="1081741"/>
                  </a:lnTo>
                  <a:lnTo>
                    <a:pt x="3012774" y="1054338"/>
                  </a:lnTo>
                  <a:lnTo>
                    <a:pt x="2924163" y="1027157"/>
                  </a:lnTo>
                  <a:lnTo>
                    <a:pt x="2835552" y="1000208"/>
                  </a:lnTo>
                  <a:lnTo>
                    <a:pt x="2746941" y="973500"/>
                  </a:lnTo>
                  <a:lnTo>
                    <a:pt x="2658330" y="947037"/>
                  </a:lnTo>
                  <a:lnTo>
                    <a:pt x="2569719" y="920821"/>
                  </a:lnTo>
                  <a:lnTo>
                    <a:pt x="2481108" y="894848"/>
                  </a:lnTo>
                  <a:lnTo>
                    <a:pt x="2392497" y="869112"/>
                  </a:lnTo>
                  <a:lnTo>
                    <a:pt x="2303886" y="843602"/>
                  </a:lnTo>
                  <a:lnTo>
                    <a:pt x="2215275" y="818306"/>
                  </a:lnTo>
                  <a:lnTo>
                    <a:pt x="2126664" y="793209"/>
                  </a:lnTo>
                  <a:lnTo>
                    <a:pt x="2038053" y="768295"/>
                  </a:lnTo>
                  <a:lnTo>
                    <a:pt x="1949442" y="743550"/>
                  </a:lnTo>
                  <a:lnTo>
                    <a:pt x="1860831" y="718957"/>
                  </a:lnTo>
                  <a:lnTo>
                    <a:pt x="1772220" y="694503"/>
                  </a:lnTo>
                  <a:lnTo>
                    <a:pt x="1683609" y="670172"/>
                  </a:lnTo>
                  <a:lnTo>
                    <a:pt x="1594998" y="645953"/>
                  </a:lnTo>
                  <a:lnTo>
                    <a:pt x="1506387" y="621833"/>
                  </a:lnTo>
                  <a:lnTo>
                    <a:pt x="1417776" y="597803"/>
                  </a:lnTo>
                  <a:lnTo>
                    <a:pt x="1329165" y="573852"/>
                  </a:lnTo>
                  <a:lnTo>
                    <a:pt x="1240554" y="549973"/>
                  </a:lnTo>
                  <a:lnTo>
                    <a:pt x="1151943" y="526157"/>
                  </a:lnTo>
                  <a:lnTo>
                    <a:pt x="1063332" y="502399"/>
                  </a:lnTo>
                  <a:lnTo>
                    <a:pt x="974721" y="478692"/>
                  </a:lnTo>
                  <a:lnTo>
                    <a:pt x="886110" y="455032"/>
                  </a:lnTo>
                  <a:lnTo>
                    <a:pt x="797499" y="431414"/>
                  </a:lnTo>
                  <a:lnTo>
                    <a:pt x="708888" y="407833"/>
                  </a:lnTo>
                  <a:lnTo>
                    <a:pt x="620277" y="384287"/>
                  </a:lnTo>
                  <a:lnTo>
                    <a:pt x="531666" y="360771"/>
                  </a:lnTo>
                  <a:lnTo>
                    <a:pt x="443055" y="337284"/>
                  </a:lnTo>
                  <a:lnTo>
                    <a:pt x="354444" y="313822"/>
                  </a:lnTo>
                  <a:lnTo>
                    <a:pt x="265833" y="290384"/>
                  </a:lnTo>
                  <a:lnTo>
                    <a:pt x="177222" y="266967"/>
                  </a:lnTo>
                  <a:lnTo>
                    <a:pt x="88611" y="243569"/>
                  </a:lnTo>
                  <a:lnTo>
                    <a:pt x="0" y="22019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193199"/>
              <a:ext cx="7000270" cy="2028321"/>
            </a:xfrm>
            <a:custGeom>
              <a:avLst/>
              <a:pathLst>
                <a:path w="7000270" h="2028321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413389"/>
              <a:ext cx="7000270" cy="2144064"/>
            </a:xfrm>
            <a:custGeom>
              <a:avLst/>
              <a:pathLst>
                <a:path w="7000270" h="2144064">
                  <a:moveTo>
                    <a:pt x="7000270" y="2144064"/>
                  </a:moveTo>
                  <a:lnTo>
                    <a:pt x="6911659" y="2114456"/>
                  </a:lnTo>
                  <a:lnTo>
                    <a:pt x="6823048" y="2084853"/>
                  </a:lnTo>
                  <a:lnTo>
                    <a:pt x="6734437" y="2055254"/>
                  </a:lnTo>
                  <a:lnTo>
                    <a:pt x="6645826" y="2025662"/>
                  </a:lnTo>
                  <a:lnTo>
                    <a:pt x="6557215" y="1996075"/>
                  </a:lnTo>
                  <a:lnTo>
                    <a:pt x="6468604" y="1966495"/>
                  </a:lnTo>
                  <a:lnTo>
                    <a:pt x="6379993" y="1936921"/>
                  </a:lnTo>
                  <a:lnTo>
                    <a:pt x="6291382" y="1907355"/>
                  </a:lnTo>
                  <a:lnTo>
                    <a:pt x="6202771" y="1877796"/>
                  </a:lnTo>
                  <a:lnTo>
                    <a:pt x="6114160" y="1848245"/>
                  </a:lnTo>
                  <a:lnTo>
                    <a:pt x="6025549" y="1818703"/>
                  </a:lnTo>
                  <a:lnTo>
                    <a:pt x="5936938" y="1789171"/>
                  </a:lnTo>
                  <a:lnTo>
                    <a:pt x="5848327" y="1759648"/>
                  </a:lnTo>
                  <a:lnTo>
                    <a:pt x="5759716" y="1730136"/>
                  </a:lnTo>
                  <a:lnTo>
                    <a:pt x="5671105" y="1700636"/>
                  </a:lnTo>
                  <a:lnTo>
                    <a:pt x="5582494" y="1671149"/>
                  </a:lnTo>
                  <a:lnTo>
                    <a:pt x="5493883" y="1641675"/>
                  </a:lnTo>
                  <a:lnTo>
                    <a:pt x="5405272" y="1612216"/>
                  </a:lnTo>
                  <a:lnTo>
                    <a:pt x="5316661" y="1582773"/>
                  </a:lnTo>
                  <a:lnTo>
                    <a:pt x="5228050" y="1553347"/>
                  </a:lnTo>
                  <a:lnTo>
                    <a:pt x="5139439" y="1523940"/>
                  </a:lnTo>
                  <a:lnTo>
                    <a:pt x="5050828" y="1494553"/>
                  </a:lnTo>
                  <a:lnTo>
                    <a:pt x="4962217" y="1465189"/>
                  </a:lnTo>
                  <a:lnTo>
                    <a:pt x="4873606" y="1435850"/>
                  </a:lnTo>
                  <a:lnTo>
                    <a:pt x="4784995" y="1406537"/>
                  </a:lnTo>
                  <a:lnTo>
                    <a:pt x="4696384" y="1377255"/>
                  </a:lnTo>
                  <a:lnTo>
                    <a:pt x="4607773" y="1348005"/>
                  </a:lnTo>
                  <a:lnTo>
                    <a:pt x="4519162" y="1318791"/>
                  </a:lnTo>
                  <a:lnTo>
                    <a:pt x="4430551" y="1289617"/>
                  </a:lnTo>
                  <a:lnTo>
                    <a:pt x="4341940" y="1260487"/>
                  </a:lnTo>
                  <a:lnTo>
                    <a:pt x="4253329" y="1231406"/>
                  </a:lnTo>
                  <a:lnTo>
                    <a:pt x="4164718" y="1202380"/>
                  </a:lnTo>
                  <a:lnTo>
                    <a:pt x="4076107" y="1173415"/>
                  </a:lnTo>
                  <a:lnTo>
                    <a:pt x="3987495" y="1144518"/>
                  </a:lnTo>
                  <a:lnTo>
                    <a:pt x="3898884" y="1115697"/>
                  </a:lnTo>
                  <a:lnTo>
                    <a:pt x="3810273" y="1086961"/>
                  </a:lnTo>
                  <a:lnTo>
                    <a:pt x="3721662" y="1058319"/>
                  </a:lnTo>
                  <a:lnTo>
                    <a:pt x="3633051" y="1029783"/>
                  </a:lnTo>
                  <a:lnTo>
                    <a:pt x="3544440" y="1001366"/>
                  </a:lnTo>
                  <a:lnTo>
                    <a:pt x="3455829" y="973080"/>
                  </a:lnTo>
                  <a:lnTo>
                    <a:pt x="3367218" y="944940"/>
                  </a:lnTo>
                  <a:lnTo>
                    <a:pt x="3278607" y="916962"/>
                  </a:lnTo>
                  <a:lnTo>
                    <a:pt x="3189996" y="889160"/>
                  </a:lnTo>
                  <a:lnTo>
                    <a:pt x="3101385" y="861550"/>
                  </a:lnTo>
                  <a:lnTo>
                    <a:pt x="3012774" y="834148"/>
                  </a:lnTo>
                  <a:lnTo>
                    <a:pt x="2924163" y="806967"/>
                  </a:lnTo>
                  <a:lnTo>
                    <a:pt x="2835552" y="780018"/>
                  </a:lnTo>
                  <a:lnTo>
                    <a:pt x="2746941" y="753310"/>
                  </a:lnTo>
                  <a:lnTo>
                    <a:pt x="2658330" y="726847"/>
                  </a:lnTo>
                  <a:lnTo>
                    <a:pt x="2569719" y="700631"/>
                  </a:lnTo>
                  <a:lnTo>
                    <a:pt x="2481108" y="674658"/>
                  </a:lnTo>
                  <a:lnTo>
                    <a:pt x="2392497" y="648922"/>
                  </a:lnTo>
                  <a:lnTo>
                    <a:pt x="2303886" y="623412"/>
                  </a:lnTo>
                  <a:lnTo>
                    <a:pt x="2215275" y="598115"/>
                  </a:lnTo>
                  <a:lnTo>
                    <a:pt x="2126664" y="573018"/>
                  </a:lnTo>
                  <a:lnTo>
                    <a:pt x="2038053" y="548105"/>
                  </a:lnTo>
                  <a:lnTo>
                    <a:pt x="1949442" y="523360"/>
                  </a:lnTo>
                  <a:lnTo>
                    <a:pt x="1860831" y="498767"/>
                  </a:lnTo>
                  <a:lnTo>
                    <a:pt x="1772220" y="474312"/>
                  </a:lnTo>
                  <a:lnTo>
                    <a:pt x="1683609" y="449982"/>
                  </a:lnTo>
                  <a:lnTo>
                    <a:pt x="1594998" y="425762"/>
                  </a:lnTo>
                  <a:lnTo>
                    <a:pt x="1506387" y="401643"/>
                  </a:lnTo>
                  <a:lnTo>
                    <a:pt x="1417776" y="377612"/>
                  </a:lnTo>
                  <a:lnTo>
                    <a:pt x="1329165" y="353661"/>
                  </a:lnTo>
                  <a:lnTo>
                    <a:pt x="1240554" y="329782"/>
                  </a:lnTo>
                  <a:lnTo>
                    <a:pt x="1151943" y="305967"/>
                  </a:lnTo>
                  <a:lnTo>
                    <a:pt x="1063332" y="282209"/>
                  </a:lnTo>
                  <a:lnTo>
                    <a:pt x="974721" y="258502"/>
                  </a:lnTo>
                  <a:lnTo>
                    <a:pt x="886110" y="234842"/>
                  </a:lnTo>
                  <a:lnTo>
                    <a:pt x="797499" y="211223"/>
                  </a:lnTo>
                  <a:lnTo>
                    <a:pt x="708888" y="187643"/>
                  </a:lnTo>
                  <a:lnTo>
                    <a:pt x="620277" y="164096"/>
                  </a:lnTo>
                  <a:lnTo>
                    <a:pt x="531666" y="140581"/>
                  </a:lnTo>
                  <a:lnTo>
                    <a:pt x="443055" y="117093"/>
                  </a:lnTo>
                  <a:lnTo>
                    <a:pt x="354444" y="93631"/>
                  </a:lnTo>
                  <a:lnTo>
                    <a:pt x="265833" y="70193"/>
                  </a:lnTo>
                  <a:lnTo>
                    <a:pt x="177222" y="46776"/>
                  </a:lnTo>
                  <a:lnTo>
                    <a:pt x="88611" y="233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266926" y="2303294"/>
              <a:ext cx="7000270" cy="2086193"/>
            </a:xfrm>
            <a:custGeom>
              <a:avLst/>
              <a:pathLst>
                <a:path w="7000270" h="2086193">
                  <a:moveTo>
                    <a:pt x="0" y="0"/>
                  </a:moveTo>
                  <a:lnTo>
                    <a:pt x="88611" y="26407"/>
                  </a:lnTo>
                  <a:lnTo>
                    <a:pt x="177222" y="52815"/>
                  </a:lnTo>
                  <a:lnTo>
                    <a:pt x="265833" y="79222"/>
                  </a:lnTo>
                  <a:lnTo>
                    <a:pt x="354444" y="105630"/>
                  </a:lnTo>
                  <a:lnTo>
                    <a:pt x="443055" y="132037"/>
                  </a:lnTo>
                  <a:lnTo>
                    <a:pt x="531666" y="158445"/>
                  </a:lnTo>
                  <a:lnTo>
                    <a:pt x="620277" y="184852"/>
                  </a:lnTo>
                  <a:lnTo>
                    <a:pt x="708888" y="211260"/>
                  </a:lnTo>
                  <a:lnTo>
                    <a:pt x="797499" y="237667"/>
                  </a:lnTo>
                  <a:lnTo>
                    <a:pt x="886110" y="264075"/>
                  </a:lnTo>
                  <a:lnTo>
                    <a:pt x="974721" y="290482"/>
                  </a:lnTo>
                  <a:lnTo>
                    <a:pt x="1063332" y="316890"/>
                  </a:lnTo>
                  <a:lnTo>
                    <a:pt x="1151943" y="343297"/>
                  </a:lnTo>
                  <a:lnTo>
                    <a:pt x="1240554" y="369705"/>
                  </a:lnTo>
                  <a:lnTo>
                    <a:pt x="1329165" y="396112"/>
                  </a:lnTo>
                  <a:lnTo>
                    <a:pt x="1417776" y="422520"/>
                  </a:lnTo>
                  <a:lnTo>
                    <a:pt x="1506387" y="448927"/>
                  </a:lnTo>
                  <a:lnTo>
                    <a:pt x="1594998" y="475335"/>
                  </a:lnTo>
                  <a:lnTo>
                    <a:pt x="1683609" y="501742"/>
                  </a:lnTo>
                  <a:lnTo>
                    <a:pt x="1772220" y="528150"/>
                  </a:lnTo>
                  <a:lnTo>
                    <a:pt x="1860831" y="554557"/>
                  </a:lnTo>
                  <a:lnTo>
                    <a:pt x="1949442" y="580965"/>
                  </a:lnTo>
                  <a:lnTo>
                    <a:pt x="2038053" y="607372"/>
                  </a:lnTo>
                  <a:lnTo>
                    <a:pt x="2126664" y="633780"/>
                  </a:lnTo>
                  <a:lnTo>
                    <a:pt x="2215275" y="660187"/>
                  </a:lnTo>
                  <a:lnTo>
                    <a:pt x="2303886" y="686595"/>
                  </a:lnTo>
                  <a:lnTo>
                    <a:pt x="2392497" y="713002"/>
                  </a:lnTo>
                  <a:lnTo>
                    <a:pt x="2481108" y="739410"/>
                  </a:lnTo>
                  <a:lnTo>
                    <a:pt x="2569719" y="765817"/>
                  </a:lnTo>
                  <a:lnTo>
                    <a:pt x="2658330" y="792225"/>
                  </a:lnTo>
                  <a:lnTo>
                    <a:pt x="2746941" y="818632"/>
                  </a:lnTo>
                  <a:lnTo>
                    <a:pt x="2835552" y="845040"/>
                  </a:lnTo>
                  <a:lnTo>
                    <a:pt x="2924163" y="871447"/>
                  </a:lnTo>
                  <a:lnTo>
                    <a:pt x="3012774" y="897855"/>
                  </a:lnTo>
                  <a:lnTo>
                    <a:pt x="3101385" y="924262"/>
                  </a:lnTo>
                  <a:lnTo>
                    <a:pt x="3189996" y="950670"/>
                  </a:lnTo>
                  <a:lnTo>
                    <a:pt x="3278607" y="977077"/>
                  </a:lnTo>
                  <a:lnTo>
                    <a:pt x="3367218" y="1003485"/>
                  </a:lnTo>
                  <a:lnTo>
                    <a:pt x="3455829" y="1029892"/>
                  </a:lnTo>
                  <a:lnTo>
                    <a:pt x="3544440" y="1056300"/>
                  </a:lnTo>
                  <a:lnTo>
                    <a:pt x="3633051" y="1082707"/>
                  </a:lnTo>
                  <a:lnTo>
                    <a:pt x="3721662" y="1109115"/>
                  </a:lnTo>
                  <a:lnTo>
                    <a:pt x="3810273" y="1135522"/>
                  </a:lnTo>
                  <a:lnTo>
                    <a:pt x="3898884" y="1161930"/>
                  </a:lnTo>
                  <a:lnTo>
                    <a:pt x="3987495" y="1188337"/>
                  </a:lnTo>
                  <a:lnTo>
                    <a:pt x="4076107" y="1214745"/>
                  </a:lnTo>
                  <a:lnTo>
                    <a:pt x="4164718" y="1241152"/>
                  </a:lnTo>
                  <a:lnTo>
                    <a:pt x="4253329" y="1267560"/>
                  </a:lnTo>
                  <a:lnTo>
                    <a:pt x="4341940" y="1293967"/>
                  </a:lnTo>
                  <a:lnTo>
                    <a:pt x="4430551" y="1320375"/>
                  </a:lnTo>
                  <a:lnTo>
                    <a:pt x="4519162" y="1346782"/>
                  </a:lnTo>
                  <a:lnTo>
                    <a:pt x="4607773" y="1373190"/>
                  </a:lnTo>
                  <a:lnTo>
                    <a:pt x="4696384" y="1399597"/>
                  </a:lnTo>
                  <a:lnTo>
                    <a:pt x="4784995" y="1426005"/>
                  </a:lnTo>
                  <a:lnTo>
                    <a:pt x="4873606" y="1452412"/>
                  </a:lnTo>
                  <a:lnTo>
                    <a:pt x="4962217" y="1478820"/>
                  </a:lnTo>
                  <a:lnTo>
                    <a:pt x="5050828" y="1505227"/>
                  </a:lnTo>
                  <a:lnTo>
                    <a:pt x="5139439" y="1531635"/>
                  </a:lnTo>
                  <a:lnTo>
                    <a:pt x="5228050" y="1558042"/>
                  </a:lnTo>
                  <a:lnTo>
                    <a:pt x="5316661" y="1584450"/>
                  </a:lnTo>
                  <a:lnTo>
                    <a:pt x="5405272" y="1610857"/>
                  </a:lnTo>
                  <a:lnTo>
                    <a:pt x="5493883" y="1637265"/>
                  </a:lnTo>
                  <a:lnTo>
                    <a:pt x="5582494" y="1663672"/>
                  </a:lnTo>
                  <a:lnTo>
                    <a:pt x="5671105" y="1690080"/>
                  </a:lnTo>
                  <a:lnTo>
                    <a:pt x="5759716" y="1716488"/>
                  </a:lnTo>
                  <a:lnTo>
                    <a:pt x="5848327" y="1742895"/>
                  </a:lnTo>
                  <a:lnTo>
                    <a:pt x="5936938" y="1769303"/>
                  </a:lnTo>
                  <a:lnTo>
                    <a:pt x="6025549" y="1795710"/>
                  </a:lnTo>
                  <a:lnTo>
                    <a:pt x="6114160" y="1822118"/>
                  </a:lnTo>
                  <a:lnTo>
                    <a:pt x="6202771" y="1848525"/>
                  </a:lnTo>
                  <a:lnTo>
                    <a:pt x="6291382" y="1874933"/>
                  </a:lnTo>
                  <a:lnTo>
                    <a:pt x="6379993" y="1901340"/>
                  </a:lnTo>
                  <a:lnTo>
                    <a:pt x="6468604" y="1927748"/>
                  </a:lnTo>
                  <a:lnTo>
                    <a:pt x="6557215" y="1954155"/>
                  </a:lnTo>
                  <a:lnTo>
                    <a:pt x="6645826" y="1980563"/>
                  </a:lnTo>
                  <a:lnTo>
                    <a:pt x="6734437" y="2006970"/>
                  </a:lnTo>
                  <a:lnTo>
                    <a:pt x="6823048" y="2033378"/>
                  </a:lnTo>
                  <a:lnTo>
                    <a:pt x="6911659" y="2059785"/>
                  </a:lnTo>
                  <a:lnTo>
                    <a:pt x="7000270" y="208619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2026-08-19T20:27:18Z</dcterms:modified>
  <cp:category/>
</cp:coreProperties>
</file>