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203101" y="2073503"/>
              <a:ext cx="4059577" cy="3483746"/>
            </a:xfrm>
            <a:custGeom>
              <a:avLst/>
              <a:pathLst>
                <a:path w="4059577" h="3483746">
                  <a:moveTo>
                    <a:pt x="34764" y="0"/>
                  </a:moveTo>
                  <a:lnTo>
                    <a:pt x="48716" y="1102115"/>
                  </a:lnTo>
                  <a:lnTo>
                    <a:pt x="120338" y="2745859"/>
                  </a:lnTo>
                  <a:lnTo>
                    <a:pt x="191961" y="3177567"/>
                  </a:lnTo>
                  <a:lnTo>
                    <a:pt x="263583" y="3356700"/>
                  </a:lnTo>
                  <a:lnTo>
                    <a:pt x="335206" y="3431029"/>
                  </a:lnTo>
                  <a:lnTo>
                    <a:pt x="406828" y="3461872"/>
                  </a:lnTo>
                  <a:lnTo>
                    <a:pt x="478451" y="3474670"/>
                  </a:lnTo>
                  <a:lnTo>
                    <a:pt x="550073" y="3479980"/>
                  </a:lnTo>
                  <a:lnTo>
                    <a:pt x="621696" y="3482184"/>
                  </a:lnTo>
                  <a:lnTo>
                    <a:pt x="693318" y="3483098"/>
                  </a:lnTo>
                  <a:lnTo>
                    <a:pt x="764941" y="3483477"/>
                  </a:lnTo>
                  <a:lnTo>
                    <a:pt x="836564" y="3483635"/>
                  </a:lnTo>
                  <a:lnTo>
                    <a:pt x="908186" y="3483700"/>
                  </a:lnTo>
                  <a:lnTo>
                    <a:pt x="979809" y="3483727"/>
                  </a:lnTo>
                  <a:lnTo>
                    <a:pt x="1051431" y="3483738"/>
                  </a:lnTo>
                  <a:lnTo>
                    <a:pt x="1123054" y="3483743"/>
                  </a:lnTo>
                  <a:lnTo>
                    <a:pt x="1194676" y="3483745"/>
                  </a:lnTo>
                  <a:lnTo>
                    <a:pt x="1266299" y="3483746"/>
                  </a:lnTo>
                  <a:lnTo>
                    <a:pt x="1337921" y="3483746"/>
                  </a:lnTo>
                  <a:lnTo>
                    <a:pt x="1409544" y="3483746"/>
                  </a:lnTo>
                  <a:lnTo>
                    <a:pt x="1481166" y="3483746"/>
                  </a:lnTo>
                  <a:lnTo>
                    <a:pt x="1552789" y="3483746"/>
                  </a:lnTo>
                  <a:lnTo>
                    <a:pt x="1624411" y="3483746"/>
                  </a:lnTo>
                  <a:lnTo>
                    <a:pt x="1696034" y="3483746"/>
                  </a:lnTo>
                  <a:lnTo>
                    <a:pt x="1767656" y="3483746"/>
                  </a:lnTo>
                  <a:lnTo>
                    <a:pt x="1839279" y="3483746"/>
                  </a:lnTo>
                  <a:lnTo>
                    <a:pt x="1910901" y="3483746"/>
                  </a:lnTo>
                  <a:lnTo>
                    <a:pt x="1982524" y="3483746"/>
                  </a:lnTo>
                  <a:lnTo>
                    <a:pt x="2054146" y="3483746"/>
                  </a:lnTo>
                  <a:lnTo>
                    <a:pt x="2125769" y="3483746"/>
                  </a:lnTo>
                  <a:lnTo>
                    <a:pt x="2197392" y="3483746"/>
                  </a:lnTo>
                  <a:lnTo>
                    <a:pt x="2269014" y="3483746"/>
                  </a:lnTo>
                  <a:lnTo>
                    <a:pt x="2340637" y="3483746"/>
                  </a:lnTo>
                  <a:lnTo>
                    <a:pt x="2412259" y="3483746"/>
                  </a:lnTo>
                  <a:lnTo>
                    <a:pt x="2483882" y="3483746"/>
                  </a:lnTo>
                  <a:lnTo>
                    <a:pt x="2555504" y="3483746"/>
                  </a:lnTo>
                  <a:lnTo>
                    <a:pt x="2627127" y="3483746"/>
                  </a:lnTo>
                  <a:lnTo>
                    <a:pt x="2698749" y="3483746"/>
                  </a:lnTo>
                  <a:lnTo>
                    <a:pt x="2770372" y="3483746"/>
                  </a:lnTo>
                  <a:lnTo>
                    <a:pt x="2841994" y="3483746"/>
                  </a:lnTo>
                  <a:lnTo>
                    <a:pt x="2913617" y="3483746"/>
                  </a:lnTo>
                  <a:lnTo>
                    <a:pt x="2985239" y="3483746"/>
                  </a:lnTo>
                  <a:lnTo>
                    <a:pt x="3056862" y="3483746"/>
                  </a:lnTo>
                  <a:lnTo>
                    <a:pt x="3128484" y="3483746"/>
                  </a:lnTo>
                  <a:lnTo>
                    <a:pt x="3200107" y="3483746"/>
                  </a:lnTo>
                  <a:lnTo>
                    <a:pt x="3271729" y="3483746"/>
                  </a:lnTo>
                  <a:lnTo>
                    <a:pt x="3343352" y="3483746"/>
                  </a:lnTo>
                  <a:lnTo>
                    <a:pt x="3414974" y="3483746"/>
                  </a:lnTo>
                  <a:lnTo>
                    <a:pt x="3486597" y="3483746"/>
                  </a:lnTo>
                  <a:lnTo>
                    <a:pt x="3558220" y="3483746"/>
                  </a:lnTo>
                  <a:lnTo>
                    <a:pt x="3629842" y="3483746"/>
                  </a:lnTo>
                  <a:lnTo>
                    <a:pt x="3701465" y="3483746"/>
                  </a:lnTo>
                  <a:lnTo>
                    <a:pt x="3773087" y="3483746"/>
                  </a:lnTo>
                  <a:lnTo>
                    <a:pt x="3844710" y="3483746"/>
                  </a:lnTo>
                  <a:lnTo>
                    <a:pt x="3916332" y="3483746"/>
                  </a:lnTo>
                  <a:lnTo>
                    <a:pt x="3987955" y="3483746"/>
                  </a:lnTo>
                  <a:lnTo>
                    <a:pt x="4059577" y="3483746"/>
                  </a:lnTo>
                  <a:lnTo>
                    <a:pt x="3987955" y="3483746"/>
                  </a:lnTo>
                  <a:lnTo>
                    <a:pt x="3916332" y="3483746"/>
                  </a:lnTo>
                  <a:lnTo>
                    <a:pt x="3844710" y="3483746"/>
                  </a:lnTo>
                  <a:lnTo>
                    <a:pt x="3773087" y="3483746"/>
                  </a:lnTo>
                  <a:lnTo>
                    <a:pt x="3701465" y="3483746"/>
                  </a:lnTo>
                  <a:lnTo>
                    <a:pt x="3629842" y="3483746"/>
                  </a:lnTo>
                  <a:lnTo>
                    <a:pt x="3558220" y="3483746"/>
                  </a:lnTo>
                  <a:lnTo>
                    <a:pt x="3486597" y="3483746"/>
                  </a:lnTo>
                  <a:lnTo>
                    <a:pt x="3414974" y="3483746"/>
                  </a:lnTo>
                  <a:lnTo>
                    <a:pt x="3343352" y="3483746"/>
                  </a:lnTo>
                  <a:lnTo>
                    <a:pt x="3271729" y="3483746"/>
                  </a:lnTo>
                  <a:lnTo>
                    <a:pt x="3200107" y="3483746"/>
                  </a:lnTo>
                  <a:lnTo>
                    <a:pt x="3128484" y="3483746"/>
                  </a:lnTo>
                  <a:lnTo>
                    <a:pt x="3056862" y="3483746"/>
                  </a:lnTo>
                  <a:lnTo>
                    <a:pt x="2985239" y="3483746"/>
                  </a:lnTo>
                  <a:lnTo>
                    <a:pt x="2913617" y="3483746"/>
                  </a:lnTo>
                  <a:lnTo>
                    <a:pt x="2841994" y="3483746"/>
                  </a:lnTo>
                  <a:lnTo>
                    <a:pt x="2770372" y="3483746"/>
                  </a:lnTo>
                  <a:lnTo>
                    <a:pt x="2698749" y="3483746"/>
                  </a:lnTo>
                  <a:lnTo>
                    <a:pt x="2627127" y="3483746"/>
                  </a:lnTo>
                  <a:lnTo>
                    <a:pt x="2555504" y="3483746"/>
                  </a:lnTo>
                  <a:lnTo>
                    <a:pt x="2483882" y="3483746"/>
                  </a:lnTo>
                  <a:lnTo>
                    <a:pt x="2412259" y="3483746"/>
                  </a:lnTo>
                  <a:lnTo>
                    <a:pt x="2340637" y="3483746"/>
                  </a:lnTo>
                  <a:lnTo>
                    <a:pt x="2269014" y="3483746"/>
                  </a:lnTo>
                  <a:lnTo>
                    <a:pt x="2197392" y="3483746"/>
                  </a:lnTo>
                  <a:lnTo>
                    <a:pt x="2125769" y="3483746"/>
                  </a:lnTo>
                  <a:lnTo>
                    <a:pt x="2054146" y="3483746"/>
                  </a:lnTo>
                  <a:lnTo>
                    <a:pt x="1982524" y="3483746"/>
                  </a:lnTo>
                  <a:lnTo>
                    <a:pt x="1910901" y="3483746"/>
                  </a:lnTo>
                  <a:lnTo>
                    <a:pt x="1839279" y="3483746"/>
                  </a:lnTo>
                  <a:lnTo>
                    <a:pt x="1767656" y="3483746"/>
                  </a:lnTo>
                  <a:lnTo>
                    <a:pt x="1696034" y="3483746"/>
                  </a:lnTo>
                  <a:lnTo>
                    <a:pt x="1624411" y="3483746"/>
                  </a:lnTo>
                  <a:lnTo>
                    <a:pt x="1552789" y="3483746"/>
                  </a:lnTo>
                  <a:lnTo>
                    <a:pt x="1481166" y="3483746"/>
                  </a:lnTo>
                  <a:lnTo>
                    <a:pt x="1409544" y="3483746"/>
                  </a:lnTo>
                  <a:lnTo>
                    <a:pt x="1337921" y="3483746"/>
                  </a:lnTo>
                  <a:lnTo>
                    <a:pt x="1266299" y="3483746"/>
                  </a:lnTo>
                  <a:lnTo>
                    <a:pt x="1194676" y="3483746"/>
                  </a:lnTo>
                  <a:lnTo>
                    <a:pt x="1123054" y="3483746"/>
                  </a:lnTo>
                  <a:lnTo>
                    <a:pt x="1051431" y="3483746"/>
                  </a:lnTo>
                  <a:lnTo>
                    <a:pt x="979809" y="3483746"/>
                  </a:lnTo>
                  <a:lnTo>
                    <a:pt x="908186" y="3483745"/>
                  </a:lnTo>
                  <a:lnTo>
                    <a:pt x="836564" y="3483743"/>
                  </a:lnTo>
                  <a:lnTo>
                    <a:pt x="764941" y="3483734"/>
                  </a:lnTo>
                  <a:lnTo>
                    <a:pt x="693318" y="3483705"/>
                  </a:lnTo>
                  <a:lnTo>
                    <a:pt x="621696" y="3483605"/>
                  </a:lnTo>
                  <a:lnTo>
                    <a:pt x="550073" y="3483269"/>
                  </a:lnTo>
                  <a:lnTo>
                    <a:pt x="478451" y="3482137"/>
                  </a:lnTo>
                  <a:lnTo>
                    <a:pt x="406828" y="3478312"/>
                  </a:lnTo>
                  <a:lnTo>
                    <a:pt x="335206" y="3465403"/>
                  </a:lnTo>
                  <a:lnTo>
                    <a:pt x="263583" y="3421826"/>
                  </a:lnTo>
                  <a:lnTo>
                    <a:pt x="191961" y="3274730"/>
                  </a:lnTo>
                  <a:lnTo>
                    <a:pt x="120338" y="2778197"/>
                  </a:lnTo>
                  <a:lnTo>
                    <a:pt x="48716" y="1705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37866" y="2073503"/>
              <a:ext cx="4024813" cy="3483746"/>
            </a:xfrm>
            <a:custGeom>
              <a:avLst/>
              <a:pathLst>
                <a:path w="4024813" h="3483746">
                  <a:moveTo>
                    <a:pt x="0" y="0"/>
                  </a:moveTo>
                  <a:lnTo>
                    <a:pt x="13951" y="1102115"/>
                  </a:lnTo>
                  <a:lnTo>
                    <a:pt x="85574" y="2745859"/>
                  </a:lnTo>
                  <a:lnTo>
                    <a:pt x="157196" y="3177567"/>
                  </a:lnTo>
                  <a:lnTo>
                    <a:pt x="228819" y="3356700"/>
                  </a:lnTo>
                  <a:lnTo>
                    <a:pt x="300442" y="3431029"/>
                  </a:lnTo>
                  <a:lnTo>
                    <a:pt x="372064" y="3461872"/>
                  </a:lnTo>
                  <a:lnTo>
                    <a:pt x="443687" y="3474670"/>
                  </a:lnTo>
                  <a:lnTo>
                    <a:pt x="515309" y="3479980"/>
                  </a:lnTo>
                  <a:lnTo>
                    <a:pt x="586932" y="3482184"/>
                  </a:lnTo>
                  <a:lnTo>
                    <a:pt x="658554" y="3483098"/>
                  </a:lnTo>
                  <a:lnTo>
                    <a:pt x="730177" y="3483477"/>
                  </a:lnTo>
                  <a:lnTo>
                    <a:pt x="801799" y="3483635"/>
                  </a:lnTo>
                  <a:lnTo>
                    <a:pt x="873422" y="3483700"/>
                  </a:lnTo>
                  <a:lnTo>
                    <a:pt x="945044" y="3483727"/>
                  </a:lnTo>
                  <a:lnTo>
                    <a:pt x="1016667" y="3483738"/>
                  </a:lnTo>
                  <a:lnTo>
                    <a:pt x="1088289" y="3483743"/>
                  </a:lnTo>
                  <a:lnTo>
                    <a:pt x="1159912" y="3483745"/>
                  </a:lnTo>
                  <a:lnTo>
                    <a:pt x="1231534" y="3483746"/>
                  </a:lnTo>
                  <a:lnTo>
                    <a:pt x="1303157" y="3483746"/>
                  </a:lnTo>
                  <a:lnTo>
                    <a:pt x="1374779" y="3483746"/>
                  </a:lnTo>
                  <a:lnTo>
                    <a:pt x="1446402" y="3483746"/>
                  </a:lnTo>
                  <a:lnTo>
                    <a:pt x="1518024" y="3483746"/>
                  </a:lnTo>
                  <a:lnTo>
                    <a:pt x="1589647" y="3483746"/>
                  </a:lnTo>
                  <a:lnTo>
                    <a:pt x="1661270" y="3483746"/>
                  </a:lnTo>
                  <a:lnTo>
                    <a:pt x="1732892" y="3483746"/>
                  </a:lnTo>
                  <a:lnTo>
                    <a:pt x="1804515" y="3483746"/>
                  </a:lnTo>
                  <a:lnTo>
                    <a:pt x="1876137" y="3483746"/>
                  </a:lnTo>
                  <a:lnTo>
                    <a:pt x="1947760" y="3483746"/>
                  </a:lnTo>
                  <a:lnTo>
                    <a:pt x="2019382" y="3483746"/>
                  </a:lnTo>
                  <a:lnTo>
                    <a:pt x="2091005" y="3483746"/>
                  </a:lnTo>
                  <a:lnTo>
                    <a:pt x="2162627" y="3483746"/>
                  </a:lnTo>
                  <a:lnTo>
                    <a:pt x="2234250" y="3483746"/>
                  </a:lnTo>
                  <a:lnTo>
                    <a:pt x="2305872" y="3483746"/>
                  </a:lnTo>
                  <a:lnTo>
                    <a:pt x="2377495" y="3483746"/>
                  </a:lnTo>
                  <a:lnTo>
                    <a:pt x="2449117" y="3483746"/>
                  </a:lnTo>
                  <a:lnTo>
                    <a:pt x="2520740" y="3483746"/>
                  </a:lnTo>
                  <a:lnTo>
                    <a:pt x="2592362" y="3483746"/>
                  </a:lnTo>
                  <a:lnTo>
                    <a:pt x="2663985" y="3483746"/>
                  </a:lnTo>
                  <a:lnTo>
                    <a:pt x="2735607" y="3483746"/>
                  </a:lnTo>
                  <a:lnTo>
                    <a:pt x="2807230" y="3483746"/>
                  </a:lnTo>
                  <a:lnTo>
                    <a:pt x="2878852" y="3483746"/>
                  </a:lnTo>
                  <a:lnTo>
                    <a:pt x="2950475" y="3483746"/>
                  </a:lnTo>
                  <a:lnTo>
                    <a:pt x="3022098" y="3483746"/>
                  </a:lnTo>
                  <a:lnTo>
                    <a:pt x="3093720" y="3483746"/>
                  </a:lnTo>
                  <a:lnTo>
                    <a:pt x="3165343" y="3483746"/>
                  </a:lnTo>
                  <a:lnTo>
                    <a:pt x="3236965" y="3483746"/>
                  </a:lnTo>
                  <a:lnTo>
                    <a:pt x="3308588" y="3483746"/>
                  </a:lnTo>
                  <a:lnTo>
                    <a:pt x="3380210" y="3483746"/>
                  </a:lnTo>
                  <a:lnTo>
                    <a:pt x="3451833" y="3483746"/>
                  </a:lnTo>
                  <a:lnTo>
                    <a:pt x="3523455" y="3483746"/>
                  </a:lnTo>
                  <a:lnTo>
                    <a:pt x="3595078" y="3483746"/>
                  </a:lnTo>
                  <a:lnTo>
                    <a:pt x="3666700" y="3483746"/>
                  </a:lnTo>
                  <a:lnTo>
                    <a:pt x="3738323" y="3483746"/>
                  </a:lnTo>
                  <a:lnTo>
                    <a:pt x="3809945" y="3483746"/>
                  </a:lnTo>
                  <a:lnTo>
                    <a:pt x="3881568" y="3483746"/>
                  </a:lnTo>
                  <a:lnTo>
                    <a:pt x="3953190" y="3483746"/>
                  </a:lnTo>
                  <a:lnTo>
                    <a:pt x="4024813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03101" y="2073503"/>
              <a:ext cx="4059577" cy="3483746"/>
            </a:xfrm>
            <a:custGeom>
              <a:avLst/>
              <a:pathLst>
                <a:path w="4059577" h="3483746">
                  <a:moveTo>
                    <a:pt x="4059577" y="3483746"/>
                  </a:moveTo>
                  <a:lnTo>
                    <a:pt x="3987955" y="3483746"/>
                  </a:lnTo>
                  <a:lnTo>
                    <a:pt x="3916332" y="3483746"/>
                  </a:lnTo>
                  <a:lnTo>
                    <a:pt x="3844710" y="3483746"/>
                  </a:lnTo>
                  <a:lnTo>
                    <a:pt x="3773087" y="3483746"/>
                  </a:lnTo>
                  <a:lnTo>
                    <a:pt x="3701465" y="3483746"/>
                  </a:lnTo>
                  <a:lnTo>
                    <a:pt x="3629842" y="3483746"/>
                  </a:lnTo>
                  <a:lnTo>
                    <a:pt x="3558220" y="3483746"/>
                  </a:lnTo>
                  <a:lnTo>
                    <a:pt x="3486597" y="3483746"/>
                  </a:lnTo>
                  <a:lnTo>
                    <a:pt x="3414974" y="3483746"/>
                  </a:lnTo>
                  <a:lnTo>
                    <a:pt x="3343352" y="3483746"/>
                  </a:lnTo>
                  <a:lnTo>
                    <a:pt x="3271729" y="3483746"/>
                  </a:lnTo>
                  <a:lnTo>
                    <a:pt x="3200107" y="3483746"/>
                  </a:lnTo>
                  <a:lnTo>
                    <a:pt x="3128484" y="3483746"/>
                  </a:lnTo>
                  <a:lnTo>
                    <a:pt x="3056862" y="3483746"/>
                  </a:lnTo>
                  <a:lnTo>
                    <a:pt x="2985239" y="3483746"/>
                  </a:lnTo>
                  <a:lnTo>
                    <a:pt x="2913617" y="3483746"/>
                  </a:lnTo>
                  <a:lnTo>
                    <a:pt x="2841994" y="3483746"/>
                  </a:lnTo>
                  <a:lnTo>
                    <a:pt x="2770372" y="3483746"/>
                  </a:lnTo>
                  <a:lnTo>
                    <a:pt x="2698749" y="3483746"/>
                  </a:lnTo>
                  <a:lnTo>
                    <a:pt x="2627127" y="3483746"/>
                  </a:lnTo>
                  <a:lnTo>
                    <a:pt x="2555504" y="3483746"/>
                  </a:lnTo>
                  <a:lnTo>
                    <a:pt x="2483882" y="3483746"/>
                  </a:lnTo>
                  <a:lnTo>
                    <a:pt x="2412259" y="3483746"/>
                  </a:lnTo>
                  <a:lnTo>
                    <a:pt x="2340637" y="3483746"/>
                  </a:lnTo>
                  <a:lnTo>
                    <a:pt x="2269014" y="3483746"/>
                  </a:lnTo>
                  <a:lnTo>
                    <a:pt x="2197392" y="3483746"/>
                  </a:lnTo>
                  <a:lnTo>
                    <a:pt x="2125769" y="3483746"/>
                  </a:lnTo>
                  <a:lnTo>
                    <a:pt x="2054146" y="3483746"/>
                  </a:lnTo>
                  <a:lnTo>
                    <a:pt x="1982524" y="3483746"/>
                  </a:lnTo>
                  <a:lnTo>
                    <a:pt x="1910901" y="3483746"/>
                  </a:lnTo>
                  <a:lnTo>
                    <a:pt x="1839279" y="3483746"/>
                  </a:lnTo>
                  <a:lnTo>
                    <a:pt x="1767656" y="3483746"/>
                  </a:lnTo>
                  <a:lnTo>
                    <a:pt x="1696034" y="3483746"/>
                  </a:lnTo>
                  <a:lnTo>
                    <a:pt x="1624411" y="3483746"/>
                  </a:lnTo>
                  <a:lnTo>
                    <a:pt x="1552789" y="3483746"/>
                  </a:lnTo>
                  <a:lnTo>
                    <a:pt x="1481166" y="3483746"/>
                  </a:lnTo>
                  <a:lnTo>
                    <a:pt x="1409544" y="3483746"/>
                  </a:lnTo>
                  <a:lnTo>
                    <a:pt x="1337921" y="3483746"/>
                  </a:lnTo>
                  <a:lnTo>
                    <a:pt x="1266299" y="3483746"/>
                  </a:lnTo>
                  <a:lnTo>
                    <a:pt x="1194676" y="3483746"/>
                  </a:lnTo>
                  <a:lnTo>
                    <a:pt x="1123054" y="3483746"/>
                  </a:lnTo>
                  <a:lnTo>
                    <a:pt x="1051431" y="3483746"/>
                  </a:lnTo>
                  <a:lnTo>
                    <a:pt x="979809" y="3483746"/>
                  </a:lnTo>
                  <a:lnTo>
                    <a:pt x="908186" y="3483745"/>
                  </a:lnTo>
                  <a:lnTo>
                    <a:pt x="836564" y="3483743"/>
                  </a:lnTo>
                  <a:lnTo>
                    <a:pt x="764941" y="3483734"/>
                  </a:lnTo>
                  <a:lnTo>
                    <a:pt x="693318" y="3483705"/>
                  </a:lnTo>
                  <a:lnTo>
                    <a:pt x="621696" y="3483605"/>
                  </a:lnTo>
                  <a:lnTo>
                    <a:pt x="550073" y="3483269"/>
                  </a:lnTo>
                  <a:lnTo>
                    <a:pt x="478451" y="3482137"/>
                  </a:lnTo>
                  <a:lnTo>
                    <a:pt x="406828" y="3478312"/>
                  </a:lnTo>
                  <a:lnTo>
                    <a:pt x="335206" y="3465403"/>
                  </a:lnTo>
                  <a:lnTo>
                    <a:pt x="263583" y="3421826"/>
                  </a:lnTo>
                  <a:lnTo>
                    <a:pt x="191961" y="3274730"/>
                  </a:lnTo>
                  <a:lnTo>
                    <a:pt x="120338" y="2778197"/>
                  </a:lnTo>
                  <a:lnTo>
                    <a:pt x="48716" y="17054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25027" y="2073503"/>
              <a:ext cx="4037651" cy="3483746"/>
            </a:xfrm>
            <a:custGeom>
              <a:avLst/>
              <a:pathLst>
                <a:path w="4037651" h="3483746">
                  <a:moveTo>
                    <a:pt x="0" y="0"/>
                  </a:moveTo>
                  <a:lnTo>
                    <a:pt x="26790" y="1425777"/>
                  </a:lnTo>
                  <a:lnTo>
                    <a:pt x="98412" y="2762209"/>
                  </a:lnTo>
                  <a:lnTo>
                    <a:pt x="170035" y="3230771"/>
                  </a:lnTo>
                  <a:lnTo>
                    <a:pt x="241657" y="3395051"/>
                  </a:lnTo>
                  <a:lnTo>
                    <a:pt x="313280" y="3452649"/>
                  </a:lnTo>
                  <a:lnTo>
                    <a:pt x="384902" y="3472844"/>
                  </a:lnTo>
                  <a:lnTo>
                    <a:pt x="456525" y="3479924"/>
                  </a:lnTo>
                  <a:lnTo>
                    <a:pt x="528147" y="3482406"/>
                  </a:lnTo>
                  <a:lnTo>
                    <a:pt x="599770" y="3483277"/>
                  </a:lnTo>
                  <a:lnTo>
                    <a:pt x="671392" y="3483582"/>
                  </a:lnTo>
                  <a:lnTo>
                    <a:pt x="743015" y="3483689"/>
                  </a:lnTo>
                  <a:lnTo>
                    <a:pt x="814637" y="3483726"/>
                  </a:lnTo>
                  <a:lnTo>
                    <a:pt x="886260" y="3483739"/>
                  </a:lnTo>
                  <a:lnTo>
                    <a:pt x="957882" y="3483744"/>
                  </a:lnTo>
                  <a:lnTo>
                    <a:pt x="1029505" y="3483746"/>
                  </a:lnTo>
                  <a:lnTo>
                    <a:pt x="1101128" y="3483746"/>
                  </a:lnTo>
                  <a:lnTo>
                    <a:pt x="1172750" y="3483746"/>
                  </a:lnTo>
                  <a:lnTo>
                    <a:pt x="1244373" y="3483746"/>
                  </a:lnTo>
                  <a:lnTo>
                    <a:pt x="1315995" y="3483746"/>
                  </a:lnTo>
                  <a:lnTo>
                    <a:pt x="1387618" y="3483746"/>
                  </a:lnTo>
                  <a:lnTo>
                    <a:pt x="1459240" y="3483746"/>
                  </a:lnTo>
                  <a:lnTo>
                    <a:pt x="1530863" y="3483746"/>
                  </a:lnTo>
                  <a:lnTo>
                    <a:pt x="1602485" y="3483746"/>
                  </a:lnTo>
                  <a:lnTo>
                    <a:pt x="1674108" y="3483746"/>
                  </a:lnTo>
                  <a:lnTo>
                    <a:pt x="1745730" y="3483746"/>
                  </a:lnTo>
                  <a:lnTo>
                    <a:pt x="1817353" y="3483746"/>
                  </a:lnTo>
                  <a:lnTo>
                    <a:pt x="1888975" y="3483746"/>
                  </a:lnTo>
                  <a:lnTo>
                    <a:pt x="1960598" y="3483746"/>
                  </a:lnTo>
                  <a:lnTo>
                    <a:pt x="2032220" y="3483746"/>
                  </a:lnTo>
                  <a:lnTo>
                    <a:pt x="2103843" y="3483746"/>
                  </a:lnTo>
                  <a:lnTo>
                    <a:pt x="2175465" y="3483746"/>
                  </a:lnTo>
                  <a:lnTo>
                    <a:pt x="2247088" y="3483746"/>
                  </a:lnTo>
                  <a:lnTo>
                    <a:pt x="2318710" y="3483746"/>
                  </a:lnTo>
                  <a:lnTo>
                    <a:pt x="2390333" y="3483746"/>
                  </a:lnTo>
                  <a:lnTo>
                    <a:pt x="2461956" y="3483746"/>
                  </a:lnTo>
                  <a:lnTo>
                    <a:pt x="2533578" y="3483746"/>
                  </a:lnTo>
                  <a:lnTo>
                    <a:pt x="2605201" y="3483746"/>
                  </a:lnTo>
                  <a:lnTo>
                    <a:pt x="2676823" y="3483746"/>
                  </a:lnTo>
                  <a:lnTo>
                    <a:pt x="2748446" y="3483746"/>
                  </a:lnTo>
                  <a:lnTo>
                    <a:pt x="2820068" y="3483746"/>
                  </a:lnTo>
                  <a:lnTo>
                    <a:pt x="2891691" y="3483746"/>
                  </a:lnTo>
                  <a:lnTo>
                    <a:pt x="2963313" y="3483746"/>
                  </a:lnTo>
                  <a:lnTo>
                    <a:pt x="3034936" y="3483746"/>
                  </a:lnTo>
                  <a:lnTo>
                    <a:pt x="3106558" y="3483746"/>
                  </a:lnTo>
                  <a:lnTo>
                    <a:pt x="3178181" y="3483746"/>
                  </a:lnTo>
                  <a:lnTo>
                    <a:pt x="3249803" y="3483746"/>
                  </a:lnTo>
                  <a:lnTo>
                    <a:pt x="3321426" y="3483746"/>
                  </a:lnTo>
                  <a:lnTo>
                    <a:pt x="3393048" y="3483746"/>
                  </a:lnTo>
                  <a:lnTo>
                    <a:pt x="3464671" y="3483746"/>
                  </a:lnTo>
                  <a:lnTo>
                    <a:pt x="3536293" y="3483746"/>
                  </a:lnTo>
                  <a:lnTo>
                    <a:pt x="3607916" y="3483746"/>
                  </a:lnTo>
                  <a:lnTo>
                    <a:pt x="3679538" y="3483746"/>
                  </a:lnTo>
                  <a:lnTo>
                    <a:pt x="3751161" y="3483746"/>
                  </a:lnTo>
                  <a:lnTo>
                    <a:pt x="3822784" y="3483746"/>
                  </a:lnTo>
                  <a:lnTo>
                    <a:pt x="3894406" y="3483746"/>
                  </a:lnTo>
                  <a:lnTo>
                    <a:pt x="3966029" y="3483746"/>
                  </a:lnTo>
                  <a:lnTo>
                    <a:pt x="4037651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1013786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891852.64 (98588.90-8067856.47), p = &lt;0.001  |  per IQR decline (Δ = 25.8 %): 2265240359266031.00 (7707164841377.64-665784888588224768.00)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8435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2026-10-09T13:14:12Z</dcterms:modified>
  <cp:category/>
</cp:coreProperties>
</file>