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88790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76761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6473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486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6129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739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6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9923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5118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1245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73717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3498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96246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57511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877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4327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320747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208718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4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549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3676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98026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9291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81820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43084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0434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66561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726878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78814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494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264853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387382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509912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000029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22558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245087" y="5100135"/>
              <a:ext cx="122529" cy="34791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367617" y="4578261"/>
              <a:ext cx="122529" cy="8697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490146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612675" y="4752219"/>
              <a:ext cx="122529" cy="6958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735205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2857734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980263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102793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225322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347851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47038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59291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715439" y="3012639"/>
              <a:ext cx="122529" cy="243541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3837968" y="3534513"/>
              <a:ext cx="122529" cy="19135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3960498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083027" y="2316807"/>
              <a:ext cx="122529" cy="31312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205556" y="214284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328086" y="283868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450615" y="318659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573144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4695673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4818203" y="405638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4940732" y="388242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063261" y="266472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185791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308320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430849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553379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5675908" y="440430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5798437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5920966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043496" y="492617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166025" y="5100135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288554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533613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665614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677867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6901201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268789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391318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7881435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8126494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26485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38738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50991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00002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212255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24508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36761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249014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261267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273520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285773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298026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10279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22532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34785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47038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359291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371543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383796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396049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08302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205556" y="2142849"/>
              <a:ext cx="1225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328086" y="2838681"/>
              <a:ext cx="122529" cy="26093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450615" y="3186597"/>
              <a:ext cx="122529" cy="2261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4573144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4695673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4818203" y="4056387"/>
              <a:ext cx="122529" cy="139166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4940732" y="3882429"/>
              <a:ext cx="122529" cy="156562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063261" y="2664723"/>
              <a:ext cx="122529" cy="2783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185791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308320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430849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5553379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5675908" y="4404303"/>
              <a:ext cx="122529" cy="104374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5798437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5920966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043496" y="4926177"/>
              <a:ext cx="122529" cy="5218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166025" y="5100135"/>
              <a:ext cx="122529" cy="34791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288554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6533613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665614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677867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6901201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268789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391318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7881435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8126494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51" name="tx151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56929" y="427678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56929" y="315649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756929" y="203620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103968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16523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26497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8776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349026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4166054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473919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53518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59644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657713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718978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78024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8415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169" name="tx1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2026-10-16T11:36:22Z</dcterms:modified>
  <cp:category/>
</cp:coreProperties>
</file>