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488790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376761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264732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44864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6129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739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28658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9923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5118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12452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73717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34981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96246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57511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877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15645" y="544805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15645" y="432776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15645" y="320747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15645" y="208718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4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75497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36761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298026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59291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05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81820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43084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604349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665614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726878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788143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4940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1264853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1387382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509912" y="4926177"/>
              <a:ext cx="122529" cy="52187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632441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1754970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877500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2000029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122558" y="4926177"/>
              <a:ext cx="122529" cy="52187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245087" y="5100135"/>
              <a:ext cx="122529" cy="34791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2367617" y="4578261"/>
              <a:ext cx="122529" cy="8697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2490146" y="4404303"/>
              <a:ext cx="122529" cy="104374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2612675" y="4752219"/>
              <a:ext cx="122529" cy="69583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2735205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2857734" y="3882429"/>
              <a:ext cx="122529" cy="156562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2980263" y="4404303"/>
              <a:ext cx="122529" cy="104374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3102793" y="3882429"/>
              <a:ext cx="122529" cy="156562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3225322" y="3360555"/>
              <a:ext cx="122529" cy="20874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3347851" y="3708471"/>
              <a:ext cx="122529" cy="173957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3470380" y="3360555"/>
              <a:ext cx="122529" cy="20874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3592910" y="3360555"/>
              <a:ext cx="122529" cy="20874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3715439" y="3012639"/>
              <a:ext cx="122529" cy="243541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3837968" y="3534513"/>
              <a:ext cx="122529" cy="191353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3960498" y="3708471"/>
              <a:ext cx="122529" cy="173957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4083027" y="2316807"/>
              <a:ext cx="122529" cy="313124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4205556" y="214284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4328086" y="283868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4450615" y="3186597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4573144" y="353451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4695673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4818203" y="4056387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4940732" y="388242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5063261" y="266472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5185791" y="370847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5308320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5430849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5553379" y="370847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5675908" y="440430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5798437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5920966" y="353451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6043496" y="4926177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6166025" y="5100135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6288554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6411084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6533613" y="475221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6656142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6778672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6901201" y="475221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7023730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7146259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7268789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7391318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7513847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7636377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7758906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7881435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8003965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8126494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1264853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1387382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1509912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1632441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175497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187750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2000029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2122558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224508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236761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2490146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2612675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2735205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2857734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2980263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3102793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3225322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3347851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347038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359291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3715439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3837968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3960498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408302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4205556" y="2142849"/>
              <a:ext cx="122529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4328086" y="2838681"/>
              <a:ext cx="122529" cy="260936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4450615" y="3186597"/>
              <a:ext cx="122529" cy="2261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4573144" y="3534513"/>
              <a:ext cx="122529" cy="191353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4695673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4818203" y="4056387"/>
              <a:ext cx="122529" cy="139166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4940732" y="3882429"/>
              <a:ext cx="122529" cy="156562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5063261" y="2664723"/>
              <a:ext cx="122529" cy="27833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5185791" y="3708471"/>
              <a:ext cx="122529" cy="173957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5308320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5430849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5553379" y="3708471"/>
              <a:ext cx="122529" cy="173957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5675908" y="4404303"/>
              <a:ext cx="122529" cy="104374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5798437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5920966" y="3534513"/>
              <a:ext cx="122529" cy="191353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6043496" y="4926177"/>
              <a:ext cx="122529" cy="52187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6166025" y="5100135"/>
              <a:ext cx="122529" cy="34791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6288554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6411084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6533613" y="4752219"/>
              <a:ext cx="122529" cy="69583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6656142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6778672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6901201" y="4752219"/>
              <a:ext cx="122529" cy="69583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702373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7146259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7268789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7391318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751384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763637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7758906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7881435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8003965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8126494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4205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51" name="tx151"/>
            <p:cNvSpPr/>
            <p:nvPr/>
          </p:nvSpPr>
          <p:spPr>
            <a:xfrm>
              <a:off x="756929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756929" y="427678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756929" y="315649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756929" y="203620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103968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165232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157" name="tx157"/>
            <p:cNvSpPr/>
            <p:nvPr/>
          </p:nvSpPr>
          <p:spPr>
            <a:xfrm>
              <a:off x="226497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158" name="tx158"/>
            <p:cNvSpPr/>
            <p:nvPr/>
          </p:nvSpPr>
          <p:spPr>
            <a:xfrm>
              <a:off x="287762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159" name="tx159"/>
            <p:cNvSpPr/>
            <p:nvPr/>
          </p:nvSpPr>
          <p:spPr>
            <a:xfrm>
              <a:off x="3490268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160" name="tx160"/>
            <p:cNvSpPr/>
            <p:nvPr/>
          </p:nvSpPr>
          <p:spPr>
            <a:xfrm>
              <a:off x="4166054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61" name="tx161"/>
            <p:cNvSpPr/>
            <p:nvPr/>
          </p:nvSpPr>
          <p:spPr>
            <a:xfrm>
              <a:off x="4739199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62" name="tx162"/>
            <p:cNvSpPr/>
            <p:nvPr/>
          </p:nvSpPr>
          <p:spPr>
            <a:xfrm>
              <a:off x="535184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63" name="tx163"/>
            <p:cNvSpPr/>
            <p:nvPr/>
          </p:nvSpPr>
          <p:spPr>
            <a:xfrm>
              <a:off x="5964492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64" name="tx164"/>
            <p:cNvSpPr/>
            <p:nvPr/>
          </p:nvSpPr>
          <p:spPr>
            <a:xfrm>
              <a:off x="657713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65" name="tx165"/>
            <p:cNvSpPr/>
            <p:nvPr/>
          </p:nvSpPr>
          <p:spPr>
            <a:xfrm>
              <a:off x="718978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66" name="tx166"/>
            <p:cNvSpPr/>
            <p:nvPr/>
          </p:nvSpPr>
          <p:spPr>
            <a:xfrm>
              <a:off x="78024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67" name="tx167"/>
            <p:cNvSpPr/>
            <p:nvPr/>
          </p:nvSpPr>
          <p:spPr>
            <a:xfrm>
              <a:off x="841507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70</a:t>
              </a:r>
            </a:p>
          </p:txBody>
        </p:sp>
        <p:sp>
          <p:nvSpPr>
            <p:cNvPr id="168" name="tx168"/>
            <p:cNvSpPr/>
            <p:nvPr/>
          </p:nvSpPr>
          <p:spPr>
            <a:xfrm>
              <a:off x="3927120" y="5870717"/>
              <a:ext cx="16596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169" name="tx169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915645" y="1688767"/>
              <a:ext cx="68626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Difference (%): 100 × (CKD-EPI Cr-Cys − CG) / CG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2026-10-13T10:27:27Z</dcterms:modified>
  <cp:category/>
</cp:coreProperties>
</file>