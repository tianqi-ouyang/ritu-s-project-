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61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2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3862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42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051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767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330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4953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2576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2026-07-29T17:24:48Z</dcterms:modified>
  <cp:category/>
</cp:coreProperties>
</file>