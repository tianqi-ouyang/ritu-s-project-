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488790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376761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26473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4864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6129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739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8658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9923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5118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12452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73717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3498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96246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57511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877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4327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320747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08718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4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549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3676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98026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9291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81820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43084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604349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665614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72687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88143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494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1264853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387382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509912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000029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122558" y="4926177"/>
              <a:ext cx="122529" cy="52187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245087" y="5100135"/>
              <a:ext cx="122529" cy="34791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2367617" y="4578261"/>
              <a:ext cx="122529" cy="8697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2490146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2612675" y="4752219"/>
              <a:ext cx="122529" cy="6958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2735205" y="5274093"/>
              <a:ext cx="122529" cy="17395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2857734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2980263" y="4404303"/>
              <a:ext cx="122529" cy="104374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102793" y="3882429"/>
              <a:ext cx="122529" cy="156562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225322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347851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7038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592910" y="3360555"/>
              <a:ext cx="122529" cy="20874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715439" y="3012639"/>
              <a:ext cx="122529" cy="243541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837968" y="3534513"/>
              <a:ext cx="122529" cy="19135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960498" y="3708471"/>
              <a:ext cx="122529" cy="173957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083027" y="2316807"/>
              <a:ext cx="122529" cy="31312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205556" y="214284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328086" y="283868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450615" y="318659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573144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695673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818203" y="405638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4940732" y="388242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063261" y="266472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5185791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308320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30849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5553379" y="370847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5675908" y="440430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798437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5920966" y="353451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043496" y="4926177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166025" y="5100135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6288554" y="457826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533613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65614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6778672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6901201" y="4752219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268789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7391318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7881435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8126494" y="5274093"/>
              <a:ext cx="1225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126485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138738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150991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63244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175497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87750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00002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212255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224508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236761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249014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261267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273520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285773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298026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102793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3225322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3347851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347038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359291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371543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383796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3960498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408302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4205556" y="2142849"/>
              <a:ext cx="1225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4328086" y="2838681"/>
              <a:ext cx="122529" cy="26093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4450615" y="3186597"/>
              <a:ext cx="122529" cy="2261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4573144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4695673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4818203" y="4056387"/>
              <a:ext cx="122529" cy="139166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4940732" y="3882429"/>
              <a:ext cx="122529" cy="156562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5063261" y="2664723"/>
              <a:ext cx="122529" cy="2783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5185791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5308320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5430849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5553379" y="3708471"/>
              <a:ext cx="122529" cy="173957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5675908" y="4404303"/>
              <a:ext cx="122529" cy="104374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5798437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5920966" y="3534513"/>
              <a:ext cx="122529" cy="19135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043496" y="4926177"/>
              <a:ext cx="122529" cy="5218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166025" y="5100135"/>
              <a:ext cx="122529" cy="34791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288554" y="4578261"/>
              <a:ext cx="122529" cy="8697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411084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533613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5614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778672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901201" y="4752219"/>
              <a:ext cx="122529" cy="69583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7023730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7146259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268789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391318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51384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636377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58906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881435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8003965" y="5448051"/>
              <a:ext cx="1225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8126494" y="5274093"/>
              <a:ext cx="122529" cy="17395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4205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51" name="tx151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756929" y="427678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756929" y="315649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756929" y="203620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03968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56" name="tx156"/>
            <p:cNvSpPr/>
            <p:nvPr/>
          </p:nvSpPr>
          <p:spPr>
            <a:xfrm>
              <a:off x="16523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57" name="tx157"/>
            <p:cNvSpPr/>
            <p:nvPr/>
          </p:nvSpPr>
          <p:spPr>
            <a:xfrm>
              <a:off x="226497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28776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349026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4166054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473919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53518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59644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657713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718978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78024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41507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169" name="tx1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2026-10-13T09:29:04Z</dcterms:modified>
  <cp:category/>
</cp:coreProperties>
</file>