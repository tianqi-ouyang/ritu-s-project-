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488790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376761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264732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4864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6129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7394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658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9923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51187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2452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73717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34981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96246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57511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8775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5448051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4327761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320747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15645" y="208718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4232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75497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6761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8026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9291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20555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81820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43084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349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65614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26878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88143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49408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264853" y="5274093"/>
              <a:ext cx="122529" cy="17395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387382" y="5274093"/>
              <a:ext cx="122529" cy="17395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09912" y="4926177"/>
              <a:ext cx="122529" cy="52187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632441" y="544805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754970" y="544805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877500" y="544805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000029" y="5274093"/>
              <a:ext cx="122529" cy="17395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22558" y="4926177"/>
              <a:ext cx="122529" cy="52187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245087" y="5100135"/>
              <a:ext cx="122529" cy="34791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367617" y="4578261"/>
              <a:ext cx="122529" cy="8697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490146" y="4404303"/>
              <a:ext cx="122529" cy="104374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612675" y="4752219"/>
              <a:ext cx="122529" cy="69583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735205" y="5274093"/>
              <a:ext cx="122529" cy="17395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857734" y="3882429"/>
              <a:ext cx="122529" cy="156562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980263" y="4404303"/>
              <a:ext cx="122529" cy="104374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102793" y="3882429"/>
              <a:ext cx="122529" cy="156562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3225322" y="3360555"/>
              <a:ext cx="122529" cy="208749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347851" y="3708471"/>
              <a:ext cx="122529" cy="173957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470380" y="3360555"/>
              <a:ext cx="122529" cy="208749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592910" y="3360555"/>
              <a:ext cx="122529" cy="208749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3715439" y="3012639"/>
              <a:ext cx="122529" cy="243541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3837968" y="3534513"/>
              <a:ext cx="122529" cy="191353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3960498" y="3708471"/>
              <a:ext cx="122529" cy="173957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4083027" y="2316807"/>
              <a:ext cx="122529" cy="313124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4205556" y="2142849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4328086" y="283868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4450615" y="3186597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4573144" y="3534513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4695673" y="457826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4818203" y="4056387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4940732" y="3882429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5063261" y="2664723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5185791" y="370847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5308320" y="457826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5430849" y="457826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5553379" y="370847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5675908" y="4404303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5798437" y="457826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5920966" y="3534513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6043496" y="4926177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6166025" y="5100135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6288554" y="457826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6411084" y="544805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6533613" y="4752219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6656142" y="5274093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6778672" y="5274093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6901201" y="4752219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7023730" y="544805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146259" y="544805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7268789" y="5274093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391318" y="5274093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7513847" y="544805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7636377" y="544805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7758906" y="544805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7881435" y="5274093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8003965" y="5448051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8126494" y="5274093"/>
              <a:ext cx="1225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1264853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1387382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1509912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1632441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1754970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1877500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000029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122558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245087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367617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490146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2612675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2735205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2857734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2980263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3102793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3225322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3347851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3470380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3592910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3715439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3837968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3960498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4083027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4205556" y="2142849"/>
              <a:ext cx="122529" cy="330520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4328086" y="2838681"/>
              <a:ext cx="122529" cy="260936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4450615" y="3186597"/>
              <a:ext cx="122529" cy="2261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4573144" y="3534513"/>
              <a:ext cx="122529" cy="191353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4695673" y="4578261"/>
              <a:ext cx="122529" cy="8697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4818203" y="4056387"/>
              <a:ext cx="122529" cy="139166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4940732" y="3882429"/>
              <a:ext cx="122529" cy="156562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5063261" y="2664723"/>
              <a:ext cx="122529" cy="278332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185791" y="3708471"/>
              <a:ext cx="122529" cy="173957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5308320" y="4578261"/>
              <a:ext cx="122529" cy="8697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5430849" y="4578261"/>
              <a:ext cx="122529" cy="8697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5553379" y="3708471"/>
              <a:ext cx="122529" cy="173957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5675908" y="4404303"/>
              <a:ext cx="122529" cy="104374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5798437" y="4578261"/>
              <a:ext cx="122529" cy="8697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5920966" y="3534513"/>
              <a:ext cx="122529" cy="191353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6043496" y="4926177"/>
              <a:ext cx="122529" cy="52187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6166025" y="5100135"/>
              <a:ext cx="122529" cy="34791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6288554" y="4578261"/>
              <a:ext cx="122529" cy="8697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6411084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6533613" y="4752219"/>
              <a:ext cx="122529" cy="69583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6656142" y="5274093"/>
              <a:ext cx="122529" cy="17395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6778672" y="5274093"/>
              <a:ext cx="122529" cy="17395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6901201" y="4752219"/>
              <a:ext cx="122529" cy="69583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7023730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7146259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7268789" y="5274093"/>
              <a:ext cx="122529" cy="17395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7391318" y="5274093"/>
              <a:ext cx="122529" cy="17395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7513847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7636377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7758906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7881435" y="5274093"/>
              <a:ext cx="122529" cy="17395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8003965" y="5448051"/>
              <a:ext cx="1225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8126494" y="5274093"/>
              <a:ext cx="122529" cy="17395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420555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1" name="tx151"/>
            <p:cNvSpPr/>
            <p:nvPr/>
          </p:nvSpPr>
          <p:spPr>
            <a:xfrm>
              <a:off x="756929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756929" y="427678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756929" y="3156494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756929" y="2036205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103968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1652329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226497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28776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3490268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4166054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4739199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53518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5964492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657713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718978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7802431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841507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3927120" y="5870717"/>
              <a:ext cx="16596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169" name="tx169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915645" y="1688767"/>
              <a:ext cx="686266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Difference (%): 100 × (CKD-EPI Cr-Cys − CG) / CG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2026-10-27T11:58:14Z</dcterms:modified>
  <cp:category/>
</cp:coreProperties>
</file>