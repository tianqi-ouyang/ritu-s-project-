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12424"/>
            </a:xfrm>
            <a:custGeom>
              <a:avLst/>
              <a:pathLst>
                <a:path w="7090630" h="3412424">
                  <a:moveTo>
                    <a:pt x="832617" y="0"/>
                  </a:moveTo>
                  <a:lnTo>
                    <a:pt x="859470" y="58442"/>
                  </a:lnTo>
                  <a:lnTo>
                    <a:pt x="931092" y="207536"/>
                  </a:lnTo>
                  <a:lnTo>
                    <a:pt x="1002715" y="350139"/>
                  </a:lnTo>
                  <a:lnTo>
                    <a:pt x="1074337" y="486535"/>
                  </a:lnTo>
                  <a:lnTo>
                    <a:pt x="1145960" y="616995"/>
                  </a:lnTo>
                  <a:lnTo>
                    <a:pt x="1217582" y="741776"/>
                  </a:lnTo>
                  <a:lnTo>
                    <a:pt x="1289205" y="861125"/>
                  </a:lnTo>
                  <a:lnTo>
                    <a:pt x="1360827" y="975280"/>
                  </a:lnTo>
                  <a:lnTo>
                    <a:pt x="1432450" y="1084466"/>
                  </a:lnTo>
                  <a:lnTo>
                    <a:pt x="1504073" y="1188899"/>
                  </a:lnTo>
                  <a:lnTo>
                    <a:pt x="1575695" y="1288787"/>
                  </a:lnTo>
                  <a:lnTo>
                    <a:pt x="1647318" y="1384327"/>
                  </a:lnTo>
                  <a:lnTo>
                    <a:pt x="1718940" y="1475708"/>
                  </a:lnTo>
                  <a:lnTo>
                    <a:pt x="1790563" y="1563112"/>
                  </a:lnTo>
                  <a:lnTo>
                    <a:pt x="1862185" y="1646711"/>
                  </a:lnTo>
                  <a:lnTo>
                    <a:pt x="1933808" y="1726672"/>
                  </a:lnTo>
                  <a:lnTo>
                    <a:pt x="2005430" y="1803152"/>
                  </a:lnTo>
                  <a:lnTo>
                    <a:pt x="2077053" y="1876303"/>
                  </a:lnTo>
                  <a:lnTo>
                    <a:pt x="2148675" y="1946270"/>
                  </a:lnTo>
                  <a:lnTo>
                    <a:pt x="2220298" y="2013192"/>
                  </a:lnTo>
                  <a:lnTo>
                    <a:pt x="2291920" y="2077200"/>
                  </a:lnTo>
                  <a:lnTo>
                    <a:pt x="2363543" y="2138423"/>
                  </a:lnTo>
                  <a:lnTo>
                    <a:pt x="2435165" y="2196981"/>
                  </a:lnTo>
                  <a:lnTo>
                    <a:pt x="2506788" y="2252990"/>
                  </a:lnTo>
                  <a:lnTo>
                    <a:pt x="2578410" y="2306561"/>
                  </a:lnTo>
                  <a:lnTo>
                    <a:pt x="2650033" y="2357800"/>
                  </a:lnTo>
                  <a:lnTo>
                    <a:pt x="2721655" y="2406809"/>
                  </a:lnTo>
                  <a:lnTo>
                    <a:pt x="2793278" y="2453685"/>
                  </a:lnTo>
                  <a:lnTo>
                    <a:pt x="2864901" y="2498520"/>
                  </a:lnTo>
                  <a:lnTo>
                    <a:pt x="2936523" y="2541404"/>
                  </a:lnTo>
                  <a:lnTo>
                    <a:pt x="3008146" y="2582422"/>
                  </a:lnTo>
                  <a:lnTo>
                    <a:pt x="3079768" y="2621654"/>
                  </a:lnTo>
                  <a:lnTo>
                    <a:pt x="3151391" y="2653481"/>
                  </a:lnTo>
                  <a:lnTo>
                    <a:pt x="3223013" y="2647430"/>
                  </a:lnTo>
                  <a:lnTo>
                    <a:pt x="3294636" y="2641334"/>
                  </a:lnTo>
                  <a:lnTo>
                    <a:pt x="3366258" y="2635193"/>
                  </a:lnTo>
                  <a:lnTo>
                    <a:pt x="3437881" y="2629008"/>
                  </a:lnTo>
                  <a:lnTo>
                    <a:pt x="3509503" y="2622778"/>
                  </a:lnTo>
                  <a:lnTo>
                    <a:pt x="3581126" y="2616503"/>
                  </a:lnTo>
                  <a:lnTo>
                    <a:pt x="3652748" y="2610181"/>
                  </a:lnTo>
                  <a:lnTo>
                    <a:pt x="3724371" y="2603814"/>
                  </a:lnTo>
                  <a:lnTo>
                    <a:pt x="3795993" y="2597400"/>
                  </a:lnTo>
                  <a:lnTo>
                    <a:pt x="3867616" y="2590940"/>
                  </a:lnTo>
                  <a:lnTo>
                    <a:pt x="3939238" y="2584432"/>
                  </a:lnTo>
                  <a:lnTo>
                    <a:pt x="4010861" y="2577877"/>
                  </a:lnTo>
                  <a:lnTo>
                    <a:pt x="4082483" y="2571274"/>
                  </a:lnTo>
                  <a:lnTo>
                    <a:pt x="4154106" y="2564623"/>
                  </a:lnTo>
                  <a:lnTo>
                    <a:pt x="4225729" y="2557924"/>
                  </a:lnTo>
                  <a:lnTo>
                    <a:pt x="4297351" y="2551176"/>
                  </a:lnTo>
                  <a:lnTo>
                    <a:pt x="4368974" y="2544378"/>
                  </a:lnTo>
                  <a:lnTo>
                    <a:pt x="4440596" y="2537531"/>
                  </a:lnTo>
                  <a:lnTo>
                    <a:pt x="4512219" y="2530634"/>
                  </a:lnTo>
                  <a:lnTo>
                    <a:pt x="4583841" y="2523687"/>
                  </a:lnTo>
                  <a:lnTo>
                    <a:pt x="4655464" y="2516689"/>
                  </a:lnTo>
                  <a:lnTo>
                    <a:pt x="4727086" y="2509640"/>
                  </a:lnTo>
                  <a:lnTo>
                    <a:pt x="4798709" y="2502540"/>
                  </a:lnTo>
                  <a:lnTo>
                    <a:pt x="4870331" y="2495388"/>
                  </a:lnTo>
                  <a:lnTo>
                    <a:pt x="4941954" y="2488184"/>
                  </a:lnTo>
                  <a:lnTo>
                    <a:pt x="5013576" y="2480927"/>
                  </a:lnTo>
                  <a:lnTo>
                    <a:pt x="5085199" y="2473618"/>
                  </a:lnTo>
                  <a:lnTo>
                    <a:pt x="5156821" y="2466255"/>
                  </a:lnTo>
                  <a:lnTo>
                    <a:pt x="5228444" y="2458839"/>
                  </a:lnTo>
                  <a:lnTo>
                    <a:pt x="5300066" y="2451368"/>
                  </a:lnTo>
                  <a:lnTo>
                    <a:pt x="5371689" y="2443843"/>
                  </a:lnTo>
                  <a:lnTo>
                    <a:pt x="5443311" y="2436264"/>
                  </a:lnTo>
                  <a:lnTo>
                    <a:pt x="5514934" y="2428628"/>
                  </a:lnTo>
                  <a:lnTo>
                    <a:pt x="5586557" y="2420938"/>
                  </a:lnTo>
                  <a:lnTo>
                    <a:pt x="5658179" y="2413191"/>
                  </a:lnTo>
                  <a:lnTo>
                    <a:pt x="5729802" y="2405388"/>
                  </a:lnTo>
                  <a:lnTo>
                    <a:pt x="5801424" y="2397528"/>
                  </a:lnTo>
                  <a:lnTo>
                    <a:pt x="5873047" y="2389610"/>
                  </a:lnTo>
                  <a:lnTo>
                    <a:pt x="5944669" y="2381635"/>
                  </a:lnTo>
                  <a:lnTo>
                    <a:pt x="6016292" y="2373602"/>
                  </a:lnTo>
                  <a:lnTo>
                    <a:pt x="6087914" y="2365510"/>
                  </a:lnTo>
                  <a:lnTo>
                    <a:pt x="6159537" y="2357359"/>
                  </a:lnTo>
                  <a:lnTo>
                    <a:pt x="6231159" y="2349149"/>
                  </a:lnTo>
                  <a:lnTo>
                    <a:pt x="6302782" y="2340879"/>
                  </a:lnTo>
                  <a:lnTo>
                    <a:pt x="6374404" y="2332549"/>
                  </a:lnTo>
                  <a:lnTo>
                    <a:pt x="6446027" y="2324158"/>
                  </a:lnTo>
                  <a:lnTo>
                    <a:pt x="6517649" y="2315706"/>
                  </a:lnTo>
                  <a:lnTo>
                    <a:pt x="6589272" y="2307192"/>
                  </a:lnTo>
                  <a:lnTo>
                    <a:pt x="6660894" y="2298616"/>
                  </a:lnTo>
                  <a:lnTo>
                    <a:pt x="6732517" y="2289978"/>
                  </a:lnTo>
                  <a:lnTo>
                    <a:pt x="6804139" y="2281277"/>
                  </a:lnTo>
                  <a:lnTo>
                    <a:pt x="6875762" y="2272512"/>
                  </a:lnTo>
                  <a:lnTo>
                    <a:pt x="6947385" y="2263683"/>
                  </a:lnTo>
                  <a:lnTo>
                    <a:pt x="7019007" y="2254790"/>
                  </a:lnTo>
                  <a:lnTo>
                    <a:pt x="7090630" y="2245832"/>
                  </a:lnTo>
                  <a:lnTo>
                    <a:pt x="7090630" y="3412424"/>
                  </a:lnTo>
                  <a:lnTo>
                    <a:pt x="7019007" y="3409178"/>
                  </a:lnTo>
                  <a:lnTo>
                    <a:pt x="6947385" y="3405785"/>
                  </a:lnTo>
                  <a:lnTo>
                    <a:pt x="6875762" y="3402237"/>
                  </a:lnTo>
                  <a:lnTo>
                    <a:pt x="6804139" y="3398527"/>
                  </a:lnTo>
                  <a:lnTo>
                    <a:pt x="6732517" y="3394649"/>
                  </a:lnTo>
                  <a:lnTo>
                    <a:pt x="6660894" y="3390595"/>
                  </a:lnTo>
                  <a:lnTo>
                    <a:pt x="6589272" y="3386356"/>
                  </a:lnTo>
                  <a:lnTo>
                    <a:pt x="6517649" y="3381923"/>
                  </a:lnTo>
                  <a:lnTo>
                    <a:pt x="6446027" y="3377290"/>
                  </a:lnTo>
                  <a:lnTo>
                    <a:pt x="6374404" y="3372445"/>
                  </a:lnTo>
                  <a:lnTo>
                    <a:pt x="6302782" y="3367380"/>
                  </a:lnTo>
                  <a:lnTo>
                    <a:pt x="6231159" y="3362084"/>
                  </a:lnTo>
                  <a:lnTo>
                    <a:pt x="6159537" y="3356548"/>
                  </a:lnTo>
                  <a:lnTo>
                    <a:pt x="6087914" y="3350759"/>
                  </a:lnTo>
                  <a:lnTo>
                    <a:pt x="6016292" y="3344707"/>
                  </a:lnTo>
                  <a:lnTo>
                    <a:pt x="5944669" y="3338380"/>
                  </a:lnTo>
                  <a:lnTo>
                    <a:pt x="5873047" y="3331765"/>
                  </a:lnTo>
                  <a:lnTo>
                    <a:pt x="5801424" y="3324848"/>
                  </a:lnTo>
                  <a:lnTo>
                    <a:pt x="5729802" y="3317617"/>
                  </a:lnTo>
                  <a:lnTo>
                    <a:pt x="5658179" y="3310057"/>
                  </a:lnTo>
                  <a:lnTo>
                    <a:pt x="5586557" y="3302153"/>
                  </a:lnTo>
                  <a:lnTo>
                    <a:pt x="5514934" y="3293889"/>
                  </a:lnTo>
                  <a:lnTo>
                    <a:pt x="5443311" y="3285249"/>
                  </a:lnTo>
                  <a:lnTo>
                    <a:pt x="5371689" y="3276216"/>
                  </a:lnTo>
                  <a:lnTo>
                    <a:pt x="5300066" y="3266772"/>
                  </a:lnTo>
                  <a:lnTo>
                    <a:pt x="5228444" y="3256898"/>
                  </a:lnTo>
                  <a:lnTo>
                    <a:pt x="5156821" y="3246574"/>
                  </a:lnTo>
                  <a:lnTo>
                    <a:pt x="5085199" y="3235781"/>
                  </a:lnTo>
                  <a:lnTo>
                    <a:pt x="5013576" y="3224497"/>
                  </a:lnTo>
                  <a:lnTo>
                    <a:pt x="4941954" y="3212699"/>
                  </a:lnTo>
                  <a:lnTo>
                    <a:pt x="4870331" y="3200364"/>
                  </a:lnTo>
                  <a:lnTo>
                    <a:pt x="4798709" y="3187468"/>
                  </a:lnTo>
                  <a:lnTo>
                    <a:pt x="4727086" y="3173985"/>
                  </a:lnTo>
                  <a:lnTo>
                    <a:pt x="4655464" y="3159889"/>
                  </a:lnTo>
                  <a:lnTo>
                    <a:pt x="4583841" y="3145151"/>
                  </a:lnTo>
                  <a:lnTo>
                    <a:pt x="4512219" y="3129742"/>
                  </a:lnTo>
                  <a:lnTo>
                    <a:pt x="4440596" y="3113632"/>
                  </a:lnTo>
                  <a:lnTo>
                    <a:pt x="4368974" y="3096789"/>
                  </a:lnTo>
                  <a:lnTo>
                    <a:pt x="4297351" y="3079179"/>
                  </a:lnTo>
                  <a:lnTo>
                    <a:pt x="4225729" y="3060768"/>
                  </a:lnTo>
                  <a:lnTo>
                    <a:pt x="4154106" y="3041520"/>
                  </a:lnTo>
                  <a:lnTo>
                    <a:pt x="4082483" y="3021395"/>
                  </a:lnTo>
                  <a:lnTo>
                    <a:pt x="4010861" y="3000354"/>
                  </a:lnTo>
                  <a:lnTo>
                    <a:pt x="3939238" y="2978356"/>
                  </a:lnTo>
                  <a:lnTo>
                    <a:pt x="3867616" y="2955357"/>
                  </a:lnTo>
                  <a:lnTo>
                    <a:pt x="3795993" y="2931311"/>
                  </a:lnTo>
                  <a:lnTo>
                    <a:pt x="3724371" y="2906171"/>
                  </a:lnTo>
                  <a:lnTo>
                    <a:pt x="3652748" y="2879887"/>
                  </a:lnTo>
                  <a:lnTo>
                    <a:pt x="3581126" y="2852407"/>
                  </a:lnTo>
                  <a:lnTo>
                    <a:pt x="3509503" y="2823676"/>
                  </a:lnTo>
                  <a:lnTo>
                    <a:pt x="3437881" y="2793637"/>
                  </a:lnTo>
                  <a:lnTo>
                    <a:pt x="3366258" y="2762232"/>
                  </a:lnTo>
                  <a:lnTo>
                    <a:pt x="3294636" y="2729397"/>
                  </a:lnTo>
                  <a:lnTo>
                    <a:pt x="3223013" y="2695069"/>
                  </a:lnTo>
                  <a:lnTo>
                    <a:pt x="3151391" y="2659178"/>
                  </a:lnTo>
                  <a:lnTo>
                    <a:pt x="3079768" y="2659489"/>
                  </a:lnTo>
                  <a:lnTo>
                    <a:pt x="3008146" y="2665454"/>
                  </a:lnTo>
                  <a:lnTo>
                    <a:pt x="2936523" y="2671375"/>
                  </a:lnTo>
                  <a:lnTo>
                    <a:pt x="2864901" y="2677254"/>
                  </a:lnTo>
                  <a:lnTo>
                    <a:pt x="2793278" y="2683089"/>
                  </a:lnTo>
                  <a:lnTo>
                    <a:pt x="2721655" y="2688883"/>
                  </a:lnTo>
                  <a:lnTo>
                    <a:pt x="2650033" y="2694635"/>
                  </a:lnTo>
                  <a:lnTo>
                    <a:pt x="2578410" y="2700345"/>
                  </a:lnTo>
                  <a:lnTo>
                    <a:pt x="2506788" y="2706014"/>
                  </a:lnTo>
                  <a:lnTo>
                    <a:pt x="2435165" y="2711642"/>
                  </a:lnTo>
                  <a:lnTo>
                    <a:pt x="2363543" y="2717229"/>
                  </a:lnTo>
                  <a:lnTo>
                    <a:pt x="2291920" y="2722776"/>
                  </a:lnTo>
                  <a:lnTo>
                    <a:pt x="2220298" y="2728282"/>
                  </a:lnTo>
                  <a:lnTo>
                    <a:pt x="2148675" y="2733749"/>
                  </a:lnTo>
                  <a:lnTo>
                    <a:pt x="2077053" y="2739176"/>
                  </a:lnTo>
                  <a:lnTo>
                    <a:pt x="2005430" y="2744564"/>
                  </a:lnTo>
                  <a:lnTo>
                    <a:pt x="1933808" y="2749913"/>
                  </a:lnTo>
                  <a:lnTo>
                    <a:pt x="1862185" y="2755223"/>
                  </a:lnTo>
                  <a:lnTo>
                    <a:pt x="1790563" y="2760495"/>
                  </a:lnTo>
                  <a:lnTo>
                    <a:pt x="1718940" y="2765728"/>
                  </a:lnTo>
                  <a:lnTo>
                    <a:pt x="1647318" y="2770924"/>
                  </a:lnTo>
                  <a:lnTo>
                    <a:pt x="1575695" y="2776082"/>
                  </a:lnTo>
                  <a:lnTo>
                    <a:pt x="1504073" y="2781203"/>
                  </a:lnTo>
                  <a:lnTo>
                    <a:pt x="1432450" y="2786287"/>
                  </a:lnTo>
                  <a:lnTo>
                    <a:pt x="1360827" y="2791334"/>
                  </a:lnTo>
                  <a:lnTo>
                    <a:pt x="1289205" y="2796344"/>
                  </a:lnTo>
                  <a:lnTo>
                    <a:pt x="1217582" y="2801318"/>
                  </a:lnTo>
                  <a:lnTo>
                    <a:pt x="1145960" y="2806256"/>
                  </a:lnTo>
                  <a:lnTo>
                    <a:pt x="1074337" y="2811159"/>
                  </a:lnTo>
                  <a:lnTo>
                    <a:pt x="1002715" y="2816026"/>
                  </a:lnTo>
                  <a:lnTo>
                    <a:pt x="931092" y="2820858"/>
                  </a:lnTo>
                  <a:lnTo>
                    <a:pt x="859470" y="2825654"/>
                  </a:lnTo>
                  <a:lnTo>
                    <a:pt x="787847" y="2830416"/>
                  </a:lnTo>
                  <a:lnTo>
                    <a:pt x="716225" y="2835144"/>
                  </a:lnTo>
                  <a:lnTo>
                    <a:pt x="644602" y="2839837"/>
                  </a:lnTo>
                  <a:lnTo>
                    <a:pt x="572980" y="2844497"/>
                  </a:lnTo>
                  <a:lnTo>
                    <a:pt x="501357" y="2849123"/>
                  </a:lnTo>
                  <a:lnTo>
                    <a:pt x="429735" y="2853715"/>
                  </a:lnTo>
                  <a:lnTo>
                    <a:pt x="358112" y="2858274"/>
                  </a:lnTo>
                  <a:lnTo>
                    <a:pt x="286490" y="2862800"/>
                  </a:lnTo>
                  <a:lnTo>
                    <a:pt x="214867" y="2867293"/>
                  </a:lnTo>
                  <a:lnTo>
                    <a:pt x="143245" y="2871754"/>
                  </a:lnTo>
                  <a:lnTo>
                    <a:pt x="71622" y="2876183"/>
                  </a:lnTo>
                  <a:lnTo>
                    <a:pt x="0" y="28805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04666" y="2073503"/>
              <a:ext cx="6258013" cy="2653481"/>
            </a:xfrm>
            <a:custGeom>
              <a:avLst/>
              <a:pathLst>
                <a:path w="6258013" h="2653481">
                  <a:moveTo>
                    <a:pt x="0" y="0"/>
                  </a:moveTo>
                  <a:lnTo>
                    <a:pt x="26853" y="58442"/>
                  </a:lnTo>
                  <a:lnTo>
                    <a:pt x="98475" y="207536"/>
                  </a:lnTo>
                  <a:lnTo>
                    <a:pt x="170098" y="350139"/>
                  </a:lnTo>
                  <a:lnTo>
                    <a:pt x="241720" y="486535"/>
                  </a:lnTo>
                  <a:lnTo>
                    <a:pt x="313343" y="616995"/>
                  </a:lnTo>
                  <a:lnTo>
                    <a:pt x="384965" y="741776"/>
                  </a:lnTo>
                  <a:lnTo>
                    <a:pt x="456588" y="861125"/>
                  </a:lnTo>
                  <a:lnTo>
                    <a:pt x="528210" y="975280"/>
                  </a:lnTo>
                  <a:lnTo>
                    <a:pt x="599833" y="1084466"/>
                  </a:lnTo>
                  <a:lnTo>
                    <a:pt x="671456" y="1188899"/>
                  </a:lnTo>
                  <a:lnTo>
                    <a:pt x="743078" y="1288787"/>
                  </a:lnTo>
                  <a:lnTo>
                    <a:pt x="814701" y="1384327"/>
                  </a:lnTo>
                  <a:lnTo>
                    <a:pt x="886323" y="1475708"/>
                  </a:lnTo>
                  <a:lnTo>
                    <a:pt x="957946" y="1563112"/>
                  </a:lnTo>
                  <a:lnTo>
                    <a:pt x="1029568" y="1646711"/>
                  </a:lnTo>
                  <a:lnTo>
                    <a:pt x="1101191" y="1726672"/>
                  </a:lnTo>
                  <a:lnTo>
                    <a:pt x="1172813" y="1803152"/>
                  </a:lnTo>
                  <a:lnTo>
                    <a:pt x="1244436" y="1876303"/>
                  </a:lnTo>
                  <a:lnTo>
                    <a:pt x="1316058" y="1946270"/>
                  </a:lnTo>
                  <a:lnTo>
                    <a:pt x="1387681" y="2013192"/>
                  </a:lnTo>
                  <a:lnTo>
                    <a:pt x="1459303" y="2077200"/>
                  </a:lnTo>
                  <a:lnTo>
                    <a:pt x="1530926" y="2138423"/>
                  </a:lnTo>
                  <a:lnTo>
                    <a:pt x="1602548" y="2196981"/>
                  </a:lnTo>
                  <a:lnTo>
                    <a:pt x="1674171" y="2252990"/>
                  </a:lnTo>
                  <a:lnTo>
                    <a:pt x="1745793" y="2306561"/>
                  </a:lnTo>
                  <a:lnTo>
                    <a:pt x="1817416" y="2357800"/>
                  </a:lnTo>
                  <a:lnTo>
                    <a:pt x="1889038" y="2406809"/>
                  </a:lnTo>
                  <a:lnTo>
                    <a:pt x="1960661" y="2453685"/>
                  </a:lnTo>
                  <a:lnTo>
                    <a:pt x="2032284" y="2498520"/>
                  </a:lnTo>
                  <a:lnTo>
                    <a:pt x="2103906" y="2541404"/>
                  </a:lnTo>
                  <a:lnTo>
                    <a:pt x="2175529" y="2582422"/>
                  </a:lnTo>
                  <a:lnTo>
                    <a:pt x="2247151" y="2621654"/>
                  </a:lnTo>
                  <a:lnTo>
                    <a:pt x="2318774" y="2653481"/>
                  </a:lnTo>
                  <a:lnTo>
                    <a:pt x="2390396" y="2647430"/>
                  </a:lnTo>
                  <a:lnTo>
                    <a:pt x="2462019" y="2641334"/>
                  </a:lnTo>
                  <a:lnTo>
                    <a:pt x="2533641" y="2635193"/>
                  </a:lnTo>
                  <a:lnTo>
                    <a:pt x="2605264" y="2629008"/>
                  </a:lnTo>
                  <a:lnTo>
                    <a:pt x="2676886" y="2622778"/>
                  </a:lnTo>
                  <a:lnTo>
                    <a:pt x="2748509" y="2616503"/>
                  </a:lnTo>
                  <a:lnTo>
                    <a:pt x="2820131" y="2610181"/>
                  </a:lnTo>
                  <a:lnTo>
                    <a:pt x="2891754" y="2603814"/>
                  </a:lnTo>
                  <a:lnTo>
                    <a:pt x="2963376" y="2597400"/>
                  </a:lnTo>
                  <a:lnTo>
                    <a:pt x="3034999" y="2590940"/>
                  </a:lnTo>
                  <a:lnTo>
                    <a:pt x="3106621" y="2584432"/>
                  </a:lnTo>
                  <a:lnTo>
                    <a:pt x="3178244" y="2577877"/>
                  </a:lnTo>
                  <a:lnTo>
                    <a:pt x="3249866" y="2571274"/>
                  </a:lnTo>
                  <a:lnTo>
                    <a:pt x="3321489" y="2564623"/>
                  </a:lnTo>
                  <a:lnTo>
                    <a:pt x="3393112" y="2557924"/>
                  </a:lnTo>
                  <a:lnTo>
                    <a:pt x="3464734" y="2551176"/>
                  </a:lnTo>
                  <a:lnTo>
                    <a:pt x="3536357" y="2544378"/>
                  </a:lnTo>
                  <a:lnTo>
                    <a:pt x="3607979" y="2537531"/>
                  </a:lnTo>
                  <a:lnTo>
                    <a:pt x="3679602" y="2530634"/>
                  </a:lnTo>
                  <a:lnTo>
                    <a:pt x="3751224" y="2523687"/>
                  </a:lnTo>
                  <a:lnTo>
                    <a:pt x="3822847" y="2516689"/>
                  </a:lnTo>
                  <a:lnTo>
                    <a:pt x="3894469" y="2509640"/>
                  </a:lnTo>
                  <a:lnTo>
                    <a:pt x="3966092" y="2502540"/>
                  </a:lnTo>
                  <a:lnTo>
                    <a:pt x="4037714" y="2495388"/>
                  </a:lnTo>
                  <a:lnTo>
                    <a:pt x="4109337" y="2488184"/>
                  </a:lnTo>
                  <a:lnTo>
                    <a:pt x="4180959" y="2480927"/>
                  </a:lnTo>
                  <a:lnTo>
                    <a:pt x="4252582" y="2473618"/>
                  </a:lnTo>
                  <a:lnTo>
                    <a:pt x="4324204" y="2466255"/>
                  </a:lnTo>
                  <a:lnTo>
                    <a:pt x="4395827" y="2458839"/>
                  </a:lnTo>
                  <a:lnTo>
                    <a:pt x="4467449" y="2451368"/>
                  </a:lnTo>
                  <a:lnTo>
                    <a:pt x="4539072" y="2443843"/>
                  </a:lnTo>
                  <a:lnTo>
                    <a:pt x="4610694" y="2436264"/>
                  </a:lnTo>
                  <a:lnTo>
                    <a:pt x="4682317" y="2428628"/>
                  </a:lnTo>
                  <a:lnTo>
                    <a:pt x="4753940" y="2420938"/>
                  </a:lnTo>
                  <a:lnTo>
                    <a:pt x="4825562" y="2413191"/>
                  </a:lnTo>
                  <a:lnTo>
                    <a:pt x="4897185" y="2405388"/>
                  </a:lnTo>
                  <a:lnTo>
                    <a:pt x="4968807" y="2397528"/>
                  </a:lnTo>
                  <a:lnTo>
                    <a:pt x="5040430" y="2389610"/>
                  </a:lnTo>
                  <a:lnTo>
                    <a:pt x="5112052" y="2381635"/>
                  </a:lnTo>
                  <a:lnTo>
                    <a:pt x="5183675" y="2373602"/>
                  </a:lnTo>
                  <a:lnTo>
                    <a:pt x="5255297" y="2365510"/>
                  </a:lnTo>
                  <a:lnTo>
                    <a:pt x="5326920" y="2357359"/>
                  </a:lnTo>
                  <a:lnTo>
                    <a:pt x="5398542" y="2349149"/>
                  </a:lnTo>
                  <a:lnTo>
                    <a:pt x="5470165" y="2340879"/>
                  </a:lnTo>
                  <a:lnTo>
                    <a:pt x="5541787" y="2332549"/>
                  </a:lnTo>
                  <a:lnTo>
                    <a:pt x="5613410" y="2324158"/>
                  </a:lnTo>
                  <a:lnTo>
                    <a:pt x="5685032" y="2315706"/>
                  </a:lnTo>
                  <a:lnTo>
                    <a:pt x="5756655" y="2307192"/>
                  </a:lnTo>
                  <a:lnTo>
                    <a:pt x="5828277" y="2298616"/>
                  </a:lnTo>
                  <a:lnTo>
                    <a:pt x="5899900" y="2289978"/>
                  </a:lnTo>
                  <a:lnTo>
                    <a:pt x="5971522" y="2281277"/>
                  </a:lnTo>
                  <a:lnTo>
                    <a:pt x="6043145" y="2272512"/>
                  </a:lnTo>
                  <a:lnTo>
                    <a:pt x="6114768" y="2263683"/>
                  </a:lnTo>
                  <a:lnTo>
                    <a:pt x="6186390" y="2254790"/>
                  </a:lnTo>
                  <a:lnTo>
                    <a:pt x="6258013" y="22458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2681"/>
              <a:ext cx="7090630" cy="753245"/>
            </a:xfrm>
            <a:custGeom>
              <a:avLst/>
              <a:pathLst>
                <a:path w="7090630" h="753245">
                  <a:moveTo>
                    <a:pt x="7090630" y="753245"/>
                  </a:moveTo>
                  <a:lnTo>
                    <a:pt x="7019007" y="750000"/>
                  </a:lnTo>
                  <a:lnTo>
                    <a:pt x="6947385" y="746606"/>
                  </a:lnTo>
                  <a:lnTo>
                    <a:pt x="6875762" y="743058"/>
                  </a:lnTo>
                  <a:lnTo>
                    <a:pt x="6804139" y="739349"/>
                  </a:lnTo>
                  <a:lnTo>
                    <a:pt x="6732517" y="735471"/>
                  </a:lnTo>
                  <a:lnTo>
                    <a:pt x="6660894" y="731416"/>
                  </a:lnTo>
                  <a:lnTo>
                    <a:pt x="6589272" y="727177"/>
                  </a:lnTo>
                  <a:lnTo>
                    <a:pt x="6517649" y="722745"/>
                  </a:lnTo>
                  <a:lnTo>
                    <a:pt x="6446027" y="718111"/>
                  </a:lnTo>
                  <a:lnTo>
                    <a:pt x="6374404" y="713267"/>
                  </a:lnTo>
                  <a:lnTo>
                    <a:pt x="6302782" y="708202"/>
                  </a:lnTo>
                  <a:lnTo>
                    <a:pt x="6231159" y="702906"/>
                  </a:lnTo>
                  <a:lnTo>
                    <a:pt x="6159537" y="697370"/>
                  </a:lnTo>
                  <a:lnTo>
                    <a:pt x="6087914" y="691581"/>
                  </a:lnTo>
                  <a:lnTo>
                    <a:pt x="6016292" y="685529"/>
                  </a:lnTo>
                  <a:lnTo>
                    <a:pt x="5944669" y="679202"/>
                  </a:lnTo>
                  <a:lnTo>
                    <a:pt x="5873047" y="672587"/>
                  </a:lnTo>
                  <a:lnTo>
                    <a:pt x="5801424" y="665670"/>
                  </a:lnTo>
                  <a:lnTo>
                    <a:pt x="5729802" y="658439"/>
                  </a:lnTo>
                  <a:lnTo>
                    <a:pt x="5658179" y="650879"/>
                  </a:lnTo>
                  <a:lnTo>
                    <a:pt x="5586557" y="642975"/>
                  </a:lnTo>
                  <a:lnTo>
                    <a:pt x="5514934" y="634711"/>
                  </a:lnTo>
                  <a:lnTo>
                    <a:pt x="5443311" y="626071"/>
                  </a:lnTo>
                  <a:lnTo>
                    <a:pt x="5371689" y="617038"/>
                  </a:lnTo>
                  <a:lnTo>
                    <a:pt x="5300066" y="607593"/>
                  </a:lnTo>
                  <a:lnTo>
                    <a:pt x="5228444" y="597719"/>
                  </a:lnTo>
                  <a:lnTo>
                    <a:pt x="5156821" y="587396"/>
                  </a:lnTo>
                  <a:lnTo>
                    <a:pt x="5085199" y="576603"/>
                  </a:lnTo>
                  <a:lnTo>
                    <a:pt x="5013576" y="565319"/>
                  </a:lnTo>
                  <a:lnTo>
                    <a:pt x="4941954" y="553521"/>
                  </a:lnTo>
                  <a:lnTo>
                    <a:pt x="4870331" y="541186"/>
                  </a:lnTo>
                  <a:lnTo>
                    <a:pt x="4798709" y="528290"/>
                  </a:lnTo>
                  <a:lnTo>
                    <a:pt x="4727086" y="514807"/>
                  </a:lnTo>
                  <a:lnTo>
                    <a:pt x="4655464" y="500710"/>
                  </a:lnTo>
                  <a:lnTo>
                    <a:pt x="4583841" y="485972"/>
                  </a:lnTo>
                  <a:lnTo>
                    <a:pt x="4512219" y="470564"/>
                  </a:lnTo>
                  <a:lnTo>
                    <a:pt x="4440596" y="454454"/>
                  </a:lnTo>
                  <a:lnTo>
                    <a:pt x="4368974" y="437611"/>
                  </a:lnTo>
                  <a:lnTo>
                    <a:pt x="4297351" y="420001"/>
                  </a:lnTo>
                  <a:lnTo>
                    <a:pt x="4225729" y="401590"/>
                  </a:lnTo>
                  <a:lnTo>
                    <a:pt x="4154106" y="382341"/>
                  </a:lnTo>
                  <a:lnTo>
                    <a:pt x="4082483" y="362216"/>
                  </a:lnTo>
                  <a:lnTo>
                    <a:pt x="4010861" y="341176"/>
                  </a:lnTo>
                  <a:lnTo>
                    <a:pt x="3939238" y="319178"/>
                  </a:lnTo>
                  <a:lnTo>
                    <a:pt x="3867616" y="296179"/>
                  </a:lnTo>
                  <a:lnTo>
                    <a:pt x="3795993" y="272133"/>
                  </a:lnTo>
                  <a:lnTo>
                    <a:pt x="3724371" y="246993"/>
                  </a:lnTo>
                  <a:lnTo>
                    <a:pt x="3652748" y="220709"/>
                  </a:lnTo>
                  <a:lnTo>
                    <a:pt x="3581126" y="193228"/>
                  </a:lnTo>
                  <a:lnTo>
                    <a:pt x="3509503" y="164497"/>
                  </a:lnTo>
                  <a:lnTo>
                    <a:pt x="3437881" y="134459"/>
                  </a:lnTo>
                  <a:lnTo>
                    <a:pt x="3366258" y="103054"/>
                  </a:lnTo>
                  <a:lnTo>
                    <a:pt x="3294636" y="70219"/>
                  </a:lnTo>
                  <a:lnTo>
                    <a:pt x="3223013" y="35890"/>
                  </a:lnTo>
                  <a:lnTo>
                    <a:pt x="3151391" y="0"/>
                  </a:lnTo>
                  <a:lnTo>
                    <a:pt x="3079768" y="311"/>
                  </a:lnTo>
                  <a:lnTo>
                    <a:pt x="3008146" y="6275"/>
                  </a:lnTo>
                  <a:lnTo>
                    <a:pt x="2936523" y="12197"/>
                  </a:lnTo>
                  <a:lnTo>
                    <a:pt x="2864901" y="18075"/>
                  </a:lnTo>
                  <a:lnTo>
                    <a:pt x="2793278" y="23911"/>
                  </a:lnTo>
                  <a:lnTo>
                    <a:pt x="2721655" y="29705"/>
                  </a:lnTo>
                  <a:lnTo>
                    <a:pt x="2650033" y="35457"/>
                  </a:lnTo>
                  <a:lnTo>
                    <a:pt x="2578410" y="41167"/>
                  </a:lnTo>
                  <a:lnTo>
                    <a:pt x="2506788" y="46836"/>
                  </a:lnTo>
                  <a:lnTo>
                    <a:pt x="2435165" y="52464"/>
                  </a:lnTo>
                  <a:lnTo>
                    <a:pt x="2363543" y="58051"/>
                  </a:lnTo>
                  <a:lnTo>
                    <a:pt x="2291920" y="63597"/>
                  </a:lnTo>
                  <a:lnTo>
                    <a:pt x="2220298" y="69104"/>
                  </a:lnTo>
                  <a:lnTo>
                    <a:pt x="2148675" y="74571"/>
                  </a:lnTo>
                  <a:lnTo>
                    <a:pt x="2077053" y="79998"/>
                  </a:lnTo>
                  <a:lnTo>
                    <a:pt x="2005430" y="85386"/>
                  </a:lnTo>
                  <a:lnTo>
                    <a:pt x="1933808" y="90734"/>
                  </a:lnTo>
                  <a:lnTo>
                    <a:pt x="1862185" y="96045"/>
                  </a:lnTo>
                  <a:lnTo>
                    <a:pt x="1790563" y="101316"/>
                  </a:lnTo>
                  <a:lnTo>
                    <a:pt x="1718940" y="106550"/>
                  </a:lnTo>
                  <a:lnTo>
                    <a:pt x="1647318" y="111746"/>
                  </a:lnTo>
                  <a:lnTo>
                    <a:pt x="1575695" y="116904"/>
                  </a:lnTo>
                  <a:lnTo>
                    <a:pt x="1504073" y="122025"/>
                  </a:lnTo>
                  <a:lnTo>
                    <a:pt x="1432450" y="127108"/>
                  </a:lnTo>
                  <a:lnTo>
                    <a:pt x="1360827" y="132155"/>
                  </a:lnTo>
                  <a:lnTo>
                    <a:pt x="1289205" y="137166"/>
                  </a:lnTo>
                  <a:lnTo>
                    <a:pt x="1217582" y="142140"/>
                  </a:lnTo>
                  <a:lnTo>
                    <a:pt x="1145960" y="147078"/>
                  </a:lnTo>
                  <a:lnTo>
                    <a:pt x="1074337" y="151981"/>
                  </a:lnTo>
                  <a:lnTo>
                    <a:pt x="1002715" y="156847"/>
                  </a:lnTo>
                  <a:lnTo>
                    <a:pt x="931092" y="161679"/>
                  </a:lnTo>
                  <a:lnTo>
                    <a:pt x="859470" y="166476"/>
                  </a:lnTo>
                  <a:lnTo>
                    <a:pt x="787847" y="171238"/>
                  </a:lnTo>
                  <a:lnTo>
                    <a:pt x="716225" y="175966"/>
                  </a:lnTo>
                  <a:lnTo>
                    <a:pt x="644602" y="180659"/>
                  </a:lnTo>
                  <a:lnTo>
                    <a:pt x="572980" y="185319"/>
                  </a:lnTo>
                  <a:lnTo>
                    <a:pt x="501357" y="189944"/>
                  </a:lnTo>
                  <a:lnTo>
                    <a:pt x="429735" y="194537"/>
                  </a:lnTo>
                  <a:lnTo>
                    <a:pt x="358112" y="199096"/>
                  </a:lnTo>
                  <a:lnTo>
                    <a:pt x="286490" y="203622"/>
                  </a:lnTo>
                  <a:lnTo>
                    <a:pt x="214867" y="208115"/>
                  </a:lnTo>
                  <a:lnTo>
                    <a:pt x="143245" y="212576"/>
                  </a:lnTo>
                  <a:lnTo>
                    <a:pt x="71622" y="217004"/>
                  </a:lnTo>
                  <a:lnTo>
                    <a:pt x="0" y="2214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679957"/>
              <a:ext cx="7090630" cy="1580154"/>
            </a:xfrm>
            <a:custGeom>
              <a:avLst/>
              <a:pathLst>
                <a:path w="7090630" h="1580154">
                  <a:moveTo>
                    <a:pt x="0" y="0"/>
                  </a:moveTo>
                  <a:lnTo>
                    <a:pt x="71622" y="34631"/>
                  </a:lnTo>
                  <a:lnTo>
                    <a:pt x="143245" y="68624"/>
                  </a:lnTo>
                  <a:lnTo>
                    <a:pt x="214867" y="101990"/>
                  </a:lnTo>
                  <a:lnTo>
                    <a:pt x="286490" y="134741"/>
                  </a:lnTo>
                  <a:lnTo>
                    <a:pt x="358112" y="166887"/>
                  </a:lnTo>
                  <a:lnTo>
                    <a:pt x="429735" y="198440"/>
                  </a:lnTo>
                  <a:lnTo>
                    <a:pt x="501357" y="229411"/>
                  </a:lnTo>
                  <a:lnTo>
                    <a:pt x="572980" y="259811"/>
                  </a:lnTo>
                  <a:lnTo>
                    <a:pt x="644602" y="289650"/>
                  </a:lnTo>
                  <a:lnTo>
                    <a:pt x="716225" y="318939"/>
                  </a:lnTo>
                  <a:lnTo>
                    <a:pt x="787847" y="347687"/>
                  </a:lnTo>
                  <a:lnTo>
                    <a:pt x="859470" y="375905"/>
                  </a:lnTo>
                  <a:lnTo>
                    <a:pt x="931092" y="403602"/>
                  </a:lnTo>
                  <a:lnTo>
                    <a:pt x="1002715" y="430788"/>
                  </a:lnTo>
                  <a:lnTo>
                    <a:pt x="1074337" y="457473"/>
                  </a:lnTo>
                  <a:lnTo>
                    <a:pt x="1145960" y="483666"/>
                  </a:lnTo>
                  <a:lnTo>
                    <a:pt x="1217582" y="509375"/>
                  </a:lnTo>
                  <a:lnTo>
                    <a:pt x="1289205" y="534610"/>
                  </a:lnTo>
                  <a:lnTo>
                    <a:pt x="1360827" y="559380"/>
                  </a:lnTo>
                  <a:lnTo>
                    <a:pt x="1432450" y="583692"/>
                  </a:lnTo>
                  <a:lnTo>
                    <a:pt x="1504073" y="607556"/>
                  </a:lnTo>
                  <a:lnTo>
                    <a:pt x="1575695" y="630980"/>
                  </a:lnTo>
                  <a:lnTo>
                    <a:pt x="1647318" y="653972"/>
                  </a:lnTo>
                  <a:lnTo>
                    <a:pt x="1718940" y="676539"/>
                  </a:lnTo>
                  <a:lnTo>
                    <a:pt x="1790563" y="698691"/>
                  </a:lnTo>
                  <a:lnTo>
                    <a:pt x="1862185" y="720433"/>
                  </a:lnTo>
                  <a:lnTo>
                    <a:pt x="1933808" y="741775"/>
                  </a:lnTo>
                  <a:lnTo>
                    <a:pt x="2005430" y="762722"/>
                  </a:lnTo>
                  <a:lnTo>
                    <a:pt x="2077053" y="783284"/>
                  </a:lnTo>
                  <a:lnTo>
                    <a:pt x="2148675" y="803466"/>
                  </a:lnTo>
                  <a:lnTo>
                    <a:pt x="2220298" y="823276"/>
                  </a:lnTo>
                  <a:lnTo>
                    <a:pt x="2291920" y="842720"/>
                  </a:lnTo>
                  <a:lnTo>
                    <a:pt x="2363543" y="861805"/>
                  </a:lnTo>
                  <a:lnTo>
                    <a:pt x="2435165" y="880539"/>
                  </a:lnTo>
                  <a:lnTo>
                    <a:pt x="2506788" y="898927"/>
                  </a:lnTo>
                  <a:lnTo>
                    <a:pt x="2578410" y="916976"/>
                  </a:lnTo>
                  <a:lnTo>
                    <a:pt x="2650033" y="934691"/>
                  </a:lnTo>
                  <a:lnTo>
                    <a:pt x="2721655" y="952080"/>
                  </a:lnTo>
                  <a:lnTo>
                    <a:pt x="2793278" y="969148"/>
                  </a:lnTo>
                  <a:lnTo>
                    <a:pt x="2864901" y="985902"/>
                  </a:lnTo>
                  <a:lnTo>
                    <a:pt x="2936523" y="1002346"/>
                  </a:lnTo>
                  <a:lnTo>
                    <a:pt x="3008146" y="1018487"/>
                  </a:lnTo>
                  <a:lnTo>
                    <a:pt x="3079768" y="1034330"/>
                  </a:lnTo>
                  <a:lnTo>
                    <a:pt x="3151391" y="1049880"/>
                  </a:lnTo>
                  <a:lnTo>
                    <a:pt x="3223013" y="1065144"/>
                  </a:lnTo>
                  <a:lnTo>
                    <a:pt x="3294636" y="1080127"/>
                  </a:lnTo>
                  <a:lnTo>
                    <a:pt x="3366258" y="1094833"/>
                  </a:lnTo>
                  <a:lnTo>
                    <a:pt x="3437881" y="1109267"/>
                  </a:lnTo>
                  <a:lnTo>
                    <a:pt x="3509503" y="1123436"/>
                  </a:lnTo>
                  <a:lnTo>
                    <a:pt x="3581126" y="1137343"/>
                  </a:lnTo>
                  <a:lnTo>
                    <a:pt x="3652748" y="1150993"/>
                  </a:lnTo>
                  <a:lnTo>
                    <a:pt x="3724371" y="1164392"/>
                  </a:lnTo>
                  <a:lnTo>
                    <a:pt x="3795993" y="1177543"/>
                  </a:lnTo>
                  <a:lnTo>
                    <a:pt x="3867616" y="1190452"/>
                  </a:lnTo>
                  <a:lnTo>
                    <a:pt x="3939238" y="1203123"/>
                  </a:lnTo>
                  <a:lnTo>
                    <a:pt x="4010861" y="1215560"/>
                  </a:lnTo>
                  <a:lnTo>
                    <a:pt x="4082483" y="1227767"/>
                  </a:lnTo>
                  <a:lnTo>
                    <a:pt x="4154106" y="1239749"/>
                  </a:lnTo>
                  <a:lnTo>
                    <a:pt x="4225729" y="1251511"/>
                  </a:lnTo>
                  <a:lnTo>
                    <a:pt x="4297351" y="1263055"/>
                  </a:lnTo>
                  <a:lnTo>
                    <a:pt x="4368974" y="1274386"/>
                  </a:lnTo>
                  <a:lnTo>
                    <a:pt x="4440596" y="1285509"/>
                  </a:lnTo>
                  <a:lnTo>
                    <a:pt x="4512219" y="1296426"/>
                  </a:lnTo>
                  <a:lnTo>
                    <a:pt x="4583841" y="1307141"/>
                  </a:lnTo>
                  <a:lnTo>
                    <a:pt x="4655464" y="1317659"/>
                  </a:lnTo>
                  <a:lnTo>
                    <a:pt x="4727086" y="1327983"/>
                  </a:lnTo>
                  <a:lnTo>
                    <a:pt x="4798709" y="1338117"/>
                  </a:lnTo>
                  <a:lnTo>
                    <a:pt x="4870331" y="1348064"/>
                  </a:lnTo>
                  <a:lnTo>
                    <a:pt x="4941954" y="1357827"/>
                  </a:lnTo>
                  <a:lnTo>
                    <a:pt x="5013576" y="1367410"/>
                  </a:lnTo>
                  <a:lnTo>
                    <a:pt x="5085199" y="1376816"/>
                  </a:lnTo>
                  <a:lnTo>
                    <a:pt x="5156821" y="1386049"/>
                  </a:lnTo>
                  <a:lnTo>
                    <a:pt x="5228444" y="1395111"/>
                  </a:lnTo>
                  <a:lnTo>
                    <a:pt x="5300066" y="1404006"/>
                  </a:lnTo>
                  <a:lnTo>
                    <a:pt x="5371689" y="1412737"/>
                  </a:lnTo>
                  <a:lnTo>
                    <a:pt x="5443311" y="1421307"/>
                  </a:lnTo>
                  <a:lnTo>
                    <a:pt x="5514934" y="1429719"/>
                  </a:lnTo>
                  <a:lnTo>
                    <a:pt x="5586557" y="1437976"/>
                  </a:lnTo>
                  <a:lnTo>
                    <a:pt x="5658179" y="1446080"/>
                  </a:lnTo>
                  <a:lnTo>
                    <a:pt x="5729802" y="1454035"/>
                  </a:lnTo>
                  <a:lnTo>
                    <a:pt x="5801424" y="1461843"/>
                  </a:lnTo>
                  <a:lnTo>
                    <a:pt x="5873047" y="1469508"/>
                  </a:lnTo>
                  <a:lnTo>
                    <a:pt x="5944669" y="1477030"/>
                  </a:lnTo>
                  <a:lnTo>
                    <a:pt x="6016292" y="1484414"/>
                  </a:lnTo>
                  <a:lnTo>
                    <a:pt x="6087914" y="1491662"/>
                  </a:lnTo>
                  <a:lnTo>
                    <a:pt x="6159537" y="1498776"/>
                  </a:lnTo>
                  <a:lnTo>
                    <a:pt x="6231159" y="1505759"/>
                  </a:lnTo>
                  <a:lnTo>
                    <a:pt x="6302782" y="1512613"/>
                  </a:lnTo>
                  <a:lnTo>
                    <a:pt x="6374404" y="1519340"/>
                  </a:lnTo>
                  <a:lnTo>
                    <a:pt x="6446027" y="1525944"/>
                  </a:lnTo>
                  <a:lnTo>
                    <a:pt x="6517649" y="1532425"/>
                  </a:lnTo>
                  <a:lnTo>
                    <a:pt x="6589272" y="1538787"/>
                  </a:lnTo>
                  <a:lnTo>
                    <a:pt x="6660894" y="1545032"/>
                  </a:lnTo>
                  <a:lnTo>
                    <a:pt x="6732517" y="1551161"/>
                  </a:lnTo>
                  <a:lnTo>
                    <a:pt x="6804139" y="1557178"/>
                  </a:lnTo>
                  <a:lnTo>
                    <a:pt x="6875762" y="1563083"/>
                  </a:lnTo>
                  <a:lnTo>
                    <a:pt x="6947385" y="1568880"/>
                  </a:lnTo>
                  <a:lnTo>
                    <a:pt x="7019007" y="1574569"/>
                  </a:lnTo>
                  <a:lnTo>
                    <a:pt x="7090630" y="15801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1.28 (0.91-1.79), p = 0.159  |  per IQR decline (Δ = 25.8 %): 1.87 (0.78-4.49)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2026-10-09T15:07:22Z</dcterms:modified>
  <cp:category/>
</cp:coreProperties>
</file>