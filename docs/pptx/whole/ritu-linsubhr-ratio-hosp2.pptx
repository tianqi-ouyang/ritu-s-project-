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41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6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32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77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14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59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105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850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73482"/>
            </a:xfrm>
            <a:custGeom>
              <a:avLst/>
              <a:pathLst>
                <a:path w="7090630" h="3473482">
                  <a:moveTo>
                    <a:pt x="1851655" y="0"/>
                  </a:moveTo>
                  <a:lnTo>
                    <a:pt x="1862185" y="41956"/>
                  </a:lnTo>
                  <a:lnTo>
                    <a:pt x="1933808" y="305486"/>
                  </a:lnTo>
                  <a:lnTo>
                    <a:pt x="2005430" y="548839"/>
                  </a:lnTo>
                  <a:lnTo>
                    <a:pt x="2077053" y="773559"/>
                  </a:lnTo>
                  <a:lnTo>
                    <a:pt x="2148675" y="981072"/>
                  </a:lnTo>
                  <a:lnTo>
                    <a:pt x="2220298" y="1172697"/>
                  </a:lnTo>
                  <a:lnTo>
                    <a:pt x="2291920" y="1349649"/>
                  </a:lnTo>
                  <a:lnTo>
                    <a:pt x="2363543" y="1513052"/>
                  </a:lnTo>
                  <a:lnTo>
                    <a:pt x="2435165" y="1663944"/>
                  </a:lnTo>
                  <a:lnTo>
                    <a:pt x="2506788" y="1803282"/>
                  </a:lnTo>
                  <a:lnTo>
                    <a:pt x="2578410" y="1931952"/>
                  </a:lnTo>
                  <a:lnTo>
                    <a:pt x="2650033" y="2050769"/>
                  </a:lnTo>
                  <a:lnTo>
                    <a:pt x="2721655" y="2160489"/>
                  </a:lnTo>
                  <a:lnTo>
                    <a:pt x="2793278" y="2261808"/>
                  </a:lnTo>
                  <a:lnTo>
                    <a:pt x="2864901" y="2355370"/>
                  </a:lnTo>
                  <a:lnTo>
                    <a:pt x="2936523" y="2441767"/>
                  </a:lnTo>
                  <a:lnTo>
                    <a:pt x="3008146" y="2521549"/>
                  </a:lnTo>
                  <a:lnTo>
                    <a:pt x="3079768" y="2595223"/>
                  </a:lnTo>
                  <a:lnTo>
                    <a:pt x="3151391" y="2656561"/>
                  </a:lnTo>
                  <a:lnTo>
                    <a:pt x="3223013" y="2673060"/>
                  </a:lnTo>
                  <a:lnTo>
                    <a:pt x="3294636" y="2689230"/>
                  </a:lnTo>
                  <a:lnTo>
                    <a:pt x="3366258" y="2705077"/>
                  </a:lnTo>
                  <a:lnTo>
                    <a:pt x="3437881" y="2720608"/>
                  </a:lnTo>
                  <a:lnTo>
                    <a:pt x="3509503" y="2735829"/>
                  </a:lnTo>
                  <a:lnTo>
                    <a:pt x="3581126" y="2750747"/>
                  </a:lnTo>
                  <a:lnTo>
                    <a:pt x="3652748" y="2765367"/>
                  </a:lnTo>
                  <a:lnTo>
                    <a:pt x="3724371" y="2779696"/>
                  </a:lnTo>
                  <a:lnTo>
                    <a:pt x="3795993" y="2793738"/>
                  </a:lnTo>
                  <a:lnTo>
                    <a:pt x="3867616" y="2807501"/>
                  </a:lnTo>
                  <a:lnTo>
                    <a:pt x="3939238" y="2820989"/>
                  </a:lnTo>
                  <a:lnTo>
                    <a:pt x="4010861" y="2834208"/>
                  </a:lnTo>
                  <a:lnTo>
                    <a:pt x="4082483" y="2847164"/>
                  </a:lnTo>
                  <a:lnTo>
                    <a:pt x="4154106" y="2859861"/>
                  </a:lnTo>
                  <a:lnTo>
                    <a:pt x="4225729" y="2872305"/>
                  </a:lnTo>
                  <a:lnTo>
                    <a:pt x="4297351" y="2884500"/>
                  </a:lnTo>
                  <a:lnTo>
                    <a:pt x="4368974" y="2896453"/>
                  </a:lnTo>
                  <a:lnTo>
                    <a:pt x="4440596" y="2908167"/>
                  </a:lnTo>
                  <a:lnTo>
                    <a:pt x="4512219" y="2919647"/>
                  </a:lnTo>
                  <a:lnTo>
                    <a:pt x="4583841" y="2930898"/>
                  </a:lnTo>
                  <a:lnTo>
                    <a:pt x="4655464" y="2941925"/>
                  </a:lnTo>
                  <a:lnTo>
                    <a:pt x="4727086" y="2952732"/>
                  </a:lnTo>
                  <a:lnTo>
                    <a:pt x="4798709" y="2963324"/>
                  </a:lnTo>
                  <a:lnTo>
                    <a:pt x="4870331" y="2973704"/>
                  </a:lnTo>
                  <a:lnTo>
                    <a:pt x="4941954" y="2983877"/>
                  </a:lnTo>
                  <a:lnTo>
                    <a:pt x="5013576" y="2993847"/>
                  </a:lnTo>
                  <a:lnTo>
                    <a:pt x="5085199" y="3003618"/>
                  </a:lnTo>
                  <a:lnTo>
                    <a:pt x="5156821" y="3013195"/>
                  </a:lnTo>
                  <a:lnTo>
                    <a:pt x="5228444" y="3022580"/>
                  </a:lnTo>
                  <a:lnTo>
                    <a:pt x="5300066" y="3031779"/>
                  </a:lnTo>
                  <a:lnTo>
                    <a:pt x="5371689" y="3040793"/>
                  </a:lnTo>
                  <a:lnTo>
                    <a:pt x="5443311" y="3049628"/>
                  </a:lnTo>
                  <a:lnTo>
                    <a:pt x="5514934" y="3058287"/>
                  </a:lnTo>
                  <a:lnTo>
                    <a:pt x="5586557" y="3066773"/>
                  </a:lnTo>
                  <a:lnTo>
                    <a:pt x="5658179" y="3075090"/>
                  </a:lnTo>
                  <a:lnTo>
                    <a:pt x="5729802" y="3083241"/>
                  </a:lnTo>
                  <a:lnTo>
                    <a:pt x="5801424" y="3091229"/>
                  </a:lnTo>
                  <a:lnTo>
                    <a:pt x="5873047" y="3099058"/>
                  </a:lnTo>
                  <a:lnTo>
                    <a:pt x="5944669" y="3106731"/>
                  </a:lnTo>
                  <a:lnTo>
                    <a:pt x="6016292" y="3114251"/>
                  </a:lnTo>
                  <a:lnTo>
                    <a:pt x="6087914" y="3121621"/>
                  </a:lnTo>
                  <a:lnTo>
                    <a:pt x="6159537" y="3128844"/>
                  </a:lnTo>
                  <a:lnTo>
                    <a:pt x="6231159" y="3135922"/>
                  </a:lnTo>
                  <a:lnTo>
                    <a:pt x="6302782" y="3142860"/>
                  </a:lnTo>
                  <a:lnTo>
                    <a:pt x="6374404" y="3149659"/>
                  </a:lnTo>
                  <a:lnTo>
                    <a:pt x="6446027" y="3156323"/>
                  </a:lnTo>
                  <a:lnTo>
                    <a:pt x="6517649" y="3162853"/>
                  </a:lnTo>
                  <a:lnTo>
                    <a:pt x="6589272" y="3169254"/>
                  </a:lnTo>
                  <a:lnTo>
                    <a:pt x="6660894" y="3175527"/>
                  </a:lnTo>
                  <a:lnTo>
                    <a:pt x="6732517" y="3181674"/>
                  </a:lnTo>
                  <a:lnTo>
                    <a:pt x="6804139" y="3187699"/>
                  </a:lnTo>
                  <a:lnTo>
                    <a:pt x="6875762" y="3193604"/>
                  </a:lnTo>
                  <a:lnTo>
                    <a:pt x="6947385" y="3199391"/>
                  </a:lnTo>
                  <a:lnTo>
                    <a:pt x="7019007" y="3205063"/>
                  </a:lnTo>
                  <a:lnTo>
                    <a:pt x="7090630" y="3210621"/>
                  </a:lnTo>
                  <a:lnTo>
                    <a:pt x="7090630" y="3473482"/>
                  </a:lnTo>
                  <a:lnTo>
                    <a:pt x="7019007" y="3472631"/>
                  </a:lnTo>
                  <a:lnTo>
                    <a:pt x="6947385" y="3471709"/>
                  </a:lnTo>
                  <a:lnTo>
                    <a:pt x="6875762" y="3470711"/>
                  </a:lnTo>
                  <a:lnTo>
                    <a:pt x="6804139" y="3469630"/>
                  </a:lnTo>
                  <a:lnTo>
                    <a:pt x="6732517" y="3468459"/>
                  </a:lnTo>
                  <a:lnTo>
                    <a:pt x="6660894" y="3467192"/>
                  </a:lnTo>
                  <a:lnTo>
                    <a:pt x="6589272" y="3465819"/>
                  </a:lnTo>
                  <a:lnTo>
                    <a:pt x="6517649" y="3464333"/>
                  </a:lnTo>
                  <a:lnTo>
                    <a:pt x="6446027" y="3462723"/>
                  </a:lnTo>
                  <a:lnTo>
                    <a:pt x="6374404" y="3460980"/>
                  </a:lnTo>
                  <a:lnTo>
                    <a:pt x="6302782" y="3459092"/>
                  </a:lnTo>
                  <a:lnTo>
                    <a:pt x="6231159" y="3457048"/>
                  </a:lnTo>
                  <a:lnTo>
                    <a:pt x="6159537" y="3454834"/>
                  </a:lnTo>
                  <a:lnTo>
                    <a:pt x="6087914" y="3452437"/>
                  </a:lnTo>
                  <a:lnTo>
                    <a:pt x="6016292" y="3449841"/>
                  </a:lnTo>
                  <a:lnTo>
                    <a:pt x="5944669" y="3447029"/>
                  </a:lnTo>
                  <a:lnTo>
                    <a:pt x="5873047" y="3443985"/>
                  </a:lnTo>
                  <a:lnTo>
                    <a:pt x="5801424" y="3440688"/>
                  </a:lnTo>
                  <a:lnTo>
                    <a:pt x="5729802" y="3437118"/>
                  </a:lnTo>
                  <a:lnTo>
                    <a:pt x="5658179" y="3433251"/>
                  </a:lnTo>
                  <a:lnTo>
                    <a:pt x="5586557" y="3429065"/>
                  </a:lnTo>
                  <a:lnTo>
                    <a:pt x="5514934" y="3424531"/>
                  </a:lnTo>
                  <a:lnTo>
                    <a:pt x="5443311" y="3419621"/>
                  </a:lnTo>
                  <a:lnTo>
                    <a:pt x="5371689" y="3414303"/>
                  </a:lnTo>
                  <a:lnTo>
                    <a:pt x="5300066" y="3408545"/>
                  </a:lnTo>
                  <a:lnTo>
                    <a:pt x="5228444" y="3402310"/>
                  </a:lnTo>
                  <a:lnTo>
                    <a:pt x="5156821" y="3395558"/>
                  </a:lnTo>
                  <a:lnTo>
                    <a:pt x="5085199" y="3388245"/>
                  </a:lnTo>
                  <a:lnTo>
                    <a:pt x="5013576" y="3380327"/>
                  </a:lnTo>
                  <a:lnTo>
                    <a:pt x="4941954" y="3371751"/>
                  </a:lnTo>
                  <a:lnTo>
                    <a:pt x="4870331" y="3362465"/>
                  </a:lnTo>
                  <a:lnTo>
                    <a:pt x="4798709" y="3352409"/>
                  </a:lnTo>
                  <a:lnTo>
                    <a:pt x="4727086" y="3341519"/>
                  </a:lnTo>
                  <a:lnTo>
                    <a:pt x="4655464" y="3329726"/>
                  </a:lnTo>
                  <a:lnTo>
                    <a:pt x="4583841" y="3316955"/>
                  </a:lnTo>
                  <a:lnTo>
                    <a:pt x="4512219" y="3303125"/>
                  </a:lnTo>
                  <a:lnTo>
                    <a:pt x="4440596" y="3288149"/>
                  </a:lnTo>
                  <a:lnTo>
                    <a:pt x="4368974" y="3271930"/>
                  </a:lnTo>
                  <a:lnTo>
                    <a:pt x="4297351" y="3254367"/>
                  </a:lnTo>
                  <a:lnTo>
                    <a:pt x="4225729" y="3235348"/>
                  </a:lnTo>
                  <a:lnTo>
                    <a:pt x="4154106" y="3214752"/>
                  </a:lnTo>
                  <a:lnTo>
                    <a:pt x="4082483" y="3192448"/>
                  </a:lnTo>
                  <a:lnTo>
                    <a:pt x="4010861" y="3168294"/>
                  </a:lnTo>
                  <a:lnTo>
                    <a:pt x="3939238" y="3142138"/>
                  </a:lnTo>
                  <a:lnTo>
                    <a:pt x="3867616" y="3113813"/>
                  </a:lnTo>
                  <a:lnTo>
                    <a:pt x="3795993" y="3083139"/>
                  </a:lnTo>
                  <a:lnTo>
                    <a:pt x="3724371" y="3049922"/>
                  </a:lnTo>
                  <a:lnTo>
                    <a:pt x="3652748" y="3013951"/>
                  </a:lnTo>
                  <a:lnTo>
                    <a:pt x="3581126" y="2974997"/>
                  </a:lnTo>
                  <a:lnTo>
                    <a:pt x="3509503" y="2932813"/>
                  </a:lnTo>
                  <a:lnTo>
                    <a:pt x="3437881" y="2887132"/>
                  </a:lnTo>
                  <a:lnTo>
                    <a:pt x="3366258" y="2837662"/>
                  </a:lnTo>
                  <a:lnTo>
                    <a:pt x="3294636" y="2784091"/>
                  </a:lnTo>
                  <a:lnTo>
                    <a:pt x="3223013" y="2726078"/>
                  </a:lnTo>
                  <a:lnTo>
                    <a:pt x="3151391" y="2663255"/>
                  </a:lnTo>
                  <a:lnTo>
                    <a:pt x="3079768" y="2639727"/>
                  </a:lnTo>
                  <a:lnTo>
                    <a:pt x="3008146" y="2622550"/>
                  </a:lnTo>
                  <a:lnTo>
                    <a:pt x="2936523" y="2605023"/>
                  </a:lnTo>
                  <a:lnTo>
                    <a:pt x="2864901" y="2587140"/>
                  </a:lnTo>
                  <a:lnTo>
                    <a:pt x="2793278" y="2568892"/>
                  </a:lnTo>
                  <a:lnTo>
                    <a:pt x="2721655" y="2550273"/>
                  </a:lnTo>
                  <a:lnTo>
                    <a:pt x="2650033" y="2531276"/>
                  </a:lnTo>
                  <a:lnTo>
                    <a:pt x="2578410" y="2511892"/>
                  </a:lnTo>
                  <a:lnTo>
                    <a:pt x="2506788" y="2492113"/>
                  </a:lnTo>
                  <a:lnTo>
                    <a:pt x="2435165" y="2471931"/>
                  </a:lnTo>
                  <a:lnTo>
                    <a:pt x="2363543" y="2451339"/>
                  </a:lnTo>
                  <a:lnTo>
                    <a:pt x="2291920" y="2430328"/>
                  </a:lnTo>
                  <a:lnTo>
                    <a:pt x="2220298" y="2408890"/>
                  </a:lnTo>
                  <a:lnTo>
                    <a:pt x="2148675" y="2387015"/>
                  </a:lnTo>
                  <a:lnTo>
                    <a:pt x="2077053" y="2364694"/>
                  </a:lnTo>
                  <a:lnTo>
                    <a:pt x="2005430" y="2341920"/>
                  </a:lnTo>
                  <a:lnTo>
                    <a:pt x="1933808" y="2318682"/>
                  </a:lnTo>
                  <a:lnTo>
                    <a:pt x="1862185" y="2294971"/>
                  </a:lnTo>
                  <a:lnTo>
                    <a:pt x="1790563" y="2270778"/>
                  </a:lnTo>
                  <a:lnTo>
                    <a:pt x="1718940" y="2246092"/>
                  </a:lnTo>
                  <a:lnTo>
                    <a:pt x="1647318" y="2220904"/>
                  </a:lnTo>
                  <a:lnTo>
                    <a:pt x="1575695" y="2195203"/>
                  </a:lnTo>
                  <a:lnTo>
                    <a:pt x="1504073" y="2168979"/>
                  </a:lnTo>
                  <a:lnTo>
                    <a:pt x="1432450" y="2142221"/>
                  </a:lnTo>
                  <a:lnTo>
                    <a:pt x="1360827" y="2114919"/>
                  </a:lnTo>
                  <a:lnTo>
                    <a:pt x="1289205" y="2087061"/>
                  </a:lnTo>
                  <a:lnTo>
                    <a:pt x="1217582" y="2058636"/>
                  </a:lnTo>
                  <a:lnTo>
                    <a:pt x="1145960" y="2029633"/>
                  </a:lnTo>
                  <a:lnTo>
                    <a:pt x="1074337" y="2000040"/>
                  </a:lnTo>
                  <a:lnTo>
                    <a:pt x="1002715" y="1969844"/>
                  </a:lnTo>
                  <a:lnTo>
                    <a:pt x="931092" y="1939034"/>
                  </a:lnTo>
                  <a:lnTo>
                    <a:pt x="859470" y="1907596"/>
                  </a:lnTo>
                  <a:lnTo>
                    <a:pt x="787847" y="1875519"/>
                  </a:lnTo>
                  <a:lnTo>
                    <a:pt x="716225" y="1842789"/>
                  </a:lnTo>
                  <a:lnTo>
                    <a:pt x="644602" y="1809393"/>
                  </a:lnTo>
                  <a:lnTo>
                    <a:pt x="572980" y="1775317"/>
                  </a:lnTo>
                  <a:lnTo>
                    <a:pt x="501357" y="1740548"/>
                  </a:lnTo>
                  <a:lnTo>
                    <a:pt x="429735" y="1705071"/>
                  </a:lnTo>
                  <a:lnTo>
                    <a:pt x="358112" y="1668873"/>
                  </a:lnTo>
                  <a:lnTo>
                    <a:pt x="286490" y="1631937"/>
                  </a:lnTo>
                  <a:lnTo>
                    <a:pt x="214867" y="1594250"/>
                  </a:lnTo>
                  <a:lnTo>
                    <a:pt x="143245" y="1555796"/>
                  </a:lnTo>
                  <a:lnTo>
                    <a:pt x="71622" y="1516559"/>
                  </a:lnTo>
                  <a:lnTo>
                    <a:pt x="0" y="147652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023705" y="2073503"/>
              <a:ext cx="5238974" cy="3210621"/>
            </a:xfrm>
            <a:custGeom>
              <a:avLst/>
              <a:pathLst>
                <a:path w="5238974" h="3210621">
                  <a:moveTo>
                    <a:pt x="0" y="0"/>
                  </a:moveTo>
                  <a:lnTo>
                    <a:pt x="10529" y="41956"/>
                  </a:lnTo>
                  <a:lnTo>
                    <a:pt x="82152" y="305486"/>
                  </a:lnTo>
                  <a:lnTo>
                    <a:pt x="153774" y="548839"/>
                  </a:lnTo>
                  <a:lnTo>
                    <a:pt x="225397" y="773559"/>
                  </a:lnTo>
                  <a:lnTo>
                    <a:pt x="297019" y="981072"/>
                  </a:lnTo>
                  <a:lnTo>
                    <a:pt x="368642" y="1172697"/>
                  </a:lnTo>
                  <a:lnTo>
                    <a:pt x="440264" y="1349649"/>
                  </a:lnTo>
                  <a:lnTo>
                    <a:pt x="511887" y="1513052"/>
                  </a:lnTo>
                  <a:lnTo>
                    <a:pt x="583510" y="1663944"/>
                  </a:lnTo>
                  <a:lnTo>
                    <a:pt x="655132" y="1803282"/>
                  </a:lnTo>
                  <a:lnTo>
                    <a:pt x="726755" y="1931952"/>
                  </a:lnTo>
                  <a:lnTo>
                    <a:pt x="798377" y="2050769"/>
                  </a:lnTo>
                  <a:lnTo>
                    <a:pt x="870000" y="2160489"/>
                  </a:lnTo>
                  <a:lnTo>
                    <a:pt x="941622" y="2261808"/>
                  </a:lnTo>
                  <a:lnTo>
                    <a:pt x="1013245" y="2355370"/>
                  </a:lnTo>
                  <a:lnTo>
                    <a:pt x="1084867" y="2441767"/>
                  </a:lnTo>
                  <a:lnTo>
                    <a:pt x="1156490" y="2521549"/>
                  </a:lnTo>
                  <a:lnTo>
                    <a:pt x="1228112" y="2595223"/>
                  </a:lnTo>
                  <a:lnTo>
                    <a:pt x="1299735" y="2656561"/>
                  </a:lnTo>
                  <a:lnTo>
                    <a:pt x="1371357" y="2673060"/>
                  </a:lnTo>
                  <a:lnTo>
                    <a:pt x="1442980" y="2689230"/>
                  </a:lnTo>
                  <a:lnTo>
                    <a:pt x="1514602" y="2705077"/>
                  </a:lnTo>
                  <a:lnTo>
                    <a:pt x="1586225" y="2720608"/>
                  </a:lnTo>
                  <a:lnTo>
                    <a:pt x="1657847" y="2735829"/>
                  </a:lnTo>
                  <a:lnTo>
                    <a:pt x="1729470" y="2750747"/>
                  </a:lnTo>
                  <a:lnTo>
                    <a:pt x="1801092" y="2765367"/>
                  </a:lnTo>
                  <a:lnTo>
                    <a:pt x="1872715" y="2779696"/>
                  </a:lnTo>
                  <a:lnTo>
                    <a:pt x="1944338" y="2793738"/>
                  </a:lnTo>
                  <a:lnTo>
                    <a:pt x="2015960" y="2807501"/>
                  </a:lnTo>
                  <a:lnTo>
                    <a:pt x="2087583" y="2820989"/>
                  </a:lnTo>
                  <a:lnTo>
                    <a:pt x="2159205" y="2834208"/>
                  </a:lnTo>
                  <a:lnTo>
                    <a:pt x="2230828" y="2847164"/>
                  </a:lnTo>
                  <a:lnTo>
                    <a:pt x="2302450" y="2859861"/>
                  </a:lnTo>
                  <a:lnTo>
                    <a:pt x="2374073" y="2872305"/>
                  </a:lnTo>
                  <a:lnTo>
                    <a:pt x="2445695" y="2884500"/>
                  </a:lnTo>
                  <a:lnTo>
                    <a:pt x="2517318" y="2896453"/>
                  </a:lnTo>
                  <a:lnTo>
                    <a:pt x="2588940" y="2908167"/>
                  </a:lnTo>
                  <a:lnTo>
                    <a:pt x="2660563" y="2919647"/>
                  </a:lnTo>
                  <a:lnTo>
                    <a:pt x="2732185" y="2930898"/>
                  </a:lnTo>
                  <a:lnTo>
                    <a:pt x="2803808" y="2941925"/>
                  </a:lnTo>
                  <a:lnTo>
                    <a:pt x="2875430" y="2952732"/>
                  </a:lnTo>
                  <a:lnTo>
                    <a:pt x="2947053" y="2963324"/>
                  </a:lnTo>
                  <a:lnTo>
                    <a:pt x="3018675" y="2973704"/>
                  </a:lnTo>
                  <a:lnTo>
                    <a:pt x="3090298" y="2983877"/>
                  </a:lnTo>
                  <a:lnTo>
                    <a:pt x="3161920" y="2993847"/>
                  </a:lnTo>
                  <a:lnTo>
                    <a:pt x="3233543" y="3003618"/>
                  </a:lnTo>
                  <a:lnTo>
                    <a:pt x="3305166" y="3013195"/>
                  </a:lnTo>
                  <a:lnTo>
                    <a:pt x="3376788" y="3022580"/>
                  </a:lnTo>
                  <a:lnTo>
                    <a:pt x="3448411" y="3031779"/>
                  </a:lnTo>
                  <a:lnTo>
                    <a:pt x="3520033" y="3040793"/>
                  </a:lnTo>
                  <a:lnTo>
                    <a:pt x="3591656" y="3049628"/>
                  </a:lnTo>
                  <a:lnTo>
                    <a:pt x="3663278" y="3058287"/>
                  </a:lnTo>
                  <a:lnTo>
                    <a:pt x="3734901" y="3066773"/>
                  </a:lnTo>
                  <a:lnTo>
                    <a:pt x="3806523" y="3075090"/>
                  </a:lnTo>
                  <a:lnTo>
                    <a:pt x="3878146" y="3083241"/>
                  </a:lnTo>
                  <a:lnTo>
                    <a:pt x="3949768" y="3091229"/>
                  </a:lnTo>
                  <a:lnTo>
                    <a:pt x="4021391" y="3099058"/>
                  </a:lnTo>
                  <a:lnTo>
                    <a:pt x="4093013" y="3106731"/>
                  </a:lnTo>
                  <a:lnTo>
                    <a:pt x="4164636" y="3114251"/>
                  </a:lnTo>
                  <a:lnTo>
                    <a:pt x="4236258" y="3121621"/>
                  </a:lnTo>
                  <a:lnTo>
                    <a:pt x="4307881" y="3128844"/>
                  </a:lnTo>
                  <a:lnTo>
                    <a:pt x="4379503" y="3135922"/>
                  </a:lnTo>
                  <a:lnTo>
                    <a:pt x="4451126" y="3142860"/>
                  </a:lnTo>
                  <a:lnTo>
                    <a:pt x="4522748" y="3149659"/>
                  </a:lnTo>
                  <a:lnTo>
                    <a:pt x="4594371" y="3156323"/>
                  </a:lnTo>
                  <a:lnTo>
                    <a:pt x="4665994" y="3162853"/>
                  </a:lnTo>
                  <a:lnTo>
                    <a:pt x="4737616" y="3169254"/>
                  </a:lnTo>
                  <a:lnTo>
                    <a:pt x="4809239" y="3175527"/>
                  </a:lnTo>
                  <a:lnTo>
                    <a:pt x="4880861" y="3181674"/>
                  </a:lnTo>
                  <a:lnTo>
                    <a:pt x="4952484" y="3187699"/>
                  </a:lnTo>
                  <a:lnTo>
                    <a:pt x="5024106" y="3193604"/>
                  </a:lnTo>
                  <a:lnTo>
                    <a:pt x="5095729" y="3199391"/>
                  </a:lnTo>
                  <a:lnTo>
                    <a:pt x="5167351" y="3205063"/>
                  </a:lnTo>
                  <a:lnTo>
                    <a:pt x="5238974" y="321062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550026"/>
              <a:ext cx="7090630" cy="1996958"/>
            </a:xfrm>
            <a:custGeom>
              <a:avLst/>
              <a:pathLst>
                <a:path w="7090630" h="1996958">
                  <a:moveTo>
                    <a:pt x="7090630" y="1996958"/>
                  </a:moveTo>
                  <a:lnTo>
                    <a:pt x="7019007" y="1996107"/>
                  </a:lnTo>
                  <a:lnTo>
                    <a:pt x="6947385" y="1995185"/>
                  </a:lnTo>
                  <a:lnTo>
                    <a:pt x="6875762" y="1994187"/>
                  </a:lnTo>
                  <a:lnTo>
                    <a:pt x="6804139" y="1993106"/>
                  </a:lnTo>
                  <a:lnTo>
                    <a:pt x="6732517" y="1991936"/>
                  </a:lnTo>
                  <a:lnTo>
                    <a:pt x="6660894" y="1990668"/>
                  </a:lnTo>
                  <a:lnTo>
                    <a:pt x="6589272" y="1989295"/>
                  </a:lnTo>
                  <a:lnTo>
                    <a:pt x="6517649" y="1987809"/>
                  </a:lnTo>
                  <a:lnTo>
                    <a:pt x="6446027" y="1986199"/>
                  </a:lnTo>
                  <a:lnTo>
                    <a:pt x="6374404" y="1984456"/>
                  </a:lnTo>
                  <a:lnTo>
                    <a:pt x="6302782" y="1982568"/>
                  </a:lnTo>
                  <a:lnTo>
                    <a:pt x="6231159" y="1980524"/>
                  </a:lnTo>
                  <a:lnTo>
                    <a:pt x="6159537" y="1978310"/>
                  </a:lnTo>
                  <a:lnTo>
                    <a:pt x="6087914" y="1975913"/>
                  </a:lnTo>
                  <a:lnTo>
                    <a:pt x="6016292" y="1973317"/>
                  </a:lnTo>
                  <a:lnTo>
                    <a:pt x="5944669" y="1970506"/>
                  </a:lnTo>
                  <a:lnTo>
                    <a:pt x="5873047" y="1967461"/>
                  </a:lnTo>
                  <a:lnTo>
                    <a:pt x="5801424" y="1964164"/>
                  </a:lnTo>
                  <a:lnTo>
                    <a:pt x="5729802" y="1960594"/>
                  </a:lnTo>
                  <a:lnTo>
                    <a:pt x="5658179" y="1956728"/>
                  </a:lnTo>
                  <a:lnTo>
                    <a:pt x="5586557" y="1952541"/>
                  </a:lnTo>
                  <a:lnTo>
                    <a:pt x="5514934" y="1948007"/>
                  </a:lnTo>
                  <a:lnTo>
                    <a:pt x="5443311" y="1943097"/>
                  </a:lnTo>
                  <a:lnTo>
                    <a:pt x="5371689" y="1937780"/>
                  </a:lnTo>
                  <a:lnTo>
                    <a:pt x="5300066" y="1932022"/>
                  </a:lnTo>
                  <a:lnTo>
                    <a:pt x="5228444" y="1925786"/>
                  </a:lnTo>
                  <a:lnTo>
                    <a:pt x="5156821" y="1919034"/>
                  </a:lnTo>
                  <a:lnTo>
                    <a:pt x="5085199" y="1911721"/>
                  </a:lnTo>
                  <a:lnTo>
                    <a:pt x="5013576" y="1903803"/>
                  </a:lnTo>
                  <a:lnTo>
                    <a:pt x="4941954" y="1895228"/>
                  </a:lnTo>
                  <a:lnTo>
                    <a:pt x="4870331" y="1885941"/>
                  </a:lnTo>
                  <a:lnTo>
                    <a:pt x="4798709" y="1875885"/>
                  </a:lnTo>
                  <a:lnTo>
                    <a:pt x="4727086" y="1864995"/>
                  </a:lnTo>
                  <a:lnTo>
                    <a:pt x="4655464" y="1853202"/>
                  </a:lnTo>
                  <a:lnTo>
                    <a:pt x="4583841" y="1840431"/>
                  </a:lnTo>
                  <a:lnTo>
                    <a:pt x="4512219" y="1826601"/>
                  </a:lnTo>
                  <a:lnTo>
                    <a:pt x="4440596" y="1811625"/>
                  </a:lnTo>
                  <a:lnTo>
                    <a:pt x="4368974" y="1795407"/>
                  </a:lnTo>
                  <a:lnTo>
                    <a:pt x="4297351" y="1777844"/>
                  </a:lnTo>
                  <a:lnTo>
                    <a:pt x="4225729" y="1758824"/>
                  </a:lnTo>
                  <a:lnTo>
                    <a:pt x="4154106" y="1738228"/>
                  </a:lnTo>
                  <a:lnTo>
                    <a:pt x="4082483" y="1715924"/>
                  </a:lnTo>
                  <a:lnTo>
                    <a:pt x="4010861" y="1691770"/>
                  </a:lnTo>
                  <a:lnTo>
                    <a:pt x="3939238" y="1665614"/>
                  </a:lnTo>
                  <a:lnTo>
                    <a:pt x="3867616" y="1637289"/>
                  </a:lnTo>
                  <a:lnTo>
                    <a:pt x="3795993" y="1606615"/>
                  </a:lnTo>
                  <a:lnTo>
                    <a:pt x="3724371" y="1573398"/>
                  </a:lnTo>
                  <a:lnTo>
                    <a:pt x="3652748" y="1537427"/>
                  </a:lnTo>
                  <a:lnTo>
                    <a:pt x="3581126" y="1498473"/>
                  </a:lnTo>
                  <a:lnTo>
                    <a:pt x="3509503" y="1456289"/>
                  </a:lnTo>
                  <a:lnTo>
                    <a:pt x="3437881" y="1410608"/>
                  </a:lnTo>
                  <a:lnTo>
                    <a:pt x="3366258" y="1361139"/>
                  </a:lnTo>
                  <a:lnTo>
                    <a:pt x="3294636" y="1307568"/>
                  </a:lnTo>
                  <a:lnTo>
                    <a:pt x="3223013" y="1249554"/>
                  </a:lnTo>
                  <a:lnTo>
                    <a:pt x="3151391" y="1186731"/>
                  </a:lnTo>
                  <a:lnTo>
                    <a:pt x="3079768" y="1163203"/>
                  </a:lnTo>
                  <a:lnTo>
                    <a:pt x="3008146" y="1146026"/>
                  </a:lnTo>
                  <a:lnTo>
                    <a:pt x="2936523" y="1128499"/>
                  </a:lnTo>
                  <a:lnTo>
                    <a:pt x="2864901" y="1110616"/>
                  </a:lnTo>
                  <a:lnTo>
                    <a:pt x="2793278" y="1092368"/>
                  </a:lnTo>
                  <a:lnTo>
                    <a:pt x="2721655" y="1073750"/>
                  </a:lnTo>
                  <a:lnTo>
                    <a:pt x="2650033" y="1054752"/>
                  </a:lnTo>
                  <a:lnTo>
                    <a:pt x="2578410" y="1035368"/>
                  </a:lnTo>
                  <a:lnTo>
                    <a:pt x="2506788" y="1015589"/>
                  </a:lnTo>
                  <a:lnTo>
                    <a:pt x="2435165" y="995408"/>
                  </a:lnTo>
                  <a:lnTo>
                    <a:pt x="2363543" y="974816"/>
                  </a:lnTo>
                  <a:lnTo>
                    <a:pt x="2291920" y="953805"/>
                  </a:lnTo>
                  <a:lnTo>
                    <a:pt x="2220298" y="932366"/>
                  </a:lnTo>
                  <a:lnTo>
                    <a:pt x="2148675" y="910491"/>
                  </a:lnTo>
                  <a:lnTo>
                    <a:pt x="2077053" y="888171"/>
                  </a:lnTo>
                  <a:lnTo>
                    <a:pt x="2005430" y="865396"/>
                  </a:lnTo>
                  <a:lnTo>
                    <a:pt x="1933808" y="842158"/>
                  </a:lnTo>
                  <a:lnTo>
                    <a:pt x="1862185" y="818447"/>
                  </a:lnTo>
                  <a:lnTo>
                    <a:pt x="1790563" y="794254"/>
                  </a:lnTo>
                  <a:lnTo>
                    <a:pt x="1718940" y="769568"/>
                  </a:lnTo>
                  <a:lnTo>
                    <a:pt x="1647318" y="744380"/>
                  </a:lnTo>
                  <a:lnTo>
                    <a:pt x="1575695" y="718679"/>
                  </a:lnTo>
                  <a:lnTo>
                    <a:pt x="1504073" y="692455"/>
                  </a:lnTo>
                  <a:lnTo>
                    <a:pt x="1432450" y="665697"/>
                  </a:lnTo>
                  <a:lnTo>
                    <a:pt x="1360827" y="638395"/>
                  </a:lnTo>
                  <a:lnTo>
                    <a:pt x="1289205" y="610537"/>
                  </a:lnTo>
                  <a:lnTo>
                    <a:pt x="1217582" y="582113"/>
                  </a:lnTo>
                  <a:lnTo>
                    <a:pt x="1145960" y="553109"/>
                  </a:lnTo>
                  <a:lnTo>
                    <a:pt x="1074337" y="523516"/>
                  </a:lnTo>
                  <a:lnTo>
                    <a:pt x="1002715" y="493320"/>
                  </a:lnTo>
                  <a:lnTo>
                    <a:pt x="931092" y="462510"/>
                  </a:lnTo>
                  <a:lnTo>
                    <a:pt x="859470" y="431073"/>
                  </a:lnTo>
                  <a:lnTo>
                    <a:pt x="787847" y="398995"/>
                  </a:lnTo>
                  <a:lnTo>
                    <a:pt x="716225" y="366265"/>
                  </a:lnTo>
                  <a:lnTo>
                    <a:pt x="644602" y="332869"/>
                  </a:lnTo>
                  <a:lnTo>
                    <a:pt x="572980" y="298794"/>
                  </a:lnTo>
                  <a:lnTo>
                    <a:pt x="501357" y="264024"/>
                  </a:lnTo>
                  <a:lnTo>
                    <a:pt x="429735" y="228548"/>
                  </a:lnTo>
                  <a:lnTo>
                    <a:pt x="358112" y="192349"/>
                  </a:lnTo>
                  <a:lnTo>
                    <a:pt x="286490" y="155413"/>
                  </a:lnTo>
                  <a:lnTo>
                    <a:pt x="214867" y="117726"/>
                  </a:lnTo>
                  <a:lnTo>
                    <a:pt x="143245" y="79272"/>
                  </a:lnTo>
                  <a:lnTo>
                    <a:pt x="71622" y="4003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254132" y="2073503"/>
              <a:ext cx="6008546" cy="3430798"/>
            </a:xfrm>
            <a:custGeom>
              <a:avLst/>
              <a:pathLst>
                <a:path w="6008546" h="3430798">
                  <a:moveTo>
                    <a:pt x="0" y="0"/>
                  </a:moveTo>
                  <a:lnTo>
                    <a:pt x="63876" y="152042"/>
                  </a:lnTo>
                  <a:lnTo>
                    <a:pt x="135499" y="314223"/>
                  </a:lnTo>
                  <a:lnTo>
                    <a:pt x="207122" y="468509"/>
                  </a:lnTo>
                  <a:lnTo>
                    <a:pt x="278744" y="615284"/>
                  </a:lnTo>
                  <a:lnTo>
                    <a:pt x="350367" y="754915"/>
                  </a:lnTo>
                  <a:lnTo>
                    <a:pt x="421989" y="887749"/>
                  </a:lnTo>
                  <a:lnTo>
                    <a:pt x="493612" y="1014117"/>
                  </a:lnTo>
                  <a:lnTo>
                    <a:pt x="565234" y="1134333"/>
                  </a:lnTo>
                  <a:lnTo>
                    <a:pt x="636857" y="1248698"/>
                  </a:lnTo>
                  <a:lnTo>
                    <a:pt x="708479" y="1357495"/>
                  </a:lnTo>
                  <a:lnTo>
                    <a:pt x="780102" y="1460997"/>
                  </a:lnTo>
                  <a:lnTo>
                    <a:pt x="851724" y="1559460"/>
                  </a:lnTo>
                  <a:lnTo>
                    <a:pt x="923347" y="1653130"/>
                  </a:lnTo>
                  <a:lnTo>
                    <a:pt x="994969" y="1742241"/>
                  </a:lnTo>
                  <a:lnTo>
                    <a:pt x="1066592" y="1827014"/>
                  </a:lnTo>
                  <a:lnTo>
                    <a:pt x="1138214" y="1907660"/>
                  </a:lnTo>
                  <a:lnTo>
                    <a:pt x="1209837" y="1984381"/>
                  </a:lnTo>
                  <a:lnTo>
                    <a:pt x="1281459" y="2057367"/>
                  </a:lnTo>
                  <a:lnTo>
                    <a:pt x="1353082" y="2126800"/>
                  </a:lnTo>
                  <a:lnTo>
                    <a:pt x="1424704" y="2192853"/>
                  </a:lnTo>
                  <a:lnTo>
                    <a:pt x="1496327" y="2255691"/>
                  </a:lnTo>
                  <a:lnTo>
                    <a:pt x="1567950" y="2315471"/>
                  </a:lnTo>
                  <a:lnTo>
                    <a:pt x="1639572" y="2372340"/>
                  </a:lnTo>
                  <a:lnTo>
                    <a:pt x="1711195" y="2426441"/>
                  </a:lnTo>
                  <a:lnTo>
                    <a:pt x="1782817" y="2477908"/>
                  </a:lnTo>
                  <a:lnTo>
                    <a:pt x="1854440" y="2526870"/>
                  </a:lnTo>
                  <a:lnTo>
                    <a:pt x="1926062" y="2573449"/>
                  </a:lnTo>
                  <a:lnTo>
                    <a:pt x="1997685" y="2617761"/>
                  </a:lnTo>
                  <a:lnTo>
                    <a:pt x="2069307" y="2659915"/>
                  </a:lnTo>
                  <a:lnTo>
                    <a:pt x="2140930" y="2700017"/>
                  </a:lnTo>
                  <a:lnTo>
                    <a:pt x="2212552" y="2738168"/>
                  </a:lnTo>
                  <a:lnTo>
                    <a:pt x="2284175" y="2774461"/>
                  </a:lnTo>
                  <a:lnTo>
                    <a:pt x="2355797" y="2808987"/>
                  </a:lnTo>
                  <a:lnTo>
                    <a:pt x="2427420" y="2841833"/>
                  </a:lnTo>
                  <a:lnTo>
                    <a:pt x="2499042" y="2873080"/>
                  </a:lnTo>
                  <a:lnTo>
                    <a:pt x="2570665" y="2902806"/>
                  </a:lnTo>
                  <a:lnTo>
                    <a:pt x="2642287" y="2931085"/>
                  </a:lnTo>
                  <a:lnTo>
                    <a:pt x="2713910" y="2957988"/>
                  </a:lnTo>
                  <a:lnTo>
                    <a:pt x="2785532" y="2983581"/>
                  </a:lnTo>
                  <a:lnTo>
                    <a:pt x="2857155" y="3007928"/>
                  </a:lnTo>
                  <a:lnTo>
                    <a:pt x="2928778" y="3031089"/>
                  </a:lnTo>
                  <a:lnTo>
                    <a:pt x="3000400" y="3053124"/>
                  </a:lnTo>
                  <a:lnTo>
                    <a:pt x="3072023" y="3074086"/>
                  </a:lnTo>
                  <a:lnTo>
                    <a:pt x="3143645" y="3094027"/>
                  </a:lnTo>
                  <a:lnTo>
                    <a:pt x="3215268" y="3112998"/>
                  </a:lnTo>
                  <a:lnTo>
                    <a:pt x="3286890" y="3131045"/>
                  </a:lnTo>
                  <a:lnTo>
                    <a:pt x="3358513" y="3148214"/>
                  </a:lnTo>
                  <a:lnTo>
                    <a:pt x="3430135" y="3164547"/>
                  </a:lnTo>
                  <a:lnTo>
                    <a:pt x="3501758" y="3180085"/>
                  </a:lnTo>
                  <a:lnTo>
                    <a:pt x="3573380" y="3194867"/>
                  </a:lnTo>
                  <a:lnTo>
                    <a:pt x="3645003" y="3208929"/>
                  </a:lnTo>
                  <a:lnTo>
                    <a:pt x="3716625" y="3222306"/>
                  </a:lnTo>
                  <a:lnTo>
                    <a:pt x="3788248" y="3235033"/>
                  </a:lnTo>
                  <a:lnTo>
                    <a:pt x="3859870" y="3247139"/>
                  </a:lnTo>
                  <a:lnTo>
                    <a:pt x="3931493" y="3258657"/>
                  </a:lnTo>
                  <a:lnTo>
                    <a:pt x="4003115" y="3269614"/>
                  </a:lnTo>
                  <a:lnTo>
                    <a:pt x="4074738" y="3280037"/>
                  </a:lnTo>
                  <a:lnTo>
                    <a:pt x="4146360" y="3289954"/>
                  </a:lnTo>
                  <a:lnTo>
                    <a:pt x="4217983" y="3299387"/>
                  </a:lnTo>
                  <a:lnTo>
                    <a:pt x="4289606" y="3308361"/>
                  </a:lnTo>
                  <a:lnTo>
                    <a:pt x="4361228" y="3316899"/>
                  </a:lnTo>
                  <a:lnTo>
                    <a:pt x="4432851" y="3325020"/>
                  </a:lnTo>
                  <a:lnTo>
                    <a:pt x="4504473" y="3332747"/>
                  </a:lnTo>
                  <a:lnTo>
                    <a:pt x="4576096" y="3340097"/>
                  </a:lnTo>
                  <a:lnTo>
                    <a:pt x="4647718" y="3347090"/>
                  </a:lnTo>
                  <a:lnTo>
                    <a:pt x="4719341" y="3353742"/>
                  </a:lnTo>
                  <a:lnTo>
                    <a:pt x="4790963" y="3360070"/>
                  </a:lnTo>
                  <a:lnTo>
                    <a:pt x="4862586" y="3366091"/>
                  </a:lnTo>
                  <a:lnTo>
                    <a:pt x="4934208" y="3371818"/>
                  </a:lnTo>
                  <a:lnTo>
                    <a:pt x="5005831" y="3377266"/>
                  </a:lnTo>
                  <a:lnTo>
                    <a:pt x="5077453" y="3382449"/>
                  </a:lnTo>
                  <a:lnTo>
                    <a:pt x="5149076" y="3387380"/>
                  </a:lnTo>
                  <a:lnTo>
                    <a:pt x="5220698" y="3392071"/>
                  </a:lnTo>
                  <a:lnTo>
                    <a:pt x="5292321" y="3396534"/>
                  </a:lnTo>
                  <a:lnTo>
                    <a:pt x="5363943" y="3400779"/>
                  </a:lnTo>
                  <a:lnTo>
                    <a:pt x="5435566" y="3404818"/>
                  </a:lnTo>
                  <a:lnTo>
                    <a:pt x="5507188" y="3408660"/>
                  </a:lnTo>
                  <a:lnTo>
                    <a:pt x="5578811" y="3412315"/>
                  </a:lnTo>
                  <a:lnTo>
                    <a:pt x="5650434" y="3415792"/>
                  </a:lnTo>
                  <a:lnTo>
                    <a:pt x="5722056" y="3419100"/>
                  </a:lnTo>
                  <a:lnTo>
                    <a:pt x="5793679" y="3422247"/>
                  </a:lnTo>
                  <a:lnTo>
                    <a:pt x="5865301" y="3425241"/>
                  </a:lnTo>
                  <a:lnTo>
                    <a:pt x="5936924" y="3428088"/>
                  </a:lnTo>
                  <a:lnTo>
                    <a:pt x="6008546" y="3430798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6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062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48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83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2289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38516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1.92 (1.30-2.84), p = 0.001  |  per IQR decline (Δ = 25.8 %): 5.40 (1.98-14.78)  |  IQR: [-10.7, 15.1]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76551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2026-10-08T10:07:53Z</dcterms:modified>
  <cp:category/>
</cp:coreProperties>
</file>