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691571"/>
              <a:ext cx="7090630" cy="1557512"/>
            </a:xfrm>
            <a:custGeom>
              <a:avLst/>
              <a:pathLst>
                <a:path w="7090630" h="1557512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  <a:lnTo>
                    <a:pt x="7090630" y="1557512"/>
                  </a:lnTo>
                  <a:lnTo>
                    <a:pt x="7019007" y="1551855"/>
                  </a:lnTo>
                  <a:lnTo>
                    <a:pt x="6947385" y="1546095"/>
                  </a:lnTo>
                  <a:lnTo>
                    <a:pt x="6875762" y="1540228"/>
                  </a:lnTo>
                  <a:lnTo>
                    <a:pt x="6804139" y="1534255"/>
                  </a:lnTo>
                  <a:lnTo>
                    <a:pt x="6732517" y="1528171"/>
                  </a:lnTo>
                  <a:lnTo>
                    <a:pt x="6660894" y="1521976"/>
                  </a:lnTo>
                  <a:lnTo>
                    <a:pt x="6589272" y="1515667"/>
                  </a:lnTo>
                  <a:lnTo>
                    <a:pt x="6517649" y="1509242"/>
                  </a:lnTo>
                  <a:lnTo>
                    <a:pt x="6446027" y="1502700"/>
                  </a:lnTo>
                  <a:lnTo>
                    <a:pt x="6374404" y="1496037"/>
                  </a:lnTo>
                  <a:lnTo>
                    <a:pt x="6302782" y="1489252"/>
                  </a:lnTo>
                  <a:lnTo>
                    <a:pt x="6231159" y="1482342"/>
                  </a:lnTo>
                  <a:lnTo>
                    <a:pt x="6159537" y="1475306"/>
                  </a:lnTo>
                  <a:lnTo>
                    <a:pt x="6087914" y="1468140"/>
                  </a:lnTo>
                  <a:lnTo>
                    <a:pt x="6016292" y="1460843"/>
                  </a:lnTo>
                  <a:lnTo>
                    <a:pt x="5944669" y="1453412"/>
                  </a:lnTo>
                  <a:lnTo>
                    <a:pt x="5873047" y="1445845"/>
                  </a:lnTo>
                  <a:lnTo>
                    <a:pt x="5801424" y="1438138"/>
                  </a:lnTo>
                  <a:lnTo>
                    <a:pt x="5729802" y="1430291"/>
                  </a:lnTo>
                  <a:lnTo>
                    <a:pt x="5658179" y="1422299"/>
                  </a:lnTo>
                  <a:lnTo>
                    <a:pt x="5586557" y="1414160"/>
                  </a:lnTo>
                  <a:lnTo>
                    <a:pt x="5514934" y="1405872"/>
                  </a:lnTo>
                  <a:lnTo>
                    <a:pt x="5443311" y="1397432"/>
                  </a:lnTo>
                  <a:lnTo>
                    <a:pt x="5371689" y="1388837"/>
                  </a:lnTo>
                  <a:lnTo>
                    <a:pt x="5300066" y="1380085"/>
                  </a:lnTo>
                  <a:lnTo>
                    <a:pt x="5228444" y="1371171"/>
                  </a:lnTo>
                  <a:lnTo>
                    <a:pt x="5156821" y="1362094"/>
                  </a:lnTo>
                  <a:lnTo>
                    <a:pt x="5085199" y="1352850"/>
                  </a:lnTo>
                  <a:lnTo>
                    <a:pt x="5013576" y="1343437"/>
                  </a:lnTo>
                  <a:lnTo>
                    <a:pt x="4941954" y="1333851"/>
                  </a:lnTo>
                  <a:lnTo>
                    <a:pt x="4870331" y="1324089"/>
                  </a:lnTo>
                  <a:lnTo>
                    <a:pt x="4798709" y="1314148"/>
                  </a:lnTo>
                  <a:lnTo>
                    <a:pt x="4727086" y="1304024"/>
                  </a:lnTo>
                  <a:lnTo>
                    <a:pt x="4655464" y="1293714"/>
                  </a:lnTo>
                  <a:lnTo>
                    <a:pt x="4583841" y="1283216"/>
                  </a:lnTo>
                  <a:lnTo>
                    <a:pt x="4512219" y="1272524"/>
                  </a:lnTo>
                  <a:lnTo>
                    <a:pt x="4440596" y="1261636"/>
                  </a:lnTo>
                  <a:lnTo>
                    <a:pt x="4368974" y="1250549"/>
                  </a:lnTo>
                  <a:lnTo>
                    <a:pt x="4297351" y="1239257"/>
                  </a:lnTo>
                  <a:lnTo>
                    <a:pt x="4225729" y="1227759"/>
                  </a:lnTo>
                  <a:lnTo>
                    <a:pt x="4154106" y="1216050"/>
                  </a:lnTo>
                  <a:lnTo>
                    <a:pt x="4082483" y="1204125"/>
                  </a:lnTo>
                  <a:lnTo>
                    <a:pt x="4010861" y="1191982"/>
                  </a:lnTo>
                  <a:lnTo>
                    <a:pt x="3939238" y="1179616"/>
                  </a:lnTo>
                  <a:lnTo>
                    <a:pt x="3867616" y="1167023"/>
                  </a:lnTo>
                  <a:lnTo>
                    <a:pt x="3795993" y="1154198"/>
                  </a:lnTo>
                  <a:lnTo>
                    <a:pt x="3724371" y="1141138"/>
                  </a:lnTo>
                  <a:lnTo>
                    <a:pt x="3652748" y="1127839"/>
                  </a:lnTo>
                  <a:lnTo>
                    <a:pt x="3581126" y="1114295"/>
                  </a:lnTo>
                  <a:lnTo>
                    <a:pt x="3509503" y="1100503"/>
                  </a:lnTo>
                  <a:lnTo>
                    <a:pt x="3437881" y="1086458"/>
                  </a:lnTo>
                  <a:lnTo>
                    <a:pt x="3366258" y="1072155"/>
                  </a:lnTo>
                  <a:lnTo>
                    <a:pt x="3294636" y="1057589"/>
                  </a:lnTo>
                  <a:lnTo>
                    <a:pt x="3223013" y="1042756"/>
                  </a:lnTo>
                  <a:lnTo>
                    <a:pt x="3151391" y="1035891"/>
                  </a:lnTo>
                  <a:lnTo>
                    <a:pt x="3079768" y="1035319"/>
                  </a:lnTo>
                  <a:lnTo>
                    <a:pt x="3008146" y="1034747"/>
                  </a:lnTo>
                  <a:lnTo>
                    <a:pt x="2936523" y="1034174"/>
                  </a:lnTo>
                  <a:lnTo>
                    <a:pt x="2864901" y="1033601"/>
                  </a:lnTo>
                  <a:lnTo>
                    <a:pt x="2793278" y="1033027"/>
                  </a:lnTo>
                  <a:lnTo>
                    <a:pt x="2721655" y="1032453"/>
                  </a:lnTo>
                  <a:lnTo>
                    <a:pt x="2650033" y="1031879"/>
                  </a:lnTo>
                  <a:lnTo>
                    <a:pt x="2578410" y="1031304"/>
                  </a:lnTo>
                  <a:lnTo>
                    <a:pt x="2506788" y="1030729"/>
                  </a:lnTo>
                  <a:lnTo>
                    <a:pt x="2435165" y="1030153"/>
                  </a:lnTo>
                  <a:lnTo>
                    <a:pt x="2363543" y="1029577"/>
                  </a:lnTo>
                  <a:lnTo>
                    <a:pt x="2291920" y="1029001"/>
                  </a:lnTo>
                  <a:lnTo>
                    <a:pt x="2220298" y="1028424"/>
                  </a:lnTo>
                  <a:lnTo>
                    <a:pt x="2148675" y="1027847"/>
                  </a:lnTo>
                  <a:lnTo>
                    <a:pt x="2077053" y="1027270"/>
                  </a:lnTo>
                  <a:lnTo>
                    <a:pt x="2005430" y="1026692"/>
                  </a:lnTo>
                  <a:lnTo>
                    <a:pt x="1933808" y="1026113"/>
                  </a:lnTo>
                  <a:lnTo>
                    <a:pt x="1862185" y="1025535"/>
                  </a:lnTo>
                  <a:lnTo>
                    <a:pt x="1790563" y="1024956"/>
                  </a:lnTo>
                  <a:lnTo>
                    <a:pt x="1718940" y="1024376"/>
                  </a:lnTo>
                  <a:lnTo>
                    <a:pt x="1647318" y="1023796"/>
                  </a:lnTo>
                  <a:lnTo>
                    <a:pt x="1575695" y="1023216"/>
                  </a:lnTo>
                  <a:lnTo>
                    <a:pt x="1504073" y="1022635"/>
                  </a:lnTo>
                  <a:lnTo>
                    <a:pt x="1432450" y="1022054"/>
                  </a:lnTo>
                  <a:lnTo>
                    <a:pt x="1360827" y="1021472"/>
                  </a:lnTo>
                  <a:lnTo>
                    <a:pt x="1289205" y="1020891"/>
                  </a:lnTo>
                  <a:lnTo>
                    <a:pt x="1217582" y="1020308"/>
                  </a:lnTo>
                  <a:lnTo>
                    <a:pt x="1145960" y="1019725"/>
                  </a:lnTo>
                  <a:lnTo>
                    <a:pt x="1074337" y="1019142"/>
                  </a:lnTo>
                  <a:lnTo>
                    <a:pt x="1002715" y="1018559"/>
                  </a:lnTo>
                  <a:lnTo>
                    <a:pt x="931092" y="1017975"/>
                  </a:lnTo>
                  <a:lnTo>
                    <a:pt x="859470" y="1017391"/>
                  </a:lnTo>
                  <a:lnTo>
                    <a:pt x="787847" y="1016806"/>
                  </a:lnTo>
                  <a:lnTo>
                    <a:pt x="716225" y="1016221"/>
                  </a:lnTo>
                  <a:lnTo>
                    <a:pt x="644602" y="1015635"/>
                  </a:lnTo>
                  <a:lnTo>
                    <a:pt x="572980" y="1015049"/>
                  </a:lnTo>
                  <a:lnTo>
                    <a:pt x="501357" y="1014463"/>
                  </a:lnTo>
                  <a:lnTo>
                    <a:pt x="429735" y="1013876"/>
                  </a:lnTo>
                  <a:lnTo>
                    <a:pt x="358112" y="1013289"/>
                  </a:lnTo>
                  <a:lnTo>
                    <a:pt x="286490" y="1012701"/>
                  </a:lnTo>
                  <a:lnTo>
                    <a:pt x="214867" y="1012113"/>
                  </a:lnTo>
                  <a:lnTo>
                    <a:pt x="143245" y="1011525"/>
                  </a:lnTo>
                  <a:lnTo>
                    <a:pt x="71622" y="1010936"/>
                  </a:lnTo>
                  <a:lnTo>
                    <a:pt x="0" y="1010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91571"/>
              <a:ext cx="7090630" cy="1066751"/>
            </a:xfrm>
            <a:custGeom>
              <a:avLst/>
              <a:pathLst>
                <a:path w="7090630" h="1066751">
                  <a:moveTo>
                    <a:pt x="0" y="0"/>
                  </a:moveTo>
                  <a:lnTo>
                    <a:pt x="71622" y="33628"/>
                  </a:lnTo>
                  <a:lnTo>
                    <a:pt x="143245" y="66651"/>
                  </a:lnTo>
                  <a:lnTo>
                    <a:pt x="214867" y="99078"/>
                  </a:lnTo>
                  <a:lnTo>
                    <a:pt x="286490" y="130921"/>
                  </a:lnTo>
                  <a:lnTo>
                    <a:pt x="358112" y="162189"/>
                  </a:lnTo>
                  <a:lnTo>
                    <a:pt x="429735" y="192895"/>
                  </a:lnTo>
                  <a:lnTo>
                    <a:pt x="501357" y="223046"/>
                  </a:lnTo>
                  <a:lnTo>
                    <a:pt x="572980" y="252655"/>
                  </a:lnTo>
                  <a:lnTo>
                    <a:pt x="644602" y="281729"/>
                  </a:lnTo>
                  <a:lnTo>
                    <a:pt x="716225" y="310280"/>
                  </a:lnTo>
                  <a:lnTo>
                    <a:pt x="787847" y="338315"/>
                  </a:lnTo>
                  <a:lnTo>
                    <a:pt x="859470" y="365846"/>
                  </a:lnTo>
                  <a:lnTo>
                    <a:pt x="931092" y="392880"/>
                  </a:lnTo>
                  <a:lnTo>
                    <a:pt x="1002715" y="419427"/>
                  </a:lnTo>
                  <a:lnTo>
                    <a:pt x="1074337" y="445496"/>
                  </a:lnTo>
                  <a:lnTo>
                    <a:pt x="1145960" y="471094"/>
                  </a:lnTo>
                  <a:lnTo>
                    <a:pt x="1217582" y="496232"/>
                  </a:lnTo>
                  <a:lnTo>
                    <a:pt x="1289205" y="520916"/>
                  </a:lnTo>
                  <a:lnTo>
                    <a:pt x="1360827" y="545155"/>
                  </a:lnTo>
                  <a:lnTo>
                    <a:pt x="1432450" y="568957"/>
                  </a:lnTo>
                  <a:lnTo>
                    <a:pt x="1504073" y="592330"/>
                  </a:lnTo>
                  <a:lnTo>
                    <a:pt x="1575695" y="615282"/>
                  </a:lnTo>
                  <a:lnTo>
                    <a:pt x="1647318" y="637821"/>
                  </a:lnTo>
                  <a:lnTo>
                    <a:pt x="1718940" y="659952"/>
                  </a:lnTo>
                  <a:lnTo>
                    <a:pt x="1790563" y="681686"/>
                  </a:lnTo>
                  <a:lnTo>
                    <a:pt x="1862185" y="703027"/>
                  </a:lnTo>
                  <a:lnTo>
                    <a:pt x="1933808" y="723984"/>
                  </a:lnTo>
                  <a:lnTo>
                    <a:pt x="2005430" y="744562"/>
                  </a:lnTo>
                  <a:lnTo>
                    <a:pt x="2077053" y="764770"/>
                  </a:lnTo>
                  <a:lnTo>
                    <a:pt x="2148675" y="784614"/>
                  </a:lnTo>
                  <a:lnTo>
                    <a:pt x="2220298" y="804100"/>
                  </a:lnTo>
                  <a:lnTo>
                    <a:pt x="2291920" y="823235"/>
                  </a:lnTo>
                  <a:lnTo>
                    <a:pt x="2363543" y="842025"/>
                  </a:lnTo>
                  <a:lnTo>
                    <a:pt x="2435165" y="860476"/>
                  </a:lnTo>
                  <a:lnTo>
                    <a:pt x="2506788" y="878595"/>
                  </a:lnTo>
                  <a:lnTo>
                    <a:pt x="2578410" y="896387"/>
                  </a:lnTo>
                  <a:lnTo>
                    <a:pt x="2650033" y="913858"/>
                  </a:lnTo>
                  <a:lnTo>
                    <a:pt x="2721655" y="931015"/>
                  </a:lnTo>
                  <a:lnTo>
                    <a:pt x="2793278" y="947862"/>
                  </a:lnTo>
                  <a:lnTo>
                    <a:pt x="2864901" y="964405"/>
                  </a:lnTo>
                  <a:lnTo>
                    <a:pt x="2936523" y="980651"/>
                  </a:lnTo>
                  <a:lnTo>
                    <a:pt x="3008146" y="996603"/>
                  </a:lnTo>
                  <a:lnTo>
                    <a:pt x="3079768" y="1012268"/>
                  </a:lnTo>
                  <a:lnTo>
                    <a:pt x="3151391" y="1027651"/>
                  </a:lnTo>
                  <a:lnTo>
                    <a:pt x="3223013" y="1036463"/>
                  </a:lnTo>
                  <a:lnTo>
                    <a:pt x="3294636" y="1037034"/>
                  </a:lnTo>
                  <a:lnTo>
                    <a:pt x="3366258" y="1037605"/>
                  </a:lnTo>
                  <a:lnTo>
                    <a:pt x="3437881" y="1038175"/>
                  </a:lnTo>
                  <a:lnTo>
                    <a:pt x="3509503" y="1038745"/>
                  </a:lnTo>
                  <a:lnTo>
                    <a:pt x="3581126" y="1039315"/>
                  </a:lnTo>
                  <a:lnTo>
                    <a:pt x="3652748" y="1039884"/>
                  </a:lnTo>
                  <a:lnTo>
                    <a:pt x="3724371" y="1040453"/>
                  </a:lnTo>
                  <a:lnTo>
                    <a:pt x="3795993" y="1041021"/>
                  </a:lnTo>
                  <a:lnTo>
                    <a:pt x="3867616" y="1041589"/>
                  </a:lnTo>
                  <a:lnTo>
                    <a:pt x="3939238" y="1042157"/>
                  </a:lnTo>
                  <a:lnTo>
                    <a:pt x="4010861" y="1042724"/>
                  </a:lnTo>
                  <a:lnTo>
                    <a:pt x="4082483" y="1043291"/>
                  </a:lnTo>
                  <a:lnTo>
                    <a:pt x="4154106" y="1043858"/>
                  </a:lnTo>
                  <a:lnTo>
                    <a:pt x="4225729" y="1044424"/>
                  </a:lnTo>
                  <a:lnTo>
                    <a:pt x="4297351" y="1044990"/>
                  </a:lnTo>
                  <a:lnTo>
                    <a:pt x="4368974" y="1045555"/>
                  </a:lnTo>
                  <a:lnTo>
                    <a:pt x="4440596" y="1046120"/>
                  </a:lnTo>
                  <a:lnTo>
                    <a:pt x="4512219" y="1046684"/>
                  </a:lnTo>
                  <a:lnTo>
                    <a:pt x="4583841" y="1047249"/>
                  </a:lnTo>
                  <a:lnTo>
                    <a:pt x="4655464" y="1047812"/>
                  </a:lnTo>
                  <a:lnTo>
                    <a:pt x="4727086" y="1048376"/>
                  </a:lnTo>
                  <a:lnTo>
                    <a:pt x="4798709" y="1048939"/>
                  </a:lnTo>
                  <a:lnTo>
                    <a:pt x="4870331" y="1049501"/>
                  </a:lnTo>
                  <a:lnTo>
                    <a:pt x="4941954" y="1050064"/>
                  </a:lnTo>
                  <a:lnTo>
                    <a:pt x="5013576" y="1050625"/>
                  </a:lnTo>
                  <a:lnTo>
                    <a:pt x="5085199" y="1051187"/>
                  </a:lnTo>
                  <a:lnTo>
                    <a:pt x="5156821" y="1051748"/>
                  </a:lnTo>
                  <a:lnTo>
                    <a:pt x="5228444" y="1052309"/>
                  </a:lnTo>
                  <a:lnTo>
                    <a:pt x="5300066" y="1052869"/>
                  </a:lnTo>
                  <a:lnTo>
                    <a:pt x="5371689" y="1053429"/>
                  </a:lnTo>
                  <a:lnTo>
                    <a:pt x="5443311" y="1053988"/>
                  </a:lnTo>
                  <a:lnTo>
                    <a:pt x="5514934" y="1054547"/>
                  </a:lnTo>
                  <a:lnTo>
                    <a:pt x="5586557" y="1055106"/>
                  </a:lnTo>
                  <a:lnTo>
                    <a:pt x="5658179" y="1055664"/>
                  </a:lnTo>
                  <a:lnTo>
                    <a:pt x="5729802" y="1056222"/>
                  </a:lnTo>
                  <a:lnTo>
                    <a:pt x="5801424" y="1056780"/>
                  </a:lnTo>
                  <a:lnTo>
                    <a:pt x="5873047" y="1057337"/>
                  </a:lnTo>
                  <a:lnTo>
                    <a:pt x="5944669" y="1057894"/>
                  </a:lnTo>
                  <a:lnTo>
                    <a:pt x="6016292" y="1058451"/>
                  </a:lnTo>
                  <a:lnTo>
                    <a:pt x="6087914" y="1059007"/>
                  </a:lnTo>
                  <a:lnTo>
                    <a:pt x="6159537" y="1059562"/>
                  </a:lnTo>
                  <a:lnTo>
                    <a:pt x="6231159" y="1060118"/>
                  </a:lnTo>
                  <a:lnTo>
                    <a:pt x="6302782" y="1060672"/>
                  </a:lnTo>
                  <a:lnTo>
                    <a:pt x="6374404" y="1061227"/>
                  </a:lnTo>
                  <a:lnTo>
                    <a:pt x="6446027" y="1061781"/>
                  </a:lnTo>
                  <a:lnTo>
                    <a:pt x="6517649" y="1062335"/>
                  </a:lnTo>
                  <a:lnTo>
                    <a:pt x="6589272" y="1062888"/>
                  </a:lnTo>
                  <a:lnTo>
                    <a:pt x="6660894" y="1063441"/>
                  </a:lnTo>
                  <a:lnTo>
                    <a:pt x="6732517" y="1063994"/>
                  </a:lnTo>
                  <a:lnTo>
                    <a:pt x="6804139" y="1064546"/>
                  </a:lnTo>
                  <a:lnTo>
                    <a:pt x="6875762" y="1065098"/>
                  </a:lnTo>
                  <a:lnTo>
                    <a:pt x="6947385" y="1065649"/>
                  </a:lnTo>
                  <a:lnTo>
                    <a:pt x="7019007" y="1066201"/>
                  </a:lnTo>
                  <a:lnTo>
                    <a:pt x="7090630" y="1066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1919"/>
              <a:ext cx="7090630" cy="547164"/>
            </a:xfrm>
            <a:custGeom>
              <a:avLst/>
              <a:pathLst>
                <a:path w="7090630" h="547164">
                  <a:moveTo>
                    <a:pt x="7090630" y="547164"/>
                  </a:moveTo>
                  <a:lnTo>
                    <a:pt x="7019007" y="541508"/>
                  </a:lnTo>
                  <a:lnTo>
                    <a:pt x="6947385" y="535747"/>
                  </a:lnTo>
                  <a:lnTo>
                    <a:pt x="6875762" y="529881"/>
                  </a:lnTo>
                  <a:lnTo>
                    <a:pt x="6804139" y="523907"/>
                  </a:lnTo>
                  <a:lnTo>
                    <a:pt x="6732517" y="517824"/>
                  </a:lnTo>
                  <a:lnTo>
                    <a:pt x="6660894" y="511628"/>
                  </a:lnTo>
                  <a:lnTo>
                    <a:pt x="6589272" y="505320"/>
                  </a:lnTo>
                  <a:lnTo>
                    <a:pt x="6517649" y="498895"/>
                  </a:lnTo>
                  <a:lnTo>
                    <a:pt x="6446027" y="492352"/>
                  </a:lnTo>
                  <a:lnTo>
                    <a:pt x="6374404" y="485690"/>
                  </a:lnTo>
                  <a:lnTo>
                    <a:pt x="6302782" y="478904"/>
                  </a:lnTo>
                  <a:lnTo>
                    <a:pt x="6231159" y="471995"/>
                  </a:lnTo>
                  <a:lnTo>
                    <a:pt x="6159537" y="464959"/>
                  </a:lnTo>
                  <a:lnTo>
                    <a:pt x="6087914" y="457793"/>
                  </a:lnTo>
                  <a:lnTo>
                    <a:pt x="6016292" y="450496"/>
                  </a:lnTo>
                  <a:lnTo>
                    <a:pt x="5944669" y="443065"/>
                  </a:lnTo>
                  <a:lnTo>
                    <a:pt x="5873047" y="435497"/>
                  </a:lnTo>
                  <a:lnTo>
                    <a:pt x="5801424" y="427791"/>
                  </a:lnTo>
                  <a:lnTo>
                    <a:pt x="5729802" y="419943"/>
                  </a:lnTo>
                  <a:lnTo>
                    <a:pt x="5658179" y="411951"/>
                  </a:lnTo>
                  <a:lnTo>
                    <a:pt x="5586557" y="403813"/>
                  </a:lnTo>
                  <a:lnTo>
                    <a:pt x="5514934" y="395525"/>
                  </a:lnTo>
                  <a:lnTo>
                    <a:pt x="5443311" y="387085"/>
                  </a:lnTo>
                  <a:lnTo>
                    <a:pt x="5371689" y="378490"/>
                  </a:lnTo>
                  <a:lnTo>
                    <a:pt x="5300066" y="369737"/>
                  </a:lnTo>
                  <a:lnTo>
                    <a:pt x="5228444" y="360824"/>
                  </a:lnTo>
                  <a:lnTo>
                    <a:pt x="5156821" y="351747"/>
                  </a:lnTo>
                  <a:lnTo>
                    <a:pt x="5085199" y="342503"/>
                  </a:lnTo>
                  <a:lnTo>
                    <a:pt x="5013576" y="333090"/>
                  </a:lnTo>
                  <a:lnTo>
                    <a:pt x="4941954" y="323504"/>
                  </a:lnTo>
                  <a:lnTo>
                    <a:pt x="4870331" y="313741"/>
                  </a:lnTo>
                  <a:lnTo>
                    <a:pt x="4798709" y="303800"/>
                  </a:lnTo>
                  <a:lnTo>
                    <a:pt x="4727086" y="293676"/>
                  </a:lnTo>
                  <a:lnTo>
                    <a:pt x="4655464" y="283367"/>
                  </a:lnTo>
                  <a:lnTo>
                    <a:pt x="4583841" y="272868"/>
                  </a:lnTo>
                  <a:lnTo>
                    <a:pt x="4512219" y="262177"/>
                  </a:lnTo>
                  <a:lnTo>
                    <a:pt x="4440596" y="251289"/>
                  </a:lnTo>
                  <a:lnTo>
                    <a:pt x="4368974" y="240201"/>
                  </a:lnTo>
                  <a:lnTo>
                    <a:pt x="4297351" y="228910"/>
                  </a:lnTo>
                  <a:lnTo>
                    <a:pt x="4225729" y="217412"/>
                  </a:lnTo>
                  <a:lnTo>
                    <a:pt x="4154106" y="205702"/>
                  </a:lnTo>
                  <a:lnTo>
                    <a:pt x="4082483" y="193778"/>
                  </a:lnTo>
                  <a:lnTo>
                    <a:pt x="4010861" y="181634"/>
                  </a:lnTo>
                  <a:lnTo>
                    <a:pt x="3939238" y="169268"/>
                  </a:lnTo>
                  <a:lnTo>
                    <a:pt x="3867616" y="156675"/>
                  </a:lnTo>
                  <a:lnTo>
                    <a:pt x="3795993" y="143851"/>
                  </a:lnTo>
                  <a:lnTo>
                    <a:pt x="3724371" y="130791"/>
                  </a:lnTo>
                  <a:lnTo>
                    <a:pt x="3652748" y="117492"/>
                  </a:lnTo>
                  <a:lnTo>
                    <a:pt x="3581126" y="103948"/>
                  </a:lnTo>
                  <a:lnTo>
                    <a:pt x="3509503" y="90156"/>
                  </a:lnTo>
                  <a:lnTo>
                    <a:pt x="3437881" y="76111"/>
                  </a:lnTo>
                  <a:lnTo>
                    <a:pt x="3366258" y="61807"/>
                  </a:lnTo>
                  <a:lnTo>
                    <a:pt x="3294636" y="47242"/>
                  </a:lnTo>
                  <a:lnTo>
                    <a:pt x="3223013" y="32409"/>
                  </a:lnTo>
                  <a:lnTo>
                    <a:pt x="3151391" y="25544"/>
                  </a:lnTo>
                  <a:lnTo>
                    <a:pt x="3079768" y="24972"/>
                  </a:lnTo>
                  <a:lnTo>
                    <a:pt x="3008146" y="24399"/>
                  </a:lnTo>
                  <a:lnTo>
                    <a:pt x="2936523" y="23827"/>
                  </a:lnTo>
                  <a:lnTo>
                    <a:pt x="2864901" y="23253"/>
                  </a:lnTo>
                  <a:lnTo>
                    <a:pt x="2793278" y="22680"/>
                  </a:lnTo>
                  <a:lnTo>
                    <a:pt x="2721655" y="22106"/>
                  </a:lnTo>
                  <a:lnTo>
                    <a:pt x="2650033" y="21531"/>
                  </a:lnTo>
                  <a:lnTo>
                    <a:pt x="2578410" y="20957"/>
                  </a:lnTo>
                  <a:lnTo>
                    <a:pt x="2506788" y="20382"/>
                  </a:lnTo>
                  <a:lnTo>
                    <a:pt x="2435165" y="19806"/>
                  </a:lnTo>
                  <a:lnTo>
                    <a:pt x="2363543" y="19230"/>
                  </a:lnTo>
                  <a:lnTo>
                    <a:pt x="2291920" y="18654"/>
                  </a:lnTo>
                  <a:lnTo>
                    <a:pt x="2220298" y="18077"/>
                  </a:lnTo>
                  <a:lnTo>
                    <a:pt x="2148675" y="17500"/>
                  </a:lnTo>
                  <a:lnTo>
                    <a:pt x="2077053" y="16922"/>
                  </a:lnTo>
                  <a:lnTo>
                    <a:pt x="2005430" y="16344"/>
                  </a:lnTo>
                  <a:lnTo>
                    <a:pt x="1933808" y="15766"/>
                  </a:lnTo>
                  <a:lnTo>
                    <a:pt x="1862185" y="15187"/>
                  </a:lnTo>
                  <a:lnTo>
                    <a:pt x="1790563" y="14608"/>
                  </a:lnTo>
                  <a:lnTo>
                    <a:pt x="1718940" y="14029"/>
                  </a:lnTo>
                  <a:lnTo>
                    <a:pt x="1647318" y="13449"/>
                  </a:lnTo>
                  <a:lnTo>
                    <a:pt x="1575695" y="12868"/>
                  </a:lnTo>
                  <a:lnTo>
                    <a:pt x="1504073" y="12288"/>
                  </a:lnTo>
                  <a:lnTo>
                    <a:pt x="1432450" y="11707"/>
                  </a:lnTo>
                  <a:lnTo>
                    <a:pt x="1360827" y="11125"/>
                  </a:lnTo>
                  <a:lnTo>
                    <a:pt x="1289205" y="10543"/>
                  </a:lnTo>
                  <a:lnTo>
                    <a:pt x="1217582" y="9961"/>
                  </a:lnTo>
                  <a:lnTo>
                    <a:pt x="1145960" y="9378"/>
                  </a:lnTo>
                  <a:lnTo>
                    <a:pt x="1074337" y="8795"/>
                  </a:lnTo>
                  <a:lnTo>
                    <a:pt x="1002715" y="8211"/>
                  </a:lnTo>
                  <a:lnTo>
                    <a:pt x="931092" y="7627"/>
                  </a:lnTo>
                  <a:lnTo>
                    <a:pt x="859470" y="7043"/>
                  </a:lnTo>
                  <a:lnTo>
                    <a:pt x="787847" y="6458"/>
                  </a:lnTo>
                  <a:lnTo>
                    <a:pt x="716225" y="5873"/>
                  </a:lnTo>
                  <a:lnTo>
                    <a:pt x="644602" y="5288"/>
                  </a:lnTo>
                  <a:lnTo>
                    <a:pt x="572980" y="4702"/>
                  </a:lnTo>
                  <a:lnTo>
                    <a:pt x="501357" y="4115"/>
                  </a:lnTo>
                  <a:lnTo>
                    <a:pt x="429735" y="3529"/>
                  </a:lnTo>
                  <a:lnTo>
                    <a:pt x="358112" y="2941"/>
                  </a:lnTo>
                  <a:lnTo>
                    <a:pt x="286490" y="2354"/>
                  </a:lnTo>
                  <a:lnTo>
                    <a:pt x="214867" y="1766"/>
                  </a:lnTo>
                  <a:lnTo>
                    <a:pt x="143245" y="1177"/>
                  </a:lnTo>
                  <a:lnTo>
                    <a:pt x="71622" y="5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94011"/>
              <a:ext cx="7090630" cy="767051"/>
            </a:xfrm>
            <a:custGeom>
              <a:avLst/>
              <a:pathLst>
                <a:path w="7090630" h="767051">
                  <a:moveTo>
                    <a:pt x="0" y="0"/>
                  </a:moveTo>
                  <a:lnTo>
                    <a:pt x="71622" y="11867"/>
                  </a:lnTo>
                  <a:lnTo>
                    <a:pt x="143245" y="23624"/>
                  </a:lnTo>
                  <a:lnTo>
                    <a:pt x="214867" y="35270"/>
                  </a:lnTo>
                  <a:lnTo>
                    <a:pt x="286490" y="46806"/>
                  </a:lnTo>
                  <a:lnTo>
                    <a:pt x="358112" y="58234"/>
                  </a:lnTo>
                  <a:lnTo>
                    <a:pt x="429735" y="69555"/>
                  </a:lnTo>
                  <a:lnTo>
                    <a:pt x="501357" y="80769"/>
                  </a:lnTo>
                  <a:lnTo>
                    <a:pt x="572980" y="91878"/>
                  </a:lnTo>
                  <a:lnTo>
                    <a:pt x="644602" y="102883"/>
                  </a:lnTo>
                  <a:lnTo>
                    <a:pt x="716225" y="113784"/>
                  </a:lnTo>
                  <a:lnTo>
                    <a:pt x="787847" y="124583"/>
                  </a:lnTo>
                  <a:lnTo>
                    <a:pt x="859470" y="135281"/>
                  </a:lnTo>
                  <a:lnTo>
                    <a:pt x="931092" y="145878"/>
                  </a:lnTo>
                  <a:lnTo>
                    <a:pt x="1002715" y="156375"/>
                  </a:lnTo>
                  <a:lnTo>
                    <a:pt x="1074337" y="166774"/>
                  </a:lnTo>
                  <a:lnTo>
                    <a:pt x="1145960" y="177075"/>
                  </a:lnTo>
                  <a:lnTo>
                    <a:pt x="1217582" y="187279"/>
                  </a:lnTo>
                  <a:lnTo>
                    <a:pt x="1289205" y="197387"/>
                  </a:lnTo>
                  <a:lnTo>
                    <a:pt x="1360827" y="207401"/>
                  </a:lnTo>
                  <a:lnTo>
                    <a:pt x="1432450" y="217320"/>
                  </a:lnTo>
                  <a:lnTo>
                    <a:pt x="1504073" y="227146"/>
                  </a:lnTo>
                  <a:lnTo>
                    <a:pt x="1575695" y="236880"/>
                  </a:lnTo>
                  <a:lnTo>
                    <a:pt x="1647318" y="246523"/>
                  </a:lnTo>
                  <a:lnTo>
                    <a:pt x="1718940" y="256075"/>
                  </a:lnTo>
                  <a:lnTo>
                    <a:pt x="1790563" y="265537"/>
                  </a:lnTo>
                  <a:lnTo>
                    <a:pt x="1862185" y="274910"/>
                  </a:lnTo>
                  <a:lnTo>
                    <a:pt x="1933808" y="284195"/>
                  </a:lnTo>
                  <a:lnTo>
                    <a:pt x="2005430" y="293393"/>
                  </a:lnTo>
                  <a:lnTo>
                    <a:pt x="2077053" y="302504"/>
                  </a:lnTo>
                  <a:lnTo>
                    <a:pt x="2148675" y="311530"/>
                  </a:lnTo>
                  <a:lnTo>
                    <a:pt x="2220298" y="320471"/>
                  </a:lnTo>
                  <a:lnTo>
                    <a:pt x="2291920" y="329328"/>
                  </a:lnTo>
                  <a:lnTo>
                    <a:pt x="2363543" y="338102"/>
                  </a:lnTo>
                  <a:lnTo>
                    <a:pt x="2435165" y="346794"/>
                  </a:lnTo>
                  <a:lnTo>
                    <a:pt x="2506788" y="355404"/>
                  </a:lnTo>
                  <a:lnTo>
                    <a:pt x="2578410" y="363932"/>
                  </a:lnTo>
                  <a:lnTo>
                    <a:pt x="2650033" y="372381"/>
                  </a:lnTo>
                  <a:lnTo>
                    <a:pt x="2721655" y="380751"/>
                  </a:lnTo>
                  <a:lnTo>
                    <a:pt x="2793278" y="389041"/>
                  </a:lnTo>
                  <a:lnTo>
                    <a:pt x="2864901" y="397254"/>
                  </a:lnTo>
                  <a:lnTo>
                    <a:pt x="2936523" y="405390"/>
                  </a:lnTo>
                  <a:lnTo>
                    <a:pt x="3008146" y="413449"/>
                  </a:lnTo>
                  <a:lnTo>
                    <a:pt x="3079768" y="421433"/>
                  </a:lnTo>
                  <a:lnTo>
                    <a:pt x="3151391" y="429342"/>
                  </a:lnTo>
                  <a:lnTo>
                    <a:pt x="3223013" y="437176"/>
                  </a:lnTo>
                  <a:lnTo>
                    <a:pt x="3294636" y="444937"/>
                  </a:lnTo>
                  <a:lnTo>
                    <a:pt x="3366258" y="452624"/>
                  </a:lnTo>
                  <a:lnTo>
                    <a:pt x="3437881" y="460240"/>
                  </a:lnTo>
                  <a:lnTo>
                    <a:pt x="3509503" y="467784"/>
                  </a:lnTo>
                  <a:lnTo>
                    <a:pt x="3581126" y="475257"/>
                  </a:lnTo>
                  <a:lnTo>
                    <a:pt x="3652748" y="482660"/>
                  </a:lnTo>
                  <a:lnTo>
                    <a:pt x="3724371" y="489993"/>
                  </a:lnTo>
                  <a:lnTo>
                    <a:pt x="3795993" y="497258"/>
                  </a:lnTo>
                  <a:lnTo>
                    <a:pt x="3867616" y="504454"/>
                  </a:lnTo>
                  <a:lnTo>
                    <a:pt x="3939238" y="511583"/>
                  </a:lnTo>
                  <a:lnTo>
                    <a:pt x="4010861" y="518644"/>
                  </a:lnTo>
                  <a:lnTo>
                    <a:pt x="4082483" y="525639"/>
                  </a:lnTo>
                  <a:lnTo>
                    <a:pt x="4154106" y="532569"/>
                  </a:lnTo>
                  <a:lnTo>
                    <a:pt x="4225729" y="539434"/>
                  </a:lnTo>
                  <a:lnTo>
                    <a:pt x="4297351" y="546234"/>
                  </a:lnTo>
                  <a:lnTo>
                    <a:pt x="4368974" y="552970"/>
                  </a:lnTo>
                  <a:lnTo>
                    <a:pt x="4440596" y="559642"/>
                  </a:lnTo>
                  <a:lnTo>
                    <a:pt x="4512219" y="566253"/>
                  </a:lnTo>
                  <a:lnTo>
                    <a:pt x="4583841" y="572801"/>
                  </a:lnTo>
                  <a:lnTo>
                    <a:pt x="4655464" y="579287"/>
                  </a:lnTo>
                  <a:lnTo>
                    <a:pt x="4727086" y="585713"/>
                  </a:lnTo>
                  <a:lnTo>
                    <a:pt x="4798709" y="592078"/>
                  </a:lnTo>
                  <a:lnTo>
                    <a:pt x="4870331" y="598383"/>
                  </a:lnTo>
                  <a:lnTo>
                    <a:pt x="4941954" y="604629"/>
                  </a:lnTo>
                  <a:lnTo>
                    <a:pt x="5013576" y="610817"/>
                  </a:lnTo>
                  <a:lnTo>
                    <a:pt x="5085199" y="616946"/>
                  </a:lnTo>
                  <a:lnTo>
                    <a:pt x="5156821" y="623018"/>
                  </a:lnTo>
                  <a:lnTo>
                    <a:pt x="5228444" y="629033"/>
                  </a:lnTo>
                  <a:lnTo>
                    <a:pt x="5300066" y="634991"/>
                  </a:lnTo>
                  <a:lnTo>
                    <a:pt x="5371689" y="640893"/>
                  </a:lnTo>
                  <a:lnTo>
                    <a:pt x="5443311" y="646740"/>
                  </a:lnTo>
                  <a:lnTo>
                    <a:pt x="5514934" y="652532"/>
                  </a:lnTo>
                  <a:lnTo>
                    <a:pt x="5586557" y="658269"/>
                  </a:lnTo>
                  <a:lnTo>
                    <a:pt x="5658179" y="663953"/>
                  </a:lnTo>
                  <a:lnTo>
                    <a:pt x="5729802" y="669583"/>
                  </a:lnTo>
                  <a:lnTo>
                    <a:pt x="5801424" y="675160"/>
                  </a:lnTo>
                  <a:lnTo>
                    <a:pt x="5873047" y="680685"/>
                  </a:lnTo>
                  <a:lnTo>
                    <a:pt x="5944669" y="686158"/>
                  </a:lnTo>
                  <a:lnTo>
                    <a:pt x="6016292" y="691580"/>
                  </a:lnTo>
                  <a:lnTo>
                    <a:pt x="6087914" y="696950"/>
                  </a:lnTo>
                  <a:lnTo>
                    <a:pt x="6159537" y="702271"/>
                  </a:lnTo>
                  <a:lnTo>
                    <a:pt x="6231159" y="707541"/>
                  </a:lnTo>
                  <a:lnTo>
                    <a:pt x="6302782" y="712761"/>
                  </a:lnTo>
                  <a:lnTo>
                    <a:pt x="6374404" y="717933"/>
                  </a:lnTo>
                  <a:lnTo>
                    <a:pt x="6446027" y="723056"/>
                  </a:lnTo>
                  <a:lnTo>
                    <a:pt x="6517649" y="728131"/>
                  </a:lnTo>
                  <a:lnTo>
                    <a:pt x="6589272" y="733158"/>
                  </a:lnTo>
                  <a:lnTo>
                    <a:pt x="6660894" y="738138"/>
                  </a:lnTo>
                  <a:lnTo>
                    <a:pt x="6732517" y="743071"/>
                  </a:lnTo>
                  <a:lnTo>
                    <a:pt x="6804139" y="747958"/>
                  </a:lnTo>
                  <a:lnTo>
                    <a:pt x="6875762" y="752799"/>
                  </a:lnTo>
                  <a:lnTo>
                    <a:pt x="6947385" y="757595"/>
                  </a:lnTo>
                  <a:lnTo>
                    <a:pt x="7019007" y="762345"/>
                  </a:lnTo>
                  <a:lnTo>
                    <a:pt x="7090630" y="7670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(1.01-1.26), p_Bonf = 0.207 (n = 6)  |  per IQR decline (Δ = 24.3 %): 1.34 (1.02-1.75)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2026-08-06T10:29:44Z</dcterms:modified>
  <cp:category/>
</cp:coreProperties>
</file>