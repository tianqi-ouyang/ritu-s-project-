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3697035"/>
              <a:ext cx="7090630" cy="1550194"/>
            </a:xfrm>
            <a:custGeom>
              <a:avLst/>
              <a:pathLst>
                <a:path w="7090630" h="1550194">
                  <a:moveTo>
                    <a:pt x="0" y="0"/>
                  </a:moveTo>
                  <a:lnTo>
                    <a:pt x="71622" y="33365"/>
                  </a:lnTo>
                  <a:lnTo>
                    <a:pt x="143245" y="66132"/>
                  </a:lnTo>
                  <a:lnTo>
                    <a:pt x="214867" y="98311"/>
                  </a:lnTo>
                  <a:lnTo>
                    <a:pt x="286490" y="129913"/>
                  </a:lnTo>
                  <a:lnTo>
                    <a:pt x="358112" y="160948"/>
                  </a:lnTo>
                  <a:lnTo>
                    <a:pt x="429735" y="191427"/>
                  </a:lnTo>
                  <a:lnTo>
                    <a:pt x="501357" y="221359"/>
                  </a:lnTo>
                  <a:lnTo>
                    <a:pt x="572980" y="250754"/>
                  </a:lnTo>
                  <a:lnTo>
                    <a:pt x="644602" y="279621"/>
                  </a:lnTo>
                  <a:lnTo>
                    <a:pt x="716225" y="307971"/>
                  </a:lnTo>
                  <a:lnTo>
                    <a:pt x="787847" y="335813"/>
                  </a:lnTo>
                  <a:lnTo>
                    <a:pt x="859470" y="363155"/>
                  </a:lnTo>
                  <a:lnTo>
                    <a:pt x="931092" y="390007"/>
                  </a:lnTo>
                  <a:lnTo>
                    <a:pt x="1002715" y="416377"/>
                  </a:lnTo>
                  <a:lnTo>
                    <a:pt x="1074337" y="442274"/>
                  </a:lnTo>
                  <a:lnTo>
                    <a:pt x="1145960" y="467706"/>
                  </a:lnTo>
                  <a:lnTo>
                    <a:pt x="1217582" y="492683"/>
                  </a:lnTo>
                  <a:lnTo>
                    <a:pt x="1289205" y="517211"/>
                  </a:lnTo>
                  <a:lnTo>
                    <a:pt x="1360827" y="541300"/>
                  </a:lnTo>
                  <a:lnTo>
                    <a:pt x="1432450" y="564956"/>
                  </a:lnTo>
                  <a:lnTo>
                    <a:pt x="1504073" y="588188"/>
                  </a:lnTo>
                  <a:lnTo>
                    <a:pt x="1575695" y="611004"/>
                  </a:lnTo>
                  <a:lnTo>
                    <a:pt x="1647318" y="633410"/>
                  </a:lnTo>
                  <a:lnTo>
                    <a:pt x="1718940" y="655414"/>
                  </a:lnTo>
                  <a:lnTo>
                    <a:pt x="1790563" y="677024"/>
                  </a:lnTo>
                  <a:lnTo>
                    <a:pt x="1862185" y="698246"/>
                  </a:lnTo>
                  <a:lnTo>
                    <a:pt x="1933808" y="719087"/>
                  </a:lnTo>
                  <a:lnTo>
                    <a:pt x="2005430" y="739555"/>
                  </a:lnTo>
                  <a:lnTo>
                    <a:pt x="2077053" y="759655"/>
                  </a:lnTo>
                  <a:lnTo>
                    <a:pt x="2148675" y="779395"/>
                  </a:lnTo>
                  <a:lnTo>
                    <a:pt x="2220298" y="798781"/>
                  </a:lnTo>
                  <a:lnTo>
                    <a:pt x="2291920" y="817819"/>
                  </a:lnTo>
                  <a:lnTo>
                    <a:pt x="2363543" y="836516"/>
                  </a:lnTo>
                  <a:lnTo>
                    <a:pt x="2435165" y="854877"/>
                  </a:lnTo>
                  <a:lnTo>
                    <a:pt x="2506788" y="872909"/>
                  </a:lnTo>
                  <a:lnTo>
                    <a:pt x="2578410" y="890618"/>
                  </a:lnTo>
                  <a:lnTo>
                    <a:pt x="2650033" y="908009"/>
                  </a:lnTo>
                  <a:lnTo>
                    <a:pt x="2721655" y="925088"/>
                  </a:lnTo>
                  <a:lnTo>
                    <a:pt x="2793278" y="941861"/>
                  </a:lnTo>
                  <a:lnTo>
                    <a:pt x="2864901" y="958332"/>
                  </a:lnTo>
                  <a:lnTo>
                    <a:pt x="2936523" y="974509"/>
                  </a:lnTo>
                  <a:lnTo>
                    <a:pt x="3008146" y="990395"/>
                  </a:lnTo>
                  <a:lnTo>
                    <a:pt x="3079768" y="1005996"/>
                  </a:lnTo>
                  <a:lnTo>
                    <a:pt x="3151391" y="1021318"/>
                  </a:lnTo>
                  <a:lnTo>
                    <a:pt x="3223013" y="1030903"/>
                  </a:lnTo>
                  <a:lnTo>
                    <a:pt x="3294636" y="1031312"/>
                  </a:lnTo>
                  <a:lnTo>
                    <a:pt x="3366258" y="1031721"/>
                  </a:lnTo>
                  <a:lnTo>
                    <a:pt x="3437881" y="1032129"/>
                  </a:lnTo>
                  <a:lnTo>
                    <a:pt x="3509503" y="1032538"/>
                  </a:lnTo>
                  <a:lnTo>
                    <a:pt x="3581126" y="1032946"/>
                  </a:lnTo>
                  <a:lnTo>
                    <a:pt x="3652748" y="1033353"/>
                  </a:lnTo>
                  <a:lnTo>
                    <a:pt x="3724371" y="1033761"/>
                  </a:lnTo>
                  <a:lnTo>
                    <a:pt x="3795993" y="1034168"/>
                  </a:lnTo>
                  <a:lnTo>
                    <a:pt x="3867616" y="1034576"/>
                  </a:lnTo>
                  <a:lnTo>
                    <a:pt x="3939238" y="1034983"/>
                  </a:lnTo>
                  <a:lnTo>
                    <a:pt x="4010861" y="1035390"/>
                  </a:lnTo>
                  <a:lnTo>
                    <a:pt x="4082483" y="1035796"/>
                  </a:lnTo>
                  <a:lnTo>
                    <a:pt x="4154106" y="1036203"/>
                  </a:lnTo>
                  <a:lnTo>
                    <a:pt x="4225729" y="1036609"/>
                  </a:lnTo>
                  <a:lnTo>
                    <a:pt x="4297351" y="1037015"/>
                  </a:lnTo>
                  <a:lnTo>
                    <a:pt x="4368974" y="1037421"/>
                  </a:lnTo>
                  <a:lnTo>
                    <a:pt x="4440596" y="1037826"/>
                  </a:lnTo>
                  <a:lnTo>
                    <a:pt x="4512219" y="1038232"/>
                  </a:lnTo>
                  <a:lnTo>
                    <a:pt x="4583841" y="1038637"/>
                  </a:lnTo>
                  <a:lnTo>
                    <a:pt x="4655464" y="1039042"/>
                  </a:lnTo>
                  <a:lnTo>
                    <a:pt x="4727086" y="1039447"/>
                  </a:lnTo>
                  <a:lnTo>
                    <a:pt x="4798709" y="1039851"/>
                  </a:lnTo>
                  <a:lnTo>
                    <a:pt x="4870331" y="1040256"/>
                  </a:lnTo>
                  <a:lnTo>
                    <a:pt x="4941954" y="1040660"/>
                  </a:lnTo>
                  <a:lnTo>
                    <a:pt x="5013576" y="1041064"/>
                  </a:lnTo>
                  <a:lnTo>
                    <a:pt x="5085199" y="1041468"/>
                  </a:lnTo>
                  <a:lnTo>
                    <a:pt x="5156821" y="1041872"/>
                  </a:lnTo>
                  <a:lnTo>
                    <a:pt x="5228444" y="1042275"/>
                  </a:lnTo>
                  <a:lnTo>
                    <a:pt x="5300066" y="1042678"/>
                  </a:lnTo>
                  <a:lnTo>
                    <a:pt x="5371689" y="1043081"/>
                  </a:lnTo>
                  <a:lnTo>
                    <a:pt x="5443311" y="1043484"/>
                  </a:lnTo>
                  <a:lnTo>
                    <a:pt x="5514934" y="1043887"/>
                  </a:lnTo>
                  <a:lnTo>
                    <a:pt x="5586557" y="1044289"/>
                  </a:lnTo>
                  <a:lnTo>
                    <a:pt x="5658179" y="1044691"/>
                  </a:lnTo>
                  <a:lnTo>
                    <a:pt x="5729802" y="1045093"/>
                  </a:lnTo>
                  <a:lnTo>
                    <a:pt x="5801424" y="1045495"/>
                  </a:lnTo>
                  <a:lnTo>
                    <a:pt x="5873047" y="1045897"/>
                  </a:lnTo>
                  <a:lnTo>
                    <a:pt x="5944669" y="1046298"/>
                  </a:lnTo>
                  <a:lnTo>
                    <a:pt x="6016292" y="1046700"/>
                  </a:lnTo>
                  <a:lnTo>
                    <a:pt x="6087914" y="1047101"/>
                  </a:lnTo>
                  <a:lnTo>
                    <a:pt x="6159537" y="1047502"/>
                  </a:lnTo>
                  <a:lnTo>
                    <a:pt x="6231159" y="1047902"/>
                  </a:lnTo>
                  <a:lnTo>
                    <a:pt x="6302782" y="1048303"/>
                  </a:lnTo>
                  <a:lnTo>
                    <a:pt x="6374404" y="1048703"/>
                  </a:lnTo>
                  <a:lnTo>
                    <a:pt x="6446027" y="1049103"/>
                  </a:lnTo>
                  <a:lnTo>
                    <a:pt x="6517649" y="1049503"/>
                  </a:lnTo>
                  <a:lnTo>
                    <a:pt x="6589272" y="1049903"/>
                  </a:lnTo>
                  <a:lnTo>
                    <a:pt x="6660894" y="1050302"/>
                  </a:lnTo>
                  <a:lnTo>
                    <a:pt x="6732517" y="1050701"/>
                  </a:lnTo>
                  <a:lnTo>
                    <a:pt x="6804139" y="1051100"/>
                  </a:lnTo>
                  <a:lnTo>
                    <a:pt x="6875762" y="1051499"/>
                  </a:lnTo>
                  <a:lnTo>
                    <a:pt x="6947385" y="1051898"/>
                  </a:lnTo>
                  <a:lnTo>
                    <a:pt x="7019007" y="1052296"/>
                  </a:lnTo>
                  <a:lnTo>
                    <a:pt x="7090630" y="1052695"/>
                  </a:lnTo>
                  <a:lnTo>
                    <a:pt x="7090630" y="1550194"/>
                  </a:lnTo>
                  <a:lnTo>
                    <a:pt x="7019007" y="1544532"/>
                  </a:lnTo>
                  <a:lnTo>
                    <a:pt x="6947385" y="1538766"/>
                  </a:lnTo>
                  <a:lnTo>
                    <a:pt x="6875762" y="1532895"/>
                  </a:lnTo>
                  <a:lnTo>
                    <a:pt x="6804139" y="1526917"/>
                  </a:lnTo>
                  <a:lnTo>
                    <a:pt x="6732517" y="1520830"/>
                  </a:lnTo>
                  <a:lnTo>
                    <a:pt x="6660894" y="1514631"/>
                  </a:lnTo>
                  <a:lnTo>
                    <a:pt x="6589272" y="1508320"/>
                  </a:lnTo>
                  <a:lnTo>
                    <a:pt x="6517649" y="1501893"/>
                  </a:lnTo>
                  <a:lnTo>
                    <a:pt x="6446027" y="1495348"/>
                  </a:lnTo>
                  <a:lnTo>
                    <a:pt x="6374404" y="1488685"/>
                  </a:lnTo>
                  <a:lnTo>
                    <a:pt x="6302782" y="1481899"/>
                  </a:lnTo>
                  <a:lnTo>
                    <a:pt x="6231159" y="1474990"/>
                  </a:lnTo>
                  <a:lnTo>
                    <a:pt x="6159537" y="1467954"/>
                  </a:lnTo>
                  <a:lnTo>
                    <a:pt x="6087914" y="1460790"/>
                  </a:lnTo>
                  <a:lnTo>
                    <a:pt x="6016292" y="1453495"/>
                  </a:lnTo>
                  <a:lnTo>
                    <a:pt x="5944669" y="1446066"/>
                  </a:lnTo>
                  <a:lnTo>
                    <a:pt x="5873047" y="1438502"/>
                  </a:lnTo>
                  <a:lnTo>
                    <a:pt x="5801424" y="1430800"/>
                  </a:lnTo>
                  <a:lnTo>
                    <a:pt x="5729802" y="1422958"/>
                  </a:lnTo>
                  <a:lnTo>
                    <a:pt x="5658179" y="1414972"/>
                  </a:lnTo>
                  <a:lnTo>
                    <a:pt x="5586557" y="1406840"/>
                  </a:lnTo>
                  <a:lnTo>
                    <a:pt x="5514934" y="1398559"/>
                  </a:lnTo>
                  <a:lnTo>
                    <a:pt x="5443311" y="1390128"/>
                  </a:lnTo>
                  <a:lnTo>
                    <a:pt x="5371689" y="1381542"/>
                  </a:lnTo>
                  <a:lnTo>
                    <a:pt x="5300066" y="1372800"/>
                  </a:lnTo>
                  <a:lnTo>
                    <a:pt x="5228444" y="1363898"/>
                  </a:lnTo>
                  <a:lnTo>
                    <a:pt x="5156821" y="1354833"/>
                  </a:lnTo>
                  <a:lnTo>
                    <a:pt x="5085199" y="1345603"/>
                  </a:lnTo>
                  <a:lnTo>
                    <a:pt x="5013576" y="1336204"/>
                  </a:lnTo>
                  <a:lnTo>
                    <a:pt x="4941954" y="1326634"/>
                  </a:lnTo>
                  <a:lnTo>
                    <a:pt x="4870331" y="1316888"/>
                  </a:lnTo>
                  <a:lnTo>
                    <a:pt x="4798709" y="1306965"/>
                  </a:lnTo>
                  <a:lnTo>
                    <a:pt x="4727086" y="1296861"/>
                  </a:lnTo>
                  <a:lnTo>
                    <a:pt x="4655464" y="1286572"/>
                  </a:lnTo>
                  <a:lnTo>
                    <a:pt x="4583841" y="1276095"/>
                  </a:lnTo>
                  <a:lnTo>
                    <a:pt x="4512219" y="1265426"/>
                  </a:lnTo>
                  <a:lnTo>
                    <a:pt x="4440596" y="1254563"/>
                  </a:lnTo>
                  <a:lnTo>
                    <a:pt x="4368974" y="1243502"/>
                  </a:lnTo>
                  <a:lnTo>
                    <a:pt x="4297351" y="1232238"/>
                  </a:lnTo>
                  <a:lnTo>
                    <a:pt x="4225729" y="1220769"/>
                  </a:lnTo>
                  <a:lnTo>
                    <a:pt x="4154106" y="1209090"/>
                  </a:lnTo>
                  <a:lnTo>
                    <a:pt x="4082483" y="1197198"/>
                  </a:lnTo>
                  <a:lnTo>
                    <a:pt x="4010861" y="1185089"/>
                  </a:lnTo>
                  <a:lnTo>
                    <a:pt x="3939238" y="1172759"/>
                  </a:lnTo>
                  <a:lnTo>
                    <a:pt x="3867616" y="1160203"/>
                  </a:lnTo>
                  <a:lnTo>
                    <a:pt x="3795993" y="1147418"/>
                  </a:lnTo>
                  <a:lnTo>
                    <a:pt x="3724371" y="1134400"/>
                  </a:lnTo>
                  <a:lnTo>
                    <a:pt x="3652748" y="1121144"/>
                  </a:lnTo>
                  <a:lnTo>
                    <a:pt x="3581126" y="1107645"/>
                  </a:lnTo>
                  <a:lnTo>
                    <a:pt x="3509503" y="1093900"/>
                  </a:lnTo>
                  <a:lnTo>
                    <a:pt x="3437881" y="1079905"/>
                  </a:lnTo>
                  <a:lnTo>
                    <a:pt x="3366258" y="1065653"/>
                  </a:lnTo>
                  <a:lnTo>
                    <a:pt x="3294636" y="1051141"/>
                  </a:lnTo>
                  <a:lnTo>
                    <a:pt x="3223013" y="1036365"/>
                  </a:lnTo>
                  <a:lnTo>
                    <a:pt x="3151391" y="1030494"/>
                  </a:lnTo>
                  <a:lnTo>
                    <a:pt x="3079768" y="1030085"/>
                  </a:lnTo>
                  <a:lnTo>
                    <a:pt x="3008146" y="1029676"/>
                  </a:lnTo>
                  <a:lnTo>
                    <a:pt x="2936523" y="1029266"/>
                  </a:lnTo>
                  <a:lnTo>
                    <a:pt x="2864901" y="1028856"/>
                  </a:lnTo>
                  <a:lnTo>
                    <a:pt x="2793278" y="1028446"/>
                  </a:lnTo>
                  <a:lnTo>
                    <a:pt x="2721655" y="1028036"/>
                  </a:lnTo>
                  <a:lnTo>
                    <a:pt x="2650033" y="1027625"/>
                  </a:lnTo>
                  <a:lnTo>
                    <a:pt x="2578410" y="1027215"/>
                  </a:lnTo>
                  <a:lnTo>
                    <a:pt x="2506788" y="1026804"/>
                  </a:lnTo>
                  <a:lnTo>
                    <a:pt x="2435165" y="1026393"/>
                  </a:lnTo>
                  <a:lnTo>
                    <a:pt x="2363543" y="1025982"/>
                  </a:lnTo>
                  <a:lnTo>
                    <a:pt x="2291920" y="1025570"/>
                  </a:lnTo>
                  <a:lnTo>
                    <a:pt x="2220298" y="1025158"/>
                  </a:lnTo>
                  <a:lnTo>
                    <a:pt x="2148675" y="1024747"/>
                  </a:lnTo>
                  <a:lnTo>
                    <a:pt x="2077053" y="1024335"/>
                  </a:lnTo>
                  <a:lnTo>
                    <a:pt x="2005430" y="1023922"/>
                  </a:lnTo>
                  <a:lnTo>
                    <a:pt x="1933808" y="1023510"/>
                  </a:lnTo>
                  <a:lnTo>
                    <a:pt x="1862185" y="1023097"/>
                  </a:lnTo>
                  <a:lnTo>
                    <a:pt x="1790563" y="1022684"/>
                  </a:lnTo>
                  <a:lnTo>
                    <a:pt x="1718940" y="1022271"/>
                  </a:lnTo>
                  <a:lnTo>
                    <a:pt x="1647318" y="1021858"/>
                  </a:lnTo>
                  <a:lnTo>
                    <a:pt x="1575695" y="1021444"/>
                  </a:lnTo>
                  <a:lnTo>
                    <a:pt x="1504073" y="1021031"/>
                  </a:lnTo>
                  <a:lnTo>
                    <a:pt x="1432450" y="1020617"/>
                  </a:lnTo>
                  <a:lnTo>
                    <a:pt x="1360827" y="1020203"/>
                  </a:lnTo>
                  <a:lnTo>
                    <a:pt x="1289205" y="1019788"/>
                  </a:lnTo>
                  <a:lnTo>
                    <a:pt x="1217582" y="1019374"/>
                  </a:lnTo>
                  <a:lnTo>
                    <a:pt x="1145960" y="1018959"/>
                  </a:lnTo>
                  <a:lnTo>
                    <a:pt x="1074337" y="1018544"/>
                  </a:lnTo>
                  <a:lnTo>
                    <a:pt x="1002715" y="1018129"/>
                  </a:lnTo>
                  <a:lnTo>
                    <a:pt x="931092" y="1017714"/>
                  </a:lnTo>
                  <a:lnTo>
                    <a:pt x="859470" y="1017298"/>
                  </a:lnTo>
                  <a:lnTo>
                    <a:pt x="787847" y="1016882"/>
                  </a:lnTo>
                  <a:lnTo>
                    <a:pt x="716225" y="1016466"/>
                  </a:lnTo>
                  <a:lnTo>
                    <a:pt x="644602" y="1016050"/>
                  </a:lnTo>
                  <a:lnTo>
                    <a:pt x="572980" y="1015634"/>
                  </a:lnTo>
                  <a:lnTo>
                    <a:pt x="501357" y="1015217"/>
                  </a:lnTo>
                  <a:lnTo>
                    <a:pt x="429735" y="1014801"/>
                  </a:lnTo>
                  <a:lnTo>
                    <a:pt x="358112" y="1014384"/>
                  </a:lnTo>
                  <a:lnTo>
                    <a:pt x="286490" y="1013966"/>
                  </a:lnTo>
                  <a:lnTo>
                    <a:pt x="214867" y="1013549"/>
                  </a:lnTo>
                  <a:lnTo>
                    <a:pt x="143245" y="1013131"/>
                  </a:lnTo>
                  <a:lnTo>
                    <a:pt x="71622" y="1012714"/>
                  </a:lnTo>
                  <a:lnTo>
                    <a:pt x="0" y="101229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697035"/>
              <a:ext cx="7090630" cy="1052695"/>
            </a:xfrm>
            <a:custGeom>
              <a:avLst/>
              <a:pathLst>
                <a:path w="7090630" h="1052695">
                  <a:moveTo>
                    <a:pt x="0" y="0"/>
                  </a:moveTo>
                  <a:lnTo>
                    <a:pt x="71622" y="33365"/>
                  </a:lnTo>
                  <a:lnTo>
                    <a:pt x="143245" y="66132"/>
                  </a:lnTo>
                  <a:lnTo>
                    <a:pt x="214867" y="98311"/>
                  </a:lnTo>
                  <a:lnTo>
                    <a:pt x="286490" y="129913"/>
                  </a:lnTo>
                  <a:lnTo>
                    <a:pt x="358112" y="160948"/>
                  </a:lnTo>
                  <a:lnTo>
                    <a:pt x="429735" y="191427"/>
                  </a:lnTo>
                  <a:lnTo>
                    <a:pt x="501357" y="221359"/>
                  </a:lnTo>
                  <a:lnTo>
                    <a:pt x="572980" y="250754"/>
                  </a:lnTo>
                  <a:lnTo>
                    <a:pt x="644602" y="279621"/>
                  </a:lnTo>
                  <a:lnTo>
                    <a:pt x="716225" y="307971"/>
                  </a:lnTo>
                  <a:lnTo>
                    <a:pt x="787847" y="335813"/>
                  </a:lnTo>
                  <a:lnTo>
                    <a:pt x="859470" y="363155"/>
                  </a:lnTo>
                  <a:lnTo>
                    <a:pt x="931092" y="390007"/>
                  </a:lnTo>
                  <a:lnTo>
                    <a:pt x="1002715" y="416377"/>
                  </a:lnTo>
                  <a:lnTo>
                    <a:pt x="1074337" y="442274"/>
                  </a:lnTo>
                  <a:lnTo>
                    <a:pt x="1145960" y="467706"/>
                  </a:lnTo>
                  <a:lnTo>
                    <a:pt x="1217582" y="492683"/>
                  </a:lnTo>
                  <a:lnTo>
                    <a:pt x="1289205" y="517211"/>
                  </a:lnTo>
                  <a:lnTo>
                    <a:pt x="1360827" y="541300"/>
                  </a:lnTo>
                  <a:lnTo>
                    <a:pt x="1432450" y="564956"/>
                  </a:lnTo>
                  <a:lnTo>
                    <a:pt x="1504073" y="588188"/>
                  </a:lnTo>
                  <a:lnTo>
                    <a:pt x="1575695" y="611004"/>
                  </a:lnTo>
                  <a:lnTo>
                    <a:pt x="1647318" y="633410"/>
                  </a:lnTo>
                  <a:lnTo>
                    <a:pt x="1718940" y="655414"/>
                  </a:lnTo>
                  <a:lnTo>
                    <a:pt x="1790563" y="677024"/>
                  </a:lnTo>
                  <a:lnTo>
                    <a:pt x="1862185" y="698246"/>
                  </a:lnTo>
                  <a:lnTo>
                    <a:pt x="1933808" y="719087"/>
                  </a:lnTo>
                  <a:lnTo>
                    <a:pt x="2005430" y="739555"/>
                  </a:lnTo>
                  <a:lnTo>
                    <a:pt x="2077053" y="759655"/>
                  </a:lnTo>
                  <a:lnTo>
                    <a:pt x="2148675" y="779395"/>
                  </a:lnTo>
                  <a:lnTo>
                    <a:pt x="2220298" y="798781"/>
                  </a:lnTo>
                  <a:lnTo>
                    <a:pt x="2291920" y="817819"/>
                  </a:lnTo>
                  <a:lnTo>
                    <a:pt x="2363543" y="836516"/>
                  </a:lnTo>
                  <a:lnTo>
                    <a:pt x="2435165" y="854877"/>
                  </a:lnTo>
                  <a:lnTo>
                    <a:pt x="2506788" y="872909"/>
                  </a:lnTo>
                  <a:lnTo>
                    <a:pt x="2578410" y="890618"/>
                  </a:lnTo>
                  <a:lnTo>
                    <a:pt x="2650033" y="908009"/>
                  </a:lnTo>
                  <a:lnTo>
                    <a:pt x="2721655" y="925088"/>
                  </a:lnTo>
                  <a:lnTo>
                    <a:pt x="2793278" y="941861"/>
                  </a:lnTo>
                  <a:lnTo>
                    <a:pt x="2864901" y="958332"/>
                  </a:lnTo>
                  <a:lnTo>
                    <a:pt x="2936523" y="974509"/>
                  </a:lnTo>
                  <a:lnTo>
                    <a:pt x="3008146" y="990395"/>
                  </a:lnTo>
                  <a:lnTo>
                    <a:pt x="3079768" y="1005996"/>
                  </a:lnTo>
                  <a:lnTo>
                    <a:pt x="3151391" y="1021318"/>
                  </a:lnTo>
                  <a:lnTo>
                    <a:pt x="3223013" y="1030903"/>
                  </a:lnTo>
                  <a:lnTo>
                    <a:pt x="3294636" y="1031312"/>
                  </a:lnTo>
                  <a:lnTo>
                    <a:pt x="3366258" y="1031721"/>
                  </a:lnTo>
                  <a:lnTo>
                    <a:pt x="3437881" y="1032129"/>
                  </a:lnTo>
                  <a:lnTo>
                    <a:pt x="3509503" y="1032538"/>
                  </a:lnTo>
                  <a:lnTo>
                    <a:pt x="3581126" y="1032946"/>
                  </a:lnTo>
                  <a:lnTo>
                    <a:pt x="3652748" y="1033353"/>
                  </a:lnTo>
                  <a:lnTo>
                    <a:pt x="3724371" y="1033761"/>
                  </a:lnTo>
                  <a:lnTo>
                    <a:pt x="3795993" y="1034168"/>
                  </a:lnTo>
                  <a:lnTo>
                    <a:pt x="3867616" y="1034576"/>
                  </a:lnTo>
                  <a:lnTo>
                    <a:pt x="3939238" y="1034983"/>
                  </a:lnTo>
                  <a:lnTo>
                    <a:pt x="4010861" y="1035390"/>
                  </a:lnTo>
                  <a:lnTo>
                    <a:pt x="4082483" y="1035796"/>
                  </a:lnTo>
                  <a:lnTo>
                    <a:pt x="4154106" y="1036203"/>
                  </a:lnTo>
                  <a:lnTo>
                    <a:pt x="4225729" y="1036609"/>
                  </a:lnTo>
                  <a:lnTo>
                    <a:pt x="4297351" y="1037015"/>
                  </a:lnTo>
                  <a:lnTo>
                    <a:pt x="4368974" y="1037421"/>
                  </a:lnTo>
                  <a:lnTo>
                    <a:pt x="4440596" y="1037826"/>
                  </a:lnTo>
                  <a:lnTo>
                    <a:pt x="4512219" y="1038232"/>
                  </a:lnTo>
                  <a:lnTo>
                    <a:pt x="4583841" y="1038637"/>
                  </a:lnTo>
                  <a:lnTo>
                    <a:pt x="4655464" y="1039042"/>
                  </a:lnTo>
                  <a:lnTo>
                    <a:pt x="4727086" y="1039447"/>
                  </a:lnTo>
                  <a:lnTo>
                    <a:pt x="4798709" y="1039851"/>
                  </a:lnTo>
                  <a:lnTo>
                    <a:pt x="4870331" y="1040256"/>
                  </a:lnTo>
                  <a:lnTo>
                    <a:pt x="4941954" y="1040660"/>
                  </a:lnTo>
                  <a:lnTo>
                    <a:pt x="5013576" y="1041064"/>
                  </a:lnTo>
                  <a:lnTo>
                    <a:pt x="5085199" y="1041468"/>
                  </a:lnTo>
                  <a:lnTo>
                    <a:pt x="5156821" y="1041872"/>
                  </a:lnTo>
                  <a:lnTo>
                    <a:pt x="5228444" y="1042275"/>
                  </a:lnTo>
                  <a:lnTo>
                    <a:pt x="5300066" y="1042678"/>
                  </a:lnTo>
                  <a:lnTo>
                    <a:pt x="5371689" y="1043081"/>
                  </a:lnTo>
                  <a:lnTo>
                    <a:pt x="5443311" y="1043484"/>
                  </a:lnTo>
                  <a:lnTo>
                    <a:pt x="5514934" y="1043887"/>
                  </a:lnTo>
                  <a:lnTo>
                    <a:pt x="5586557" y="1044289"/>
                  </a:lnTo>
                  <a:lnTo>
                    <a:pt x="5658179" y="1044691"/>
                  </a:lnTo>
                  <a:lnTo>
                    <a:pt x="5729802" y="1045093"/>
                  </a:lnTo>
                  <a:lnTo>
                    <a:pt x="5801424" y="1045495"/>
                  </a:lnTo>
                  <a:lnTo>
                    <a:pt x="5873047" y="1045897"/>
                  </a:lnTo>
                  <a:lnTo>
                    <a:pt x="5944669" y="1046298"/>
                  </a:lnTo>
                  <a:lnTo>
                    <a:pt x="6016292" y="1046700"/>
                  </a:lnTo>
                  <a:lnTo>
                    <a:pt x="6087914" y="1047101"/>
                  </a:lnTo>
                  <a:lnTo>
                    <a:pt x="6159537" y="1047502"/>
                  </a:lnTo>
                  <a:lnTo>
                    <a:pt x="6231159" y="1047902"/>
                  </a:lnTo>
                  <a:lnTo>
                    <a:pt x="6302782" y="1048303"/>
                  </a:lnTo>
                  <a:lnTo>
                    <a:pt x="6374404" y="1048703"/>
                  </a:lnTo>
                  <a:lnTo>
                    <a:pt x="6446027" y="1049103"/>
                  </a:lnTo>
                  <a:lnTo>
                    <a:pt x="6517649" y="1049503"/>
                  </a:lnTo>
                  <a:lnTo>
                    <a:pt x="6589272" y="1049903"/>
                  </a:lnTo>
                  <a:lnTo>
                    <a:pt x="6660894" y="1050302"/>
                  </a:lnTo>
                  <a:lnTo>
                    <a:pt x="6732517" y="1050701"/>
                  </a:lnTo>
                  <a:lnTo>
                    <a:pt x="6804139" y="1051100"/>
                  </a:lnTo>
                  <a:lnTo>
                    <a:pt x="6875762" y="1051499"/>
                  </a:lnTo>
                  <a:lnTo>
                    <a:pt x="6947385" y="1051898"/>
                  </a:lnTo>
                  <a:lnTo>
                    <a:pt x="7019007" y="1052296"/>
                  </a:lnTo>
                  <a:lnTo>
                    <a:pt x="7090630" y="10526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09331"/>
              <a:ext cx="7090630" cy="537898"/>
            </a:xfrm>
            <a:custGeom>
              <a:avLst/>
              <a:pathLst>
                <a:path w="7090630" h="537898">
                  <a:moveTo>
                    <a:pt x="7090630" y="537898"/>
                  </a:moveTo>
                  <a:lnTo>
                    <a:pt x="7019007" y="532236"/>
                  </a:lnTo>
                  <a:lnTo>
                    <a:pt x="6947385" y="526470"/>
                  </a:lnTo>
                  <a:lnTo>
                    <a:pt x="6875762" y="520599"/>
                  </a:lnTo>
                  <a:lnTo>
                    <a:pt x="6804139" y="514621"/>
                  </a:lnTo>
                  <a:lnTo>
                    <a:pt x="6732517" y="508534"/>
                  </a:lnTo>
                  <a:lnTo>
                    <a:pt x="6660894" y="502335"/>
                  </a:lnTo>
                  <a:lnTo>
                    <a:pt x="6589272" y="496024"/>
                  </a:lnTo>
                  <a:lnTo>
                    <a:pt x="6517649" y="489597"/>
                  </a:lnTo>
                  <a:lnTo>
                    <a:pt x="6446027" y="483052"/>
                  </a:lnTo>
                  <a:lnTo>
                    <a:pt x="6374404" y="476389"/>
                  </a:lnTo>
                  <a:lnTo>
                    <a:pt x="6302782" y="469603"/>
                  </a:lnTo>
                  <a:lnTo>
                    <a:pt x="6231159" y="462693"/>
                  </a:lnTo>
                  <a:lnTo>
                    <a:pt x="6159537" y="455658"/>
                  </a:lnTo>
                  <a:lnTo>
                    <a:pt x="6087914" y="448494"/>
                  </a:lnTo>
                  <a:lnTo>
                    <a:pt x="6016292" y="441199"/>
                  </a:lnTo>
                  <a:lnTo>
                    <a:pt x="5944669" y="433770"/>
                  </a:lnTo>
                  <a:lnTo>
                    <a:pt x="5873047" y="426206"/>
                  </a:lnTo>
                  <a:lnTo>
                    <a:pt x="5801424" y="418504"/>
                  </a:lnTo>
                  <a:lnTo>
                    <a:pt x="5729802" y="410662"/>
                  </a:lnTo>
                  <a:lnTo>
                    <a:pt x="5658179" y="402676"/>
                  </a:lnTo>
                  <a:lnTo>
                    <a:pt x="5586557" y="394544"/>
                  </a:lnTo>
                  <a:lnTo>
                    <a:pt x="5514934" y="386263"/>
                  </a:lnTo>
                  <a:lnTo>
                    <a:pt x="5443311" y="377832"/>
                  </a:lnTo>
                  <a:lnTo>
                    <a:pt x="5371689" y="369246"/>
                  </a:lnTo>
                  <a:lnTo>
                    <a:pt x="5300066" y="360504"/>
                  </a:lnTo>
                  <a:lnTo>
                    <a:pt x="5228444" y="351602"/>
                  </a:lnTo>
                  <a:lnTo>
                    <a:pt x="5156821" y="342537"/>
                  </a:lnTo>
                  <a:lnTo>
                    <a:pt x="5085199" y="333307"/>
                  </a:lnTo>
                  <a:lnTo>
                    <a:pt x="5013576" y="323908"/>
                  </a:lnTo>
                  <a:lnTo>
                    <a:pt x="4941954" y="314338"/>
                  </a:lnTo>
                  <a:lnTo>
                    <a:pt x="4870331" y="304592"/>
                  </a:lnTo>
                  <a:lnTo>
                    <a:pt x="4798709" y="294669"/>
                  </a:lnTo>
                  <a:lnTo>
                    <a:pt x="4727086" y="284565"/>
                  </a:lnTo>
                  <a:lnTo>
                    <a:pt x="4655464" y="274276"/>
                  </a:lnTo>
                  <a:lnTo>
                    <a:pt x="4583841" y="263799"/>
                  </a:lnTo>
                  <a:lnTo>
                    <a:pt x="4512219" y="253130"/>
                  </a:lnTo>
                  <a:lnTo>
                    <a:pt x="4440596" y="242267"/>
                  </a:lnTo>
                  <a:lnTo>
                    <a:pt x="4368974" y="231206"/>
                  </a:lnTo>
                  <a:lnTo>
                    <a:pt x="4297351" y="219942"/>
                  </a:lnTo>
                  <a:lnTo>
                    <a:pt x="4225729" y="208473"/>
                  </a:lnTo>
                  <a:lnTo>
                    <a:pt x="4154106" y="196794"/>
                  </a:lnTo>
                  <a:lnTo>
                    <a:pt x="4082483" y="184902"/>
                  </a:lnTo>
                  <a:lnTo>
                    <a:pt x="4010861" y="172793"/>
                  </a:lnTo>
                  <a:lnTo>
                    <a:pt x="3939238" y="160463"/>
                  </a:lnTo>
                  <a:lnTo>
                    <a:pt x="3867616" y="147907"/>
                  </a:lnTo>
                  <a:lnTo>
                    <a:pt x="3795993" y="135122"/>
                  </a:lnTo>
                  <a:lnTo>
                    <a:pt x="3724371" y="122104"/>
                  </a:lnTo>
                  <a:lnTo>
                    <a:pt x="3652748" y="108847"/>
                  </a:lnTo>
                  <a:lnTo>
                    <a:pt x="3581126" y="95349"/>
                  </a:lnTo>
                  <a:lnTo>
                    <a:pt x="3509503" y="81604"/>
                  </a:lnTo>
                  <a:lnTo>
                    <a:pt x="3437881" y="67609"/>
                  </a:lnTo>
                  <a:lnTo>
                    <a:pt x="3366258" y="53357"/>
                  </a:lnTo>
                  <a:lnTo>
                    <a:pt x="3294636" y="38845"/>
                  </a:lnTo>
                  <a:lnTo>
                    <a:pt x="3223013" y="24069"/>
                  </a:lnTo>
                  <a:lnTo>
                    <a:pt x="3151391" y="18198"/>
                  </a:lnTo>
                  <a:lnTo>
                    <a:pt x="3079768" y="17789"/>
                  </a:lnTo>
                  <a:lnTo>
                    <a:pt x="3008146" y="17380"/>
                  </a:lnTo>
                  <a:lnTo>
                    <a:pt x="2936523" y="16970"/>
                  </a:lnTo>
                  <a:lnTo>
                    <a:pt x="2864901" y="16560"/>
                  </a:lnTo>
                  <a:lnTo>
                    <a:pt x="2793278" y="16150"/>
                  </a:lnTo>
                  <a:lnTo>
                    <a:pt x="2721655" y="15740"/>
                  </a:lnTo>
                  <a:lnTo>
                    <a:pt x="2650033" y="15329"/>
                  </a:lnTo>
                  <a:lnTo>
                    <a:pt x="2578410" y="14919"/>
                  </a:lnTo>
                  <a:lnTo>
                    <a:pt x="2506788" y="14508"/>
                  </a:lnTo>
                  <a:lnTo>
                    <a:pt x="2435165" y="14097"/>
                  </a:lnTo>
                  <a:lnTo>
                    <a:pt x="2363543" y="13686"/>
                  </a:lnTo>
                  <a:lnTo>
                    <a:pt x="2291920" y="13274"/>
                  </a:lnTo>
                  <a:lnTo>
                    <a:pt x="2220298" y="12862"/>
                  </a:lnTo>
                  <a:lnTo>
                    <a:pt x="2148675" y="12451"/>
                  </a:lnTo>
                  <a:lnTo>
                    <a:pt x="2077053" y="12039"/>
                  </a:lnTo>
                  <a:lnTo>
                    <a:pt x="2005430" y="11626"/>
                  </a:lnTo>
                  <a:lnTo>
                    <a:pt x="1933808" y="11214"/>
                  </a:lnTo>
                  <a:lnTo>
                    <a:pt x="1862185" y="10801"/>
                  </a:lnTo>
                  <a:lnTo>
                    <a:pt x="1790563" y="10388"/>
                  </a:lnTo>
                  <a:lnTo>
                    <a:pt x="1718940" y="9975"/>
                  </a:lnTo>
                  <a:lnTo>
                    <a:pt x="1647318" y="9562"/>
                  </a:lnTo>
                  <a:lnTo>
                    <a:pt x="1575695" y="9148"/>
                  </a:lnTo>
                  <a:lnTo>
                    <a:pt x="1504073" y="8735"/>
                  </a:lnTo>
                  <a:lnTo>
                    <a:pt x="1432450" y="8321"/>
                  </a:lnTo>
                  <a:lnTo>
                    <a:pt x="1360827" y="7907"/>
                  </a:lnTo>
                  <a:lnTo>
                    <a:pt x="1289205" y="7492"/>
                  </a:lnTo>
                  <a:lnTo>
                    <a:pt x="1217582" y="7078"/>
                  </a:lnTo>
                  <a:lnTo>
                    <a:pt x="1145960" y="6663"/>
                  </a:lnTo>
                  <a:lnTo>
                    <a:pt x="1074337" y="6248"/>
                  </a:lnTo>
                  <a:lnTo>
                    <a:pt x="1002715" y="5833"/>
                  </a:lnTo>
                  <a:lnTo>
                    <a:pt x="931092" y="5418"/>
                  </a:lnTo>
                  <a:lnTo>
                    <a:pt x="859470" y="5002"/>
                  </a:lnTo>
                  <a:lnTo>
                    <a:pt x="787847" y="4586"/>
                  </a:lnTo>
                  <a:lnTo>
                    <a:pt x="716225" y="4170"/>
                  </a:lnTo>
                  <a:lnTo>
                    <a:pt x="644602" y="3754"/>
                  </a:lnTo>
                  <a:lnTo>
                    <a:pt x="572980" y="3338"/>
                  </a:lnTo>
                  <a:lnTo>
                    <a:pt x="501357" y="2921"/>
                  </a:lnTo>
                  <a:lnTo>
                    <a:pt x="429735" y="2504"/>
                  </a:lnTo>
                  <a:lnTo>
                    <a:pt x="358112" y="2087"/>
                  </a:lnTo>
                  <a:lnTo>
                    <a:pt x="286490" y="1670"/>
                  </a:lnTo>
                  <a:lnTo>
                    <a:pt x="214867" y="1253"/>
                  </a:lnTo>
                  <a:lnTo>
                    <a:pt x="143245" y="835"/>
                  </a:lnTo>
                  <a:lnTo>
                    <a:pt x="71622" y="4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01340"/>
              <a:ext cx="7090630" cy="755562"/>
            </a:xfrm>
            <a:custGeom>
              <a:avLst/>
              <a:pathLst>
                <a:path w="7090630" h="755562">
                  <a:moveTo>
                    <a:pt x="0" y="0"/>
                  </a:moveTo>
                  <a:lnTo>
                    <a:pt x="71622" y="11620"/>
                  </a:lnTo>
                  <a:lnTo>
                    <a:pt x="143245" y="23134"/>
                  </a:lnTo>
                  <a:lnTo>
                    <a:pt x="214867" y="34541"/>
                  </a:lnTo>
                  <a:lnTo>
                    <a:pt x="286490" y="45842"/>
                  </a:lnTo>
                  <a:lnTo>
                    <a:pt x="358112" y="57039"/>
                  </a:lnTo>
                  <a:lnTo>
                    <a:pt x="429735" y="68132"/>
                  </a:lnTo>
                  <a:lnTo>
                    <a:pt x="501357" y="79123"/>
                  </a:lnTo>
                  <a:lnTo>
                    <a:pt x="572980" y="90012"/>
                  </a:lnTo>
                  <a:lnTo>
                    <a:pt x="644602" y="100800"/>
                  </a:lnTo>
                  <a:lnTo>
                    <a:pt x="716225" y="111488"/>
                  </a:lnTo>
                  <a:lnTo>
                    <a:pt x="787847" y="122077"/>
                  </a:lnTo>
                  <a:lnTo>
                    <a:pt x="859470" y="132569"/>
                  </a:lnTo>
                  <a:lnTo>
                    <a:pt x="931092" y="142963"/>
                  </a:lnTo>
                  <a:lnTo>
                    <a:pt x="1002715" y="153261"/>
                  </a:lnTo>
                  <a:lnTo>
                    <a:pt x="1074337" y="163464"/>
                  </a:lnTo>
                  <a:lnTo>
                    <a:pt x="1145960" y="173572"/>
                  </a:lnTo>
                  <a:lnTo>
                    <a:pt x="1217582" y="183587"/>
                  </a:lnTo>
                  <a:lnTo>
                    <a:pt x="1289205" y="193509"/>
                  </a:lnTo>
                  <a:lnTo>
                    <a:pt x="1360827" y="203340"/>
                  </a:lnTo>
                  <a:lnTo>
                    <a:pt x="1432450" y="213079"/>
                  </a:lnTo>
                  <a:lnTo>
                    <a:pt x="1504073" y="222729"/>
                  </a:lnTo>
                  <a:lnTo>
                    <a:pt x="1575695" y="232289"/>
                  </a:lnTo>
                  <a:lnTo>
                    <a:pt x="1647318" y="241760"/>
                  </a:lnTo>
                  <a:lnTo>
                    <a:pt x="1718940" y="251144"/>
                  </a:lnTo>
                  <a:lnTo>
                    <a:pt x="1790563" y="260441"/>
                  </a:lnTo>
                  <a:lnTo>
                    <a:pt x="1862185" y="269652"/>
                  </a:lnTo>
                  <a:lnTo>
                    <a:pt x="1933808" y="278778"/>
                  </a:lnTo>
                  <a:lnTo>
                    <a:pt x="2005430" y="287820"/>
                  </a:lnTo>
                  <a:lnTo>
                    <a:pt x="2077053" y="296777"/>
                  </a:lnTo>
                  <a:lnTo>
                    <a:pt x="2148675" y="305652"/>
                  </a:lnTo>
                  <a:lnTo>
                    <a:pt x="2220298" y="314445"/>
                  </a:lnTo>
                  <a:lnTo>
                    <a:pt x="2291920" y="323156"/>
                  </a:lnTo>
                  <a:lnTo>
                    <a:pt x="2363543" y="331787"/>
                  </a:lnTo>
                  <a:lnTo>
                    <a:pt x="2435165" y="340338"/>
                  </a:lnTo>
                  <a:lnTo>
                    <a:pt x="2506788" y="348810"/>
                  </a:lnTo>
                  <a:lnTo>
                    <a:pt x="2578410" y="357203"/>
                  </a:lnTo>
                  <a:lnTo>
                    <a:pt x="2650033" y="365519"/>
                  </a:lnTo>
                  <a:lnTo>
                    <a:pt x="2721655" y="373758"/>
                  </a:lnTo>
                  <a:lnTo>
                    <a:pt x="2793278" y="381921"/>
                  </a:lnTo>
                  <a:lnTo>
                    <a:pt x="2864901" y="390008"/>
                  </a:lnTo>
                  <a:lnTo>
                    <a:pt x="2936523" y="398020"/>
                  </a:lnTo>
                  <a:lnTo>
                    <a:pt x="3008146" y="405958"/>
                  </a:lnTo>
                  <a:lnTo>
                    <a:pt x="3079768" y="413822"/>
                  </a:lnTo>
                  <a:lnTo>
                    <a:pt x="3151391" y="421614"/>
                  </a:lnTo>
                  <a:lnTo>
                    <a:pt x="3223013" y="429334"/>
                  </a:lnTo>
                  <a:lnTo>
                    <a:pt x="3294636" y="436982"/>
                  </a:lnTo>
                  <a:lnTo>
                    <a:pt x="3366258" y="444560"/>
                  </a:lnTo>
                  <a:lnTo>
                    <a:pt x="3437881" y="452067"/>
                  </a:lnTo>
                  <a:lnTo>
                    <a:pt x="3509503" y="459505"/>
                  </a:lnTo>
                  <a:lnTo>
                    <a:pt x="3581126" y="466875"/>
                  </a:lnTo>
                  <a:lnTo>
                    <a:pt x="3652748" y="474175"/>
                  </a:lnTo>
                  <a:lnTo>
                    <a:pt x="3724371" y="481409"/>
                  </a:lnTo>
                  <a:lnTo>
                    <a:pt x="3795993" y="488575"/>
                  </a:lnTo>
                  <a:lnTo>
                    <a:pt x="3867616" y="495675"/>
                  </a:lnTo>
                  <a:lnTo>
                    <a:pt x="3939238" y="502710"/>
                  </a:lnTo>
                  <a:lnTo>
                    <a:pt x="4010861" y="509679"/>
                  </a:lnTo>
                  <a:lnTo>
                    <a:pt x="4082483" y="516584"/>
                  </a:lnTo>
                  <a:lnTo>
                    <a:pt x="4154106" y="523425"/>
                  </a:lnTo>
                  <a:lnTo>
                    <a:pt x="4225729" y="530203"/>
                  </a:lnTo>
                  <a:lnTo>
                    <a:pt x="4297351" y="536918"/>
                  </a:lnTo>
                  <a:lnTo>
                    <a:pt x="4368974" y="543571"/>
                  </a:lnTo>
                  <a:lnTo>
                    <a:pt x="4440596" y="550162"/>
                  </a:lnTo>
                  <a:lnTo>
                    <a:pt x="4512219" y="556692"/>
                  </a:lnTo>
                  <a:lnTo>
                    <a:pt x="4583841" y="563162"/>
                  </a:lnTo>
                  <a:lnTo>
                    <a:pt x="4655464" y="569572"/>
                  </a:lnTo>
                  <a:lnTo>
                    <a:pt x="4727086" y="575923"/>
                  </a:lnTo>
                  <a:lnTo>
                    <a:pt x="4798709" y="582215"/>
                  </a:lnTo>
                  <a:lnTo>
                    <a:pt x="4870331" y="588449"/>
                  </a:lnTo>
                  <a:lnTo>
                    <a:pt x="4941954" y="594625"/>
                  </a:lnTo>
                  <a:lnTo>
                    <a:pt x="5013576" y="600743"/>
                  </a:lnTo>
                  <a:lnTo>
                    <a:pt x="5085199" y="606806"/>
                  </a:lnTo>
                  <a:lnTo>
                    <a:pt x="5156821" y="612812"/>
                  </a:lnTo>
                  <a:lnTo>
                    <a:pt x="5228444" y="618762"/>
                  </a:lnTo>
                  <a:lnTo>
                    <a:pt x="5300066" y="624658"/>
                  </a:lnTo>
                  <a:lnTo>
                    <a:pt x="5371689" y="630499"/>
                  </a:lnTo>
                  <a:lnTo>
                    <a:pt x="5443311" y="636286"/>
                  </a:lnTo>
                  <a:lnTo>
                    <a:pt x="5514934" y="642019"/>
                  </a:lnTo>
                  <a:lnTo>
                    <a:pt x="5586557" y="647700"/>
                  </a:lnTo>
                  <a:lnTo>
                    <a:pt x="5658179" y="653327"/>
                  </a:lnTo>
                  <a:lnTo>
                    <a:pt x="5729802" y="658903"/>
                  </a:lnTo>
                  <a:lnTo>
                    <a:pt x="5801424" y="664427"/>
                  </a:lnTo>
                  <a:lnTo>
                    <a:pt x="5873047" y="669900"/>
                  </a:lnTo>
                  <a:lnTo>
                    <a:pt x="5944669" y="675323"/>
                  </a:lnTo>
                  <a:lnTo>
                    <a:pt x="6016292" y="680695"/>
                  </a:lnTo>
                  <a:lnTo>
                    <a:pt x="6087914" y="686017"/>
                  </a:lnTo>
                  <a:lnTo>
                    <a:pt x="6159537" y="691291"/>
                  </a:lnTo>
                  <a:lnTo>
                    <a:pt x="6231159" y="696515"/>
                  </a:lnTo>
                  <a:lnTo>
                    <a:pt x="6302782" y="701691"/>
                  </a:lnTo>
                  <a:lnTo>
                    <a:pt x="6374404" y="706819"/>
                  </a:lnTo>
                  <a:lnTo>
                    <a:pt x="6446027" y="711900"/>
                  </a:lnTo>
                  <a:lnTo>
                    <a:pt x="6517649" y="716934"/>
                  </a:lnTo>
                  <a:lnTo>
                    <a:pt x="6589272" y="721921"/>
                  </a:lnTo>
                  <a:lnTo>
                    <a:pt x="6660894" y="726862"/>
                  </a:lnTo>
                  <a:lnTo>
                    <a:pt x="6732517" y="731757"/>
                  </a:lnTo>
                  <a:lnTo>
                    <a:pt x="6804139" y="736607"/>
                  </a:lnTo>
                  <a:lnTo>
                    <a:pt x="6875762" y="741412"/>
                  </a:lnTo>
                  <a:lnTo>
                    <a:pt x="6947385" y="746173"/>
                  </a:lnTo>
                  <a:lnTo>
                    <a:pt x="7019007" y="750890"/>
                  </a:lnTo>
                  <a:lnTo>
                    <a:pt x="7090630" y="7555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1.12 (1.01-1.26), p_Bonf = 0.231 (n = 6)  |  per IQR decline (Δ = 24.5 %): 1.33 (1.02-1.75)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2026-10-09T13:14:18Z</dcterms:modified>
  <cp:category/>
</cp:coreProperties>
</file>