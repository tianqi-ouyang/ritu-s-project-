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2793278" cy="0"/>
            </a:xfrm>
            <a:custGeom>
              <a:avLst/>
              <a:pathLst>
                <a:path w="2793278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53175" y="2073503"/>
              <a:ext cx="3509503" cy="0"/>
            </a:xfrm>
            <a:custGeom>
              <a:avLst/>
              <a:pathLst>
                <a:path w="3509503" h="0">
                  <a:moveTo>
                    <a:pt x="0" y="0"/>
                  </a:moveTo>
                  <a:lnTo>
                    <a:pt x="0" y="0"/>
                  </a:ln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82852" y="2073503"/>
              <a:ext cx="4279827" cy="3483746"/>
            </a:xfrm>
            <a:custGeom>
              <a:avLst/>
              <a:pathLst>
                <a:path w="4279827" h="3483746">
                  <a:moveTo>
                    <a:pt x="0" y="0"/>
                  </a:moveTo>
                  <a:lnTo>
                    <a:pt x="54098" y="650891"/>
                  </a:lnTo>
                  <a:lnTo>
                    <a:pt x="125720" y="1311635"/>
                  </a:lnTo>
                  <a:lnTo>
                    <a:pt x="197343" y="1818264"/>
                  </a:lnTo>
                  <a:lnTo>
                    <a:pt x="268965" y="2206726"/>
                  </a:lnTo>
                  <a:lnTo>
                    <a:pt x="340588" y="2504582"/>
                  </a:lnTo>
                  <a:lnTo>
                    <a:pt x="412210" y="2732965"/>
                  </a:lnTo>
                  <a:lnTo>
                    <a:pt x="483833" y="2908079"/>
                  </a:lnTo>
                  <a:lnTo>
                    <a:pt x="555455" y="3042350"/>
                  </a:lnTo>
                  <a:lnTo>
                    <a:pt x="627078" y="3145302"/>
                  </a:lnTo>
                  <a:lnTo>
                    <a:pt x="698701" y="3224242"/>
                  </a:lnTo>
                  <a:lnTo>
                    <a:pt x="770323" y="3284769"/>
                  </a:lnTo>
                  <a:lnTo>
                    <a:pt x="841946" y="3331179"/>
                  </a:lnTo>
                  <a:lnTo>
                    <a:pt x="913568" y="3366765"/>
                  </a:lnTo>
                  <a:lnTo>
                    <a:pt x="985191" y="3394050"/>
                  </a:lnTo>
                  <a:lnTo>
                    <a:pt x="1056813" y="3414971"/>
                  </a:lnTo>
                  <a:lnTo>
                    <a:pt x="1128436" y="3431012"/>
                  </a:lnTo>
                  <a:lnTo>
                    <a:pt x="1200058" y="3443312"/>
                  </a:lnTo>
                  <a:lnTo>
                    <a:pt x="1271681" y="3452743"/>
                  </a:lnTo>
                  <a:lnTo>
                    <a:pt x="1343303" y="3459974"/>
                  </a:lnTo>
                  <a:lnTo>
                    <a:pt x="1414926" y="3465519"/>
                  </a:lnTo>
                  <a:lnTo>
                    <a:pt x="1486548" y="3469770"/>
                  </a:lnTo>
                  <a:lnTo>
                    <a:pt x="1558171" y="3473030"/>
                  </a:lnTo>
                  <a:lnTo>
                    <a:pt x="1629793" y="3475530"/>
                  </a:lnTo>
                  <a:lnTo>
                    <a:pt x="1701416" y="3477446"/>
                  </a:lnTo>
                  <a:lnTo>
                    <a:pt x="1773038" y="3478916"/>
                  </a:lnTo>
                  <a:lnTo>
                    <a:pt x="1844661" y="3480042"/>
                  </a:lnTo>
                  <a:lnTo>
                    <a:pt x="1916283" y="3480906"/>
                  </a:lnTo>
                  <a:lnTo>
                    <a:pt x="1987906" y="3481569"/>
                  </a:lnTo>
                  <a:lnTo>
                    <a:pt x="2059529" y="3482077"/>
                  </a:lnTo>
                  <a:lnTo>
                    <a:pt x="2131151" y="3482466"/>
                  </a:lnTo>
                  <a:lnTo>
                    <a:pt x="2202774" y="3482765"/>
                  </a:lnTo>
                  <a:lnTo>
                    <a:pt x="2274396" y="3482994"/>
                  </a:lnTo>
                  <a:lnTo>
                    <a:pt x="2346019" y="3483169"/>
                  </a:lnTo>
                  <a:lnTo>
                    <a:pt x="2417641" y="3483304"/>
                  </a:lnTo>
                  <a:lnTo>
                    <a:pt x="2489264" y="3483407"/>
                  </a:lnTo>
                  <a:lnTo>
                    <a:pt x="2560886" y="3483486"/>
                  </a:lnTo>
                  <a:lnTo>
                    <a:pt x="2632509" y="3483547"/>
                  </a:lnTo>
                  <a:lnTo>
                    <a:pt x="2704131" y="3483593"/>
                  </a:lnTo>
                  <a:lnTo>
                    <a:pt x="2775754" y="3483629"/>
                  </a:lnTo>
                  <a:lnTo>
                    <a:pt x="2847376" y="3483656"/>
                  </a:lnTo>
                  <a:lnTo>
                    <a:pt x="2918999" y="3483677"/>
                  </a:lnTo>
                  <a:lnTo>
                    <a:pt x="2990621" y="3483694"/>
                  </a:lnTo>
                  <a:lnTo>
                    <a:pt x="3062244" y="3483706"/>
                  </a:lnTo>
                  <a:lnTo>
                    <a:pt x="3133866" y="3483715"/>
                  </a:lnTo>
                  <a:lnTo>
                    <a:pt x="3205489" y="3483723"/>
                  </a:lnTo>
                  <a:lnTo>
                    <a:pt x="3277111" y="3483728"/>
                  </a:lnTo>
                  <a:lnTo>
                    <a:pt x="3348734" y="3483732"/>
                  </a:lnTo>
                  <a:lnTo>
                    <a:pt x="3420357" y="3483736"/>
                  </a:lnTo>
                  <a:lnTo>
                    <a:pt x="3491979" y="3483738"/>
                  </a:lnTo>
                  <a:lnTo>
                    <a:pt x="3563602" y="3483740"/>
                  </a:lnTo>
                  <a:lnTo>
                    <a:pt x="3635224" y="3483742"/>
                  </a:lnTo>
                  <a:lnTo>
                    <a:pt x="3706847" y="3483743"/>
                  </a:lnTo>
                  <a:lnTo>
                    <a:pt x="3778469" y="3483744"/>
                  </a:lnTo>
                  <a:lnTo>
                    <a:pt x="3850092" y="3483744"/>
                  </a:lnTo>
                  <a:lnTo>
                    <a:pt x="3921714" y="3483745"/>
                  </a:lnTo>
                  <a:lnTo>
                    <a:pt x="3993337" y="3483745"/>
                  </a:lnTo>
                  <a:lnTo>
                    <a:pt x="4064959" y="3483745"/>
                  </a:lnTo>
                  <a:lnTo>
                    <a:pt x="4136582" y="3483746"/>
                  </a:lnTo>
                  <a:lnTo>
                    <a:pt x="4208204" y="3483746"/>
                  </a:lnTo>
                  <a:lnTo>
                    <a:pt x="4279827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0103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28.41 (0.00-Inf), p_Bonf = 1.000 (n = 6)  |  per IQR decline (Δ = 24.5 %): 3631.65 (0.00-Inf)  |  IQR: [-22.7, 1.8]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2026-10-09T11:52:54Z</dcterms:modified>
  <cp:category/>
</cp:coreProperties>
</file>