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87269" y="5240812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87269" y="4627186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87269" y="4013560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87269" y="3399933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87269" y="2786307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70861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5131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55430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597715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39999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87269" y="554762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87269" y="4933999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087269" y="4320373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087269" y="3706746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087269" y="3093120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199719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742004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28428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826573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368857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429252" y="2920757"/>
              <a:ext cx="6839649" cy="2626868"/>
            </a:xfrm>
            <a:custGeom>
              <a:avLst/>
              <a:pathLst>
                <a:path w="6839649" h="2626868">
                  <a:moveTo>
                    <a:pt x="0" y="2626820"/>
                  </a:moveTo>
                  <a:lnTo>
                    <a:pt x="13384" y="2626813"/>
                  </a:lnTo>
                  <a:lnTo>
                    <a:pt x="26769" y="2626804"/>
                  </a:lnTo>
                  <a:lnTo>
                    <a:pt x="40154" y="2626794"/>
                  </a:lnTo>
                  <a:lnTo>
                    <a:pt x="53539" y="2626783"/>
                  </a:lnTo>
                  <a:lnTo>
                    <a:pt x="66924" y="2626770"/>
                  </a:lnTo>
                  <a:lnTo>
                    <a:pt x="80308" y="2626755"/>
                  </a:lnTo>
                  <a:lnTo>
                    <a:pt x="93693" y="2626738"/>
                  </a:lnTo>
                  <a:lnTo>
                    <a:pt x="107078" y="2626719"/>
                  </a:lnTo>
                  <a:lnTo>
                    <a:pt x="120463" y="2626697"/>
                  </a:lnTo>
                  <a:lnTo>
                    <a:pt x="133848" y="2626672"/>
                  </a:lnTo>
                  <a:lnTo>
                    <a:pt x="147233" y="2626645"/>
                  </a:lnTo>
                  <a:lnTo>
                    <a:pt x="160617" y="2626612"/>
                  </a:lnTo>
                  <a:lnTo>
                    <a:pt x="174002" y="2626576"/>
                  </a:lnTo>
                  <a:lnTo>
                    <a:pt x="187387" y="2626536"/>
                  </a:lnTo>
                  <a:lnTo>
                    <a:pt x="200772" y="2626489"/>
                  </a:lnTo>
                  <a:lnTo>
                    <a:pt x="214157" y="2626437"/>
                  </a:lnTo>
                  <a:lnTo>
                    <a:pt x="227542" y="2626379"/>
                  </a:lnTo>
                  <a:lnTo>
                    <a:pt x="240926" y="2626313"/>
                  </a:lnTo>
                  <a:lnTo>
                    <a:pt x="254311" y="2626238"/>
                  </a:lnTo>
                  <a:lnTo>
                    <a:pt x="267696" y="2626156"/>
                  </a:lnTo>
                  <a:lnTo>
                    <a:pt x="281081" y="2626064"/>
                  </a:lnTo>
                  <a:lnTo>
                    <a:pt x="294466" y="2625958"/>
                  </a:lnTo>
                  <a:lnTo>
                    <a:pt x="307851" y="2625842"/>
                  </a:lnTo>
                  <a:lnTo>
                    <a:pt x="321235" y="2625716"/>
                  </a:lnTo>
                  <a:lnTo>
                    <a:pt x="334620" y="2625568"/>
                  </a:lnTo>
                  <a:lnTo>
                    <a:pt x="348005" y="2625407"/>
                  </a:lnTo>
                  <a:lnTo>
                    <a:pt x="361390" y="2625231"/>
                  </a:lnTo>
                  <a:lnTo>
                    <a:pt x="374775" y="2625030"/>
                  </a:lnTo>
                  <a:lnTo>
                    <a:pt x="388160" y="2624808"/>
                  </a:lnTo>
                  <a:lnTo>
                    <a:pt x="401544" y="2624567"/>
                  </a:lnTo>
                  <a:lnTo>
                    <a:pt x="414929" y="2624296"/>
                  </a:lnTo>
                  <a:lnTo>
                    <a:pt x="428314" y="2623994"/>
                  </a:lnTo>
                  <a:lnTo>
                    <a:pt x="441699" y="2623667"/>
                  </a:lnTo>
                  <a:lnTo>
                    <a:pt x="455084" y="2623307"/>
                  </a:lnTo>
                  <a:lnTo>
                    <a:pt x="468469" y="2622901"/>
                  </a:lnTo>
                  <a:lnTo>
                    <a:pt x="481853" y="2622462"/>
                  </a:lnTo>
                  <a:lnTo>
                    <a:pt x="495238" y="2621989"/>
                  </a:lnTo>
                  <a:lnTo>
                    <a:pt x="508623" y="2621449"/>
                  </a:lnTo>
                  <a:lnTo>
                    <a:pt x="522008" y="2620868"/>
                  </a:lnTo>
                  <a:lnTo>
                    <a:pt x="535393" y="2620243"/>
                  </a:lnTo>
                  <a:lnTo>
                    <a:pt x="548778" y="2619542"/>
                  </a:lnTo>
                  <a:lnTo>
                    <a:pt x="562162" y="2618780"/>
                  </a:lnTo>
                  <a:lnTo>
                    <a:pt x="575547" y="2617964"/>
                  </a:lnTo>
                  <a:lnTo>
                    <a:pt x="588932" y="2617066"/>
                  </a:lnTo>
                  <a:lnTo>
                    <a:pt x="602317" y="2616079"/>
                  </a:lnTo>
                  <a:lnTo>
                    <a:pt x="615702" y="2615023"/>
                  </a:lnTo>
                  <a:lnTo>
                    <a:pt x="629087" y="2613884"/>
                  </a:lnTo>
                  <a:lnTo>
                    <a:pt x="642471" y="2612620"/>
                  </a:lnTo>
                  <a:lnTo>
                    <a:pt x="655856" y="2611273"/>
                  </a:lnTo>
                  <a:lnTo>
                    <a:pt x="669241" y="2609840"/>
                  </a:lnTo>
                  <a:lnTo>
                    <a:pt x="682626" y="2608241"/>
                  </a:lnTo>
                  <a:lnTo>
                    <a:pt x="696011" y="2606540"/>
                  </a:lnTo>
                  <a:lnTo>
                    <a:pt x="709396" y="2604736"/>
                  </a:lnTo>
                  <a:lnTo>
                    <a:pt x="722780" y="2602758"/>
                  </a:lnTo>
                  <a:lnTo>
                    <a:pt x="736165" y="2600634"/>
                  </a:lnTo>
                  <a:lnTo>
                    <a:pt x="749550" y="2598388"/>
                  </a:lnTo>
                  <a:lnTo>
                    <a:pt x="762935" y="2595965"/>
                  </a:lnTo>
                  <a:lnTo>
                    <a:pt x="776320" y="2593344"/>
                  </a:lnTo>
                  <a:lnTo>
                    <a:pt x="789705" y="2590578"/>
                  </a:lnTo>
                  <a:lnTo>
                    <a:pt x="803089" y="2587640"/>
                  </a:lnTo>
                  <a:lnTo>
                    <a:pt x="816474" y="2584441"/>
                  </a:lnTo>
                  <a:lnTo>
                    <a:pt x="829859" y="2581073"/>
                  </a:lnTo>
                  <a:lnTo>
                    <a:pt x="843244" y="2577535"/>
                  </a:lnTo>
                  <a:lnTo>
                    <a:pt x="856629" y="2573682"/>
                  </a:lnTo>
                  <a:lnTo>
                    <a:pt x="870014" y="2569627"/>
                  </a:lnTo>
                  <a:lnTo>
                    <a:pt x="883398" y="2565378"/>
                  </a:lnTo>
                  <a:lnTo>
                    <a:pt x="896783" y="2560818"/>
                  </a:lnTo>
                  <a:lnTo>
                    <a:pt x="910168" y="2555988"/>
                  </a:lnTo>
                  <a:lnTo>
                    <a:pt x="923553" y="2550940"/>
                  </a:lnTo>
                  <a:lnTo>
                    <a:pt x="936938" y="2545593"/>
                  </a:lnTo>
                  <a:lnTo>
                    <a:pt x="950323" y="2539902"/>
                  </a:lnTo>
                  <a:lnTo>
                    <a:pt x="963707" y="2533968"/>
                  </a:lnTo>
                  <a:lnTo>
                    <a:pt x="977092" y="2527759"/>
                  </a:lnTo>
                  <a:lnTo>
                    <a:pt x="990477" y="2521121"/>
                  </a:lnTo>
                  <a:lnTo>
                    <a:pt x="1003862" y="2514219"/>
                  </a:lnTo>
                  <a:lnTo>
                    <a:pt x="1017247" y="2507050"/>
                  </a:lnTo>
                  <a:lnTo>
                    <a:pt x="1030632" y="2499411"/>
                  </a:lnTo>
                  <a:lnTo>
                    <a:pt x="1044016" y="2491464"/>
                  </a:lnTo>
                  <a:lnTo>
                    <a:pt x="1057401" y="2483230"/>
                  </a:lnTo>
                  <a:lnTo>
                    <a:pt x="1070786" y="2474558"/>
                  </a:lnTo>
                  <a:lnTo>
                    <a:pt x="1084171" y="2465498"/>
                  </a:lnTo>
                  <a:lnTo>
                    <a:pt x="1097556" y="2456134"/>
                  </a:lnTo>
                  <a:lnTo>
                    <a:pt x="1110941" y="2446374"/>
                  </a:lnTo>
                  <a:lnTo>
                    <a:pt x="1124325" y="2436145"/>
                  </a:lnTo>
                  <a:lnTo>
                    <a:pt x="1137710" y="2425598"/>
                  </a:lnTo>
                  <a:lnTo>
                    <a:pt x="1151095" y="2414707"/>
                  </a:lnTo>
                  <a:lnTo>
                    <a:pt x="1164480" y="2403264"/>
                  </a:lnTo>
                  <a:lnTo>
                    <a:pt x="1177865" y="2391496"/>
                  </a:lnTo>
                  <a:lnTo>
                    <a:pt x="1191250" y="2379400"/>
                  </a:lnTo>
                  <a:lnTo>
                    <a:pt x="1204634" y="2366757"/>
                  </a:lnTo>
                  <a:lnTo>
                    <a:pt x="1218019" y="2353741"/>
                  </a:lnTo>
                  <a:lnTo>
                    <a:pt x="1231404" y="2340395"/>
                  </a:lnTo>
                  <a:lnTo>
                    <a:pt x="1244789" y="2326564"/>
                  </a:lnTo>
                  <a:lnTo>
                    <a:pt x="1258174" y="2312293"/>
                  </a:lnTo>
                  <a:lnTo>
                    <a:pt x="1271559" y="2297691"/>
                  </a:lnTo>
                  <a:lnTo>
                    <a:pt x="1284943" y="2282675"/>
                  </a:lnTo>
                  <a:lnTo>
                    <a:pt x="1298328" y="2267155"/>
                  </a:lnTo>
                  <a:lnTo>
                    <a:pt x="1311713" y="2251308"/>
                  </a:lnTo>
                  <a:lnTo>
                    <a:pt x="1325098" y="2235122"/>
                  </a:lnTo>
                  <a:lnTo>
                    <a:pt x="1338483" y="2218375"/>
                  </a:lnTo>
                  <a:lnTo>
                    <a:pt x="1351868" y="2201312"/>
                  </a:lnTo>
                  <a:lnTo>
                    <a:pt x="1365252" y="2183933"/>
                  </a:lnTo>
                  <a:lnTo>
                    <a:pt x="1378637" y="2166047"/>
                  </a:lnTo>
                  <a:lnTo>
                    <a:pt x="1392022" y="2147808"/>
                  </a:lnTo>
                  <a:lnTo>
                    <a:pt x="1405407" y="2129267"/>
                  </a:lnTo>
                  <a:lnTo>
                    <a:pt x="1418792" y="2110303"/>
                  </a:lnTo>
                  <a:lnTo>
                    <a:pt x="1432177" y="2090944"/>
                  </a:lnTo>
                  <a:lnTo>
                    <a:pt x="1445561" y="2071301"/>
                  </a:lnTo>
                  <a:lnTo>
                    <a:pt x="1458946" y="2051317"/>
                  </a:lnTo>
                  <a:lnTo>
                    <a:pt x="1472331" y="2030907"/>
                  </a:lnTo>
                  <a:lnTo>
                    <a:pt x="1485716" y="2010234"/>
                  </a:lnTo>
                  <a:lnTo>
                    <a:pt x="1499101" y="1989299"/>
                  </a:lnTo>
                  <a:lnTo>
                    <a:pt x="1512486" y="1967919"/>
                  </a:lnTo>
                  <a:lnTo>
                    <a:pt x="1525870" y="1946301"/>
                  </a:lnTo>
                  <a:lnTo>
                    <a:pt x="1539255" y="1924448"/>
                  </a:lnTo>
                  <a:lnTo>
                    <a:pt x="1552640" y="1902237"/>
                  </a:lnTo>
                  <a:lnTo>
                    <a:pt x="1566025" y="1879772"/>
                  </a:lnTo>
                  <a:lnTo>
                    <a:pt x="1579410" y="1857100"/>
                  </a:lnTo>
                  <a:lnTo>
                    <a:pt x="1592795" y="1834154"/>
                  </a:lnTo>
                  <a:lnTo>
                    <a:pt x="1606179" y="1810951"/>
                  </a:lnTo>
                  <a:lnTo>
                    <a:pt x="1619564" y="1787574"/>
                  </a:lnTo>
                  <a:lnTo>
                    <a:pt x="1632949" y="1763999"/>
                  </a:lnTo>
                  <a:lnTo>
                    <a:pt x="1646334" y="1740180"/>
                  </a:lnTo>
                  <a:lnTo>
                    <a:pt x="1659719" y="1716224"/>
                  </a:lnTo>
                  <a:lnTo>
                    <a:pt x="1673104" y="1692133"/>
                  </a:lnTo>
                  <a:lnTo>
                    <a:pt x="1686488" y="1667837"/>
                  </a:lnTo>
                  <a:lnTo>
                    <a:pt x="1699873" y="1643439"/>
                  </a:lnTo>
                  <a:lnTo>
                    <a:pt x="1713258" y="1618949"/>
                  </a:lnTo>
                  <a:lnTo>
                    <a:pt x="1726643" y="1594336"/>
                  </a:lnTo>
                  <a:lnTo>
                    <a:pt x="1740028" y="1569651"/>
                  </a:lnTo>
                  <a:lnTo>
                    <a:pt x="1753413" y="1544917"/>
                  </a:lnTo>
                  <a:lnTo>
                    <a:pt x="1766797" y="1520133"/>
                  </a:lnTo>
                  <a:lnTo>
                    <a:pt x="1780182" y="1495326"/>
                  </a:lnTo>
                  <a:lnTo>
                    <a:pt x="1793567" y="1470518"/>
                  </a:lnTo>
                  <a:lnTo>
                    <a:pt x="1806952" y="1445718"/>
                  </a:lnTo>
                  <a:lnTo>
                    <a:pt x="1820337" y="1420966"/>
                  </a:lnTo>
                  <a:lnTo>
                    <a:pt x="1833722" y="1396264"/>
                  </a:lnTo>
                  <a:lnTo>
                    <a:pt x="1847106" y="1371617"/>
                  </a:lnTo>
                  <a:lnTo>
                    <a:pt x="1860491" y="1347102"/>
                  </a:lnTo>
                  <a:lnTo>
                    <a:pt x="1873876" y="1322695"/>
                  </a:lnTo>
                  <a:lnTo>
                    <a:pt x="1887261" y="1298396"/>
                  </a:lnTo>
                  <a:lnTo>
                    <a:pt x="1900646" y="1274286"/>
                  </a:lnTo>
                  <a:lnTo>
                    <a:pt x="1914031" y="1250367"/>
                  </a:lnTo>
                  <a:lnTo>
                    <a:pt x="1927415" y="1226608"/>
                  </a:lnTo>
                  <a:lnTo>
                    <a:pt x="1940800" y="1203076"/>
                  </a:lnTo>
                  <a:lnTo>
                    <a:pt x="1954185" y="1179835"/>
                  </a:lnTo>
                  <a:lnTo>
                    <a:pt x="1967570" y="1156807"/>
                  </a:lnTo>
                  <a:lnTo>
                    <a:pt x="1980955" y="1134021"/>
                  </a:lnTo>
                  <a:lnTo>
                    <a:pt x="1994340" y="1111642"/>
                  </a:lnTo>
                  <a:lnTo>
                    <a:pt x="2007724" y="1089523"/>
                  </a:lnTo>
                  <a:lnTo>
                    <a:pt x="2021109" y="1067669"/>
                  </a:lnTo>
                  <a:lnTo>
                    <a:pt x="2034494" y="1046291"/>
                  </a:lnTo>
                  <a:lnTo>
                    <a:pt x="2047879" y="1025244"/>
                  </a:lnTo>
                  <a:lnTo>
                    <a:pt x="2061264" y="1004502"/>
                  </a:lnTo>
                  <a:lnTo>
                    <a:pt x="2074649" y="984229"/>
                  </a:lnTo>
                  <a:lnTo>
                    <a:pt x="2088033" y="964390"/>
                  </a:lnTo>
                  <a:lnTo>
                    <a:pt x="2101418" y="944889"/>
                  </a:lnTo>
                  <a:lnTo>
                    <a:pt x="2114803" y="925826"/>
                  </a:lnTo>
                  <a:lnTo>
                    <a:pt x="2128188" y="907301"/>
                  </a:lnTo>
                  <a:lnTo>
                    <a:pt x="2141573" y="889135"/>
                  </a:lnTo>
                  <a:lnTo>
                    <a:pt x="2154958" y="871356"/>
                  </a:lnTo>
                  <a:lnTo>
                    <a:pt x="2168342" y="854210"/>
                  </a:lnTo>
                  <a:lnTo>
                    <a:pt x="2181727" y="837436"/>
                  </a:lnTo>
                  <a:lnTo>
                    <a:pt x="2195112" y="821033"/>
                  </a:lnTo>
                  <a:lnTo>
                    <a:pt x="2208497" y="805244"/>
                  </a:lnTo>
                  <a:lnTo>
                    <a:pt x="2221882" y="789877"/>
                  </a:lnTo>
                  <a:lnTo>
                    <a:pt x="2235267" y="774878"/>
                  </a:lnTo>
                  <a:lnTo>
                    <a:pt x="2248651" y="760409"/>
                  </a:lnTo>
                  <a:lnTo>
                    <a:pt x="2262036" y="746424"/>
                  </a:lnTo>
                  <a:lnTo>
                    <a:pt x="2275421" y="732793"/>
                  </a:lnTo>
                  <a:lnTo>
                    <a:pt x="2288806" y="719598"/>
                  </a:lnTo>
                  <a:lnTo>
                    <a:pt x="2302191" y="706933"/>
                  </a:lnTo>
                  <a:lnTo>
                    <a:pt x="2315576" y="694599"/>
                  </a:lnTo>
                  <a:lnTo>
                    <a:pt x="2328960" y="682604"/>
                  </a:lnTo>
                  <a:lnTo>
                    <a:pt x="2342345" y="671164"/>
                  </a:lnTo>
                  <a:lnTo>
                    <a:pt x="2355730" y="660024"/>
                  </a:lnTo>
                  <a:lnTo>
                    <a:pt x="2369115" y="649182"/>
                  </a:lnTo>
                  <a:lnTo>
                    <a:pt x="2382500" y="638800"/>
                  </a:lnTo>
                  <a:lnTo>
                    <a:pt x="2395885" y="628733"/>
                  </a:lnTo>
                  <a:lnTo>
                    <a:pt x="2409269" y="618928"/>
                  </a:lnTo>
                  <a:lnTo>
                    <a:pt x="2422654" y="609477"/>
                  </a:lnTo>
                  <a:lnTo>
                    <a:pt x="2436039" y="600351"/>
                  </a:lnTo>
                  <a:lnTo>
                    <a:pt x="2449424" y="591449"/>
                  </a:lnTo>
                  <a:lnTo>
                    <a:pt x="2462809" y="582810"/>
                  </a:lnTo>
                  <a:lnTo>
                    <a:pt x="2476194" y="574492"/>
                  </a:lnTo>
                  <a:lnTo>
                    <a:pt x="2489578" y="566363"/>
                  </a:lnTo>
                  <a:lnTo>
                    <a:pt x="2502963" y="558422"/>
                  </a:lnTo>
                  <a:lnTo>
                    <a:pt x="2516348" y="550790"/>
                  </a:lnTo>
                  <a:lnTo>
                    <a:pt x="2529733" y="543319"/>
                  </a:lnTo>
                  <a:lnTo>
                    <a:pt x="2543118" y="536005"/>
                  </a:lnTo>
                  <a:lnTo>
                    <a:pt x="2556503" y="528925"/>
                  </a:lnTo>
                  <a:lnTo>
                    <a:pt x="2569887" y="522013"/>
                  </a:lnTo>
                  <a:lnTo>
                    <a:pt x="2583272" y="515237"/>
                  </a:lnTo>
                  <a:lnTo>
                    <a:pt x="2596657" y="508638"/>
                  </a:lnTo>
                  <a:lnTo>
                    <a:pt x="2610042" y="502214"/>
                  </a:lnTo>
                  <a:lnTo>
                    <a:pt x="2623427" y="495910"/>
                  </a:lnTo>
                  <a:lnTo>
                    <a:pt x="2636812" y="489742"/>
                  </a:lnTo>
                  <a:lnTo>
                    <a:pt x="2650196" y="483759"/>
                  </a:lnTo>
                  <a:lnTo>
                    <a:pt x="2663581" y="477887"/>
                  </a:lnTo>
                  <a:lnTo>
                    <a:pt x="2676966" y="472126"/>
                  </a:lnTo>
                  <a:lnTo>
                    <a:pt x="2690351" y="466556"/>
                  </a:lnTo>
                  <a:lnTo>
                    <a:pt x="2703736" y="461098"/>
                  </a:lnTo>
                  <a:lnTo>
                    <a:pt x="2717121" y="455748"/>
                  </a:lnTo>
                  <a:lnTo>
                    <a:pt x="2730505" y="450564"/>
                  </a:lnTo>
                  <a:lnTo>
                    <a:pt x="2743890" y="445515"/>
                  </a:lnTo>
                  <a:lnTo>
                    <a:pt x="2757275" y="440574"/>
                  </a:lnTo>
                  <a:lnTo>
                    <a:pt x="2770660" y="435778"/>
                  </a:lnTo>
                  <a:lnTo>
                    <a:pt x="2784045" y="431137"/>
                  </a:lnTo>
                  <a:lnTo>
                    <a:pt x="2797430" y="426604"/>
                  </a:lnTo>
                  <a:lnTo>
                    <a:pt x="2810814" y="422190"/>
                  </a:lnTo>
                  <a:lnTo>
                    <a:pt x="2824199" y="417951"/>
                  </a:lnTo>
                  <a:lnTo>
                    <a:pt x="2837584" y="413813"/>
                  </a:lnTo>
                  <a:lnTo>
                    <a:pt x="2850969" y="409777"/>
                  </a:lnTo>
                  <a:lnTo>
                    <a:pt x="2864354" y="405906"/>
                  </a:lnTo>
                  <a:lnTo>
                    <a:pt x="2877739" y="402131"/>
                  </a:lnTo>
                  <a:lnTo>
                    <a:pt x="2891123" y="398445"/>
                  </a:lnTo>
                  <a:lnTo>
                    <a:pt x="2904508" y="394881"/>
                  </a:lnTo>
                  <a:lnTo>
                    <a:pt x="2917893" y="391408"/>
                  </a:lnTo>
                  <a:lnTo>
                    <a:pt x="2931278" y="388000"/>
                  </a:lnTo>
                  <a:lnTo>
                    <a:pt x="2944663" y="384667"/>
                  </a:lnTo>
                  <a:lnTo>
                    <a:pt x="2958048" y="381398"/>
                  </a:lnTo>
                  <a:lnTo>
                    <a:pt x="2971432" y="378161"/>
                  </a:lnTo>
                  <a:lnTo>
                    <a:pt x="2984817" y="374952"/>
                  </a:lnTo>
                  <a:lnTo>
                    <a:pt x="2998202" y="371754"/>
                  </a:lnTo>
                  <a:lnTo>
                    <a:pt x="3011587" y="368544"/>
                  </a:lnTo>
                  <a:lnTo>
                    <a:pt x="3024972" y="365318"/>
                  </a:lnTo>
                  <a:lnTo>
                    <a:pt x="3038357" y="362029"/>
                  </a:lnTo>
                  <a:lnTo>
                    <a:pt x="3051741" y="358673"/>
                  </a:lnTo>
                  <a:lnTo>
                    <a:pt x="3065126" y="355249"/>
                  </a:lnTo>
                  <a:lnTo>
                    <a:pt x="3078511" y="351699"/>
                  </a:lnTo>
                  <a:lnTo>
                    <a:pt x="3091896" y="348002"/>
                  </a:lnTo>
                  <a:lnTo>
                    <a:pt x="3105281" y="344182"/>
                  </a:lnTo>
                  <a:lnTo>
                    <a:pt x="3118666" y="340191"/>
                  </a:lnTo>
                  <a:lnTo>
                    <a:pt x="3132050" y="335955"/>
                  </a:lnTo>
                  <a:lnTo>
                    <a:pt x="3145435" y="331541"/>
                  </a:lnTo>
                  <a:lnTo>
                    <a:pt x="3158820" y="326933"/>
                  </a:lnTo>
                  <a:lnTo>
                    <a:pt x="3172205" y="321969"/>
                  </a:lnTo>
                  <a:lnTo>
                    <a:pt x="3185590" y="316781"/>
                  </a:lnTo>
                  <a:lnTo>
                    <a:pt x="3198975" y="311365"/>
                  </a:lnTo>
                  <a:lnTo>
                    <a:pt x="3212359" y="305553"/>
                  </a:lnTo>
                  <a:lnTo>
                    <a:pt x="3225744" y="299448"/>
                  </a:lnTo>
                  <a:lnTo>
                    <a:pt x="3239129" y="293083"/>
                  </a:lnTo>
                  <a:lnTo>
                    <a:pt x="3252514" y="286340"/>
                  </a:lnTo>
                  <a:lnTo>
                    <a:pt x="3265899" y="279230"/>
                  </a:lnTo>
                  <a:lnTo>
                    <a:pt x="3279284" y="271849"/>
                  </a:lnTo>
                  <a:lnTo>
                    <a:pt x="3292668" y="264137"/>
                  </a:lnTo>
                  <a:lnTo>
                    <a:pt x="3306053" y="256009"/>
                  </a:lnTo>
                  <a:lnTo>
                    <a:pt x="3319438" y="247622"/>
                  </a:lnTo>
                  <a:lnTo>
                    <a:pt x="3332823" y="238974"/>
                  </a:lnTo>
                  <a:lnTo>
                    <a:pt x="3346208" y="229900"/>
                  </a:lnTo>
                  <a:lnTo>
                    <a:pt x="3359593" y="220605"/>
                  </a:lnTo>
                  <a:lnTo>
                    <a:pt x="3372977" y="211096"/>
                  </a:lnTo>
                  <a:lnTo>
                    <a:pt x="3386362" y="201276"/>
                  </a:lnTo>
                  <a:lnTo>
                    <a:pt x="3399747" y="191265"/>
                  </a:lnTo>
                  <a:lnTo>
                    <a:pt x="3413132" y="181108"/>
                  </a:lnTo>
                  <a:lnTo>
                    <a:pt x="3426517" y="170777"/>
                  </a:lnTo>
                  <a:lnTo>
                    <a:pt x="3439902" y="160333"/>
                  </a:lnTo>
                  <a:lnTo>
                    <a:pt x="3453286" y="149836"/>
                  </a:lnTo>
                  <a:lnTo>
                    <a:pt x="3466671" y="139298"/>
                  </a:lnTo>
                  <a:lnTo>
                    <a:pt x="3480056" y="128788"/>
                  </a:lnTo>
                  <a:lnTo>
                    <a:pt x="3493441" y="118339"/>
                  </a:lnTo>
                  <a:lnTo>
                    <a:pt x="3506826" y="107963"/>
                  </a:lnTo>
                  <a:lnTo>
                    <a:pt x="3520211" y="97817"/>
                  </a:lnTo>
                  <a:lnTo>
                    <a:pt x="3533595" y="87866"/>
                  </a:lnTo>
                  <a:lnTo>
                    <a:pt x="3546980" y="78119"/>
                  </a:lnTo>
                  <a:lnTo>
                    <a:pt x="3560365" y="68767"/>
                  </a:lnTo>
                  <a:lnTo>
                    <a:pt x="3573750" y="59803"/>
                  </a:lnTo>
                  <a:lnTo>
                    <a:pt x="3587135" y="51181"/>
                  </a:lnTo>
                  <a:lnTo>
                    <a:pt x="3600520" y="43074"/>
                  </a:lnTo>
                  <a:lnTo>
                    <a:pt x="3613904" y="35599"/>
                  </a:lnTo>
                  <a:lnTo>
                    <a:pt x="3627289" y="28605"/>
                  </a:lnTo>
                  <a:lnTo>
                    <a:pt x="3640674" y="22189"/>
                  </a:lnTo>
                  <a:lnTo>
                    <a:pt x="3654059" y="16693"/>
                  </a:lnTo>
                  <a:lnTo>
                    <a:pt x="3667444" y="11806"/>
                  </a:lnTo>
                  <a:lnTo>
                    <a:pt x="3680829" y="7538"/>
                  </a:lnTo>
                  <a:lnTo>
                    <a:pt x="3694213" y="4432"/>
                  </a:lnTo>
                  <a:lnTo>
                    <a:pt x="3707598" y="2083"/>
                  </a:lnTo>
                  <a:lnTo>
                    <a:pt x="3720983" y="460"/>
                  </a:lnTo>
                  <a:lnTo>
                    <a:pt x="3734368" y="0"/>
                  </a:lnTo>
                  <a:lnTo>
                    <a:pt x="3747753" y="544"/>
                  </a:lnTo>
                  <a:lnTo>
                    <a:pt x="3761138" y="1900"/>
                  </a:lnTo>
                  <a:lnTo>
                    <a:pt x="3774522" y="4350"/>
                  </a:lnTo>
                  <a:lnTo>
                    <a:pt x="3787907" y="8054"/>
                  </a:lnTo>
                  <a:lnTo>
                    <a:pt x="3801292" y="12622"/>
                  </a:lnTo>
                  <a:lnTo>
                    <a:pt x="3814677" y="18162"/>
                  </a:lnTo>
                  <a:lnTo>
                    <a:pt x="3828062" y="25182"/>
                  </a:lnTo>
                  <a:lnTo>
                    <a:pt x="3841447" y="33089"/>
                  </a:lnTo>
                  <a:lnTo>
                    <a:pt x="3854831" y="41883"/>
                  </a:lnTo>
                  <a:lnTo>
                    <a:pt x="3868216" y="52182"/>
                  </a:lnTo>
                  <a:lnTo>
                    <a:pt x="3881601" y="63438"/>
                  </a:lnTo>
                  <a:lnTo>
                    <a:pt x="3894986" y="75567"/>
                  </a:lnTo>
                  <a:lnTo>
                    <a:pt x="3908371" y="88981"/>
                  </a:lnTo>
                  <a:lnTo>
                    <a:pt x="3921756" y="103487"/>
                  </a:lnTo>
                  <a:lnTo>
                    <a:pt x="3935140" y="118818"/>
                  </a:lnTo>
                  <a:lnTo>
                    <a:pt x="3948525" y="135193"/>
                  </a:lnTo>
                  <a:lnTo>
                    <a:pt x="3961910" y="152743"/>
                  </a:lnTo>
                  <a:lnTo>
                    <a:pt x="3975295" y="171045"/>
                  </a:lnTo>
                  <a:lnTo>
                    <a:pt x="3988680" y="190147"/>
                  </a:lnTo>
                  <a:lnTo>
                    <a:pt x="4002065" y="210447"/>
                  </a:lnTo>
                  <a:lnTo>
                    <a:pt x="4015449" y="231403"/>
                  </a:lnTo>
                  <a:lnTo>
                    <a:pt x="4028834" y="253006"/>
                  </a:lnTo>
                  <a:lnTo>
                    <a:pt x="4042219" y="275611"/>
                  </a:lnTo>
                  <a:lnTo>
                    <a:pt x="4055604" y="298838"/>
                  </a:lnTo>
                  <a:lnTo>
                    <a:pt x="4068989" y="322598"/>
                  </a:lnTo>
                  <a:lnTo>
                    <a:pt x="4082374" y="347080"/>
                  </a:lnTo>
                  <a:lnTo>
                    <a:pt x="4095758" y="372150"/>
                  </a:lnTo>
                  <a:lnTo>
                    <a:pt x="4109143" y="397630"/>
                  </a:lnTo>
                  <a:lnTo>
                    <a:pt x="4122528" y="423588"/>
                  </a:lnTo>
                  <a:lnTo>
                    <a:pt x="4135913" y="450051"/>
                  </a:lnTo>
                  <a:lnTo>
                    <a:pt x="4149298" y="476796"/>
                  </a:lnTo>
                  <a:lnTo>
                    <a:pt x="4162683" y="503823"/>
                  </a:lnTo>
                  <a:lnTo>
                    <a:pt x="4176067" y="531224"/>
                  </a:lnTo>
                  <a:lnTo>
                    <a:pt x="4189452" y="558785"/>
                  </a:lnTo>
                  <a:lnTo>
                    <a:pt x="4202837" y="586497"/>
                  </a:lnTo>
                  <a:lnTo>
                    <a:pt x="4216222" y="614380"/>
                  </a:lnTo>
                  <a:lnTo>
                    <a:pt x="4229607" y="642328"/>
                  </a:lnTo>
                  <a:lnTo>
                    <a:pt x="4242992" y="670312"/>
                  </a:lnTo>
                  <a:lnTo>
                    <a:pt x="4256376" y="698306"/>
                  </a:lnTo>
                  <a:lnTo>
                    <a:pt x="4269761" y="726245"/>
                  </a:lnTo>
                  <a:lnTo>
                    <a:pt x="4283146" y="754121"/>
                  </a:lnTo>
                  <a:lnTo>
                    <a:pt x="4296531" y="781897"/>
                  </a:lnTo>
                  <a:lnTo>
                    <a:pt x="4309916" y="809481"/>
                  </a:lnTo>
                  <a:lnTo>
                    <a:pt x="4323301" y="836915"/>
                  </a:lnTo>
                  <a:lnTo>
                    <a:pt x="4336685" y="864190"/>
                  </a:lnTo>
                  <a:lnTo>
                    <a:pt x="4350070" y="891123"/>
                  </a:lnTo>
                  <a:lnTo>
                    <a:pt x="4363455" y="917836"/>
                  </a:lnTo>
                  <a:lnTo>
                    <a:pt x="4376840" y="944323"/>
                  </a:lnTo>
                  <a:lnTo>
                    <a:pt x="4390225" y="970417"/>
                  </a:lnTo>
                  <a:lnTo>
                    <a:pt x="4403610" y="996187"/>
                  </a:lnTo>
                  <a:lnTo>
                    <a:pt x="4416994" y="1021678"/>
                  </a:lnTo>
                  <a:lnTo>
                    <a:pt x="4430379" y="1046769"/>
                  </a:lnTo>
                  <a:lnTo>
                    <a:pt x="4443764" y="1071428"/>
                  </a:lnTo>
                  <a:lnTo>
                    <a:pt x="4457149" y="1095772"/>
                  </a:lnTo>
                  <a:lnTo>
                    <a:pt x="4470534" y="1119739"/>
                  </a:lnTo>
                  <a:lnTo>
                    <a:pt x="4483919" y="1143171"/>
                  </a:lnTo>
                  <a:lnTo>
                    <a:pt x="4497303" y="1166265"/>
                  </a:lnTo>
                  <a:lnTo>
                    <a:pt x="4510688" y="1189019"/>
                  </a:lnTo>
                  <a:lnTo>
                    <a:pt x="4524073" y="1211165"/>
                  </a:lnTo>
                  <a:lnTo>
                    <a:pt x="4537458" y="1232950"/>
                  </a:lnTo>
                  <a:lnTo>
                    <a:pt x="4550843" y="1254386"/>
                  </a:lnTo>
                  <a:lnTo>
                    <a:pt x="4564228" y="1275276"/>
                  </a:lnTo>
                  <a:lnTo>
                    <a:pt x="4577612" y="1295731"/>
                  </a:lnTo>
                  <a:lnTo>
                    <a:pt x="4590997" y="1315836"/>
                  </a:lnTo>
                  <a:lnTo>
                    <a:pt x="4604382" y="1335471"/>
                  </a:lnTo>
                  <a:lnTo>
                    <a:pt x="4617767" y="1354605"/>
                  </a:lnTo>
                  <a:lnTo>
                    <a:pt x="4631152" y="1373395"/>
                  </a:lnTo>
                  <a:lnTo>
                    <a:pt x="4644537" y="1391796"/>
                  </a:lnTo>
                  <a:lnTo>
                    <a:pt x="4657921" y="1409639"/>
                  </a:lnTo>
                  <a:lnTo>
                    <a:pt x="4671306" y="1427151"/>
                  </a:lnTo>
                  <a:lnTo>
                    <a:pt x="4684691" y="1444333"/>
                  </a:lnTo>
                  <a:lnTo>
                    <a:pt x="4698076" y="1460956"/>
                  </a:lnTo>
                  <a:lnTo>
                    <a:pt x="4711461" y="1477242"/>
                  </a:lnTo>
                  <a:lnTo>
                    <a:pt x="4724846" y="1493213"/>
                  </a:lnTo>
                  <a:lnTo>
                    <a:pt x="4738230" y="1508717"/>
                  </a:lnTo>
                  <a:lnTo>
                    <a:pt x="4751615" y="1523837"/>
                  </a:lnTo>
                  <a:lnTo>
                    <a:pt x="4765000" y="1538662"/>
                  </a:lnTo>
                  <a:lnTo>
                    <a:pt x="4778385" y="1553105"/>
                  </a:lnTo>
                  <a:lnTo>
                    <a:pt x="4791770" y="1567127"/>
                  </a:lnTo>
                  <a:lnTo>
                    <a:pt x="4805155" y="1580873"/>
                  </a:lnTo>
                  <a:lnTo>
                    <a:pt x="4818539" y="1594317"/>
                  </a:lnTo>
                  <a:lnTo>
                    <a:pt x="4831924" y="1607313"/>
                  </a:lnTo>
                  <a:lnTo>
                    <a:pt x="4845309" y="1620050"/>
                  </a:lnTo>
                  <a:lnTo>
                    <a:pt x="4858694" y="1632533"/>
                  </a:lnTo>
                  <a:lnTo>
                    <a:pt x="4872079" y="1644598"/>
                  </a:lnTo>
                  <a:lnTo>
                    <a:pt x="4885464" y="1656399"/>
                  </a:lnTo>
                  <a:lnTo>
                    <a:pt x="4898848" y="1667964"/>
                  </a:lnTo>
                  <a:lnTo>
                    <a:pt x="4912233" y="1679190"/>
                  </a:lnTo>
                  <a:lnTo>
                    <a:pt x="4925618" y="1690125"/>
                  </a:lnTo>
                  <a:lnTo>
                    <a:pt x="4939003" y="1700844"/>
                  </a:lnTo>
                  <a:lnTo>
                    <a:pt x="4952388" y="1711293"/>
                  </a:lnTo>
                  <a:lnTo>
                    <a:pt x="4965773" y="1721434"/>
                  </a:lnTo>
                  <a:lnTo>
                    <a:pt x="4979157" y="1731377"/>
                  </a:lnTo>
                  <a:lnTo>
                    <a:pt x="4992542" y="1741114"/>
                  </a:lnTo>
                  <a:lnTo>
                    <a:pt x="5005927" y="1750531"/>
                  </a:lnTo>
                  <a:lnTo>
                    <a:pt x="5019312" y="1759771"/>
                  </a:lnTo>
                  <a:lnTo>
                    <a:pt x="5032697" y="1768835"/>
                  </a:lnTo>
                  <a:lnTo>
                    <a:pt x="5046082" y="1777624"/>
                  </a:lnTo>
                  <a:lnTo>
                    <a:pt x="5059466" y="1786233"/>
                  </a:lnTo>
                  <a:lnTo>
                    <a:pt x="5072851" y="1794687"/>
                  </a:lnTo>
                  <a:lnTo>
                    <a:pt x="5086236" y="1802928"/>
                  </a:lnTo>
                  <a:lnTo>
                    <a:pt x="5099621" y="1810981"/>
                  </a:lnTo>
                  <a:lnTo>
                    <a:pt x="5113006" y="1818900"/>
                  </a:lnTo>
                  <a:lnTo>
                    <a:pt x="5126391" y="1826661"/>
                  </a:lnTo>
                  <a:lnTo>
                    <a:pt x="5139775" y="1834236"/>
                  </a:lnTo>
                  <a:lnTo>
                    <a:pt x="5153160" y="1841700"/>
                  </a:lnTo>
                  <a:lnTo>
                    <a:pt x="5166545" y="1849053"/>
                  </a:lnTo>
                  <a:lnTo>
                    <a:pt x="5179930" y="1856232"/>
                  </a:lnTo>
                  <a:lnTo>
                    <a:pt x="5193315" y="1863323"/>
                  </a:lnTo>
                  <a:lnTo>
                    <a:pt x="5206700" y="1870328"/>
                  </a:lnTo>
                  <a:lnTo>
                    <a:pt x="5220084" y="1877209"/>
                  </a:lnTo>
                  <a:lnTo>
                    <a:pt x="5233469" y="1884012"/>
                  </a:lnTo>
                  <a:lnTo>
                    <a:pt x="5246854" y="1890753"/>
                  </a:lnTo>
                  <a:lnTo>
                    <a:pt x="5260239" y="1897416"/>
                  </a:lnTo>
                  <a:lnTo>
                    <a:pt x="5273624" y="1904017"/>
                  </a:lnTo>
                  <a:lnTo>
                    <a:pt x="5287009" y="1910581"/>
                  </a:lnTo>
                  <a:lnTo>
                    <a:pt x="5300393" y="1917104"/>
                  </a:lnTo>
                  <a:lnTo>
                    <a:pt x="5313778" y="1923590"/>
                  </a:lnTo>
                  <a:lnTo>
                    <a:pt x="5327163" y="1930062"/>
                  </a:lnTo>
                  <a:lnTo>
                    <a:pt x="5340548" y="1936522"/>
                  </a:lnTo>
                  <a:lnTo>
                    <a:pt x="5353933" y="1942978"/>
                  </a:lnTo>
                  <a:lnTo>
                    <a:pt x="5367318" y="1949441"/>
                  </a:lnTo>
                  <a:lnTo>
                    <a:pt x="5380702" y="1955914"/>
                  </a:lnTo>
                  <a:lnTo>
                    <a:pt x="5394087" y="1962414"/>
                  </a:lnTo>
                  <a:lnTo>
                    <a:pt x="5407472" y="1968945"/>
                  </a:lnTo>
                  <a:lnTo>
                    <a:pt x="5420857" y="1975506"/>
                  </a:lnTo>
                  <a:lnTo>
                    <a:pt x="5434242" y="1982113"/>
                  </a:lnTo>
                  <a:lnTo>
                    <a:pt x="5447627" y="1988779"/>
                  </a:lnTo>
                  <a:lnTo>
                    <a:pt x="5461011" y="1995491"/>
                  </a:lnTo>
                  <a:lnTo>
                    <a:pt x="5474396" y="2002258"/>
                  </a:lnTo>
                  <a:lnTo>
                    <a:pt x="5487781" y="2009113"/>
                  </a:lnTo>
                  <a:lnTo>
                    <a:pt x="5501166" y="2016026"/>
                  </a:lnTo>
                  <a:lnTo>
                    <a:pt x="5514551" y="2022997"/>
                  </a:lnTo>
                  <a:lnTo>
                    <a:pt x="5527936" y="2030077"/>
                  </a:lnTo>
                  <a:lnTo>
                    <a:pt x="5541320" y="2037224"/>
                  </a:lnTo>
                  <a:lnTo>
                    <a:pt x="5554705" y="2044436"/>
                  </a:lnTo>
                  <a:lnTo>
                    <a:pt x="5568090" y="2051750"/>
                  </a:lnTo>
                  <a:lnTo>
                    <a:pt x="5581475" y="2059146"/>
                  </a:lnTo>
                  <a:lnTo>
                    <a:pt x="5594860" y="2066608"/>
                  </a:lnTo>
                  <a:lnTo>
                    <a:pt x="5608245" y="2074158"/>
                  </a:lnTo>
                  <a:lnTo>
                    <a:pt x="5621629" y="2081799"/>
                  </a:lnTo>
                  <a:lnTo>
                    <a:pt x="5635014" y="2089500"/>
                  </a:lnTo>
                  <a:lnTo>
                    <a:pt x="5648399" y="2097269"/>
                  </a:lnTo>
                  <a:lnTo>
                    <a:pt x="5661784" y="2105129"/>
                  </a:lnTo>
                  <a:lnTo>
                    <a:pt x="5675169" y="2113040"/>
                  </a:lnTo>
                  <a:lnTo>
                    <a:pt x="5688554" y="2120999"/>
                  </a:lnTo>
                  <a:lnTo>
                    <a:pt x="5701938" y="2129031"/>
                  </a:lnTo>
                  <a:lnTo>
                    <a:pt x="5715323" y="2137100"/>
                  </a:lnTo>
                  <a:lnTo>
                    <a:pt x="5728708" y="2145202"/>
                  </a:lnTo>
                  <a:lnTo>
                    <a:pt x="5742093" y="2153344"/>
                  </a:lnTo>
                  <a:lnTo>
                    <a:pt x="5755478" y="2161506"/>
                  </a:lnTo>
                  <a:lnTo>
                    <a:pt x="5768863" y="2169681"/>
                  </a:lnTo>
                  <a:lnTo>
                    <a:pt x="5782247" y="2177863"/>
                  </a:lnTo>
                  <a:lnTo>
                    <a:pt x="5795632" y="2186040"/>
                  </a:lnTo>
                  <a:lnTo>
                    <a:pt x="5809017" y="2194204"/>
                  </a:lnTo>
                  <a:lnTo>
                    <a:pt x="5822402" y="2202351"/>
                  </a:lnTo>
                  <a:lnTo>
                    <a:pt x="5835787" y="2210452"/>
                  </a:lnTo>
                  <a:lnTo>
                    <a:pt x="5849172" y="2218515"/>
                  </a:lnTo>
                  <a:lnTo>
                    <a:pt x="5862556" y="2226538"/>
                  </a:lnTo>
                  <a:lnTo>
                    <a:pt x="5875941" y="2234475"/>
                  </a:lnTo>
                  <a:lnTo>
                    <a:pt x="5889326" y="2242343"/>
                  </a:lnTo>
                  <a:lnTo>
                    <a:pt x="5902711" y="2250144"/>
                  </a:lnTo>
                  <a:lnTo>
                    <a:pt x="5916096" y="2257836"/>
                  </a:lnTo>
                  <a:lnTo>
                    <a:pt x="5929481" y="2265414"/>
                  </a:lnTo>
                  <a:lnTo>
                    <a:pt x="5942865" y="2272900"/>
                  </a:lnTo>
                  <a:lnTo>
                    <a:pt x="5956250" y="2280265"/>
                  </a:lnTo>
                  <a:lnTo>
                    <a:pt x="5969635" y="2287466"/>
                  </a:lnTo>
                  <a:lnTo>
                    <a:pt x="5983020" y="2294553"/>
                  </a:lnTo>
                  <a:lnTo>
                    <a:pt x="5996405" y="2301516"/>
                  </a:lnTo>
                  <a:lnTo>
                    <a:pt x="6009790" y="2308261"/>
                  </a:lnTo>
                  <a:lnTo>
                    <a:pt x="6023174" y="2314872"/>
                  </a:lnTo>
                  <a:lnTo>
                    <a:pt x="6036559" y="2321348"/>
                  </a:lnTo>
                  <a:lnTo>
                    <a:pt x="6049944" y="2327593"/>
                  </a:lnTo>
                  <a:lnTo>
                    <a:pt x="6063329" y="2333667"/>
                  </a:lnTo>
                  <a:lnTo>
                    <a:pt x="6076714" y="2339592"/>
                  </a:lnTo>
                  <a:lnTo>
                    <a:pt x="6090099" y="2345299"/>
                  </a:lnTo>
                  <a:lnTo>
                    <a:pt x="6103483" y="2350792"/>
                  </a:lnTo>
                  <a:lnTo>
                    <a:pt x="6116868" y="2356126"/>
                  </a:lnTo>
                  <a:lnTo>
                    <a:pt x="6130253" y="2361266"/>
                  </a:lnTo>
                  <a:lnTo>
                    <a:pt x="6143638" y="2366151"/>
                  </a:lnTo>
                  <a:lnTo>
                    <a:pt x="6157023" y="2370874"/>
                  </a:lnTo>
                  <a:lnTo>
                    <a:pt x="6170408" y="2375433"/>
                  </a:lnTo>
                  <a:lnTo>
                    <a:pt x="6183792" y="2379703"/>
                  </a:lnTo>
                  <a:lnTo>
                    <a:pt x="6197177" y="2383813"/>
                  </a:lnTo>
                  <a:lnTo>
                    <a:pt x="6210562" y="2387763"/>
                  </a:lnTo>
                  <a:lnTo>
                    <a:pt x="6223947" y="2391461"/>
                  </a:lnTo>
                  <a:lnTo>
                    <a:pt x="6237332" y="2394975"/>
                  </a:lnTo>
                  <a:lnTo>
                    <a:pt x="6250717" y="2398337"/>
                  </a:lnTo>
                  <a:lnTo>
                    <a:pt x="6264101" y="2401492"/>
                  </a:lnTo>
                  <a:lnTo>
                    <a:pt x="6277486" y="2404445"/>
                  </a:lnTo>
                  <a:lnTo>
                    <a:pt x="6290871" y="2407260"/>
                  </a:lnTo>
                  <a:lnTo>
                    <a:pt x="6304256" y="2409912"/>
                  </a:lnTo>
                  <a:lnTo>
                    <a:pt x="6317641" y="2412357"/>
                  </a:lnTo>
                  <a:lnTo>
                    <a:pt x="6331026" y="2414679"/>
                  </a:lnTo>
                  <a:lnTo>
                    <a:pt x="6344410" y="2416880"/>
                  </a:lnTo>
                  <a:lnTo>
                    <a:pt x="6357795" y="2418884"/>
                  </a:lnTo>
                  <a:lnTo>
                    <a:pt x="6371180" y="2420783"/>
                  </a:lnTo>
                  <a:lnTo>
                    <a:pt x="6384565" y="2422582"/>
                  </a:lnTo>
                  <a:lnTo>
                    <a:pt x="6397950" y="2424237"/>
                  </a:lnTo>
                  <a:lnTo>
                    <a:pt x="6411335" y="2425791"/>
                  </a:lnTo>
                  <a:lnTo>
                    <a:pt x="6424719" y="2427269"/>
                  </a:lnTo>
                  <a:lnTo>
                    <a:pt x="6438104" y="2428650"/>
                  </a:lnTo>
                  <a:lnTo>
                    <a:pt x="6451489" y="2429946"/>
                  </a:lnTo>
                  <a:lnTo>
                    <a:pt x="6464874" y="2431190"/>
                  </a:lnTo>
                  <a:lnTo>
                    <a:pt x="6478259" y="2432377"/>
                  </a:lnTo>
                  <a:lnTo>
                    <a:pt x="6491644" y="2433503"/>
                  </a:lnTo>
                  <a:lnTo>
                    <a:pt x="6505028" y="2434601"/>
                  </a:lnTo>
                  <a:lnTo>
                    <a:pt x="6518413" y="2435673"/>
                  </a:lnTo>
                  <a:lnTo>
                    <a:pt x="6531798" y="2436719"/>
                  </a:lnTo>
                  <a:lnTo>
                    <a:pt x="6545183" y="2437759"/>
                  </a:lnTo>
                  <a:lnTo>
                    <a:pt x="6558568" y="2438797"/>
                  </a:lnTo>
                  <a:lnTo>
                    <a:pt x="6571953" y="2439843"/>
                  </a:lnTo>
                  <a:lnTo>
                    <a:pt x="6585337" y="2440908"/>
                  </a:lnTo>
                  <a:lnTo>
                    <a:pt x="6598722" y="2441992"/>
                  </a:lnTo>
                  <a:lnTo>
                    <a:pt x="6612107" y="2443108"/>
                  </a:lnTo>
                  <a:lnTo>
                    <a:pt x="6625492" y="2444271"/>
                  </a:lnTo>
                  <a:lnTo>
                    <a:pt x="6638877" y="2445473"/>
                  </a:lnTo>
                  <a:lnTo>
                    <a:pt x="6652262" y="2446719"/>
                  </a:lnTo>
                  <a:lnTo>
                    <a:pt x="6665646" y="2448045"/>
                  </a:lnTo>
                  <a:lnTo>
                    <a:pt x="6679031" y="2449423"/>
                  </a:lnTo>
                  <a:lnTo>
                    <a:pt x="6692416" y="2450855"/>
                  </a:lnTo>
                  <a:lnTo>
                    <a:pt x="6705801" y="2452386"/>
                  </a:lnTo>
                  <a:lnTo>
                    <a:pt x="6719186" y="2453986"/>
                  </a:lnTo>
                  <a:lnTo>
                    <a:pt x="6732571" y="2455651"/>
                  </a:lnTo>
                  <a:lnTo>
                    <a:pt x="6745955" y="2457414"/>
                  </a:lnTo>
                  <a:lnTo>
                    <a:pt x="6759340" y="2459266"/>
                  </a:lnTo>
                  <a:lnTo>
                    <a:pt x="6772725" y="2461188"/>
                  </a:lnTo>
                  <a:lnTo>
                    <a:pt x="6786110" y="2463201"/>
                  </a:lnTo>
                  <a:lnTo>
                    <a:pt x="6799495" y="2465320"/>
                  </a:lnTo>
                  <a:lnTo>
                    <a:pt x="6812880" y="2467510"/>
                  </a:lnTo>
                  <a:lnTo>
                    <a:pt x="6826264" y="2469775"/>
                  </a:lnTo>
                  <a:lnTo>
                    <a:pt x="6839649" y="2472159"/>
                  </a:lnTo>
                  <a:lnTo>
                    <a:pt x="6839649" y="2626868"/>
                  </a:lnTo>
                  <a:lnTo>
                    <a:pt x="6826264" y="2626868"/>
                  </a:lnTo>
                  <a:lnTo>
                    <a:pt x="6812880" y="2626868"/>
                  </a:lnTo>
                  <a:lnTo>
                    <a:pt x="6799495" y="2626868"/>
                  </a:lnTo>
                  <a:lnTo>
                    <a:pt x="6786110" y="2626868"/>
                  </a:lnTo>
                  <a:lnTo>
                    <a:pt x="6772725" y="2626868"/>
                  </a:lnTo>
                  <a:lnTo>
                    <a:pt x="6759340" y="2626868"/>
                  </a:lnTo>
                  <a:lnTo>
                    <a:pt x="6745955" y="2626868"/>
                  </a:lnTo>
                  <a:lnTo>
                    <a:pt x="6732571" y="2626868"/>
                  </a:lnTo>
                  <a:lnTo>
                    <a:pt x="6719186" y="2626868"/>
                  </a:lnTo>
                  <a:lnTo>
                    <a:pt x="6705801" y="2626868"/>
                  </a:lnTo>
                  <a:lnTo>
                    <a:pt x="6692416" y="2626868"/>
                  </a:lnTo>
                  <a:lnTo>
                    <a:pt x="6679031" y="2626868"/>
                  </a:lnTo>
                  <a:lnTo>
                    <a:pt x="6665646" y="2626868"/>
                  </a:lnTo>
                  <a:lnTo>
                    <a:pt x="6652262" y="2626868"/>
                  </a:lnTo>
                  <a:lnTo>
                    <a:pt x="6638877" y="2626868"/>
                  </a:lnTo>
                  <a:lnTo>
                    <a:pt x="6625492" y="2626868"/>
                  </a:lnTo>
                  <a:lnTo>
                    <a:pt x="6612107" y="2626868"/>
                  </a:lnTo>
                  <a:lnTo>
                    <a:pt x="6598722" y="2626868"/>
                  </a:lnTo>
                  <a:lnTo>
                    <a:pt x="6585337" y="2626868"/>
                  </a:lnTo>
                  <a:lnTo>
                    <a:pt x="6571953" y="2626868"/>
                  </a:lnTo>
                  <a:lnTo>
                    <a:pt x="6558568" y="2626868"/>
                  </a:lnTo>
                  <a:lnTo>
                    <a:pt x="6545183" y="2626868"/>
                  </a:lnTo>
                  <a:lnTo>
                    <a:pt x="6531798" y="2626868"/>
                  </a:lnTo>
                  <a:lnTo>
                    <a:pt x="6518413" y="2626868"/>
                  </a:lnTo>
                  <a:lnTo>
                    <a:pt x="6505028" y="2626868"/>
                  </a:lnTo>
                  <a:lnTo>
                    <a:pt x="6491644" y="2626868"/>
                  </a:lnTo>
                  <a:lnTo>
                    <a:pt x="6478259" y="2626868"/>
                  </a:lnTo>
                  <a:lnTo>
                    <a:pt x="6464874" y="2626868"/>
                  </a:lnTo>
                  <a:lnTo>
                    <a:pt x="6451489" y="2626868"/>
                  </a:lnTo>
                  <a:lnTo>
                    <a:pt x="6438104" y="2626868"/>
                  </a:lnTo>
                  <a:lnTo>
                    <a:pt x="6424719" y="2626868"/>
                  </a:lnTo>
                  <a:lnTo>
                    <a:pt x="6411335" y="2626868"/>
                  </a:lnTo>
                  <a:lnTo>
                    <a:pt x="6397950" y="2626868"/>
                  </a:lnTo>
                  <a:lnTo>
                    <a:pt x="6384565" y="2626868"/>
                  </a:lnTo>
                  <a:lnTo>
                    <a:pt x="6371180" y="2626868"/>
                  </a:lnTo>
                  <a:lnTo>
                    <a:pt x="6357795" y="2626868"/>
                  </a:lnTo>
                  <a:lnTo>
                    <a:pt x="6344410" y="2626868"/>
                  </a:lnTo>
                  <a:lnTo>
                    <a:pt x="6331026" y="2626868"/>
                  </a:lnTo>
                  <a:lnTo>
                    <a:pt x="6317641" y="2626868"/>
                  </a:lnTo>
                  <a:lnTo>
                    <a:pt x="6304256" y="2626868"/>
                  </a:lnTo>
                  <a:lnTo>
                    <a:pt x="6290871" y="2626868"/>
                  </a:lnTo>
                  <a:lnTo>
                    <a:pt x="6277486" y="2626868"/>
                  </a:lnTo>
                  <a:lnTo>
                    <a:pt x="6264101" y="2626868"/>
                  </a:lnTo>
                  <a:lnTo>
                    <a:pt x="6250717" y="2626868"/>
                  </a:lnTo>
                  <a:lnTo>
                    <a:pt x="6237332" y="2626868"/>
                  </a:lnTo>
                  <a:lnTo>
                    <a:pt x="6223947" y="2626868"/>
                  </a:lnTo>
                  <a:lnTo>
                    <a:pt x="6210562" y="2626868"/>
                  </a:lnTo>
                  <a:lnTo>
                    <a:pt x="6197177" y="2626868"/>
                  </a:lnTo>
                  <a:lnTo>
                    <a:pt x="6183792" y="2626868"/>
                  </a:lnTo>
                  <a:lnTo>
                    <a:pt x="6170408" y="2626868"/>
                  </a:lnTo>
                  <a:lnTo>
                    <a:pt x="6157023" y="2626868"/>
                  </a:lnTo>
                  <a:lnTo>
                    <a:pt x="6143638" y="2626868"/>
                  </a:lnTo>
                  <a:lnTo>
                    <a:pt x="6130253" y="2626868"/>
                  </a:lnTo>
                  <a:lnTo>
                    <a:pt x="6116868" y="2626868"/>
                  </a:lnTo>
                  <a:lnTo>
                    <a:pt x="6103483" y="2626868"/>
                  </a:lnTo>
                  <a:lnTo>
                    <a:pt x="6090099" y="2626868"/>
                  </a:lnTo>
                  <a:lnTo>
                    <a:pt x="6076714" y="2626868"/>
                  </a:lnTo>
                  <a:lnTo>
                    <a:pt x="6063329" y="2626868"/>
                  </a:lnTo>
                  <a:lnTo>
                    <a:pt x="6049944" y="2626868"/>
                  </a:lnTo>
                  <a:lnTo>
                    <a:pt x="6036559" y="2626868"/>
                  </a:lnTo>
                  <a:lnTo>
                    <a:pt x="6023174" y="2626868"/>
                  </a:lnTo>
                  <a:lnTo>
                    <a:pt x="6009790" y="2626868"/>
                  </a:lnTo>
                  <a:lnTo>
                    <a:pt x="5996405" y="2626868"/>
                  </a:lnTo>
                  <a:lnTo>
                    <a:pt x="5983020" y="2626868"/>
                  </a:lnTo>
                  <a:lnTo>
                    <a:pt x="5969635" y="2626868"/>
                  </a:lnTo>
                  <a:lnTo>
                    <a:pt x="5956250" y="2626868"/>
                  </a:lnTo>
                  <a:lnTo>
                    <a:pt x="5942865" y="2626868"/>
                  </a:lnTo>
                  <a:lnTo>
                    <a:pt x="5929481" y="2626868"/>
                  </a:lnTo>
                  <a:lnTo>
                    <a:pt x="5916096" y="2626868"/>
                  </a:lnTo>
                  <a:lnTo>
                    <a:pt x="5902711" y="2626868"/>
                  </a:lnTo>
                  <a:lnTo>
                    <a:pt x="5889326" y="2626868"/>
                  </a:lnTo>
                  <a:lnTo>
                    <a:pt x="5875941" y="2626868"/>
                  </a:lnTo>
                  <a:lnTo>
                    <a:pt x="5862556" y="2626868"/>
                  </a:lnTo>
                  <a:lnTo>
                    <a:pt x="5849172" y="2626868"/>
                  </a:lnTo>
                  <a:lnTo>
                    <a:pt x="5835787" y="2626868"/>
                  </a:lnTo>
                  <a:lnTo>
                    <a:pt x="5822402" y="2626868"/>
                  </a:lnTo>
                  <a:lnTo>
                    <a:pt x="5809017" y="2626868"/>
                  </a:lnTo>
                  <a:lnTo>
                    <a:pt x="5795632" y="2626868"/>
                  </a:lnTo>
                  <a:lnTo>
                    <a:pt x="5782247" y="2626868"/>
                  </a:lnTo>
                  <a:lnTo>
                    <a:pt x="5768863" y="2626868"/>
                  </a:lnTo>
                  <a:lnTo>
                    <a:pt x="5755478" y="2626868"/>
                  </a:lnTo>
                  <a:lnTo>
                    <a:pt x="5742093" y="2626868"/>
                  </a:lnTo>
                  <a:lnTo>
                    <a:pt x="5728708" y="2626868"/>
                  </a:lnTo>
                  <a:lnTo>
                    <a:pt x="5715323" y="2626868"/>
                  </a:lnTo>
                  <a:lnTo>
                    <a:pt x="5701938" y="2626868"/>
                  </a:lnTo>
                  <a:lnTo>
                    <a:pt x="5688554" y="2626868"/>
                  </a:lnTo>
                  <a:lnTo>
                    <a:pt x="5675169" y="2626868"/>
                  </a:lnTo>
                  <a:lnTo>
                    <a:pt x="5661784" y="2626868"/>
                  </a:lnTo>
                  <a:lnTo>
                    <a:pt x="5648399" y="2626868"/>
                  </a:lnTo>
                  <a:lnTo>
                    <a:pt x="5635014" y="2626868"/>
                  </a:lnTo>
                  <a:lnTo>
                    <a:pt x="5621629" y="2626868"/>
                  </a:lnTo>
                  <a:lnTo>
                    <a:pt x="5608245" y="2626868"/>
                  </a:lnTo>
                  <a:lnTo>
                    <a:pt x="5594860" y="2626868"/>
                  </a:lnTo>
                  <a:lnTo>
                    <a:pt x="5581475" y="2626868"/>
                  </a:lnTo>
                  <a:lnTo>
                    <a:pt x="5568090" y="2626868"/>
                  </a:lnTo>
                  <a:lnTo>
                    <a:pt x="5554705" y="2626868"/>
                  </a:lnTo>
                  <a:lnTo>
                    <a:pt x="5541320" y="2626868"/>
                  </a:lnTo>
                  <a:lnTo>
                    <a:pt x="5527936" y="2626868"/>
                  </a:lnTo>
                  <a:lnTo>
                    <a:pt x="5514551" y="2626868"/>
                  </a:lnTo>
                  <a:lnTo>
                    <a:pt x="5501166" y="2626868"/>
                  </a:lnTo>
                  <a:lnTo>
                    <a:pt x="5487781" y="2626868"/>
                  </a:lnTo>
                  <a:lnTo>
                    <a:pt x="5474396" y="2626868"/>
                  </a:lnTo>
                  <a:lnTo>
                    <a:pt x="5461011" y="2626868"/>
                  </a:lnTo>
                  <a:lnTo>
                    <a:pt x="5447627" y="2626868"/>
                  </a:lnTo>
                  <a:lnTo>
                    <a:pt x="5434242" y="2626868"/>
                  </a:lnTo>
                  <a:lnTo>
                    <a:pt x="5420857" y="2626868"/>
                  </a:lnTo>
                  <a:lnTo>
                    <a:pt x="5407472" y="2626868"/>
                  </a:lnTo>
                  <a:lnTo>
                    <a:pt x="5394087" y="2626868"/>
                  </a:lnTo>
                  <a:lnTo>
                    <a:pt x="5380702" y="2626868"/>
                  </a:lnTo>
                  <a:lnTo>
                    <a:pt x="5367318" y="2626868"/>
                  </a:lnTo>
                  <a:lnTo>
                    <a:pt x="5353933" y="2626868"/>
                  </a:lnTo>
                  <a:lnTo>
                    <a:pt x="5340548" y="2626868"/>
                  </a:lnTo>
                  <a:lnTo>
                    <a:pt x="5327163" y="2626868"/>
                  </a:lnTo>
                  <a:lnTo>
                    <a:pt x="5313778" y="2626868"/>
                  </a:lnTo>
                  <a:lnTo>
                    <a:pt x="5300393" y="2626868"/>
                  </a:lnTo>
                  <a:lnTo>
                    <a:pt x="5287009" y="2626868"/>
                  </a:lnTo>
                  <a:lnTo>
                    <a:pt x="5273624" y="2626868"/>
                  </a:lnTo>
                  <a:lnTo>
                    <a:pt x="5260239" y="2626868"/>
                  </a:lnTo>
                  <a:lnTo>
                    <a:pt x="5246854" y="2626868"/>
                  </a:lnTo>
                  <a:lnTo>
                    <a:pt x="5233469" y="2626868"/>
                  </a:lnTo>
                  <a:lnTo>
                    <a:pt x="5220084" y="2626868"/>
                  </a:lnTo>
                  <a:lnTo>
                    <a:pt x="5206700" y="2626868"/>
                  </a:lnTo>
                  <a:lnTo>
                    <a:pt x="5193315" y="2626868"/>
                  </a:lnTo>
                  <a:lnTo>
                    <a:pt x="5179930" y="2626868"/>
                  </a:lnTo>
                  <a:lnTo>
                    <a:pt x="5166545" y="2626868"/>
                  </a:lnTo>
                  <a:lnTo>
                    <a:pt x="5153160" y="2626868"/>
                  </a:lnTo>
                  <a:lnTo>
                    <a:pt x="5139775" y="2626868"/>
                  </a:lnTo>
                  <a:lnTo>
                    <a:pt x="5126391" y="2626868"/>
                  </a:lnTo>
                  <a:lnTo>
                    <a:pt x="5113006" y="2626868"/>
                  </a:lnTo>
                  <a:lnTo>
                    <a:pt x="5099621" y="2626868"/>
                  </a:lnTo>
                  <a:lnTo>
                    <a:pt x="5086236" y="2626868"/>
                  </a:lnTo>
                  <a:lnTo>
                    <a:pt x="5072851" y="2626868"/>
                  </a:lnTo>
                  <a:lnTo>
                    <a:pt x="5059466" y="2626868"/>
                  </a:lnTo>
                  <a:lnTo>
                    <a:pt x="5046082" y="2626868"/>
                  </a:lnTo>
                  <a:lnTo>
                    <a:pt x="5032697" y="2626868"/>
                  </a:lnTo>
                  <a:lnTo>
                    <a:pt x="5019312" y="2626868"/>
                  </a:lnTo>
                  <a:lnTo>
                    <a:pt x="5005927" y="2626868"/>
                  </a:lnTo>
                  <a:lnTo>
                    <a:pt x="4992542" y="2626868"/>
                  </a:lnTo>
                  <a:lnTo>
                    <a:pt x="4979157" y="2626868"/>
                  </a:lnTo>
                  <a:lnTo>
                    <a:pt x="4965773" y="2626868"/>
                  </a:lnTo>
                  <a:lnTo>
                    <a:pt x="4952388" y="2626868"/>
                  </a:lnTo>
                  <a:lnTo>
                    <a:pt x="4939003" y="2626868"/>
                  </a:lnTo>
                  <a:lnTo>
                    <a:pt x="4925618" y="2626868"/>
                  </a:lnTo>
                  <a:lnTo>
                    <a:pt x="4912233" y="2626868"/>
                  </a:lnTo>
                  <a:lnTo>
                    <a:pt x="4898848" y="2626868"/>
                  </a:lnTo>
                  <a:lnTo>
                    <a:pt x="4885464" y="2626868"/>
                  </a:lnTo>
                  <a:lnTo>
                    <a:pt x="4872079" y="2626868"/>
                  </a:lnTo>
                  <a:lnTo>
                    <a:pt x="4858694" y="2626868"/>
                  </a:lnTo>
                  <a:lnTo>
                    <a:pt x="4845309" y="2626868"/>
                  </a:lnTo>
                  <a:lnTo>
                    <a:pt x="4831924" y="2626868"/>
                  </a:lnTo>
                  <a:lnTo>
                    <a:pt x="4818539" y="2626868"/>
                  </a:lnTo>
                  <a:lnTo>
                    <a:pt x="4805155" y="2626868"/>
                  </a:lnTo>
                  <a:lnTo>
                    <a:pt x="4791770" y="2626868"/>
                  </a:lnTo>
                  <a:lnTo>
                    <a:pt x="4778385" y="2626868"/>
                  </a:lnTo>
                  <a:lnTo>
                    <a:pt x="4765000" y="2626868"/>
                  </a:lnTo>
                  <a:lnTo>
                    <a:pt x="4751615" y="2626868"/>
                  </a:lnTo>
                  <a:lnTo>
                    <a:pt x="4738230" y="2626868"/>
                  </a:lnTo>
                  <a:lnTo>
                    <a:pt x="4724846" y="2626868"/>
                  </a:lnTo>
                  <a:lnTo>
                    <a:pt x="4711461" y="2626868"/>
                  </a:lnTo>
                  <a:lnTo>
                    <a:pt x="4698076" y="2626868"/>
                  </a:lnTo>
                  <a:lnTo>
                    <a:pt x="4684691" y="2626868"/>
                  </a:lnTo>
                  <a:lnTo>
                    <a:pt x="4671306" y="2626868"/>
                  </a:lnTo>
                  <a:lnTo>
                    <a:pt x="4657921" y="2626868"/>
                  </a:lnTo>
                  <a:lnTo>
                    <a:pt x="4644537" y="2626868"/>
                  </a:lnTo>
                  <a:lnTo>
                    <a:pt x="4631152" y="2626868"/>
                  </a:lnTo>
                  <a:lnTo>
                    <a:pt x="4617767" y="2626868"/>
                  </a:lnTo>
                  <a:lnTo>
                    <a:pt x="4604382" y="2626868"/>
                  </a:lnTo>
                  <a:lnTo>
                    <a:pt x="4590997" y="2626868"/>
                  </a:lnTo>
                  <a:lnTo>
                    <a:pt x="4577612" y="2626868"/>
                  </a:lnTo>
                  <a:lnTo>
                    <a:pt x="4564228" y="2626868"/>
                  </a:lnTo>
                  <a:lnTo>
                    <a:pt x="4550843" y="2626868"/>
                  </a:lnTo>
                  <a:lnTo>
                    <a:pt x="4537458" y="2626868"/>
                  </a:lnTo>
                  <a:lnTo>
                    <a:pt x="4524073" y="2626868"/>
                  </a:lnTo>
                  <a:lnTo>
                    <a:pt x="4510688" y="2626868"/>
                  </a:lnTo>
                  <a:lnTo>
                    <a:pt x="4497303" y="2626868"/>
                  </a:lnTo>
                  <a:lnTo>
                    <a:pt x="4483919" y="2626868"/>
                  </a:lnTo>
                  <a:lnTo>
                    <a:pt x="4470534" y="2626868"/>
                  </a:lnTo>
                  <a:lnTo>
                    <a:pt x="4457149" y="2626868"/>
                  </a:lnTo>
                  <a:lnTo>
                    <a:pt x="4443764" y="2626868"/>
                  </a:lnTo>
                  <a:lnTo>
                    <a:pt x="4430379" y="2626868"/>
                  </a:lnTo>
                  <a:lnTo>
                    <a:pt x="4416994" y="2626868"/>
                  </a:lnTo>
                  <a:lnTo>
                    <a:pt x="4403610" y="2626868"/>
                  </a:lnTo>
                  <a:lnTo>
                    <a:pt x="4390225" y="2626868"/>
                  </a:lnTo>
                  <a:lnTo>
                    <a:pt x="4376840" y="2626868"/>
                  </a:lnTo>
                  <a:lnTo>
                    <a:pt x="4363455" y="2626868"/>
                  </a:lnTo>
                  <a:lnTo>
                    <a:pt x="4350070" y="2626868"/>
                  </a:lnTo>
                  <a:lnTo>
                    <a:pt x="4336685" y="2626868"/>
                  </a:lnTo>
                  <a:lnTo>
                    <a:pt x="4323301" y="2626868"/>
                  </a:lnTo>
                  <a:lnTo>
                    <a:pt x="4309916" y="2626868"/>
                  </a:lnTo>
                  <a:lnTo>
                    <a:pt x="4296531" y="2626868"/>
                  </a:lnTo>
                  <a:lnTo>
                    <a:pt x="4283146" y="2626868"/>
                  </a:lnTo>
                  <a:lnTo>
                    <a:pt x="4269761" y="2626868"/>
                  </a:lnTo>
                  <a:lnTo>
                    <a:pt x="4256376" y="2626868"/>
                  </a:lnTo>
                  <a:lnTo>
                    <a:pt x="4242992" y="2626868"/>
                  </a:lnTo>
                  <a:lnTo>
                    <a:pt x="4229607" y="2626868"/>
                  </a:lnTo>
                  <a:lnTo>
                    <a:pt x="4216222" y="2626868"/>
                  </a:lnTo>
                  <a:lnTo>
                    <a:pt x="4202837" y="2626868"/>
                  </a:lnTo>
                  <a:lnTo>
                    <a:pt x="4189452" y="2626868"/>
                  </a:lnTo>
                  <a:lnTo>
                    <a:pt x="4176067" y="2626868"/>
                  </a:lnTo>
                  <a:lnTo>
                    <a:pt x="4162683" y="2626868"/>
                  </a:lnTo>
                  <a:lnTo>
                    <a:pt x="4149298" y="2626868"/>
                  </a:lnTo>
                  <a:lnTo>
                    <a:pt x="4135913" y="2626868"/>
                  </a:lnTo>
                  <a:lnTo>
                    <a:pt x="4122528" y="2626868"/>
                  </a:lnTo>
                  <a:lnTo>
                    <a:pt x="4109143" y="2626868"/>
                  </a:lnTo>
                  <a:lnTo>
                    <a:pt x="4095758" y="2626868"/>
                  </a:lnTo>
                  <a:lnTo>
                    <a:pt x="4082374" y="2626868"/>
                  </a:lnTo>
                  <a:lnTo>
                    <a:pt x="4068989" y="2626868"/>
                  </a:lnTo>
                  <a:lnTo>
                    <a:pt x="4055604" y="2626868"/>
                  </a:lnTo>
                  <a:lnTo>
                    <a:pt x="4042219" y="2626868"/>
                  </a:lnTo>
                  <a:lnTo>
                    <a:pt x="4028834" y="2626868"/>
                  </a:lnTo>
                  <a:lnTo>
                    <a:pt x="4015449" y="2626868"/>
                  </a:lnTo>
                  <a:lnTo>
                    <a:pt x="4002065" y="2626868"/>
                  </a:lnTo>
                  <a:lnTo>
                    <a:pt x="3988680" y="2626868"/>
                  </a:lnTo>
                  <a:lnTo>
                    <a:pt x="3975295" y="2626868"/>
                  </a:lnTo>
                  <a:lnTo>
                    <a:pt x="3961910" y="2626868"/>
                  </a:lnTo>
                  <a:lnTo>
                    <a:pt x="3948525" y="2626868"/>
                  </a:lnTo>
                  <a:lnTo>
                    <a:pt x="3935140" y="2626868"/>
                  </a:lnTo>
                  <a:lnTo>
                    <a:pt x="3921756" y="2626868"/>
                  </a:lnTo>
                  <a:lnTo>
                    <a:pt x="3908371" y="2626868"/>
                  </a:lnTo>
                  <a:lnTo>
                    <a:pt x="3894986" y="2626868"/>
                  </a:lnTo>
                  <a:lnTo>
                    <a:pt x="3881601" y="2626868"/>
                  </a:lnTo>
                  <a:lnTo>
                    <a:pt x="3868216" y="2626868"/>
                  </a:lnTo>
                  <a:lnTo>
                    <a:pt x="3854831" y="2626868"/>
                  </a:lnTo>
                  <a:lnTo>
                    <a:pt x="3841447" y="2626868"/>
                  </a:lnTo>
                  <a:lnTo>
                    <a:pt x="3828062" y="2626868"/>
                  </a:lnTo>
                  <a:lnTo>
                    <a:pt x="3814677" y="2626868"/>
                  </a:lnTo>
                  <a:lnTo>
                    <a:pt x="3801292" y="2626868"/>
                  </a:lnTo>
                  <a:lnTo>
                    <a:pt x="3787907" y="2626868"/>
                  </a:lnTo>
                  <a:lnTo>
                    <a:pt x="3774522" y="2626868"/>
                  </a:lnTo>
                  <a:lnTo>
                    <a:pt x="3761138" y="2626868"/>
                  </a:lnTo>
                  <a:lnTo>
                    <a:pt x="3747753" y="2626868"/>
                  </a:lnTo>
                  <a:lnTo>
                    <a:pt x="3734368" y="2626868"/>
                  </a:lnTo>
                  <a:lnTo>
                    <a:pt x="3720983" y="2626868"/>
                  </a:lnTo>
                  <a:lnTo>
                    <a:pt x="3707598" y="2626868"/>
                  </a:lnTo>
                  <a:lnTo>
                    <a:pt x="3694213" y="2626868"/>
                  </a:lnTo>
                  <a:lnTo>
                    <a:pt x="3680829" y="2626868"/>
                  </a:lnTo>
                  <a:lnTo>
                    <a:pt x="3667444" y="2626868"/>
                  </a:lnTo>
                  <a:lnTo>
                    <a:pt x="3654059" y="2626868"/>
                  </a:lnTo>
                  <a:lnTo>
                    <a:pt x="3640674" y="2626868"/>
                  </a:lnTo>
                  <a:lnTo>
                    <a:pt x="3627289" y="2626868"/>
                  </a:lnTo>
                  <a:lnTo>
                    <a:pt x="3613904" y="2626868"/>
                  </a:lnTo>
                  <a:lnTo>
                    <a:pt x="3600520" y="2626868"/>
                  </a:lnTo>
                  <a:lnTo>
                    <a:pt x="3587135" y="2626868"/>
                  </a:lnTo>
                  <a:lnTo>
                    <a:pt x="3573750" y="2626868"/>
                  </a:lnTo>
                  <a:lnTo>
                    <a:pt x="3560365" y="2626868"/>
                  </a:lnTo>
                  <a:lnTo>
                    <a:pt x="3546980" y="2626868"/>
                  </a:lnTo>
                  <a:lnTo>
                    <a:pt x="3533595" y="2626868"/>
                  </a:lnTo>
                  <a:lnTo>
                    <a:pt x="3520211" y="2626868"/>
                  </a:lnTo>
                  <a:lnTo>
                    <a:pt x="3506826" y="2626868"/>
                  </a:lnTo>
                  <a:lnTo>
                    <a:pt x="3493441" y="2626868"/>
                  </a:lnTo>
                  <a:lnTo>
                    <a:pt x="3480056" y="2626868"/>
                  </a:lnTo>
                  <a:lnTo>
                    <a:pt x="3466671" y="2626868"/>
                  </a:lnTo>
                  <a:lnTo>
                    <a:pt x="3453286" y="2626868"/>
                  </a:lnTo>
                  <a:lnTo>
                    <a:pt x="3439902" y="2626868"/>
                  </a:lnTo>
                  <a:lnTo>
                    <a:pt x="3426517" y="2626868"/>
                  </a:lnTo>
                  <a:lnTo>
                    <a:pt x="3413132" y="2626868"/>
                  </a:lnTo>
                  <a:lnTo>
                    <a:pt x="3399747" y="2626868"/>
                  </a:lnTo>
                  <a:lnTo>
                    <a:pt x="3386362" y="2626868"/>
                  </a:lnTo>
                  <a:lnTo>
                    <a:pt x="3372977" y="2626868"/>
                  </a:lnTo>
                  <a:lnTo>
                    <a:pt x="3359593" y="2626868"/>
                  </a:lnTo>
                  <a:lnTo>
                    <a:pt x="3346208" y="2626868"/>
                  </a:lnTo>
                  <a:lnTo>
                    <a:pt x="3332823" y="2626868"/>
                  </a:lnTo>
                  <a:lnTo>
                    <a:pt x="3319438" y="2626868"/>
                  </a:lnTo>
                  <a:lnTo>
                    <a:pt x="3306053" y="2626868"/>
                  </a:lnTo>
                  <a:lnTo>
                    <a:pt x="3292668" y="2626868"/>
                  </a:lnTo>
                  <a:lnTo>
                    <a:pt x="3279284" y="2626868"/>
                  </a:lnTo>
                  <a:lnTo>
                    <a:pt x="3265899" y="2626868"/>
                  </a:lnTo>
                  <a:lnTo>
                    <a:pt x="3252514" y="2626868"/>
                  </a:lnTo>
                  <a:lnTo>
                    <a:pt x="3239129" y="2626868"/>
                  </a:lnTo>
                  <a:lnTo>
                    <a:pt x="3225744" y="2626868"/>
                  </a:lnTo>
                  <a:lnTo>
                    <a:pt x="3212359" y="2626868"/>
                  </a:lnTo>
                  <a:lnTo>
                    <a:pt x="3198975" y="2626868"/>
                  </a:lnTo>
                  <a:lnTo>
                    <a:pt x="3185590" y="2626868"/>
                  </a:lnTo>
                  <a:lnTo>
                    <a:pt x="3172205" y="2626868"/>
                  </a:lnTo>
                  <a:lnTo>
                    <a:pt x="3158820" y="2626868"/>
                  </a:lnTo>
                  <a:lnTo>
                    <a:pt x="3145435" y="2626868"/>
                  </a:lnTo>
                  <a:lnTo>
                    <a:pt x="3132050" y="2626868"/>
                  </a:lnTo>
                  <a:lnTo>
                    <a:pt x="3118666" y="2626868"/>
                  </a:lnTo>
                  <a:lnTo>
                    <a:pt x="3105281" y="2626868"/>
                  </a:lnTo>
                  <a:lnTo>
                    <a:pt x="3091896" y="2626868"/>
                  </a:lnTo>
                  <a:lnTo>
                    <a:pt x="3078511" y="2626868"/>
                  </a:lnTo>
                  <a:lnTo>
                    <a:pt x="3065126" y="2626868"/>
                  </a:lnTo>
                  <a:lnTo>
                    <a:pt x="3051741" y="2626868"/>
                  </a:lnTo>
                  <a:lnTo>
                    <a:pt x="3038357" y="2626868"/>
                  </a:lnTo>
                  <a:lnTo>
                    <a:pt x="3024972" y="2626868"/>
                  </a:lnTo>
                  <a:lnTo>
                    <a:pt x="3011587" y="2626868"/>
                  </a:lnTo>
                  <a:lnTo>
                    <a:pt x="2998202" y="2626868"/>
                  </a:lnTo>
                  <a:lnTo>
                    <a:pt x="2984817" y="2626868"/>
                  </a:lnTo>
                  <a:lnTo>
                    <a:pt x="2971432" y="2626868"/>
                  </a:lnTo>
                  <a:lnTo>
                    <a:pt x="2958048" y="2626868"/>
                  </a:lnTo>
                  <a:lnTo>
                    <a:pt x="2944663" y="2626868"/>
                  </a:lnTo>
                  <a:lnTo>
                    <a:pt x="2931278" y="2626868"/>
                  </a:lnTo>
                  <a:lnTo>
                    <a:pt x="2917893" y="2626868"/>
                  </a:lnTo>
                  <a:lnTo>
                    <a:pt x="2904508" y="2626868"/>
                  </a:lnTo>
                  <a:lnTo>
                    <a:pt x="2891123" y="2626868"/>
                  </a:lnTo>
                  <a:lnTo>
                    <a:pt x="2877739" y="2626868"/>
                  </a:lnTo>
                  <a:lnTo>
                    <a:pt x="2864354" y="2626868"/>
                  </a:lnTo>
                  <a:lnTo>
                    <a:pt x="2850969" y="2626868"/>
                  </a:lnTo>
                  <a:lnTo>
                    <a:pt x="2837584" y="2626868"/>
                  </a:lnTo>
                  <a:lnTo>
                    <a:pt x="2824199" y="2626868"/>
                  </a:lnTo>
                  <a:lnTo>
                    <a:pt x="2810814" y="2626868"/>
                  </a:lnTo>
                  <a:lnTo>
                    <a:pt x="2797430" y="2626868"/>
                  </a:lnTo>
                  <a:lnTo>
                    <a:pt x="2784045" y="2626868"/>
                  </a:lnTo>
                  <a:lnTo>
                    <a:pt x="2770660" y="2626868"/>
                  </a:lnTo>
                  <a:lnTo>
                    <a:pt x="2757275" y="2626868"/>
                  </a:lnTo>
                  <a:lnTo>
                    <a:pt x="2743890" y="2626868"/>
                  </a:lnTo>
                  <a:lnTo>
                    <a:pt x="2730505" y="2626868"/>
                  </a:lnTo>
                  <a:lnTo>
                    <a:pt x="2717121" y="2626868"/>
                  </a:lnTo>
                  <a:lnTo>
                    <a:pt x="2703736" y="2626868"/>
                  </a:lnTo>
                  <a:lnTo>
                    <a:pt x="2690351" y="2626868"/>
                  </a:lnTo>
                  <a:lnTo>
                    <a:pt x="2676966" y="2626868"/>
                  </a:lnTo>
                  <a:lnTo>
                    <a:pt x="2663581" y="2626868"/>
                  </a:lnTo>
                  <a:lnTo>
                    <a:pt x="2650196" y="2626868"/>
                  </a:lnTo>
                  <a:lnTo>
                    <a:pt x="2636812" y="2626868"/>
                  </a:lnTo>
                  <a:lnTo>
                    <a:pt x="2623427" y="2626868"/>
                  </a:lnTo>
                  <a:lnTo>
                    <a:pt x="2610042" y="2626868"/>
                  </a:lnTo>
                  <a:lnTo>
                    <a:pt x="2596657" y="2626868"/>
                  </a:lnTo>
                  <a:lnTo>
                    <a:pt x="2583272" y="2626868"/>
                  </a:lnTo>
                  <a:lnTo>
                    <a:pt x="2569887" y="2626868"/>
                  </a:lnTo>
                  <a:lnTo>
                    <a:pt x="2556503" y="2626868"/>
                  </a:lnTo>
                  <a:lnTo>
                    <a:pt x="2543118" y="2626868"/>
                  </a:lnTo>
                  <a:lnTo>
                    <a:pt x="2529733" y="2626868"/>
                  </a:lnTo>
                  <a:lnTo>
                    <a:pt x="2516348" y="2626868"/>
                  </a:lnTo>
                  <a:lnTo>
                    <a:pt x="2502963" y="2626868"/>
                  </a:lnTo>
                  <a:lnTo>
                    <a:pt x="2489578" y="2626868"/>
                  </a:lnTo>
                  <a:lnTo>
                    <a:pt x="2476194" y="2626868"/>
                  </a:lnTo>
                  <a:lnTo>
                    <a:pt x="2462809" y="2626868"/>
                  </a:lnTo>
                  <a:lnTo>
                    <a:pt x="2449424" y="2626868"/>
                  </a:lnTo>
                  <a:lnTo>
                    <a:pt x="2436039" y="2626868"/>
                  </a:lnTo>
                  <a:lnTo>
                    <a:pt x="2422654" y="2626868"/>
                  </a:lnTo>
                  <a:lnTo>
                    <a:pt x="2409269" y="2626868"/>
                  </a:lnTo>
                  <a:lnTo>
                    <a:pt x="2395885" y="2626868"/>
                  </a:lnTo>
                  <a:lnTo>
                    <a:pt x="2382500" y="2626868"/>
                  </a:lnTo>
                  <a:lnTo>
                    <a:pt x="2369115" y="2626868"/>
                  </a:lnTo>
                  <a:lnTo>
                    <a:pt x="2355730" y="2626868"/>
                  </a:lnTo>
                  <a:lnTo>
                    <a:pt x="2342345" y="2626868"/>
                  </a:lnTo>
                  <a:lnTo>
                    <a:pt x="2328960" y="2626868"/>
                  </a:lnTo>
                  <a:lnTo>
                    <a:pt x="2315576" y="2626868"/>
                  </a:lnTo>
                  <a:lnTo>
                    <a:pt x="2302191" y="2626868"/>
                  </a:lnTo>
                  <a:lnTo>
                    <a:pt x="2288806" y="2626868"/>
                  </a:lnTo>
                  <a:lnTo>
                    <a:pt x="2275421" y="2626868"/>
                  </a:lnTo>
                  <a:lnTo>
                    <a:pt x="2262036" y="2626868"/>
                  </a:lnTo>
                  <a:lnTo>
                    <a:pt x="2248651" y="2626868"/>
                  </a:lnTo>
                  <a:lnTo>
                    <a:pt x="2235267" y="2626868"/>
                  </a:lnTo>
                  <a:lnTo>
                    <a:pt x="2221882" y="2626868"/>
                  </a:lnTo>
                  <a:lnTo>
                    <a:pt x="2208497" y="2626868"/>
                  </a:lnTo>
                  <a:lnTo>
                    <a:pt x="2195112" y="2626868"/>
                  </a:lnTo>
                  <a:lnTo>
                    <a:pt x="2181727" y="2626868"/>
                  </a:lnTo>
                  <a:lnTo>
                    <a:pt x="2168342" y="2626868"/>
                  </a:lnTo>
                  <a:lnTo>
                    <a:pt x="2154958" y="2626868"/>
                  </a:lnTo>
                  <a:lnTo>
                    <a:pt x="2141573" y="2626868"/>
                  </a:lnTo>
                  <a:lnTo>
                    <a:pt x="2128188" y="2626868"/>
                  </a:lnTo>
                  <a:lnTo>
                    <a:pt x="2114803" y="2626868"/>
                  </a:lnTo>
                  <a:lnTo>
                    <a:pt x="2101418" y="2626868"/>
                  </a:lnTo>
                  <a:lnTo>
                    <a:pt x="2088033" y="2626868"/>
                  </a:lnTo>
                  <a:lnTo>
                    <a:pt x="2074649" y="2626868"/>
                  </a:lnTo>
                  <a:lnTo>
                    <a:pt x="2061264" y="2626868"/>
                  </a:lnTo>
                  <a:lnTo>
                    <a:pt x="2047879" y="2626868"/>
                  </a:lnTo>
                  <a:lnTo>
                    <a:pt x="2034494" y="2626868"/>
                  </a:lnTo>
                  <a:lnTo>
                    <a:pt x="2021109" y="2626868"/>
                  </a:lnTo>
                  <a:lnTo>
                    <a:pt x="2007724" y="2626868"/>
                  </a:lnTo>
                  <a:lnTo>
                    <a:pt x="1994340" y="2626868"/>
                  </a:lnTo>
                  <a:lnTo>
                    <a:pt x="1980955" y="2626868"/>
                  </a:lnTo>
                  <a:lnTo>
                    <a:pt x="1967570" y="2626868"/>
                  </a:lnTo>
                  <a:lnTo>
                    <a:pt x="1954185" y="2626868"/>
                  </a:lnTo>
                  <a:lnTo>
                    <a:pt x="1940800" y="2626868"/>
                  </a:lnTo>
                  <a:lnTo>
                    <a:pt x="1927415" y="2626868"/>
                  </a:lnTo>
                  <a:lnTo>
                    <a:pt x="1914031" y="2626868"/>
                  </a:lnTo>
                  <a:lnTo>
                    <a:pt x="1900646" y="2626868"/>
                  </a:lnTo>
                  <a:lnTo>
                    <a:pt x="1887261" y="2626868"/>
                  </a:lnTo>
                  <a:lnTo>
                    <a:pt x="1873876" y="2626868"/>
                  </a:lnTo>
                  <a:lnTo>
                    <a:pt x="1860491" y="2626868"/>
                  </a:lnTo>
                  <a:lnTo>
                    <a:pt x="1847106" y="2626868"/>
                  </a:lnTo>
                  <a:lnTo>
                    <a:pt x="1833722" y="2626868"/>
                  </a:lnTo>
                  <a:lnTo>
                    <a:pt x="1820337" y="2626868"/>
                  </a:lnTo>
                  <a:lnTo>
                    <a:pt x="1806952" y="2626868"/>
                  </a:lnTo>
                  <a:lnTo>
                    <a:pt x="1793567" y="2626868"/>
                  </a:lnTo>
                  <a:lnTo>
                    <a:pt x="1780182" y="2626868"/>
                  </a:lnTo>
                  <a:lnTo>
                    <a:pt x="1766797" y="2626868"/>
                  </a:lnTo>
                  <a:lnTo>
                    <a:pt x="1753413" y="2626868"/>
                  </a:lnTo>
                  <a:lnTo>
                    <a:pt x="1740028" y="2626868"/>
                  </a:lnTo>
                  <a:lnTo>
                    <a:pt x="1726643" y="2626868"/>
                  </a:lnTo>
                  <a:lnTo>
                    <a:pt x="1713258" y="2626868"/>
                  </a:lnTo>
                  <a:lnTo>
                    <a:pt x="1699873" y="2626868"/>
                  </a:lnTo>
                  <a:lnTo>
                    <a:pt x="1686488" y="2626868"/>
                  </a:lnTo>
                  <a:lnTo>
                    <a:pt x="1673104" y="2626868"/>
                  </a:lnTo>
                  <a:lnTo>
                    <a:pt x="1659719" y="2626868"/>
                  </a:lnTo>
                  <a:lnTo>
                    <a:pt x="1646334" y="2626868"/>
                  </a:lnTo>
                  <a:lnTo>
                    <a:pt x="1632949" y="2626868"/>
                  </a:lnTo>
                  <a:lnTo>
                    <a:pt x="1619564" y="2626868"/>
                  </a:lnTo>
                  <a:lnTo>
                    <a:pt x="1606179" y="2626868"/>
                  </a:lnTo>
                  <a:lnTo>
                    <a:pt x="1592795" y="2626868"/>
                  </a:lnTo>
                  <a:lnTo>
                    <a:pt x="1579410" y="2626868"/>
                  </a:lnTo>
                  <a:lnTo>
                    <a:pt x="1566025" y="2626868"/>
                  </a:lnTo>
                  <a:lnTo>
                    <a:pt x="1552640" y="2626868"/>
                  </a:lnTo>
                  <a:lnTo>
                    <a:pt x="1539255" y="2626868"/>
                  </a:lnTo>
                  <a:lnTo>
                    <a:pt x="1525870" y="2626868"/>
                  </a:lnTo>
                  <a:lnTo>
                    <a:pt x="1512486" y="2626868"/>
                  </a:lnTo>
                  <a:lnTo>
                    <a:pt x="1499101" y="2626868"/>
                  </a:lnTo>
                  <a:lnTo>
                    <a:pt x="1485716" y="2626868"/>
                  </a:lnTo>
                  <a:lnTo>
                    <a:pt x="1472331" y="2626868"/>
                  </a:lnTo>
                  <a:lnTo>
                    <a:pt x="1458946" y="2626868"/>
                  </a:lnTo>
                  <a:lnTo>
                    <a:pt x="1445561" y="2626868"/>
                  </a:lnTo>
                  <a:lnTo>
                    <a:pt x="1432177" y="2626868"/>
                  </a:lnTo>
                  <a:lnTo>
                    <a:pt x="1418792" y="2626868"/>
                  </a:lnTo>
                  <a:lnTo>
                    <a:pt x="1405407" y="2626868"/>
                  </a:lnTo>
                  <a:lnTo>
                    <a:pt x="1392022" y="2626868"/>
                  </a:lnTo>
                  <a:lnTo>
                    <a:pt x="1378637" y="2626868"/>
                  </a:lnTo>
                  <a:lnTo>
                    <a:pt x="1365252" y="2626868"/>
                  </a:lnTo>
                  <a:lnTo>
                    <a:pt x="1351868" y="2626868"/>
                  </a:lnTo>
                  <a:lnTo>
                    <a:pt x="1338483" y="2626868"/>
                  </a:lnTo>
                  <a:lnTo>
                    <a:pt x="1325098" y="2626868"/>
                  </a:lnTo>
                  <a:lnTo>
                    <a:pt x="1311713" y="2626868"/>
                  </a:lnTo>
                  <a:lnTo>
                    <a:pt x="1298328" y="2626868"/>
                  </a:lnTo>
                  <a:lnTo>
                    <a:pt x="1284943" y="2626868"/>
                  </a:lnTo>
                  <a:lnTo>
                    <a:pt x="1271559" y="2626868"/>
                  </a:lnTo>
                  <a:lnTo>
                    <a:pt x="1258174" y="2626868"/>
                  </a:lnTo>
                  <a:lnTo>
                    <a:pt x="1244789" y="2626868"/>
                  </a:lnTo>
                  <a:lnTo>
                    <a:pt x="1231404" y="2626868"/>
                  </a:lnTo>
                  <a:lnTo>
                    <a:pt x="1218019" y="2626868"/>
                  </a:lnTo>
                  <a:lnTo>
                    <a:pt x="1204634" y="2626868"/>
                  </a:lnTo>
                  <a:lnTo>
                    <a:pt x="1191250" y="2626868"/>
                  </a:lnTo>
                  <a:lnTo>
                    <a:pt x="1177865" y="2626868"/>
                  </a:lnTo>
                  <a:lnTo>
                    <a:pt x="1164480" y="2626868"/>
                  </a:lnTo>
                  <a:lnTo>
                    <a:pt x="1151095" y="2626868"/>
                  </a:lnTo>
                  <a:lnTo>
                    <a:pt x="1137710" y="2626868"/>
                  </a:lnTo>
                  <a:lnTo>
                    <a:pt x="1124325" y="2626868"/>
                  </a:lnTo>
                  <a:lnTo>
                    <a:pt x="1110941" y="2626868"/>
                  </a:lnTo>
                  <a:lnTo>
                    <a:pt x="1097556" y="2626868"/>
                  </a:lnTo>
                  <a:lnTo>
                    <a:pt x="1084171" y="2626868"/>
                  </a:lnTo>
                  <a:lnTo>
                    <a:pt x="1070786" y="2626868"/>
                  </a:lnTo>
                  <a:lnTo>
                    <a:pt x="1057401" y="2626868"/>
                  </a:lnTo>
                  <a:lnTo>
                    <a:pt x="1044016" y="2626868"/>
                  </a:lnTo>
                  <a:lnTo>
                    <a:pt x="1030632" y="2626868"/>
                  </a:lnTo>
                  <a:lnTo>
                    <a:pt x="1017247" y="2626868"/>
                  </a:lnTo>
                  <a:lnTo>
                    <a:pt x="1003862" y="2626868"/>
                  </a:lnTo>
                  <a:lnTo>
                    <a:pt x="990477" y="2626868"/>
                  </a:lnTo>
                  <a:lnTo>
                    <a:pt x="977092" y="2626868"/>
                  </a:lnTo>
                  <a:lnTo>
                    <a:pt x="963707" y="2626868"/>
                  </a:lnTo>
                  <a:lnTo>
                    <a:pt x="950323" y="2626868"/>
                  </a:lnTo>
                  <a:lnTo>
                    <a:pt x="936938" y="2626868"/>
                  </a:lnTo>
                  <a:lnTo>
                    <a:pt x="923553" y="2626868"/>
                  </a:lnTo>
                  <a:lnTo>
                    <a:pt x="910168" y="2626868"/>
                  </a:lnTo>
                  <a:lnTo>
                    <a:pt x="896783" y="2626868"/>
                  </a:lnTo>
                  <a:lnTo>
                    <a:pt x="883398" y="2626868"/>
                  </a:lnTo>
                  <a:lnTo>
                    <a:pt x="870014" y="2626868"/>
                  </a:lnTo>
                  <a:lnTo>
                    <a:pt x="856629" y="2626868"/>
                  </a:lnTo>
                  <a:lnTo>
                    <a:pt x="843244" y="2626868"/>
                  </a:lnTo>
                  <a:lnTo>
                    <a:pt x="829859" y="2626868"/>
                  </a:lnTo>
                  <a:lnTo>
                    <a:pt x="816474" y="2626868"/>
                  </a:lnTo>
                  <a:lnTo>
                    <a:pt x="803089" y="2626868"/>
                  </a:lnTo>
                  <a:lnTo>
                    <a:pt x="789705" y="2626868"/>
                  </a:lnTo>
                  <a:lnTo>
                    <a:pt x="776320" y="2626868"/>
                  </a:lnTo>
                  <a:lnTo>
                    <a:pt x="762935" y="2626868"/>
                  </a:lnTo>
                  <a:lnTo>
                    <a:pt x="749550" y="2626868"/>
                  </a:lnTo>
                  <a:lnTo>
                    <a:pt x="736165" y="2626868"/>
                  </a:lnTo>
                  <a:lnTo>
                    <a:pt x="722780" y="2626868"/>
                  </a:lnTo>
                  <a:lnTo>
                    <a:pt x="709396" y="2626868"/>
                  </a:lnTo>
                  <a:lnTo>
                    <a:pt x="696011" y="2626868"/>
                  </a:lnTo>
                  <a:lnTo>
                    <a:pt x="682626" y="2626868"/>
                  </a:lnTo>
                  <a:lnTo>
                    <a:pt x="669241" y="2626868"/>
                  </a:lnTo>
                  <a:lnTo>
                    <a:pt x="655856" y="2626868"/>
                  </a:lnTo>
                  <a:lnTo>
                    <a:pt x="642471" y="2626868"/>
                  </a:lnTo>
                  <a:lnTo>
                    <a:pt x="629087" y="2626868"/>
                  </a:lnTo>
                  <a:lnTo>
                    <a:pt x="615702" y="2626868"/>
                  </a:lnTo>
                  <a:lnTo>
                    <a:pt x="602317" y="2626868"/>
                  </a:lnTo>
                  <a:lnTo>
                    <a:pt x="588932" y="2626868"/>
                  </a:lnTo>
                  <a:lnTo>
                    <a:pt x="575547" y="2626868"/>
                  </a:lnTo>
                  <a:lnTo>
                    <a:pt x="562162" y="2626868"/>
                  </a:lnTo>
                  <a:lnTo>
                    <a:pt x="548778" y="2626868"/>
                  </a:lnTo>
                  <a:lnTo>
                    <a:pt x="535393" y="2626868"/>
                  </a:lnTo>
                  <a:lnTo>
                    <a:pt x="522008" y="2626868"/>
                  </a:lnTo>
                  <a:lnTo>
                    <a:pt x="508623" y="2626868"/>
                  </a:lnTo>
                  <a:lnTo>
                    <a:pt x="495238" y="2626868"/>
                  </a:lnTo>
                  <a:lnTo>
                    <a:pt x="481853" y="2626868"/>
                  </a:lnTo>
                  <a:lnTo>
                    <a:pt x="468469" y="2626868"/>
                  </a:lnTo>
                  <a:lnTo>
                    <a:pt x="455084" y="2626868"/>
                  </a:lnTo>
                  <a:lnTo>
                    <a:pt x="441699" y="2626868"/>
                  </a:lnTo>
                  <a:lnTo>
                    <a:pt x="428314" y="2626868"/>
                  </a:lnTo>
                  <a:lnTo>
                    <a:pt x="414929" y="2626868"/>
                  </a:lnTo>
                  <a:lnTo>
                    <a:pt x="401544" y="2626868"/>
                  </a:lnTo>
                  <a:lnTo>
                    <a:pt x="388160" y="2626868"/>
                  </a:lnTo>
                  <a:lnTo>
                    <a:pt x="374775" y="2626868"/>
                  </a:lnTo>
                  <a:lnTo>
                    <a:pt x="361390" y="2626868"/>
                  </a:lnTo>
                  <a:lnTo>
                    <a:pt x="348005" y="2626868"/>
                  </a:lnTo>
                  <a:lnTo>
                    <a:pt x="334620" y="2626868"/>
                  </a:lnTo>
                  <a:lnTo>
                    <a:pt x="321235" y="2626868"/>
                  </a:lnTo>
                  <a:lnTo>
                    <a:pt x="307851" y="2626868"/>
                  </a:lnTo>
                  <a:lnTo>
                    <a:pt x="294466" y="2626868"/>
                  </a:lnTo>
                  <a:lnTo>
                    <a:pt x="281081" y="2626868"/>
                  </a:lnTo>
                  <a:lnTo>
                    <a:pt x="267696" y="2626868"/>
                  </a:lnTo>
                  <a:lnTo>
                    <a:pt x="254311" y="2626868"/>
                  </a:lnTo>
                  <a:lnTo>
                    <a:pt x="240926" y="2626868"/>
                  </a:lnTo>
                  <a:lnTo>
                    <a:pt x="227542" y="2626868"/>
                  </a:lnTo>
                  <a:lnTo>
                    <a:pt x="214157" y="2626868"/>
                  </a:lnTo>
                  <a:lnTo>
                    <a:pt x="200772" y="2626868"/>
                  </a:lnTo>
                  <a:lnTo>
                    <a:pt x="187387" y="2626868"/>
                  </a:lnTo>
                  <a:lnTo>
                    <a:pt x="174002" y="2626868"/>
                  </a:lnTo>
                  <a:lnTo>
                    <a:pt x="160617" y="2626868"/>
                  </a:lnTo>
                  <a:lnTo>
                    <a:pt x="147233" y="2626868"/>
                  </a:lnTo>
                  <a:lnTo>
                    <a:pt x="133848" y="2626868"/>
                  </a:lnTo>
                  <a:lnTo>
                    <a:pt x="120463" y="2626868"/>
                  </a:lnTo>
                  <a:lnTo>
                    <a:pt x="107078" y="2626868"/>
                  </a:lnTo>
                  <a:lnTo>
                    <a:pt x="93693" y="2626868"/>
                  </a:lnTo>
                  <a:lnTo>
                    <a:pt x="80308" y="2626868"/>
                  </a:lnTo>
                  <a:lnTo>
                    <a:pt x="66924" y="2626868"/>
                  </a:lnTo>
                  <a:lnTo>
                    <a:pt x="53539" y="2626868"/>
                  </a:lnTo>
                  <a:lnTo>
                    <a:pt x="40154" y="2626868"/>
                  </a:lnTo>
                  <a:lnTo>
                    <a:pt x="26769" y="2626868"/>
                  </a:lnTo>
                  <a:lnTo>
                    <a:pt x="13384" y="2626868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429252" y="2920757"/>
              <a:ext cx="6839649" cy="2626820"/>
            </a:xfrm>
            <a:custGeom>
              <a:avLst/>
              <a:pathLst>
                <a:path w="6839649" h="2626820">
                  <a:moveTo>
                    <a:pt x="0" y="2626820"/>
                  </a:moveTo>
                  <a:lnTo>
                    <a:pt x="13384" y="2626813"/>
                  </a:lnTo>
                  <a:lnTo>
                    <a:pt x="26769" y="2626804"/>
                  </a:lnTo>
                  <a:lnTo>
                    <a:pt x="40154" y="2626794"/>
                  </a:lnTo>
                  <a:lnTo>
                    <a:pt x="53539" y="2626783"/>
                  </a:lnTo>
                  <a:lnTo>
                    <a:pt x="66924" y="2626770"/>
                  </a:lnTo>
                  <a:lnTo>
                    <a:pt x="80308" y="2626755"/>
                  </a:lnTo>
                  <a:lnTo>
                    <a:pt x="93693" y="2626738"/>
                  </a:lnTo>
                  <a:lnTo>
                    <a:pt x="107078" y="2626719"/>
                  </a:lnTo>
                  <a:lnTo>
                    <a:pt x="120463" y="2626697"/>
                  </a:lnTo>
                  <a:lnTo>
                    <a:pt x="133848" y="2626672"/>
                  </a:lnTo>
                  <a:lnTo>
                    <a:pt x="147233" y="2626645"/>
                  </a:lnTo>
                  <a:lnTo>
                    <a:pt x="160617" y="2626612"/>
                  </a:lnTo>
                  <a:lnTo>
                    <a:pt x="174002" y="2626576"/>
                  </a:lnTo>
                  <a:lnTo>
                    <a:pt x="187387" y="2626536"/>
                  </a:lnTo>
                  <a:lnTo>
                    <a:pt x="200772" y="2626489"/>
                  </a:lnTo>
                  <a:lnTo>
                    <a:pt x="214157" y="2626437"/>
                  </a:lnTo>
                  <a:lnTo>
                    <a:pt x="227542" y="2626379"/>
                  </a:lnTo>
                  <a:lnTo>
                    <a:pt x="240926" y="2626313"/>
                  </a:lnTo>
                  <a:lnTo>
                    <a:pt x="254311" y="2626238"/>
                  </a:lnTo>
                  <a:lnTo>
                    <a:pt x="267696" y="2626156"/>
                  </a:lnTo>
                  <a:lnTo>
                    <a:pt x="281081" y="2626064"/>
                  </a:lnTo>
                  <a:lnTo>
                    <a:pt x="294466" y="2625958"/>
                  </a:lnTo>
                  <a:lnTo>
                    <a:pt x="307851" y="2625842"/>
                  </a:lnTo>
                  <a:lnTo>
                    <a:pt x="321235" y="2625716"/>
                  </a:lnTo>
                  <a:lnTo>
                    <a:pt x="334620" y="2625568"/>
                  </a:lnTo>
                  <a:lnTo>
                    <a:pt x="348005" y="2625407"/>
                  </a:lnTo>
                  <a:lnTo>
                    <a:pt x="361390" y="2625231"/>
                  </a:lnTo>
                  <a:lnTo>
                    <a:pt x="374775" y="2625030"/>
                  </a:lnTo>
                  <a:lnTo>
                    <a:pt x="388160" y="2624808"/>
                  </a:lnTo>
                  <a:lnTo>
                    <a:pt x="401544" y="2624567"/>
                  </a:lnTo>
                  <a:lnTo>
                    <a:pt x="414929" y="2624296"/>
                  </a:lnTo>
                  <a:lnTo>
                    <a:pt x="428314" y="2623994"/>
                  </a:lnTo>
                  <a:lnTo>
                    <a:pt x="441699" y="2623667"/>
                  </a:lnTo>
                  <a:lnTo>
                    <a:pt x="455084" y="2623307"/>
                  </a:lnTo>
                  <a:lnTo>
                    <a:pt x="468469" y="2622901"/>
                  </a:lnTo>
                  <a:lnTo>
                    <a:pt x="481853" y="2622462"/>
                  </a:lnTo>
                  <a:lnTo>
                    <a:pt x="495238" y="2621989"/>
                  </a:lnTo>
                  <a:lnTo>
                    <a:pt x="508623" y="2621449"/>
                  </a:lnTo>
                  <a:lnTo>
                    <a:pt x="522008" y="2620868"/>
                  </a:lnTo>
                  <a:lnTo>
                    <a:pt x="535393" y="2620243"/>
                  </a:lnTo>
                  <a:lnTo>
                    <a:pt x="548778" y="2619542"/>
                  </a:lnTo>
                  <a:lnTo>
                    <a:pt x="562162" y="2618780"/>
                  </a:lnTo>
                  <a:lnTo>
                    <a:pt x="575547" y="2617964"/>
                  </a:lnTo>
                  <a:lnTo>
                    <a:pt x="588932" y="2617066"/>
                  </a:lnTo>
                  <a:lnTo>
                    <a:pt x="602317" y="2616079"/>
                  </a:lnTo>
                  <a:lnTo>
                    <a:pt x="615702" y="2615023"/>
                  </a:lnTo>
                  <a:lnTo>
                    <a:pt x="629087" y="2613884"/>
                  </a:lnTo>
                  <a:lnTo>
                    <a:pt x="642471" y="2612620"/>
                  </a:lnTo>
                  <a:lnTo>
                    <a:pt x="655856" y="2611273"/>
                  </a:lnTo>
                  <a:lnTo>
                    <a:pt x="669241" y="2609840"/>
                  </a:lnTo>
                  <a:lnTo>
                    <a:pt x="682626" y="2608241"/>
                  </a:lnTo>
                  <a:lnTo>
                    <a:pt x="696011" y="2606540"/>
                  </a:lnTo>
                  <a:lnTo>
                    <a:pt x="709396" y="2604736"/>
                  </a:lnTo>
                  <a:lnTo>
                    <a:pt x="722780" y="2602758"/>
                  </a:lnTo>
                  <a:lnTo>
                    <a:pt x="736165" y="2600634"/>
                  </a:lnTo>
                  <a:lnTo>
                    <a:pt x="749550" y="2598388"/>
                  </a:lnTo>
                  <a:lnTo>
                    <a:pt x="762935" y="2595965"/>
                  </a:lnTo>
                  <a:lnTo>
                    <a:pt x="776320" y="2593344"/>
                  </a:lnTo>
                  <a:lnTo>
                    <a:pt x="789705" y="2590578"/>
                  </a:lnTo>
                  <a:lnTo>
                    <a:pt x="803089" y="2587640"/>
                  </a:lnTo>
                  <a:lnTo>
                    <a:pt x="816474" y="2584441"/>
                  </a:lnTo>
                  <a:lnTo>
                    <a:pt x="829859" y="2581073"/>
                  </a:lnTo>
                  <a:lnTo>
                    <a:pt x="843244" y="2577535"/>
                  </a:lnTo>
                  <a:lnTo>
                    <a:pt x="856629" y="2573682"/>
                  </a:lnTo>
                  <a:lnTo>
                    <a:pt x="870014" y="2569627"/>
                  </a:lnTo>
                  <a:lnTo>
                    <a:pt x="883398" y="2565378"/>
                  </a:lnTo>
                  <a:lnTo>
                    <a:pt x="896783" y="2560818"/>
                  </a:lnTo>
                  <a:lnTo>
                    <a:pt x="910168" y="2555988"/>
                  </a:lnTo>
                  <a:lnTo>
                    <a:pt x="923553" y="2550940"/>
                  </a:lnTo>
                  <a:lnTo>
                    <a:pt x="936938" y="2545593"/>
                  </a:lnTo>
                  <a:lnTo>
                    <a:pt x="950323" y="2539902"/>
                  </a:lnTo>
                  <a:lnTo>
                    <a:pt x="963707" y="2533968"/>
                  </a:lnTo>
                  <a:lnTo>
                    <a:pt x="977092" y="2527759"/>
                  </a:lnTo>
                  <a:lnTo>
                    <a:pt x="990477" y="2521121"/>
                  </a:lnTo>
                  <a:lnTo>
                    <a:pt x="1003862" y="2514219"/>
                  </a:lnTo>
                  <a:lnTo>
                    <a:pt x="1017247" y="2507050"/>
                  </a:lnTo>
                  <a:lnTo>
                    <a:pt x="1030632" y="2499411"/>
                  </a:lnTo>
                  <a:lnTo>
                    <a:pt x="1044016" y="2491464"/>
                  </a:lnTo>
                  <a:lnTo>
                    <a:pt x="1057401" y="2483230"/>
                  </a:lnTo>
                  <a:lnTo>
                    <a:pt x="1070786" y="2474558"/>
                  </a:lnTo>
                  <a:lnTo>
                    <a:pt x="1084171" y="2465498"/>
                  </a:lnTo>
                  <a:lnTo>
                    <a:pt x="1097556" y="2456134"/>
                  </a:lnTo>
                  <a:lnTo>
                    <a:pt x="1110941" y="2446374"/>
                  </a:lnTo>
                  <a:lnTo>
                    <a:pt x="1124325" y="2436145"/>
                  </a:lnTo>
                  <a:lnTo>
                    <a:pt x="1137710" y="2425598"/>
                  </a:lnTo>
                  <a:lnTo>
                    <a:pt x="1151095" y="2414707"/>
                  </a:lnTo>
                  <a:lnTo>
                    <a:pt x="1164480" y="2403264"/>
                  </a:lnTo>
                  <a:lnTo>
                    <a:pt x="1177865" y="2391496"/>
                  </a:lnTo>
                  <a:lnTo>
                    <a:pt x="1191250" y="2379400"/>
                  </a:lnTo>
                  <a:lnTo>
                    <a:pt x="1204634" y="2366757"/>
                  </a:lnTo>
                  <a:lnTo>
                    <a:pt x="1218019" y="2353741"/>
                  </a:lnTo>
                  <a:lnTo>
                    <a:pt x="1231404" y="2340395"/>
                  </a:lnTo>
                  <a:lnTo>
                    <a:pt x="1244789" y="2326564"/>
                  </a:lnTo>
                  <a:lnTo>
                    <a:pt x="1258174" y="2312293"/>
                  </a:lnTo>
                  <a:lnTo>
                    <a:pt x="1271559" y="2297691"/>
                  </a:lnTo>
                  <a:lnTo>
                    <a:pt x="1284943" y="2282675"/>
                  </a:lnTo>
                  <a:lnTo>
                    <a:pt x="1298328" y="2267155"/>
                  </a:lnTo>
                  <a:lnTo>
                    <a:pt x="1311713" y="2251308"/>
                  </a:lnTo>
                  <a:lnTo>
                    <a:pt x="1325098" y="2235122"/>
                  </a:lnTo>
                  <a:lnTo>
                    <a:pt x="1338483" y="2218375"/>
                  </a:lnTo>
                  <a:lnTo>
                    <a:pt x="1351868" y="2201312"/>
                  </a:lnTo>
                  <a:lnTo>
                    <a:pt x="1365252" y="2183933"/>
                  </a:lnTo>
                  <a:lnTo>
                    <a:pt x="1378637" y="2166047"/>
                  </a:lnTo>
                  <a:lnTo>
                    <a:pt x="1392022" y="2147808"/>
                  </a:lnTo>
                  <a:lnTo>
                    <a:pt x="1405407" y="2129267"/>
                  </a:lnTo>
                  <a:lnTo>
                    <a:pt x="1418792" y="2110303"/>
                  </a:lnTo>
                  <a:lnTo>
                    <a:pt x="1432177" y="2090944"/>
                  </a:lnTo>
                  <a:lnTo>
                    <a:pt x="1445561" y="2071301"/>
                  </a:lnTo>
                  <a:lnTo>
                    <a:pt x="1458946" y="2051317"/>
                  </a:lnTo>
                  <a:lnTo>
                    <a:pt x="1472331" y="2030907"/>
                  </a:lnTo>
                  <a:lnTo>
                    <a:pt x="1485716" y="2010234"/>
                  </a:lnTo>
                  <a:lnTo>
                    <a:pt x="1499101" y="1989299"/>
                  </a:lnTo>
                  <a:lnTo>
                    <a:pt x="1512486" y="1967919"/>
                  </a:lnTo>
                  <a:lnTo>
                    <a:pt x="1525870" y="1946301"/>
                  </a:lnTo>
                  <a:lnTo>
                    <a:pt x="1539255" y="1924448"/>
                  </a:lnTo>
                  <a:lnTo>
                    <a:pt x="1552640" y="1902237"/>
                  </a:lnTo>
                  <a:lnTo>
                    <a:pt x="1566025" y="1879772"/>
                  </a:lnTo>
                  <a:lnTo>
                    <a:pt x="1579410" y="1857100"/>
                  </a:lnTo>
                  <a:lnTo>
                    <a:pt x="1592795" y="1834154"/>
                  </a:lnTo>
                  <a:lnTo>
                    <a:pt x="1606179" y="1810951"/>
                  </a:lnTo>
                  <a:lnTo>
                    <a:pt x="1619564" y="1787574"/>
                  </a:lnTo>
                  <a:lnTo>
                    <a:pt x="1632949" y="1763999"/>
                  </a:lnTo>
                  <a:lnTo>
                    <a:pt x="1646334" y="1740180"/>
                  </a:lnTo>
                  <a:lnTo>
                    <a:pt x="1659719" y="1716224"/>
                  </a:lnTo>
                  <a:lnTo>
                    <a:pt x="1673104" y="1692133"/>
                  </a:lnTo>
                  <a:lnTo>
                    <a:pt x="1686488" y="1667837"/>
                  </a:lnTo>
                  <a:lnTo>
                    <a:pt x="1699873" y="1643439"/>
                  </a:lnTo>
                  <a:lnTo>
                    <a:pt x="1713258" y="1618949"/>
                  </a:lnTo>
                  <a:lnTo>
                    <a:pt x="1726643" y="1594336"/>
                  </a:lnTo>
                  <a:lnTo>
                    <a:pt x="1740028" y="1569651"/>
                  </a:lnTo>
                  <a:lnTo>
                    <a:pt x="1753413" y="1544917"/>
                  </a:lnTo>
                  <a:lnTo>
                    <a:pt x="1766797" y="1520133"/>
                  </a:lnTo>
                  <a:lnTo>
                    <a:pt x="1780182" y="1495326"/>
                  </a:lnTo>
                  <a:lnTo>
                    <a:pt x="1793567" y="1470518"/>
                  </a:lnTo>
                  <a:lnTo>
                    <a:pt x="1806952" y="1445718"/>
                  </a:lnTo>
                  <a:lnTo>
                    <a:pt x="1820337" y="1420966"/>
                  </a:lnTo>
                  <a:lnTo>
                    <a:pt x="1833722" y="1396264"/>
                  </a:lnTo>
                  <a:lnTo>
                    <a:pt x="1847106" y="1371617"/>
                  </a:lnTo>
                  <a:lnTo>
                    <a:pt x="1860491" y="1347102"/>
                  </a:lnTo>
                  <a:lnTo>
                    <a:pt x="1873876" y="1322695"/>
                  </a:lnTo>
                  <a:lnTo>
                    <a:pt x="1887261" y="1298396"/>
                  </a:lnTo>
                  <a:lnTo>
                    <a:pt x="1900646" y="1274286"/>
                  </a:lnTo>
                  <a:lnTo>
                    <a:pt x="1914031" y="1250367"/>
                  </a:lnTo>
                  <a:lnTo>
                    <a:pt x="1927415" y="1226608"/>
                  </a:lnTo>
                  <a:lnTo>
                    <a:pt x="1940800" y="1203076"/>
                  </a:lnTo>
                  <a:lnTo>
                    <a:pt x="1954185" y="1179835"/>
                  </a:lnTo>
                  <a:lnTo>
                    <a:pt x="1967570" y="1156807"/>
                  </a:lnTo>
                  <a:lnTo>
                    <a:pt x="1980955" y="1134021"/>
                  </a:lnTo>
                  <a:lnTo>
                    <a:pt x="1994340" y="1111642"/>
                  </a:lnTo>
                  <a:lnTo>
                    <a:pt x="2007724" y="1089523"/>
                  </a:lnTo>
                  <a:lnTo>
                    <a:pt x="2021109" y="1067669"/>
                  </a:lnTo>
                  <a:lnTo>
                    <a:pt x="2034494" y="1046291"/>
                  </a:lnTo>
                  <a:lnTo>
                    <a:pt x="2047879" y="1025244"/>
                  </a:lnTo>
                  <a:lnTo>
                    <a:pt x="2061264" y="1004502"/>
                  </a:lnTo>
                  <a:lnTo>
                    <a:pt x="2074649" y="984229"/>
                  </a:lnTo>
                  <a:lnTo>
                    <a:pt x="2088033" y="964390"/>
                  </a:lnTo>
                  <a:lnTo>
                    <a:pt x="2101418" y="944889"/>
                  </a:lnTo>
                  <a:lnTo>
                    <a:pt x="2114803" y="925826"/>
                  </a:lnTo>
                  <a:lnTo>
                    <a:pt x="2128188" y="907301"/>
                  </a:lnTo>
                  <a:lnTo>
                    <a:pt x="2141573" y="889135"/>
                  </a:lnTo>
                  <a:lnTo>
                    <a:pt x="2154958" y="871356"/>
                  </a:lnTo>
                  <a:lnTo>
                    <a:pt x="2168342" y="854210"/>
                  </a:lnTo>
                  <a:lnTo>
                    <a:pt x="2181727" y="837436"/>
                  </a:lnTo>
                  <a:lnTo>
                    <a:pt x="2195112" y="821033"/>
                  </a:lnTo>
                  <a:lnTo>
                    <a:pt x="2208497" y="805244"/>
                  </a:lnTo>
                  <a:lnTo>
                    <a:pt x="2221882" y="789877"/>
                  </a:lnTo>
                  <a:lnTo>
                    <a:pt x="2235267" y="774878"/>
                  </a:lnTo>
                  <a:lnTo>
                    <a:pt x="2248651" y="760409"/>
                  </a:lnTo>
                  <a:lnTo>
                    <a:pt x="2262036" y="746424"/>
                  </a:lnTo>
                  <a:lnTo>
                    <a:pt x="2275421" y="732793"/>
                  </a:lnTo>
                  <a:lnTo>
                    <a:pt x="2288806" y="719598"/>
                  </a:lnTo>
                  <a:lnTo>
                    <a:pt x="2302191" y="706933"/>
                  </a:lnTo>
                  <a:lnTo>
                    <a:pt x="2315576" y="694599"/>
                  </a:lnTo>
                  <a:lnTo>
                    <a:pt x="2328960" y="682604"/>
                  </a:lnTo>
                  <a:lnTo>
                    <a:pt x="2342345" y="671164"/>
                  </a:lnTo>
                  <a:lnTo>
                    <a:pt x="2355730" y="660024"/>
                  </a:lnTo>
                  <a:lnTo>
                    <a:pt x="2369115" y="649182"/>
                  </a:lnTo>
                  <a:lnTo>
                    <a:pt x="2382500" y="638800"/>
                  </a:lnTo>
                  <a:lnTo>
                    <a:pt x="2395885" y="628733"/>
                  </a:lnTo>
                  <a:lnTo>
                    <a:pt x="2409269" y="618928"/>
                  </a:lnTo>
                  <a:lnTo>
                    <a:pt x="2422654" y="609477"/>
                  </a:lnTo>
                  <a:lnTo>
                    <a:pt x="2436039" y="600351"/>
                  </a:lnTo>
                  <a:lnTo>
                    <a:pt x="2449424" y="591449"/>
                  </a:lnTo>
                  <a:lnTo>
                    <a:pt x="2462809" y="582810"/>
                  </a:lnTo>
                  <a:lnTo>
                    <a:pt x="2476194" y="574492"/>
                  </a:lnTo>
                  <a:lnTo>
                    <a:pt x="2489578" y="566363"/>
                  </a:lnTo>
                  <a:lnTo>
                    <a:pt x="2502963" y="558422"/>
                  </a:lnTo>
                  <a:lnTo>
                    <a:pt x="2516348" y="550790"/>
                  </a:lnTo>
                  <a:lnTo>
                    <a:pt x="2529733" y="543319"/>
                  </a:lnTo>
                  <a:lnTo>
                    <a:pt x="2543118" y="536005"/>
                  </a:lnTo>
                  <a:lnTo>
                    <a:pt x="2556503" y="528925"/>
                  </a:lnTo>
                  <a:lnTo>
                    <a:pt x="2569887" y="522013"/>
                  </a:lnTo>
                  <a:lnTo>
                    <a:pt x="2583272" y="515237"/>
                  </a:lnTo>
                  <a:lnTo>
                    <a:pt x="2596657" y="508638"/>
                  </a:lnTo>
                  <a:lnTo>
                    <a:pt x="2610042" y="502214"/>
                  </a:lnTo>
                  <a:lnTo>
                    <a:pt x="2623427" y="495910"/>
                  </a:lnTo>
                  <a:lnTo>
                    <a:pt x="2636812" y="489742"/>
                  </a:lnTo>
                  <a:lnTo>
                    <a:pt x="2650196" y="483759"/>
                  </a:lnTo>
                  <a:lnTo>
                    <a:pt x="2663581" y="477887"/>
                  </a:lnTo>
                  <a:lnTo>
                    <a:pt x="2676966" y="472126"/>
                  </a:lnTo>
                  <a:lnTo>
                    <a:pt x="2690351" y="466556"/>
                  </a:lnTo>
                  <a:lnTo>
                    <a:pt x="2703736" y="461098"/>
                  </a:lnTo>
                  <a:lnTo>
                    <a:pt x="2717121" y="455748"/>
                  </a:lnTo>
                  <a:lnTo>
                    <a:pt x="2730505" y="450564"/>
                  </a:lnTo>
                  <a:lnTo>
                    <a:pt x="2743890" y="445515"/>
                  </a:lnTo>
                  <a:lnTo>
                    <a:pt x="2757275" y="440574"/>
                  </a:lnTo>
                  <a:lnTo>
                    <a:pt x="2770660" y="435778"/>
                  </a:lnTo>
                  <a:lnTo>
                    <a:pt x="2784045" y="431137"/>
                  </a:lnTo>
                  <a:lnTo>
                    <a:pt x="2797430" y="426604"/>
                  </a:lnTo>
                  <a:lnTo>
                    <a:pt x="2810814" y="422190"/>
                  </a:lnTo>
                  <a:lnTo>
                    <a:pt x="2824199" y="417951"/>
                  </a:lnTo>
                  <a:lnTo>
                    <a:pt x="2837584" y="413813"/>
                  </a:lnTo>
                  <a:lnTo>
                    <a:pt x="2850969" y="409777"/>
                  </a:lnTo>
                  <a:lnTo>
                    <a:pt x="2864354" y="405906"/>
                  </a:lnTo>
                  <a:lnTo>
                    <a:pt x="2877739" y="402131"/>
                  </a:lnTo>
                  <a:lnTo>
                    <a:pt x="2891123" y="398445"/>
                  </a:lnTo>
                  <a:lnTo>
                    <a:pt x="2904508" y="394881"/>
                  </a:lnTo>
                  <a:lnTo>
                    <a:pt x="2917893" y="391408"/>
                  </a:lnTo>
                  <a:lnTo>
                    <a:pt x="2931278" y="388000"/>
                  </a:lnTo>
                  <a:lnTo>
                    <a:pt x="2944663" y="384667"/>
                  </a:lnTo>
                  <a:lnTo>
                    <a:pt x="2958048" y="381398"/>
                  </a:lnTo>
                  <a:lnTo>
                    <a:pt x="2971432" y="378161"/>
                  </a:lnTo>
                  <a:lnTo>
                    <a:pt x="2984817" y="374952"/>
                  </a:lnTo>
                  <a:lnTo>
                    <a:pt x="2998202" y="371754"/>
                  </a:lnTo>
                  <a:lnTo>
                    <a:pt x="3011587" y="368544"/>
                  </a:lnTo>
                  <a:lnTo>
                    <a:pt x="3024972" y="365318"/>
                  </a:lnTo>
                  <a:lnTo>
                    <a:pt x="3038357" y="362029"/>
                  </a:lnTo>
                  <a:lnTo>
                    <a:pt x="3051741" y="358673"/>
                  </a:lnTo>
                  <a:lnTo>
                    <a:pt x="3065126" y="355249"/>
                  </a:lnTo>
                  <a:lnTo>
                    <a:pt x="3078511" y="351699"/>
                  </a:lnTo>
                  <a:lnTo>
                    <a:pt x="3091896" y="348002"/>
                  </a:lnTo>
                  <a:lnTo>
                    <a:pt x="3105281" y="344182"/>
                  </a:lnTo>
                  <a:lnTo>
                    <a:pt x="3118666" y="340191"/>
                  </a:lnTo>
                  <a:lnTo>
                    <a:pt x="3132050" y="335955"/>
                  </a:lnTo>
                  <a:lnTo>
                    <a:pt x="3145435" y="331541"/>
                  </a:lnTo>
                  <a:lnTo>
                    <a:pt x="3158820" y="326933"/>
                  </a:lnTo>
                  <a:lnTo>
                    <a:pt x="3172205" y="321969"/>
                  </a:lnTo>
                  <a:lnTo>
                    <a:pt x="3185590" y="316781"/>
                  </a:lnTo>
                  <a:lnTo>
                    <a:pt x="3198975" y="311365"/>
                  </a:lnTo>
                  <a:lnTo>
                    <a:pt x="3212359" y="305553"/>
                  </a:lnTo>
                  <a:lnTo>
                    <a:pt x="3225744" y="299448"/>
                  </a:lnTo>
                  <a:lnTo>
                    <a:pt x="3239129" y="293083"/>
                  </a:lnTo>
                  <a:lnTo>
                    <a:pt x="3252514" y="286340"/>
                  </a:lnTo>
                  <a:lnTo>
                    <a:pt x="3265899" y="279230"/>
                  </a:lnTo>
                  <a:lnTo>
                    <a:pt x="3279284" y="271849"/>
                  </a:lnTo>
                  <a:lnTo>
                    <a:pt x="3292668" y="264137"/>
                  </a:lnTo>
                  <a:lnTo>
                    <a:pt x="3306053" y="256009"/>
                  </a:lnTo>
                  <a:lnTo>
                    <a:pt x="3319438" y="247622"/>
                  </a:lnTo>
                  <a:lnTo>
                    <a:pt x="3332823" y="238974"/>
                  </a:lnTo>
                  <a:lnTo>
                    <a:pt x="3346208" y="229900"/>
                  </a:lnTo>
                  <a:lnTo>
                    <a:pt x="3359593" y="220605"/>
                  </a:lnTo>
                  <a:lnTo>
                    <a:pt x="3372977" y="211096"/>
                  </a:lnTo>
                  <a:lnTo>
                    <a:pt x="3386362" y="201276"/>
                  </a:lnTo>
                  <a:lnTo>
                    <a:pt x="3399747" y="191265"/>
                  </a:lnTo>
                  <a:lnTo>
                    <a:pt x="3413132" y="181108"/>
                  </a:lnTo>
                  <a:lnTo>
                    <a:pt x="3426517" y="170777"/>
                  </a:lnTo>
                  <a:lnTo>
                    <a:pt x="3439902" y="160333"/>
                  </a:lnTo>
                  <a:lnTo>
                    <a:pt x="3453286" y="149836"/>
                  </a:lnTo>
                  <a:lnTo>
                    <a:pt x="3466671" y="139298"/>
                  </a:lnTo>
                  <a:lnTo>
                    <a:pt x="3480056" y="128788"/>
                  </a:lnTo>
                  <a:lnTo>
                    <a:pt x="3493441" y="118339"/>
                  </a:lnTo>
                  <a:lnTo>
                    <a:pt x="3506826" y="107963"/>
                  </a:lnTo>
                  <a:lnTo>
                    <a:pt x="3520211" y="97817"/>
                  </a:lnTo>
                  <a:lnTo>
                    <a:pt x="3533595" y="87866"/>
                  </a:lnTo>
                  <a:lnTo>
                    <a:pt x="3546980" y="78119"/>
                  </a:lnTo>
                  <a:lnTo>
                    <a:pt x="3560365" y="68767"/>
                  </a:lnTo>
                  <a:lnTo>
                    <a:pt x="3573750" y="59803"/>
                  </a:lnTo>
                  <a:lnTo>
                    <a:pt x="3587135" y="51181"/>
                  </a:lnTo>
                  <a:lnTo>
                    <a:pt x="3600520" y="43074"/>
                  </a:lnTo>
                  <a:lnTo>
                    <a:pt x="3613904" y="35599"/>
                  </a:lnTo>
                  <a:lnTo>
                    <a:pt x="3627289" y="28605"/>
                  </a:lnTo>
                  <a:lnTo>
                    <a:pt x="3640674" y="22189"/>
                  </a:lnTo>
                  <a:lnTo>
                    <a:pt x="3654059" y="16693"/>
                  </a:lnTo>
                  <a:lnTo>
                    <a:pt x="3667444" y="11806"/>
                  </a:lnTo>
                  <a:lnTo>
                    <a:pt x="3680829" y="7538"/>
                  </a:lnTo>
                  <a:lnTo>
                    <a:pt x="3694213" y="4432"/>
                  </a:lnTo>
                  <a:lnTo>
                    <a:pt x="3707598" y="2083"/>
                  </a:lnTo>
                  <a:lnTo>
                    <a:pt x="3720983" y="460"/>
                  </a:lnTo>
                  <a:lnTo>
                    <a:pt x="3734368" y="0"/>
                  </a:lnTo>
                  <a:lnTo>
                    <a:pt x="3747753" y="544"/>
                  </a:lnTo>
                  <a:lnTo>
                    <a:pt x="3761138" y="1900"/>
                  </a:lnTo>
                  <a:lnTo>
                    <a:pt x="3774522" y="4350"/>
                  </a:lnTo>
                  <a:lnTo>
                    <a:pt x="3787907" y="8054"/>
                  </a:lnTo>
                  <a:lnTo>
                    <a:pt x="3801292" y="12622"/>
                  </a:lnTo>
                  <a:lnTo>
                    <a:pt x="3814677" y="18162"/>
                  </a:lnTo>
                  <a:lnTo>
                    <a:pt x="3828062" y="25182"/>
                  </a:lnTo>
                  <a:lnTo>
                    <a:pt x="3841447" y="33089"/>
                  </a:lnTo>
                  <a:lnTo>
                    <a:pt x="3854831" y="41883"/>
                  </a:lnTo>
                  <a:lnTo>
                    <a:pt x="3868216" y="52182"/>
                  </a:lnTo>
                  <a:lnTo>
                    <a:pt x="3881601" y="63438"/>
                  </a:lnTo>
                  <a:lnTo>
                    <a:pt x="3894986" y="75567"/>
                  </a:lnTo>
                  <a:lnTo>
                    <a:pt x="3908371" y="88981"/>
                  </a:lnTo>
                  <a:lnTo>
                    <a:pt x="3921756" y="103487"/>
                  </a:lnTo>
                  <a:lnTo>
                    <a:pt x="3935140" y="118818"/>
                  </a:lnTo>
                  <a:lnTo>
                    <a:pt x="3948525" y="135193"/>
                  </a:lnTo>
                  <a:lnTo>
                    <a:pt x="3961910" y="152743"/>
                  </a:lnTo>
                  <a:lnTo>
                    <a:pt x="3975295" y="171045"/>
                  </a:lnTo>
                  <a:lnTo>
                    <a:pt x="3988680" y="190147"/>
                  </a:lnTo>
                  <a:lnTo>
                    <a:pt x="4002065" y="210447"/>
                  </a:lnTo>
                  <a:lnTo>
                    <a:pt x="4015449" y="231403"/>
                  </a:lnTo>
                  <a:lnTo>
                    <a:pt x="4028834" y="253006"/>
                  </a:lnTo>
                  <a:lnTo>
                    <a:pt x="4042219" y="275611"/>
                  </a:lnTo>
                  <a:lnTo>
                    <a:pt x="4055604" y="298838"/>
                  </a:lnTo>
                  <a:lnTo>
                    <a:pt x="4068989" y="322598"/>
                  </a:lnTo>
                  <a:lnTo>
                    <a:pt x="4082374" y="347080"/>
                  </a:lnTo>
                  <a:lnTo>
                    <a:pt x="4095758" y="372150"/>
                  </a:lnTo>
                  <a:lnTo>
                    <a:pt x="4109143" y="397630"/>
                  </a:lnTo>
                  <a:lnTo>
                    <a:pt x="4122528" y="423588"/>
                  </a:lnTo>
                  <a:lnTo>
                    <a:pt x="4135913" y="450051"/>
                  </a:lnTo>
                  <a:lnTo>
                    <a:pt x="4149298" y="476796"/>
                  </a:lnTo>
                  <a:lnTo>
                    <a:pt x="4162683" y="503823"/>
                  </a:lnTo>
                  <a:lnTo>
                    <a:pt x="4176067" y="531224"/>
                  </a:lnTo>
                  <a:lnTo>
                    <a:pt x="4189452" y="558785"/>
                  </a:lnTo>
                  <a:lnTo>
                    <a:pt x="4202837" y="586497"/>
                  </a:lnTo>
                  <a:lnTo>
                    <a:pt x="4216222" y="614380"/>
                  </a:lnTo>
                  <a:lnTo>
                    <a:pt x="4229607" y="642328"/>
                  </a:lnTo>
                  <a:lnTo>
                    <a:pt x="4242992" y="670312"/>
                  </a:lnTo>
                  <a:lnTo>
                    <a:pt x="4256376" y="698306"/>
                  </a:lnTo>
                  <a:lnTo>
                    <a:pt x="4269761" y="726245"/>
                  </a:lnTo>
                  <a:lnTo>
                    <a:pt x="4283146" y="754121"/>
                  </a:lnTo>
                  <a:lnTo>
                    <a:pt x="4296531" y="781897"/>
                  </a:lnTo>
                  <a:lnTo>
                    <a:pt x="4309916" y="809481"/>
                  </a:lnTo>
                  <a:lnTo>
                    <a:pt x="4323301" y="836915"/>
                  </a:lnTo>
                  <a:lnTo>
                    <a:pt x="4336685" y="864190"/>
                  </a:lnTo>
                  <a:lnTo>
                    <a:pt x="4350070" y="891123"/>
                  </a:lnTo>
                  <a:lnTo>
                    <a:pt x="4363455" y="917836"/>
                  </a:lnTo>
                  <a:lnTo>
                    <a:pt x="4376840" y="944323"/>
                  </a:lnTo>
                  <a:lnTo>
                    <a:pt x="4390225" y="970417"/>
                  </a:lnTo>
                  <a:lnTo>
                    <a:pt x="4403610" y="996187"/>
                  </a:lnTo>
                  <a:lnTo>
                    <a:pt x="4416994" y="1021678"/>
                  </a:lnTo>
                  <a:lnTo>
                    <a:pt x="4430379" y="1046769"/>
                  </a:lnTo>
                  <a:lnTo>
                    <a:pt x="4443764" y="1071428"/>
                  </a:lnTo>
                  <a:lnTo>
                    <a:pt x="4457149" y="1095772"/>
                  </a:lnTo>
                  <a:lnTo>
                    <a:pt x="4470534" y="1119739"/>
                  </a:lnTo>
                  <a:lnTo>
                    <a:pt x="4483919" y="1143171"/>
                  </a:lnTo>
                  <a:lnTo>
                    <a:pt x="4497303" y="1166265"/>
                  </a:lnTo>
                  <a:lnTo>
                    <a:pt x="4510688" y="1189019"/>
                  </a:lnTo>
                  <a:lnTo>
                    <a:pt x="4524073" y="1211165"/>
                  </a:lnTo>
                  <a:lnTo>
                    <a:pt x="4537458" y="1232950"/>
                  </a:lnTo>
                  <a:lnTo>
                    <a:pt x="4550843" y="1254386"/>
                  </a:lnTo>
                  <a:lnTo>
                    <a:pt x="4564228" y="1275276"/>
                  </a:lnTo>
                  <a:lnTo>
                    <a:pt x="4577612" y="1295731"/>
                  </a:lnTo>
                  <a:lnTo>
                    <a:pt x="4590997" y="1315836"/>
                  </a:lnTo>
                  <a:lnTo>
                    <a:pt x="4604382" y="1335471"/>
                  </a:lnTo>
                  <a:lnTo>
                    <a:pt x="4617767" y="1354605"/>
                  </a:lnTo>
                  <a:lnTo>
                    <a:pt x="4631152" y="1373395"/>
                  </a:lnTo>
                  <a:lnTo>
                    <a:pt x="4644537" y="1391796"/>
                  </a:lnTo>
                  <a:lnTo>
                    <a:pt x="4657921" y="1409639"/>
                  </a:lnTo>
                  <a:lnTo>
                    <a:pt x="4671306" y="1427151"/>
                  </a:lnTo>
                  <a:lnTo>
                    <a:pt x="4684691" y="1444333"/>
                  </a:lnTo>
                  <a:lnTo>
                    <a:pt x="4698076" y="1460956"/>
                  </a:lnTo>
                  <a:lnTo>
                    <a:pt x="4711461" y="1477242"/>
                  </a:lnTo>
                  <a:lnTo>
                    <a:pt x="4724846" y="1493213"/>
                  </a:lnTo>
                  <a:lnTo>
                    <a:pt x="4738230" y="1508717"/>
                  </a:lnTo>
                  <a:lnTo>
                    <a:pt x="4751615" y="1523837"/>
                  </a:lnTo>
                  <a:lnTo>
                    <a:pt x="4765000" y="1538662"/>
                  </a:lnTo>
                  <a:lnTo>
                    <a:pt x="4778385" y="1553105"/>
                  </a:lnTo>
                  <a:lnTo>
                    <a:pt x="4791770" y="1567127"/>
                  </a:lnTo>
                  <a:lnTo>
                    <a:pt x="4805155" y="1580873"/>
                  </a:lnTo>
                  <a:lnTo>
                    <a:pt x="4818539" y="1594317"/>
                  </a:lnTo>
                  <a:lnTo>
                    <a:pt x="4831924" y="1607313"/>
                  </a:lnTo>
                  <a:lnTo>
                    <a:pt x="4845309" y="1620050"/>
                  </a:lnTo>
                  <a:lnTo>
                    <a:pt x="4858694" y="1632533"/>
                  </a:lnTo>
                  <a:lnTo>
                    <a:pt x="4872079" y="1644598"/>
                  </a:lnTo>
                  <a:lnTo>
                    <a:pt x="4885464" y="1656399"/>
                  </a:lnTo>
                  <a:lnTo>
                    <a:pt x="4898848" y="1667964"/>
                  </a:lnTo>
                  <a:lnTo>
                    <a:pt x="4912233" y="1679190"/>
                  </a:lnTo>
                  <a:lnTo>
                    <a:pt x="4925618" y="1690125"/>
                  </a:lnTo>
                  <a:lnTo>
                    <a:pt x="4939003" y="1700844"/>
                  </a:lnTo>
                  <a:lnTo>
                    <a:pt x="4952388" y="1711293"/>
                  </a:lnTo>
                  <a:lnTo>
                    <a:pt x="4965773" y="1721434"/>
                  </a:lnTo>
                  <a:lnTo>
                    <a:pt x="4979157" y="1731377"/>
                  </a:lnTo>
                  <a:lnTo>
                    <a:pt x="4992542" y="1741114"/>
                  </a:lnTo>
                  <a:lnTo>
                    <a:pt x="5005927" y="1750531"/>
                  </a:lnTo>
                  <a:lnTo>
                    <a:pt x="5019312" y="1759771"/>
                  </a:lnTo>
                  <a:lnTo>
                    <a:pt x="5032697" y="1768835"/>
                  </a:lnTo>
                  <a:lnTo>
                    <a:pt x="5046082" y="1777624"/>
                  </a:lnTo>
                  <a:lnTo>
                    <a:pt x="5059466" y="1786233"/>
                  </a:lnTo>
                  <a:lnTo>
                    <a:pt x="5072851" y="1794687"/>
                  </a:lnTo>
                  <a:lnTo>
                    <a:pt x="5086236" y="1802928"/>
                  </a:lnTo>
                  <a:lnTo>
                    <a:pt x="5099621" y="1810981"/>
                  </a:lnTo>
                  <a:lnTo>
                    <a:pt x="5113006" y="1818900"/>
                  </a:lnTo>
                  <a:lnTo>
                    <a:pt x="5126391" y="1826661"/>
                  </a:lnTo>
                  <a:lnTo>
                    <a:pt x="5139775" y="1834236"/>
                  </a:lnTo>
                  <a:lnTo>
                    <a:pt x="5153160" y="1841700"/>
                  </a:lnTo>
                  <a:lnTo>
                    <a:pt x="5166545" y="1849053"/>
                  </a:lnTo>
                  <a:lnTo>
                    <a:pt x="5179930" y="1856232"/>
                  </a:lnTo>
                  <a:lnTo>
                    <a:pt x="5193315" y="1863323"/>
                  </a:lnTo>
                  <a:lnTo>
                    <a:pt x="5206700" y="1870328"/>
                  </a:lnTo>
                  <a:lnTo>
                    <a:pt x="5220084" y="1877209"/>
                  </a:lnTo>
                  <a:lnTo>
                    <a:pt x="5233469" y="1884012"/>
                  </a:lnTo>
                  <a:lnTo>
                    <a:pt x="5246854" y="1890753"/>
                  </a:lnTo>
                  <a:lnTo>
                    <a:pt x="5260239" y="1897416"/>
                  </a:lnTo>
                  <a:lnTo>
                    <a:pt x="5273624" y="1904017"/>
                  </a:lnTo>
                  <a:lnTo>
                    <a:pt x="5287009" y="1910581"/>
                  </a:lnTo>
                  <a:lnTo>
                    <a:pt x="5300393" y="1917104"/>
                  </a:lnTo>
                  <a:lnTo>
                    <a:pt x="5313778" y="1923590"/>
                  </a:lnTo>
                  <a:lnTo>
                    <a:pt x="5327163" y="1930062"/>
                  </a:lnTo>
                  <a:lnTo>
                    <a:pt x="5340548" y="1936522"/>
                  </a:lnTo>
                  <a:lnTo>
                    <a:pt x="5353933" y="1942978"/>
                  </a:lnTo>
                  <a:lnTo>
                    <a:pt x="5367318" y="1949441"/>
                  </a:lnTo>
                  <a:lnTo>
                    <a:pt x="5380702" y="1955914"/>
                  </a:lnTo>
                  <a:lnTo>
                    <a:pt x="5394087" y="1962414"/>
                  </a:lnTo>
                  <a:lnTo>
                    <a:pt x="5407472" y="1968945"/>
                  </a:lnTo>
                  <a:lnTo>
                    <a:pt x="5420857" y="1975506"/>
                  </a:lnTo>
                  <a:lnTo>
                    <a:pt x="5434242" y="1982113"/>
                  </a:lnTo>
                  <a:lnTo>
                    <a:pt x="5447627" y="1988779"/>
                  </a:lnTo>
                  <a:lnTo>
                    <a:pt x="5461011" y="1995491"/>
                  </a:lnTo>
                  <a:lnTo>
                    <a:pt x="5474396" y="2002258"/>
                  </a:lnTo>
                  <a:lnTo>
                    <a:pt x="5487781" y="2009113"/>
                  </a:lnTo>
                  <a:lnTo>
                    <a:pt x="5501166" y="2016026"/>
                  </a:lnTo>
                  <a:lnTo>
                    <a:pt x="5514551" y="2022997"/>
                  </a:lnTo>
                  <a:lnTo>
                    <a:pt x="5527936" y="2030077"/>
                  </a:lnTo>
                  <a:lnTo>
                    <a:pt x="5541320" y="2037224"/>
                  </a:lnTo>
                  <a:lnTo>
                    <a:pt x="5554705" y="2044436"/>
                  </a:lnTo>
                  <a:lnTo>
                    <a:pt x="5568090" y="2051750"/>
                  </a:lnTo>
                  <a:lnTo>
                    <a:pt x="5581475" y="2059146"/>
                  </a:lnTo>
                  <a:lnTo>
                    <a:pt x="5594860" y="2066608"/>
                  </a:lnTo>
                  <a:lnTo>
                    <a:pt x="5608245" y="2074158"/>
                  </a:lnTo>
                  <a:lnTo>
                    <a:pt x="5621629" y="2081799"/>
                  </a:lnTo>
                  <a:lnTo>
                    <a:pt x="5635014" y="2089500"/>
                  </a:lnTo>
                  <a:lnTo>
                    <a:pt x="5648399" y="2097269"/>
                  </a:lnTo>
                  <a:lnTo>
                    <a:pt x="5661784" y="2105129"/>
                  </a:lnTo>
                  <a:lnTo>
                    <a:pt x="5675169" y="2113040"/>
                  </a:lnTo>
                  <a:lnTo>
                    <a:pt x="5688554" y="2120999"/>
                  </a:lnTo>
                  <a:lnTo>
                    <a:pt x="5701938" y="2129031"/>
                  </a:lnTo>
                  <a:lnTo>
                    <a:pt x="5715323" y="2137100"/>
                  </a:lnTo>
                  <a:lnTo>
                    <a:pt x="5728708" y="2145202"/>
                  </a:lnTo>
                  <a:lnTo>
                    <a:pt x="5742093" y="2153344"/>
                  </a:lnTo>
                  <a:lnTo>
                    <a:pt x="5755478" y="2161506"/>
                  </a:lnTo>
                  <a:lnTo>
                    <a:pt x="5768863" y="2169681"/>
                  </a:lnTo>
                  <a:lnTo>
                    <a:pt x="5782247" y="2177863"/>
                  </a:lnTo>
                  <a:lnTo>
                    <a:pt x="5795632" y="2186040"/>
                  </a:lnTo>
                  <a:lnTo>
                    <a:pt x="5809017" y="2194204"/>
                  </a:lnTo>
                  <a:lnTo>
                    <a:pt x="5822402" y="2202351"/>
                  </a:lnTo>
                  <a:lnTo>
                    <a:pt x="5835787" y="2210452"/>
                  </a:lnTo>
                  <a:lnTo>
                    <a:pt x="5849172" y="2218515"/>
                  </a:lnTo>
                  <a:lnTo>
                    <a:pt x="5862556" y="2226538"/>
                  </a:lnTo>
                  <a:lnTo>
                    <a:pt x="5875941" y="2234475"/>
                  </a:lnTo>
                  <a:lnTo>
                    <a:pt x="5889326" y="2242343"/>
                  </a:lnTo>
                  <a:lnTo>
                    <a:pt x="5902711" y="2250144"/>
                  </a:lnTo>
                  <a:lnTo>
                    <a:pt x="5916096" y="2257836"/>
                  </a:lnTo>
                  <a:lnTo>
                    <a:pt x="5929481" y="2265414"/>
                  </a:lnTo>
                  <a:lnTo>
                    <a:pt x="5942865" y="2272900"/>
                  </a:lnTo>
                  <a:lnTo>
                    <a:pt x="5956250" y="2280265"/>
                  </a:lnTo>
                  <a:lnTo>
                    <a:pt x="5969635" y="2287466"/>
                  </a:lnTo>
                  <a:lnTo>
                    <a:pt x="5983020" y="2294553"/>
                  </a:lnTo>
                  <a:lnTo>
                    <a:pt x="5996405" y="2301516"/>
                  </a:lnTo>
                  <a:lnTo>
                    <a:pt x="6009790" y="2308261"/>
                  </a:lnTo>
                  <a:lnTo>
                    <a:pt x="6023174" y="2314872"/>
                  </a:lnTo>
                  <a:lnTo>
                    <a:pt x="6036559" y="2321348"/>
                  </a:lnTo>
                  <a:lnTo>
                    <a:pt x="6049944" y="2327593"/>
                  </a:lnTo>
                  <a:lnTo>
                    <a:pt x="6063329" y="2333667"/>
                  </a:lnTo>
                  <a:lnTo>
                    <a:pt x="6076714" y="2339592"/>
                  </a:lnTo>
                  <a:lnTo>
                    <a:pt x="6090099" y="2345299"/>
                  </a:lnTo>
                  <a:lnTo>
                    <a:pt x="6103483" y="2350792"/>
                  </a:lnTo>
                  <a:lnTo>
                    <a:pt x="6116868" y="2356126"/>
                  </a:lnTo>
                  <a:lnTo>
                    <a:pt x="6130253" y="2361266"/>
                  </a:lnTo>
                  <a:lnTo>
                    <a:pt x="6143638" y="2366151"/>
                  </a:lnTo>
                  <a:lnTo>
                    <a:pt x="6157023" y="2370874"/>
                  </a:lnTo>
                  <a:lnTo>
                    <a:pt x="6170408" y="2375433"/>
                  </a:lnTo>
                  <a:lnTo>
                    <a:pt x="6183792" y="2379703"/>
                  </a:lnTo>
                  <a:lnTo>
                    <a:pt x="6197177" y="2383813"/>
                  </a:lnTo>
                  <a:lnTo>
                    <a:pt x="6210562" y="2387763"/>
                  </a:lnTo>
                  <a:lnTo>
                    <a:pt x="6223947" y="2391461"/>
                  </a:lnTo>
                  <a:lnTo>
                    <a:pt x="6237332" y="2394975"/>
                  </a:lnTo>
                  <a:lnTo>
                    <a:pt x="6250717" y="2398337"/>
                  </a:lnTo>
                  <a:lnTo>
                    <a:pt x="6264101" y="2401492"/>
                  </a:lnTo>
                  <a:lnTo>
                    <a:pt x="6277486" y="2404445"/>
                  </a:lnTo>
                  <a:lnTo>
                    <a:pt x="6290871" y="2407260"/>
                  </a:lnTo>
                  <a:lnTo>
                    <a:pt x="6304256" y="2409912"/>
                  </a:lnTo>
                  <a:lnTo>
                    <a:pt x="6317641" y="2412357"/>
                  </a:lnTo>
                  <a:lnTo>
                    <a:pt x="6331026" y="2414679"/>
                  </a:lnTo>
                  <a:lnTo>
                    <a:pt x="6344410" y="2416880"/>
                  </a:lnTo>
                  <a:lnTo>
                    <a:pt x="6357795" y="2418884"/>
                  </a:lnTo>
                  <a:lnTo>
                    <a:pt x="6371180" y="2420783"/>
                  </a:lnTo>
                  <a:lnTo>
                    <a:pt x="6384565" y="2422582"/>
                  </a:lnTo>
                  <a:lnTo>
                    <a:pt x="6397950" y="2424237"/>
                  </a:lnTo>
                  <a:lnTo>
                    <a:pt x="6411335" y="2425791"/>
                  </a:lnTo>
                  <a:lnTo>
                    <a:pt x="6424719" y="2427269"/>
                  </a:lnTo>
                  <a:lnTo>
                    <a:pt x="6438104" y="2428650"/>
                  </a:lnTo>
                  <a:lnTo>
                    <a:pt x="6451489" y="2429946"/>
                  </a:lnTo>
                  <a:lnTo>
                    <a:pt x="6464874" y="2431190"/>
                  </a:lnTo>
                  <a:lnTo>
                    <a:pt x="6478259" y="2432377"/>
                  </a:lnTo>
                  <a:lnTo>
                    <a:pt x="6491644" y="2433503"/>
                  </a:lnTo>
                  <a:lnTo>
                    <a:pt x="6505028" y="2434601"/>
                  </a:lnTo>
                  <a:lnTo>
                    <a:pt x="6518413" y="2435673"/>
                  </a:lnTo>
                  <a:lnTo>
                    <a:pt x="6531798" y="2436719"/>
                  </a:lnTo>
                  <a:lnTo>
                    <a:pt x="6545183" y="2437759"/>
                  </a:lnTo>
                  <a:lnTo>
                    <a:pt x="6558568" y="2438797"/>
                  </a:lnTo>
                  <a:lnTo>
                    <a:pt x="6571953" y="2439843"/>
                  </a:lnTo>
                  <a:lnTo>
                    <a:pt x="6585337" y="2440908"/>
                  </a:lnTo>
                  <a:lnTo>
                    <a:pt x="6598722" y="2441992"/>
                  </a:lnTo>
                  <a:lnTo>
                    <a:pt x="6612107" y="2443108"/>
                  </a:lnTo>
                  <a:lnTo>
                    <a:pt x="6625492" y="2444271"/>
                  </a:lnTo>
                  <a:lnTo>
                    <a:pt x="6638877" y="2445473"/>
                  </a:lnTo>
                  <a:lnTo>
                    <a:pt x="6652262" y="2446719"/>
                  </a:lnTo>
                  <a:lnTo>
                    <a:pt x="6665646" y="2448045"/>
                  </a:lnTo>
                  <a:lnTo>
                    <a:pt x="6679031" y="2449423"/>
                  </a:lnTo>
                  <a:lnTo>
                    <a:pt x="6692416" y="2450855"/>
                  </a:lnTo>
                  <a:lnTo>
                    <a:pt x="6705801" y="2452386"/>
                  </a:lnTo>
                  <a:lnTo>
                    <a:pt x="6719186" y="2453986"/>
                  </a:lnTo>
                  <a:lnTo>
                    <a:pt x="6732571" y="2455651"/>
                  </a:lnTo>
                  <a:lnTo>
                    <a:pt x="6745955" y="2457414"/>
                  </a:lnTo>
                  <a:lnTo>
                    <a:pt x="6759340" y="2459266"/>
                  </a:lnTo>
                  <a:lnTo>
                    <a:pt x="6772725" y="2461188"/>
                  </a:lnTo>
                  <a:lnTo>
                    <a:pt x="6786110" y="2463201"/>
                  </a:lnTo>
                  <a:lnTo>
                    <a:pt x="6799495" y="2465320"/>
                  </a:lnTo>
                  <a:lnTo>
                    <a:pt x="6812880" y="2467510"/>
                  </a:lnTo>
                  <a:lnTo>
                    <a:pt x="6826264" y="2469775"/>
                  </a:lnTo>
                  <a:lnTo>
                    <a:pt x="6839649" y="2472159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1429252" y="2768891"/>
              <a:ext cx="6839649" cy="2778734"/>
            </a:xfrm>
            <a:custGeom>
              <a:avLst/>
              <a:pathLst>
                <a:path w="6839649" h="2778734">
                  <a:moveTo>
                    <a:pt x="0" y="2585579"/>
                  </a:moveTo>
                  <a:lnTo>
                    <a:pt x="13384" y="2581129"/>
                  </a:lnTo>
                  <a:lnTo>
                    <a:pt x="26769" y="2576721"/>
                  </a:lnTo>
                  <a:lnTo>
                    <a:pt x="40154" y="2572370"/>
                  </a:lnTo>
                  <a:lnTo>
                    <a:pt x="53539" y="2568082"/>
                  </a:lnTo>
                  <a:lnTo>
                    <a:pt x="66924" y="2563836"/>
                  </a:lnTo>
                  <a:lnTo>
                    <a:pt x="80308" y="2559633"/>
                  </a:lnTo>
                  <a:lnTo>
                    <a:pt x="93693" y="2555497"/>
                  </a:lnTo>
                  <a:lnTo>
                    <a:pt x="107078" y="2551396"/>
                  </a:lnTo>
                  <a:lnTo>
                    <a:pt x="120463" y="2547328"/>
                  </a:lnTo>
                  <a:lnTo>
                    <a:pt x="133848" y="2543299"/>
                  </a:lnTo>
                  <a:lnTo>
                    <a:pt x="147233" y="2539297"/>
                  </a:lnTo>
                  <a:lnTo>
                    <a:pt x="160617" y="2535309"/>
                  </a:lnTo>
                  <a:lnTo>
                    <a:pt x="174002" y="2531334"/>
                  </a:lnTo>
                  <a:lnTo>
                    <a:pt x="187387" y="2527357"/>
                  </a:lnTo>
                  <a:lnTo>
                    <a:pt x="200772" y="2523367"/>
                  </a:lnTo>
                  <a:lnTo>
                    <a:pt x="214157" y="2519362"/>
                  </a:lnTo>
                  <a:lnTo>
                    <a:pt x="227542" y="2515315"/>
                  </a:lnTo>
                  <a:lnTo>
                    <a:pt x="240926" y="2511217"/>
                  </a:lnTo>
                  <a:lnTo>
                    <a:pt x="254311" y="2507067"/>
                  </a:lnTo>
                  <a:lnTo>
                    <a:pt x="267696" y="2502846"/>
                  </a:lnTo>
                  <a:lnTo>
                    <a:pt x="281081" y="2498510"/>
                  </a:lnTo>
                  <a:lnTo>
                    <a:pt x="294466" y="2494083"/>
                  </a:lnTo>
                  <a:lnTo>
                    <a:pt x="307851" y="2489561"/>
                  </a:lnTo>
                  <a:lnTo>
                    <a:pt x="321235" y="2484853"/>
                  </a:lnTo>
                  <a:lnTo>
                    <a:pt x="334620" y="2480004"/>
                  </a:lnTo>
                  <a:lnTo>
                    <a:pt x="348005" y="2475016"/>
                  </a:lnTo>
                  <a:lnTo>
                    <a:pt x="361390" y="2469827"/>
                  </a:lnTo>
                  <a:lnTo>
                    <a:pt x="374775" y="2464406"/>
                  </a:lnTo>
                  <a:lnTo>
                    <a:pt x="388160" y="2458804"/>
                  </a:lnTo>
                  <a:lnTo>
                    <a:pt x="401544" y="2453008"/>
                  </a:lnTo>
                  <a:lnTo>
                    <a:pt x="414929" y="2446871"/>
                  </a:lnTo>
                  <a:lnTo>
                    <a:pt x="428314" y="2440515"/>
                  </a:lnTo>
                  <a:lnTo>
                    <a:pt x="441699" y="2433934"/>
                  </a:lnTo>
                  <a:lnTo>
                    <a:pt x="455084" y="2427012"/>
                  </a:lnTo>
                  <a:lnTo>
                    <a:pt x="468469" y="2419777"/>
                  </a:lnTo>
                  <a:lnTo>
                    <a:pt x="481853" y="2412287"/>
                  </a:lnTo>
                  <a:lnTo>
                    <a:pt x="495238" y="2404495"/>
                  </a:lnTo>
                  <a:lnTo>
                    <a:pt x="508623" y="2396284"/>
                  </a:lnTo>
                  <a:lnTo>
                    <a:pt x="522008" y="2387795"/>
                  </a:lnTo>
                  <a:lnTo>
                    <a:pt x="535393" y="2379025"/>
                  </a:lnTo>
                  <a:lnTo>
                    <a:pt x="548778" y="2369809"/>
                  </a:lnTo>
                  <a:lnTo>
                    <a:pt x="562162" y="2360264"/>
                  </a:lnTo>
                  <a:lnTo>
                    <a:pt x="575547" y="2350430"/>
                  </a:lnTo>
                  <a:lnTo>
                    <a:pt x="588932" y="2340226"/>
                  </a:lnTo>
                  <a:lnTo>
                    <a:pt x="602317" y="2329607"/>
                  </a:lnTo>
                  <a:lnTo>
                    <a:pt x="615702" y="2318700"/>
                  </a:lnTo>
                  <a:lnTo>
                    <a:pt x="629087" y="2307507"/>
                  </a:lnTo>
                  <a:lnTo>
                    <a:pt x="642471" y="2295841"/>
                  </a:lnTo>
                  <a:lnTo>
                    <a:pt x="655856" y="2283895"/>
                  </a:lnTo>
                  <a:lnTo>
                    <a:pt x="669241" y="2271679"/>
                  </a:lnTo>
                  <a:lnTo>
                    <a:pt x="682626" y="2259097"/>
                  </a:lnTo>
                  <a:lnTo>
                    <a:pt x="696011" y="2246183"/>
                  </a:lnTo>
                  <a:lnTo>
                    <a:pt x="709396" y="2233026"/>
                  </a:lnTo>
                  <a:lnTo>
                    <a:pt x="722780" y="2219608"/>
                  </a:lnTo>
                  <a:lnTo>
                    <a:pt x="736165" y="2205831"/>
                  </a:lnTo>
                  <a:lnTo>
                    <a:pt x="749550" y="2191847"/>
                  </a:lnTo>
                  <a:lnTo>
                    <a:pt x="762935" y="2177661"/>
                  </a:lnTo>
                  <a:lnTo>
                    <a:pt x="776320" y="2163193"/>
                  </a:lnTo>
                  <a:lnTo>
                    <a:pt x="789705" y="2148523"/>
                  </a:lnTo>
                  <a:lnTo>
                    <a:pt x="803089" y="2133694"/>
                  </a:lnTo>
                  <a:lnTo>
                    <a:pt x="816474" y="2118687"/>
                  </a:lnTo>
                  <a:lnTo>
                    <a:pt x="829859" y="2103488"/>
                  </a:lnTo>
                  <a:lnTo>
                    <a:pt x="843244" y="2088178"/>
                  </a:lnTo>
                  <a:lnTo>
                    <a:pt x="856629" y="2072763"/>
                  </a:lnTo>
                  <a:lnTo>
                    <a:pt x="870014" y="2057209"/>
                  </a:lnTo>
                  <a:lnTo>
                    <a:pt x="883398" y="2041584"/>
                  </a:lnTo>
                  <a:lnTo>
                    <a:pt x="896783" y="2025900"/>
                  </a:lnTo>
                  <a:lnTo>
                    <a:pt x="910168" y="2010156"/>
                  </a:lnTo>
                  <a:lnTo>
                    <a:pt x="923553" y="1994375"/>
                  </a:lnTo>
                  <a:lnTo>
                    <a:pt x="936938" y="1978579"/>
                  </a:lnTo>
                  <a:lnTo>
                    <a:pt x="950323" y="1962774"/>
                  </a:lnTo>
                  <a:lnTo>
                    <a:pt x="963707" y="1946982"/>
                  </a:lnTo>
                  <a:lnTo>
                    <a:pt x="977092" y="1931212"/>
                  </a:lnTo>
                  <a:lnTo>
                    <a:pt x="990477" y="1915468"/>
                  </a:lnTo>
                  <a:lnTo>
                    <a:pt x="1003862" y="1899776"/>
                  </a:lnTo>
                  <a:lnTo>
                    <a:pt x="1017247" y="1884144"/>
                  </a:lnTo>
                  <a:lnTo>
                    <a:pt x="1030632" y="1868563"/>
                  </a:lnTo>
                  <a:lnTo>
                    <a:pt x="1044016" y="1853048"/>
                  </a:lnTo>
                  <a:lnTo>
                    <a:pt x="1057401" y="1837631"/>
                  </a:lnTo>
                  <a:lnTo>
                    <a:pt x="1070786" y="1822281"/>
                  </a:lnTo>
                  <a:lnTo>
                    <a:pt x="1084171" y="1807001"/>
                  </a:lnTo>
                  <a:lnTo>
                    <a:pt x="1097556" y="1791830"/>
                  </a:lnTo>
                  <a:lnTo>
                    <a:pt x="1110941" y="1776742"/>
                  </a:lnTo>
                  <a:lnTo>
                    <a:pt x="1124325" y="1761723"/>
                  </a:lnTo>
                  <a:lnTo>
                    <a:pt x="1137710" y="1746793"/>
                  </a:lnTo>
                  <a:lnTo>
                    <a:pt x="1151095" y="1731956"/>
                  </a:lnTo>
                  <a:lnTo>
                    <a:pt x="1164480" y="1717181"/>
                  </a:lnTo>
                  <a:lnTo>
                    <a:pt x="1177865" y="1702464"/>
                  </a:lnTo>
                  <a:lnTo>
                    <a:pt x="1191250" y="1687833"/>
                  </a:lnTo>
                  <a:lnTo>
                    <a:pt x="1204634" y="1673246"/>
                  </a:lnTo>
                  <a:lnTo>
                    <a:pt x="1218019" y="1658696"/>
                  </a:lnTo>
                  <a:lnTo>
                    <a:pt x="1231404" y="1644189"/>
                  </a:lnTo>
                  <a:lnTo>
                    <a:pt x="1244789" y="1629706"/>
                  </a:lnTo>
                  <a:lnTo>
                    <a:pt x="1258174" y="1615234"/>
                  </a:lnTo>
                  <a:lnTo>
                    <a:pt x="1271559" y="1600766"/>
                  </a:lnTo>
                  <a:lnTo>
                    <a:pt x="1284943" y="1586284"/>
                  </a:lnTo>
                  <a:lnTo>
                    <a:pt x="1298328" y="1571779"/>
                  </a:lnTo>
                  <a:lnTo>
                    <a:pt x="1311713" y="1557248"/>
                  </a:lnTo>
                  <a:lnTo>
                    <a:pt x="1325098" y="1542658"/>
                  </a:lnTo>
                  <a:lnTo>
                    <a:pt x="1338483" y="1528005"/>
                  </a:lnTo>
                  <a:lnTo>
                    <a:pt x="1351868" y="1513291"/>
                  </a:lnTo>
                  <a:lnTo>
                    <a:pt x="1365252" y="1498497"/>
                  </a:lnTo>
                  <a:lnTo>
                    <a:pt x="1378637" y="1483581"/>
                  </a:lnTo>
                  <a:lnTo>
                    <a:pt x="1392022" y="1468574"/>
                  </a:lnTo>
                  <a:lnTo>
                    <a:pt x="1405407" y="1453472"/>
                  </a:lnTo>
                  <a:lnTo>
                    <a:pt x="1418792" y="1438202"/>
                  </a:lnTo>
                  <a:lnTo>
                    <a:pt x="1432177" y="1422806"/>
                  </a:lnTo>
                  <a:lnTo>
                    <a:pt x="1445561" y="1407292"/>
                  </a:lnTo>
                  <a:lnTo>
                    <a:pt x="1458946" y="1391616"/>
                  </a:lnTo>
                  <a:lnTo>
                    <a:pt x="1472331" y="1375760"/>
                  </a:lnTo>
                  <a:lnTo>
                    <a:pt x="1485716" y="1359772"/>
                  </a:lnTo>
                  <a:lnTo>
                    <a:pt x="1499101" y="1343646"/>
                  </a:lnTo>
                  <a:lnTo>
                    <a:pt x="1512486" y="1327291"/>
                  </a:lnTo>
                  <a:lnTo>
                    <a:pt x="1525870" y="1310799"/>
                  </a:lnTo>
                  <a:lnTo>
                    <a:pt x="1539255" y="1294171"/>
                  </a:lnTo>
                  <a:lnTo>
                    <a:pt x="1552640" y="1277348"/>
                  </a:lnTo>
                  <a:lnTo>
                    <a:pt x="1566025" y="1260359"/>
                  </a:lnTo>
                  <a:lnTo>
                    <a:pt x="1579410" y="1243241"/>
                  </a:lnTo>
                  <a:lnTo>
                    <a:pt x="1592795" y="1225981"/>
                  </a:lnTo>
                  <a:lnTo>
                    <a:pt x="1606179" y="1208537"/>
                  </a:lnTo>
                  <a:lnTo>
                    <a:pt x="1619564" y="1190983"/>
                  </a:lnTo>
                  <a:lnTo>
                    <a:pt x="1632949" y="1173324"/>
                  </a:lnTo>
                  <a:lnTo>
                    <a:pt x="1646334" y="1155515"/>
                  </a:lnTo>
                  <a:lnTo>
                    <a:pt x="1659719" y="1137611"/>
                  </a:lnTo>
                  <a:lnTo>
                    <a:pt x="1673104" y="1119629"/>
                  </a:lnTo>
                  <a:lnTo>
                    <a:pt x="1686488" y="1101561"/>
                  </a:lnTo>
                  <a:lnTo>
                    <a:pt x="1699873" y="1083414"/>
                  </a:lnTo>
                  <a:lnTo>
                    <a:pt x="1713258" y="1065226"/>
                  </a:lnTo>
                  <a:lnTo>
                    <a:pt x="1726643" y="1047000"/>
                  </a:lnTo>
                  <a:lnTo>
                    <a:pt x="1740028" y="1028739"/>
                  </a:lnTo>
                  <a:lnTo>
                    <a:pt x="1753413" y="1010474"/>
                  </a:lnTo>
                  <a:lnTo>
                    <a:pt x="1766797" y="992209"/>
                  </a:lnTo>
                  <a:lnTo>
                    <a:pt x="1780182" y="973961"/>
                  </a:lnTo>
                  <a:lnTo>
                    <a:pt x="1793567" y="955750"/>
                  </a:lnTo>
                  <a:lnTo>
                    <a:pt x="1806952" y="937578"/>
                  </a:lnTo>
                  <a:lnTo>
                    <a:pt x="1820337" y="919453"/>
                  </a:lnTo>
                  <a:lnTo>
                    <a:pt x="1833722" y="901424"/>
                  </a:lnTo>
                  <a:lnTo>
                    <a:pt x="1847106" y="883467"/>
                  </a:lnTo>
                  <a:lnTo>
                    <a:pt x="1860491" y="865584"/>
                  </a:lnTo>
                  <a:lnTo>
                    <a:pt x="1873876" y="847828"/>
                  </a:lnTo>
                  <a:lnTo>
                    <a:pt x="1887261" y="830188"/>
                  </a:lnTo>
                  <a:lnTo>
                    <a:pt x="1900646" y="812649"/>
                  </a:lnTo>
                  <a:lnTo>
                    <a:pt x="1914031" y="795235"/>
                  </a:lnTo>
                  <a:lnTo>
                    <a:pt x="1927415" y="777990"/>
                  </a:lnTo>
                  <a:lnTo>
                    <a:pt x="1940800" y="760861"/>
                  </a:lnTo>
                  <a:lnTo>
                    <a:pt x="1954185" y="743851"/>
                  </a:lnTo>
                  <a:lnTo>
                    <a:pt x="1967570" y="727035"/>
                  </a:lnTo>
                  <a:lnTo>
                    <a:pt x="1980955" y="710354"/>
                  </a:lnTo>
                  <a:lnTo>
                    <a:pt x="1994340" y="693797"/>
                  </a:lnTo>
                  <a:lnTo>
                    <a:pt x="2007724" y="677400"/>
                  </a:lnTo>
                  <a:lnTo>
                    <a:pt x="2021109" y="661172"/>
                  </a:lnTo>
                  <a:lnTo>
                    <a:pt x="2034494" y="645062"/>
                  </a:lnTo>
                  <a:lnTo>
                    <a:pt x="2047879" y="629072"/>
                  </a:lnTo>
                  <a:lnTo>
                    <a:pt x="2061264" y="613271"/>
                  </a:lnTo>
                  <a:lnTo>
                    <a:pt x="2074649" y="597576"/>
                  </a:lnTo>
                  <a:lnTo>
                    <a:pt x="2088033" y="581986"/>
                  </a:lnTo>
                  <a:lnTo>
                    <a:pt x="2101418" y="566536"/>
                  </a:lnTo>
                  <a:lnTo>
                    <a:pt x="2114803" y="551203"/>
                  </a:lnTo>
                  <a:lnTo>
                    <a:pt x="2128188" y="535956"/>
                  </a:lnTo>
                  <a:lnTo>
                    <a:pt x="2141573" y="520802"/>
                  </a:lnTo>
                  <a:lnTo>
                    <a:pt x="2154958" y="505765"/>
                  </a:lnTo>
                  <a:lnTo>
                    <a:pt x="2168342" y="490794"/>
                  </a:lnTo>
                  <a:lnTo>
                    <a:pt x="2181727" y="475887"/>
                  </a:lnTo>
                  <a:lnTo>
                    <a:pt x="2195112" y="461069"/>
                  </a:lnTo>
                  <a:lnTo>
                    <a:pt x="2208497" y="446310"/>
                  </a:lnTo>
                  <a:lnTo>
                    <a:pt x="2221882" y="431598"/>
                  </a:lnTo>
                  <a:lnTo>
                    <a:pt x="2235267" y="416943"/>
                  </a:lnTo>
                  <a:lnTo>
                    <a:pt x="2248651" y="402346"/>
                  </a:lnTo>
                  <a:lnTo>
                    <a:pt x="2262036" y="387788"/>
                  </a:lnTo>
                  <a:lnTo>
                    <a:pt x="2275421" y="373267"/>
                  </a:lnTo>
                  <a:lnTo>
                    <a:pt x="2288806" y="358808"/>
                  </a:lnTo>
                  <a:lnTo>
                    <a:pt x="2302191" y="344391"/>
                  </a:lnTo>
                  <a:lnTo>
                    <a:pt x="2315576" y="330014"/>
                  </a:lnTo>
                  <a:lnTo>
                    <a:pt x="2328960" y="315697"/>
                  </a:lnTo>
                  <a:lnTo>
                    <a:pt x="2342345" y="301449"/>
                  </a:lnTo>
                  <a:lnTo>
                    <a:pt x="2355730" y="287258"/>
                  </a:lnTo>
                  <a:lnTo>
                    <a:pt x="2369115" y="273133"/>
                  </a:lnTo>
                  <a:lnTo>
                    <a:pt x="2382500" y="259129"/>
                  </a:lnTo>
                  <a:lnTo>
                    <a:pt x="2395885" y="245216"/>
                  </a:lnTo>
                  <a:lnTo>
                    <a:pt x="2409269" y="231397"/>
                  </a:lnTo>
                  <a:lnTo>
                    <a:pt x="2422654" y="217743"/>
                  </a:lnTo>
                  <a:lnTo>
                    <a:pt x="2436039" y="204250"/>
                  </a:lnTo>
                  <a:lnTo>
                    <a:pt x="2449424" y="190904"/>
                  </a:lnTo>
                  <a:lnTo>
                    <a:pt x="2462809" y="177746"/>
                  </a:lnTo>
                  <a:lnTo>
                    <a:pt x="2476194" y="164871"/>
                  </a:lnTo>
                  <a:lnTo>
                    <a:pt x="2489578" y="152209"/>
                  </a:lnTo>
                  <a:lnTo>
                    <a:pt x="2502963" y="139767"/>
                  </a:lnTo>
                  <a:lnTo>
                    <a:pt x="2516348" y="127728"/>
                  </a:lnTo>
                  <a:lnTo>
                    <a:pt x="2529733" y="116006"/>
                  </a:lnTo>
                  <a:lnTo>
                    <a:pt x="2543118" y="104586"/>
                  </a:lnTo>
                  <a:lnTo>
                    <a:pt x="2556503" y="93590"/>
                  </a:lnTo>
                  <a:lnTo>
                    <a:pt x="2569887" y="83103"/>
                  </a:lnTo>
                  <a:lnTo>
                    <a:pt x="2583272" y="73007"/>
                  </a:lnTo>
                  <a:lnTo>
                    <a:pt x="2596657" y="63319"/>
                  </a:lnTo>
                  <a:lnTo>
                    <a:pt x="2610042" y="54385"/>
                  </a:lnTo>
                  <a:lnTo>
                    <a:pt x="2623427" y="45935"/>
                  </a:lnTo>
                  <a:lnTo>
                    <a:pt x="2636812" y="37983"/>
                  </a:lnTo>
                  <a:lnTo>
                    <a:pt x="2650196" y="30780"/>
                  </a:lnTo>
                  <a:lnTo>
                    <a:pt x="2663581" y="24304"/>
                  </a:lnTo>
                  <a:lnTo>
                    <a:pt x="2676966" y="18418"/>
                  </a:lnTo>
                  <a:lnTo>
                    <a:pt x="2690351" y="13216"/>
                  </a:lnTo>
                  <a:lnTo>
                    <a:pt x="2703736" y="9030"/>
                  </a:lnTo>
                  <a:lnTo>
                    <a:pt x="2717121" y="5519"/>
                  </a:lnTo>
                  <a:lnTo>
                    <a:pt x="2730505" y="2693"/>
                  </a:lnTo>
                  <a:lnTo>
                    <a:pt x="2743890" y="965"/>
                  </a:lnTo>
                  <a:lnTo>
                    <a:pt x="2757275" y="104"/>
                  </a:lnTo>
                  <a:lnTo>
                    <a:pt x="2770660" y="0"/>
                  </a:lnTo>
                  <a:lnTo>
                    <a:pt x="2784045" y="854"/>
                  </a:lnTo>
                  <a:lnTo>
                    <a:pt x="2797430" y="2870"/>
                  </a:lnTo>
                  <a:lnTo>
                    <a:pt x="2810814" y="5696"/>
                  </a:lnTo>
                  <a:lnTo>
                    <a:pt x="2824199" y="9337"/>
                  </a:lnTo>
                  <a:lnTo>
                    <a:pt x="2837584" y="14352"/>
                  </a:lnTo>
                  <a:lnTo>
                    <a:pt x="2850969" y="20251"/>
                  </a:lnTo>
                  <a:lnTo>
                    <a:pt x="2864354" y="26994"/>
                  </a:lnTo>
                  <a:lnTo>
                    <a:pt x="2877739" y="34891"/>
                  </a:lnTo>
                  <a:lnTo>
                    <a:pt x="2891123" y="43932"/>
                  </a:lnTo>
                  <a:lnTo>
                    <a:pt x="2904508" y="53822"/>
                  </a:lnTo>
                  <a:lnTo>
                    <a:pt x="2917893" y="64615"/>
                  </a:lnTo>
                  <a:lnTo>
                    <a:pt x="2931278" y="76785"/>
                  </a:lnTo>
                  <a:lnTo>
                    <a:pt x="2944663" y="89784"/>
                  </a:lnTo>
                  <a:lnTo>
                    <a:pt x="2958048" y="103606"/>
                  </a:lnTo>
                  <a:lnTo>
                    <a:pt x="2971432" y="118625"/>
                  </a:lnTo>
                  <a:lnTo>
                    <a:pt x="2984817" y="134613"/>
                  </a:lnTo>
                  <a:lnTo>
                    <a:pt x="2998202" y="151375"/>
                  </a:lnTo>
                  <a:lnTo>
                    <a:pt x="3011587" y="169038"/>
                  </a:lnTo>
                  <a:lnTo>
                    <a:pt x="3024972" y="187815"/>
                  </a:lnTo>
                  <a:lnTo>
                    <a:pt x="3038357" y="207295"/>
                  </a:lnTo>
                  <a:lnTo>
                    <a:pt x="3051741" y="227467"/>
                  </a:lnTo>
                  <a:lnTo>
                    <a:pt x="3065126" y="248688"/>
                  </a:lnTo>
                  <a:lnTo>
                    <a:pt x="3078511" y="270595"/>
                  </a:lnTo>
                  <a:lnTo>
                    <a:pt x="3091896" y="293100"/>
                  </a:lnTo>
                  <a:lnTo>
                    <a:pt x="3105281" y="316347"/>
                  </a:lnTo>
                  <a:lnTo>
                    <a:pt x="3118666" y="340331"/>
                  </a:lnTo>
                  <a:lnTo>
                    <a:pt x="3132050" y="364804"/>
                  </a:lnTo>
                  <a:lnTo>
                    <a:pt x="3145435" y="389753"/>
                  </a:lnTo>
                  <a:lnTo>
                    <a:pt x="3158820" y="415421"/>
                  </a:lnTo>
                  <a:lnTo>
                    <a:pt x="3172205" y="441458"/>
                  </a:lnTo>
                  <a:lnTo>
                    <a:pt x="3185590" y="467849"/>
                  </a:lnTo>
                  <a:lnTo>
                    <a:pt x="3198975" y="494685"/>
                  </a:lnTo>
                  <a:lnTo>
                    <a:pt x="3212359" y="521858"/>
                  </a:lnTo>
                  <a:lnTo>
                    <a:pt x="3225744" y="549260"/>
                  </a:lnTo>
                  <a:lnTo>
                    <a:pt x="3239129" y="576892"/>
                  </a:lnTo>
                  <a:lnTo>
                    <a:pt x="3252514" y="604764"/>
                  </a:lnTo>
                  <a:lnTo>
                    <a:pt x="3265899" y="632740"/>
                  </a:lnTo>
                  <a:lnTo>
                    <a:pt x="3279284" y="660804"/>
                  </a:lnTo>
                  <a:lnTo>
                    <a:pt x="3292668" y="688937"/>
                  </a:lnTo>
                  <a:lnTo>
                    <a:pt x="3306053" y="717062"/>
                  </a:lnTo>
                  <a:lnTo>
                    <a:pt x="3319438" y="745158"/>
                  </a:lnTo>
                  <a:lnTo>
                    <a:pt x="3332823" y="773185"/>
                  </a:lnTo>
                  <a:lnTo>
                    <a:pt x="3346208" y="801059"/>
                  </a:lnTo>
                  <a:lnTo>
                    <a:pt x="3359593" y="828796"/>
                  </a:lnTo>
                  <a:lnTo>
                    <a:pt x="3372977" y="856382"/>
                  </a:lnTo>
                  <a:lnTo>
                    <a:pt x="3386362" y="883652"/>
                  </a:lnTo>
                  <a:lnTo>
                    <a:pt x="3399747" y="910678"/>
                  </a:lnTo>
                  <a:lnTo>
                    <a:pt x="3413132" y="937459"/>
                  </a:lnTo>
                  <a:lnTo>
                    <a:pt x="3426517" y="963877"/>
                  </a:lnTo>
                  <a:lnTo>
                    <a:pt x="3439902" y="989885"/>
                  </a:lnTo>
                  <a:lnTo>
                    <a:pt x="3453286" y="1015571"/>
                  </a:lnTo>
                  <a:lnTo>
                    <a:pt x="3466671" y="1040902"/>
                  </a:lnTo>
                  <a:lnTo>
                    <a:pt x="3480056" y="1065637"/>
                  </a:lnTo>
                  <a:lnTo>
                    <a:pt x="3493441" y="1089984"/>
                  </a:lnTo>
                  <a:lnTo>
                    <a:pt x="3506826" y="1113939"/>
                  </a:lnTo>
                  <a:lnTo>
                    <a:pt x="3520211" y="1137291"/>
                  </a:lnTo>
                  <a:lnTo>
                    <a:pt x="3533595" y="1160110"/>
                  </a:lnTo>
                  <a:lnTo>
                    <a:pt x="3546980" y="1182491"/>
                  </a:lnTo>
                  <a:lnTo>
                    <a:pt x="3560365" y="1204347"/>
                  </a:lnTo>
                  <a:lnTo>
                    <a:pt x="3573750" y="1225495"/>
                  </a:lnTo>
                  <a:lnTo>
                    <a:pt x="3587135" y="1246173"/>
                  </a:lnTo>
                  <a:lnTo>
                    <a:pt x="3600520" y="1266376"/>
                  </a:lnTo>
                  <a:lnTo>
                    <a:pt x="3613904" y="1285814"/>
                  </a:lnTo>
                  <a:lnTo>
                    <a:pt x="3627289" y="1304702"/>
                  </a:lnTo>
                  <a:lnTo>
                    <a:pt x="3640674" y="1323097"/>
                  </a:lnTo>
                  <a:lnTo>
                    <a:pt x="3654059" y="1340852"/>
                  </a:lnTo>
                  <a:lnTo>
                    <a:pt x="3667444" y="1357901"/>
                  </a:lnTo>
                  <a:lnTo>
                    <a:pt x="3680829" y="1374448"/>
                  </a:lnTo>
                  <a:lnTo>
                    <a:pt x="3694213" y="1390495"/>
                  </a:lnTo>
                  <a:lnTo>
                    <a:pt x="3707598" y="1405687"/>
                  </a:lnTo>
                  <a:lnTo>
                    <a:pt x="3720983" y="1420377"/>
                  </a:lnTo>
                  <a:lnTo>
                    <a:pt x="3734368" y="1434566"/>
                  </a:lnTo>
                  <a:lnTo>
                    <a:pt x="3747753" y="1448055"/>
                  </a:lnTo>
                  <a:lnTo>
                    <a:pt x="3761138" y="1460901"/>
                  </a:lnTo>
                  <a:lnTo>
                    <a:pt x="3774522" y="1473256"/>
                  </a:lnTo>
                  <a:lnTo>
                    <a:pt x="3787907" y="1485065"/>
                  </a:lnTo>
                  <a:lnTo>
                    <a:pt x="3801292" y="1496105"/>
                  </a:lnTo>
                  <a:lnTo>
                    <a:pt x="3814677" y="1506668"/>
                  </a:lnTo>
                  <a:lnTo>
                    <a:pt x="3828062" y="1516755"/>
                  </a:lnTo>
                  <a:lnTo>
                    <a:pt x="3841447" y="1526130"/>
                  </a:lnTo>
                  <a:lnTo>
                    <a:pt x="3854831" y="1534964"/>
                  </a:lnTo>
                  <a:lnTo>
                    <a:pt x="3868216" y="1543344"/>
                  </a:lnTo>
                  <a:lnTo>
                    <a:pt x="3881601" y="1551174"/>
                  </a:lnTo>
                  <a:lnTo>
                    <a:pt x="3894986" y="1558363"/>
                  </a:lnTo>
                  <a:lnTo>
                    <a:pt x="3908371" y="1565126"/>
                  </a:lnTo>
                  <a:lnTo>
                    <a:pt x="3921756" y="1571469"/>
                  </a:lnTo>
                  <a:lnTo>
                    <a:pt x="3935140" y="1577146"/>
                  </a:lnTo>
                  <a:lnTo>
                    <a:pt x="3948525" y="1582406"/>
                  </a:lnTo>
                  <a:lnTo>
                    <a:pt x="3961910" y="1587284"/>
                  </a:lnTo>
                  <a:lnTo>
                    <a:pt x="3975295" y="1591661"/>
                  </a:lnTo>
                  <a:lnTo>
                    <a:pt x="3988680" y="1595559"/>
                  </a:lnTo>
                  <a:lnTo>
                    <a:pt x="4002065" y="1599120"/>
                  </a:lnTo>
                  <a:lnTo>
                    <a:pt x="4015449" y="1602333"/>
                  </a:lnTo>
                  <a:lnTo>
                    <a:pt x="4028834" y="1605037"/>
                  </a:lnTo>
                  <a:lnTo>
                    <a:pt x="4042219" y="1607458"/>
                  </a:lnTo>
                  <a:lnTo>
                    <a:pt x="4055604" y="1609603"/>
                  </a:lnTo>
                  <a:lnTo>
                    <a:pt x="4068989" y="1611374"/>
                  </a:lnTo>
                  <a:lnTo>
                    <a:pt x="4082374" y="1612862"/>
                  </a:lnTo>
                  <a:lnTo>
                    <a:pt x="4095758" y="1614140"/>
                  </a:lnTo>
                  <a:lnTo>
                    <a:pt x="4109143" y="1615187"/>
                  </a:lnTo>
                  <a:lnTo>
                    <a:pt x="4122528" y="1615979"/>
                  </a:lnTo>
                  <a:lnTo>
                    <a:pt x="4135913" y="1616634"/>
                  </a:lnTo>
                  <a:lnTo>
                    <a:pt x="4149298" y="1617160"/>
                  </a:lnTo>
                  <a:lnTo>
                    <a:pt x="4162683" y="1617531"/>
                  </a:lnTo>
                  <a:lnTo>
                    <a:pt x="4176067" y="1617831"/>
                  </a:lnTo>
                  <a:lnTo>
                    <a:pt x="4189452" y="1618083"/>
                  </a:lnTo>
                  <a:lnTo>
                    <a:pt x="4202837" y="1618300"/>
                  </a:lnTo>
                  <a:lnTo>
                    <a:pt x="4216222" y="1618531"/>
                  </a:lnTo>
                  <a:lnTo>
                    <a:pt x="4229607" y="1618799"/>
                  </a:lnTo>
                  <a:lnTo>
                    <a:pt x="4242992" y="1619113"/>
                  </a:lnTo>
                  <a:lnTo>
                    <a:pt x="4256376" y="1619570"/>
                  </a:lnTo>
                  <a:lnTo>
                    <a:pt x="4269761" y="1620148"/>
                  </a:lnTo>
                  <a:lnTo>
                    <a:pt x="4283146" y="1620857"/>
                  </a:lnTo>
                  <a:lnTo>
                    <a:pt x="4296531" y="1621785"/>
                  </a:lnTo>
                  <a:lnTo>
                    <a:pt x="4309916" y="1622963"/>
                  </a:lnTo>
                  <a:lnTo>
                    <a:pt x="4323301" y="1624353"/>
                  </a:lnTo>
                  <a:lnTo>
                    <a:pt x="4336685" y="1625991"/>
                  </a:lnTo>
                  <a:lnTo>
                    <a:pt x="4350070" y="1628041"/>
                  </a:lnTo>
                  <a:lnTo>
                    <a:pt x="4363455" y="1630374"/>
                  </a:lnTo>
                  <a:lnTo>
                    <a:pt x="4376840" y="1633000"/>
                  </a:lnTo>
                  <a:lnTo>
                    <a:pt x="4390225" y="1636102"/>
                  </a:lnTo>
                  <a:lnTo>
                    <a:pt x="4403610" y="1639608"/>
                  </a:lnTo>
                  <a:lnTo>
                    <a:pt x="4416994" y="1643465"/>
                  </a:lnTo>
                  <a:lnTo>
                    <a:pt x="4430379" y="1647763"/>
                  </a:lnTo>
                  <a:lnTo>
                    <a:pt x="4443764" y="1652627"/>
                  </a:lnTo>
                  <a:lnTo>
                    <a:pt x="4457149" y="1657883"/>
                  </a:lnTo>
                  <a:lnTo>
                    <a:pt x="4470534" y="1663537"/>
                  </a:lnTo>
                  <a:lnTo>
                    <a:pt x="4483919" y="1669857"/>
                  </a:lnTo>
                  <a:lnTo>
                    <a:pt x="4497303" y="1676625"/>
                  </a:lnTo>
                  <a:lnTo>
                    <a:pt x="4510688" y="1683812"/>
                  </a:lnTo>
                  <a:lnTo>
                    <a:pt x="4524073" y="1691564"/>
                  </a:lnTo>
                  <a:lnTo>
                    <a:pt x="4537458" y="1699893"/>
                  </a:lnTo>
                  <a:lnTo>
                    <a:pt x="4550843" y="1708644"/>
                  </a:lnTo>
                  <a:lnTo>
                    <a:pt x="4564228" y="1717834"/>
                  </a:lnTo>
                  <a:lnTo>
                    <a:pt x="4577612" y="1727711"/>
                  </a:lnTo>
                  <a:lnTo>
                    <a:pt x="4590997" y="1737992"/>
                  </a:lnTo>
                  <a:lnTo>
                    <a:pt x="4604382" y="1748675"/>
                  </a:lnTo>
                  <a:lnTo>
                    <a:pt x="4617767" y="1759925"/>
                  </a:lnTo>
                  <a:lnTo>
                    <a:pt x="4631152" y="1771642"/>
                  </a:lnTo>
                  <a:lnTo>
                    <a:pt x="4644537" y="1783723"/>
                  </a:lnTo>
                  <a:lnTo>
                    <a:pt x="4657921" y="1796215"/>
                  </a:lnTo>
                  <a:lnTo>
                    <a:pt x="4671306" y="1809219"/>
                  </a:lnTo>
                  <a:lnTo>
                    <a:pt x="4684691" y="1822534"/>
                  </a:lnTo>
                  <a:lnTo>
                    <a:pt x="4698076" y="1836153"/>
                  </a:lnTo>
                  <a:lnTo>
                    <a:pt x="4711461" y="1850210"/>
                  </a:lnTo>
                  <a:lnTo>
                    <a:pt x="4724846" y="1864553"/>
                  </a:lnTo>
                  <a:lnTo>
                    <a:pt x="4738230" y="1879133"/>
                  </a:lnTo>
                  <a:lnTo>
                    <a:pt x="4751615" y="1893995"/>
                  </a:lnTo>
                  <a:lnTo>
                    <a:pt x="4765000" y="1909127"/>
                  </a:lnTo>
                  <a:lnTo>
                    <a:pt x="4778385" y="1924425"/>
                  </a:lnTo>
                  <a:lnTo>
                    <a:pt x="4791770" y="1939879"/>
                  </a:lnTo>
                  <a:lnTo>
                    <a:pt x="4805155" y="1955543"/>
                  </a:lnTo>
                  <a:lnTo>
                    <a:pt x="4818539" y="1971301"/>
                  </a:lnTo>
                  <a:lnTo>
                    <a:pt x="4831924" y="1987140"/>
                  </a:lnTo>
                  <a:lnTo>
                    <a:pt x="4845309" y="2003062"/>
                  </a:lnTo>
                  <a:lnTo>
                    <a:pt x="4858694" y="2019021"/>
                  </a:lnTo>
                  <a:lnTo>
                    <a:pt x="4872079" y="2034989"/>
                  </a:lnTo>
                  <a:lnTo>
                    <a:pt x="4885464" y="2050955"/>
                  </a:lnTo>
                  <a:lnTo>
                    <a:pt x="4898848" y="2066869"/>
                  </a:lnTo>
                  <a:lnTo>
                    <a:pt x="4912233" y="2082726"/>
                  </a:lnTo>
                  <a:lnTo>
                    <a:pt x="4925618" y="2098518"/>
                  </a:lnTo>
                  <a:lnTo>
                    <a:pt x="4939003" y="2114180"/>
                  </a:lnTo>
                  <a:lnTo>
                    <a:pt x="4952388" y="2129710"/>
                  </a:lnTo>
                  <a:lnTo>
                    <a:pt x="4965773" y="2145118"/>
                  </a:lnTo>
                  <a:lnTo>
                    <a:pt x="4979157" y="2160366"/>
                  </a:lnTo>
                  <a:lnTo>
                    <a:pt x="4992542" y="2175385"/>
                  </a:lnTo>
                  <a:lnTo>
                    <a:pt x="5005927" y="2190238"/>
                  </a:lnTo>
                  <a:lnTo>
                    <a:pt x="5019312" y="2204919"/>
                  </a:lnTo>
                  <a:lnTo>
                    <a:pt x="5032697" y="2219296"/>
                  </a:lnTo>
                  <a:lnTo>
                    <a:pt x="5046082" y="2233458"/>
                  </a:lnTo>
                  <a:lnTo>
                    <a:pt x="5059466" y="2247416"/>
                  </a:lnTo>
                  <a:lnTo>
                    <a:pt x="5072851" y="2261093"/>
                  </a:lnTo>
                  <a:lnTo>
                    <a:pt x="5086236" y="2274468"/>
                  </a:lnTo>
                  <a:lnTo>
                    <a:pt x="5099621" y="2287618"/>
                  </a:lnTo>
                  <a:lnTo>
                    <a:pt x="5113006" y="2300534"/>
                  </a:lnTo>
                  <a:lnTo>
                    <a:pt x="5126391" y="2313062"/>
                  </a:lnTo>
                  <a:lnTo>
                    <a:pt x="5139775" y="2325356"/>
                  </a:lnTo>
                  <a:lnTo>
                    <a:pt x="5153160" y="2337415"/>
                  </a:lnTo>
                  <a:lnTo>
                    <a:pt x="5166545" y="2349132"/>
                  </a:lnTo>
                  <a:lnTo>
                    <a:pt x="5179930" y="2360553"/>
                  </a:lnTo>
                  <a:lnTo>
                    <a:pt x="5193315" y="2371740"/>
                  </a:lnTo>
                  <a:lnTo>
                    <a:pt x="5206700" y="2382657"/>
                  </a:lnTo>
                  <a:lnTo>
                    <a:pt x="5220084" y="2393215"/>
                  </a:lnTo>
                  <a:lnTo>
                    <a:pt x="5233469" y="2403546"/>
                  </a:lnTo>
                  <a:lnTo>
                    <a:pt x="5246854" y="2413650"/>
                  </a:lnTo>
                  <a:lnTo>
                    <a:pt x="5260239" y="2423408"/>
                  </a:lnTo>
                  <a:lnTo>
                    <a:pt x="5273624" y="2432920"/>
                  </a:lnTo>
                  <a:lnTo>
                    <a:pt x="5287009" y="2442217"/>
                  </a:lnTo>
                  <a:lnTo>
                    <a:pt x="5300393" y="2451249"/>
                  </a:lnTo>
                  <a:lnTo>
                    <a:pt x="5313778" y="2459989"/>
                  </a:lnTo>
                  <a:lnTo>
                    <a:pt x="5327163" y="2468532"/>
                  </a:lnTo>
                  <a:lnTo>
                    <a:pt x="5340548" y="2476878"/>
                  </a:lnTo>
                  <a:lnTo>
                    <a:pt x="5353933" y="2484908"/>
                  </a:lnTo>
                  <a:lnTo>
                    <a:pt x="5367318" y="2492752"/>
                  </a:lnTo>
                  <a:lnTo>
                    <a:pt x="5380702" y="2500417"/>
                  </a:lnTo>
                  <a:lnTo>
                    <a:pt x="5394087" y="2507840"/>
                  </a:lnTo>
                  <a:lnTo>
                    <a:pt x="5407472" y="2515044"/>
                  </a:lnTo>
                  <a:lnTo>
                    <a:pt x="5420857" y="2522084"/>
                  </a:lnTo>
                  <a:lnTo>
                    <a:pt x="5434242" y="2528950"/>
                  </a:lnTo>
                  <a:lnTo>
                    <a:pt x="5447627" y="2535569"/>
                  </a:lnTo>
                  <a:lnTo>
                    <a:pt x="5461011" y="2542041"/>
                  </a:lnTo>
                  <a:lnTo>
                    <a:pt x="5474396" y="2548367"/>
                  </a:lnTo>
                  <a:lnTo>
                    <a:pt x="5487781" y="2554482"/>
                  </a:lnTo>
                  <a:lnTo>
                    <a:pt x="5501166" y="2560435"/>
                  </a:lnTo>
                  <a:lnTo>
                    <a:pt x="5514551" y="2566256"/>
                  </a:lnTo>
                  <a:lnTo>
                    <a:pt x="5527936" y="2571922"/>
                  </a:lnTo>
                  <a:lnTo>
                    <a:pt x="5541320" y="2577401"/>
                  </a:lnTo>
                  <a:lnTo>
                    <a:pt x="5554705" y="2582761"/>
                  </a:lnTo>
                  <a:lnTo>
                    <a:pt x="5568090" y="2588002"/>
                  </a:lnTo>
                  <a:lnTo>
                    <a:pt x="5581475" y="2593059"/>
                  </a:lnTo>
                  <a:lnTo>
                    <a:pt x="5594860" y="2597995"/>
                  </a:lnTo>
                  <a:lnTo>
                    <a:pt x="5608245" y="2602824"/>
                  </a:lnTo>
                  <a:lnTo>
                    <a:pt x="5621629" y="2607513"/>
                  </a:lnTo>
                  <a:lnTo>
                    <a:pt x="5635014" y="2612061"/>
                  </a:lnTo>
                  <a:lnTo>
                    <a:pt x="5648399" y="2616511"/>
                  </a:lnTo>
                  <a:lnTo>
                    <a:pt x="5661784" y="2620860"/>
                  </a:lnTo>
                  <a:lnTo>
                    <a:pt x="5675169" y="2625051"/>
                  </a:lnTo>
                  <a:lnTo>
                    <a:pt x="5688554" y="2629152"/>
                  </a:lnTo>
                  <a:lnTo>
                    <a:pt x="5701938" y="2633163"/>
                  </a:lnTo>
                  <a:lnTo>
                    <a:pt x="5715323" y="2637049"/>
                  </a:lnTo>
                  <a:lnTo>
                    <a:pt x="5728708" y="2640830"/>
                  </a:lnTo>
                  <a:lnTo>
                    <a:pt x="5742093" y="2644529"/>
                  </a:lnTo>
                  <a:lnTo>
                    <a:pt x="5755478" y="2648137"/>
                  </a:lnTo>
                  <a:lnTo>
                    <a:pt x="5768863" y="2651625"/>
                  </a:lnTo>
                  <a:lnTo>
                    <a:pt x="5782247" y="2655040"/>
                  </a:lnTo>
                  <a:lnTo>
                    <a:pt x="5795632" y="2658382"/>
                  </a:lnTo>
                  <a:lnTo>
                    <a:pt x="5809017" y="2661616"/>
                  </a:lnTo>
                  <a:lnTo>
                    <a:pt x="5822402" y="2664773"/>
                  </a:lnTo>
                  <a:lnTo>
                    <a:pt x="5835787" y="2667865"/>
                  </a:lnTo>
                  <a:lnTo>
                    <a:pt x="5849172" y="2670878"/>
                  </a:lnTo>
                  <a:lnTo>
                    <a:pt x="5862556" y="2673805"/>
                  </a:lnTo>
                  <a:lnTo>
                    <a:pt x="5875941" y="2676674"/>
                  </a:lnTo>
                  <a:lnTo>
                    <a:pt x="5889326" y="2679486"/>
                  </a:lnTo>
                  <a:lnTo>
                    <a:pt x="5902711" y="2682209"/>
                  </a:lnTo>
                  <a:lnTo>
                    <a:pt x="5916096" y="2684880"/>
                  </a:lnTo>
                  <a:lnTo>
                    <a:pt x="5929481" y="2687502"/>
                  </a:lnTo>
                  <a:lnTo>
                    <a:pt x="5942865" y="2690058"/>
                  </a:lnTo>
                  <a:lnTo>
                    <a:pt x="5956250" y="2692555"/>
                  </a:lnTo>
                  <a:lnTo>
                    <a:pt x="5969635" y="2695008"/>
                  </a:lnTo>
                  <a:lnTo>
                    <a:pt x="5983020" y="2697417"/>
                  </a:lnTo>
                  <a:lnTo>
                    <a:pt x="5996405" y="2699761"/>
                  </a:lnTo>
                  <a:lnTo>
                    <a:pt x="6009790" y="2702067"/>
                  </a:lnTo>
                  <a:lnTo>
                    <a:pt x="6023174" y="2704337"/>
                  </a:lnTo>
                  <a:lnTo>
                    <a:pt x="6036559" y="2706554"/>
                  </a:lnTo>
                  <a:lnTo>
                    <a:pt x="6049944" y="2708730"/>
                  </a:lnTo>
                  <a:lnTo>
                    <a:pt x="6063329" y="2710874"/>
                  </a:lnTo>
                  <a:lnTo>
                    <a:pt x="6076714" y="2712980"/>
                  </a:lnTo>
                  <a:lnTo>
                    <a:pt x="6090099" y="2715041"/>
                  </a:lnTo>
                  <a:lnTo>
                    <a:pt x="6103483" y="2717072"/>
                  </a:lnTo>
                  <a:lnTo>
                    <a:pt x="6116868" y="2719073"/>
                  </a:lnTo>
                  <a:lnTo>
                    <a:pt x="6130253" y="2721030"/>
                  </a:lnTo>
                  <a:lnTo>
                    <a:pt x="6143638" y="2722956"/>
                  </a:lnTo>
                  <a:lnTo>
                    <a:pt x="6157023" y="2724856"/>
                  </a:lnTo>
                  <a:lnTo>
                    <a:pt x="6170408" y="2726719"/>
                  </a:lnTo>
                  <a:lnTo>
                    <a:pt x="6183792" y="2728546"/>
                  </a:lnTo>
                  <a:lnTo>
                    <a:pt x="6197177" y="2730346"/>
                  </a:lnTo>
                  <a:lnTo>
                    <a:pt x="6210562" y="2732119"/>
                  </a:lnTo>
                  <a:lnTo>
                    <a:pt x="6223947" y="2733847"/>
                  </a:lnTo>
                  <a:lnTo>
                    <a:pt x="6237332" y="2735549"/>
                  </a:lnTo>
                  <a:lnTo>
                    <a:pt x="6250717" y="2737224"/>
                  </a:lnTo>
                  <a:lnTo>
                    <a:pt x="6264101" y="2738860"/>
                  </a:lnTo>
                  <a:lnTo>
                    <a:pt x="6277486" y="2740461"/>
                  </a:lnTo>
                  <a:lnTo>
                    <a:pt x="6290871" y="2742034"/>
                  </a:lnTo>
                  <a:lnTo>
                    <a:pt x="6304256" y="2743576"/>
                  </a:lnTo>
                  <a:lnTo>
                    <a:pt x="6317641" y="2745073"/>
                  </a:lnTo>
                  <a:lnTo>
                    <a:pt x="6331026" y="2746541"/>
                  </a:lnTo>
                  <a:lnTo>
                    <a:pt x="6344410" y="2747980"/>
                  </a:lnTo>
                  <a:lnTo>
                    <a:pt x="6357795" y="2749374"/>
                  </a:lnTo>
                  <a:lnTo>
                    <a:pt x="6371180" y="2750732"/>
                  </a:lnTo>
                  <a:lnTo>
                    <a:pt x="6384565" y="2752061"/>
                  </a:lnTo>
                  <a:lnTo>
                    <a:pt x="6397950" y="2753351"/>
                  </a:lnTo>
                  <a:lnTo>
                    <a:pt x="6411335" y="2754597"/>
                  </a:lnTo>
                  <a:lnTo>
                    <a:pt x="6424719" y="2755811"/>
                  </a:lnTo>
                  <a:lnTo>
                    <a:pt x="6438104" y="2756995"/>
                  </a:lnTo>
                  <a:lnTo>
                    <a:pt x="6451489" y="2758126"/>
                  </a:lnTo>
                  <a:lnTo>
                    <a:pt x="6464874" y="2759224"/>
                  </a:lnTo>
                  <a:lnTo>
                    <a:pt x="6478259" y="2760290"/>
                  </a:lnTo>
                  <a:lnTo>
                    <a:pt x="6491644" y="2761314"/>
                  </a:lnTo>
                  <a:lnTo>
                    <a:pt x="6505028" y="2762295"/>
                  </a:lnTo>
                  <a:lnTo>
                    <a:pt x="6518413" y="2763245"/>
                  </a:lnTo>
                  <a:lnTo>
                    <a:pt x="6531798" y="2764161"/>
                  </a:lnTo>
                  <a:lnTo>
                    <a:pt x="6545183" y="2765027"/>
                  </a:lnTo>
                  <a:lnTo>
                    <a:pt x="6558568" y="2765863"/>
                  </a:lnTo>
                  <a:lnTo>
                    <a:pt x="6571953" y="2766668"/>
                  </a:lnTo>
                  <a:lnTo>
                    <a:pt x="6585337" y="2767429"/>
                  </a:lnTo>
                  <a:lnTo>
                    <a:pt x="6598722" y="2768154"/>
                  </a:lnTo>
                  <a:lnTo>
                    <a:pt x="6612107" y="2768851"/>
                  </a:lnTo>
                  <a:lnTo>
                    <a:pt x="6625492" y="2769513"/>
                  </a:lnTo>
                  <a:lnTo>
                    <a:pt x="6638877" y="2770135"/>
                  </a:lnTo>
                  <a:lnTo>
                    <a:pt x="6652262" y="2770729"/>
                  </a:lnTo>
                  <a:lnTo>
                    <a:pt x="6665646" y="2771297"/>
                  </a:lnTo>
                  <a:lnTo>
                    <a:pt x="6679031" y="2771824"/>
                  </a:lnTo>
                  <a:lnTo>
                    <a:pt x="6692416" y="2772324"/>
                  </a:lnTo>
                  <a:lnTo>
                    <a:pt x="6705801" y="2772801"/>
                  </a:lnTo>
                  <a:lnTo>
                    <a:pt x="6719186" y="2773247"/>
                  </a:lnTo>
                  <a:lnTo>
                    <a:pt x="6732571" y="2773662"/>
                  </a:lnTo>
                  <a:lnTo>
                    <a:pt x="6745955" y="2774056"/>
                  </a:lnTo>
                  <a:lnTo>
                    <a:pt x="6759340" y="2774428"/>
                  </a:lnTo>
                  <a:lnTo>
                    <a:pt x="6772725" y="2774768"/>
                  </a:lnTo>
                  <a:lnTo>
                    <a:pt x="6786110" y="2775089"/>
                  </a:lnTo>
                  <a:lnTo>
                    <a:pt x="6799495" y="2775392"/>
                  </a:lnTo>
                  <a:lnTo>
                    <a:pt x="6812880" y="2775670"/>
                  </a:lnTo>
                  <a:lnTo>
                    <a:pt x="6826264" y="2775928"/>
                  </a:lnTo>
                  <a:lnTo>
                    <a:pt x="6839649" y="2776170"/>
                  </a:lnTo>
                  <a:lnTo>
                    <a:pt x="6839649" y="2778734"/>
                  </a:lnTo>
                  <a:lnTo>
                    <a:pt x="6826264" y="2778734"/>
                  </a:lnTo>
                  <a:lnTo>
                    <a:pt x="6812880" y="2778734"/>
                  </a:lnTo>
                  <a:lnTo>
                    <a:pt x="6799495" y="2778734"/>
                  </a:lnTo>
                  <a:lnTo>
                    <a:pt x="6786110" y="2778734"/>
                  </a:lnTo>
                  <a:lnTo>
                    <a:pt x="6772725" y="2778734"/>
                  </a:lnTo>
                  <a:lnTo>
                    <a:pt x="6759340" y="2778734"/>
                  </a:lnTo>
                  <a:lnTo>
                    <a:pt x="6745955" y="2778734"/>
                  </a:lnTo>
                  <a:lnTo>
                    <a:pt x="6732571" y="2778734"/>
                  </a:lnTo>
                  <a:lnTo>
                    <a:pt x="6719186" y="2778734"/>
                  </a:lnTo>
                  <a:lnTo>
                    <a:pt x="6705801" y="2778734"/>
                  </a:lnTo>
                  <a:lnTo>
                    <a:pt x="6692416" y="2778734"/>
                  </a:lnTo>
                  <a:lnTo>
                    <a:pt x="6679031" y="2778734"/>
                  </a:lnTo>
                  <a:lnTo>
                    <a:pt x="6665646" y="2778734"/>
                  </a:lnTo>
                  <a:lnTo>
                    <a:pt x="6652262" y="2778734"/>
                  </a:lnTo>
                  <a:lnTo>
                    <a:pt x="6638877" y="2778734"/>
                  </a:lnTo>
                  <a:lnTo>
                    <a:pt x="6625492" y="2778734"/>
                  </a:lnTo>
                  <a:lnTo>
                    <a:pt x="6612107" y="2778734"/>
                  </a:lnTo>
                  <a:lnTo>
                    <a:pt x="6598722" y="2778734"/>
                  </a:lnTo>
                  <a:lnTo>
                    <a:pt x="6585337" y="2778734"/>
                  </a:lnTo>
                  <a:lnTo>
                    <a:pt x="6571953" y="2778734"/>
                  </a:lnTo>
                  <a:lnTo>
                    <a:pt x="6558568" y="2778734"/>
                  </a:lnTo>
                  <a:lnTo>
                    <a:pt x="6545183" y="2778734"/>
                  </a:lnTo>
                  <a:lnTo>
                    <a:pt x="6531798" y="2778734"/>
                  </a:lnTo>
                  <a:lnTo>
                    <a:pt x="6518413" y="2778734"/>
                  </a:lnTo>
                  <a:lnTo>
                    <a:pt x="6505028" y="2778734"/>
                  </a:lnTo>
                  <a:lnTo>
                    <a:pt x="6491644" y="2778734"/>
                  </a:lnTo>
                  <a:lnTo>
                    <a:pt x="6478259" y="2778734"/>
                  </a:lnTo>
                  <a:lnTo>
                    <a:pt x="6464874" y="2778734"/>
                  </a:lnTo>
                  <a:lnTo>
                    <a:pt x="6451489" y="2778734"/>
                  </a:lnTo>
                  <a:lnTo>
                    <a:pt x="6438104" y="2778734"/>
                  </a:lnTo>
                  <a:lnTo>
                    <a:pt x="6424719" y="2778734"/>
                  </a:lnTo>
                  <a:lnTo>
                    <a:pt x="6411335" y="2778734"/>
                  </a:lnTo>
                  <a:lnTo>
                    <a:pt x="6397950" y="2778734"/>
                  </a:lnTo>
                  <a:lnTo>
                    <a:pt x="6384565" y="2778734"/>
                  </a:lnTo>
                  <a:lnTo>
                    <a:pt x="6371180" y="2778734"/>
                  </a:lnTo>
                  <a:lnTo>
                    <a:pt x="6357795" y="2778734"/>
                  </a:lnTo>
                  <a:lnTo>
                    <a:pt x="6344410" y="2778734"/>
                  </a:lnTo>
                  <a:lnTo>
                    <a:pt x="6331026" y="2778734"/>
                  </a:lnTo>
                  <a:lnTo>
                    <a:pt x="6317641" y="2778734"/>
                  </a:lnTo>
                  <a:lnTo>
                    <a:pt x="6304256" y="2778734"/>
                  </a:lnTo>
                  <a:lnTo>
                    <a:pt x="6290871" y="2778734"/>
                  </a:lnTo>
                  <a:lnTo>
                    <a:pt x="6277486" y="2778734"/>
                  </a:lnTo>
                  <a:lnTo>
                    <a:pt x="6264101" y="2778734"/>
                  </a:lnTo>
                  <a:lnTo>
                    <a:pt x="6250717" y="2778734"/>
                  </a:lnTo>
                  <a:lnTo>
                    <a:pt x="6237332" y="2778734"/>
                  </a:lnTo>
                  <a:lnTo>
                    <a:pt x="6223947" y="2778734"/>
                  </a:lnTo>
                  <a:lnTo>
                    <a:pt x="6210562" y="2778734"/>
                  </a:lnTo>
                  <a:lnTo>
                    <a:pt x="6197177" y="2778734"/>
                  </a:lnTo>
                  <a:lnTo>
                    <a:pt x="6183792" y="2778734"/>
                  </a:lnTo>
                  <a:lnTo>
                    <a:pt x="6170408" y="2778734"/>
                  </a:lnTo>
                  <a:lnTo>
                    <a:pt x="6157023" y="2778734"/>
                  </a:lnTo>
                  <a:lnTo>
                    <a:pt x="6143638" y="2778734"/>
                  </a:lnTo>
                  <a:lnTo>
                    <a:pt x="6130253" y="2778734"/>
                  </a:lnTo>
                  <a:lnTo>
                    <a:pt x="6116868" y="2778734"/>
                  </a:lnTo>
                  <a:lnTo>
                    <a:pt x="6103483" y="2778734"/>
                  </a:lnTo>
                  <a:lnTo>
                    <a:pt x="6090099" y="2778734"/>
                  </a:lnTo>
                  <a:lnTo>
                    <a:pt x="6076714" y="2778734"/>
                  </a:lnTo>
                  <a:lnTo>
                    <a:pt x="6063329" y="2778734"/>
                  </a:lnTo>
                  <a:lnTo>
                    <a:pt x="6049944" y="2778734"/>
                  </a:lnTo>
                  <a:lnTo>
                    <a:pt x="6036559" y="2778734"/>
                  </a:lnTo>
                  <a:lnTo>
                    <a:pt x="6023174" y="2778734"/>
                  </a:lnTo>
                  <a:lnTo>
                    <a:pt x="6009790" y="2778734"/>
                  </a:lnTo>
                  <a:lnTo>
                    <a:pt x="5996405" y="2778734"/>
                  </a:lnTo>
                  <a:lnTo>
                    <a:pt x="5983020" y="2778734"/>
                  </a:lnTo>
                  <a:lnTo>
                    <a:pt x="5969635" y="2778734"/>
                  </a:lnTo>
                  <a:lnTo>
                    <a:pt x="5956250" y="2778734"/>
                  </a:lnTo>
                  <a:lnTo>
                    <a:pt x="5942865" y="2778734"/>
                  </a:lnTo>
                  <a:lnTo>
                    <a:pt x="5929481" y="2778734"/>
                  </a:lnTo>
                  <a:lnTo>
                    <a:pt x="5916096" y="2778734"/>
                  </a:lnTo>
                  <a:lnTo>
                    <a:pt x="5902711" y="2778734"/>
                  </a:lnTo>
                  <a:lnTo>
                    <a:pt x="5889326" y="2778734"/>
                  </a:lnTo>
                  <a:lnTo>
                    <a:pt x="5875941" y="2778734"/>
                  </a:lnTo>
                  <a:lnTo>
                    <a:pt x="5862556" y="2778734"/>
                  </a:lnTo>
                  <a:lnTo>
                    <a:pt x="5849172" y="2778734"/>
                  </a:lnTo>
                  <a:lnTo>
                    <a:pt x="5835787" y="2778734"/>
                  </a:lnTo>
                  <a:lnTo>
                    <a:pt x="5822402" y="2778734"/>
                  </a:lnTo>
                  <a:lnTo>
                    <a:pt x="5809017" y="2778734"/>
                  </a:lnTo>
                  <a:lnTo>
                    <a:pt x="5795632" y="2778734"/>
                  </a:lnTo>
                  <a:lnTo>
                    <a:pt x="5782247" y="2778734"/>
                  </a:lnTo>
                  <a:lnTo>
                    <a:pt x="5768863" y="2778734"/>
                  </a:lnTo>
                  <a:lnTo>
                    <a:pt x="5755478" y="2778734"/>
                  </a:lnTo>
                  <a:lnTo>
                    <a:pt x="5742093" y="2778734"/>
                  </a:lnTo>
                  <a:lnTo>
                    <a:pt x="5728708" y="2778734"/>
                  </a:lnTo>
                  <a:lnTo>
                    <a:pt x="5715323" y="2778734"/>
                  </a:lnTo>
                  <a:lnTo>
                    <a:pt x="5701938" y="2778734"/>
                  </a:lnTo>
                  <a:lnTo>
                    <a:pt x="5688554" y="2778734"/>
                  </a:lnTo>
                  <a:lnTo>
                    <a:pt x="5675169" y="2778734"/>
                  </a:lnTo>
                  <a:lnTo>
                    <a:pt x="5661784" y="2778734"/>
                  </a:lnTo>
                  <a:lnTo>
                    <a:pt x="5648399" y="2778734"/>
                  </a:lnTo>
                  <a:lnTo>
                    <a:pt x="5635014" y="2778734"/>
                  </a:lnTo>
                  <a:lnTo>
                    <a:pt x="5621629" y="2778734"/>
                  </a:lnTo>
                  <a:lnTo>
                    <a:pt x="5608245" y="2778734"/>
                  </a:lnTo>
                  <a:lnTo>
                    <a:pt x="5594860" y="2778734"/>
                  </a:lnTo>
                  <a:lnTo>
                    <a:pt x="5581475" y="2778734"/>
                  </a:lnTo>
                  <a:lnTo>
                    <a:pt x="5568090" y="2778734"/>
                  </a:lnTo>
                  <a:lnTo>
                    <a:pt x="5554705" y="2778734"/>
                  </a:lnTo>
                  <a:lnTo>
                    <a:pt x="5541320" y="2778734"/>
                  </a:lnTo>
                  <a:lnTo>
                    <a:pt x="5527936" y="2778734"/>
                  </a:lnTo>
                  <a:lnTo>
                    <a:pt x="5514551" y="2778734"/>
                  </a:lnTo>
                  <a:lnTo>
                    <a:pt x="5501166" y="2778734"/>
                  </a:lnTo>
                  <a:lnTo>
                    <a:pt x="5487781" y="2778734"/>
                  </a:lnTo>
                  <a:lnTo>
                    <a:pt x="5474396" y="2778734"/>
                  </a:lnTo>
                  <a:lnTo>
                    <a:pt x="5461011" y="2778734"/>
                  </a:lnTo>
                  <a:lnTo>
                    <a:pt x="5447627" y="2778734"/>
                  </a:lnTo>
                  <a:lnTo>
                    <a:pt x="5434242" y="2778734"/>
                  </a:lnTo>
                  <a:lnTo>
                    <a:pt x="5420857" y="2778734"/>
                  </a:lnTo>
                  <a:lnTo>
                    <a:pt x="5407472" y="2778734"/>
                  </a:lnTo>
                  <a:lnTo>
                    <a:pt x="5394087" y="2778734"/>
                  </a:lnTo>
                  <a:lnTo>
                    <a:pt x="5380702" y="2778734"/>
                  </a:lnTo>
                  <a:lnTo>
                    <a:pt x="5367318" y="2778734"/>
                  </a:lnTo>
                  <a:lnTo>
                    <a:pt x="5353933" y="2778734"/>
                  </a:lnTo>
                  <a:lnTo>
                    <a:pt x="5340548" y="2778734"/>
                  </a:lnTo>
                  <a:lnTo>
                    <a:pt x="5327163" y="2778734"/>
                  </a:lnTo>
                  <a:lnTo>
                    <a:pt x="5313778" y="2778734"/>
                  </a:lnTo>
                  <a:lnTo>
                    <a:pt x="5300393" y="2778734"/>
                  </a:lnTo>
                  <a:lnTo>
                    <a:pt x="5287009" y="2778734"/>
                  </a:lnTo>
                  <a:lnTo>
                    <a:pt x="5273624" y="2778734"/>
                  </a:lnTo>
                  <a:lnTo>
                    <a:pt x="5260239" y="2778734"/>
                  </a:lnTo>
                  <a:lnTo>
                    <a:pt x="5246854" y="2778734"/>
                  </a:lnTo>
                  <a:lnTo>
                    <a:pt x="5233469" y="2778734"/>
                  </a:lnTo>
                  <a:lnTo>
                    <a:pt x="5220084" y="2778734"/>
                  </a:lnTo>
                  <a:lnTo>
                    <a:pt x="5206700" y="2778734"/>
                  </a:lnTo>
                  <a:lnTo>
                    <a:pt x="5193315" y="2778734"/>
                  </a:lnTo>
                  <a:lnTo>
                    <a:pt x="5179930" y="2778734"/>
                  </a:lnTo>
                  <a:lnTo>
                    <a:pt x="5166545" y="2778734"/>
                  </a:lnTo>
                  <a:lnTo>
                    <a:pt x="5153160" y="2778734"/>
                  </a:lnTo>
                  <a:lnTo>
                    <a:pt x="5139775" y="2778734"/>
                  </a:lnTo>
                  <a:lnTo>
                    <a:pt x="5126391" y="2778734"/>
                  </a:lnTo>
                  <a:lnTo>
                    <a:pt x="5113006" y="2778734"/>
                  </a:lnTo>
                  <a:lnTo>
                    <a:pt x="5099621" y="2778734"/>
                  </a:lnTo>
                  <a:lnTo>
                    <a:pt x="5086236" y="2778734"/>
                  </a:lnTo>
                  <a:lnTo>
                    <a:pt x="5072851" y="2778734"/>
                  </a:lnTo>
                  <a:lnTo>
                    <a:pt x="5059466" y="2778734"/>
                  </a:lnTo>
                  <a:lnTo>
                    <a:pt x="5046082" y="2778734"/>
                  </a:lnTo>
                  <a:lnTo>
                    <a:pt x="5032697" y="2778734"/>
                  </a:lnTo>
                  <a:lnTo>
                    <a:pt x="5019312" y="2778734"/>
                  </a:lnTo>
                  <a:lnTo>
                    <a:pt x="5005927" y="2778734"/>
                  </a:lnTo>
                  <a:lnTo>
                    <a:pt x="4992542" y="2778734"/>
                  </a:lnTo>
                  <a:lnTo>
                    <a:pt x="4979157" y="2778734"/>
                  </a:lnTo>
                  <a:lnTo>
                    <a:pt x="4965773" y="2778734"/>
                  </a:lnTo>
                  <a:lnTo>
                    <a:pt x="4952388" y="2778734"/>
                  </a:lnTo>
                  <a:lnTo>
                    <a:pt x="4939003" y="2778734"/>
                  </a:lnTo>
                  <a:lnTo>
                    <a:pt x="4925618" y="2778734"/>
                  </a:lnTo>
                  <a:lnTo>
                    <a:pt x="4912233" y="2778734"/>
                  </a:lnTo>
                  <a:lnTo>
                    <a:pt x="4898848" y="2778734"/>
                  </a:lnTo>
                  <a:lnTo>
                    <a:pt x="4885464" y="2778734"/>
                  </a:lnTo>
                  <a:lnTo>
                    <a:pt x="4872079" y="2778734"/>
                  </a:lnTo>
                  <a:lnTo>
                    <a:pt x="4858694" y="2778734"/>
                  </a:lnTo>
                  <a:lnTo>
                    <a:pt x="4845309" y="2778734"/>
                  </a:lnTo>
                  <a:lnTo>
                    <a:pt x="4831924" y="2778734"/>
                  </a:lnTo>
                  <a:lnTo>
                    <a:pt x="4818539" y="2778734"/>
                  </a:lnTo>
                  <a:lnTo>
                    <a:pt x="4805155" y="2778734"/>
                  </a:lnTo>
                  <a:lnTo>
                    <a:pt x="4791770" y="2778734"/>
                  </a:lnTo>
                  <a:lnTo>
                    <a:pt x="4778385" y="2778734"/>
                  </a:lnTo>
                  <a:lnTo>
                    <a:pt x="4765000" y="2778734"/>
                  </a:lnTo>
                  <a:lnTo>
                    <a:pt x="4751615" y="2778734"/>
                  </a:lnTo>
                  <a:lnTo>
                    <a:pt x="4738230" y="2778734"/>
                  </a:lnTo>
                  <a:lnTo>
                    <a:pt x="4724846" y="2778734"/>
                  </a:lnTo>
                  <a:lnTo>
                    <a:pt x="4711461" y="2778734"/>
                  </a:lnTo>
                  <a:lnTo>
                    <a:pt x="4698076" y="2778734"/>
                  </a:lnTo>
                  <a:lnTo>
                    <a:pt x="4684691" y="2778734"/>
                  </a:lnTo>
                  <a:lnTo>
                    <a:pt x="4671306" y="2778734"/>
                  </a:lnTo>
                  <a:lnTo>
                    <a:pt x="4657921" y="2778734"/>
                  </a:lnTo>
                  <a:lnTo>
                    <a:pt x="4644537" y="2778734"/>
                  </a:lnTo>
                  <a:lnTo>
                    <a:pt x="4631152" y="2778734"/>
                  </a:lnTo>
                  <a:lnTo>
                    <a:pt x="4617767" y="2778734"/>
                  </a:lnTo>
                  <a:lnTo>
                    <a:pt x="4604382" y="2778734"/>
                  </a:lnTo>
                  <a:lnTo>
                    <a:pt x="4590997" y="2778734"/>
                  </a:lnTo>
                  <a:lnTo>
                    <a:pt x="4577612" y="2778734"/>
                  </a:lnTo>
                  <a:lnTo>
                    <a:pt x="4564228" y="2778734"/>
                  </a:lnTo>
                  <a:lnTo>
                    <a:pt x="4550843" y="2778734"/>
                  </a:lnTo>
                  <a:lnTo>
                    <a:pt x="4537458" y="2778734"/>
                  </a:lnTo>
                  <a:lnTo>
                    <a:pt x="4524073" y="2778734"/>
                  </a:lnTo>
                  <a:lnTo>
                    <a:pt x="4510688" y="2778734"/>
                  </a:lnTo>
                  <a:lnTo>
                    <a:pt x="4497303" y="2778734"/>
                  </a:lnTo>
                  <a:lnTo>
                    <a:pt x="4483919" y="2778734"/>
                  </a:lnTo>
                  <a:lnTo>
                    <a:pt x="4470534" y="2778734"/>
                  </a:lnTo>
                  <a:lnTo>
                    <a:pt x="4457149" y="2778734"/>
                  </a:lnTo>
                  <a:lnTo>
                    <a:pt x="4443764" y="2778734"/>
                  </a:lnTo>
                  <a:lnTo>
                    <a:pt x="4430379" y="2778734"/>
                  </a:lnTo>
                  <a:lnTo>
                    <a:pt x="4416994" y="2778734"/>
                  </a:lnTo>
                  <a:lnTo>
                    <a:pt x="4403610" y="2778734"/>
                  </a:lnTo>
                  <a:lnTo>
                    <a:pt x="4390225" y="2778734"/>
                  </a:lnTo>
                  <a:lnTo>
                    <a:pt x="4376840" y="2778734"/>
                  </a:lnTo>
                  <a:lnTo>
                    <a:pt x="4363455" y="2778734"/>
                  </a:lnTo>
                  <a:lnTo>
                    <a:pt x="4350070" y="2778734"/>
                  </a:lnTo>
                  <a:lnTo>
                    <a:pt x="4336685" y="2778734"/>
                  </a:lnTo>
                  <a:lnTo>
                    <a:pt x="4323301" y="2778734"/>
                  </a:lnTo>
                  <a:lnTo>
                    <a:pt x="4309916" y="2778734"/>
                  </a:lnTo>
                  <a:lnTo>
                    <a:pt x="4296531" y="2778734"/>
                  </a:lnTo>
                  <a:lnTo>
                    <a:pt x="4283146" y="2778734"/>
                  </a:lnTo>
                  <a:lnTo>
                    <a:pt x="4269761" y="2778734"/>
                  </a:lnTo>
                  <a:lnTo>
                    <a:pt x="4256376" y="2778734"/>
                  </a:lnTo>
                  <a:lnTo>
                    <a:pt x="4242992" y="2778734"/>
                  </a:lnTo>
                  <a:lnTo>
                    <a:pt x="4229607" y="2778734"/>
                  </a:lnTo>
                  <a:lnTo>
                    <a:pt x="4216222" y="2778734"/>
                  </a:lnTo>
                  <a:lnTo>
                    <a:pt x="4202837" y="2778734"/>
                  </a:lnTo>
                  <a:lnTo>
                    <a:pt x="4189452" y="2778734"/>
                  </a:lnTo>
                  <a:lnTo>
                    <a:pt x="4176067" y="2778734"/>
                  </a:lnTo>
                  <a:lnTo>
                    <a:pt x="4162683" y="2778734"/>
                  </a:lnTo>
                  <a:lnTo>
                    <a:pt x="4149298" y="2778734"/>
                  </a:lnTo>
                  <a:lnTo>
                    <a:pt x="4135913" y="2778734"/>
                  </a:lnTo>
                  <a:lnTo>
                    <a:pt x="4122528" y="2778734"/>
                  </a:lnTo>
                  <a:lnTo>
                    <a:pt x="4109143" y="2778734"/>
                  </a:lnTo>
                  <a:lnTo>
                    <a:pt x="4095758" y="2778734"/>
                  </a:lnTo>
                  <a:lnTo>
                    <a:pt x="4082374" y="2778734"/>
                  </a:lnTo>
                  <a:lnTo>
                    <a:pt x="4068989" y="2778734"/>
                  </a:lnTo>
                  <a:lnTo>
                    <a:pt x="4055604" y="2778734"/>
                  </a:lnTo>
                  <a:lnTo>
                    <a:pt x="4042219" y="2778734"/>
                  </a:lnTo>
                  <a:lnTo>
                    <a:pt x="4028834" y="2778734"/>
                  </a:lnTo>
                  <a:lnTo>
                    <a:pt x="4015449" y="2778734"/>
                  </a:lnTo>
                  <a:lnTo>
                    <a:pt x="4002065" y="2778734"/>
                  </a:lnTo>
                  <a:lnTo>
                    <a:pt x="3988680" y="2778734"/>
                  </a:lnTo>
                  <a:lnTo>
                    <a:pt x="3975295" y="2778734"/>
                  </a:lnTo>
                  <a:lnTo>
                    <a:pt x="3961910" y="2778734"/>
                  </a:lnTo>
                  <a:lnTo>
                    <a:pt x="3948525" y="2778734"/>
                  </a:lnTo>
                  <a:lnTo>
                    <a:pt x="3935140" y="2778734"/>
                  </a:lnTo>
                  <a:lnTo>
                    <a:pt x="3921756" y="2778734"/>
                  </a:lnTo>
                  <a:lnTo>
                    <a:pt x="3908371" y="2778734"/>
                  </a:lnTo>
                  <a:lnTo>
                    <a:pt x="3894986" y="2778734"/>
                  </a:lnTo>
                  <a:lnTo>
                    <a:pt x="3881601" y="2778734"/>
                  </a:lnTo>
                  <a:lnTo>
                    <a:pt x="3868216" y="2778734"/>
                  </a:lnTo>
                  <a:lnTo>
                    <a:pt x="3854831" y="2778734"/>
                  </a:lnTo>
                  <a:lnTo>
                    <a:pt x="3841447" y="2778734"/>
                  </a:lnTo>
                  <a:lnTo>
                    <a:pt x="3828062" y="2778734"/>
                  </a:lnTo>
                  <a:lnTo>
                    <a:pt x="3814677" y="2778734"/>
                  </a:lnTo>
                  <a:lnTo>
                    <a:pt x="3801292" y="2778734"/>
                  </a:lnTo>
                  <a:lnTo>
                    <a:pt x="3787907" y="2778734"/>
                  </a:lnTo>
                  <a:lnTo>
                    <a:pt x="3774522" y="2778734"/>
                  </a:lnTo>
                  <a:lnTo>
                    <a:pt x="3761138" y="2778734"/>
                  </a:lnTo>
                  <a:lnTo>
                    <a:pt x="3747753" y="2778734"/>
                  </a:lnTo>
                  <a:lnTo>
                    <a:pt x="3734368" y="2778734"/>
                  </a:lnTo>
                  <a:lnTo>
                    <a:pt x="3720983" y="2778734"/>
                  </a:lnTo>
                  <a:lnTo>
                    <a:pt x="3707598" y="2778734"/>
                  </a:lnTo>
                  <a:lnTo>
                    <a:pt x="3694213" y="2778734"/>
                  </a:lnTo>
                  <a:lnTo>
                    <a:pt x="3680829" y="2778734"/>
                  </a:lnTo>
                  <a:lnTo>
                    <a:pt x="3667444" y="2778734"/>
                  </a:lnTo>
                  <a:lnTo>
                    <a:pt x="3654059" y="2778734"/>
                  </a:lnTo>
                  <a:lnTo>
                    <a:pt x="3640674" y="2778734"/>
                  </a:lnTo>
                  <a:lnTo>
                    <a:pt x="3627289" y="2778734"/>
                  </a:lnTo>
                  <a:lnTo>
                    <a:pt x="3613904" y="2778734"/>
                  </a:lnTo>
                  <a:lnTo>
                    <a:pt x="3600520" y="2778734"/>
                  </a:lnTo>
                  <a:lnTo>
                    <a:pt x="3587135" y="2778734"/>
                  </a:lnTo>
                  <a:lnTo>
                    <a:pt x="3573750" y="2778734"/>
                  </a:lnTo>
                  <a:lnTo>
                    <a:pt x="3560365" y="2778734"/>
                  </a:lnTo>
                  <a:lnTo>
                    <a:pt x="3546980" y="2778734"/>
                  </a:lnTo>
                  <a:lnTo>
                    <a:pt x="3533595" y="2778734"/>
                  </a:lnTo>
                  <a:lnTo>
                    <a:pt x="3520211" y="2778734"/>
                  </a:lnTo>
                  <a:lnTo>
                    <a:pt x="3506826" y="2778734"/>
                  </a:lnTo>
                  <a:lnTo>
                    <a:pt x="3493441" y="2778734"/>
                  </a:lnTo>
                  <a:lnTo>
                    <a:pt x="3480056" y="2778734"/>
                  </a:lnTo>
                  <a:lnTo>
                    <a:pt x="3466671" y="2778734"/>
                  </a:lnTo>
                  <a:lnTo>
                    <a:pt x="3453286" y="2778734"/>
                  </a:lnTo>
                  <a:lnTo>
                    <a:pt x="3439902" y="2778734"/>
                  </a:lnTo>
                  <a:lnTo>
                    <a:pt x="3426517" y="2778734"/>
                  </a:lnTo>
                  <a:lnTo>
                    <a:pt x="3413132" y="2778734"/>
                  </a:lnTo>
                  <a:lnTo>
                    <a:pt x="3399747" y="2778734"/>
                  </a:lnTo>
                  <a:lnTo>
                    <a:pt x="3386362" y="2778734"/>
                  </a:lnTo>
                  <a:lnTo>
                    <a:pt x="3372977" y="2778734"/>
                  </a:lnTo>
                  <a:lnTo>
                    <a:pt x="3359593" y="2778734"/>
                  </a:lnTo>
                  <a:lnTo>
                    <a:pt x="3346208" y="2778734"/>
                  </a:lnTo>
                  <a:lnTo>
                    <a:pt x="3332823" y="2778734"/>
                  </a:lnTo>
                  <a:lnTo>
                    <a:pt x="3319438" y="2778734"/>
                  </a:lnTo>
                  <a:lnTo>
                    <a:pt x="3306053" y="2778734"/>
                  </a:lnTo>
                  <a:lnTo>
                    <a:pt x="3292668" y="2778734"/>
                  </a:lnTo>
                  <a:lnTo>
                    <a:pt x="3279284" y="2778734"/>
                  </a:lnTo>
                  <a:lnTo>
                    <a:pt x="3265899" y="2778734"/>
                  </a:lnTo>
                  <a:lnTo>
                    <a:pt x="3252514" y="2778734"/>
                  </a:lnTo>
                  <a:lnTo>
                    <a:pt x="3239129" y="2778734"/>
                  </a:lnTo>
                  <a:lnTo>
                    <a:pt x="3225744" y="2778734"/>
                  </a:lnTo>
                  <a:lnTo>
                    <a:pt x="3212359" y="2778734"/>
                  </a:lnTo>
                  <a:lnTo>
                    <a:pt x="3198975" y="2778734"/>
                  </a:lnTo>
                  <a:lnTo>
                    <a:pt x="3185590" y="2778734"/>
                  </a:lnTo>
                  <a:lnTo>
                    <a:pt x="3172205" y="2778734"/>
                  </a:lnTo>
                  <a:lnTo>
                    <a:pt x="3158820" y="2778734"/>
                  </a:lnTo>
                  <a:lnTo>
                    <a:pt x="3145435" y="2778734"/>
                  </a:lnTo>
                  <a:lnTo>
                    <a:pt x="3132050" y="2778734"/>
                  </a:lnTo>
                  <a:lnTo>
                    <a:pt x="3118666" y="2778734"/>
                  </a:lnTo>
                  <a:lnTo>
                    <a:pt x="3105281" y="2778734"/>
                  </a:lnTo>
                  <a:lnTo>
                    <a:pt x="3091896" y="2778734"/>
                  </a:lnTo>
                  <a:lnTo>
                    <a:pt x="3078511" y="2778734"/>
                  </a:lnTo>
                  <a:lnTo>
                    <a:pt x="3065126" y="2778734"/>
                  </a:lnTo>
                  <a:lnTo>
                    <a:pt x="3051741" y="2778734"/>
                  </a:lnTo>
                  <a:lnTo>
                    <a:pt x="3038357" y="2778734"/>
                  </a:lnTo>
                  <a:lnTo>
                    <a:pt x="3024972" y="2778734"/>
                  </a:lnTo>
                  <a:lnTo>
                    <a:pt x="3011587" y="2778734"/>
                  </a:lnTo>
                  <a:lnTo>
                    <a:pt x="2998202" y="2778734"/>
                  </a:lnTo>
                  <a:lnTo>
                    <a:pt x="2984817" y="2778734"/>
                  </a:lnTo>
                  <a:lnTo>
                    <a:pt x="2971432" y="2778734"/>
                  </a:lnTo>
                  <a:lnTo>
                    <a:pt x="2958048" y="2778734"/>
                  </a:lnTo>
                  <a:lnTo>
                    <a:pt x="2944663" y="2778734"/>
                  </a:lnTo>
                  <a:lnTo>
                    <a:pt x="2931278" y="2778734"/>
                  </a:lnTo>
                  <a:lnTo>
                    <a:pt x="2917893" y="2778734"/>
                  </a:lnTo>
                  <a:lnTo>
                    <a:pt x="2904508" y="2778734"/>
                  </a:lnTo>
                  <a:lnTo>
                    <a:pt x="2891123" y="2778734"/>
                  </a:lnTo>
                  <a:lnTo>
                    <a:pt x="2877739" y="2778734"/>
                  </a:lnTo>
                  <a:lnTo>
                    <a:pt x="2864354" y="2778734"/>
                  </a:lnTo>
                  <a:lnTo>
                    <a:pt x="2850969" y="2778734"/>
                  </a:lnTo>
                  <a:lnTo>
                    <a:pt x="2837584" y="2778734"/>
                  </a:lnTo>
                  <a:lnTo>
                    <a:pt x="2824199" y="2778734"/>
                  </a:lnTo>
                  <a:lnTo>
                    <a:pt x="2810814" y="2778734"/>
                  </a:lnTo>
                  <a:lnTo>
                    <a:pt x="2797430" y="2778734"/>
                  </a:lnTo>
                  <a:lnTo>
                    <a:pt x="2784045" y="2778734"/>
                  </a:lnTo>
                  <a:lnTo>
                    <a:pt x="2770660" y="2778734"/>
                  </a:lnTo>
                  <a:lnTo>
                    <a:pt x="2757275" y="2778734"/>
                  </a:lnTo>
                  <a:lnTo>
                    <a:pt x="2743890" y="2778734"/>
                  </a:lnTo>
                  <a:lnTo>
                    <a:pt x="2730505" y="2778734"/>
                  </a:lnTo>
                  <a:lnTo>
                    <a:pt x="2717121" y="2778734"/>
                  </a:lnTo>
                  <a:lnTo>
                    <a:pt x="2703736" y="2778734"/>
                  </a:lnTo>
                  <a:lnTo>
                    <a:pt x="2690351" y="2778734"/>
                  </a:lnTo>
                  <a:lnTo>
                    <a:pt x="2676966" y="2778734"/>
                  </a:lnTo>
                  <a:lnTo>
                    <a:pt x="2663581" y="2778734"/>
                  </a:lnTo>
                  <a:lnTo>
                    <a:pt x="2650196" y="2778734"/>
                  </a:lnTo>
                  <a:lnTo>
                    <a:pt x="2636812" y="2778734"/>
                  </a:lnTo>
                  <a:lnTo>
                    <a:pt x="2623427" y="2778734"/>
                  </a:lnTo>
                  <a:lnTo>
                    <a:pt x="2610042" y="2778734"/>
                  </a:lnTo>
                  <a:lnTo>
                    <a:pt x="2596657" y="2778734"/>
                  </a:lnTo>
                  <a:lnTo>
                    <a:pt x="2583272" y="2778734"/>
                  </a:lnTo>
                  <a:lnTo>
                    <a:pt x="2569887" y="2778734"/>
                  </a:lnTo>
                  <a:lnTo>
                    <a:pt x="2556503" y="2778734"/>
                  </a:lnTo>
                  <a:lnTo>
                    <a:pt x="2543118" y="2778734"/>
                  </a:lnTo>
                  <a:lnTo>
                    <a:pt x="2529733" y="2778734"/>
                  </a:lnTo>
                  <a:lnTo>
                    <a:pt x="2516348" y="2778734"/>
                  </a:lnTo>
                  <a:lnTo>
                    <a:pt x="2502963" y="2778734"/>
                  </a:lnTo>
                  <a:lnTo>
                    <a:pt x="2489578" y="2778734"/>
                  </a:lnTo>
                  <a:lnTo>
                    <a:pt x="2476194" y="2778734"/>
                  </a:lnTo>
                  <a:lnTo>
                    <a:pt x="2462809" y="2778734"/>
                  </a:lnTo>
                  <a:lnTo>
                    <a:pt x="2449424" y="2778734"/>
                  </a:lnTo>
                  <a:lnTo>
                    <a:pt x="2436039" y="2778734"/>
                  </a:lnTo>
                  <a:lnTo>
                    <a:pt x="2422654" y="2778734"/>
                  </a:lnTo>
                  <a:lnTo>
                    <a:pt x="2409269" y="2778734"/>
                  </a:lnTo>
                  <a:lnTo>
                    <a:pt x="2395885" y="2778734"/>
                  </a:lnTo>
                  <a:lnTo>
                    <a:pt x="2382500" y="2778734"/>
                  </a:lnTo>
                  <a:lnTo>
                    <a:pt x="2369115" y="2778734"/>
                  </a:lnTo>
                  <a:lnTo>
                    <a:pt x="2355730" y="2778734"/>
                  </a:lnTo>
                  <a:lnTo>
                    <a:pt x="2342345" y="2778734"/>
                  </a:lnTo>
                  <a:lnTo>
                    <a:pt x="2328960" y="2778734"/>
                  </a:lnTo>
                  <a:lnTo>
                    <a:pt x="2315576" y="2778734"/>
                  </a:lnTo>
                  <a:lnTo>
                    <a:pt x="2302191" y="2778734"/>
                  </a:lnTo>
                  <a:lnTo>
                    <a:pt x="2288806" y="2778734"/>
                  </a:lnTo>
                  <a:lnTo>
                    <a:pt x="2275421" y="2778734"/>
                  </a:lnTo>
                  <a:lnTo>
                    <a:pt x="2262036" y="2778734"/>
                  </a:lnTo>
                  <a:lnTo>
                    <a:pt x="2248651" y="2778734"/>
                  </a:lnTo>
                  <a:lnTo>
                    <a:pt x="2235267" y="2778734"/>
                  </a:lnTo>
                  <a:lnTo>
                    <a:pt x="2221882" y="2778734"/>
                  </a:lnTo>
                  <a:lnTo>
                    <a:pt x="2208497" y="2778734"/>
                  </a:lnTo>
                  <a:lnTo>
                    <a:pt x="2195112" y="2778734"/>
                  </a:lnTo>
                  <a:lnTo>
                    <a:pt x="2181727" y="2778734"/>
                  </a:lnTo>
                  <a:lnTo>
                    <a:pt x="2168342" y="2778734"/>
                  </a:lnTo>
                  <a:lnTo>
                    <a:pt x="2154958" y="2778734"/>
                  </a:lnTo>
                  <a:lnTo>
                    <a:pt x="2141573" y="2778734"/>
                  </a:lnTo>
                  <a:lnTo>
                    <a:pt x="2128188" y="2778734"/>
                  </a:lnTo>
                  <a:lnTo>
                    <a:pt x="2114803" y="2778734"/>
                  </a:lnTo>
                  <a:lnTo>
                    <a:pt x="2101418" y="2778734"/>
                  </a:lnTo>
                  <a:lnTo>
                    <a:pt x="2088033" y="2778734"/>
                  </a:lnTo>
                  <a:lnTo>
                    <a:pt x="2074649" y="2778734"/>
                  </a:lnTo>
                  <a:lnTo>
                    <a:pt x="2061264" y="2778734"/>
                  </a:lnTo>
                  <a:lnTo>
                    <a:pt x="2047879" y="2778734"/>
                  </a:lnTo>
                  <a:lnTo>
                    <a:pt x="2034494" y="2778734"/>
                  </a:lnTo>
                  <a:lnTo>
                    <a:pt x="2021109" y="2778734"/>
                  </a:lnTo>
                  <a:lnTo>
                    <a:pt x="2007724" y="2778734"/>
                  </a:lnTo>
                  <a:lnTo>
                    <a:pt x="1994340" y="2778734"/>
                  </a:lnTo>
                  <a:lnTo>
                    <a:pt x="1980955" y="2778734"/>
                  </a:lnTo>
                  <a:lnTo>
                    <a:pt x="1967570" y="2778734"/>
                  </a:lnTo>
                  <a:lnTo>
                    <a:pt x="1954185" y="2778734"/>
                  </a:lnTo>
                  <a:lnTo>
                    <a:pt x="1940800" y="2778734"/>
                  </a:lnTo>
                  <a:lnTo>
                    <a:pt x="1927415" y="2778734"/>
                  </a:lnTo>
                  <a:lnTo>
                    <a:pt x="1914031" y="2778734"/>
                  </a:lnTo>
                  <a:lnTo>
                    <a:pt x="1900646" y="2778734"/>
                  </a:lnTo>
                  <a:lnTo>
                    <a:pt x="1887261" y="2778734"/>
                  </a:lnTo>
                  <a:lnTo>
                    <a:pt x="1873876" y="2778734"/>
                  </a:lnTo>
                  <a:lnTo>
                    <a:pt x="1860491" y="2778734"/>
                  </a:lnTo>
                  <a:lnTo>
                    <a:pt x="1847106" y="2778734"/>
                  </a:lnTo>
                  <a:lnTo>
                    <a:pt x="1833722" y="2778734"/>
                  </a:lnTo>
                  <a:lnTo>
                    <a:pt x="1820337" y="2778734"/>
                  </a:lnTo>
                  <a:lnTo>
                    <a:pt x="1806952" y="2778734"/>
                  </a:lnTo>
                  <a:lnTo>
                    <a:pt x="1793567" y="2778734"/>
                  </a:lnTo>
                  <a:lnTo>
                    <a:pt x="1780182" y="2778734"/>
                  </a:lnTo>
                  <a:lnTo>
                    <a:pt x="1766797" y="2778734"/>
                  </a:lnTo>
                  <a:lnTo>
                    <a:pt x="1753413" y="2778734"/>
                  </a:lnTo>
                  <a:lnTo>
                    <a:pt x="1740028" y="2778734"/>
                  </a:lnTo>
                  <a:lnTo>
                    <a:pt x="1726643" y="2778734"/>
                  </a:lnTo>
                  <a:lnTo>
                    <a:pt x="1713258" y="2778734"/>
                  </a:lnTo>
                  <a:lnTo>
                    <a:pt x="1699873" y="2778734"/>
                  </a:lnTo>
                  <a:lnTo>
                    <a:pt x="1686488" y="2778734"/>
                  </a:lnTo>
                  <a:lnTo>
                    <a:pt x="1673104" y="2778734"/>
                  </a:lnTo>
                  <a:lnTo>
                    <a:pt x="1659719" y="2778734"/>
                  </a:lnTo>
                  <a:lnTo>
                    <a:pt x="1646334" y="2778734"/>
                  </a:lnTo>
                  <a:lnTo>
                    <a:pt x="1632949" y="2778734"/>
                  </a:lnTo>
                  <a:lnTo>
                    <a:pt x="1619564" y="2778734"/>
                  </a:lnTo>
                  <a:lnTo>
                    <a:pt x="1606179" y="2778734"/>
                  </a:lnTo>
                  <a:lnTo>
                    <a:pt x="1592795" y="2778734"/>
                  </a:lnTo>
                  <a:lnTo>
                    <a:pt x="1579410" y="2778734"/>
                  </a:lnTo>
                  <a:lnTo>
                    <a:pt x="1566025" y="2778734"/>
                  </a:lnTo>
                  <a:lnTo>
                    <a:pt x="1552640" y="2778734"/>
                  </a:lnTo>
                  <a:lnTo>
                    <a:pt x="1539255" y="2778734"/>
                  </a:lnTo>
                  <a:lnTo>
                    <a:pt x="1525870" y="2778734"/>
                  </a:lnTo>
                  <a:lnTo>
                    <a:pt x="1512486" y="2778734"/>
                  </a:lnTo>
                  <a:lnTo>
                    <a:pt x="1499101" y="2778734"/>
                  </a:lnTo>
                  <a:lnTo>
                    <a:pt x="1485716" y="2778734"/>
                  </a:lnTo>
                  <a:lnTo>
                    <a:pt x="1472331" y="2778734"/>
                  </a:lnTo>
                  <a:lnTo>
                    <a:pt x="1458946" y="2778734"/>
                  </a:lnTo>
                  <a:lnTo>
                    <a:pt x="1445561" y="2778734"/>
                  </a:lnTo>
                  <a:lnTo>
                    <a:pt x="1432177" y="2778734"/>
                  </a:lnTo>
                  <a:lnTo>
                    <a:pt x="1418792" y="2778734"/>
                  </a:lnTo>
                  <a:lnTo>
                    <a:pt x="1405407" y="2778734"/>
                  </a:lnTo>
                  <a:lnTo>
                    <a:pt x="1392022" y="2778734"/>
                  </a:lnTo>
                  <a:lnTo>
                    <a:pt x="1378637" y="2778734"/>
                  </a:lnTo>
                  <a:lnTo>
                    <a:pt x="1365252" y="2778734"/>
                  </a:lnTo>
                  <a:lnTo>
                    <a:pt x="1351868" y="2778734"/>
                  </a:lnTo>
                  <a:lnTo>
                    <a:pt x="1338483" y="2778734"/>
                  </a:lnTo>
                  <a:lnTo>
                    <a:pt x="1325098" y="2778734"/>
                  </a:lnTo>
                  <a:lnTo>
                    <a:pt x="1311713" y="2778734"/>
                  </a:lnTo>
                  <a:lnTo>
                    <a:pt x="1298328" y="2778734"/>
                  </a:lnTo>
                  <a:lnTo>
                    <a:pt x="1284943" y="2778734"/>
                  </a:lnTo>
                  <a:lnTo>
                    <a:pt x="1271559" y="2778734"/>
                  </a:lnTo>
                  <a:lnTo>
                    <a:pt x="1258174" y="2778734"/>
                  </a:lnTo>
                  <a:lnTo>
                    <a:pt x="1244789" y="2778734"/>
                  </a:lnTo>
                  <a:lnTo>
                    <a:pt x="1231404" y="2778734"/>
                  </a:lnTo>
                  <a:lnTo>
                    <a:pt x="1218019" y="2778734"/>
                  </a:lnTo>
                  <a:lnTo>
                    <a:pt x="1204634" y="2778734"/>
                  </a:lnTo>
                  <a:lnTo>
                    <a:pt x="1191250" y="2778734"/>
                  </a:lnTo>
                  <a:lnTo>
                    <a:pt x="1177865" y="2778734"/>
                  </a:lnTo>
                  <a:lnTo>
                    <a:pt x="1164480" y="2778734"/>
                  </a:lnTo>
                  <a:lnTo>
                    <a:pt x="1151095" y="2778734"/>
                  </a:lnTo>
                  <a:lnTo>
                    <a:pt x="1137710" y="2778734"/>
                  </a:lnTo>
                  <a:lnTo>
                    <a:pt x="1124325" y="2778734"/>
                  </a:lnTo>
                  <a:lnTo>
                    <a:pt x="1110941" y="2778734"/>
                  </a:lnTo>
                  <a:lnTo>
                    <a:pt x="1097556" y="2778734"/>
                  </a:lnTo>
                  <a:lnTo>
                    <a:pt x="1084171" y="2778734"/>
                  </a:lnTo>
                  <a:lnTo>
                    <a:pt x="1070786" y="2778734"/>
                  </a:lnTo>
                  <a:lnTo>
                    <a:pt x="1057401" y="2778734"/>
                  </a:lnTo>
                  <a:lnTo>
                    <a:pt x="1044016" y="2778734"/>
                  </a:lnTo>
                  <a:lnTo>
                    <a:pt x="1030632" y="2778734"/>
                  </a:lnTo>
                  <a:lnTo>
                    <a:pt x="1017247" y="2778734"/>
                  </a:lnTo>
                  <a:lnTo>
                    <a:pt x="1003862" y="2778734"/>
                  </a:lnTo>
                  <a:lnTo>
                    <a:pt x="990477" y="2778734"/>
                  </a:lnTo>
                  <a:lnTo>
                    <a:pt x="977092" y="2778734"/>
                  </a:lnTo>
                  <a:lnTo>
                    <a:pt x="963707" y="2778734"/>
                  </a:lnTo>
                  <a:lnTo>
                    <a:pt x="950323" y="2778734"/>
                  </a:lnTo>
                  <a:lnTo>
                    <a:pt x="936938" y="2778734"/>
                  </a:lnTo>
                  <a:lnTo>
                    <a:pt x="923553" y="2778734"/>
                  </a:lnTo>
                  <a:lnTo>
                    <a:pt x="910168" y="2778734"/>
                  </a:lnTo>
                  <a:lnTo>
                    <a:pt x="896783" y="2778734"/>
                  </a:lnTo>
                  <a:lnTo>
                    <a:pt x="883398" y="2778734"/>
                  </a:lnTo>
                  <a:lnTo>
                    <a:pt x="870014" y="2778734"/>
                  </a:lnTo>
                  <a:lnTo>
                    <a:pt x="856629" y="2778734"/>
                  </a:lnTo>
                  <a:lnTo>
                    <a:pt x="843244" y="2778734"/>
                  </a:lnTo>
                  <a:lnTo>
                    <a:pt x="829859" y="2778734"/>
                  </a:lnTo>
                  <a:lnTo>
                    <a:pt x="816474" y="2778734"/>
                  </a:lnTo>
                  <a:lnTo>
                    <a:pt x="803089" y="2778734"/>
                  </a:lnTo>
                  <a:lnTo>
                    <a:pt x="789705" y="2778734"/>
                  </a:lnTo>
                  <a:lnTo>
                    <a:pt x="776320" y="2778734"/>
                  </a:lnTo>
                  <a:lnTo>
                    <a:pt x="762935" y="2778734"/>
                  </a:lnTo>
                  <a:lnTo>
                    <a:pt x="749550" y="2778734"/>
                  </a:lnTo>
                  <a:lnTo>
                    <a:pt x="736165" y="2778734"/>
                  </a:lnTo>
                  <a:lnTo>
                    <a:pt x="722780" y="2778734"/>
                  </a:lnTo>
                  <a:lnTo>
                    <a:pt x="709396" y="2778734"/>
                  </a:lnTo>
                  <a:lnTo>
                    <a:pt x="696011" y="2778734"/>
                  </a:lnTo>
                  <a:lnTo>
                    <a:pt x="682626" y="2778734"/>
                  </a:lnTo>
                  <a:lnTo>
                    <a:pt x="669241" y="2778734"/>
                  </a:lnTo>
                  <a:lnTo>
                    <a:pt x="655856" y="2778734"/>
                  </a:lnTo>
                  <a:lnTo>
                    <a:pt x="642471" y="2778734"/>
                  </a:lnTo>
                  <a:lnTo>
                    <a:pt x="629087" y="2778734"/>
                  </a:lnTo>
                  <a:lnTo>
                    <a:pt x="615702" y="2778734"/>
                  </a:lnTo>
                  <a:lnTo>
                    <a:pt x="602317" y="2778734"/>
                  </a:lnTo>
                  <a:lnTo>
                    <a:pt x="588932" y="2778734"/>
                  </a:lnTo>
                  <a:lnTo>
                    <a:pt x="575547" y="2778734"/>
                  </a:lnTo>
                  <a:lnTo>
                    <a:pt x="562162" y="2778734"/>
                  </a:lnTo>
                  <a:lnTo>
                    <a:pt x="548778" y="2778734"/>
                  </a:lnTo>
                  <a:lnTo>
                    <a:pt x="535393" y="2778734"/>
                  </a:lnTo>
                  <a:lnTo>
                    <a:pt x="522008" y="2778734"/>
                  </a:lnTo>
                  <a:lnTo>
                    <a:pt x="508623" y="2778734"/>
                  </a:lnTo>
                  <a:lnTo>
                    <a:pt x="495238" y="2778734"/>
                  </a:lnTo>
                  <a:lnTo>
                    <a:pt x="481853" y="2778734"/>
                  </a:lnTo>
                  <a:lnTo>
                    <a:pt x="468469" y="2778734"/>
                  </a:lnTo>
                  <a:lnTo>
                    <a:pt x="455084" y="2778734"/>
                  </a:lnTo>
                  <a:lnTo>
                    <a:pt x="441699" y="2778734"/>
                  </a:lnTo>
                  <a:lnTo>
                    <a:pt x="428314" y="2778734"/>
                  </a:lnTo>
                  <a:lnTo>
                    <a:pt x="414929" y="2778734"/>
                  </a:lnTo>
                  <a:lnTo>
                    <a:pt x="401544" y="2778734"/>
                  </a:lnTo>
                  <a:lnTo>
                    <a:pt x="388160" y="2778734"/>
                  </a:lnTo>
                  <a:lnTo>
                    <a:pt x="374775" y="2778734"/>
                  </a:lnTo>
                  <a:lnTo>
                    <a:pt x="361390" y="2778734"/>
                  </a:lnTo>
                  <a:lnTo>
                    <a:pt x="348005" y="2778734"/>
                  </a:lnTo>
                  <a:lnTo>
                    <a:pt x="334620" y="2778734"/>
                  </a:lnTo>
                  <a:lnTo>
                    <a:pt x="321235" y="2778734"/>
                  </a:lnTo>
                  <a:lnTo>
                    <a:pt x="307851" y="2778734"/>
                  </a:lnTo>
                  <a:lnTo>
                    <a:pt x="294466" y="2778734"/>
                  </a:lnTo>
                  <a:lnTo>
                    <a:pt x="281081" y="2778734"/>
                  </a:lnTo>
                  <a:lnTo>
                    <a:pt x="267696" y="2778734"/>
                  </a:lnTo>
                  <a:lnTo>
                    <a:pt x="254311" y="2778734"/>
                  </a:lnTo>
                  <a:lnTo>
                    <a:pt x="240926" y="2778734"/>
                  </a:lnTo>
                  <a:lnTo>
                    <a:pt x="227542" y="2778734"/>
                  </a:lnTo>
                  <a:lnTo>
                    <a:pt x="214157" y="2778734"/>
                  </a:lnTo>
                  <a:lnTo>
                    <a:pt x="200772" y="2778734"/>
                  </a:lnTo>
                  <a:lnTo>
                    <a:pt x="187387" y="2778734"/>
                  </a:lnTo>
                  <a:lnTo>
                    <a:pt x="174002" y="2778734"/>
                  </a:lnTo>
                  <a:lnTo>
                    <a:pt x="160617" y="2778734"/>
                  </a:lnTo>
                  <a:lnTo>
                    <a:pt x="147233" y="2778734"/>
                  </a:lnTo>
                  <a:lnTo>
                    <a:pt x="133848" y="2778734"/>
                  </a:lnTo>
                  <a:lnTo>
                    <a:pt x="120463" y="2778734"/>
                  </a:lnTo>
                  <a:lnTo>
                    <a:pt x="107078" y="2778734"/>
                  </a:lnTo>
                  <a:lnTo>
                    <a:pt x="93693" y="2778734"/>
                  </a:lnTo>
                  <a:lnTo>
                    <a:pt x="80308" y="2778734"/>
                  </a:lnTo>
                  <a:lnTo>
                    <a:pt x="66924" y="2778734"/>
                  </a:lnTo>
                  <a:lnTo>
                    <a:pt x="53539" y="2778734"/>
                  </a:lnTo>
                  <a:lnTo>
                    <a:pt x="40154" y="2778734"/>
                  </a:lnTo>
                  <a:lnTo>
                    <a:pt x="26769" y="2778734"/>
                  </a:lnTo>
                  <a:lnTo>
                    <a:pt x="13384" y="2778734"/>
                  </a:lnTo>
                  <a:lnTo>
                    <a:pt x="0" y="2778734"/>
                  </a:lnTo>
                  <a:close/>
                </a:path>
              </a:pathLst>
            </a:custGeom>
            <a:solidFill>
              <a:srgbClr val="7F7F7F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429252" y="2768891"/>
              <a:ext cx="6839649" cy="2776170"/>
            </a:xfrm>
            <a:custGeom>
              <a:avLst/>
              <a:pathLst>
                <a:path w="6839649" h="2776170">
                  <a:moveTo>
                    <a:pt x="0" y="2585579"/>
                  </a:moveTo>
                  <a:lnTo>
                    <a:pt x="13384" y="2581129"/>
                  </a:lnTo>
                  <a:lnTo>
                    <a:pt x="26769" y="2576721"/>
                  </a:lnTo>
                  <a:lnTo>
                    <a:pt x="40154" y="2572370"/>
                  </a:lnTo>
                  <a:lnTo>
                    <a:pt x="53539" y="2568082"/>
                  </a:lnTo>
                  <a:lnTo>
                    <a:pt x="66924" y="2563836"/>
                  </a:lnTo>
                  <a:lnTo>
                    <a:pt x="80308" y="2559633"/>
                  </a:lnTo>
                  <a:lnTo>
                    <a:pt x="93693" y="2555497"/>
                  </a:lnTo>
                  <a:lnTo>
                    <a:pt x="107078" y="2551396"/>
                  </a:lnTo>
                  <a:lnTo>
                    <a:pt x="120463" y="2547328"/>
                  </a:lnTo>
                  <a:lnTo>
                    <a:pt x="133848" y="2543299"/>
                  </a:lnTo>
                  <a:lnTo>
                    <a:pt x="147233" y="2539297"/>
                  </a:lnTo>
                  <a:lnTo>
                    <a:pt x="160617" y="2535309"/>
                  </a:lnTo>
                  <a:lnTo>
                    <a:pt x="174002" y="2531334"/>
                  </a:lnTo>
                  <a:lnTo>
                    <a:pt x="187387" y="2527357"/>
                  </a:lnTo>
                  <a:lnTo>
                    <a:pt x="200772" y="2523367"/>
                  </a:lnTo>
                  <a:lnTo>
                    <a:pt x="214157" y="2519362"/>
                  </a:lnTo>
                  <a:lnTo>
                    <a:pt x="227542" y="2515315"/>
                  </a:lnTo>
                  <a:lnTo>
                    <a:pt x="240926" y="2511217"/>
                  </a:lnTo>
                  <a:lnTo>
                    <a:pt x="254311" y="2507067"/>
                  </a:lnTo>
                  <a:lnTo>
                    <a:pt x="267696" y="2502846"/>
                  </a:lnTo>
                  <a:lnTo>
                    <a:pt x="281081" y="2498510"/>
                  </a:lnTo>
                  <a:lnTo>
                    <a:pt x="294466" y="2494083"/>
                  </a:lnTo>
                  <a:lnTo>
                    <a:pt x="307851" y="2489561"/>
                  </a:lnTo>
                  <a:lnTo>
                    <a:pt x="321235" y="2484853"/>
                  </a:lnTo>
                  <a:lnTo>
                    <a:pt x="334620" y="2480004"/>
                  </a:lnTo>
                  <a:lnTo>
                    <a:pt x="348005" y="2475016"/>
                  </a:lnTo>
                  <a:lnTo>
                    <a:pt x="361390" y="2469827"/>
                  </a:lnTo>
                  <a:lnTo>
                    <a:pt x="374775" y="2464406"/>
                  </a:lnTo>
                  <a:lnTo>
                    <a:pt x="388160" y="2458804"/>
                  </a:lnTo>
                  <a:lnTo>
                    <a:pt x="401544" y="2453008"/>
                  </a:lnTo>
                  <a:lnTo>
                    <a:pt x="414929" y="2446871"/>
                  </a:lnTo>
                  <a:lnTo>
                    <a:pt x="428314" y="2440515"/>
                  </a:lnTo>
                  <a:lnTo>
                    <a:pt x="441699" y="2433934"/>
                  </a:lnTo>
                  <a:lnTo>
                    <a:pt x="455084" y="2427012"/>
                  </a:lnTo>
                  <a:lnTo>
                    <a:pt x="468469" y="2419777"/>
                  </a:lnTo>
                  <a:lnTo>
                    <a:pt x="481853" y="2412287"/>
                  </a:lnTo>
                  <a:lnTo>
                    <a:pt x="495238" y="2404495"/>
                  </a:lnTo>
                  <a:lnTo>
                    <a:pt x="508623" y="2396284"/>
                  </a:lnTo>
                  <a:lnTo>
                    <a:pt x="522008" y="2387795"/>
                  </a:lnTo>
                  <a:lnTo>
                    <a:pt x="535393" y="2379025"/>
                  </a:lnTo>
                  <a:lnTo>
                    <a:pt x="548778" y="2369809"/>
                  </a:lnTo>
                  <a:lnTo>
                    <a:pt x="562162" y="2360264"/>
                  </a:lnTo>
                  <a:lnTo>
                    <a:pt x="575547" y="2350430"/>
                  </a:lnTo>
                  <a:lnTo>
                    <a:pt x="588932" y="2340226"/>
                  </a:lnTo>
                  <a:lnTo>
                    <a:pt x="602317" y="2329607"/>
                  </a:lnTo>
                  <a:lnTo>
                    <a:pt x="615702" y="2318700"/>
                  </a:lnTo>
                  <a:lnTo>
                    <a:pt x="629087" y="2307507"/>
                  </a:lnTo>
                  <a:lnTo>
                    <a:pt x="642471" y="2295841"/>
                  </a:lnTo>
                  <a:lnTo>
                    <a:pt x="655856" y="2283895"/>
                  </a:lnTo>
                  <a:lnTo>
                    <a:pt x="669241" y="2271679"/>
                  </a:lnTo>
                  <a:lnTo>
                    <a:pt x="682626" y="2259097"/>
                  </a:lnTo>
                  <a:lnTo>
                    <a:pt x="696011" y="2246183"/>
                  </a:lnTo>
                  <a:lnTo>
                    <a:pt x="709396" y="2233026"/>
                  </a:lnTo>
                  <a:lnTo>
                    <a:pt x="722780" y="2219608"/>
                  </a:lnTo>
                  <a:lnTo>
                    <a:pt x="736165" y="2205831"/>
                  </a:lnTo>
                  <a:lnTo>
                    <a:pt x="749550" y="2191847"/>
                  </a:lnTo>
                  <a:lnTo>
                    <a:pt x="762935" y="2177661"/>
                  </a:lnTo>
                  <a:lnTo>
                    <a:pt x="776320" y="2163193"/>
                  </a:lnTo>
                  <a:lnTo>
                    <a:pt x="789705" y="2148523"/>
                  </a:lnTo>
                  <a:lnTo>
                    <a:pt x="803089" y="2133694"/>
                  </a:lnTo>
                  <a:lnTo>
                    <a:pt x="816474" y="2118687"/>
                  </a:lnTo>
                  <a:lnTo>
                    <a:pt x="829859" y="2103488"/>
                  </a:lnTo>
                  <a:lnTo>
                    <a:pt x="843244" y="2088178"/>
                  </a:lnTo>
                  <a:lnTo>
                    <a:pt x="856629" y="2072763"/>
                  </a:lnTo>
                  <a:lnTo>
                    <a:pt x="870014" y="2057209"/>
                  </a:lnTo>
                  <a:lnTo>
                    <a:pt x="883398" y="2041584"/>
                  </a:lnTo>
                  <a:lnTo>
                    <a:pt x="896783" y="2025900"/>
                  </a:lnTo>
                  <a:lnTo>
                    <a:pt x="910168" y="2010156"/>
                  </a:lnTo>
                  <a:lnTo>
                    <a:pt x="923553" y="1994375"/>
                  </a:lnTo>
                  <a:lnTo>
                    <a:pt x="936938" y="1978579"/>
                  </a:lnTo>
                  <a:lnTo>
                    <a:pt x="950323" y="1962774"/>
                  </a:lnTo>
                  <a:lnTo>
                    <a:pt x="963707" y="1946982"/>
                  </a:lnTo>
                  <a:lnTo>
                    <a:pt x="977092" y="1931212"/>
                  </a:lnTo>
                  <a:lnTo>
                    <a:pt x="990477" y="1915468"/>
                  </a:lnTo>
                  <a:lnTo>
                    <a:pt x="1003862" y="1899776"/>
                  </a:lnTo>
                  <a:lnTo>
                    <a:pt x="1017247" y="1884144"/>
                  </a:lnTo>
                  <a:lnTo>
                    <a:pt x="1030632" y="1868563"/>
                  </a:lnTo>
                  <a:lnTo>
                    <a:pt x="1044016" y="1853048"/>
                  </a:lnTo>
                  <a:lnTo>
                    <a:pt x="1057401" y="1837631"/>
                  </a:lnTo>
                  <a:lnTo>
                    <a:pt x="1070786" y="1822281"/>
                  </a:lnTo>
                  <a:lnTo>
                    <a:pt x="1084171" y="1807001"/>
                  </a:lnTo>
                  <a:lnTo>
                    <a:pt x="1097556" y="1791830"/>
                  </a:lnTo>
                  <a:lnTo>
                    <a:pt x="1110941" y="1776742"/>
                  </a:lnTo>
                  <a:lnTo>
                    <a:pt x="1124325" y="1761723"/>
                  </a:lnTo>
                  <a:lnTo>
                    <a:pt x="1137710" y="1746793"/>
                  </a:lnTo>
                  <a:lnTo>
                    <a:pt x="1151095" y="1731956"/>
                  </a:lnTo>
                  <a:lnTo>
                    <a:pt x="1164480" y="1717181"/>
                  </a:lnTo>
                  <a:lnTo>
                    <a:pt x="1177865" y="1702464"/>
                  </a:lnTo>
                  <a:lnTo>
                    <a:pt x="1191250" y="1687833"/>
                  </a:lnTo>
                  <a:lnTo>
                    <a:pt x="1204634" y="1673246"/>
                  </a:lnTo>
                  <a:lnTo>
                    <a:pt x="1218019" y="1658696"/>
                  </a:lnTo>
                  <a:lnTo>
                    <a:pt x="1231404" y="1644189"/>
                  </a:lnTo>
                  <a:lnTo>
                    <a:pt x="1244789" y="1629706"/>
                  </a:lnTo>
                  <a:lnTo>
                    <a:pt x="1258174" y="1615234"/>
                  </a:lnTo>
                  <a:lnTo>
                    <a:pt x="1271559" y="1600766"/>
                  </a:lnTo>
                  <a:lnTo>
                    <a:pt x="1284943" y="1586284"/>
                  </a:lnTo>
                  <a:lnTo>
                    <a:pt x="1298328" y="1571779"/>
                  </a:lnTo>
                  <a:lnTo>
                    <a:pt x="1311713" y="1557248"/>
                  </a:lnTo>
                  <a:lnTo>
                    <a:pt x="1325098" y="1542658"/>
                  </a:lnTo>
                  <a:lnTo>
                    <a:pt x="1338483" y="1528005"/>
                  </a:lnTo>
                  <a:lnTo>
                    <a:pt x="1351868" y="1513291"/>
                  </a:lnTo>
                  <a:lnTo>
                    <a:pt x="1365252" y="1498497"/>
                  </a:lnTo>
                  <a:lnTo>
                    <a:pt x="1378637" y="1483581"/>
                  </a:lnTo>
                  <a:lnTo>
                    <a:pt x="1392022" y="1468574"/>
                  </a:lnTo>
                  <a:lnTo>
                    <a:pt x="1405407" y="1453472"/>
                  </a:lnTo>
                  <a:lnTo>
                    <a:pt x="1418792" y="1438202"/>
                  </a:lnTo>
                  <a:lnTo>
                    <a:pt x="1432177" y="1422806"/>
                  </a:lnTo>
                  <a:lnTo>
                    <a:pt x="1445561" y="1407292"/>
                  </a:lnTo>
                  <a:lnTo>
                    <a:pt x="1458946" y="1391616"/>
                  </a:lnTo>
                  <a:lnTo>
                    <a:pt x="1472331" y="1375760"/>
                  </a:lnTo>
                  <a:lnTo>
                    <a:pt x="1485716" y="1359772"/>
                  </a:lnTo>
                  <a:lnTo>
                    <a:pt x="1499101" y="1343646"/>
                  </a:lnTo>
                  <a:lnTo>
                    <a:pt x="1512486" y="1327291"/>
                  </a:lnTo>
                  <a:lnTo>
                    <a:pt x="1525870" y="1310799"/>
                  </a:lnTo>
                  <a:lnTo>
                    <a:pt x="1539255" y="1294171"/>
                  </a:lnTo>
                  <a:lnTo>
                    <a:pt x="1552640" y="1277348"/>
                  </a:lnTo>
                  <a:lnTo>
                    <a:pt x="1566025" y="1260359"/>
                  </a:lnTo>
                  <a:lnTo>
                    <a:pt x="1579410" y="1243241"/>
                  </a:lnTo>
                  <a:lnTo>
                    <a:pt x="1592795" y="1225981"/>
                  </a:lnTo>
                  <a:lnTo>
                    <a:pt x="1606179" y="1208537"/>
                  </a:lnTo>
                  <a:lnTo>
                    <a:pt x="1619564" y="1190983"/>
                  </a:lnTo>
                  <a:lnTo>
                    <a:pt x="1632949" y="1173324"/>
                  </a:lnTo>
                  <a:lnTo>
                    <a:pt x="1646334" y="1155515"/>
                  </a:lnTo>
                  <a:lnTo>
                    <a:pt x="1659719" y="1137611"/>
                  </a:lnTo>
                  <a:lnTo>
                    <a:pt x="1673104" y="1119629"/>
                  </a:lnTo>
                  <a:lnTo>
                    <a:pt x="1686488" y="1101561"/>
                  </a:lnTo>
                  <a:lnTo>
                    <a:pt x="1699873" y="1083414"/>
                  </a:lnTo>
                  <a:lnTo>
                    <a:pt x="1713258" y="1065226"/>
                  </a:lnTo>
                  <a:lnTo>
                    <a:pt x="1726643" y="1047000"/>
                  </a:lnTo>
                  <a:lnTo>
                    <a:pt x="1740028" y="1028739"/>
                  </a:lnTo>
                  <a:lnTo>
                    <a:pt x="1753413" y="1010474"/>
                  </a:lnTo>
                  <a:lnTo>
                    <a:pt x="1766797" y="992209"/>
                  </a:lnTo>
                  <a:lnTo>
                    <a:pt x="1780182" y="973961"/>
                  </a:lnTo>
                  <a:lnTo>
                    <a:pt x="1793567" y="955750"/>
                  </a:lnTo>
                  <a:lnTo>
                    <a:pt x="1806952" y="937578"/>
                  </a:lnTo>
                  <a:lnTo>
                    <a:pt x="1820337" y="919453"/>
                  </a:lnTo>
                  <a:lnTo>
                    <a:pt x="1833722" y="901424"/>
                  </a:lnTo>
                  <a:lnTo>
                    <a:pt x="1847106" y="883467"/>
                  </a:lnTo>
                  <a:lnTo>
                    <a:pt x="1860491" y="865584"/>
                  </a:lnTo>
                  <a:lnTo>
                    <a:pt x="1873876" y="847828"/>
                  </a:lnTo>
                  <a:lnTo>
                    <a:pt x="1887261" y="830188"/>
                  </a:lnTo>
                  <a:lnTo>
                    <a:pt x="1900646" y="812649"/>
                  </a:lnTo>
                  <a:lnTo>
                    <a:pt x="1914031" y="795235"/>
                  </a:lnTo>
                  <a:lnTo>
                    <a:pt x="1927415" y="777990"/>
                  </a:lnTo>
                  <a:lnTo>
                    <a:pt x="1940800" y="760861"/>
                  </a:lnTo>
                  <a:lnTo>
                    <a:pt x="1954185" y="743851"/>
                  </a:lnTo>
                  <a:lnTo>
                    <a:pt x="1967570" y="727035"/>
                  </a:lnTo>
                  <a:lnTo>
                    <a:pt x="1980955" y="710354"/>
                  </a:lnTo>
                  <a:lnTo>
                    <a:pt x="1994340" y="693797"/>
                  </a:lnTo>
                  <a:lnTo>
                    <a:pt x="2007724" y="677400"/>
                  </a:lnTo>
                  <a:lnTo>
                    <a:pt x="2021109" y="661172"/>
                  </a:lnTo>
                  <a:lnTo>
                    <a:pt x="2034494" y="645062"/>
                  </a:lnTo>
                  <a:lnTo>
                    <a:pt x="2047879" y="629072"/>
                  </a:lnTo>
                  <a:lnTo>
                    <a:pt x="2061264" y="613271"/>
                  </a:lnTo>
                  <a:lnTo>
                    <a:pt x="2074649" y="597576"/>
                  </a:lnTo>
                  <a:lnTo>
                    <a:pt x="2088033" y="581986"/>
                  </a:lnTo>
                  <a:lnTo>
                    <a:pt x="2101418" y="566536"/>
                  </a:lnTo>
                  <a:lnTo>
                    <a:pt x="2114803" y="551203"/>
                  </a:lnTo>
                  <a:lnTo>
                    <a:pt x="2128188" y="535956"/>
                  </a:lnTo>
                  <a:lnTo>
                    <a:pt x="2141573" y="520802"/>
                  </a:lnTo>
                  <a:lnTo>
                    <a:pt x="2154958" y="505765"/>
                  </a:lnTo>
                  <a:lnTo>
                    <a:pt x="2168342" y="490794"/>
                  </a:lnTo>
                  <a:lnTo>
                    <a:pt x="2181727" y="475887"/>
                  </a:lnTo>
                  <a:lnTo>
                    <a:pt x="2195112" y="461069"/>
                  </a:lnTo>
                  <a:lnTo>
                    <a:pt x="2208497" y="446310"/>
                  </a:lnTo>
                  <a:lnTo>
                    <a:pt x="2221882" y="431598"/>
                  </a:lnTo>
                  <a:lnTo>
                    <a:pt x="2235267" y="416943"/>
                  </a:lnTo>
                  <a:lnTo>
                    <a:pt x="2248651" y="402346"/>
                  </a:lnTo>
                  <a:lnTo>
                    <a:pt x="2262036" y="387788"/>
                  </a:lnTo>
                  <a:lnTo>
                    <a:pt x="2275421" y="373267"/>
                  </a:lnTo>
                  <a:lnTo>
                    <a:pt x="2288806" y="358808"/>
                  </a:lnTo>
                  <a:lnTo>
                    <a:pt x="2302191" y="344391"/>
                  </a:lnTo>
                  <a:lnTo>
                    <a:pt x="2315576" y="330014"/>
                  </a:lnTo>
                  <a:lnTo>
                    <a:pt x="2328960" y="315697"/>
                  </a:lnTo>
                  <a:lnTo>
                    <a:pt x="2342345" y="301449"/>
                  </a:lnTo>
                  <a:lnTo>
                    <a:pt x="2355730" y="287258"/>
                  </a:lnTo>
                  <a:lnTo>
                    <a:pt x="2369115" y="273133"/>
                  </a:lnTo>
                  <a:lnTo>
                    <a:pt x="2382500" y="259129"/>
                  </a:lnTo>
                  <a:lnTo>
                    <a:pt x="2395885" y="245216"/>
                  </a:lnTo>
                  <a:lnTo>
                    <a:pt x="2409269" y="231397"/>
                  </a:lnTo>
                  <a:lnTo>
                    <a:pt x="2422654" y="217743"/>
                  </a:lnTo>
                  <a:lnTo>
                    <a:pt x="2436039" y="204250"/>
                  </a:lnTo>
                  <a:lnTo>
                    <a:pt x="2449424" y="190904"/>
                  </a:lnTo>
                  <a:lnTo>
                    <a:pt x="2462809" y="177746"/>
                  </a:lnTo>
                  <a:lnTo>
                    <a:pt x="2476194" y="164871"/>
                  </a:lnTo>
                  <a:lnTo>
                    <a:pt x="2489578" y="152209"/>
                  </a:lnTo>
                  <a:lnTo>
                    <a:pt x="2502963" y="139767"/>
                  </a:lnTo>
                  <a:lnTo>
                    <a:pt x="2516348" y="127728"/>
                  </a:lnTo>
                  <a:lnTo>
                    <a:pt x="2529733" y="116006"/>
                  </a:lnTo>
                  <a:lnTo>
                    <a:pt x="2543118" y="104586"/>
                  </a:lnTo>
                  <a:lnTo>
                    <a:pt x="2556503" y="93590"/>
                  </a:lnTo>
                  <a:lnTo>
                    <a:pt x="2569887" y="83103"/>
                  </a:lnTo>
                  <a:lnTo>
                    <a:pt x="2583272" y="73007"/>
                  </a:lnTo>
                  <a:lnTo>
                    <a:pt x="2596657" y="63319"/>
                  </a:lnTo>
                  <a:lnTo>
                    <a:pt x="2610042" y="54385"/>
                  </a:lnTo>
                  <a:lnTo>
                    <a:pt x="2623427" y="45935"/>
                  </a:lnTo>
                  <a:lnTo>
                    <a:pt x="2636812" y="37983"/>
                  </a:lnTo>
                  <a:lnTo>
                    <a:pt x="2650196" y="30780"/>
                  </a:lnTo>
                  <a:lnTo>
                    <a:pt x="2663581" y="24304"/>
                  </a:lnTo>
                  <a:lnTo>
                    <a:pt x="2676966" y="18418"/>
                  </a:lnTo>
                  <a:lnTo>
                    <a:pt x="2690351" y="13216"/>
                  </a:lnTo>
                  <a:lnTo>
                    <a:pt x="2703736" y="9030"/>
                  </a:lnTo>
                  <a:lnTo>
                    <a:pt x="2717121" y="5519"/>
                  </a:lnTo>
                  <a:lnTo>
                    <a:pt x="2730505" y="2693"/>
                  </a:lnTo>
                  <a:lnTo>
                    <a:pt x="2743890" y="965"/>
                  </a:lnTo>
                  <a:lnTo>
                    <a:pt x="2757275" y="104"/>
                  </a:lnTo>
                  <a:lnTo>
                    <a:pt x="2770660" y="0"/>
                  </a:lnTo>
                  <a:lnTo>
                    <a:pt x="2784045" y="854"/>
                  </a:lnTo>
                  <a:lnTo>
                    <a:pt x="2797430" y="2870"/>
                  </a:lnTo>
                  <a:lnTo>
                    <a:pt x="2810814" y="5696"/>
                  </a:lnTo>
                  <a:lnTo>
                    <a:pt x="2824199" y="9337"/>
                  </a:lnTo>
                  <a:lnTo>
                    <a:pt x="2837584" y="14352"/>
                  </a:lnTo>
                  <a:lnTo>
                    <a:pt x="2850969" y="20251"/>
                  </a:lnTo>
                  <a:lnTo>
                    <a:pt x="2864354" y="26994"/>
                  </a:lnTo>
                  <a:lnTo>
                    <a:pt x="2877739" y="34891"/>
                  </a:lnTo>
                  <a:lnTo>
                    <a:pt x="2891123" y="43932"/>
                  </a:lnTo>
                  <a:lnTo>
                    <a:pt x="2904508" y="53822"/>
                  </a:lnTo>
                  <a:lnTo>
                    <a:pt x="2917893" y="64615"/>
                  </a:lnTo>
                  <a:lnTo>
                    <a:pt x="2931278" y="76785"/>
                  </a:lnTo>
                  <a:lnTo>
                    <a:pt x="2944663" y="89784"/>
                  </a:lnTo>
                  <a:lnTo>
                    <a:pt x="2958048" y="103606"/>
                  </a:lnTo>
                  <a:lnTo>
                    <a:pt x="2971432" y="118625"/>
                  </a:lnTo>
                  <a:lnTo>
                    <a:pt x="2984817" y="134613"/>
                  </a:lnTo>
                  <a:lnTo>
                    <a:pt x="2998202" y="151375"/>
                  </a:lnTo>
                  <a:lnTo>
                    <a:pt x="3011587" y="169038"/>
                  </a:lnTo>
                  <a:lnTo>
                    <a:pt x="3024972" y="187815"/>
                  </a:lnTo>
                  <a:lnTo>
                    <a:pt x="3038357" y="207295"/>
                  </a:lnTo>
                  <a:lnTo>
                    <a:pt x="3051741" y="227467"/>
                  </a:lnTo>
                  <a:lnTo>
                    <a:pt x="3065126" y="248688"/>
                  </a:lnTo>
                  <a:lnTo>
                    <a:pt x="3078511" y="270595"/>
                  </a:lnTo>
                  <a:lnTo>
                    <a:pt x="3091896" y="293100"/>
                  </a:lnTo>
                  <a:lnTo>
                    <a:pt x="3105281" y="316347"/>
                  </a:lnTo>
                  <a:lnTo>
                    <a:pt x="3118666" y="340331"/>
                  </a:lnTo>
                  <a:lnTo>
                    <a:pt x="3132050" y="364804"/>
                  </a:lnTo>
                  <a:lnTo>
                    <a:pt x="3145435" y="389753"/>
                  </a:lnTo>
                  <a:lnTo>
                    <a:pt x="3158820" y="415421"/>
                  </a:lnTo>
                  <a:lnTo>
                    <a:pt x="3172205" y="441458"/>
                  </a:lnTo>
                  <a:lnTo>
                    <a:pt x="3185590" y="467849"/>
                  </a:lnTo>
                  <a:lnTo>
                    <a:pt x="3198975" y="494685"/>
                  </a:lnTo>
                  <a:lnTo>
                    <a:pt x="3212359" y="521858"/>
                  </a:lnTo>
                  <a:lnTo>
                    <a:pt x="3225744" y="549260"/>
                  </a:lnTo>
                  <a:lnTo>
                    <a:pt x="3239129" y="576892"/>
                  </a:lnTo>
                  <a:lnTo>
                    <a:pt x="3252514" y="604764"/>
                  </a:lnTo>
                  <a:lnTo>
                    <a:pt x="3265899" y="632740"/>
                  </a:lnTo>
                  <a:lnTo>
                    <a:pt x="3279284" y="660804"/>
                  </a:lnTo>
                  <a:lnTo>
                    <a:pt x="3292668" y="688937"/>
                  </a:lnTo>
                  <a:lnTo>
                    <a:pt x="3306053" y="717062"/>
                  </a:lnTo>
                  <a:lnTo>
                    <a:pt x="3319438" y="745158"/>
                  </a:lnTo>
                  <a:lnTo>
                    <a:pt x="3332823" y="773185"/>
                  </a:lnTo>
                  <a:lnTo>
                    <a:pt x="3346208" y="801059"/>
                  </a:lnTo>
                  <a:lnTo>
                    <a:pt x="3359593" y="828796"/>
                  </a:lnTo>
                  <a:lnTo>
                    <a:pt x="3372977" y="856382"/>
                  </a:lnTo>
                  <a:lnTo>
                    <a:pt x="3386362" y="883652"/>
                  </a:lnTo>
                  <a:lnTo>
                    <a:pt x="3399747" y="910678"/>
                  </a:lnTo>
                  <a:lnTo>
                    <a:pt x="3413132" y="937459"/>
                  </a:lnTo>
                  <a:lnTo>
                    <a:pt x="3426517" y="963877"/>
                  </a:lnTo>
                  <a:lnTo>
                    <a:pt x="3439902" y="989885"/>
                  </a:lnTo>
                  <a:lnTo>
                    <a:pt x="3453286" y="1015571"/>
                  </a:lnTo>
                  <a:lnTo>
                    <a:pt x="3466671" y="1040902"/>
                  </a:lnTo>
                  <a:lnTo>
                    <a:pt x="3480056" y="1065637"/>
                  </a:lnTo>
                  <a:lnTo>
                    <a:pt x="3493441" y="1089984"/>
                  </a:lnTo>
                  <a:lnTo>
                    <a:pt x="3506826" y="1113939"/>
                  </a:lnTo>
                  <a:lnTo>
                    <a:pt x="3520211" y="1137291"/>
                  </a:lnTo>
                  <a:lnTo>
                    <a:pt x="3533595" y="1160110"/>
                  </a:lnTo>
                  <a:lnTo>
                    <a:pt x="3546980" y="1182491"/>
                  </a:lnTo>
                  <a:lnTo>
                    <a:pt x="3560365" y="1204347"/>
                  </a:lnTo>
                  <a:lnTo>
                    <a:pt x="3573750" y="1225495"/>
                  </a:lnTo>
                  <a:lnTo>
                    <a:pt x="3587135" y="1246173"/>
                  </a:lnTo>
                  <a:lnTo>
                    <a:pt x="3600520" y="1266376"/>
                  </a:lnTo>
                  <a:lnTo>
                    <a:pt x="3613904" y="1285814"/>
                  </a:lnTo>
                  <a:lnTo>
                    <a:pt x="3627289" y="1304702"/>
                  </a:lnTo>
                  <a:lnTo>
                    <a:pt x="3640674" y="1323097"/>
                  </a:lnTo>
                  <a:lnTo>
                    <a:pt x="3654059" y="1340852"/>
                  </a:lnTo>
                  <a:lnTo>
                    <a:pt x="3667444" y="1357901"/>
                  </a:lnTo>
                  <a:lnTo>
                    <a:pt x="3680829" y="1374448"/>
                  </a:lnTo>
                  <a:lnTo>
                    <a:pt x="3694213" y="1390495"/>
                  </a:lnTo>
                  <a:lnTo>
                    <a:pt x="3707598" y="1405687"/>
                  </a:lnTo>
                  <a:lnTo>
                    <a:pt x="3720983" y="1420377"/>
                  </a:lnTo>
                  <a:lnTo>
                    <a:pt x="3734368" y="1434566"/>
                  </a:lnTo>
                  <a:lnTo>
                    <a:pt x="3747753" y="1448055"/>
                  </a:lnTo>
                  <a:lnTo>
                    <a:pt x="3761138" y="1460901"/>
                  </a:lnTo>
                  <a:lnTo>
                    <a:pt x="3774522" y="1473256"/>
                  </a:lnTo>
                  <a:lnTo>
                    <a:pt x="3787907" y="1485065"/>
                  </a:lnTo>
                  <a:lnTo>
                    <a:pt x="3801292" y="1496105"/>
                  </a:lnTo>
                  <a:lnTo>
                    <a:pt x="3814677" y="1506668"/>
                  </a:lnTo>
                  <a:lnTo>
                    <a:pt x="3828062" y="1516755"/>
                  </a:lnTo>
                  <a:lnTo>
                    <a:pt x="3841447" y="1526130"/>
                  </a:lnTo>
                  <a:lnTo>
                    <a:pt x="3854831" y="1534964"/>
                  </a:lnTo>
                  <a:lnTo>
                    <a:pt x="3868216" y="1543344"/>
                  </a:lnTo>
                  <a:lnTo>
                    <a:pt x="3881601" y="1551174"/>
                  </a:lnTo>
                  <a:lnTo>
                    <a:pt x="3894986" y="1558363"/>
                  </a:lnTo>
                  <a:lnTo>
                    <a:pt x="3908371" y="1565126"/>
                  </a:lnTo>
                  <a:lnTo>
                    <a:pt x="3921756" y="1571469"/>
                  </a:lnTo>
                  <a:lnTo>
                    <a:pt x="3935140" y="1577146"/>
                  </a:lnTo>
                  <a:lnTo>
                    <a:pt x="3948525" y="1582406"/>
                  </a:lnTo>
                  <a:lnTo>
                    <a:pt x="3961910" y="1587284"/>
                  </a:lnTo>
                  <a:lnTo>
                    <a:pt x="3975295" y="1591661"/>
                  </a:lnTo>
                  <a:lnTo>
                    <a:pt x="3988680" y="1595559"/>
                  </a:lnTo>
                  <a:lnTo>
                    <a:pt x="4002065" y="1599120"/>
                  </a:lnTo>
                  <a:lnTo>
                    <a:pt x="4015449" y="1602333"/>
                  </a:lnTo>
                  <a:lnTo>
                    <a:pt x="4028834" y="1605037"/>
                  </a:lnTo>
                  <a:lnTo>
                    <a:pt x="4042219" y="1607458"/>
                  </a:lnTo>
                  <a:lnTo>
                    <a:pt x="4055604" y="1609603"/>
                  </a:lnTo>
                  <a:lnTo>
                    <a:pt x="4068989" y="1611374"/>
                  </a:lnTo>
                  <a:lnTo>
                    <a:pt x="4082374" y="1612862"/>
                  </a:lnTo>
                  <a:lnTo>
                    <a:pt x="4095758" y="1614140"/>
                  </a:lnTo>
                  <a:lnTo>
                    <a:pt x="4109143" y="1615187"/>
                  </a:lnTo>
                  <a:lnTo>
                    <a:pt x="4122528" y="1615979"/>
                  </a:lnTo>
                  <a:lnTo>
                    <a:pt x="4135913" y="1616634"/>
                  </a:lnTo>
                  <a:lnTo>
                    <a:pt x="4149298" y="1617160"/>
                  </a:lnTo>
                  <a:lnTo>
                    <a:pt x="4162683" y="1617531"/>
                  </a:lnTo>
                  <a:lnTo>
                    <a:pt x="4176067" y="1617831"/>
                  </a:lnTo>
                  <a:lnTo>
                    <a:pt x="4189452" y="1618083"/>
                  </a:lnTo>
                  <a:lnTo>
                    <a:pt x="4202837" y="1618300"/>
                  </a:lnTo>
                  <a:lnTo>
                    <a:pt x="4216222" y="1618531"/>
                  </a:lnTo>
                  <a:lnTo>
                    <a:pt x="4229607" y="1618799"/>
                  </a:lnTo>
                  <a:lnTo>
                    <a:pt x="4242992" y="1619113"/>
                  </a:lnTo>
                  <a:lnTo>
                    <a:pt x="4256376" y="1619570"/>
                  </a:lnTo>
                  <a:lnTo>
                    <a:pt x="4269761" y="1620148"/>
                  </a:lnTo>
                  <a:lnTo>
                    <a:pt x="4283146" y="1620857"/>
                  </a:lnTo>
                  <a:lnTo>
                    <a:pt x="4296531" y="1621785"/>
                  </a:lnTo>
                  <a:lnTo>
                    <a:pt x="4309916" y="1622963"/>
                  </a:lnTo>
                  <a:lnTo>
                    <a:pt x="4323301" y="1624353"/>
                  </a:lnTo>
                  <a:lnTo>
                    <a:pt x="4336685" y="1625991"/>
                  </a:lnTo>
                  <a:lnTo>
                    <a:pt x="4350070" y="1628041"/>
                  </a:lnTo>
                  <a:lnTo>
                    <a:pt x="4363455" y="1630374"/>
                  </a:lnTo>
                  <a:lnTo>
                    <a:pt x="4376840" y="1633000"/>
                  </a:lnTo>
                  <a:lnTo>
                    <a:pt x="4390225" y="1636102"/>
                  </a:lnTo>
                  <a:lnTo>
                    <a:pt x="4403610" y="1639608"/>
                  </a:lnTo>
                  <a:lnTo>
                    <a:pt x="4416994" y="1643465"/>
                  </a:lnTo>
                  <a:lnTo>
                    <a:pt x="4430379" y="1647763"/>
                  </a:lnTo>
                  <a:lnTo>
                    <a:pt x="4443764" y="1652627"/>
                  </a:lnTo>
                  <a:lnTo>
                    <a:pt x="4457149" y="1657883"/>
                  </a:lnTo>
                  <a:lnTo>
                    <a:pt x="4470534" y="1663537"/>
                  </a:lnTo>
                  <a:lnTo>
                    <a:pt x="4483919" y="1669857"/>
                  </a:lnTo>
                  <a:lnTo>
                    <a:pt x="4497303" y="1676625"/>
                  </a:lnTo>
                  <a:lnTo>
                    <a:pt x="4510688" y="1683812"/>
                  </a:lnTo>
                  <a:lnTo>
                    <a:pt x="4524073" y="1691564"/>
                  </a:lnTo>
                  <a:lnTo>
                    <a:pt x="4537458" y="1699893"/>
                  </a:lnTo>
                  <a:lnTo>
                    <a:pt x="4550843" y="1708644"/>
                  </a:lnTo>
                  <a:lnTo>
                    <a:pt x="4564228" y="1717834"/>
                  </a:lnTo>
                  <a:lnTo>
                    <a:pt x="4577612" y="1727711"/>
                  </a:lnTo>
                  <a:lnTo>
                    <a:pt x="4590997" y="1737992"/>
                  </a:lnTo>
                  <a:lnTo>
                    <a:pt x="4604382" y="1748675"/>
                  </a:lnTo>
                  <a:lnTo>
                    <a:pt x="4617767" y="1759925"/>
                  </a:lnTo>
                  <a:lnTo>
                    <a:pt x="4631152" y="1771642"/>
                  </a:lnTo>
                  <a:lnTo>
                    <a:pt x="4644537" y="1783723"/>
                  </a:lnTo>
                  <a:lnTo>
                    <a:pt x="4657921" y="1796215"/>
                  </a:lnTo>
                  <a:lnTo>
                    <a:pt x="4671306" y="1809219"/>
                  </a:lnTo>
                  <a:lnTo>
                    <a:pt x="4684691" y="1822534"/>
                  </a:lnTo>
                  <a:lnTo>
                    <a:pt x="4698076" y="1836153"/>
                  </a:lnTo>
                  <a:lnTo>
                    <a:pt x="4711461" y="1850210"/>
                  </a:lnTo>
                  <a:lnTo>
                    <a:pt x="4724846" y="1864553"/>
                  </a:lnTo>
                  <a:lnTo>
                    <a:pt x="4738230" y="1879133"/>
                  </a:lnTo>
                  <a:lnTo>
                    <a:pt x="4751615" y="1893995"/>
                  </a:lnTo>
                  <a:lnTo>
                    <a:pt x="4765000" y="1909127"/>
                  </a:lnTo>
                  <a:lnTo>
                    <a:pt x="4778385" y="1924425"/>
                  </a:lnTo>
                  <a:lnTo>
                    <a:pt x="4791770" y="1939879"/>
                  </a:lnTo>
                  <a:lnTo>
                    <a:pt x="4805155" y="1955543"/>
                  </a:lnTo>
                  <a:lnTo>
                    <a:pt x="4818539" y="1971301"/>
                  </a:lnTo>
                  <a:lnTo>
                    <a:pt x="4831924" y="1987140"/>
                  </a:lnTo>
                  <a:lnTo>
                    <a:pt x="4845309" y="2003062"/>
                  </a:lnTo>
                  <a:lnTo>
                    <a:pt x="4858694" y="2019021"/>
                  </a:lnTo>
                  <a:lnTo>
                    <a:pt x="4872079" y="2034989"/>
                  </a:lnTo>
                  <a:lnTo>
                    <a:pt x="4885464" y="2050955"/>
                  </a:lnTo>
                  <a:lnTo>
                    <a:pt x="4898848" y="2066869"/>
                  </a:lnTo>
                  <a:lnTo>
                    <a:pt x="4912233" y="2082726"/>
                  </a:lnTo>
                  <a:lnTo>
                    <a:pt x="4925618" y="2098518"/>
                  </a:lnTo>
                  <a:lnTo>
                    <a:pt x="4939003" y="2114180"/>
                  </a:lnTo>
                  <a:lnTo>
                    <a:pt x="4952388" y="2129710"/>
                  </a:lnTo>
                  <a:lnTo>
                    <a:pt x="4965773" y="2145118"/>
                  </a:lnTo>
                  <a:lnTo>
                    <a:pt x="4979157" y="2160366"/>
                  </a:lnTo>
                  <a:lnTo>
                    <a:pt x="4992542" y="2175385"/>
                  </a:lnTo>
                  <a:lnTo>
                    <a:pt x="5005927" y="2190238"/>
                  </a:lnTo>
                  <a:lnTo>
                    <a:pt x="5019312" y="2204919"/>
                  </a:lnTo>
                  <a:lnTo>
                    <a:pt x="5032697" y="2219296"/>
                  </a:lnTo>
                  <a:lnTo>
                    <a:pt x="5046082" y="2233458"/>
                  </a:lnTo>
                  <a:lnTo>
                    <a:pt x="5059466" y="2247416"/>
                  </a:lnTo>
                  <a:lnTo>
                    <a:pt x="5072851" y="2261093"/>
                  </a:lnTo>
                  <a:lnTo>
                    <a:pt x="5086236" y="2274468"/>
                  </a:lnTo>
                  <a:lnTo>
                    <a:pt x="5099621" y="2287618"/>
                  </a:lnTo>
                  <a:lnTo>
                    <a:pt x="5113006" y="2300534"/>
                  </a:lnTo>
                  <a:lnTo>
                    <a:pt x="5126391" y="2313062"/>
                  </a:lnTo>
                  <a:lnTo>
                    <a:pt x="5139775" y="2325356"/>
                  </a:lnTo>
                  <a:lnTo>
                    <a:pt x="5153160" y="2337415"/>
                  </a:lnTo>
                  <a:lnTo>
                    <a:pt x="5166545" y="2349132"/>
                  </a:lnTo>
                  <a:lnTo>
                    <a:pt x="5179930" y="2360553"/>
                  </a:lnTo>
                  <a:lnTo>
                    <a:pt x="5193315" y="2371740"/>
                  </a:lnTo>
                  <a:lnTo>
                    <a:pt x="5206700" y="2382657"/>
                  </a:lnTo>
                  <a:lnTo>
                    <a:pt x="5220084" y="2393215"/>
                  </a:lnTo>
                  <a:lnTo>
                    <a:pt x="5233469" y="2403546"/>
                  </a:lnTo>
                  <a:lnTo>
                    <a:pt x="5246854" y="2413650"/>
                  </a:lnTo>
                  <a:lnTo>
                    <a:pt x="5260239" y="2423408"/>
                  </a:lnTo>
                  <a:lnTo>
                    <a:pt x="5273624" y="2432920"/>
                  </a:lnTo>
                  <a:lnTo>
                    <a:pt x="5287009" y="2442217"/>
                  </a:lnTo>
                  <a:lnTo>
                    <a:pt x="5300393" y="2451249"/>
                  </a:lnTo>
                  <a:lnTo>
                    <a:pt x="5313778" y="2459989"/>
                  </a:lnTo>
                  <a:lnTo>
                    <a:pt x="5327163" y="2468532"/>
                  </a:lnTo>
                  <a:lnTo>
                    <a:pt x="5340548" y="2476878"/>
                  </a:lnTo>
                  <a:lnTo>
                    <a:pt x="5353933" y="2484908"/>
                  </a:lnTo>
                  <a:lnTo>
                    <a:pt x="5367318" y="2492752"/>
                  </a:lnTo>
                  <a:lnTo>
                    <a:pt x="5380702" y="2500417"/>
                  </a:lnTo>
                  <a:lnTo>
                    <a:pt x="5394087" y="2507840"/>
                  </a:lnTo>
                  <a:lnTo>
                    <a:pt x="5407472" y="2515044"/>
                  </a:lnTo>
                  <a:lnTo>
                    <a:pt x="5420857" y="2522084"/>
                  </a:lnTo>
                  <a:lnTo>
                    <a:pt x="5434242" y="2528950"/>
                  </a:lnTo>
                  <a:lnTo>
                    <a:pt x="5447627" y="2535569"/>
                  </a:lnTo>
                  <a:lnTo>
                    <a:pt x="5461011" y="2542041"/>
                  </a:lnTo>
                  <a:lnTo>
                    <a:pt x="5474396" y="2548367"/>
                  </a:lnTo>
                  <a:lnTo>
                    <a:pt x="5487781" y="2554482"/>
                  </a:lnTo>
                  <a:lnTo>
                    <a:pt x="5501166" y="2560435"/>
                  </a:lnTo>
                  <a:lnTo>
                    <a:pt x="5514551" y="2566256"/>
                  </a:lnTo>
                  <a:lnTo>
                    <a:pt x="5527936" y="2571922"/>
                  </a:lnTo>
                  <a:lnTo>
                    <a:pt x="5541320" y="2577401"/>
                  </a:lnTo>
                  <a:lnTo>
                    <a:pt x="5554705" y="2582761"/>
                  </a:lnTo>
                  <a:lnTo>
                    <a:pt x="5568090" y="2588002"/>
                  </a:lnTo>
                  <a:lnTo>
                    <a:pt x="5581475" y="2593059"/>
                  </a:lnTo>
                  <a:lnTo>
                    <a:pt x="5594860" y="2597995"/>
                  </a:lnTo>
                  <a:lnTo>
                    <a:pt x="5608245" y="2602824"/>
                  </a:lnTo>
                  <a:lnTo>
                    <a:pt x="5621629" y="2607513"/>
                  </a:lnTo>
                  <a:lnTo>
                    <a:pt x="5635014" y="2612061"/>
                  </a:lnTo>
                  <a:lnTo>
                    <a:pt x="5648399" y="2616511"/>
                  </a:lnTo>
                  <a:lnTo>
                    <a:pt x="5661784" y="2620860"/>
                  </a:lnTo>
                  <a:lnTo>
                    <a:pt x="5675169" y="2625051"/>
                  </a:lnTo>
                  <a:lnTo>
                    <a:pt x="5688554" y="2629152"/>
                  </a:lnTo>
                  <a:lnTo>
                    <a:pt x="5701938" y="2633163"/>
                  </a:lnTo>
                  <a:lnTo>
                    <a:pt x="5715323" y="2637049"/>
                  </a:lnTo>
                  <a:lnTo>
                    <a:pt x="5728708" y="2640830"/>
                  </a:lnTo>
                  <a:lnTo>
                    <a:pt x="5742093" y="2644529"/>
                  </a:lnTo>
                  <a:lnTo>
                    <a:pt x="5755478" y="2648137"/>
                  </a:lnTo>
                  <a:lnTo>
                    <a:pt x="5768863" y="2651625"/>
                  </a:lnTo>
                  <a:lnTo>
                    <a:pt x="5782247" y="2655040"/>
                  </a:lnTo>
                  <a:lnTo>
                    <a:pt x="5795632" y="2658382"/>
                  </a:lnTo>
                  <a:lnTo>
                    <a:pt x="5809017" y="2661616"/>
                  </a:lnTo>
                  <a:lnTo>
                    <a:pt x="5822402" y="2664773"/>
                  </a:lnTo>
                  <a:lnTo>
                    <a:pt x="5835787" y="2667865"/>
                  </a:lnTo>
                  <a:lnTo>
                    <a:pt x="5849172" y="2670878"/>
                  </a:lnTo>
                  <a:lnTo>
                    <a:pt x="5862556" y="2673805"/>
                  </a:lnTo>
                  <a:lnTo>
                    <a:pt x="5875941" y="2676674"/>
                  </a:lnTo>
                  <a:lnTo>
                    <a:pt x="5889326" y="2679486"/>
                  </a:lnTo>
                  <a:lnTo>
                    <a:pt x="5902711" y="2682209"/>
                  </a:lnTo>
                  <a:lnTo>
                    <a:pt x="5916096" y="2684880"/>
                  </a:lnTo>
                  <a:lnTo>
                    <a:pt x="5929481" y="2687502"/>
                  </a:lnTo>
                  <a:lnTo>
                    <a:pt x="5942865" y="2690058"/>
                  </a:lnTo>
                  <a:lnTo>
                    <a:pt x="5956250" y="2692555"/>
                  </a:lnTo>
                  <a:lnTo>
                    <a:pt x="5969635" y="2695008"/>
                  </a:lnTo>
                  <a:lnTo>
                    <a:pt x="5983020" y="2697417"/>
                  </a:lnTo>
                  <a:lnTo>
                    <a:pt x="5996405" y="2699761"/>
                  </a:lnTo>
                  <a:lnTo>
                    <a:pt x="6009790" y="2702067"/>
                  </a:lnTo>
                  <a:lnTo>
                    <a:pt x="6023174" y="2704337"/>
                  </a:lnTo>
                  <a:lnTo>
                    <a:pt x="6036559" y="2706554"/>
                  </a:lnTo>
                  <a:lnTo>
                    <a:pt x="6049944" y="2708730"/>
                  </a:lnTo>
                  <a:lnTo>
                    <a:pt x="6063329" y="2710874"/>
                  </a:lnTo>
                  <a:lnTo>
                    <a:pt x="6076714" y="2712980"/>
                  </a:lnTo>
                  <a:lnTo>
                    <a:pt x="6090099" y="2715041"/>
                  </a:lnTo>
                  <a:lnTo>
                    <a:pt x="6103483" y="2717072"/>
                  </a:lnTo>
                  <a:lnTo>
                    <a:pt x="6116868" y="2719073"/>
                  </a:lnTo>
                  <a:lnTo>
                    <a:pt x="6130253" y="2721030"/>
                  </a:lnTo>
                  <a:lnTo>
                    <a:pt x="6143638" y="2722956"/>
                  </a:lnTo>
                  <a:lnTo>
                    <a:pt x="6157023" y="2724856"/>
                  </a:lnTo>
                  <a:lnTo>
                    <a:pt x="6170408" y="2726719"/>
                  </a:lnTo>
                  <a:lnTo>
                    <a:pt x="6183792" y="2728546"/>
                  </a:lnTo>
                  <a:lnTo>
                    <a:pt x="6197177" y="2730346"/>
                  </a:lnTo>
                  <a:lnTo>
                    <a:pt x="6210562" y="2732119"/>
                  </a:lnTo>
                  <a:lnTo>
                    <a:pt x="6223947" y="2733847"/>
                  </a:lnTo>
                  <a:lnTo>
                    <a:pt x="6237332" y="2735549"/>
                  </a:lnTo>
                  <a:lnTo>
                    <a:pt x="6250717" y="2737224"/>
                  </a:lnTo>
                  <a:lnTo>
                    <a:pt x="6264101" y="2738860"/>
                  </a:lnTo>
                  <a:lnTo>
                    <a:pt x="6277486" y="2740461"/>
                  </a:lnTo>
                  <a:lnTo>
                    <a:pt x="6290871" y="2742034"/>
                  </a:lnTo>
                  <a:lnTo>
                    <a:pt x="6304256" y="2743576"/>
                  </a:lnTo>
                  <a:lnTo>
                    <a:pt x="6317641" y="2745073"/>
                  </a:lnTo>
                  <a:lnTo>
                    <a:pt x="6331026" y="2746541"/>
                  </a:lnTo>
                  <a:lnTo>
                    <a:pt x="6344410" y="2747980"/>
                  </a:lnTo>
                  <a:lnTo>
                    <a:pt x="6357795" y="2749374"/>
                  </a:lnTo>
                  <a:lnTo>
                    <a:pt x="6371180" y="2750732"/>
                  </a:lnTo>
                  <a:lnTo>
                    <a:pt x="6384565" y="2752061"/>
                  </a:lnTo>
                  <a:lnTo>
                    <a:pt x="6397950" y="2753351"/>
                  </a:lnTo>
                  <a:lnTo>
                    <a:pt x="6411335" y="2754597"/>
                  </a:lnTo>
                  <a:lnTo>
                    <a:pt x="6424719" y="2755811"/>
                  </a:lnTo>
                  <a:lnTo>
                    <a:pt x="6438104" y="2756995"/>
                  </a:lnTo>
                  <a:lnTo>
                    <a:pt x="6451489" y="2758126"/>
                  </a:lnTo>
                  <a:lnTo>
                    <a:pt x="6464874" y="2759224"/>
                  </a:lnTo>
                  <a:lnTo>
                    <a:pt x="6478259" y="2760290"/>
                  </a:lnTo>
                  <a:lnTo>
                    <a:pt x="6491644" y="2761314"/>
                  </a:lnTo>
                  <a:lnTo>
                    <a:pt x="6505028" y="2762295"/>
                  </a:lnTo>
                  <a:lnTo>
                    <a:pt x="6518413" y="2763245"/>
                  </a:lnTo>
                  <a:lnTo>
                    <a:pt x="6531798" y="2764161"/>
                  </a:lnTo>
                  <a:lnTo>
                    <a:pt x="6545183" y="2765027"/>
                  </a:lnTo>
                  <a:lnTo>
                    <a:pt x="6558568" y="2765863"/>
                  </a:lnTo>
                  <a:lnTo>
                    <a:pt x="6571953" y="2766668"/>
                  </a:lnTo>
                  <a:lnTo>
                    <a:pt x="6585337" y="2767429"/>
                  </a:lnTo>
                  <a:lnTo>
                    <a:pt x="6598722" y="2768154"/>
                  </a:lnTo>
                  <a:lnTo>
                    <a:pt x="6612107" y="2768851"/>
                  </a:lnTo>
                  <a:lnTo>
                    <a:pt x="6625492" y="2769513"/>
                  </a:lnTo>
                  <a:lnTo>
                    <a:pt x="6638877" y="2770135"/>
                  </a:lnTo>
                  <a:lnTo>
                    <a:pt x="6652262" y="2770729"/>
                  </a:lnTo>
                  <a:lnTo>
                    <a:pt x="6665646" y="2771297"/>
                  </a:lnTo>
                  <a:lnTo>
                    <a:pt x="6679031" y="2771824"/>
                  </a:lnTo>
                  <a:lnTo>
                    <a:pt x="6692416" y="2772324"/>
                  </a:lnTo>
                  <a:lnTo>
                    <a:pt x="6705801" y="2772801"/>
                  </a:lnTo>
                  <a:lnTo>
                    <a:pt x="6719186" y="2773247"/>
                  </a:lnTo>
                  <a:lnTo>
                    <a:pt x="6732571" y="2773662"/>
                  </a:lnTo>
                  <a:lnTo>
                    <a:pt x="6745955" y="2774056"/>
                  </a:lnTo>
                  <a:lnTo>
                    <a:pt x="6759340" y="2774428"/>
                  </a:lnTo>
                  <a:lnTo>
                    <a:pt x="6772725" y="2774768"/>
                  </a:lnTo>
                  <a:lnTo>
                    <a:pt x="6786110" y="2775089"/>
                  </a:lnTo>
                  <a:lnTo>
                    <a:pt x="6799495" y="2775392"/>
                  </a:lnTo>
                  <a:lnTo>
                    <a:pt x="6812880" y="2775670"/>
                  </a:lnTo>
                  <a:lnTo>
                    <a:pt x="6826264" y="2775928"/>
                  </a:lnTo>
                  <a:lnTo>
                    <a:pt x="6839649" y="2776170"/>
                  </a:lnTo>
                </a:path>
              </a:pathLst>
            </a:custGeom>
            <a:ln w="2439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28428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9927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E31A1C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19990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714085" y="550391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714085" y="4890291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14085" y="4276664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14085" y="3663038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14085" y="3049412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111662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653947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250410" y="5754886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758816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301100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897061" y="5907235"/>
              <a:ext cx="390403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42" name="tx42"/>
            <p:cNvSpPr/>
            <p:nvPr/>
          </p:nvSpPr>
          <p:spPr>
            <a:xfrm rot="-5400000">
              <a:off x="333730" y="4103577"/>
              <a:ext cx="50813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43" name="rc43"/>
            <p:cNvSpPr/>
            <p:nvPr/>
          </p:nvSpPr>
          <p:spPr>
            <a:xfrm>
              <a:off x="4005253" y="2198953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4938805" y="2198953"/>
              <a:ext cx="187055" cy="187055"/>
            </a:xfrm>
            <a:prstGeom prst="rect">
              <a:avLst/>
            </a:prstGeom>
            <a:solidFill>
              <a:srgbClr val="7F7F7F">
                <a:alpha val="34901"/>
              </a:srgbClr>
            </a:solidFill>
            <a:ln w="24391" cap="flat">
              <a:solidFill>
                <a:srgbClr val="7F7F7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4284425" y="2248772"/>
              <a:ext cx="56226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&gt;= 70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217976" y="2248772"/>
              <a:ext cx="49112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&lt; 70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087269" y="1923572"/>
              <a:ext cx="561414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Age &gt;= 70: N = 103, median = 11.5 %   |   Age &lt; 70: N = 219, median = -1.4 %   |   Mann-Whitney U p = &lt;0.001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087269" y="1676115"/>
              <a:ext cx="2844332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 by Age &gt;= 70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2026-10-30T13:15:17Z</dcterms:modified>
  <cp:category/>
</cp:coreProperties>
</file>