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4017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2528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401038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39548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78059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3272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1783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70293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08804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2915320"/>
              <a:ext cx="6839649" cy="2632304"/>
            </a:xfrm>
            <a:custGeom>
              <a:avLst/>
              <a:pathLst>
                <a:path w="6839649" h="2632304">
                  <a:moveTo>
                    <a:pt x="0" y="2632257"/>
                  </a:moveTo>
                  <a:lnTo>
                    <a:pt x="13384" y="2632249"/>
                  </a:lnTo>
                  <a:lnTo>
                    <a:pt x="26769" y="2632240"/>
                  </a:lnTo>
                  <a:lnTo>
                    <a:pt x="40154" y="2632230"/>
                  </a:lnTo>
                  <a:lnTo>
                    <a:pt x="53539" y="2632219"/>
                  </a:lnTo>
                  <a:lnTo>
                    <a:pt x="66924" y="2632206"/>
                  </a:lnTo>
                  <a:lnTo>
                    <a:pt x="80308" y="2632191"/>
                  </a:lnTo>
                  <a:lnTo>
                    <a:pt x="93693" y="2632174"/>
                  </a:lnTo>
                  <a:lnTo>
                    <a:pt x="107078" y="2632155"/>
                  </a:lnTo>
                  <a:lnTo>
                    <a:pt x="120463" y="2632133"/>
                  </a:lnTo>
                  <a:lnTo>
                    <a:pt x="133848" y="2632108"/>
                  </a:lnTo>
                  <a:lnTo>
                    <a:pt x="147233" y="2632081"/>
                  </a:lnTo>
                  <a:lnTo>
                    <a:pt x="160617" y="2632048"/>
                  </a:lnTo>
                  <a:lnTo>
                    <a:pt x="174002" y="2632011"/>
                  </a:lnTo>
                  <a:lnTo>
                    <a:pt x="187387" y="2631972"/>
                  </a:lnTo>
                  <a:lnTo>
                    <a:pt x="200772" y="2631925"/>
                  </a:lnTo>
                  <a:lnTo>
                    <a:pt x="214157" y="2631872"/>
                  </a:lnTo>
                  <a:lnTo>
                    <a:pt x="227542" y="2631814"/>
                  </a:lnTo>
                  <a:lnTo>
                    <a:pt x="240926" y="2631748"/>
                  </a:lnTo>
                  <a:lnTo>
                    <a:pt x="254311" y="2631673"/>
                  </a:lnTo>
                  <a:lnTo>
                    <a:pt x="267696" y="2631591"/>
                  </a:lnTo>
                  <a:lnTo>
                    <a:pt x="281081" y="2631499"/>
                  </a:lnTo>
                  <a:lnTo>
                    <a:pt x="294466" y="2631393"/>
                  </a:lnTo>
                  <a:lnTo>
                    <a:pt x="307851" y="2631276"/>
                  </a:lnTo>
                  <a:lnTo>
                    <a:pt x="321235" y="2631149"/>
                  </a:lnTo>
                  <a:lnTo>
                    <a:pt x="334620" y="2631001"/>
                  </a:lnTo>
                  <a:lnTo>
                    <a:pt x="348005" y="2630840"/>
                  </a:lnTo>
                  <a:lnTo>
                    <a:pt x="361390" y="2630664"/>
                  </a:lnTo>
                  <a:lnTo>
                    <a:pt x="374775" y="2630462"/>
                  </a:lnTo>
                  <a:lnTo>
                    <a:pt x="388160" y="2630239"/>
                  </a:lnTo>
                  <a:lnTo>
                    <a:pt x="401544" y="2629998"/>
                  </a:lnTo>
                  <a:lnTo>
                    <a:pt x="414929" y="2629727"/>
                  </a:lnTo>
                  <a:lnTo>
                    <a:pt x="428314" y="2629424"/>
                  </a:lnTo>
                  <a:lnTo>
                    <a:pt x="441699" y="2629096"/>
                  </a:lnTo>
                  <a:lnTo>
                    <a:pt x="455084" y="2628736"/>
                  </a:lnTo>
                  <a:lnTo>
                    <a:pt x="468469" y="2628329"/>
                  </a:lnTo>
                  <a:lnTo>
                    <a:pt x="481853" y="2627889"/>
                  </a:lnTo>
                  <a:lnTo>
                    <a:pt x="495238" y="2627415"/>
                  </a:lnTo>
                  <a:lnTo>
                    <a:pt x="508623" y="2626874"/>
                  </a:lnTo>
                  <a:lnTo>
                    <a:pt x="522008" y="2626291"/>
                  </a:lnTo>
                  <a:lnTo>
                    <a:pt x="535393" y="2625665"/>
                  </a:lnTo>
                  <a:lnTo>
                    <a:pt x="548778" y="2624963"/>
                  </a:lnTo>
                  <a:lnTo>
                    <a:pt x="562162" y="2624200"/>
                  </a:lnTo>
                  <a:lnTo>
                    <a:pt x="575547" y="2623381"/>
                  </a:lnTo>
                  <a:lnTo>
                    <a:pt x="588932" y="2622482"/>
                  </a:lnTo>
                  <a:lnTo>
                    <a:pt x="602317" y="2621492"/>
                  </a:lnTo>
                  <a:lnTo>
                    <a:pt x="615702" y="2620435"/>
                  </a:lnTo>
                  <a:lnTo>
                    <a:pt x="629087" y="2619293"/>
                  </a:lnTo>
                  <a:lnTo>
                    <a:pt x="642471" y="2618027"/>
                  </a:lnTo>
                  <a:lnTo>
                    <a:pt x="655856" y="2616677"/>
                  </a:lnTo>
                  <a:lnTo>
                    <a:pt x="669241" y="2615241"/>
                  </a:lnTo>
                  <a:lnTo>
                    <a:pt x="682626" y="2613639"/>
                  </a:lnTo>
                  <a:lnTo>
                    <a:pt x="696011" y="2611934"/>
                  </a:lnTo>
                  <a:lnTo>
                    <a:pt x="709396" y="2610126"/>
                  </a:lnTo>
                  <a:lnTo>
                    <a:pt x="722780" y="2608144"/>
                  </a:lnTo>
                  <a:lnTo>
                    <a:pt x="736165" y="2606016"/>
                  </a:lnTo>
                  <a:lnTo>
                    <a:pt x="749550" y="2603765"/>
                  </a:lnTo>
                  <a:lnTo>
                    <a:pt x="762935" y="2601337"/>
                  </a:lnTo>
                  <a:lnTo>
                    <a:pt x="776320" y="2598711"/>
                  </a:lnTo>
                  <a:lnTo>
                    <a:pt x="789705" y="2595939"/>
                  </a:lnTo>
                  <a:lnTo>
                    <a:pt x="803089" y="2592995"/>
                  </a:lnTo>
                  <a:lnTo>
                    <a:pt x="816474" y="2589789"/>
                  </a:lnTo>
                  <a:lnTo>
                    <a:pt x="829859" y="2586415"/>
                  </a:lnTo>
                  <a:lnTo>
                    <a:pt x="843244" y="2582869"/>
                  </a:lnTo>
                  <a:lnTo>
                    <a:pt x="856629" y="2579008"/>
                  </a:lnTo>
                  <a:lnTo>
                    <a:pt x="870014" y="2574945"/>
                  </a:lnTo>
                  <a:lnTo>
                    <a:pt x="883398" y="2570687"/>
                  </a:lnTo>
                  <a:lnTo>
                    <a:pt x="896783" y="2566117"/>
                  </a:lnTo>
                  <a:lnTo>
                    <a:pt x="910168" y="2561278"/>
                  </a:lnTo>
                  <a:lnTo>
                    <a:pt x="923553" y="2556219"/>
                  </a:lnTo>
                  <a:lnTo>
                    <a:pt x="936938" y="2550861"/>
                  </a:lnTo>
                  <a:lnTo>
                    <a:pt x="950323" y="2545158"/>
                  </a:lnTo>
                  <a:lnTo>
                    <a:pt x="963707" y="2539212"/>
                  </a:lnTo>
                  <a:lnTo>
                    <a:pt x="977092" y="2532990"/>
                  </a:lnTo>
                  <a:lnTo>
                    <a:pt x="990477" y="2526339"/>
                  </a:lnTo>
                  <a:lnTo>
                    <a:pt x="1003862" y="2519422"/>
                  </a:lnTo>
                  <a:lnTo>
                    <a:pt x="1017247" y="2512238"/>
                  </a:lnTo>
                  <a:lnTo>
                    <a:pt x="1030632" y="2504584"/>
                  </a:lnTo>
                  <a:lnTo>
                    <a:pt x="1044016" y="2496620"/>
                  </a:lnTo>
                  <a:lnTo>
                    <a:pt x="1057401" y="2488369"/>
                  </a:lnTo>
                  <a:lnTo>
                    <a:pt x="1070786" y="2479679"/>
                  </a:lnTo>
                  <a:lnTo>
                    <a:pt x="1084171" y="2470600"/>
                  </a:lnTo>
                  <a:lnTo>
                    <a:pt x="1097556" y="2461217"/>
                  </a:lnTo>
                  <a:lnTo>
                    <a:pt x="1110941" y="2451437"/>
                  </a:lnTo>
                  <a:lnTo>
                    <a:pt x="1124325" y="2441186"/>
                  </a:lnTo>
                  <a:lnTo>
                    <a:pt x="1137710" y="2430618"/>
                  </a:lnTo>
                  <a:lnTo>
                    <a:pt x="1151095" y="2419704"/>
                  </a:lnTo>
                  <a:lnTo>
                    <a:pt x="1164480" y="2408238"/>
                  </a:lnTo>
                  <a:lnTo>
                    <a:pt x="1177865" y="2396445"/>
                  </a:lnTo>
                  <a:lnTo>
                    <a:pt x="1191250" y="2384325"/>
                  </a:lnTo>
                  <a:lnTo>
                    <a:pt x="1204634" y="2371654"/>
                  </a:lnTo>
                  <a:lnTo>
                    <a:pt x="1218019" y="2358612"/>
                  </a:lnTo>
                  <a:lnTo>
                    <a:pt x="1231404" y="2345238"/>
                  </a:lnTo>
                  <a:lnTo>
                    <a:pt x="1244789" y="2331379"/>
                  </a:lnTo>
                  <a:lnTo>
                    <a:pt x="1258174" y="2317078"/>
                  </a:lnTo>
                  <a:lnTo>
                    <a:pt x="1271559" y="2302446"/>
                  </a:lnTo>
                  <a:lnTo>
                    <a:pt x="1284943" y="2287399"/>
                  </a:lnTo>
                  <a:lnTo>
                    <a:pt x="1298328" y="2271846"/>
                  </a:lnTo>
                  <a:lnTo>
                    <a:pt x="1311713" y="2255967"/>
                  </a:lnTo>
                  <a:lnTo>
                    <a:pt x="1325098" y="2239748"/>
                  </a:lnTo>
                  <a:lnTo>
                    <a:pt x="1338483" y="2222966"/>
                  </a:lnTo>
                  <a:lnTo>
                    <a:pt x="1351868" y="2205867"/>
                  </a:lnTo>
                  <a:lnTo>
                    <a:pt x="1365252" y="2188452"/>
                  </a:lnTo>
                  <a:lnTo>
                    <a:pt x="1378637" y="2170530"/>
                  </a:lnTo>
                  <a:lnTo>
                    <a:pt x="1392022" y="2152253"/>
                  </a:lnTo>
                  <a:lnTo>
                    <a:pt x="1405407" y="2133673"/>
                  </a:lnTo>
                  <a:lnTo>
                    <a:pt x="1418792" y="2114671"/>
                  </a:lnTo>
                  <a:lnTo>
                    <a:pt x="1432177" y="2095271"/>
                  </a:lnTo>
                  <a:lnTo>
                    <a:pt x="1445561" y="2075588"/>
                  </a:lnTo>
                  <a:lnTo>
                    <a:pt x="1458946" y="2055562"/>
                  </a:lnTo>
                  <a:lnTo>
                    <a:pt x="1472331" y="2035110"/>
                  </a:lnTo>
                  <a:lnTo>
                    <a:pt x="1485716" y="2014394"/>
                  </a:lnTo>
                  <a:lnTo>
                    <a:pt x="1499101" y="1993415"/>
                  </a:lnTo>
                  <a:lnTo>
                    <a:pt x="1512486" y="1971991"/>
                  </a:lnTo>
                  <a:lnTo>
                    <a:pt x="1525870" y="1950329"/>
                  </a:lnTo>
                  <a:lnTo>
                    <a:pt x="1539255" y="1928431"/>
                  </a:lnTo>
                  <a:lnTo>
                    <a:pt x="1552640" y="1906174"/>
                  </a:lnTo>
                  <a:lnTo>
                    <a:pt x="1566025" y="1883662"/>
                  </a:lnTo>
                  <a:lnTo>
                    <a:pt x="1579410" y="1860944"/>
                  </a:lnTo>
                  <a:lnTo>
                    <a:pt x="1592795" y="1837950"/>
                  </a:lnTo>
                  <a:lnTo>
                    <a:pt x="1606179" y="1814699"/>
                  </a:lnTo>
                  <a:lnTo>
                    <a:pt x="1619564" y="1791273"/>
                  </a:lnTo>
                  <a:lnTo>
                    <a:pt x="1632949" y="1767650"/>
                  </a:lnTo>
                  <a:lnTo>
                    <a:pt x="1646334" y="1743781"/>
                  </a:lnTo>
                  <a:lnTo>
                    <a:pt x="1659719" y="1719775"/>
                  </a:lnTo>
                  <a:lnTo>
                    <a:pt x="1673104" y="1695635"/>
                  </a:lnTo>
                  <a:lnTo>
                    <a:pt x="1686488" y="1671288"/>
                  </a:lnTo>
                  <a:lnTo>
                    <a:pt x="1699873" y="1646840"/>
                  </a:lnTo>
                  <a:lnTo>
                    <a:pt x="1713258" y="1622299"/>
                  </a:lnTo>
                  <a:lnTo>
                    <a:pt x="1726643" y="1597636"/>
                  </a:lnTo>
                  <a:lnTo>
                    <a:pt x="1740028" y="1572900"/>
                  </a:lnTo>
                  <a:lnTo>
                    <a:pt x="1753413" y="1548115"/>
                  </a:lnTo>
                  <a:lnTo>
                    <a:pt x="1766797" y="1523279"/>
                  </a:lnTo>
                  <a:lnTo>
                    <a:pt x="1780182" y="1498421"/>
                  </a:lnTo>
                  <a:lnTo>
                    <a:pt x="1793567" y="1473561"/>
                  </a:lnTo>
                  <a:lnTo>
                    <a:pt x="1806952" y="1448710"/>
                  </a:lnTo>
                  <a:lnTo>
                    <a:pt x="1820337" y="1423907"/>
                  </a:lnTo>
                  <a:lnTo>
                    <a:pt x="1833722" y="1399154"/>
                  </a:lnTo>
                  <a:lnTo>
                    <a:pt x="1847106" y="1374455"/>
                  </a:lnTo>
                  <a:lnTo>
                    <a:pt x="1860491" y="1349890"/>
                  </a:lnTo>
                  <a:lnTo>
                    <a:pt x="1873876" y="1325433"/>
                  </a:lnTo>
                  <a:lnTo>
                    <a:pt x="1887261" y="1301083"/>
                  </a:lnTo>
                  <a:lnTo>
                    <a:pt x="1900646" y="1276923"/>
                  </a:lnTo>
                  <a:lnTo>
                    <a:pt x="1914031" y="1252954"/>
                  </a:lnTo>
                  <a:lnTo>
                    <a:pt x="1927415" y="1229146"/>
                  </a:lnTo>
                  <a:lnTo>
                    <a:pt x="1940800" y="1205566"/>
                  </a:lnTo>
                  <a:lnTo>
                    <a:pt x="1954185" y="1182277"/>
                  </a:lnTo>
                  <a:lnTo>
                    <a:pt x="1967570" y="1159201"/>
                  </a:lnTo>
                  <a:lnTo>
                    <a:pt x="1980955" y="1136368"/>
                  </a:lnTo>
                  <a:lnTo>
                    <a:pt x="1994340" y="1113943"/>
                  </a:lnTo>
                  <a:lnTo>
                    <a:pt x="2007724" y="1091778"/>
                  </a:lnTo>
                  <a:lnTo>
                    <a:pt x="2021109" y="1069878"/>
                  </a:lnTo>
                  <a:lnTo>
                    <a:pt x="2034494" y="1048456"/>
                  </a:lnTo>
                  <a:lnTo>
                    <a:pt x="2047879" y="1027366"/>
                  </a:lnTo>
                  <a:lnTo>
                    <a:pt x="2061264" y="1006581"/>
                  </a:lnTo>
                  <a:lnTo>
                    <a:pt x="2074649" y="986266"/>
                  </a:lnTo>
                  <a:lnTo>
                    <a:pt x="2088033" y="966386"/>
                  </a:lnTo>
                  <a:lnTo>
                    <a:pt x="2101418" y="946845"/>
                  </a:lnTo>
                  <a:lnTo>
                    <a:pt x="2114803" y="927742"/>
                  </a:lnTo>
                  <a:lnTo>
                    <a:pt x="2128188" y="909178"/>
                  </a:lnTo>
                  <a:lnTo>
                    <a:pt x="2141573" y="890975"/>
                  </a:lnTo>
                  <a:lnTo>
                    <a:pt x="2154958" y="873159"/>
                  </a:lnTo>
                  <a:lnTo>
                    <a:pt x="2168342" y="855978"/>
                  </a:lnTo>
                  <a:lnTo>
                    <a:pt x="2181727" y="839169"/>
                  </a:lnTo>
                  <a:lnTo>
                    <a:pt x="2195112" y="822732"/>
                  </a:lnTo>
                  <a:lnTo>
                    <a:pt x="2208497" y="806911"/>
                  </a:lnTo>
                  <a:lnTo>
                    <a:pt x="2221882" y="791511"/>
                  </a:lnTo>
                  <a:lnTo>
                    <a:pt x="2235267" y="776482"/>
                  </a:lnTo>
                  <a:lnTo>
                    <a:pt x="2248651" y="761983"/>
                  </a:lnTo>
                  <a:lnTo>
                    <a:pt x="2262036" y="747968"/>
                  </a:lnTo>
                  <a:lnTo>
                    <a:pt x="2275421" y="734310"/>
                  </a:lnTo>
                  <a:lnTo>
                    <a:pt x="2288806" y="721088"/>
                  </a:lnTo>
                  <a:lnTo>
                    <a:pt x="2302191" y="708396"/>
                  </a:lnTo>
                  <a:lnTo>
                    <a:pt x="2315576" y="696036"/>
                  </a:lnTo>
                  <a:lnTo>
                    <a:pt x="2328960" y="684016"/>
                  </a:lnTo>
                  <a:lnTo>
                    <a:pt x="2342345" y="672553"/>
                  </a:lnTo>
                  <a:lnTo>
                    <a:pt x="2355730" y="661390"/>
                  </a:lnTo>
                  <a:lnTo>
                    <a:pt x="2369115" y="650526"/>
                  </a:lnTo>
                  <a:lnTo>
                    <a:pt x="2382500" y="640122"/>
                  </a:lnTo>
                  <a:lnTo>
                    <a:pt x="2395885" y="630035"/>
                  </a:lnTo>
                  <a:lnTo>
                    <a:pt x="2409269" y="620209"/>
                  </a:lnTo>
                  <a:lnTo>
                    <a:pt x="2422654" y="610739"/>
                  </a:lnTo>
                  <a:lnTo>
                    <a:pt x="2436039" y="601593"/>
                  </a:lnTo>
                  <a:lnTo>
                    <a:pt x="2449424" y="592673"/>
                  </a:lnTo>
                  <a:lnTo>
                    <a:pt x="2462809" y="584016"/>
                  </a:lnTo>
                  <a:lnTo>
                    <a:pt x="2476194" y="575680"/>
                  </a:lnTo>
                  <a:lnTo>
                    <a:pt x="2489578" y="567536"/>
                  </a:lnTo>
                  <a:lnTo>
                    <a:pt x="2502963" y="559578"/>
                  </a:lnTo>
                  <a:lnTo>
                    <a:pt x="2516348" y="551930"/>
                  </a:lnTo>
                  <a:lnTo>
                    <a:pt x="2529733" y="544443"/>
                  </a:lnTo>
                  <a:lnTo>
                    <a:pt x="2543118" y="537114"/>
                  </a:lnTo>
                  <a:lnTo>
                    <a:pt x="2556503" y="530020"/>
                  </a:lnTo>
                  <a:lnTo>
                    <a:pt x="2569887" y="523094"/>
                  </a:lnTo>
                  <a:lnTo>
                    <a:pt x="2583272" y="516303"/>
                  </a:lnTo>
                  <a:lnTo>
                    <a:pt x="2596657" y="509691"/>
                  </a:lnTo>
                  <a:lnTo>
                    <a:pt x="2610042" y="503254"/>
                  </a:lnTo>
                  <a:lnTo>
                    <a:pt x="2623427" y="496936"/>
                  </a:lnTo>
                  <a:lnTo>
                    <a:pt x="2636812" y="490756"/>
                  </a:lnTo>
                  <a:lnTo>
                    <a:pt x="2650196" y="484760"/>
                  </a:lnTo>
                  <a:lnTo>
                    <a:pt x="2663581" y="478876"/>
                  </a:lnTo>
                  <a:lnTo>
                    <a:pt x="2676966" y="473103"/>
                  </a:lnTo>
                  <a:lnTo>
                    <a:pt x="2690351" y="467521"/>
                  </a:lnTo>
                  <a:lnTo>
                    <a:pt x="2703736" y="462052"/>
                  </a:lnTo>
                  <a:lnTo>
                    <a:pt x="2717121" y="456691"/>
                  </a:lnTo>
                  <a:lnTo>
                    <a:pt x="2730505" y="451497"/>
                  </a:lnTo>
                  <a:lnTo>
                    <a:pt x="2743890" y="446437"/>
                  </a:lnTo>
                  <a:lnTo>
                    <a:pt x="2757275" y="441486"/>
                  </a:lnTo>
                  <a:lnTo>
                    <a:pt x="2770660" y="436679"/>
                  </a:lnTo>
                  <a:lnTo>
                    <a:pt x="2784045" y="432029"/>
                  </a:lnTo>
                  <a:lnTo>
                    <a:pt x="2797430" y="427487"/>
                  </a:lnTo>
                  <a:lnTo>
                    <a:pt x="2810814" y="423064"/>
                  </a:lnTo>
                  <a:lnTo>
                    <a:pt x="2824199" y="418816"/>
                  </a:lnTo>
                  <a:lnTo>
                    <a:pt x="2837584" y="414670"/>
                  </a:lnTo>
                  <a:lnTo>
                    <a:pt x="2850969" y="410625"/>
                  </a:lnTo>
                  <a:lnTo>
                    <a:pt x="2864354" y="406746"/>
                  </a:lnTo>
                  <a:lnTo>
                    <a:pt x="2877739" y="402964"/>
                  </a:lnTo>
                  <a:lnTo>
                    <a:pt x="2891123" y="399269"/>
                  </a:lnTo>
                  <a:lnTo>
                    <a:pt x="2904508" y="395698"/>
                  </a:lnTo>
                  <a:lnTo>
                    <a:pt x="2917893" y="392218"/>
                  </a:lnTo>
                  <a:lnTo>
                    <a:pt x="2931278" y="388803"/>
                  </a:lnTo>
                  <a:lnTo>
                    <a:pt x="2944663" y="385463"/>
                  </a:lnTo>
                  <a:lnTo>
                    <a:pt x="2958048" y="382188"/>
                  </a:lnTo>
                  <a:lnTo>
                    <a:pt x="2971432" y="378944"/>
                  </a:lnTo>
                  <a:lnTo>
                    <a:pt x="2984817" y="375728"/>
                  </a:lnTo>
                  <a:lnTo>
                    <a:pt x="2998202" y="372524"/>
                  </a:lnTo>
                  <a:lnTo>
                    <a:pt x="3011587" y="369307"/>
                  </a:lnTo>
                  <a:lnTo>
                    <a:pt x="3024972" y="366074"/>
                  </a:lnTo>
                  <a:lnTo>
                    <a:pt x="3038357" y="362779"/>
                  </a:lnTo>
                  <a:lnTo>
                    <a:pt x="3051741" y="359416"/>
                  </a:lnTo>
                  <a:lnTo>
                    <a:pt x="3065126" y="355984"/>
                  </a:lnTo>
                  <a:lnTo>
                    <a:pt x="3078511" y="352426"/>
                  </a:lnTo>
                  <a:lnTo>
                    <a:pt x="3091896" y="348723"/>
                  </a:lnTo>
                  <a:lnTo>
                    <a:pt x="3105281" y="344895"/>
                  </a:lnTo>
                  <a:lnTo>
                    <a:pt x="3118666" y="340895"/>
                  </a:lnTo>
                  <a:lnTo>
                    <a:pt x="3132050" y="336650"/>
                  </a:lnTo>
                  <a:lnTo>
                    <a:pt x="3145435" y="332227"/>
                  </a:lnTo>
                  <a:lnTo>
                    <a:pt x="3158820" y="327610"/>
                  </a:lnTo>
                  <a:lnTo>
                    <a:pt x="3172205" y="322635"/>
                  </a:lnTo>
                  <a:lnTo>
                    <a:pt x="3185590" y="317437"/>
                  </a:lnTo>
                  <a:lnTo>
                    <a:pt x="3198975" y="312010"/>
                  </a:lnTo>
                  <a:lnTo>
                    <a:pt x="3212359" y="306186"/>
                  </a:lnTo>
                  <a:lnTo>
                    <a:pt x="3225744" y="300067"/>
                  </a:lnTo>
                  <a:lnTo>
                    <a:pt x="3239129" y="293690"/>
                  </a:lnTo>
                  <a:lnTo>
                    <a:pt x="3252514" y="286932"/>
                  </a:lnTo>
                  <a:lnTo>
                    <a:pt x="3265899" y="279807"/>
                  </a:lnTo>
                  <a:lnTo>
                    <a:pt x="3279284" y="272412"/>
                  </a:lnTo>
                  <a:lnTo>
                    <a:pt x="3292668" y="264684"/>
                  </a:lnTo>
                  <a:lnTo>
                    <a:pt x="3306053" y="256539"/>
                  </a:lnTo>
                  <a:lnTo>
                    <a:pt x="3319438" y="248134"/>
                  </a:lnTo>
                  <a:lnTo>
                    <a:pt x="3332823" y="239469"/>
                  </a:lnTo>
                  <a:lnTo>
                    <a:pt x="3346208" y="230376"/>
                  </a:lnTo>
                  <a:lnTo>
                    <a:pt x="3359593" y="221062"/>
                  </a:lnTo>
                  <a:lnTo>
                    <a:pt x="3372977" y="211532"/>
                  </a:lnTo>
                  <a:lnTo>
                    <a:pt x="3386362" y="201693"/>
                  </a:lnTo>
                  <a:lnTo>
                    <a:pt x="3399747" y="191661"/>
                  </a:lnTo>
                  <a:lnTo>
                    <a:pt x="3413132" y="181482"/>
                  </a:lnTo>
                  <a:lnTo>
                    <a:pt x="3426517" y="171131"/>
                  </a:lnTo>
                  <a:lnTo>
                    <a:pt x="3439902" y="160665"/>
                  </a:lnTo>
                  <a:lnTo>
                    <a:pt x="3453286" y="150146"/>
                  </a:lnTo>
                  <a:lnTo>
                    <a:pt x="3466671" y="139587"/>
                  </a:lnTo>
                  <a:lnTo>
                    <a:pt x="3480056" y="129054"/>
                  </a:lnTo>
                  <a:lnTo>
                    <a:pt x="3493441" y="118583"/>
                  </a:lnTo>
                  <a:lnTo>
                    <a:pt x="3506826" y="108186"/>
                  </a:lnTo>
                  <a:lnTo>
                    <a:pt x="3520211" y="98020"/>
                  </a:lnTo>
                  <a:lnTo>
                    <a:pt x="3533595" y="88047"/>
                  </a:lnTo>
                  <a:lnTo>
                    <a:pt x="3546980" y="78280"/>
                  </a:lnTo>
                  <a:lnTo>
                    <a:pt x="3560365" y="68909"/>
                  </a:lnTo>
                  <a:lnTo>
                    <a:pt x="3573750" y="59926"/>
                  </a:lnTo>
                  <a:lnTo>
                    <a:pt x="3587135" y="51287"/>
                  </a:lnTo>
                  <a:lnTo>
                    <a:pt x="3600520" y="43163"/>
                  </a:lnTo>
                  <a:lnTo>
                    <a:pt x="3613904" y="35673"/>
                  </a:lnTo>
                  <a:lnTo>
                    <a:pt x="3627289" y="28664"/>
                  </a:lnTo>
                  <a:lnTo>
                    <a:pt x="3640674" y="22235"/>
                  </a:lnTo>
                  <a:lnTo>
                    <a:pt x="3654059" y="16728"/>
                  </a:lnTo>
                  <a:lnTo>
                    <a:pt x="3667444" y="11831"/>
                  </a:lnTo>
                  <a:lnTo>
                    <a:pt x="3680829" y="7554"/>
                  </a:lnTo>
                  <a:lnTo>
                    <a:pt x="3694213" y="4442"/>
                  </a:lnTo>
                  <a:lnTo>
                    <a:pt x="3707598" y="2087"/>
                  </a:lnTo>
                  <a:lnTo>
                    <a:pt x="3720983" y="461"/>
                  </a:lnTo>
                  <a:lnTo>
                    <a:pt x="3734368" y="0"/>
                  </a:lnTo>
                  <a:lnTo>
                    <a:pt x="3747753" y="545"/>
                  </a:lnTo>
                  <a:lnTo>
                    <a:pt x="3761138" y="1904"/>
                  </a:lnTo>
                  <a:lnTo>
                    <a:pt x="3774522" y="4359"/>
                  </a:lnTo>
                  <a:lnTo>
                    <a:pt x="3787907" y="8070"/>
                  </a:lnTo>
                  <a:lnTo>
                    <a:pt x="3801292" y="12648"/>
                  </a:lnTo>
                  <a:lnTo>
                    <a:pt x="3814677" y="18199"/>
                  </a:lnTo>
                  <a:lnTo>
                    <a:pt x="3828062" y="25234"/>
                  </a:lnTo>
                  <a:lnTo>
                    <a:pt x="3841447" y="33157"/>
                  </a:lnTo>
                  <a:lnTo>
                    <a:pt x="3854831" y="41969"/>
                  </a:lnTo>
                  <a:lnTo>
                    <a:pt x="3868216" y="52290"/>
                  </a:lnTo>
                  <a:lnTo>
                    <a:pt x="3881601" y="63570"/>
                  </a:lnTo>
                  <a:lnTo>
                    <a:pt x="3894986" y="75723"/>
                  </a:lnTo>
                  <a:lnTo>
                    <a:pt x="3908371" y="89165"/>
                  </a:lnTo>
                  <a:lnTo>
                    <a:pt x="3921756" y="103701"/>
                  </a:lnTo>
                  <a:lnTo>
                    <a:pt x="3935140" y="119064"/>
                  </a:lnTo>
                  <a:lnTo>
                    <a:pt x="3948525" y="135473"/>
                  </a:lnTo>
                  <a:lnTo>
                    <a:pt x="3961910" y="153059"/>
                  </a:lnTo>
                  <a:lnTo>
                    <a:pt x="3975295" y="171399"/>
                  </a:lnTo>
                  <a:lnTo>
                    <a:pt x="3988680" y="190541"/>
                  </a:lnTo>
                  <a:lnTo>
                    <a:pt x="4002065" y="210883"/>
                  </a:lnTo>
                  <a:lnTo>
                    <a:pt x="4015449" y="231882"/>
                  </a:lnTo>
                  <a:lnTo>
                    <a:pt x="4028834" y="253529"/>
                  </a:lnTo>
                  <a:lnTo>
                    <a:pt x="4042219" y="276181"/>
                  </a:lnTo>
                  <a:lnTo>
                    <a:pt x="4055604" y="299457"/>
                  </a:lnTo>
                  <a:lnTo>
                    <a:pt x="4068989" y="323265"/>
                  </a:lnTo>
                  <a:lnTo>
                    <a:pt x="4082374" y="347798"/>
                  </a:lnTo>
                  <a:lnTo>
                    <a:pt x="4095758" y="372920"/>
                  </a:lnTo>
                  <a:lnTo>
                    <a:pt x="4109143" y="398453"/>
                  </a:lnTo>
                  <a:lnTo>
                    <a:pt x="4122528" y="424465"/>
                  </a:lnTo>
                  <a:lnTo>
                    <a:pt x="4135913" y="450982"/>
                  </a:lnTo>
                  <a:lnTo>
                    <a:pt x="4149298" y="477783"/>
                  </a:lnTo>
                  <a:lnTo>
                    <a:pt x="4162683" y="504866"/>
                  </a:lnTo>
                  <a:lnTo>
                    <a:pt x="4176067" y="532323"/>
                  </a:lnTo>
                  <a:lnTo>
                    <a:pt x="4189452" y="559941"/>
                  </a:lnTo>
                  <a:lnTo>
                    <a:pt x="4202837" y="587710"/>
                  </a:lnTo>
                  <a:lnTo>
                    <a:pt x="4216222" y="615652"/>
                  </a:lnTo>
                  <a:lnTo>
                    <a:pt x="4229607" y="643657"/>
                  </a:lnTo>
                  <a:lnTo>
                    <a:pt x="4242992" y="671699"/>
                  </a:lnTo>
                  <a:lnTo>
                    <a:pt x="4256376" y="699751"/>
                  </a:lnTo>
                  <a:lnTo>
                    <a:pt x="4269761" y="727748"/>
                  </a:lnTo>
                  <a:lnTo>
                    <a:pt x="4283146" y="755682"/>
                  </a:lnTo>
                  <a:lnTo>
                    <a:pt x="4296531" y="783515"/>
                  </a:lnTo>
                  <a:lnTo>
                    <a:pt x="4309916" y="811156"/>
                  </a:lnTo>
                  <a:lnTo>
                    <a:pt x="4323301" y="838647"/>
                  </a:lnTo>
                  <a:lnTo>
                    <a:pt x="4336685" y="865978"/>
                  </a:lnTo>
                  <a:lnTo>
                    <a:pt x="4350070" y="892967"/>
                  </a:lnTo>
                  <a:lnTo>
                    <a:pt x="4363455" y="919735"/>
                  </a:lnTo>
                  <a:lnTo>
                    <a:pt x="4376840" y="946277"/>
                  </a:lnTo>
                  <a:lnTo>
                    <a:pt x="4390225" y="972425"/>
                  </a:lnTo>
                  <a:lnTo>
                    <a:pt x="4403610" y="998248"/>
                  </a:lnTo>
                  <a:lnTo>
                    <a:pt x="4416994" y="1023793"/>
                  </a:lnTo>
                  <a:lnTo>
                    <a:pt x="4430379" y="1048935"/>
                  </a:lnTo>
                  <a:lnTo>
                    <a:pt x="4443764" y="1073645"/>
                  </a:lnTo>
                  <a:lnTo>
                    <a:pt x="4457149" y="1098040"/>
                  </a:lnTo>
                  <a:lnTo>
                    <a:pt x="4470534" y="1122057"/>
                  </a:lnTo>
                  <a:lnTo>
                    <a:pt x="4483919" y="1145537"/>
                  </a:lnTo>
                  <a:lnTo>
                    <a:pt x="4497303" y="1168679"/>
                  </a:lnTo>
                  <a:lnTo>
                    <a:pt x="4510688" y="1191480"/>
                  </a:lnTo>
                  <a:lnTo>
                    <a:pt x="4524073" y="1213671"/>
                  </a:lnTo>
                  <a:lnTo>
                    <a:pt x="4537458" y="1235502"/>
                  </a:lnTo>
                  <a:lnTo>
                    <a:pt x="4550843" y="1256982"/>
                  </a:lnTo>
                  <a:lnTo>
                    <a:pt x="4564228" y="1277915"/>
                  </a:lnTo>
                  <a:lnTo>
                    <a:pt x="4577612" y="1298413"/>
                  </a:lnTo>
                  <a:lnTo>
                    <a:pt x="4590997" y="1318559"/>
                  </a:lnTo>
                  <a:lnTo>
                    <a:pt x="4604382" y="1338235"/>
                  </a:lnTo>
                  <a:lnTo>
                    <a:pt x="4617767" y="1357408"/>
                  </a:lnTo>
                  <a:lnTo>
                    <a:pt x="4631152" y="1376237"/>
                  </a:lnTo>
                  <a:lnTo>
                    <a:pt x="4644537" y="1394676"/>
                  </a:lnTo>
                  <a:lnTo>
                    <a:pt x="4657921" y="1412556"/>
                  </a:lnTo>
                  <a:lnTo>
                    <a:pt x="4671306" y="1430104"/>
                  </a:lnTo>
                  <a:lnTo>
                    <a:pt x="4684691" y="1447322"/>
                  </a:lnTo>
                  <a:lnTo>
                    <a:pt x="4698076" y="1463980"/>
                  </a:lnTo>
                  <a:lnTo>
                    <a:pt x="4711461" y="1480299"/>
                  </a:lnTo>
                  <a:lnTo>
                    <a:pt x="4724846" y="1496303"/>
                  </a:lnTo>
                  <a:lnTo>
                    <a:pt x="4738230" y="1511839"/>
                  </a:lnTo>
                  <a:lnTo>
                    <a:pt x="4751615" y="1526991"/>
                  </a:lnTo>
                  <a:lnTo>
                    <a:pt x="4765000" y="1541846"/>
                  </a:lnTo>
                  <a:lnTo>
                    <a:pt x="4778385" y="1556319"/>
                  </a:lnTo>
                  <a:lnTo>
                    <a:pt x="4791770" y="1570371"/>
                  </a:lnTo>
                  <a:lnTo>
                    <a:pt x="4805155" y="1584145"/>
                  </a:lnTo>
                  <a:lnTo>
                    <a:pt x="4818539" y="1597617"/>
                  </a:lnTo>
                  <a:lnTo>
                    <a:pt x="4831924" y="1610639"/>
                  </a:lnTo>
                  <a:lnTo>
                    <a:pt x="4845309" y="1623403"/>
                  </a:lnTo>
                  <a:lnTo>
                    <a:pt x="4858694" y="1635911"/>
                  </a:lnTo>
                  <a:lnTo>
                    <a:pt x="4872079" y="1648001"/>
                  </a:lnTo>
                  <a:lnTo>
                    <a:pt x="4885464" y="1659827"/>
                  </a:lnTo>
                  <a:lnTo>
                    <a:pt x="4898848" y="1671416"/>
                  </a:lnTo>
                  <a:lnTo>
                    <a:pt x="4912233" y="1682665"/>
                  </a:lnTo>
                  <a:lnTo>
                    <a:pt x="4925618" y="1693623"/>
                  </a:lnTo>
                  <a:lnTo>
                    <a:pt x="4939003" y="1704364"/>
                  </a:lnTo>
                  <a:lnTo>
                    <a:pt x="4952388" y="1714835"/>
                  </a:lnTo>
                  <a:lnTo>
                    <a:pt x="4965773" y="1724996"/>
                  </a:lnTo>
                  <a:lnTo>
                    <a:pt x="4979157" y="1734960"/>
                  </a:lnTo>
                  <a:lnTo>
                    <a:pt x="4992542" y="1744717"/>
                  </a:lnTo>
                  <a:lnTo>
                    <a:pt x="5005927" y="1754153"/>
                  </a:lnTo>
                  <a:lnTo>
                    <a:pt x="5019312" y="1763412"/>
                  </a:lnTo>
                  <a:lnTo>
                    <a:pt x="5032697" y="1772496"/>
                  </a:lnTo>
                  <a:lnTo>
                    <a:pt x="5046082" y="1781303"/>
                  </a:lnTo>
                  <a:lnTo>
                    <a:pt x="5059466" y="1789930"/>
                  </a:lnTo>
                  <a:lnTo>
                    <a:pt x="5072851" y="1798401"/>
                  </a:lnTo>
                  <a:lnTo>
                    <a:pt x="5086236" y="1806659"/>
                  </a:lnTo>
                  <a:lnTo>
                    <a:pt x="5099621" y="1814728"/>
                  </a:lnTo>
                  <a:lnTo>
                    <a:pt x="5113006" y="1822665"/>
                  </a:lnTo>
                  <a:lnTo>
                    <a:pt x="5126391" y="1830441"/>
                  </a:lnTo>
                  <a:lnTo>
                    <a:pt x="5139775" y="1838032"/>
                  </a:lnTo>
                  <a:lnTo>
                    <a:pt x="5153160" y="1845512"/>
                  </a:lnTo>
                  <a:lnTo>
                    <a:pt x="5166545" y="1852880"/>
                  </a:lnTo>
                  <a:lnTo>
                    <a:pt x="5179930" y="1860073"/>
                  </a:lnTo>
                  <a:lnTo>
                    <a:pt x="5193315" y="1867179"/>
                  </a:lnTo>
                  <a:lnTo>
                    <a:pt x="5206700" y="1874199"/>
                  </a:lnTo>
                  <a:lnTo>
                    <a:pt x="5220084" y="1881094"/>
                  </a:lnTo>
                  <a:lnTo>
                    <a:pt x="5233469" y="1887911"/>
                  </a:lnTo>
                  <a:lnTo>
                    <a:pt x="5246854" y="1894666"/>
                  </a:lnTo>
                  <a:lnTo>
                    <a:pt x="5260239" y="1901343"/>
                  </a:lnTo>
                  <a:lnTo>
                    <a:pt x="5273624" y="1907958"/>
                  </a:lnTo>
                  <a:lnTo>
                    <a:pt x="5287009" y="1914535"/>
                  </a:lnTo>
                  <a:lnTo>
                    <a:pt x="5300393" y="1921071"/>
                  </a:lnTo>
                  <a:lnTo>
                    <a:pt x="5313778" y="1927571"/>
                  </a:lnTo>
                  <a:lnTo>
                    <a:pt x="5327163" y="1934056"/>
                  </a:lnTo>
                  <a:lnTo>
                    <a:pt x="5340548" y="1940529"/>
                  </a:lnTo>
                  <a:lnTo>
                    <a:pt x="5353933" y="1946999"/>
                  </a:lnTo>
                  <a:lnTo>
                    <a:pt x="5367318" y="1953475"/>
                  </a:lnTo>
                  <a:lnTo>
                    <a:pt x="5380702" y="1959962"/>
                  </a:lnTo>
                  <a:lnTo>
                    <a:pt x="5394087" y="1966475"/>
                  </a:lnTo>
                  <a:lnTo>
                    <a:pt x="5407472" y="1973020"/>
                  </a:lnTo>
                  <a:lnTo>
                    <a:pt x="5420857" y="1979594"/>
                  </a:lnTo>
                  <a:lnTo>
                    <a:pt x="5434242" y="1986215"/>
                  </a:lnTo>
                  <a:lnTo>
                    <a:pt x="5447627" y="1992895"/>
                  </a:lnTo>
                  <a:lnTo>
                    <a:pt x="5461011" y="1999620"/>
                  </a:lnTo>
                  <a:lnTo>
                    <a:pt x="5474396" y="2006402"/>
                  </a:lnTo>
                  <a:lnTo>
                    <a:pt x="5487781" y="2013271"/>
                  </a:lnTo>
                  <a:lnTo>
                    <a:pt x="5501166" y="2020198"/>
                  </a:lnTo>
                  <a:lnTo>
                    <a:pt x="5514551" y="2027183"/>
                  </a:lnTo>
                  <a:lnTo>
                    <a:pt x="5527936" y="2034278"/>
                  </a:lnTo>
                  <a:lnTo>
                    <a:pt x="5541320" y="2041440"/>
                  </a:lnTo>
                  <a:lnTo>
                    <a:pt x="5554705" y="2048667"/>
                  </a:lnTo>
                  <a:lnTo>
                    <a:pt x="5568090" y="2055996"/>
                  </a:lnTo>
                  <a:lnTo>
                    <a:pt x="5581475" y="2063407"/>
                  </a:lnTo>
                  <a:lnTo>
                    <a:pt x="5594860" y="2070885"/>
                  </a:lnTo>
                  <a:lnTo>
                    <a:pt x="5608245" y="2078450"/>
                  </a:lnTo>
                  <a:lnTo>
                    <a:pt x="5621629" y="2086107"/>
                  </a:lnTo>
                  <a:lnTo>
                    <a:pt x="5635014" y="2093824"/>
                  </a:lnTo>
                  <a:lnTo>
                    <a:pt x="5648399" y="2101609"/>
                  </a:lnTo>
                  <a:lnTo>
                    <a:pt x="5661784" y="2109486"/>
                  </a:lnTo>
                  <a:lnTo>
                    <a:pt x="5675169" y="2117413"/>
                  </a:lnTo>
                  <a:lnTo>
                    <a:pt x="5688554" y="2125388"/>
                  </a:lnTo>
                  <a:lnTo>
                    <a:pt x="5701938" y="2133437"/>
                  </a:lnTo>
                  <a:lnTo>
                    <a:pt x="5715323" y="2141523"/>
                  </a:lnTo>
                  <a:lnTo>
                    <a:pt x="5728708" y="2149642"/>
                  </a:lnTo>
                  <a:lnTo>
                    <a:pt x="5742093" y="2157800"/>
                  </a:lnTo>
                  <a:lnTo>
                    <a:pt x="5755478" y="2165979"/>
                  </a:lnTo>
                  <a:lnTo>
                    <a:pt x="5768863" y="2174171"/>
                  </a:lnTo>
                  <a:lnTo>
                    <a:pt x="5782247" y="2182370"/>
                  </a:lnTo>
                  <a:lnTo>
                    <a:pt x="5795632" y="2190563"/>
                  </a:lnTo>
                  <a:lnTo>
                    <a:pt x="5809017" y="2198744"/>
                  </a:lnTo>
                  <a:lnTo>
                    <a:pt x="5822402" y="2206909"/>
                  </a:lnTo>
                  <a:lnTo>
                    <a:pt x="5835787" y="2215026"/>
                  </a:lnTo>
                  <a:lnTo>
                    <a:pt x="5849172" y="2223106"/>
                  </a:lnTo>
                  <a:lnTo>
                    <a:pt x="5862556" y="2231145"/>
                  </a:lnTo>
                  <a:lnTo>
                    <a:pt x="5875941" y="2239099"/>
                  </a:lnTo>
                  <a:lnTo>
                    <a:pt x="5889326" y="2246983"/>
                  </a:lnTo>
                  <a:lnTo>
                    <a:pt x="5902711" y="2254800"/>
                  </a:lnTo>
                  <a:lnTo>
                    <a:pt x="5916096" y="2262508"/>
                  </a:lnTo>
                  <a:lnTo>
                    <a:pt x="5929481" y="2270102"/>
                  </a:lnTo>
                  <a:lnTo>
                    <a:pt x="5942865" y="2277604"/>
                  </a:lnTo>
                  <a:lnTo>
                    <a:pt x="5956250" y="2284984"/>
                  </a:lnTo>
                  <a:lnTo>
                    <a:pt x="5969635" y="2292200"/>
                  </a:lnTo>
                  <a:lnTo>
                    <a:pt x="5983020" y="2299301"/>
                  </a:lnTo>
                  <a:lnTo>
                    <a:pt x="5996405" y="2306279"/>
                  </a:lnTo>
                  <a:lnTo>
                    <a:pt x="6009790" y="2313038"/>
                  </a:lnTo>
                  <a:lnTo>
                    <a:pt x="6023174" y="2319662"/>
                  </a:lnTo>
                  <a:lnTo>
                    <a:pt x="6036559" y="2326152"/>
                  </a:lnTo>
                  <a:lnTo>
                    <a:pt x="6049944" y="2332409"/>
                  </a:lnTo>
                  <a:lnTo>
                    <a:pt x="6063329" y="2338496"/>
                  </a:lnTo>
                  <a:lnTo>
                    <a:pt x="6076714" y="2344434"/>
                  </a:lnTo>
                  <a:lnTo>
                    <a:pt x="6090099" y="2350152"/>
                  </a:lnTo>
                  <a:lnTo>
                    <a:pt x="6103483" y="2355657"/>
                  </a:lnTo>
                  <a:lnTo>
                    <a:pt x="6116868" y="2361002"/>
                  </a:lnTo>
                  <a:lnTo>
                    <a:pt x="6130253" y="2366152"/>
                  </a:lnTo>
                  <a:lnTo>
                    <a:pt x="6143638" y="2371048"/>
                  </a:lnTo>
                  <a:lnTo>
                    <a:pt x="6157023" y="2375781"/>
                  </a:lnTo>
                  <a:lnTo>
                    <a:pt x="6170408" y="2380348"/>
                  </a:lnTo>
                  <a:lnTo>
                    <a:pt x="6183792" y="2384628"/>
                  </a:lnTo>
                  <a:lnTo>
                    <a:pt x="6197177" y="2388746"/>
                  </a:lnTo>
                  <a:lnTo>
                    <a:pt x="6210562" y="2392704"/>
                  </a:lnTo>
                  <a:lnTo>
                    <a:pt x="6223947" y="2396410"/>
                  </a:lnTo>
                  <a:lnTo>
                    <a:pt x="6237332" y="2399931"/>
                  </a:lnTo>
                  <a:lnTo>
                    <a:pt x="6250717" y="2403301"/>
                  </a:lnTo>
                  <a:lnTo>
                    <a:pt x="6264101" y="2406462"/>
                  </a:lnTo>
                  <a:lnTo>
                    <a:pt x="6277486" y="2409421"/>
                  </a:lnTo>
                  <a:lnTo>
                    <a:pt x="6290871" y="2412241"/>
                  </a:lnTo>
                  <a:lnTo>
                    <a:pt x="6304256" y="2414899"/>
                  </a:lnTo>
                  <a:lnTo>
                    <a:pt x="6317641" y="2417349"/>
                  </a:lnTo>
                  <a:lnTo>
                    <a:pt x="6331026" y="2419676"/>
                  </a:lnTo>
                  <a:lnTo>
                    <a:pt x="6344410" y="2421882"/>
                  </a:lnTo>
                  <a:lnTo>
                    <a:pt x="6357795" y="2423890"/>
                  </a:lnTo>
                  <a:lnTo>
                    <a:pt x="6371180" y="2425792"/>
                  </a:lnTo>
                  <a:lnTo>
                    <a:pt x="6384565" y="2427595"/>
                  </a:lnTo>
                  <a:lnTo>
                    <a:pt x="6397950" y="2429253"/>
                  </a:lnTo>
                  <a:lnTo>
                    <a:pt x="6411335" y="2430811"/>
                  </a:lnTo>
                  <a:lnTo>
                    <a:pt x="6424719" y="2432292"/>
                  </a:lnTo>
                  <a:lnTo>
                    <a:pt x="6438104" y="2433676"/>
                  </a:lnTo>
                  <a:lnTo>
                    <a:pt x="6451489" y="2434975"/>
                  </a:lnTo>
                  <a:lnTo>
                    <a:pt x="6464874" y="2436221"/>
                  </a:lnTo>
                  <a:lnTo>
                    <a:pt x="6478259" y="2437411"/>
                  </a:lnTo>
                  <a:lnTo>
                    <a:pt x="6491644" y="2438539"/>
                  </a:lnTo>
                  <a:lnTo>
                    <a:pt x="6505028" y="2439639"/>
                  </a:lnTo>
                  <a:lnTo>
                    <a:pt x="6518413" y="2440714"/>
                  </a:lnTo>
                  <a:lnTo>
                    <a:pt x="6531798" y="2441761"/>
                  </a:lnTo>
                  <a:lnTo>
                    <a:pt x="6545183" y="2442804"/>
                  </a:lnTo>
                  <a:lnTo>
                    <a:pt x="6558568" y="2443844"/>
                  </a:lnTo>
                  <a:lnTo>
                    <a:pt x="6571953" y="2444892"/>
                  </a:lnTo>
                  <a:lnTo>
                    <a:pt x="6585337" y="2445959"/>
                  </a:lnTo>
                  <a:lnTo>
                    <a:pt x="6598722" y="2447045"/>
                  </a:lnTo>
                  <a:lnTo>
                    <a:pt x="6612107" y="2448164"/>
                  </a:lnTo>
                  <a:lnTo>
                    <a:pt x="6625492" y="2449330"/>
                  </a:lnTo>
                  <a:lnTo>
                    <a:pt x="6638877" y="2450534"/>
                  </a:lnTo>
                  <a:lnTo>
                    <a:pt x="6652262" y="2451782"/>
                  </a:lnTo>
                  <a:lnTo>
                    <a:pt x="6665646" y="2453111"/>
                  </a:lnTo>
                  <a:lnTo>
                    <a:pt x="6679031" y="2454492"/>
                  </a:lnTo>
                  <a:lnTo>
                    <a:pt x="6692416" y="2455927"/>
                  </a:lnTo>
                  <a:lnTo>
                    <a:pt x="6705801" y="2457461"/>
                  </a:lnTo>
                  <a:lnTo>
                    <a:pt x="6719186" y="2459065"/>
                  </a:lnTo>
                  <a:lnTo>
                    <a:pt x="6732571" y="2460733"/>
                  </a:lnTo>
                  <a:lnTo>
                    <a:pt x="6745955" y="2462499"/>
                  </a:lnTo>
                  <a:lnTo>
                    <a:pt x="6759340" y="2464356"/>
                  </a:lnTo>
                  <a:lnTo>
                    <a:pt x="6772725" y="2466282"/>
                  </a:lnTo>
                  <a:lnTo>
                    <a:pt x="6786110" y="2468298"/>
                  </a:lnTo>
                  <a:lnTo>
                    <a:pt x="6799495" y="2470422"/>
                  </a:lnTo>
                  <a:lnTo>
                    <a:pt x="6812880" y="2472616"/>
                  </a:lnTo>
                  <a:lnTo>
                    <a:pt x="6826264" y="2474886"/>
                  </a:lnTo>
                  <a:lnTo>
                    <a:pt x="6839649" y="2477275"/>
                  </a:lnTo>
                  <a:lnTo>
                    <a:pt x="6839649" y="2632304"/>
                  </a:lnTo>
                  <a:lnTo>
                    <a:pt x="6826264" y="2632304"/>
                  </a:lnTo>
                  <a:lnTo>
                    <a:pt x="6812880" y="2632304"/>
                  </a:lnTo>
                  <a:lnTo>
                    <a:pt x="6799495" y="2632304"/>
                  </a:lnTo>
                  <a:lnTo>
                    <a:pt x="6786110" y="2632304"/>
                  </a:lnTo>
                  <a:lnTo>
                    <a:pt x="6772725" y="2632304"/>
                  </a:lnTo>
                  <a:lnTo>
                    <a:pt x="6759340" y="2632304"/>
                  </a:lnTo>
                  <a:lnTo>
                    <a:pt x="6745955" y="2632304"/>
                  </a:lnTo>
                  <a:lnTo>
                    <a:pt x="6732571" y="2632304"/>
                  </a:lnTo>
                  <a:lnTo>
                    <a:pt x="6719186" y="2632304"/>
                  </a:lnTo>
                  <a:lnTo>
                    <a:pt x="6705801" y="2632304"/>
                  </a:lnTo>
                  <a:lnTo>
                    <a:pt x="6692416" y="2632304"/>
                  </a:lnTo>
                  <a:lnTo>
                    <a:pt x="6679031" y="2632304"/>
                  </a:lnTo>
                  <a:lnTo>
                    <a:pt x="6665646" y="2632304"/>
                  </a:lnTo>
                  <a:lnTo>
                    <a:pt x="6652262" y="2632304"/>
                  </a:lnTo>
                  <a:lnTo>
                    <a:pt x="6638877" y="2632304"/>
                  </a:lnTo>
                  <a:lnTo>
                    <a:pt x="6625492" y="2632304"/>
                  </a:lnTo>
                  <a:lnTo>
                    <a:pt x="6612107" y="2632304"/>
                  </a:lnTo>
                  <a:lnTo>
                    <a:pt x="6598722" y="2632304"/>
                  </a:lnTo>
                  <a:lnTo>
                    <a:pt x="6585337" y="2632304"/>
                  </a:lnTo>
                  <a:lnTo>
                    <a:pt x="6571953" y="2632304"/>
                  </a:lnTo>
                  <a:lnTo>
                    <a:pt x="6558568" y="2632304"/>
                  </a:lnTo>
                  <a:lnTo>
                    <a:pt x="6545183" y="2632304"/>
                  </a:lnTo>
                  <a:lnTo>
                    <a:pt x="6531798" y="2632304"/>
                  </a:lnTo>
                  <a:lnTo>
                    <a:pt x="6518413" y="2632304"/>
                  </a:lnTo>
                  <a:lnTo>
                    <a:pt x="6505028" y="2632304"/>
                  </a:lnTo>
                  <a:lnTo>
                    <a:pt x="6491644" y="2632304"/>
                  </a:lnTo>
                  <a:lnTo>
                    <a:pt x="6478259" y="2632304"/>
                  </a:lnTo>
                  <a:lnTo>
                    <a:pt x="6464874" y="2632304"/>
                  </a:lnTo>
                  <a:lnTo>
                    <a:pt x="6451489" y="2632304"/>
                  </a:lnTo>
                  <a:lnTo>
                    <a:pt x="6438104" y="2632304"/>
                  </a:lnTo>
                  <a:lnTo>
                    <a:pt x="6424719" y="2632304"/>
                  </a:lnTo>
                  <a:lnTo>
                    <a:pt x="6411335" y="2632304"/>
                  </a:lnTo>
                  <a:lnTo>
                    <a:pt x="6397950" y="2632304"/>
                  </a:lnTo>
                  <a:lnTo>
                    <a:pt x="6384565" y="2632304"/>
                  </a:lnTo>
                  <a:lnTo>
                    <a:pt x="6371180" y="2632304"/>
                  </a:lnTo>
                  <a:lnTo>
                    <a:pt x="6357795" y="2632304"/>
                  </a:lnTo>
                  <a:lnTo>
                    <a:pt x="6344410" y="2632304"/>
                  </a:lnTo>
                  <a:lnTo>
                    <a:pt x="6331026" y="2632304"/>
                  </a:lnTo>
                  <a:lnTo>
                    <a:pt x="6317641" y="2632304"/>
                  </a:lnTo>
                  <a:lnTo>
                    <a:pt x="6304256" y="2632304"/>
                  </a:lnTo>
                  <a:lnTo>
                    <a:pt x="6290871" y="2632304"/>
                  </a:lnTo>
                  <a:lnTo>
                    <a:pt x="6277486" y="2632304"/>
                  </a:lnTo>
                  <a:lnTo>
                    <a:pt x="6264101" y="2632304"/>
                  </a:lnTo>
                  <a:lnTo>
                    <a:pt x="6250717" y="2632304"/>
                  </a:lnTo>
                  <a:lnTo>
                    <a:pt x="6237332" y="2632304"/>
                  </a:lnTo>
                  <a:lnTo>
                    <a:pt x="6223947" y="2632304"/>
                  </a:lnTo>
                  <a:lnTo>
                    <a:pt x="6210562" y="2632304"/>
                  </a:lnTo>
                  <a:lnTo>
                    <a:pt x="6197177" y="2632304"/>
                  </a:lnTo>
                  <a:lnTo>
                    <a:pt x="6183792" y="2632304"/>
                  </a:lnTo>
                  <a:lnTo>
                    <a:pt x="6170408" y="2632304"/>
                  </a:lnTo>
                  <a:lnTo>
                    <a:pt x="6157023" y="2632304"/>
                  </a:lnTo>
                  <a:lnTo>
                    <a:pt x="6143638" y="2632304"/>
                  </a:lnTo>
                  <a:lnTo>
                    <a:pt x="6130253" y="2632304"/>
                  </a:lnTo>
                  <a:lnTo>
                    <a:pt x="6116868" y="2632304"/>
                  </a:lnTo>
                  <a:lnTo>
                    <a:pt x="6103483" y="2632304"/>
                  </a:lnTo>
                  <a:lnTo>
                    <a:pt x="6090099" y="2632304"/>
                  </a:lnTo>
                  <a:lnTo>
                    <a:pt x="6076714" y="2632304"/>
                  </a:lnTo>
                  <a:lnTo>
                    <a:pt x="6063329" y="2632304"/>
                  </a:lnTo>
                  <a:lnTo>
                    <a:pt x="6049944" y="2632304"/>
                  </a:lnTo>
                  <a:lnTo>
                    <a:pt x="6036559" y="2632304"/>
                  </a:lnTo>
                  <a:lnTo>
                    <a:pt x="6023174" y="2632304"/>
                  </a:lnTo>
                  <a:lnTo>
                    <a:pt x="6009790" y="2632304"/>
                  </a:lnTo>
                  <a:lnTo>
                    <a:pt x="5996405" y="2632304"/>
                  </a:lnTo>
                  <a:lnTo>
                    <a:pt x="5983020" y="2632304"/>
                  </a:lnTo>
                  <a:lnTo>
                    <a:pt x="5969635" y="2632304"/>
                  </a:lnTo>
                  <a:lnTo>
                    <a:pt x="5956250" y="2632304"/>
                  </a:lnTo>
                  <a:lnTo>
                    <a:pt x="5942865" y="2632304"/>
                  </a:lnTo>
                  <a:lnTo>
                    <a:pt x="5929481" y="2632304"/>
                  </a:lnTo>
                  <a:lnTo>
                    <a:pt x="5916096" y="2632304"/>
                  </a:lnTo>
                  <a:lnTo>
                    <a:pt x="5902711" y="2632304"/>
                  </a:lnTo>
                  <a:lnTo>
                    <a:pt x="5889326" y="2632304"/>
                  </a:lnTo>
                  <a:lnTo>
                    <a:pt x="5875941" y="2632304"/>
                  </a:lnTo>
                  <a:lnTo>
                    <a:pt x="5862556" y="2632304"/>
                  </a:lnTo>
                  <a:lnTo>
                    <a:pt x="5849172" y="2632304"/>
                  </a:lnTo>
                  <a:lnTo>
                    <a:pt x="5835787" y="2632304"/>
                  </a:lnTo>
                  <a:lnTo>
                    <a:pt x="5822402" y="2632304"/>
                  </a:lnTo>
                  <a:lnTo>
                    <a:pt x="5809017" y="2632304"/>
                  </a:lnTo>
                  <a:lnTo>
                    <a:pt x="5795632" y="2632304"/>
                  </a:lnTo>
                  <a:lnTo>
                    <a:pt x="5782247" y="2632304"/>
                  </a:lnTo>
                  <a:lnTo>
                    <a:pt x="5768863" y="2632304"/>
                  </a:lnTo>
                  <a:lnTo>
                    <a:pt x="5755478" y="2632304"/>
                  </a:lnTo>
                  <a:lnTo>
                    <a:pt x="5742093" y="2632304"/>
                  </a:lnTo>
                  <a:lnTo>
                    <a:pt x="5728708" y="2632304"/>
                  </a:lnTo>
                  <a:lnTo>
                    <a:pt x="5715323" y="2632304"/>
                  </a:lnTo>
                  <a:lnTo>
                    <a:pt x="5701938" y="2632304"/>
                  </a:lnTo>
                  <a:lnTo>
                    <a:pt x="5688554" y="2632304"/>
                  </a:lnTo>
                  <a:lnTo>
                    <a:pt x="5675169" y="2632304"/>
                  </a:lnTo>
                  <a:lnTo>
                    <a:pt x="5661784" y="2632304"/>
                  </a:lnTo>
                  <a:lnTo>
                    <a:pt x="5648399" y="2632304"/>
                  </a:lnTo>
                  <a:lnTo>
                    <a:pt x="5635014" y="2632304"/>
                  </a:lnTo>
                  <a:lnTo>
                    <a:pt x="5621629" y="2632304"/>
                  </a:lnTo>
                  <a:lnTo>
                    <a:pt x="5608245" y="2632304"/>
                  </a:lnTo>
                  <a:lnTo>
                    <a:pt x="5594860" y="2632304"/>
                  </a:lnTo>
                  <a:lnTo>
                    <a:pt x="5581475" y="2632304"/>
                  </a:lnTo>
                  <a:lnTo>
                    <a:pt x="5568090" y="2632304"/>
                  </a:lnTo>
                  <a:lnTo>
                    <a:pt x="5554705" y="2632304"/>
                  </a:lnTo>
                  <a:lnTo>
                    <a:pt x="5541320" y="2632304"/>
                  </a:lnTo>
                  <a:lnTo>
                    <a:pt x="5527936" y="2632304"/>
                  </a:lnTo>
                  <a:lnTo>
                    <a:pt x="5514551" y="2632304"/>
                  </a:lnTo>
                  <a:lnTo>
                    <a:pt x="5501166" y="2632304"/>
                  </a:lnTo>
                  <a:lnTo>
                    <a:pt x="5487781" y="2632304"/>
                  </a:lnTo>
                  <a:lnTo>
                    <a:pt x="5474396" y="2632304"/>
                  </a:lnTo>
                  <a:lnTo>
                    <a:pt x="5461011" y="2632304"/>
                  </a:lnTo>
                  <a:lnTo>
                    <a:pt x="5447627" y="2632304"/>
                  </a:lnTo>
                  <a:lnTo>
                    <a:pt x="5434242" y="2632304"/>
                  </a:lnTo>
                  <a:lnTo>
                    <a:pt x="5420857" y="2632304"/>
                  </a:lnTo>
                  <a:lnTo>
                    <a:pt x="5407472" y="2632304"/>
                  </a:lnTo>
                  <a:lnTo>
                    <a:pt x="5394087" y="2632304"/>
                  </a:lnTo>
                  <a:lnTo>
                    <a:pt x="5380702" y="2632304"/>
                  </a:lnTo>
                  <a:lnTo>
                    <a:pt x="5367318" y="2632304"/>
                  </a:lnTo>
                  <a:lnTo>
                    <a:pt x="5353933" y="2632304"/>
                  </a:lnTo>
                  <a:lnTo>
                    <a:pt x="5340548" y="2632304"/>
                  </a:lnTo>
                  <a:lnTo>
                    <a:pt x="5327163" y="2632304"/>
                  </a:lnTo>
                  <a:lnTo>
                    <a:pt x="5313778" y="2632304"/>
                  </a:lnTo>
                  <a:lnTo>
                    <a:pt x="5300393" y="2632304"/>
                  </a:lnTo>
                  <a:lnTo>
                    <a:pt x="5287009" y="2632304"/>
                  </a:lnTo>
                  <a:lnTo>
                    <a:pt x="5273624" y="2632304"/>
                  </a:lnTo>
                  <a:lnTo>
                    <a:pt x="5260239" y="2632304"/>
                  </a:lnTo>
                  <a:lnTo>
                    <a:pt x="5246854" y="2632304"/>
                  </a:lnTo>
                  <a:lnTo>
                    <a:pt x="5233469" y="2632304"/>
                  </a:lnTo>
                  <a:lnTo>
                    <a:pt x="5220084" y="2632304"/>
                  </a:lnTo>
                  <a:lnTo>
                    <a:pt x="5206700" y="2632304"/>
                  </a:lnTo>
                  <a:lnTo>
                    <a:pt x="5193315" y="2632304"/>
                  </a:lnTo>
                  <a:lnTo>
                    <a:pt x="5179930" y="2632304"/>
                  </a:lnTo>
                  <a:lnTo>
                    <a:pt x="5166545" y="2632304"/>
                  </a:lnTo>
                  <a:lnTo>
                    <a:pt x="5153160" y="2632304"/>
                  </a:lnTo>
                  <a:lnTo>
                    <a:pt x="5139775" y="2632304"/>
                  </a:lnTo>
                  <a:lnTo>
                    <a:pt x="5126391" y="2632304"/>
                  </a:lnTo>
                  <a:lnTo>
                    <a:pt x="5113006" y="2632304"/>
                  </a:lnTo>
                  <a:lnTo>
                    <a:pt x="5099621" y="2632304"/>
                  </a:lnTo>
                  <a:lnTo>
                    <a:pt x="5086236" y="2632304"/>
                  </a:lnTo>
                  <a:lnTo>
                    <a:pt x="5072851" y="2632304"/>
                  </a:lnTo>
                  <a:lnTo>
                    <a:pt x="5059466" y="2632304"/>
                  </a:lnTo>
                  <a:lnTo>
                    <a:pt x="5046082" y="2632304"/>
                  </a:lnTo>
                  <a:lnTo>
                    <a:pt x="5032697" y="2632304"/>
                  </a:lnTo>
                  <a:lnTo>
                    <a:pt x="5019312" y="2632304"/>
                  </a:lnTo>
                  <a:lnTo>
                    <a:pt x="5005927" y="2632304"/>
                  </a:lnTo>
                  <a:lnTo>
                    <a:pt x="4992542" y="2632304"/>
                  </a:lnTo>
                  <a:lnTo>
                    <a:pt x="4979157" y="2632304"/>
                  </a:lnTo>
                  <a:lnTo>
                    <a:pt x="4965773" y="2632304"/>
                  </a:lnTo>
                  <a:lnTo>
                    <a:pt x="4952388" y="2632304"/>
                  </a:lnTo>
                  <a:lnTo>
                    <a:pt x="4939003" y="2632304"/>
                  </a:lnTo>
                  <a:lnTo>
                    <a:pt x="4925618" y="2632304"/>
                  </a:lnTo>
                  <a:lnTo>
                    <a:pt x="4912233" y="2632304"/>
                  </a:lnTo>
                  <a:lnTo>
                    <a:pt x="4898848" y="2632304"/>
                  </a:lnTo>
                  <a:lnTo>
                    <a:pt x="4885464" y="2632304"/>
                  </a:lnTo>
                  <a:lnTo>
                    <a:pt x="4872079" y="2632304"/>
                  </a:lnTo>
                  <a:lnTo>
                    <a:pt x="4858694" y="2632304"/>
                  </a:lnTo>
                  <a:lnTo>
                    <a:pt x="4845309" y="2632304"/>
                  </a:lnTo>
                  <a:lnTo>
                    <a:pt x="4831924" y="2632304"/>
                  </a:lnTo>
                  <a:lnTo>
                    <a:pt x="4818539" y="2632304"/>
                  </a:lnTo>
                  <a:lnTo>
                    <a:pt x="4805155" y="2632304"/>
                  </a:lnTo>
                  <a:lnTo>
                    <a:pt x="4791770" y="2632304"/>
                  </a:lnTo>
                  <a:lnTo>
                    <a:pt x="4778385" y="2632304"/>
                  </a:lnTo>
                  <a:lnTo>
                    <a:pt x="4765000" y="2632304"/>
                  </a:lnTo>
                  <a:lnTo>
                    <a:pt x="4751615" y="2632304"/>
                  </a:lnTo>
                  <a:lnTo>
                    <a:pt x="4738230" y="2632304"/>
                  </a:lnTo>
                  <a:lnTo>
                    <a:pt x="4724846" y="2632304"/>
                  </a:lnTo>
                  <a:lnTo>
                    <a:pt x="4711461" y="2632304"/>
                  </a:lnTo>
                  <a:lnTo>
                    <a:pt x="4698076" y="2632304"/>
                  </a:lnTo>
                  <a:lnTo>
                    <a:pt x="4684691" y="2632304"/>
                  </a:lnTo>
                  <a:lnTo>
                    <a:pt x="4671306" y="2632304"/>
                  </a:lnTo>
                  <a:lnTo>
                    <a:pt x="4657921" y="2632304"/>
                  </a:lnTo>
                  <a:lnTo>
                    <a:pt x="4644537" y="2632304"/>
                  </a:lnTo>
                  <a:lnTo>
                    <a:pt x="4631152" y="2632304"/>
                  </a:lnTo>
                  <a:lnTo>
                    <a:pt x="4617767" y="2632304"/>
                  </a:lnTo>
                  <a:lnTo>
                    <a:pt x="4604382" y="2632304"/>
                  </a:lnTo>
                  <a:lnTo>
                    <a:pt x="4590997" y="2632304"/>
                  </a:lnTo>
                  <a:lnTo>
                    <a:pt x="4577612" y="2632304"/>
                  </a:lnTo>
                  <a:lnTo>
                    <a:pt x="4564228" y="2632304"/>
                  </a:lnTo>
                  <a:lnTo>
                    <a:pt x="4550843" y="2632304"/>
                  </a:lnTo>
                  <a:lnTo>
                    <a:pt x="4537458" y="2632304"/>
                  </a:lnTo>
                  <a:lnTo>
                    <a:pt x="4524073" y="2632304"/>
                  </a:lnTo>
                  <a:lnTo>
                    <a:pt x="4510688" y="2632304"/>
                  </a:lnTo>
                  <a:lnTo>
                    <a:pt x="4497303" y="2632304"/>
                  </a:lnTo>
                  <a:lnTo>
                    <a:pt x="4483919" y="2632304"/>
                  </a:lnTo>
                  <a:lnTo>
                    <a:pt x="4470534" y="2632304"/>
                  </a:lnTo>
                  <a:lnTo>
                    <a:pt x="4457149" y="2632304"/>
                  </a:lnTo>
                  <a:lnTo>
                    <a:pt x="4443764" y="2632304"/>
                  </a:lnTo>
                  <a:lnTo>
                    <a:pt x="4430379" y="2632304"/>
                  </a:lnTo>
                  <a:lnTo>
                    <a:pt x="4416994" y="2632304"/>
                  </a:lnTo>
                  <a:lnTo>
                    <a:pt x="4403610" y="2632304"/>
                  </a:lnTo>
                  <a:lnTo>
                    <a:pt x="4390225" y="2632304"/>
                  </a:lnTo>
                  <a:lnTo>
                    <a:pt x="4376840" y="2632304"/>
                  </a:lnTo>
                  <a:lnTo>
                    <a:pt x="4363455" y="2632304"/>
                  </a:lnTo>
                  <a:lnTo>
                    <a:pt x="4350070" y="2632304"/>
                  </a:lnTo>
                  <a:lnTo>
                    <a:pt x="4336685" y="2632304"/>
                  </a:lnTo>
                  <a:lnTo>
                    <a:pt x="4323301" y="2632304"/>
                  </a:lnTo>
                  <a:lnTo>
                    <a:pt x="4309916" y="2632304"/>
                  </a:lnTo>
                  <a:lnTo>
                    <a:pt x="4296531" y="2632304"/>
                  </a:lnTo>
                  <a:lnTo>
                    <a:pt x="4283146" y="2632304"/>
                  </a:lnTo>
                  <a:lnTo>
                    <a:pt x="4269761" y="2632304"/>
                  </a:lnTo>
                  <a:lnTo>
                    <a:pt x="4256376" y="2632304"/>
                  </a:lnTo>
                  <a:lnTo>
                    <a:pt x="4242992" y="2632304"/>
                  </a:lnTo>
                  <a:lnTo>
                    <a:pt x="4229607" y="2632304"/>
                  </a:lnTo>
                  <a:lnTo>
                    <a:pt x="4216222" y="2632304"/>
                  </a:lnTo>
                  <a:lnTo>
                    <a:pt x="4202837" y="2632304"/>
                  </a:lnTo>
                  <a:lnTo>
                    <a:pt x="4189452" y="2632304"/>
                  </a:lnTo>
                  <a:lnTo>
                    <a:pt x="4176067" y="2632304"/>
                  </a:lnTo>
                  <a:lnTo>
                    <a:pt x="4162683" y="2632304"/>
                  </a:lnTo>
                  <a:lnTo>
                    <a:pt x="4149298" y="2632304"/>
                  </a:lnTo>
                  <a:lnTo>
                    <a:pt x="4135913" y="2632304"/>
                  </a:lnTo>
                  <a:lnTo>
                    <a:pt x="4122528" y="2632304"/>
                  </a:lnTo>
                  <a:lnTo>
                    <a:pt x="4109143" y="2632304"/>
                  </a:lnTo>
                  <a:lnTo>
                    <a:pt x="4095758" y="2632304"/>
                  </a:lnTo>
                  <a:lnTo>
                    <a:pt x="4082374" y="2632304"/>
                  </a:lnTo>
                  <a:lnTo>
                    <a:pt x="4068989" y="2632304"/>
                  </a:lnTo>
                  <a:lnTo>
                    <a:pt x="4055604" y="2632304"/>
                  </a:lnTo>
                  <a:lnTo>
                    <a:pt x="4042219" y="2632304"/>
                  </a:lnTo>
                  <a:lnTo>
                    <a:pt x="4028834" y="2632304"/>
                  </a:lnTo>
                  <a:lnTo>
                    <a:pt x="4015449" y="2632304"/>
                  </a:lnTo>
                  <a:lnTo>
                    <a:pt x="4002065" y="2632304"/>
                  </a:lnTo>
                  <a:lnTo>
                    <a:pt x="3988680" y="2632304"/>
                  </a:lnTo>
                  <a:lnTo>
                    <a:pt x="3975295" y="2632304"/>
                  </a:lnTo>
                  <a:lnTo>
                    <a:pt x="3961910" y="2632304"/>
                  </a:lnTo>
                  <a:lnTo>
                    <a:pt x="3948525" y="2632304"/>
                  </a:lnTo>
                  <a:lnTo>
                    <a:pt x="3935140" y="2632304"/>
                  </a:lnTo>
                  <a:lnTo>
                    <a:pt x="3921756" y="2632304"/>
                  </a:lnTo>
                  <a:lnTo>
                    <a:pt x="3908371" y="2632304"/>
                  </a:lnTo>
                  <a:lnTo>
                    <a:pt x="3894986" y="2632304"/>
                  </a:lnTo>
                  <a:lnTo>
                    <a:pt x="3881601" y="2632304"/>
                  </a:lnTo>
                  <a:lnTo>
                    <a:pt x="3868216" y="2632304"/>
                  </a:lnTo>
                  <a:lnTo>
                    <a:pt x="3854831" y="2632304"/>
                  </a:lnTo>
                  <a:lnTo>
                    <a:pt x="3841447" y="2632304"/>
                  </a:lnTo>
                  <a:lnTo>
                    <a:pt x="3828062" y="2632304"/>
                  </a:lnTo>
                  <a:lnTo>
                    <a:pt x="3814677" y="2632304"/>
                  </a:lnTo>
                  <a:lnTo>
                    <a:pt x="3801292" y="2632304"/>
                  </a:lnTo>
                  <a:lnTo>
                    <a:pt x="3787907" y="2632304"/>
                  </a:lnTo>
                  <a:lnTo>
                    <a:pt x="3774522" y="2632304"/>
                  </a:lnTo>
                  <a:lnTo>
                    <a:pt x="3761138" y="2632304"/>
                  </a:lnTo>
                  <a:lnTo>
                    <a:pt x="3747753" y="2632304"/>
                  </a:lnTo>
                  <a:lnTo>
                    <a:pt x="3734368" y="2632304"/>
                  </a:lnTo>
                  <a:lnTo>
                    <a:pt x="3720983" y="2632304"/>
                  </a:lnTo>
                  <a:lnTo>
                    <a:pt x="3707598" y="2632304"/>
                  </a:lnTo>
                  <a:lnTo>
                    <a:pt x="3694213" y="2632304"/>
                  </a:lnTo>
                  <a:lnTo>
                    <a:pt x="3680829" y="2632304"/>
                  </a:lnTo>
                  <a:lnTo>
                    <a:pt x="3667444" y="2632304"/>
                  </a:lnTo>
                  <a:lnTo>
                    <a:pt x="3654059" y="2632304"/>
                  </a:lnTo>
                  <a:lnTo>
                    <a:pt x="3640674" y="2632304"/>
                  </a:lnTo>
                  <a:lnTo>
                    <a:pt x="3627289" y="2632304"/>
                  </a:lnTo>
                  <a:lnTo>
                    <a:pt x="3613904" y="2632304"/>
                  </a:lnTo>
                  <a:lnTo>
                    <a:pt x="3600520" y="2632304"/>
                  </a:lnTo>
                  <a:lnTo>
                    <a:pt x="3587135" y="2632304"/>
                  </a:lnTo>
                  <a:lnTo>
                    <a:pt x="3573750" y="2632304"/>
                  </a:lnTo>
                  <a:lnTo>
                    <a:pt x="3560365" y="2632304"/>
                  </a:lnTo>
                  <a:lnTo>
                    <a:pt x="3546980" y="2632304"/>
                  </a:lnTo>
                  <a:lnTo>
                    <a:pt x="3533595" y="2632304"/>
                  </a:lnTo>
                  <a:lnTo>
                    <a:pt x="3520211" y="2632304"/>
                  </a:lnTo>
                  <a:lnTo>
                    <a:pt x="3506826" y="2632304"/>
                  </a:lnTo>
                  <a:lnTo>
                    <a:pt x="3493441" y="2632304"/>
                  </a:lnTo>
                  <a:lnTo>
                    <a:pt x="3480056" y="2632304"/>
                  </a:lnTo>
                  <a:lnTo>
                    <a:pt x="3466671" y="2632304"/>
                  </a:lnTo>
                  <a:lnTo>
                    <a:pt x="3453286" y="2632304"/>
                  </a:lnTo>
                  <a:lnTo>
                    <a:pt x="3439902" y="2632304"/>
                  </a:lnTo>
                  <a:lnTo>
                    <a:pt x="3426517" y="2632304"/>
                  </a:lnTo>
                  <a:lnTo>
                    <a:pt x="3413132" y="2632304"/>
                  </a:lnTo>
                  <a:lnTo>
                    <a:pt x="3399747" y="2632304"/>
                  </a:lnTo>
                  <a:lnTo>
                    <a:pt x="3386362" y="2632304"/>
                  </a:lnTo>
                  <a:lnTo>
                    <a:pt x="3372977" y="2632304"/>
                  </a:lnTo>
                  <a:lnTo>
                    <a:pt x="3359593" y="2632304"/>
                  </a:lnTo>
                  <a:lnTo>
                    <a:pt x="3346208" y="2632304"/>
                  </a:lnTo>
                  <a:lnTo>
                    <a:pt x="3332823" y="2632304"/>
                  </a:lnTo>
                  <a:lnTo>
                    <a:pt x="3319438" y="2632304"/>
                  </a:lnTo>
                  <a:lnTo>
                    <a:pt x="3306053" y="2632304"/>
                  </a:lnTo>
                  <a:lnTo>
                    <a:pt x="3292668" y="2632304"/>
                  </a:lnTo>
                  <a:lnTo>
                    <a:pt x="3279284" y="2632304"/>
                  </a:lnTo>
                  <a:lnTo>
                    <a:pt x="3265899" y="2632304"/>
                  </a:lnTo>
                  <a:lnTo>
                    <a:pt x="3252514" y="2632304"/>
                  </a:lnTo>
                  <a:lnTo>
                    <a:pt x="3239129" y="2632304"/>
                  </a:lnTo>
                  <a:lnTo>
                    <a:pt x="3225744" y="2632304"/>
                  </a:lnTo>
                  <a:lnTo>
                    <a:pt x="3212359" y="2632304"/>
                  </a:lnTo>
                  <a:lnTo>
                    <a:pt x="3198975" y="2632304"/>
                  </a:lnTo>
                  <a:lnTo>
                    <a:pt x="3185590" y="2632304"/>
                  </a:lnTo>
                  <a:lnTo>
                    <a:pt x="3172205" y="2632304"/>
                  </a:lnTo>
                  <a:lnTo>
                    <a:pt x="3158820" y="2632304"/>
                  </a:lnTo>
                  <a:lnTo>
                    <a:pt x="3145435" y="2632304"/>
                  </a:lnTo>
                  <a:lnTo>
                    <a:pt x="3132050" y="2632304"/>
                  </a:lnTo>
                  <a:lnTo>
                    <a:pt x="3118666" y="2632304"/>
                  </a:lnTo>
                  <a:lnTo>
                    <a:pt x="3105281" y="2632304"/>
                  </a:lnTo>
                  <a:lnTo>
                    <a:pt x="3091896" y="2632304"/>
                  </a:lnTo>
                  <a:lnTo>
                    <a:pt x="3078511" y="2632304"/>
                  </a:lnTo>
                  <a:lnTo>
                    <a:pt x="3065126" y="2632304"/>
                  </a:lnTo>
                  <a:lnTo>
                    <a:pt x="3051741" y="2632304"/>
                  </a:lnTo>
                  <a:lnTo>
                    <a:pt x="3038357" y="2632304"/>
                  </a:lnTo>
                  <a:lnTo>
                    <a:pt x="3024972" y="2632304"/>
                  </a:lnTo>
                  <a:lnTo>
                    <a:pt x="3011587" y="2632304"/>
                  </a:lnTo>
                  <a:lnTo>
                    <a:pt x="2998202" y="2632304"/>
                  </a:lnTo>
                  <a:lnTo>
                    <a:pt x="2984817" y="2632304"/>
                  </a:lnTo>
                  <a:lnTo>
                    <a:pt x="2971432" y="2632304"/>
                  </a:lnTo>
                  <a:lnTo>
                    <a:pt x="2958048" y="2632304"/>
                  </a:lnTo>
                  <a:lnTo>
                    <a:pt x="2944663" y="2632304"/>
                  </a:lnTo>
                  <a:lnTo>
                    <a:pt x="2931278" y="2632304"/>
                  </a:lnTo>
                  <a:lnTo>
                    <a:pt x="2917893" y="2632304"/>
                  </a:lnTo>
                  <a:lnTo>
                    <a:pt x="2904508" y="2632304"/>
                  </a:lnTo>
                  <a:lnTo>
                    <a:pt x="2891123" y="2632304"/>
                  </a:lnTo>
                  <a:lnTo>
                    <a:pt x="2877739" y="2632304"/>
                  </a:lnTo>
                  <a:lnTo>
                    <a:pt x="2864354" y="2632304"/>
                  </a:lnTo>
                  <a:lnTo>
                    <a:pt x="2850969" y="2632304"/>
                  </a:lnTo>
                  <a:lnTo>
                    <a:pt x="2837584" y="2632304"/>
                  </a:lnTo>
                  <a:lnTo>
                    <a:pt x="2824199" y="2632304"/>
                  </a:lnTo>
                  <a:lnTo>
                    <a:pt x="2810814" y="2632304"/>
                  </a:lnTo>
                  <a:lnTo>
                    <a:pt x="2797430" y="2632304"/>
                  </a:lnTo>
                  <a:lnTo>
                    <a:pt x="2784045" y="2632304"/>
                  </a:lnTo>
                  <a:lnTo>
                    <a:pt x="2770660" y="2632304"/>
                  </a:lnTo>
                  <a:lnTo>
                    <a:pt x="2757275" y="2632304"/>
                  </a:lnTo>
                  <a:lnTo>
                    <a:pt x="2743890" y="2632304"/>
                  </a:lnTo>
                  <a:lnTo>
                    <a:pt x="2730505" y="2632304"/>
                  </a:lnTo>
                  <a:lnTo>
                    <a:pt x="2717121" y="2632304"/>
                  </a:lnTo>
                  <a:lnTo>
                    <a:pt x="2703736" y="2632304"/>
                  </a:lnTo>
                  <a:lnTo>
                    <a:pt x="2690351" y="2632304"/>
                  </a:lnTo>
                  <a:lnTo>
                    <a:pt x="2676966" y="2632304"/>
                  </a:lnTo>
                  <a:lnTo>
                    <a:pt x="2663581" y="2632304"/>
                  </a:lnTo>
                  <a:lnTo>
                    <a:pt x="2650196" y="2632304"/>
                  </a:lnTo>
                  <a:lnTo>
                    <a:pt x="2636812" y="2632304"/>
                  </a:lnTo>
                  <a:lnTo>
                    <a:pt x="2623427" y="2632304"/>
                  </a:lnTo>
                  <a:lnTo>
                    <a:pt x="2610042" y="2632304"/>
                  </a:lnTo>
                  <a:lnTo>
                    <a:pt x="2596657" y="2632304"/>
                  </a:lnTo>
                  <a:lnTo>
                    <a:pt x="2583272" y="2632304"/>
                  </a:lnTo>
                  <a:lnTo>
                    <a:pt x="2569887" y="2632304"/>
                  </a:lnTo>
                  <a:lnTo>
                    <a:pt x="2556503" y="2632304"/>
                  </a:lnTo>
                  <a:lnTo>
                    <a:pt x="2543118" y="2632304"/>
                  </a:lnTo>
                  <a:lnTo>
                    <a:pt x="2529733" y="2632304"/>
                  </a:lnTo>
                  <a:lnTo>
                    <a:pt x="2516348" y="2632304"/>
                  </a:lnTo>
                  <a:lnTo>
                    <a:pt x="2502963" y="2632304"/>
                  </a:lnTo>
                  <a:lnTo>
                    <a:pt x="2489578" y="2632304"/>
                  </a:lnTo>
                  <a:lnTo>
                    <a:pt x="2476194" y="2632304"/>
                  </a:lnTo>
                  <a:lnTo>
                    <a:pt x="2462809" y="2632304"/>
                  </a:lnTo>
                  <a:lnTo>
                    <a:pt x="2449424" y="2632304"/>
                  </a:lnTo>
                  <a:lnTo>
                    <a:pt x="2436039" y="2632304"/>
                  </a:lnTo>
                  <a:lnTo>
                    <a:pt x="2422654" y="2632304"/>
                  </a:lnTo>
                  <a:lnTo>
                    <a:pt x="2409269" y="2632304"/>
                  </a:lnTo>
                  <a:lnTo>
                    <a:pt x="2395885" y="2632304"/>
                  </a:lnTo>
                  <a:lnTo>
                    <a:pt x="2382500" y="2632304"/>
                  </a:lnTo>
                  <a:lnTo>
                    <a:pt x="2369115" y="2632304"/>
                  </a:lnTo>
                  <a:lnTo>
                    <a:pt x="2355730" y="2632304"/>
                  </a:lnTo>
                  <a:lnTo>
                    <a:pt x="2342345" y="2632304"/>
                  </a:lnTo>
                  <a:lnTo>
                    <a:pt x="2328960" y="2632304"/>
                  </a:lnTo>
                  <a:lnTo>
                    <a:pt x="2315576" y="2632304"/>
                  </a:lnTo>
                  <a:lnTo>
                    <a:pt x="2302191" y="2632304"/>
                  </a:lnTo>
                  <a:lnTo>
                    <a:pt x="2288806" y="2632304"/>
                  </a:lnTo>
                  <a:lnTo>
                    <a:pt x="2275421" y="2632304"/>
                  </a:lnTo>
                  <a:lnTo>
                    <a:pt x="2262036" y="2632304"/>
                  </a:lnTo>
                  <a:lnTo>
                    <a:pt x="2248651" y="2632304"/>
                  </a:lnTo>
                  <a:lnTo>
                    <a:pt x="2235267" y="2632304"/>
                  </a:lnTo>
                  <a:lnTo>
                    <a:pt x="2221882" y="2632304"/>
                  </a:lnTo>
                  <a:lnTo>
                    <a:pt x="2208497" y="2632304"/>
                  </a:lnTo>
                  <a:lnTo>
                    <a:pt x="2195112" y="2632304"/>
                  </a:lnTo>
                  <a:lnTo>
                    <a:pt x="2181727" y="2632304"/>
                  </a:lnTo>
                  <a:lnTo>
                    <a:pt x="2168342" y="2632304"/>
                  </a:lnTo>
                  <a:lnTo>
                    <a:pt x="2154958" y="2632304"/>
                  </a:lnTo>
                  <a:lnTo>
                    <a:pt x="2141573" y="2632304"/>
                  </a:lnTo>
                  <a:lnTo>
                    <a:pt x="2128188" y="2632304"/>
                  </a:lnTo>
                  <a:lnTo>
                    <a:pt x="2114803" y="2632304"/>
                  </a:lnTo>
                  <a:lnTo>
                    <a:pt x="2101418" y="2632304"/>
                  </a:lnTo>
                  <a:lnTo>
                    <a:pt x="2088033" y="2632304"/>
                  </a:lnTo>
                  <a:lnTo>
                    <a:pt x="2074649" y="2632304"/>
                  </a:lnTo>
                  <a:lnTo>
                    <a:pt x="2061264" y="2632304"/>
                  </a:lnTo>
                  <a:lnTo>
                    <a:pt x="2047879" y="2632304"/>
                  </a:lnTo>
                  <a:lnTo>
                    <a:pt x="2034494" y="2632304"/>
                  </a:lnTo>
                  <a:lnTo>
                    <a:pt x="2021109" y="2632304"/>
                  </a:lnTo>
                  <a:lnTo>
                    <a:pt x="2007724" y="2632304"/>
                  </a:lnTo>
                  <a:lnTo>
                    <a:pt x="1994340" y="2632304"/>
                  </a:lnTo>
                  <a:lnTo>
                    <a:pt x="1980955" y="2632304"/>
                  </a:lnTo>
                  <a:lnTo>
                    <a:pt x="1967570" y="2632304"/>
                  </a:lnTo>
                  <a:lnTo>
                    <a:pt x="1954185" y="2632304"/>
                  </a:lnTo>
                  <a:lnTo>
                    <a:pt x="1940800" y="2632304"/>
                  </a:lnTo>
                  <a:lnTo>
                    <a:pt x="1927415" y="2632304"/>
                  </a:lnTo>
                  <a:lnTo>
                    <a:pt x="1914031" y="2632304"/>
                  </a:lnTo>
                  <a:lnTo>
                    <a:pt x="1900646" y="2632304"/>
                  </a:lnTo>
                  <a:lnTo>
                    <a:pt x="1887261" y="2632304"/>
                  </a:lnTo>
                  <a:lnTo>
                    <a:pt x="1873876" y="2632304"/>
                  </a:lnTo>
                  <a:lnTo>
                    <a:pt x="1860491" y="2632304"/>
                  </a:lnTo>
                  <a:lnTo>
                    <a:pt x="1847106" y="2632304"/>
                  </a:lnTo>
                  <a:lnTo>
                    <a:pt x="1833722" y="2632304"/>
                  </a:lnTo>
                  <a:lnTo>
                    <a:pt x="1820337" y="2632304"/>
                  </a:lnTo>
                  <a:lnTo>
                    <a:pt x="1806952" y="2632304"/>
                  </a:lnTo>
                  <a:lnTo>
                    <a:pt x="1793567" y="2632304"/>
                  </a:lnTo>
                  <a:lnTo>
                    <a:pt x="1780182" y="2632304"/>
                  </a:lnTo>
                  <a:lnTo>
                    <a:pt x="1766797" y="2632304"/>
                  </a:lnTo>
                  <a:lnTo>
                    <a:pt x="1753413" y="2632304"/>
                  </a:lnTo>
                  <a:lnTo>
                    <a:pt x="1740028" y="2632304"/>
                  </a:lnTo>
                  <a:lnTo>
                    <a:pt x="1726643" y="2632304"/>
                  </a:lnTo>
                  <a:lnTo>
                    <a:pt x="1713258" y="2632304"/>
                  </a:lnTo>
                  <a:lnTo>
                    <a:pt x="1699873" y="2632304"/>
                  </a:lnTo>
                  <a:lnTo>
                    <a:pt x="1686488" y="2632304"/>
                  </a:lnTo>
                  <a:lnTo>
                    <a:pt x="1673104" y="2632304"/>
                  </a:lnTo>
                  <a:lnTo>
                    <a:pt x="1659719" y="2632304"/>
                  </a:lnTo>
                  <a:lnTo>
                    <a:pt x="1646334" y="2632304"/>
                  </a:lnTo>
                  <a:lnTo>
                    <a:pt x="1632949" y="2632304"/>
                  </a:lnTo>
                  <a:lnTo>
                    <a:pt x="1619564" y="2632304"/>
                  </a:lnTo>
                  <a:lnTo>
                    <a:pt x="1606179" y="2632304"/>
                  </a:lnTo>
                  <a:lnTo>
                    <a:pt x="1592795" y="2632304"/>
                  </a:lnTo>
                  <a:lnTo>
                    <a:pt x="1579410" y="2632304"/>
                  </a:lnTo>
                  <a:lnTo>
                    <a:pt x="1566025" y="2632304"/>
                  </a:lnTo>
                  <a:lnTo>
                    <a:pt x="1552640" y="2632304"/>
                  </a:lnTo>
                  <a:lnTo>
                    <a:pt x="1539255" y="2632304"/>
                  </a:lnTo>
                  <a:lnTo>
                    <a:pt x="1525870" y="2632304"/>
                  </a:lnTo>
                  <a:lnTo>
                    <a:pt x="1512486" y="2632304"/>
                  </a:lnTo>
                  <a:lnTo>
                    <a:pt x="1499101" y="2632304"/>
                  </a:lnTo>
                  <a:lnTo>
                    <a:pt x="1485716" y="2632304"/>
                  </a:lnTo>
                  <a:lnTo>
                    <a:pt x="1472331" y="2632304"/>
                  </a:lnTo>
                  <a:lnTo>
                    <a:pt x="1458946" y="2632304"/>
                  </a:lnTo>
                  <a:lnTo>
                    <a:pt x="1445561" y="2632304"/>
                  </a:lnTo>
                  <a:lnTo>
                    <a:pt x="1432177" y="2632304"/>
                  </a:lnTo>
                  <a:lnTo>
                    <a:pt x="1418792" y="2632304"/>
                  </a:lnTo>
                  <a:lnTo>
                    <a:pt x="1405407" y="2632304"/>
                  </a:lnTo>
                  <a:lnTo>
                    <a:pt x="1392022" y="2632304"/>
                  </a:lnTo>
                  <a:lnTo>
                    <a:pt x="1378637" y="2632304"/>
                  </a:lnTo>
                  <a:lnTo>
                    <a:pt x="1365252" y="2632304"/>
                  </a:lnTo>
                  <a:lnTo>
                    <a:pt x="1351868" y="2632304"/>
                  </a:lnTo>
                  <a:lnTo>
                    <a:pt x="1338483" y="2632304"/>
                  </a:lnTo>
                  <a:lnTo>
                    <a:pt x="1325098" y="2632304"/>
                  </a:lnTo>
                  <a:lnTo>
                    <a:pt x="1311713" y="2632304"/>
                  </a:lnTo>
                  <a:lnTo>
                    <a:pt x="1298328" y="2632304"/>
                  </a:lnTo>
                  <a:lnTo>
                    <a:pt x="1284943" y="2632304"/>
                  </a:lnTo>
                  <a:lnTo>
                    <a:pt x="1271559" y="2632304"/>
                  </a:lnTo>
                  <a:lnTo>
                    <a:pt x="1258174" y="2632304"/>
                  </a:lnTo>
                  <a:lnTo>
                    <a:pt x="1244789" y="2632304"/>
                  </a:lnTo>
                  <a:lnTo>
                    <a:pt x="1231404" y="2632304"/>
                  </a:lnTo>
                  <a:lnTo>
                    <a:pt x="1218019" y="2632304"/>
                  </a:lnTo>
                  <a:lnTo>
                    <a:pt x="1204634" y="2632304"/>
                  </a:lnTo>
                  <a:lnTo>
                    <a:pt x="1191250" y="2632304"/>
                  </a:lnTo>
                  <a:lnTo>
                    <a:pt x="1177865" y="2632304"/>
                  </a:lnTo>
                  <a:lnTo>
                    <a:pt x="1164480" y="2632304"/>
                  </a:lnTo>
                  <a:lnTo>
                    <a:pt x="1151095" y="2632304"/>
                  </a:lnTo>
                  <a:lnTo>
                    <a:pt x="1137710" y="2632304"/>
                  </a:lnTo>
                  <a:lnTo>
                    <a:pt x="1124325" y="2632304"/>
                  </a:lnTo>
                  <a:lnTo>
                    <a:pt x="1110941" y="2632304"/>
                  </a:lnTo>
                  <a:lnTo>
                    <a:pt x="1097556" y="2632304"/>
                  </a:lnTo>
                  <a:lnTo>
                    <a:pt x="1084171" y="2632304"/>
                  </a:lnTo>
                  <a:lnTo>
                    <a:pt x="1070786" y="2632304"/>
                  </a:lnTo>
                  <a:lnTo>
                    <a:pt x="1057401" y="2632304"/>
                  </a:lnTo>
                  <a:lnTo>
                    <a:pt x="1044016" y="2632304"/>
                  </a:lnTo>
                  <a:lnTo>
                    <a:pt x="1030632" y="2632304"/>
                  </a:lnTo>
                  <a:lnTo>
                    <a:pt x="1017247" y="2632304"/>
                  </a:lnTo>
                  <a:lnTo>
                    <a:pt x="1003862" y="2632304"/>
                  </a:lnTo>
                  <a:lnTo>
                    <a:pt x="990477" y="2632304"/>
                  </a:lnTo>
                  <a:lnTo>
                    <a:pt x="977092" y="2632304"/>
                  </a:lnTo>
                  <a:lnTo>
                    <a:pt x="963707" y="2632304"/>
                  </a:lnTo>
                  <a:lnTo>
                    <a:pt x="950323" y="2632304"/>
                  </a:lnTo>
                  <a:lnTo>
                    <a:pt x="936938" y="2632304"/>
                  </a:lnTo>
                  <a:lnTo>
                    <a:pt x="923553" y="2632304"/>
                  </a:lnTo>
                  <a:lnTo>
                    <a:pt x="910168" y="2632304"/>
                  </a:lnTo>
                  <a:lnTo>
                    <a:pt x="896783" y="2632304"/>
                  </a:lnTo>
                  <a:lnTo>
                    <a:pt x="883398" y="2632304"/>
                  </a:lnTo>
                  <a:lnTo>
                    <a:pt x="870014" y="2632304"/>
                  </a:lnTo>
                  <a:lnTo>
                    <a:pt x="856629" y="2632304"/>
                  </a:lnTo>
                  <a:lnTo>
                    <a:pt x="843244" y="2632304"/>
                  </a:lnTo>
                  <a:lnTo>
                    <a:pt x="829859" y="2632304"/>
                  </a:lnTo>
                  <a:lnTo>
                    <a:pt x="816474" y="2632304"/>
                  </a:lnTo>
                  <a:lnTo>
                    <a:pt x="803089" y="2632304"/>
                  </a:lnTo>
                  <a:lnTo>
                    <a:pt x="789705" y="2632304"/>
                  </a:lnTo>
                  <a:lnTo>
                    <a:pt x="776320" y="2632304"/>
                  </a:lnTo>
                  <a:lnTo>
                    <a:pt x="762935" y="2632304"/>
                  </a:lnTo>
                  <a:lnTo>
                    <a:pt x="749550" y="2632304"/>
                  </a:lnTo>
                  <a:lnTo>
                    <a:pt x="736165" y="2632304"/>
                  </a:lnTo>
                  <a:lnTo>
                    <a:pt x="722780" y="2632304"/>
                  </a:lnTo>
                  <a:lnTo>
                    <a:pt x="709396" y="2632304"/>
                  </a:lnTo>
                  <a:lnTo>
                    <a:pt x="696011" y="2632304"/>
                  </a:lnTo>
                  <a:lnTo>
                    <a:pt x="682626" y="2632304"/>
                  </a:lnTo>
                  <a:lnTo>
                    <a:pt x="669241" y="2632304"/>
                  </a:lnTo>
                  <a:lnTo>
                    <a:pt x="655856" y="2632304"/>
                  </a:lnTo>
                  <a:lnTo>
                    <a:pt x="642471" y="2632304"/>
                  </a:lnTo>
                  <a:lnTo>
                    <a:pt x="629087" y="2632304"/>
                  </a:lnTo>
                  <a:lnTo>
                    <a:pt x="615702" y="2632304"/>
                  </a:lnTo>
                  <a:lnTo>
                    <a:pt x="602317" y="2632304"/>
                  </a:lnTo>
                  <a:lnTo>
                    <a:pt x="588932" y="2632304"/>
                  </a:lnTo>
                  <a:lnTo>
                    <a:pt x="575547" y="2632304"/>
                  </a:lnTo>
                  <a:lnTo>
                    <a:pt x="562162" y="2632304"/>
                  </a:lnTo>
                  <a:lnTo>
                    <a:pt x="548778" y="2632304"/>
                  </a:lnTo>
                  <a:lnTo>
                    <a:pt x="535393" y="2632304"/>
                  </a:lnTo>
                  <a:lnTo>
                    <a:pt x="522008" y="2632304"/>
                  </a:lnTo>
                  <a:lnTo>
                    <a:pt x="508623" y="2632304"/>
                  </a:lnTo>
                  <a:lnTo>
                    <a:pt x="495238" y="2632304"/>
                  </a:lnTo>
                  <a:lnTo>
                    <a:pt x="481853" y="2632304"/>
                  </a:lnTo>
                  <a:lnTo>
                    <a:pt x="468469" y="2632304"/>
                  </a:lnTo>
                  <a:lnTo>
                    <a:pt x="455084" y="2632304"/>
                  </a:lnTo>
                  <a:lnTo>
                    <a:pt x="441699" y="2632304"/>
                  </a:lnTo>
                  <a:lnTo>
                    <a:pt x="428314" y="2632304"/>
                  </a:lnTo>
                  <a:lnTo>
                    <a:pt x="414929" y="2632304"/>
                  </a:lnTo>
                  <a:lnTo>
                    <a:pt x="401544" y="2632304"/>
                  </a:lnTo>
                  <a:lnTo>
                    <a:pt x="388160" y="2632304"/>
                  </a:lnTo>
                  <a:lnTo>
                    <a:pt x="374775" y="2632304"/>
                  </a:lnTo>
                  <a:lnTo>
                    <a:pt x="361390" y="2632304"/>
                  </a:lnTo>
                  <a:lnTo>
                    <a:pt x="348005" y="2632304"/>
                  </a:lnTo>
                  <a:lnTo>
                    <a:pt x="334620" y="2632304"/>
                  </a:lnTo>
                  <a:lnTo>
                    <a:pt x="321235" y="2632304"/>
                  </a:lnTo>
                  <a:lnTo>
                    <a:pt x="307851" y="2632304"/>
                  </a:lnTo>
                  <a:lnTo>
                    <a:pt x="294466" y="2632304"/>
                  </a:lnTo>
                  <a:lnTo>
                    <a:pt x="281081" y="2632304"/>
                  </a:lnTo>
                  <a:lnTo>
                    <a:pt x="267696" y="2632304"/>
                  </a:lnTo>
                  <a:lnTo>
                    <a:pt x="254311" y="2632304"/>
                  </a:lnTo>
                  <a:lnTo>
                    <a:pt x="240926" y="2632304"/>
                  </a:lnTo>
                  <a:lnTo>
                    <a:pt x="227542" y="2632304"/>
                  </a:lnTo>
                  <a:lnTo>
                    <a:pt x="214157" y="2632304"/>
                  </a:lnTo>
                  <a:lnTo>
                    <a:pt x="200772" y="2632304"/>
                  </a:lnTo>
                  <a:lnTo>
                    <a:pt x="187387" y="2632304"/>
                  </a:lnTo>
                  <a:lnTo>
                    <a:pt x="174002" y="2632304"/>
                  </a:lnTo>
                  <a:lnTo>
                    <a:pt x="160617" y="2632304"/>
                  </a:lnTo>
                  <a:lnTo>
                    <a:pt x="147233" y="2632304"/>
                  </a:lnTo>
                  <a:lnTo>
                    <a:pt x="133848" y="2632304"/>
                  </a:lnTo>
                  <a:lnTo>
                    <a:pt x="120463" y="2632304"/>
                  </a:lnTo>
                  <a:lnTo>
                    <a:pt x="107078" y="2632304"/>
                  </a:lnTo>
                  <a:lnTo>
                    <a:pt x="93693" y="2632304"/>
                  </a:lnTo>
                  <a:lnTo>
                    <a:pt x="80308" y="2632304"/>
                  </a:lnTo>
                  <a:lnTo>
                    <a:pt x="66924" y="2632304"/>
                  </a:lnTo>
                  <a:lnTo>
                    <a:pt x="53539" y="2632304"/>
                  </a:lnTo>
                  <a:lnTo>
                    <a:pt x="40154" y="2632304"/>
                  </a:lnTo>
                  <a:lnTo>
                    <a:pt x="26769" y="2632304"/>
                  </a:lnTo>
                  <a:lnTo>
                    <a:pt x="13384" y="263230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2915320"/>
              <a:ext cx="6839649" cy="2632257"/>
            </a:xfrm>
            <a:custGeom>
              <a:avLst/>
              <a:pathLst>
                <a:path w="6839649" h="2632257">
                  <a:moveTo>
                    <a:pt x="0" y="2632257"/>
                  </a:moveTo>
                  <a:lnTo>
                    <a:pt x="13384" y="2632249"/>
                  </a:lnTo>
                  <a:lnTo>
                    <a:pt x="26769" y="2632240"/>
                  </a:lnTo>
                  <a:lnTo>
                    <a:pt x="40154" y="2632230"/>
                  </a:lnTo>
                  <a:lnTo>
                    <a:pt x="53539" y="2632219"/>
                  </a:lnTo>
                  <a:lnTo>
                    <a:pt x="66924" y="2632206"/>
                  </a:lnTo>
                  <a:lnTo>
                    <a:pt x="80308" y="2632191"/>
                  </a:lnTo>
                  <a:lnTo>
                    <a:pt x="93693" y="2632174"/>
                  </a:lnTo>
                  <a:lnTo>
                    <a:pt x="107078" y="2632155"/>
                  </a:lnTo>
                  <a:lnTo>
                    <a:pt x="120463" y="2632133"/>
                  </a:lnTo>
                  <a:lnTo>
                    <a:pt x="133848" y="2632108"/>
                  </a:lnTo>
                  <a:lnTo>
                    <a:pt x="147233" y="2632081"/>
                  </a:lnTo>
                  <a:lnTo>
                    <a:pt x="160617" y="2632048"/>
                  </a:lnTo>
                  <a:lnTo>
                    <a:pt x="174002" y="2632011"/>
                  </a:lnTo>
                  <a:lnTo>
                    <a:pt x="187387" y="2631972"/>
                  </a:lnTo>
                  <a:lnTo>
                    <a:pt x="200772" y="2631925"/>
                  </a:lnTo>
                  <a:lnTo>
                    <a:pt x="214157" y="2631872"/>
                  </a:lnTo>
                  <a:lnTo>
                    <a:pt x="227542" y="2631814"/>
                  </a:lnTo>
                  <a:lnTo>
                    <a:pt x="240926" y="2631748"/>
                  </a:lnTo>
                  <a:lnTo>
                    <a:pt x="254311" y="2631673"/>
                  </a:lnTo>
                  <a:lnTo>
                    <a:pt x="267696" y="2631591"/>
                  </a:lnTo>
                  <a:lnTo>
                    <a:pt x="281081" y="2631499"/>
                  </a:lnTo>
                  <a:lnTo>
                    <a:pt x="294466" y="2631393"/>
                  </a:lnTo>
                  <a:lnTo>
                    <a:pt x="307851" y="2631276"/>
                  </a:lnTo>
                  <a:lnTo>
                    <a:pt x="321235" y="2631149"/>
                  </a:lnTo>
                  <a:lnTo>
                    <a:pt x="334620" y="2631001"/>
                  </a:lnTo>
                  <a:lnTo>
                    <a:pt x="348005" y="2630840"/>
                  </a:lnTo>
                  <a:lnTo>
                    <a:pt x="361390" y="2630664"/>
                  </a:lnTo>
                  <a:lnTo>
                    <a:pt x="374775" y="2630462"/>
                  </a:lnTo>
                  <a:lnTo>
                    <a:pt x="388160" y="2630239"/>
                  </a:lnTo>
                  <a:lnTo>
                    <a:pt x="401544" y="2629998"/>
                  </a:lnTo>
                  <a:lnTo>
                    <a:pt x="414929" y="2629727"/>
                  </a:lnTo>
                  <a:lnTo>
                    <a:pt x="428314" y="2629424"/>
                  </a:lnTo>
                  <a:lnTo>
                    <a:pt x="441699" y="2629096"/>
                  </a:lnTo>
                  <a:lnTo>
                    <a:pt x="455084" y="2628736"/>
                  </a:lnTo>
                  <a:lnTo>
                    <a:pt x="468469" y="2628329"/>
                  </a:lnTo>
                  <a:lnTo>
                    <a:pt x="481853" y="2627889"/>
                  </a:lnTo>
                  <a:lnTo>
                    <a:pt x="495238" y="2627415"/>
                  </a:lnTo>
                  <a:lnTo>
                    <a:pt x="508623" y="2626874"/>
                  </a:lnTo>
                  <a:lnTo>
                    <a:pt x="522008" y="2626291"/>
                  </a:lnTo>
                  <a:lnTo>
                    <a:pt x="535393" y="2625665"/>
                  </a:lnTo>
                  <a:lnTo>
                    <a:pt x="548778" y="2624963"/>
                  </a:lnTo>
                  <a:lnTo>
                    <a:pt x="562162" y="2624200"/>
                  </a:lnTo>
                  <a:lnTo>
                    <a:pt x="575547" y="2623381"/>
                  </a:lnTo>
                  <a:lnTo>
                    <a:pt x="588932" y="2622482"/>
                  </a:lnTo>
                  <a:lnTo>
                    <a:pt x="602317" y="2621492"/>
                  </a:lnTo>
                  <a:lnTo>
                    <a:pt x="615702" y="2620435"/>
                  </a:lnTo>
                  <a:lnTo>
                    <a:pt x="629087" y="2619293"/>
                  </a:lnTo>
                  <a:lnTo>
                    <a:pt x="642471" y="2618027"/>
                  </a:lnTo>
                  <a:lnTo>
                    <a:pt x="655856" y="2616677"/>
                  </a:lnTo>
                  <a:lnTo>
                    <a:pt x="669241" y="2615241"/>
                  </a:lnTo>
                  <a:lnTo>
                    <a:pt x="682626" y="2613639"/>
                  </a:lnTo>
                  <a:lnTo>
                    <a:pt x="696011" y="2611934"/>
                  </a:lnTo>
                  <a:lnTo>
                    <a:pt x="709396" y="2610126"/>
                  </a:lnTo>
                  <a:lnTo>
                    <a:pt x="722780" y="2608144"/>
                  </a:lnTo>
                  <a:lnTo>
                    <a:pt x="736165" y="2606016"/>
                  </a:lnTo>
                  <a:lnTo>
                    <a:pt x="749550" y="2603765"/>
                  </a:lnTo>
                  <a:lnTo>
                    <a:pt x="762935" y="2601337"/>
                  </a:lnTo>
                  <a:lnTo>
                    <a:pt x="776320" y="2598711"/>
                  </a:lnTo>
                  <a:lnTo>
                    <a:pt x="789705" y="2595939"/>
                  </a:lnTo>
                  <a:lnTo>
                    <a:pt x="803089" y="2592995"/>
                  </a:lnTo>
                  <a:lnTo>
                    <a:pt x="816474" y="2589789"/>
                  </a:lnTo>
                  <a:lnTo>
                    <a:pt x="829859" y="2586415"/>
                  </a:lnTo>
                  <a:lnTo>
                    <a:pt x="843244" y="2582869"/>
                  </a:lnTo>
                  <a:lnTo>
                    <a:pt x="856629" y="2579008"/>
                  </a:lnTo>
                  <a:lnTo>
                    <a:pt x="870014" y="2574945"/>
                  </a:lnTo>
                  <a:lnTo>
                    <a:pt x="883398" y="2570687"/>
                  </a:lnTo>
                  <a:lnTo>
                    <a:pt x="896783" y="2566117"/>
                  </a:lnTo>
                  <a:lnTo>
                    <a:pt x="910168" y="2561278"/>
                  </a:lnTo>
                  <a:lnTo>
                    <a:pt x="923553" y="2556219"/>
                  </a:lnTo>
                  <a:lnTo>
                    <a:pt x="936938" y="2550861"/>
                  </a:lnTo>
                  <a:lnTo>
                    <a:pt x="950323" y="2545158"/>
                  </a:lnTo>
                  <a:lnTo>
                    <a:pt x="963707" y="2539212"/>
                  </a:lnTo>
                  <a:lnTo>
                    <a:pt x="977092" y="2532990"/>
                  </a:lnTo>
                  <a:lnTo>
                    <a:pt x="990477" y="2526339"/>
                  </a:lnTo>
                  <a:lnTo>
                    <a:pt x="1003862" y="2519422"/>
                  </a:lnTo>
                  <a:lnTo>
                    <a:pt x="1017247" y="2512238"/>
                  </a:lnTo>
                  <a:lnTo>
                    <a:pt x="1030632" y="2504584"/>
                  </a:lnTo>
                  <a:lnTo>
                    <a:pt x="1044016" y="2496620"/>
                  </a:lnTo>
                  <a:lnTo>
                    <a:pt x="1057401" y="2488369"/>
                  </a:lnTo>
                  <a:lnTo>
                    <a:pt x="1070786" y="2479679"/>
                  </a:lnTo>
                  <a:lnTo>
                    <a:pt x="1084171" y="2470600"/>
                  </a:lnTo>
                  <a:lnTo>
                    <a:pt x="1097556" y="2461217"/>
                  </a:lnTo>
                  <a:lnTo>
                    <a:pt x="1110941" y="2451437"/>
                  </a:lnTo>
                  <a:lnTo>
                    <a:pt x="1124325" y="2441186"/>
                  </a:lnTo>
                  <a:lnTo>
                    <a:pt x="1137710" y="2430618"/>
                  </a:lnTo>
                  <a:lnTo>
                    <a:pt x="1151095" y="2419704"/>
                  </a:lnTo>
                  <a:lnTo>
                    <a:pt x="1164480" y="2408238"/>
                  </a:lnTo>
                  <a:lnTo>
                    <a:pt x="1177865" y="2396445"/>
                  </a:lnTo>
                  <a:lnTo>
                    <a:pt x="1191250" y="2384325"/>
                  </a:lnTo>
                  <a:lnTo>
                    <a:pt x="1204634" y="2371654"/>
                  </a:lnTo>
                  <a:lnTo>
                    <a:pt x="1218019" y="2358612"/>
                  </a:lnTo>
                  <a:lnTo>
                    <a:pt x="1231404" y="2345238"/>
                  </a:lnTo>
                  <a:lnTo>
                    <a:pt x="1244789" y="2331379"/>
                  </a:lnTo>
                  <a:lnTo>
                    <a:pt x="1258174" y="2317078"/>
                  </a:lnTo>
                  <a:lnTo>
                    <a:pt x="1271559" y="2302446"/>
                  </a:lnTo>
                  <a:lnTo>
                    <a:pt x="1284943" y="2287399"/>
                  </a:lnTo>
                  <a:lnTo>
                    <a:pt x="1298328" y="2271846"/>
                  </a:lnTo>
                  <a:lnTo>
                    <a:pt x="1311713" y="2255967"/>
                  </a:lnTo>
                  <a:lnTo>
                    <a:pt x="1325098" y="2239748"/>
                  </a:lnTo>
                  <a:lnTo>
                    <a:pt x="1338483" y="2222966"/>
                  </a:lnTo>
                  <a:lnTo>
                    <a:pt x="1351868" y="2205867"/>
                  </a:lnTo>
                  <a:lnTo>
                    <a:pt x="1365252" y="2188452"/>
                  </a:lnTo>
                  <a:lnTo>
                    <a:pt x="1378637" y="2170530"/>
                  </a:lnTo>
                  <a:lnTo>
                    <a:pt x="1392022" y="2152253"/>
                  </a:lnTo>
                  <a:lnTo>
                    <a:pt x="1405407" y="2133673"/>
                  </a:lnTo>
                  <a:lnTo>
                    <a:pt x="1418792" y="2114671"/>
                  </a:lnTo>
                  <a:lnTo>
                    <a:pt x="1432177" y="2095271"/>
                  </a:lnTo>
                  <a:lnTo>
                    <a:pt x="1445561" y="2075588"/>
                  </a:lnTo>
                  <a:lnTo>
                    <a:pt x="1458946" y="2055562"/>
                  </a:lnTo>
                  <a:lnTo>
                    <a:pt x="1472331" y="2035110"/>
                  </a:lnTo>
                  <a:lnTo>
                    <a:pt x="1485716" y="2014394"/>
                  </a:lnTo>
                  <a:lnTo>
                    <a:pt x="1499101" y="1993415"/>
                  </a:lnTo>
                  <a:lnTo>
                    <a:pt x="1512486" y="1971991"/>
                  </a:lnTo>
                  <a:lnTo>
                    <a:pt x="1525870" y="1950329"/>
                  </a:lnTo>
                  <a:lnTo>
                    <a:pt x="1539255" y="1928431"/>
                  </a:lnTo>
                  <a:lnTo>
                    <a:pt x="1552640" y="1906174"/>
                  </a:lnTo>
                  <a:lnTo>
                    <a:pt x="1566025" y="1883662"/>
                  </a:lnTo>
                  <a:lnTo>
                    <a:pt x="1579410" y="1860944"/>
                  </a:lnTo>
                  <a:lnTo>
                    <a:pt x="1592795" y="1837950"/>
                  </a:lnTo>
                  <a:lnTo>
                    <a:pt x="1606179" y="1814699"/>
                  </a:lnTo>
                  <a:lnTo>
                    <a:pt x="1619564" y="1791273"/>
                  </a:lnTo>
                  <a:lnTo>
                    <a:pt x="1632949" y="1767650"/>
                  </a:lnTo>
                  <a:lnTo>
                    <a:pt x="1646334" y="1743781"/>
                  </a:lnTo>
                  <a:lnTo>
                    <a:pt x="1659719" y="1719775"/>
                  </a:lnTo>
                  <a:lnTo>
                    <a:pt x="1673104" y="1695635"/>
                  </a:lnTo>
                  <a:lnTo>
                    <a:pt x="1686488" y="1671288"/>
                  </a:lnTo>
                  <a:lnTo>
                    <a:pt x="1699873" y="1646840"/>
                  </a:lnTo>
                  <a:lnTo>
                    <a:pt x="1713258" y="1622299"/>
                  </a:lnTo>
                  <a:lnTo>
                    <a:pt x="1726643" y="1597636"/>
                  </a:lnTo>
                  <a:lnTo>
                    <a:pt x="1740028" y="1572900"/>
                  </a:lnTo>
                  <a:lnTo>
                    <a:pt x="1753413" y="1548115"/>
                  </a:lnTo>
                  <a:lnTo>
                    <a:pt x="1766797" y="1523279"/>
                  </a:lnTo>
                  <a:lnTo>
                    <a:pt x="1780182" y="1498421"/>
                  </a:lnTo>
                  <a:lnTo>
                    <a:pt x="1793567" y="1473561"/>
                  </a:lnTo>
                  <a:lnTo>
                    <a:pt x="1806952" y="1448710"/>
                  </a:lnTo>
                  <a:lnTo>
                    <a:pt x="1820337" y="1423907"/>
                  </a:lnTo>
                  <a:lnTo>
                    <a:pt x="1833722" y="1399154"/>
                  </a:lnTo>
                  <a:lnTo>
                    <a:pt x="1847106" y="1374455"/>
                  </a:lnTo>
                  <a:lnTo>
                    <a:pt x="1860491" y="1349890"/>
                  </a:lnTo>
                  <a:lnTo>
                    <a:pt x="1873876" y="1325433"/>
                  </a:lnTo>
                  <a:lnTo>
                    <a:pt x="1887261" y="1301083"/>
                  </a:lnTo>
                  <a:lnTo>
                    <a:pt x="1900646" y="1276923"/>
                  </a:lnTo>
                  <a:lnTo>
                    <a:pt x="1914031" y="1252954"/>
                  </a:lnTo>
                  <a:lnTo>
                    <a:pt x="1927415" y="1229146"/>
                  </a:lnTo>
                  <a:lnTo>
                    <a:pt x="1940800" y="1205566"/>
                  </a:lnTo>
                  <a:lnTo>
                    <a:pt x="1954185" y="1182277"/>
                  </a:lnTo>
                  <a:lnTo>
                    <a:pt x="1967570" y="1159201"/>
                  </a:lnTo>
                  <a:lnTo>
                    <a:pt x="1980955" y="1136368"/>
                  </a:lnTo>
                  <a:lnTo>
                    <a:pt x="1994340" y="1113943"/>
                  </a:lnTo>
                  <a:lnTo>
                    <a:pt x="2007724" y="1091778"/>
                  </a:lnTo>
                  <a:lnTo>
                    <a:pt x="2021109" y="1069878"/>
                  </a:lnTo>
                  <a:lnTo>
                    <a:pt x="2034494" y="1048456"/>
                  </a:lnTo>
                  <a:lnTo>
                    <a:pt x="2047879" y="1027366"/>
                  </a:lnTo>
                  <a:lnTo>
                    <a:pt x="2061264" y="1006581"/>
                  </a:lnTo>
                  <a:lnTo>
                    <a:pt x="2074649" y="986266"/>
                  </a:lnTo>
                  <a:lnTo>
                    <a:pt x="2088033" y="966386"/>
                  </a:lnTo>
                  <a:lnTo>
                    <a:pt x="2101418" y="946845"/>
                  </a:lnTo>
                  <a:lnTo>
                    <a:pt x="2114803" y="927742"/>
                  </a:lnTo>
                  <a:lnTo>
                    <a:pt x="2128188" y="909178"/>
                  </a:lnTo>
                  <a:lnTo>
                    <a:pt x="2141573" y="890975"/>
                  </a:lnTo>
                  <a:lnTo>
                    <a:pt x="2154958" y="873159"/>
                  </a:lnTo>
                  <a:lnTo>
                    <a:pt x="2168342" y="855978"/>
                  </a:lnTo>
                  <a:lnTo>
                    <a:pt x="2181727" y="839169"/>
                  </a:lnTo>
                  <a:lnTo>
                    <a:pt x="2195112" y="822732"/>
                  </a:lnTo>
                  <a:lnTo>
                    <a:pt x="2208497" y="806911"/>
                  </a:lnTo>
                  <a:lnTo>
                    <a:pt x="2221882" y="791511"/>
                  </a:lnTo>
                  <a:lnTo>
                    <a:pt x="2235267" y="776482"/>
                  </a:lnTo>
                  <a:lnTo>
                    <a:pt x="2248651" y="761983"/>
                  </a:lnTo>
                  <a:lnTo>
                    <a:pt x="2262036" y="747968"/>
                  </a:lnTo>
                  <a:lnTo>
                    <a:pt x="2275421" y="734310"/>
                  </a:lnTo>
                  <a:lnTo>
                    <a:pt x="2288806" y="721088"/>
                  </a:lnTo>
                  <a:lnTo>
                    <a:pt x="2302191" y="708396"/>
                  </a:lnTo>
                  <a:lnTo>
                    <a:pt x="2315576" y="696036"/>
                  </a:lnTo>
                  <a:lnTo>
                    <a:pt x="2328960" y="684016"/>
                  </a:lnTo>
                  <a:lnTo>
                    <a:pt x="2342345" y="672553"/>
                  </a:lnTo>
                  <a:lnTo>
                    <a:pt x="2355730" y="661390"/>
                  </a:lnTo>
                  <a:lnTo>
                    <a:pt x="2369115" y="650526"/>
                  </a:lnTo>
                  <a:lnTo>
                    <a:pt x="2382500" y="640122"/>
                  </a:lnTo>
                  <a:lnTo>
                    <a:pt x="2395885" y="630035"/>
                  </a:lnTo>
                  <a:lnTo>
                    <a:pt x="2409269" y="620209"/>
                  </a:lnTo>
                  <a:lnTo>
                    <a:pt x="2422654" y="610739"/>
                  </a:lnTo>
                  <a:lnTo>
                    <a:pt x="2436039" y="601593"/>
                  </a:lnTo>
                  <a:lnTo>
                    <a:pt x="2449424" y="592673"/>
                  </a:lnTo>
                  <a:lnTo>
                    <a:pt x="2462809" y="584016"/>
                  </a:lnTo>
                  <a:lnTo>
                    <a:pt x="2476194" y="575680"/>
                  </a:lnTo>
                  <a:lnTo>
                    <a:pt x="2489578" y="567536"/>
                  </a:lnTo>
                  <a:lnTo>
                    <a:pt x="2502963" y="559578"/>
                  </a:lnTo>
                  <a:lnTo>
                    <a:pt x="2516348" y="551930"/>
                  </a:lnTo>
                  <a:lnTo>
                    <a:pt x="2529733" y="544443"/>
                  </a:lnTo>
                  <a:lnTo>
                    <a:pt x="2543118" y="537114"/>
                  </a:lnTo>
                  <a:lnTo>
                    <a:pt x="2556503" y="530020"/>
                  </a:lnTo>
                  <a:lnTo>
                    <a:pt x="2569887" y="523094"/>
                  </a:lnTo>
                  <a:lnTo>
                    <a:pt x="2583272" y="516303"/>
                  </a:lnTo>
                  <a:lnTo>
                    <a:pt x="2596657" y="509691"/>
                  </a:lnTo>
                  <a:lnTo>
                    <a:pt x="2610042" y="503254"/>
                  </a:lnTo>
                  <a:lnTo>
                    <a:pt x="2623427" y="496936"/>
                  </a:lnTo>
                  <a:lnTo>
                    <a:pt x="2636812" y="490756"/>
                  </a:lnTo>
                  <a:lnTo>
                    <a:pt x="2650196" y="484760"/>
                  </a:lnTo>
                  <a:lnTo>
                    <a:pt x="2663581" y="478876"/>
                  </a:lnTo>
                  <a:lnTo>
                    <a:pt x="2676966" y="473103"/>
                  </a:lnTo>
                  <a:lnTo>
                    <a:pt x="2690351" y="467521"/>
                  </a:lnTo>
                  <a:lnTo>
                    <a:pt x="2703736" y="462052"/>
                  </a:lnTo>
                  <a:lnTo>
                    <a:pt x="2717121" y="456691"/>
                  </a:lnTo>
                  <a:lnTo>
                    <a:pt x="2730505" y="451497"/>
                  </a:lnTo>
                  <a:lnTo>
                    <a:pt x="2743890" y="446437"/>
                  </a:lnTo>
                  <a:lnTo>
                    <a:pt x="2757275" y="441486"/>
                  </a:lnTo>
                  <a:lnTo>
                    <a:pt x="2770660" y="436679"/>
                  </a:lnTo>
                  <a:lnTo>
                    <a:pt x="2784045" y="432029"/>
                  </a:lnTo>
                  <a:lnTo>
                    <a:pt x="2797430" y="427487"/>
                  </a:lnTo>
                  <a:lnTo>
                    <a:pt x="2810814" y="423064"/>
                  </a:lnTo>
                  <a:lnTo>
                    <a:pt x="2824199" y="418816"/>
                  </a:lnTo>
                  <a:lnTo>
                    <a:pt x="2837584" y="414670"/>
                  </a:lnTo>
                  <a:lnTo>
                    <a:pt x="2850969" y="410625"/>
                  </a:lnTo>
                  <a:lnTo>
                    <a:pt x="2864354" y="406746"/>
                  </a:lnTo>
                  <a:lnTo>
                    <a:pt x="2877739" y="402964"/>
                  </a:lnTo>
                  <a:lnTo>
                    <a:pt x="2891123" y="399269"/>
                  </a:lnTo>
                  <a:lnTo>
                    <a:pt x="2904508" y="395698"/>
                  </a:lnTo>
                  <a:lnTo>
                    <a:pt x="2917893" y="392218"/>
                  </a:lnTo>
                  <a:lnTo>
                    <a:pt x="2931278" y="388803"/>
                  </a:lnTo>
                  <a:lnTo>
                    <a:pt x="2944663" y="385463"/>
                  </a:lnTo>
                  <a:lnTo>
                    <a:pt x="2958048" y="382188"/>
                  </a:lnTo>
                  <a:lnTo>
                    <a:pt x="2971432" y="378944"/>
                  </a:lnTo>
                  <a:lnTo>
                    <a:pt x="2984817" y="375728"/>
                  </a:lnTo>
                  <a:lnTo>
                    <a:pt x="2998202" y="372524"/>
                  </a:lnTo>
                  <a:lnTo>
                    <a:pt x="3011587" y="369307"/>
                  </a:lnTo>
                  <a:lnTo>
                    <a:pt x="3024972" y="366074"/>
                  </a:lnTo>
                  <a:lnTo>
                    <a:pt x="3038357" y="362779"/>
                  </a:lnTo>
                  <a:lnTo>
                    <a:pt x="3051741" y="359416"/>
                  </a:lnTo>
                  <a:lnTo>
                    <a:pt x="3065126" y="355984"/>
                  </a:lnTo>
                  <a:lnTo>
                    <a:pt x="3078511" y="352426"/>
                  </a:lnTo>
                  <a:lnTo>
                    <a:pt x="3091896" y="348723"/>
                  </a:lnTo>
                  <a:lnTo>
                    <a:pt x="3105281" y="344895"/>
                  </a:lnTo>
                  <a:lnTo>
                    <a:pt x="3118666" y="340895"/>
                  </a:lnTo>
                  <a:lnTo>
                    <a:pt x="3132050" y="336650"/>
                  </a:lnTo>
                  <a:lnTo>
                    <a:pt x="3145435" y="332227"/>
                  </a:lnTo>
                  <a:lnTo>
                    <a:pt x="3158820" y="327610"/>
                  </a:lnTo>
                  <a:lnTo>
                    <a:pt x="3172205" y="322635"/>
                  </a:lnTo>
                  <a:lnTo>
                    <a:pt x="3185590" y="317437"/>
                  </a:lnTo>
                  <a:lnTo>
                    <a:pt x="3198975" y="312010"/>
                  </a:lnTo>
                  <a:lnTo>
                    <a:pt x="3212359" y="306186"/>
                  </a:lnTo>
                  <a:lnTo>
                    <a:pt x="3225744" y="300067"/>
                  </a:lnTo>
                  <a:lnTo>
                    <a:pt x="3239129" y="293690"/>
                  </a:lnTo>
                  <a:lnTo>
                    <a:pt x="3252514" y="286932"/>
                  </a:lnTo>
                  <a:lnTo>
                    <a:pt x="3265899" y="279807"/>
                  </a:lnTo>
                  <a:lnTo>
                    <a:pt x="3279284" y="272412"/>
                  </a:lnTo>
                  <a:lnTo>
                    <a:pt x="3292668" y="264684"/>
                  </a:lnTo>
                  <a:lnTo>
                    <a:pt x="3306053" y="256539"/>
                  </a:lnTo>
                  <a:lnTo>
                    <a:pt x="3319438" y="248134"/>
                  </a:lnTo>
                  <a:lnTo>
                    <a:pt x="3332823" y="239469"/>
                  </a:lnTo>
                  <a:lnTo>
                    <a:pt x="3346208" y="230376"/>
                  </a:lnTo>
                  <a:lnTo>
                    <a:pt x="3359593" y="221062"/>
                  </a:lnTo>
                  <a:lnTo>
                    <a:pt x="3372977" y="211532"/>
                  </a:lnTo>
                  <a:lnTo>
                    <a:pt x="3386362" y="201693"/>
                  </a:lnTo>
                  <a:lnTo>
                    <a:pt x="3399747" y="191661"/>
                  </a:lnTo>
                  <a:lnTo>
                    <a:pt x="3413132" y="181482"/>
                  </a:lnTo>
                  <a:lnTo>
                    <a:pt x="3426517" y="171131"/>
                  </a:lnTo>
                  <a:lnTo>
                    <a:pt x="3439902" y="160665"/>
                  </a:lnTo>
                  <a:lnTo>
                    <a:pt x="3453286" y="150146"/>
                  </a:lnTo>
                  <a:lnTo>
                    <a:pt x="3466671" y="139587"/>
                  </a:lnTo>
                  <a:lnTo>
                    <a:pt x="3480056" y="129054"/>
                  </a:lnTo>
                  <a:lnTo>
                    <a:pt x="3493441" y="118583"/>
                  </a:lnTo>
                  <a:lnTo>
                    <a:pt x="3506826" y="108186"/>
                  </a:lnTo>
                  <a:lnTo>
                    <a:pt x="3520211" y="98020"/>
                  </a:lnTo>
                  <a:lnTo>
                    <a:pt x="3533595" y="88047"/>
                  </a:lnTo>
                  <a:lnTo>
                    <a:pt x="3546980" y="78280"/>
                  </a:lnTo>
                  <a:lnTo>
                    <a:pt x="3560365" y="68909"/>
                  </a:lnTo>
                  <a:lnTo>
                    <a:pt x="3573750" y="59926"/>
                  </a:lnTo>
                  <a:lnTo>
                    <a:pt x="3587135" y="51287"/>
                  </a:lnTo>
                  <a:lnTo>
                    <a:pt x="3600520" y="43163"/>
                  </a:lnTo>
                  <a:lnTo>
                    <a:pt x="3613904" y="35673"/>
                  </a:lnTo>
                  <a:lnTo>
                    <a:pt x="3627289" y="28664"/>
                  </a:lnTo>
                  <a:lnTo>
                    <a:pt x="3640674" y="22235"/>
                  </a:lnTo>
                  <a:lnTo>
                    <a:pt x="3654059" y="16728"/>
                  </a:lnTo>
                  <a:lnTo>
                    <a:pt x="3667444" y="11831"/>
                  </a:lnTo>
                  <a:lnTo>
                    <a:pt x="3680829" y="7554"/>
                  </a:lnTo>
                  <a:lnTo>
                    <a:pt x="3694213" y="4442"/>
                  </a:lnTo>
                  <a:lnTo>
                    <a:pt x="3707598" y="2087"/>
                  </a:lnTo>
                  <a:lnTo>
                    <a:pt x="3720983" y="461"/>
                  </a:lnTo>
                  <a:lnTo>
                    <a:pt x="3734368" y="0"/>
                  </a:lnTo>
                  <a:lnTo>
                    <a:pt x="3747753" y="545"/>
                  </a:lnTo>
                  <a:lnTo>
                    <a:pt x="3761138" y="1904"/>
                  </a:lnTo>
                  <a:lnTo>
                    <a:pt x="3774522" y="4359"/>
                  </a:lnTo>
                  <a:lnTo>
                    <a:pt x="3787907" y="8070"/>
                  </a:lnTo>
                  <a:lnTo>
                    <a:pt x="3801292" y="12648"/>
                  </a:lnTo>
                  <a:lnTo>
                    <a:pt x="3814677" y="18199"/>
                  </a:lnTo>
                  <a:lnTo>
                    <a:pt x="3828062" y="25234"/>
                  </a:lnTo>
                  <a:lnTo>
                    <a:pt x="3841447" y="33157"/>
                  </a:lnTo>
                  <a:lnTo>
                    <a:pt x="3854831" y="41969"/>
                  </a:lnTo>
                  <a:lnTo>
                    <a:pt x="3868216" y="52290"/>
                  </a:lnTo>
                  <a:lnTo>
                    <a:pt x="3881601" y="63570"/>
                  </a:lnTo>
                  <a:lnTo>
                    <a:pt x="3894986" y="75723"/>
                  </a:lnTo>
                  <a:lnTo>
                    <a:pt x="3908371" y="89165"/>
                  </a:lnTo>
                  <a:lnTo>
                    <a:pt x="3921756" y="103701"/>
                  </a:lnTo>
                  <a:lnTo>
                    <a:pt x="3935140" y="119064"/>
                  </a:lnTo>
                  <a:lnTo>
                    <a:pt x="3948525" y="135473"/>
                  </a:lnTo>
                  <a:lnTo>
                    <a:pt x="3961910" y="153059"/>
                  </a:lnTo>
                  <a:lnTo>
                    <a:pt x="3975295" y="171399"/>
                  </a:lnTo>
                  <a:lnTo>
                    <a:pt x="3988680" y="190541"/>
                  </a:lnTo>
                  <a:lnTo>
                    <a:pt x="4002065" y="210883"/>
                  </a:lnTo>
                  <a:lnTo>
                    <a:pt x="4015449" y="231882"/>
                  </a:lnTo>
                  <a:lnTo>
                    <a:pt x="4028834" y="253529"/>
                  </a:lnTo>
                  <a:lnTo>
                    <a:pt x="4042219" y="276181"/>
                  </a:lnTo>
                  <a:lnTo>
                    <a:pt x="4055604" y="299457"/>
                  </a:lnTo>
                  <a:lnTo>
                    <a:pt x="4068989" y="323265"/>
                  </a:lnTo>
                  <a:lnTo>
                    <a:pt x="4082374" y="347798"/>
                  </a:lnTo>
                  <a:lnTo>
                    <a:pt x="4095758" y="372920"/>
                  </a:lnTo>
                  <a:lnTo>
                    <a:pt x="4109143" y="398453"/>
                  </a:lnTo>
                  <a:lnTo>
                    <a:pt x="4122528" y="424465"/>
                  </a:lnTo>
                  <a:lnTo>
                    <a:pt x="4135913" y="450982"/>
                  </a:lnTo>
                  <a:lnTo>
                    <a:pt x="4149298" y="477783"/>
                  </a:lnTo>
                  <a:lnTo>
                    <a:pt x="4162683" y="504866"/>
                  </a:lnTo>
                  <a:lnTo>
                    <a:pt x="4176067" y="532323"/>
                  </a:lnTo>
                  <a:lnTo>
                    <a:pt x="4189452" y="559941"/>
                  </a:lnTo>
                  <a:lnTo>
                    <a:pt x="4202837" y="587710"/>
                  </a:lnTo>
                  <a:lnTo>
                    <a:pt x="4216222" y="615652"/>
                  </a:lnTo>
                  <a:lnTo>
                    <a:pt x="4229607" y="643657"/>
                  </a:lnTo>
                  <a:lnTo>
                    <a:pt x="4242992" y="671699"/>
                  </a:lnTo>
                  <a:lnTo>
                    <a:pt x="4256376" y="699751"/>
                  </a:lnTo>
                  <a:lnTo>
                    <a:pt x="4269761" y="727748"/>
                  </a:lnTo>
                  <a:lnTo>
                    <a:pt x="4283146" y="755682"/>
                  </a:lnTo>
                  <a:lnTo>
                    <a:pt x="4296531" y="783515"/>
                  </a:lnTo>
                  <a:lnTo>
                    <a:pt x="4309916" y="811156"/>
                  </a:lnTo>
                  <a:lnTo>
                    <a:pt x="4323301" y="838647"/>
                  </a:lnTo>
                  <a:lnTo>
                    <a:pt x="4336685" y="865978"/>
                  </a:lnTo>
                  <a:lnTo>
                    <a:pt x="4350070" y="892967"/>
                  </a:lnTo>
                  <a:lnTo>
                    <a:pt x="4363455" y="919735"/>
                  </a:lnTo>
                  <a:lnTo>
                    <a:pt x="4376840" y="946277"/>
                  </a:lnTo>
                  <a:lnTo>
                    <a:pt x="4390225" y="972425"/>
                  </a:lnTo>
                  <a:lnTo>
                    <a:pt x="4403610" y="998248"/>
                  </a:lnTo>
                  <a:lnTo>
                    <a:pt x="4416994" y="1023793"/>
                  </a:lnTo>
                  <a:lnTo>
                    <a:pt x="4430379" y="1048935"/>
                  </a:lnTo>
                  <a:lnTo>
                    <a:pt x="4443764" y="1073645"/>
                  </a:lnTo>
                  <a:lnTo>
                    <a:pt x="4457149" y="1098040"/>
                  </a:lnTo>
                  <a:lnTo>
                    <a:pt x="4470534" y="1122057"/>
                  </a:lnTo>
                  <a:lnTo>
                    <a:pt x="4483919" y="1145537"/>
                  </a:lnTo>
                  <a:lnTo>
                    <a:pt x="4497303" y="1168679"/>
                  </a:lnTo>
                  <a:lnTo>
                    <a:pt x="4510688" y="1191480"/>
                  </a:lnTo>
                  <a:lnTo>
                    <a:pt x="4524073" y="1213671"/>
                  </a:lnTo>
                  <a:lnTo>
                    <a:pt x="4537458" y="1235502"/>
                  </a:lnTo>
                  <a:lnTo>
                    <a:pt x="4550843" y="1256982"/>
                  </a:lnTo>
                  <a:lnTo>
                    <a:pt x="4564228" y="1277915"/>
                  </a:lnTo>
                  <a:lnTo>
                    <a:pt x="4577612" y="1298413"/>
                  </a:lnTo>
                  <a:lnTo>
                    <a:pt x="4590997" y="1318559"/>
                  </a:lnTo>
                  <a:lnTo>
                    <a:pt x="4604382" y="1338235"/>
                  </a:lnTo>
                  <a:lnTo>
                    <a:pt x="4617767" y="1357408"/>
                  </a:lnTo>
                  <a:lnTo>
                    <a:pt x="4631152" y="1376237"/>
                  </a:lnTo>
                  <a:lnTo>
                    <a:pt x="4644537" y="1394676"/>
                  </a:lnTo>
                  <a:lnTo>
                    <a:pt x="4657921" y="1412556"/>
                  </a:lnTo>
                  <a:lnTo>
                    <a:pt x="4671306" y="1430104"/>
                  </a:lnTo>
                  <a:lnTo>
                    <a:pt x="4684691" y="1447322"/>
                  </a:lnTo>
                  <a:lnTo>
                    <a:pt x="4698076" y="1463980"/>
                  </a:lnTo>
                  <a:lnTo>
                    <a:pt x="4711461" y="1480299"/>
                  </a:lnTo>
                  <a:lnTo>
                    <a:pt x="4724846" y="1496303"/>
                  </a:lnTo>
                  <a:lnTo>
                    <a:pt x="4738230" y="1511839"/>
                  </a:lnTo>
                  <a:lnTo>
                    <a:pt x="4751615" y="1526991"/>
                  </a:lnTo>
                  <a:lnTo>
                    <a:pt x="4765000" y="1541846"/>
                  </a:lnTo>
                  <a:lnTo>
                    <a:pt x="4778385" y="1556319"/>
                  </a:lnTo>
                  <a:lnTo>
                    <a:pt x="4791770" y="1570371"/>
                  </a:lnTo>
                  <a:lnTo>
                    <a:pt x="4805155" y="1584145"/>
                  </a:lnTo>
                  <a:lnTo>
                    <a:pt x="4818539" y="1597617"/>
                  </a:lnTo>
                  <a:lnTo>
                    <a:pt x="4831924" y="1610639"/>
                  </a:lnTo>
                  <a:lnTo>
                    <a:pt x="4845309" y="1623403"/>
                  </a:lnTo>
                  <a:lnTo>
                    <a:pt x="4858694" y="1635911"/>
                  </a:lnTo>
                  <a:lnTo>
                    <a:pt x="4872079" y="1648001"/>
                  </a:lnTo>
                  <a:lnTo>
                    <a:pt x="4885464" y="1659827"/>
                  </a:lnTo>
                  <a:lnTo>
                    <a:pt x="4898848" y="1671416"/>
                  </a:lnTo>
                  <a:lnTo>
                    <a:pt x="4912233" y="1682665"/>
                  </a:lnTo>
                  <a:lnTo>
                    <a:pt x="4925618" y="1693623"/>
                  </a:lnTo>
                  <a:lnTo>
                    <a:pt x="4939003" y="1704364"/>
                  </a:lnTo>
                  <a:lnTo>
                    <a:pt x="4952388" y="1714835"/>
                  </a:lnTo>
                  <a:lnTo>
                    <a:pt x="4965773" y="1724996"/>
                  </a:lnTo>
                  <a:lnTo>
                    <a:pt x="4979157" y="1734960"/>
                  </a:lnTo>
                  <a:lnTo>
                    <a:pt x="4992542" y="1744717"/>
                  </a:lnTo>
                  <a:lnTo>
                    <a:pt x="5005927" y="1754153"/>
                  </a:lnTo>
                  <a:lnTo>
                    <a:pt x="5019312" y="1763412"/>
                  </a:lnTo>
                  <a:lnTo>
                    <a:pt x="5032697" y="1772496"/>
                  </a:lnTo>
                  <a:lnTo>
                    <a:pt x="5046082" y="1781303"/>
                  </a:lnTo>
                  <a:lnTo>
                    <a:pt x="5059466" y="1789930"/>
                  </a:lnTo>
                  <a:lnTo>
                    <a:pt x="5072851" y="1798401"/>
                  </a:lnTo>
                  <a:lnTo>
                    <a:pt x="5086236" y="1806659"/>
                  </a:lnTo>
                  <a:lnTo>
                    <a:pt x="5099621" y="1814728"/>
                  </a:lnTo>
                  <a:lnTo>
                    <a:pt x="5113006" y="1822665"/>
                  </a:lnTo>
                  <a:lnTo>
                    <a:pt x="5126391" y="1830441"/>
                  </a:lnTo>
                  <a:lnTo>
                    <a:pt x="5139775" y="1838032"/>
                  </a:lnTo>
                  <a:lnTo>
                    <a:pt x="5153160" y="1845512"/>
                  </a:lnTo>
                  <a:lnTo>
                    <a:pt x="5166545" y="1852880"/>
                  </a:lnTo>
                  <a:lnTo>
                    <a:pt x="5179930" y="1860073"/>
                  </a:lnTo>
                  <a:lnTo>
                    <a:pt x="5193315" y="1867179"/>
                  </a:lnTo>
                  <a:lnTo>
                    <a:pt x="5206700" y="1874199"/>
                  </a:lnTo>
                  <a:lnTo>
                    <a:pt x="5220084" y="1881094"/>
                  </a:lnTo>
                  <a:lnTo>
                    <a:pt x="5233469" y="1887911"/>
                  </a:lnTo>
                  <a:lnTo>
                    <a:pt x="5246854" y="1894666"/>
                  </a:lnTo>
                  <a:lnTo>
                    <a:pt x="5260239" y="1901343"/>
                  </a:lnTo>
                  <a:lnTo>
                    <a:pt x="5273624" y="1907958"/>
                  </a:lnTo>
                  <a:lnTo>
                    <a:pt x="5287009" y="1914535"/>
                  </a:lnTo>
                  <a:lnTo>
                    <a:pt x="5300393" y="1921071"/>
                  </a:lnTo>
                  <a:lnTo>
                    <a:pt x="5313778" y="1927571"/>
                  </a:lnTo>
                  <a:lnTo>
                    <a:pt x="5327163" y="1934056"/>
                  </a:lnTo>
                  <a:lnTo>
                    <a:pt x="5340548" y="1940529"/>
                  </a:lnTo>
                  <a:lnTo>
                    <a:pt x="5353933" y="1946999"/>
                  </a:lnTo>
                  <a:lnTo>
                    <a:pt x="5367318" y="1953475"/>
                  </a:lnTo>
                  <a:lnTo>
                    <a:pt x="5380702" y="1959962"/>
                  </a:lnTo>
                  <a:lnTo>
                    <a:pt x="5394087" y="1966475"/>
                  </a:lnTo>
                  <a:lnTo>
                    <a:pt x="5407472" y="1973020"/>
                  </a:lnTo>
                  <a:lnTo>
                    <a:pt x="5420857" y="1979594"/>
                  </a:lnTo>
                  <a:lnTo>
                    <a:pt x="5434242" y="1986215"/>
                  </a:lnTo>
                  <a:lnTo>
                    <a:pt x="5447627" y="1992895"/>
                  </a:lnTo>
                  <a:lnTo>
                    <a:pt x="5461011" y="1999620"/>
                  </a:lnTo>
                  <a:lnTo>
                    <a:pt x="5474396" y="2006402"/>
                  </a:lnTo>
                  <a:lnTo>
                    <a:pt x="5487781" y="2013271"/>
                  </a:lnTo>
                  <a:lnTo>
                    <a:pt x="5501166" y="2020198"/>
                  </a:lnTo>
                  <a:lnTo>
                    <a:pt x="5514551" y="2027183"/>
                  </a:lnTo>
                  <a:lnTo>
                    <a:pt x="5527936" y="2034278"/>
                  </a:lnTo>
                  <a:lnTo>
                    <a:pt x="5541320" y="2041440"/>
                  </a:lnTo>
                  <a:lnTo>
                    <a:pt x="5554705" y="2048667"/>
                  </a:lnTo>
                  <a:lnTo>
                    <a:pt x="5568090" y="2055996"/>
                  </a:lnTo>
                  <a:lnTo>
                    <a:pt x="5581475" y="2063407"/>
                  </a:lnTo>
                  <a:lnTo>
                    <a:pt x="5594860" y="2070885"/>
                  </a:lnTo>
                  <a:lnTo>
                    <a:pt x="5608245" y="2078450"/>
                  </a:lnTo>
                  <a:lnTo>
                    <a:pt x="5621629" y="2086107"/>
                  </a:lnTo>
                  <a:lnTo>
                    <a:pt x="5635014" y="2093824"/>
                  </a:lnTo>
                  <a:lnTo>
                    <a:pt x="5648399" y="2101609"/>
                  </a:lnTo>
                  <a:lnTo>
                    <a:pt x="5661784" y="2109486"/>
                  </a:lnTo>
                  <a:lnTo>
                    <a:pt x="5675169" y="2117413"/>
                  </a:lnTo>
                  <a:lnTo>
                    <a:pt x="5688554" y="2125388"/>
                  </a:lnTo>
                  <a:lnTo>
                    <a:pt x="5701938" y="2133437"/>
                  </a:lnTo>
                  <a:lnTo>
                    <a:pt x="5715323" y="2141523"/>
                  </a:lnTo>
                  <a:lnTo>
                    <a:pt x="5728708" y="2149642"/>
                  </a:lnTo>
                  <a:lnTo>
                    <a:pt x="5742093" y="2157800"/>
                  </a:lnTo>
                  <a:lnTo>
                    <a:pt x="5755478" y="2165979"/>
                  </a:lnTo>
                  <a:lnTo>
                    <a:pt x="5768863" y="2174171"/>
                  </a:lnTo>
                  <a:lnTo>
                    <a:pt x="5782247" y="2182370"/>
                  </a:lnTo>
                  <a:lnTo>
                    <a:pt x="5795632" y="2190563"/>
                  </a:lnTo>
                  <a:lnTo>
                    <a:pt x="5809017" y="2198744"/>
                  </a:lnTo>
                  <a:lnTo>
                    <a:pt x="5822402" y="2206909"/>
                  </a:lnTo>
                  <a:lnTo>
                    <a:pt x="5835787" y="2215026"/>
                  </a:lnTo>
                  <a:lnTo>
                    <a:pt x="5849172" y="2223106"/>
                  </a:lnTo>
                  <a:lnTo>
                    <a:pt x="5862556" y="2231145"/>
                  </a:lnTo>
                  <a:lnTo>
                    <a:pt x="5875941" y="2239099"/>
                  </a:lnTo>
                  <a:lnTo>
                    <a:pt x="5889326" y="2246983"/>
                  </a:lnTo>
                  <a:lnTo>
                    <a:pt x="5902711" y="2254800"/>
                  </a:lnTo>
                  <a:lnTo>
                    <a:pt x="5916096" y="2262508"/>
                  </a:lnTo>
                  <a:lnTo>
                    <a:pt x="5929481" y="2270102"/>
                  </a:lnTo>
                  <a:lnTo>
                    <a:pt x="5942865" y="2277604"/>
                  </a:lnTo>
                  <a:lnTo>
                    <a:pt x="5956250" y="2284984"/>
                  </a:lnTo>
                  <a:lnTo>
                    <a:pt x="5969635" y="2292200"/>
                  </a:lnTo>
                  <a:lnTo>
                    <a:pt x="5983020" y="2299301"/>
                  </a:lnTo>
                  <a:lnTo>
                    <a:pt x="5996405" y="2306279"/>
                  </a:lnTo>
                  <a:lnTo>
                    <a:pt x="6009790" y="2313038"/>
                  </a:lnTo>
                  <a:lnTo>
                    <a:pt x="6023174" y="2319662"/>
                  </a:lnTo>
                  <a:lnTo>
                    <a:pt x="6036559" y="2326152"/>
                  </a:lnTo>
                  <a:lnTo>
                    <a:pt x="6049944" y="2332409"/>
                  </a:lnTo>
                  <a:lnTo>
                    <a:pt x="6063329" y="2338496"/>
                  </a:lnTo>
                  <a:lnTo>
                    <a:pt x="6076714" y="2344434"/>
                  </a:lnTo>
                  <a:lnTo>
                    <a:pt x="6090099" y="2350152"/>
                  </a:lnTo>
                  <a:lnTo>
                    <a:pt x="6103483" y="2355657"/>
                  </a:lnTo>
                  <a:lnTo>
                    <a:pt x="6116868" y="2361002"/>
                  </a:lnTo>
                  <a:lnTo>
                    <a:pt x="6130253" y="2366152"/>
                  </a:lnTo>
                  <a:lnTo>
                    <a:pt x="6143638" y="2371048"/>
                  </a:lnTo>
                  <a:lnTo>
                    <a:pt x="6157023" y="2375781"/>
                  </a:lnTo>
                  <a:lnTo>
                    <a:pt x="6170408" y="2380348"/>
                  </a:lnTo>
                  <a:lnTo>
                    <a:pt x="6183792" y="2384628"/>
                  </a:lnTo>
                  <a:lnTo>
                    <a:pt x="6197177" y="2388746"/>
                  </a:lnTo>
                  <a:lnTo>
                    <a:pt x="6210562" y="2392704"/>
                  </a:lnTo>
                  <a:lnTo>
                    <a:pt x="6223947" y="2396410"/>
                  </a:lnTo>
                  <a:lnTo>
                    <a:pt x="6237332" y="2399931"/>
                  </a:lnTo>
                  <a:lnTo>
                    <a:pt x="6250717" y="2403301"/>
                  </a:lnTo>
                  <a:lnTo>
                    <a:pt x="6264101" y="2406462"/>
                  </a:lnTo>
                  <a:lnTo>
                    <a:pt x="6277486" y="2409421"/>
                  </a:lnTo>
                  <a:lnTo>
                    <a:pt x="6290871" y="2412241"/>
                  </a:lnTo>
                  <a:lnTo>
                    <a:pt x="6304256" y="2414899"/>
                  </a:lnTo>
                  <a:lnTo>
                    <a:pt x="6317641" y="2417349"/>
                  </a:lnTo>
                  <a:lnTo>
                    <a:pt x="6331026" y="2419676"/>
                  </a:lnTo>
                  <a:lnTo>
                    <a:pt x="6344410" y="2421882"/>
                  </a:lnTo>
                  <a:lnTo>
                    <a:pt x="6357795" y="2423890"/>
                  </a:lnTo>
                  <a:lnTo>
                    <a:pt x="6371180" y="2425792"/>
                  </a:lnTo>
                  <a:lnTo>
                    <a:pt x="6384565" y="2427595"/>
                  </a:lnTo>
                  <a:lnTo>
                    <a:pt x="6397950" y="2429253"/>
                  </a:lnTo>
                  <a:lnTo>
                    <a:pt x="6411335" y="2430811"/>
                  </a:lnTo>
                  <a:lnTo>
                    <a:pt x="6424719" y="2432292"/>
                  </a:lnTo>
                  <a:lnTo>
                    <a:pt x="6438104" y="2433676"/>
                  </a:lnTo>
                  <a:lnTo>
                    <a:pt x="6451489" y="2434975"/>
                  </a:lnTo>
                  <a:lnTo>
                    <a:pt x="6464874" y="2436221"/>
                  </a:lnTo>
                  <a:lnTo>
                    <a:pt x="6478259" y="2437411"/>
                  </a:lnTo>
                  <a:lnTo>
                    <a:pt x="6491644" y="2438539"/>
                  </a:lnTo>
                  <a:lnTo>
                    <a:pt x="6505028" y="2439639"/>
                  </a:lnTo>
                  <a:lnTo>
                    <a:pt x="6518413" y="2440714"/>
                  </a:lnTo>
                  <a:lnTo>
                    <a:pt x="6531798" y="2441761"/>
                  </a:lnTo>
                  <a:lnTo>
                    <a:pt x="6545183" y="2442804"/>
                  </a:lnTo>
                  <a:lnTo>
                    <a:pt x="6558568" y="2443844"/>
                  </a:lnTo>
                  <a:lnTo>
                    <a:pt x="6571953" y="2444892"/>
                  </a:lnTo>
                  <a:lnTo>
                    <a:pt x="6585337" y="2445959"/>
                  </a:lnTo>
                  <a:lnTo>
                    <a:pt x="6598722" y="2447045"/>
                  </a:lnTo>
                  <a:lnTo>
                    <a:pt x="6612107" y="2448164"/>
                  </a:lnTo>
                  <a:lnTo>
                    <a:pt x="6625492" y="2449330"/>
                  </a:lnTo>
                  <a:lnTo>
                    <a:pt x="6638877" y="2450534"/>
                  </a:lnTo>
                  <a:lnTo>
                    <a:pt x="6652262" y="2451782"/>
                  </a:lnTo>
                  <a:lnTo>
                    <a:pt x="6665646" y="2453111"/>
                  </a:lnTo>
                  <a:lnTo>
                    <a:pt x="6679031" y="2454492"/>
                  </a:lnTo>
                  <a:lnTo>
                    <a:pt x="6692416" y="2455927"/>
                  </a:lnTo>
                  <a:lnTo>
                    <a:pt x="6705801" y="2457461"/>
                  </a:lnTo>
                  <a:lnTo>
                    <a:pt x="6719186" y="2459065"/>
                  </a:lnTo>
                  <a:lnTo>
                    <a:pt x="6732571" y="2460733"/>
                  </a:lnTo>
                  <a:lnTo>
                    <a:pt x="6745955" y="2462499"/>
                  </a:lnTo>
                  <a:lnTo>
                    <a:pt x="6759340" y="2464356"/>
                  </a:lnTo>
                  <a:lnTo>
                    <a:pt x="6772725" y="2466282"/>
                  </a:lnTo>
                  <a:lnTo>
                    <a:pt x="6786110" y="2468298"/>
                  </a:lnTo>
                  <a:lnTo>
                    <a:pt x="6799495" y="2470422"/>
                  </a:lnTo>
                  <a:lnTo>
                    <a:pt x="6812880" y="2472616"/>
                  </a:lnTo>
                  <a:lnTo>
                    <a:pt x="6826264" y="2474886"/>
                  </a:lnTo>
                  <a:lnTo>
                    <a:pt x="6839649" y="2477275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585638"/>
                  </a:moveTo>
                  <a:lnTo>
                    <a:pt x="13384" y="2581170"/>
                  </a:lnTo>
                  <a:lnTo>
                    <a:pt x="26769" y="2576776"/>
                  </a:lnTo>
                  <a:lnTo>
                    <a:pt x="40154" y="2572430"/>
                  </a:lnTo>
                  <a:lnTo>
                    <a:pt x="53539" y="2568133"/>
                  </a:lnTo>
                  <a:lnTo>
                    <a:pt x="66924" y="2563914"/>
                  </a:lnTo>
                  <a:lnTo>
                    <a:pt x="80308" y="2559747"/>
                  </a:lnTo>
                  <a:lnTo>
                    <a:pt x="93693" y="2555624"/>
                  </a:lnTo>
                  <a:lnTo>
                    <a:pt x="107078" y="2551556"/>
                  </a:lnTo>
                  <a:lnTo>
                    <a:pt x="120463" y="2547540"/>
                  </a:lnTo>
                  <a:lnTo>
                    <a:pt x="133848" y="2543555"/>
                  </a:lnTo>
                  <a:lnTo>
                    <a:pt x="147233" y="2539600"/>
                  </a:lnTo>
                  <a:lnTo>
                    <a:pt x="160617" y="2535678"/>
                  </a:lnTo>
                  <a:lnTo>
                    <a:pt x="174002" y="2531765"/>
                  </a:lnTo>
                  <a:lnTo>
                    <a:pt x="187387" y="2527857"/>
                  </a:lnTo>
                  <a:lnTo>
                    <a:pt x="200772" y="2523944"/>
                  </a:lnTo>
                  <a:lnTo>
                    <a:pt x="214157" y="2520007"/>
                  </a:lnTo>
                  <a:lnTo>
                    <a:pt x="227542" y="2516042"/>
                  </a:lnTo>
                  <a:lnTo>
                    <a:pt x="240926" y="2512042"/>
                  </a:lnTo>
                  <a:lnTo>
                    <a:pt x="254311" y="2507959"/>
                  </a:lnTo>
                  <a:lnTo>
                    <a:pt x="267696" y="2503808"/>
                  </a:lnTo>
                  <a:lnTo>
                    <a:pt x="281081" y="2499583"/>
                  </a:lnTo>
                  <a:lnTo>
                    <a:pt x="294466" y="2495234"/>
                  </a:lnTo>
                  <a:lnTo>
                    <a:pt x="307851" y="2490749"/>
                  </a:lnTo>
                  <a:lnTo>
                    <a:pt x="321235" y="2486146"/>
                  </a:lnTo>
                  <a:lnTo>
                    <a:pt x="334620" y="2481399"/>
                  </a:lnTo>
                  <a:lnTo>
                    <a:pt x="348005" y="2476422"/>
                  </a:lnTo>
                  <a:lnTo>
                    <a:pt x="361390" y="2471280"/>
                  </a:lnTo>
                  <a:lnTo>
                    <a:pt x="374775" y="2465967"/>
                  </a:lnTo>
                  <a:lnTo>
                    <a:pt x="388160" y="2460371"/>
                  </a:lnTo>
                  <a:lnTo>
                    <a:pt x="401544" y="2454530"/>
                  </a:lnTo>
                  <a:lnTo>
                    <a:pt x="414929" y="2448474"/>
                  </a:lnTo>
                  <a:lnTo>
                    <a:pt x="428314" y="2442147"/>
                  </a:lnTo>
                  <a:lnTo>
                    <a:pt x="441699" y="2435460"/>
                  </a:lnTo>
                  <a:lnTo>
                    <a:pt x="455084" y="2428517"/>
                  </a:lnTo>
                  <a:lnTo>
                    <a:pt x="468469" y="2421315"/>
                  </a:lnTo>
                  <a:lnTo>
                    <a:pt x="481853" y="2413679"/>
                  </a:lnTo>
                  <a:lnTo>
                    <a:pt x="495238" y="2405728"/>
                  </a:lnTo>
                  <a:lnTo>
                    <a:pt x="508623" y="2397488"/>
                  </a:lnTo>
                  <a:lnTo>
                    <a:pt x="522008" y="2388868"/>
                  </a:lnTo>
                  <a:lnTo>
                    <a:pt x="535393" y="2379819"/>
                  </a:lnTo>
                  <a:lnTo>
                    <a:pt x="548778" y="2370461"/>
                  </a:lnTo>
                  <a:lnTo>
                    <a:pt x="562162" y="2360792"/>
                  </a:lnTo>
                  <a:lnTo>
                    <a:pt x="575547" y="2350597"/>
                  </a:lnTo>
                  <a:lnTo>
                    <a:pt x="588932" y="2340079"/>
                  </a:lnTo>
                  <a:lnTo>
                    <a:pt x="602317" y="2329245"/>
                  </a:lnTo>
                  <a:lnTo>
                    <a:pt x="615702" y="2317981"/>
                  </a:lnTo>
                  <a:lnTo>
                    <a:pt x="629087" y="2306302"/>
                  </a:lnTo>
                  <a:lnTo>
                    <a:pt x="642471" y="2294316"/>
                  </a:lnTo>
                  <a:lnTo>
                    <a:pt x="655856" y="2282006"/>
                  </a:lnTo>
                  <a:lnTo>
                    <a:pt x="669241" y="2269209"/>
                  </a:lnTo>
                  <a:lnTo>
                    <a:pt x="682626" y="2256125"/>
                  </a:lnTo>
                  <a:lnTo>
                    <a:pt x="696011" y="2242756"/>
                  </a:lnTo>
                  <a:lnTo>
                    <a:pt x="709396" y="2228993"/>
                  </a:lnTo>
                  <a:lnTo>
                    <a:pt x="722780" y="2214904"/>
                  </a:lnTo>
                  <a:lnTo>
                    <a:pt x="736165" y="2200566"/>
                  </a:lnTo>
                  <a:lnTo>
                    <a:pt x="749550" y="2185953"/>
                  </a:lnTo>
                  <a:lnTo>
                    <a:pt x="762935" y="2170990"/>
                  </a:lnTo>
                  <a:lnTo>
                    <a:pt x="776320" y="2155820"/>
                  </a:lnTo>
                  <a:lnTo>
                    <a:pt x="789705" y="2140449"/>
                  </a:lnTo>
                  <a:lnTo>
                    <a:pt x="803089" y="2124799"/>
                  </a:lnTo>
                  <a:lnTo>
                    <a:pt x="816474" y="2108960"/>
                  </a:lnTo>
                  <a:lnTo>
                    <a:pt x="829859" y="2092971"/>
                  </a:lnTo>
                  <a:lnTo>
                    <a:pt x="843244" y="2076813"/>
                  </a:lnTo>
                  <a:lnTo>
                    <a:pt x="856629" y="2060483"/>
                  </a:lnTo>
                  <a:lnTo>
                    <a:pt x="870014" y="2044056"/>
                  </a:lnTo>
                  <a:lnTo>
                    <a:pt x="883398" y="2027538"/>
                  </a:lnTo>
                  <a:lnTo>
                    <a:pt x="896783" y="2010909"/>
                  </a:lnTo>
                  <a:lnTo>
                    <a:pt x="910168" y="1994227"/>
                  </a:lnTo>
                  <a:lnTo>
                    <a:pt x="923553" y="1977507"/>
                  </a:lnTo>
                  <a:lnTo>
                    <a:pt x="936938" y="1960753"/>
                  </a:lnTo>
                  <a:lnTo>
                    <a:pt x="950323" y="1943992"/>
                  </a:lnTo>
                  <a:lnTo>
                    <a:pt x="963707" y="1927240"/>
                  </a:lnTo>
                  <a:lnTo>
                    <a:pt x="977092" y="1910502"/>
                  </a:lnTo>
                  <a:lnTo>
                    <a:pt x="990477" y="1893817"/>
                  </a:lnTo>
                  <a:lnTo>
                    <a:pt x="1003862" y="1877181"/>
                  </a:lnTo>
                  <a:lnTo>
                    <a:pt x="1017247" y="1860597"/>
                  </a:lnTo>
                  <a:lnTo>
                    <a:pt x="1030632" y="1844099"/>
                  </a:lnTo>
                  <a:lnTo>
                    <a:pt x="1044016" y="1827699"/>
                  </a:lnTo>
                  <a:lnTo>
                    <a:pt x="1057401" y="1811379"/>
                  </a:lnTo>
                  <a:lnTo>
                    <a:pt x="1070786" y="1795148"/>
                  </a:lnTo>
                  <a:lnTo>
                    <a:pt x="1084171" y="1779067"/>
                  </a:lnTo>
                  <a:lnTo>
                    <a:pt x="1097556" y="1763082"/>
                  </a:lnTo>
                  <a:lnTo>
                    <a:pt x="1110941" y="1747195"/>
                  </a:lnTo>
                  <a:lnTo>
                    <a:pt x="1124325" y="1731453"/>
                  </a:lnTo>
                  <a:lnTo>
                    <a:pt x="1137710" y="1715835"/>
                  </a:lnTo>
                  <a:lnTo>
                    <a:pt x="1151095" y="1700316"/>
                  </a:lnTo>
                  <a:lnTo>
                    <a:pt x="1164480" y="1684910"/>
                  </a:lnTo>
                  <a:lnTo>
                    <a:pt x="1177865" y="1669650"/>
                  </a:lnTo>
                  <a:lnTo>
                    <a:pt x="1191250" y="1654479"/>
                  </a:lnTo>
                  <a:lnTo>
                    <a:pt x="1204634" y="1639394"/>
                  </a:lnTo>
                  <a:lnTo>
                    <a:pt x="1218019" y="1624433"/>
                  </a:lnTo>
                  <a:lnTo>
                    <a:pt x="1231404" y="1609553"/>
                  </a:lnTo>
                  <a:lnTo>
                    <a:pt x="1244789" y="1594738"/>
                  </a:lnTo>
                  <a:lnTo>
                    <a:pt x="1258174" y="1579994"/>
                  </a:lnTo>
                  <a:lnTo>
                    <a:pt x="1271559" y="1565319"/>
                  </a:lnTo>
                  <a:lnTo>
                    <a:pt x="1284943" y="1550679"/>
                  </a:lnTo>
                  <a:lnTo>
                    <a:pt x="1298328" y="1536071"/>
                  </a:lnTo>
                  <a:lnTo>
                    <a:pt x="1311713" y="1521491"/>
                  </a:lnTo>
                  <a:lnTo>
                    <a:pt x="1325098" y="1506914"/>
                  </a:lnTo>
                  <a:lnTo>
                    <a:pt x="1338483" y="1492335"/>
                  </a:lnTo>
                  <a:lnTo>
                    <a:pt x="1351868" y="1477739"/>
                  </a:lnTo>
                  <a:lnTo>
                    <a:pt x="1365252" y="1463106"/>
                  </a:lnTo>
                  <a:lnTo>
                    <a:pt x="1378637" y="1448436"/>
                  </a:lnTo>
                  <a:lnTo>
                    <a:pt x="1392022" y="1433723"/>
                  </a:lnTo>
                  <a:lnTo>
                    <a:pt x="1405407" y="1418917"/>
                  </a:lnTo>
                  <a:lnTo>
                    <a:pt x="1418792" y="1404042"/>
                  </a:lnTo>
                  <a:lnTo>
                    <a:pt x="1432177" y="1389094"/>
                  </a:lnTo>
                  <a:lnTo>
                    <a:pt x="1445561" y="1374036"/>
                  </a:lnTo>
                  <a:lnTo>
                    <a:pt x="1458946" y="1358858"/>
                  </a:lnTo>
                  <a:lnTo>
                    <a:pt x="1472331" y="1343585"/>
                  </a:lnTo>
                  <a:lnTo>
                    <a:pt x="1485716" y="1328205"/>
                  </a:lnTo>
                  <a:lnTo>
                    <a:pt x="1499101" y="1312654"/>
                  </a:lnTo>
                  <a:lnTo>
                    <a:pt x="1512486" y="1296992"/>
                  </a:lnTo>
                  <a:lnTo>
                    <a:pt x="1525870" y="1281219"/>
                  </a:lnTo>
                  <a:lnTo>
                    <a:pt x="1539255" y="1265279"/>
                  </a:lnTo>
                  <a:lnTo>
                    <a:pt x="1552640" y="1249199"/>
                  </a:lnTo>
                  <a:lnTo>
                    <a:pt x="1566025" y="1233005"/>
                  </a:lnTo>
                  <a:lnTo>
                    <a:pt x="1579410" y="1216680"/>
                  </a:lnTo>
                  <a:lnTo>
                    <a:pt x="1592795" y="1200187"/>
                  </a:lnTo>
                  <a:lnTo>
                    <a:pt x="1606179" y="1183589"/>
                  </a:lnTo>
                  <a:lnTo>
                    <a:pt x="1619564" y="1166887"/>
                  </a:lnTo>
                  <a:lnTo>
                    <a:pt x="1632949" y="1150037"/>
                  </a:lnTo>
                  <a:lnTo>
                    <a:pt x="1646334" y="1133085"/>
                  </a:lnTo>
                  <a:lnTo>
                    <a:pt x="1659719" y="1116051"/>
                  </a:lnTo>
                  <a:lnTo>
                    <a:pt x="1673104" y="1098921"/>
                  </a:lnTo>
                  <a:lnTo>
                    <a:pt x="1686488" y="1081697"/>
                  </a:lnTo>
                  <a:lnTo>
                    <a:pt x="1699873" y="1064418"/>
                  </a:lnTo>
                  <a:lnTo>
                    <a:pt x="1713258" y="1047089"/>
                  </a:lnTo>
                  <a:lnTo>
                    <a:pt x="1726643" y="1029699"/>
                  </a:lnTo>
                  <a:lnTo>
                    <a:pt x="1740028" y="1012284"/>
                  </a:lnTo>
                  <a:lnTo>
                    <a:pt x="1753413" y="994853"/>
                  </a:lnTo>
                  <a:lnTo>
                    <a:pt x="1766797" y="977411"/>
                  </a:lnTo>
                  <a:lnTo>
                    <a:pt x="1780182" y="959980"/>
                  </a:lnTo>
                  <a:lnTo>
                    <a:pt x="1793567" y="942567"/>
                  </a:lnTo>
                  <a:lnTo>
                    <a:pt x="1806952" y="925176"/>
                  </a:lnTo>
                  <a:lnTo>
                    <a:pt x="1820337" y="907848"/>
                  </a:lnTo>
                  <a:lnTo>
                    <a:pt x="1833722" y="890570"/>
                  </a:lnTo>
                  <a:lnTo>
                    <a:pt x="1847106" y="873347"/>
                  </a:lnTo>
                  <a:lnTo>
                    <a:pt x="1860491" y="856212"/>
                  </a:lnTo>
                  <a:lnTo>
                    <a:pt x="1873876" y="839174"/>
                  </a:lnTo>
                  <a:lnTo>
                    <a:pt x="1887261" y="822217"/>
                  </a:lnTo>
                  <a:lnTo>
                    <a:pt x="1900646" y="805352"/>
                  </a:lnTo>
                  <a:lnTo>
                    <a:pt x="1914031" y="788636"/>
                  </a:lnTo>
                  <a:lnTo>
                    <a:pt x="1927415" y="772020"/>
                  </a:lnTo>
                  <a:lnTo>
                    <a:pt x="1940800" y="755505"/>
                  </a:lnTo>
                  <a:lnTo>
                    <a:pt x="1954185" y="739144"/>
                  </a:lnTo>
                  <a:lnTo>
                    <a:pt x="1967570" y="722914"/>
                  </a:lnTo>
                  <a:lnTo>
                    <a:pt x="1980955" y="706793"/>
                  </a:lnTo>
                  <a:lnTo>
                    <a:pt x="1994340" y="690799"/>
                  </a:lnTo>
                  <a:lnTo>
                    <a:pt x="2007724" y="674970"/>
                  </a:lnTo>
                  <a:lnTo>
                    <a:pt x="2021109" y="659247"/>
                  </a:lnTo>
                  <a:lnTo>
                    <a:pt x="2034494" y="643630"/>
                  </a:lnTo>
                  <a:lnTo>
                    <a:pt x="2047879" y="628171"/>
                  </a:lnTo>
                  <a:lnTo>
                    <a:pt x="2061264" y="612822"/>
                  </a:lnTo>
                  <a:lnTo>
                    <a:pt x="2074649" y="597567"/>
                  </a:lnTo>
                  <a:lnTo>
                    <a:pt x="2088033" y="582423"/>
                  </a:lnTo>
                  <a:lnTo>
                    <a:pt x="2101418" y="567400"/>
                  </a:lnTo>
                  <a:lnTo>
                    <a:pt x="2114803" y="552452"/>
                  </a:lnTo>
                  <a:lnTo>
                    <a:pt x="2128188" y="537577"/>
                  </a:lnTo>
                  <a:lnTo>
                    <a:pt x="2141573" y="522809"/>
                  </a:lnTo>
                  <a:lnTo>
                    <a:pt x="2154958" y="508101"/>
                  </a:lnTo>
                  <a:lnTo>
                    <a:pt x="2168342" y="493446"/>
                  </a:lnTo>
                  <a:lnTo>
                    <a:pt x="2181727" y="478855"/>
                  </a:lnTo>
                  <a:lnTo>
                    <a:pt x="2195112" y="464318"/>
                  </a:lnTo>
                  <a:lnTo>
                    <a:pt x="2208497" y="449817"/>
                  </a:lnTo>
                  <a:lnTo>
                    <a:pt x="2221882" y="435348"/>
                  </a:lnTo>
                  <a:lnTo>
                    <a:pt x="2235267" y="420925"/>
                  </a:lnTo>
                  <a:lnTo>
                    <a:pt x="2248651" y="406525"/>
                  </a:lnTo>
                  <a:lnTo>
                    <a:pt x="2262036" y="392147"/>
                  </a:lnTo>
                  <a:lnTo>
                    <a:pt x="2275421" y="377797"/>
                  </a:lnTo>
                  <a:lnTo>
                    <a:pt x="2288806" y="363473"/>
                  </a:lnTo>
                  <a:lnTo>
                    <a:pt x="2302191" y="349171"/>
                  </a:lnTo>
                  <a:lnTo>
                    <a:pt x="2315576" y="334894"/>
                  </a:lnTo>
                  <a:lnTo>
                    <a:pt x="2328960" y="320661"/>
                  </a:lnTo>
                  <a:lnTo>
                    <a:pt x="2342345" y="306463"/>
                  </a:lnTo>
                  <a:lnTo>
                    <a:pt x="2355730" y="292303"/>
                  </a:lnTo>
                  <a:lnTo>
                    <a:pt x="2369115" y="278212"/>
                  </a:lnTo>
                  <a:lnTo>
                    <a:pt x="2382500" y="264195"/>
                  </a:lnTo>
                  <a:lnTo>
                    <a:pt x="2395885" y="250247"/>
                  </a:lnTo>
                  <a:lnTo>
                    <a:pt x="2409269" y="236391"/>
                  </a:lnTo>
                  <a:lnTo>
                    <a:pt x="2422654" y="222686"/>
                  </a:lnTo>
                  <a:lnTo>
                    <a:pt x="2436039" y="209099"/>
                  </a:lnTo>
                  <a:lnTo>
                    <a:pt x="2449424" y="195638"/>
                  </a:lnTo>
                  <a:lnTo>
                    <a:pt x="2462809" y="182409"/>
                  </a:lnTo>
                  <a:lnTo>
                    <a:pt x="2476194" y="169385"/>
                  </a:lnTo>
                  <a:lnTo>
                    <a:pt x="2489578" y="156554"/>
                  </a:lnTo>
                  <a:lnTo>
                    <a:pt x="2502963" y="143988"/>
                  </a:lnTo>
                  <a:lnTo>
                    <a:pt x="2516348" y="131778"/>
                  </a:lnTo>
                  <a:lnTo>
                    <a:pt x="2529733" y="119844"/>
                  </a:lnTo>
                  <a:lnTo>
                    <a:pt x="2543118" y="108196"/>
                  </a:lnTo>
                  <a:lnTo>
                    <a:pt x="2556503" y="97078"/>
                  </a:lnTo>
                  <a:lnTo>
                    <a:pt x="2569887" y="86345"/>
                  </a:lnTo>
                  <a:lnTo>
                    <a:pt x="2583272" y="75992"/>
                  </a:lnTo>
                  <a:lnTo>
                    <a:pt x="2596657" y="66178"/>
                  </a:lnTo>
                  <a:lnTo>
                    <a:pt x="2610042" y="56977"/>
                  </a:lnTo>
                  <a:lnTo>
                    <a:pt x="2623427" y="48254"/>
                  </a:lnTo>
                  <a:lnTo>
                    <a:pt x="2636812" y="40034"/>
                  </a:lnTo>
                  <a:lnTo>
                    <a:pt x="2650196" y="32706"/>
                  </a:lnTo>
                  <a:lnTo>
                    <a:pt x="2663581" y="25955"/>
                  </a:lnTo>
                  <a:lnTo>
                    <a:pt x="2676966" y="19791"/>
                  </a:lnTo>
                  <a:lnTo>
                    <a:pt x="2690351" y="14497"/>
                  </a:lnTo>
                  <a:lnTo>
                    <a:pt x="2703736" y="10047"/>
                  </a:lnTo>
                  <a:lnTo>
                    <a:pt x="2717121" y="6275"/>
                  </a:lnTo>
                  <a:lnTo>
                    <a:pt x="2730505" y="3267"/>
                  </a:lnTo>
                  <a:lnTo>
                    <a:pt x="2743890" y="1418"/>
                  </a:lnTo>
                  <a:lnTo>
                    <a:pt x="2757275" y="326"/>
                  </a:lnTo>
                  <a:lnTo>
                    <a:pt x="2770660" y="0"/>
                  </a:lnTo>
                  <a:lnTo>
                    <a:pt x="2784045" y="845"/>
                  </a:lnTo>
                  <a:lnTo>
                    <a:pt x="2797430" y="2671"/>
                  </a:lnTo>
                  <a:lnTo>
                    <a:pt x="2810814" y="5319"/>
                  </a:lnTo>
                  <a:lnTo>
                    <a:pt x="2824199" y="8951"/>
                  </a:lnTo>
                  <a:lnTo>
                    <a:pt x="2837584" y="13868"/>
                  </a:lnTo>
                  <a:lnTo>
                    <a:pt x="2850969" y="19644"/>
                  </a:lnTo>
                  <a:lnTo>
                    <a:pt x="2864354" y="26281"/>
                  </a:lnTo>
                  <a:lnTo>
                    <a:pt x="2877739" y="34277"/>
                  </a:lnTo>
                  <a:lnTo>
                    <a:pt x="2891123" y="43254"/>
                  </a:lnTo>
                  <a:lnTo>
                    <a:pt x="2904508" y="53098"/>
                  </a:lnTo>
                  <a:lnTo>
                    <a:pt x="2917893" y="64033"/>
                  </a:lnTo>
                  <a:lnTo>
                    <a:pt x="2931278" y="76200"/>
                  </a:lnTo>
                  <a:lnTo>
                    <a:pt x="2944663" y="89215"/>
                  </a:lnTo>
                  <a:lnTo>
                    <a:pt x="2958048" y="103075"/>
                  </a:lnTo>
                  <a:lnTo>
                    <a:pt x="2971432" y="118296"/>
                  </a:lnTo>
                  <a:lnTo>
                    <a:pt x="2984817" y="134360"/>
                  </a:lnTo>
                  <a:lnTo>
                    <a:pt x="2998202" y="151219"/>
                  </a:lnTo>
                  <a:lnTo>
                    <a:pt x="3011587" y="169117"/>
                  </a:lnTo>
                  <a:lnTo>
                    <a:pt x="3024972" y="188026"/>
                  </a:lnTo>
                  <a:lnTo>
                    <a:pt x="3038357" y="207656"/>
                  </a:lnTo>
                  <a:lnTo>
                    <a:pt x="3051741" y="228017"/>
                  </a:lnTo>
                  <a:lnTo>
                    <a:pt x="3065126" y="249491"/>
                  </a:lnTo>
                  <a:lnTo>
                    <a:pt x="3078511" y="271593"/>
                  </a:lnTo>
                  <a:lnTo>
                    <a:pt x="3091896" y="294308"/>
                  </a:lnTo>
                  <a:lnTo>
                    <a:pt x="3105281" y="317845"/>
                  </a:lnTo>
                  <a:lnTo>
                    <a:pt x="3118666" y="342058"/>
                  </a:lnTo>
                  <a:lnTo>
                    <a:pt x="3132050" y="366773"/>
                  </a:lnTo>
                  <a:lnTo>
                    <a:pt x="3145435" y="392019"/>
                  </a:lnTo>
                  <a:lnTo>
                    <a:pt x="3158820" y="417939"/>
                  </a:lnTo>
                  <a:lnTo>
                    <a:pt x="3172205" y="444237"/>
                  </a:lnTo>
                  <a:lnTo>
                    <a:pt x="3185590" y="470895"/>
                  </a:lnTo>
                  <a:lnTo>
                    <a:pt x="3198975" y="498025"/>
                  </a:lnTo>
                  <a:lnTo>
                    <a:pt x="3212359" y="525465"/>
                  </a:lnTo>
                  <a:lnTo>
                    <a:pt x="3225744" y="553136"/>
                  </a:lnTo>
                  <a:lnTo>
                    <a:pt x="3239129" y="581049"/>
                  </a:lnTo>
                  <a:lnTo>
                    <a:pt x="3252514" y="609183"/>
                  </a:lnTo>
                  <a:lnTo>
                    <a:pt x="3265899" y="637420"/>
                  </a:lnTo>
                  <a:lnTo>
                    <a:pt x="3279284" y="665743"/>
                  </a:lnTo>
                  <a:lnTo>
                    <a:pt x="3292668" y="694126"/>
                  </a:lnTo>
                  <a:lnTo>
                    <a:pt x="3306053" y="722493"/>
                  </a:lnTo>
                  <a:lnTo>
                    <a:pt x="3319438" y="750824"/>
                  </a:lnTo>
                  <a:lnTo>
                    <a:pt x="3332823" y="779074"/>
                  </a:lnTo>
                  <a:lnTo>
                    <a:pt x="3346208" y="807163"/>
                  </a:lnTo>
                  <a:lnTo>
                    <a:pt x="3359593" y="835106"/>
                  </a:lnTo>
                  <a:lnTo>
                    <a:pt x="3372977" y="862888"/>
                  </a:lnTo>
                  <a:lnTo>
                    <a:pt x="3386362" y="890336"/>
                  </a:lnTo>
                  <a:lnTo>
                    <a:pt x="3399747" y="917532"/>
                  </a:lnTo>
                  <a:lnTo>
                    <a:pt x="3413132" y="944473"/>
                  </a:lnTo>
                  <a:lnTo>
                    <a:pt x="3426517" y="971037"/>
                  </a:lnTo>
                  <a:lnTo>
                    <a:pt x="3439902" y="997177"/>
                  </a:lnTo>
                  <a:lnTo>
                    <a:pt x="3453286" y="1022983"/>
                  </a:lnTo>
                  <a:lnTo>
                    <a:pt x="3466671" y="1048429"/>
                  </a:lnTo>
                  <a:lnTo>
                    <a:pt x="3480056" y="1073257"/>
                  </a:lnTo>
                  <a:lnTo>
                    <a:pt x="3493441" y="1097687"/>
                  </a:lnTo>
                  <a:lnTo>
                    <a:pt x="3506826" y="1121712"/>
                  </a:lnTo>
                  <a:lnTo>
                    <a:pt x="3520211" y="1145137"/>
                  </a:lnTo>
                  <a:lnTo>
                    <a:pt x="3533595" y="1168002"/>
                  </a:lnTo>
                  <a:lnTo>
                    <a:pt x="3546980" y="1190418"/>
                  </a:lnTo>
                  <a:lnTo>
                    <a:pt x="3560365" y="1212323"/>
                  </a:lnTo>
                  <a:lnTo>
                    <a:pt x="3573750" y="1233486"/>
                  </a:lnTo>
                  <a:lnTo>
                    <a:pt x="3587135" y="1254167"/>
                  </a:lnTo>
                  <a:lnTo>
                    <a:pt x="3600520" y="1274365"/>
                  </a:lnTo>
                  <a:lnTo>
                    <a:pt x="3613904" y="1293824"/>
                  </a:lnTo>
                  <a:lnTo>
                    <a:pt x="3627289" y="1312690"/>
                  </a:lnTo>
                  <a:lnTo>
                    <a:pt x="3640674" y="1331056"/>
                  </a:lnTo>
                  <a:lnTo>
                    <a:pt x="3654059" y="1348819"/>
                  </a:lnTo>
                  <a:lnTo>
                    <a:pt x="3667444" y="1365824"/>
                  </a:lnTo>
                  <a:lnTo>
                    <a:pt x="3680829" y="1382322"/>
                  </a:lnTo>
                  <a:lnTo>
                    <a:pt x="3694213" y="1398313"/>
                  </a:lnTo>
                  <a:lnTo>
                    <a:pt x="3707598" y="1413499"/>
                  </a:lnTo>
                  <a:lnTo>
                    <a:pt x="3720983" y="1428123"/>
                  </a:lnTo>
                  <a:lnTo>
                    <a:pt x="3734368" y="1442242"/>
                  </a:lnTo>
                  <a:lnTo>
                    <a:pt x="3747753" y="1455718"/>
                  </a:lnTo>
                  <a:lnTo>
                    <a:pt x="3761138" y="1468485"/>
                  </a:lnTo>
                  <a:lnTo>
                    <a:pt x="3774522" y="1480757"/>
                  </a:lnTo>
                  <a:lnTo>
                    <a:pt x="3787907" y="1492533"/>
                  </a:lnTo>
                  <a:lnTo>
                    <a:pt x="3801292" y="1503497"/>
                  </a:lnTo>
                  <a:lnTo>
                    <a:pt x="3814677" y="1513964"/>
                  </a:lnTo>
                  <a:lnTo>
                    <a:pt x="3828062" y="1523953"/>
                  </a:lnTo>
                  <a:lnTo>
                    <a:pt x="3841447" y="1533299"/>
                  </a:lnTo>
                  <a:lnTo>
                    <a:pt x="3854831" y="1542025"/>
                  </a:lnTo>
                  <a:lnTo>
                    <a:pt x="3868216" y="1550294"/>
                  </a:lnTo>
                  <a:lnTo>
                    <a:pt x="3881601" y="1558087"/>
                  </a:lnTo>
                  <a:lnTo>
                    <a:pt x="3894986" y="1565153"/>
                  </a:lnTo>
                  <a:lnTo>
                    <a:pt x="3908371" y="1571791"/>
                  </a:lnTo>
                  <a:lnTo>
                    <a:pt x="3921756" y="1578003"/>
                  </a:lnTo>
                  <a:lnTo>
                    <a:pt x="3935140" y="1583622"/>
                  </a:lnTo>
                  <a:lnTo>
                    <a:pt x="3948525" y="1588739"/>
                  </a:lnTo>
                  <a:lnTo>
                    <a:pt x="3961910" y="1593469"/>
                  </a:lnTo>
                  <a:lnTo>
                    <a:pt x="3975295" y="1597771"/>
                  </a:lnTo>
                  <a:lnTo>
                    <a:pt x="3988680" y="1601507"/>
                  </a:lnTo>
                  <a:lnTo>
                    <a:pt x="4002065" y="1604901"/>
                  </a:lnTo>
                  <a:lnTo>
                    <a:pt x="4015449" y="1607959"/>
                  </a:lnTo>
                  <a:lnTo>
                    <a:pt x="4028834" y="1610538"/>
                  </a:lnTo>
                  <a:lnTo>
                    <a:pt x="4042219" y="1612773"/>
                  </a:lnTo>
                  <a:lnTo>
                    <a:pt x="4055604" y="1614728"/>
                  </a:lnTo>
                  <a:lnTo>
                    <a:pt x="4068989" y="1616364"/>
                  </a:lnTo>
                  <a:lnTo>
                    <a:pt x="4082374" y="1617647"/>
                  </a:lnTo>
                  <a:lnTo>
                    <a:pt x="4095758" y="1618717"/>
                  </a:lnTo>
                  <a:lnTo>
                    <a:pt x="4109143" y="1619583"/>
                  </a:lnTo>
                  <a:lnTo>
                    <a:pt x="4122528" y="1620171"/>
                  </a:lnTo>
                  <a:lnTo>
                    <a:pt x="4135913" y="1620603"/>
                  </a:lnTo>
                  <a:lnTo>
                    <a:pt x="4149298" y="1620908"/>
                  </a:lnTo>
                  <a:lnTo>
                    <a:pt x="4162683" y="1621075"/>
                  </a:lnTo>
                  <a:lnTo>
                    <a:pt x="4176067" y="1621142"/>
                  </a:lnTo>
                  <a:lnTo>
                    <a:pt x="4189452" y="1621165"/>
                  </a:lnTo>
                  <a:lnTo>
                    <a:pt x="4202837" y="1621155"/>
                  </a:lnTo>
                  <a:lnTo>
                    <a:pt x="4216222" y="1621151"/>
                  </a:lnTo>
                  <a:lnTo>
                    <a:pt x="4229607" y="1621190"/>
                  </a:lnTo>
                  <a:lnTo>
                    <a:pt x="4242992" y="1621283"/>
                  </a:lnTo>
                  <a:lnTo>
                    <a:pt x="4256376" y="1621485"/>
                  </a:lnTo>
                  <a:lnTo>
                    <a:pt x="4269761" y="1621843"/>
                  </a:lnTo>
                  <a:lnTo>
                    <a:pt x="4283146" y="1622342"/>
                  </a:lnTo>
                  <a:lnTo>
                    <a:pt x="4296531" y="1623006"/>
                  </a:lnTo>
                  <a:lnTo>
                    <a:pt x="4309916" y="1623982"/>
                  </a:lnTo>
                  <a:lnTo>
                    <a:pt x="4323301" y="1625184"/>
                  </a:lnTo>
                  <a:lnTo>
                    <a:pt x="4336685" y="1626620"/>
                  </a:lnTo>
                  <a:lnTo>
                    <a:pt x="4350070" y="1628431"/>
                  </a:lnTo>
                  <a:lnTo>
                    <a:pt x="4363455" y="1630606"/>
                  </a:lnTo>
                  <a:lnTo>
                    <a:pt x="4376840" y="1633089"/>
                  </a:lnTo>
                  <a:lnTo>
                    <a:pt x="4390225" y="1635937"/>
                  </a:lnTo>
                  <a:lnTo>
                    <a:pt x="4403610" y="1639324"/>
                  </a:lnTo>
                  <a:lnTo>
                    <a:pt x="4416994" y="1643079"/>
                  </a:lnTo>
                  <a:lnTo>
                    <a:pt x="4430379" y="1647208"/>
                  </a:lnTo>
                  <a:lnTo>
                    <a:pt x="4443764" y="1651932"/>
                  </a:lnTo>
                  <a:lnTo>
                    <a:pt x="4457149" y="1657133"/>
                  </a:lnTo>
                  <a:lnTo>
                    <a:pt x="4470534" y="1662748"/>
                  </a:lnTo>
                  <a:lnTo>
                    <a:pt x="4483919" y="1668874"/>
                  </a:lnTo>
                  <a:lnTo>
                    <a:pt x="4497303" y="1675637"/>
                  </a:lnTo>
                  <a:lnTo>
                    <a:pt x="4510688" y="1682834"/>
                  </a:lnTo>
                  <a:lnTo>
                    <a:pt x="4524073" y="1690468"/>
                  </a:lnTo>
                  <a:lnTo>
                    <a:pt x="4537458" y="1698802"/>
                  </a:lnTo>
                  <a:lnTo>
                    <a:pt x="4550843" y="1707612"/>
                  </a:lnTo>
                  <a:lnTo>
                    <a:pt x="4564228" y="1716856"/>
                  </a:lnTo>
                  <a:lnTo>
                    <a:pt x="4577612" y="1726655"/>
                  </a:lnTo>
                  <a:lnTo>
                    <a:pt x="4590997" y="1737041"/>
                  </a:lnTo>
                  <a:lnTo>
                    <a:pt x="4604382" y="1747838"/>
                  </a:lnTo>
                  <a:lnTo>
                    <a:pt x="4617767" y="1759041"/>
                  </a:lnTo>
                  <a:lnTo>
                    <a:pt x="4631152" y="1770898"/>
                  </a:lnTo>
                  <a:lnTo>
                    <a:pt x="4644537" y="1783129"/>
                  </a:lnTo>
                  <a:lnTo>
                    <a:pt x="4657921" y="1795722"/>
                  </a:lnTo>
                  <a:lnTo>
                    <a:pt x="4671306" y="1808791"/>
                  </a:lnTo>
                  <a:lnTo>
                    <a:pt x="4684691" y="1822284"/>
                  </a:lnTo>
                  <a:lnTo>
                    <a:pt x="4698076" y="1836080"/>
                  </a:lnTo>
                  <a:lnTo>
                    <a:pt x="4711461" y="1850188"/>
                  </a:lnTo>
                  <a:lnTo>
                    <a:pt x="4724846" y="1864725"/>
                  </a:lnTo>
                  <a:lnTo>
                    <a:pt x="4738230" y="1879496"/>
                  </a:lnTo>
                  <a:lnTo>
                    <a:pt x="4751615" y="1894490"/>
                  </a:lnTo>
                  <a:lnTo>
                    <a:pt x="4765000" y="1909774"/>
                  </a:lnTo>
                  <a:lnTo>
                    <a:pt x="4778385" y="1925264"/>
                  </a:lnTo>
                  <a:lnTo>
                    <a:pt x="4791770" y="1940901"/>
                  </a:lnTo>
                  <a:lnTo>
                    <a:pt x="4805155" y="1956690"/>
                  </a:lnTo>
                  <a:lnTo>
                    <a:pt x="4818539" y="1972631"/>
                  </a:lnTo>
                  <a:lnTo>
                    <a:pt x="4831924" y="1988641"/>
                  </a:lnTo>
                  <a:lnTo>
                    <a:pt x="4845309" y="2004710"/>
                  </a:lnTo>
                  <a:lnTo>
                    <a:pt x="4858694" y="2020829"/>
                  </a:lnTo>
                  <a:lnTo>
                    <a:pt x="4872079" y="2036947"/>
                  </a:lnTo>
                  <a:lnTo>
                    <a:pt x="4885464" y="2053051"/>
                  </a:lnTo>
                  <a:lnTo>
                    <a:pt x="4898848" y="2069117"/>
                  </a:lnTo>
                  <a:lnTo>
                    <a:pt x="4912233" y="2085096"/>
                  </a:lnTo>
                  <a:lnTo>
                    <a:pt x="4925618" y="2100994"/>
                  </a:lnTo>
                  <a:lnTo>
                    <a:pt x="4939003" y="2116803"/>
                  </a:lnTo>
                  <a:lnTo>
                    <a:pt x="4952388" y="2132430"/>
                  </a:lnTo>
                  <a:lnTo>
                    <a:pt x="4965773" y="2147912"/>
                  </a:lnTo>
                  <a:lnTo>
                    <a:pt x="4979157" y="2163249"/>
                  </a:lnTo>
                  <a:lnTo>
                    <a:pt x="4992542" y="2178382"/>
                  </a:lnTo>
                  <a:lnTo>
                    <a:pt x="5005927" y="2193272"/>
                  </a:lnTo>
                  <a:lnTo>
                    <a:pt x="5019312" y="2207976"/>
                  </a:lnTo>
                  <a:lnTo>
                    <a:pt x="5032697" y="2222488"/>
                  </a:lnTo>
                  <a:lnTo>
                    <a:pt x="5046082" y="2236653"/>
                  </a:lnTo>
                  <a:lnTo>
                    <a:pt x="5059466" y="2250601"/>
                  </a:lnTo>
                  <a:lnTo>
                    <a:pt x="5072851" y="2264329"/>
                  </a:lnTo>
                  <a:lnTo>
                    <a:pt x="5086236" y="2277744"/>
                  </a:lnTo>
                  <a:lnTo>
                    <a:pt x="5099621" y="2290854"/>
                  </a:lnTo>
                  <a:lnTo>
                    <a:pt x="5113006" y="2303728"/>
                  </a:lnTo>
                  <a:lnTo>
                    <a:pt x="5126391" y="2316345"/>
                  </a:lnTo>
                  <a:lnTo>
                    <a:pt x="5139775" y="2328573"/>
                  </a:lnTo>
                  <a:lnTo>
                    <a:pt x="5153160" y="2340558"/>
                  </a:lnTo>
                  <a:lnTo>
                    <a:pt x="5166545" y="2352302"/>
                  </a:lnTo>
                  <a:lnTo>
                    <a:pt x="5179930" y="2363692"/>
                  </a:lnTo>
                  <a:lnTo>
                    <a:pt x="5193315" y="2374787"/>
                  </a:lnTo>
                  <a:lnTo>
                    <a:pt x="5206700" y="2385645"/>
                  </a:lnTo>
                  <a:lnTo>
                    <a:pt x="5220084" y="2396229"/>
                  </a:lnTo>
                  <a:lnTo>
                    <a:pt x="5233469" y="2406456"/>
                  </a:lnTo>
                  <a:lnTo>
                    <a:pt x="5246854" y="2416456"/>
                  </a:lnTo>
                  <a:lnTo>
                    <a:pt x="5260239" y="2426231"/>
                  </a:lnTo>
                  <a:lnTo>
                    <a:pt x="5273624" y="2435665"/>
                  </a:lnTo>
                  <a:lnTo>
                    <a:pt x="5287009" y="2444854"/>
                  </a:lnTo>
                  <a:lnTo>
                    <a:pt x="5300393" y="2453831"/>
                  </a:lnTo>
                  <a:lnTo>
                    <a:pt x="5313778" y="2462554"/>
                  </a:lnTo>
                  <a:lnTo>
                    <a:pt x="5327163" y="2470987"/>
                  </a:lnTo>
                  <a:lnTo>
                    <a:pt x="5340548" y="2479226"/>
                  </a:lnTo>
                  <a:lnTo>
                    <a:pt x="5353933" y="2487274"/>
                  </a:lnTo>
                  <a:lnTo>
                    <a:pt x="5367318" y="2495025"/>
                  </a:lnTo>
                  <a:lnTo>
                    <a:pt x="5380702" y="2502586"/>
                  </a:lnTo>
                  <a:lnTo>
                    <a:pt x="5394087" y="2509974"/>
                  </a:lnTo>
                  <a:lnTo>
                    <a:pt x="5407472" y="2517140"/>
                  </a:lnTo>
                  <a:lnTo>
                    <a:pt x="5420857" y="2524084"/>
                  </a:lnTo>
                  <a:lnTo>
                    <a:pt x="5434242" y="2530870"/>
                  </a:lnTo>
                  <a:lnTo>
                    <a:pt x="5447627" y="2537502"/>
                  </a:lnTo>
                  <a:lnTo>
                    <a:pt x="5461011" y="2543884"/>
                  </a:lnTo>
                  <a:lnTo>
                    <a:pt x="5474396" y="2550124"/>
                  </a:lnTo>
                  <a:lnTo>
                    <a:pt x="5487781" y="2556224"/>
                  </a:lnTo>
                  <a:lnTo>
                    <a:pt x="5501166" y="2562136"/>
                  </a:lnTo>
                  <a:lnTo>
                    <a:pt x="5514551" y="2567879"/>
                  </a:lnTo>
                  <a:lnTo>
                    <a:pt x="5527936" y="2573494"/>
                  </a:lnTo>
                  <a:lnTo>
                    <a:pt x="5541320" y="2578975"/>
                  </a:lnTo>
                  <a:lnTo>
                    <a:pt x="5554705" y="2584263"/>
                  </a:lnTo>
                  <a:lnTo>
                    <a:pt x="5568090" y="2589436"/>
                  </a:lnTo>
                  <a:lnTo>
                    <a:pt x="5581475" y="2594494"/>
                  </a:lnTo>
                  <a:lnTo>
                    <a:pt x="5594860" y="2599390"/>
                  </a:lnTo>
                  <a:lnTo>
                    <a:pt x="5608245" y="2604155"/>
                  </a:lnTo>
                  <a:lnTo>
                    <a:pt x="5621629" y="2608816"/>
                  </a:lnTo>
                  <a:lnTo>
                    <a:pt x="5635014" y="2613358"/>
                  </a:lnTo>
                  <a:lnTo>
                    <a:pt x="5648399" y="2617748"/>
                  </a:lnTo>
                  <a:lnTo>
                    <a:pt x="5661784" y="2622043"/>
                  </a:lnTo>
                  <a:lnTo>
                    <a:pt x="5675169" y="2626243"/>
                  </a:lnTo>
                  <a:lnTo>
                    <a:pt x="5688554" y="2630302"/>
                  </a:lnTo>
                  <a:lnTo>
                    <a:pt x="5701938" y="2634259"/>
                  </a:lnTo>
                  <a:lnTo>
                    <a:pt x="5715323" y="2638130"/>
                  </a:lnTo>
                  <a:lnTo>
                    <a:pt x="5728708" y="2641896"/>
                  </a:lnTo>
                  <a:lnTo>
                    <a:pt x="5742093" y="2645544"/>
                  </a:lnTo>
                  <a:lnTo>
                    <a:pt x="5755478" y="2649113"/>
                  </a:lnTo>
                  <a:lnTo>
                    <a:pt x="5768863" y="2652605"/>
                  </a:lnTo>
                  <a:lnTo>
                    <a:pt x="5782247" y="2655975"/>
                  </a:lnTo>
                  <a:lnTo>
                    <a:pt x="5795632" y="2659270"/>
                  </a:lnTo>
                  <a:lnTo>
                    <a:pt x="5809017" y="2662494"/>
                  </a:lnTo>
                  <a:lnTo>
                    <a:pt x="5822402" y="2665630"/>
                  </a:lnTo>
                  <a:lnTo>
                    <a:pt x="5835787" y="2668677"/>
                  </a:lnTo>
                  <a:lnTo>
                    <a:pt x="5849172" y="2671661"/>
                  </a:lnTo>
                  <a:lnTo>
                    <a:pt x="5862556" y="2674584"/>
                  </a:lnTo>
                  <a:lnTo>
                    <a:pt x="5875941" y="2677410"/>
                  </a:lnTo>
                  <a:lnTo>
                    <a:pt x="5889326" y="2680182"/>
                  </a:lnTo>
                  <a:lnTo>
                    <a:pt x="5902711" y="2682900"/>
                  </a:lnTo>
                  <a:lnTo>
                    <a:pt x="5916096" y="2685546"/>
                  </a:lnTo>
                  <a:lnTo>
                    <a:pt x="5929481" y="2688129"/>
                  </a:lnTo>
                  <a:lnTo>
                    <a:pt x="5942865" y="2690666"/>
                  </a:lnTo>
                  <a:lnTo>
                    <a:pt x="5956250" y="2693153"/>
                  </a:lnTo>
                  <a:lnTo>
                    <a:pt x="5969635" y="2695573"/>
                  </a:lnTo>
                  <a:lnTo>
                    <a:pt x="5983020" y="2697952"/>
                  </a:lnTo>
                  <a:lnTo>
                    <a:pt x="5996405" y="2700291"/>
                  </a:lnTo>
                  <a:lnTo>
                    <a:pt x="6009790" y="2702575"/>
                  </a:lnTo>
                  <a:lnTo>
                    <a:pt x="6023174" y="2704816"/>
                  </a:lnTo>
                  <a:lnTo>
                    <a:pt x="6036559" y="2707023"/>
                  </a:lnTo>
                  <a:lnTo>
                    <a:pt x="6049944" y="2709191"/>
                  </a:lnTo>
                  <a:lnTo>
                    <a:pt x="6063329" y="2711310"/>
                  </a:lnTo>
                  <a:lnTo>
                    <a:pt x="6076714" y="2713400"/>
                  </a:lnTo>
                  <a:lnTo>
                    <a:pt x="6090099" y="2715459"/>
                  </a:lnTo>
                  <a:lnTo>
                    <a:pt x="6103483" y="2717474"/>
                  </a:lnTo>
                  <a:lnTo>
                    <a:pt x="6116868" y="2719457"/>
                  </a:lnTo>
                  <a:lnTo>
                    <a:pt x="6130253" y="2721412"/>
                  </a:lnTo>
                  <a:lnTo>
                    <a:pt x="6143638" y="2723334"/>
                  </a:lnTo>
                  <a:lnTo>
                    <a:pt x="6157023" y="2725218"/>
                  </a:lnTo>
                  <a:lnTo>
                    <a:pt x="6170408" y="2727075"/>
                  </a:lnTo>
                  <a:lnTo>
                    <a:pt x="6183792" y="2728906"/>
                  </a:lnTo>
                  <a:lnTo>
                    <a:pt x="6197177" y="2730695"/>
                  </a:lnTo>
                  <a:lnTo>
                    <a:pt x="6210562" y="2732457"/>
                  </a:lnTo>
                  <a:lnTo>
                    <a:pt x="6223947" y="2734192"/>
                  </a:lnTo>
                  <a:lnTo>
                    <a:pt x="6237332" y="2735893"/>
                  </a:lnTo>
                  <a:lnTo>
                    <a:pt x="6250717" y="2737557"/>
                  </a:lnTo>
                  <a:lnTo>
                    <a:pt x="6264101" y="2739194"/>
                  </a:lnTo>
                  <a:lnTo>
                    <a:pt x="6277486" y="2740804"/>
                  </a:lnTo>
                  <a:lnTo>
                    <a:pt x="6290871" y="2742368"/>
                  </a:lnTo>
                  <a:lnTo>
                    <a:pt x="6304256" y="2743904"/>
                  </a:lnTo>
                  <a:lnTo>
                    <a:pt x="6317641" y="2745412"/>
                  </a:lnTo>
                  <a:lnTo>
                    <a:pt x="6331026" y="2746879"/>
                  </a:lnTo>
                  <a:lnTo>
                    <a:pt x="6344410" y="2748308"/>
                  </a:lnTo>
                  <a:lnTo>
                    <a:pt x="6357795" y="2749708"/>
                  </a:lnTo>
                  <a:lnTo>
                    <a:pt x="6371180" y="2751074"/>
                  </a:lnTo>
                  <a:lnTo>
                    <a:pt x="6384565" y="2752393"/>
                  </a:lnTo>
                  <a:lnTo>
                    <a:pt x="6397950" y="2753680"/>
                  </a:lnTo>
                  <a:lnTo>
                    <a:pt x="6411335" y="2754936"/>
                  </a:lnTo>
                  <a:lnTo>
                    <a:pt x="6424719" y="2756145"/>
                  </a:lnTo>
                  <a:lnTo>
                    <a:pt x="6438104" y="2757316"/>
                  </a:lnTo>
                  <a:lnTo>
                    <a:pt x="6451489" y="2758455"/>
                  </a:lnTo>
                  <a:lnTo>
                    <a:pt x="6464874" y="2759557"/>
                  </a:lnTo>
                  <a:lnTo>
                    <a:pt x="6478259" y="2760609"/>
                  </a:lnTo>
                  <a:lnTo>
                    <a:pt x="6491644" y="2761630"/>
                  </a:lnTo>
                  <a:lnTo>
                    <a:pt x="6505028" y="2762619"/>
                  </a:lnTo>
                  <a:lnTo>
                    <a:pt x="6518413" y="2763558"/>
                  </a:lnTo>
                  <a:lnTo>
                    <a:pt x="6531798" y="2764461"/>
                  </a:lnTo>
                  <a:lnTo>
                    <a:pt x="6545183" y="2765333"/>
                  </a:lnTo>
                  <a:lnTo>
                    <a:pt x="6558568" y="2766166"/>
                  </a:lnTo>
                  <a:lnTo>
                    <a:pt x="6571953" y="2766954"/>
                  </a:lnTo>
                  <a:lnTo>
                    <a:pt x="6585337" y="2767713"/>
                  </a:lnTo>
                  <a:lnTo>
                    <a:pt x="6598722" y="2768441"/>
                  </a:lnTo>
                  <a:lnTo>
                    <a:pt x="6612107" y="2769122"/>
                  </a:lnTo>
                  <a:lnTo>
                    <a:pt x="6625492" y="2769773"/>
                  </a:lnTo>
                  <a:lnTo>
                    <a:pt x="6638877" y="2770396"/>
                  </a:lnTo>
                  <a:lnTo>
                    <a:pt x="6652262" y="2770982"/>
                  </a:lnTo>
                  <a:lnTo>
                    <a:pt x="6665646" y="2771532"/>
                  </a:lnTo>
                  <a:lnTo>
                    <a:pt x="6679031" y="2772057"/>
                  </a:lnTo>
                  <a:lnTo>
                    <a:pt x="6692416" y="2772556"/>
                  </a:lnTo>
                  <a:lnTo>
                    <a:pt x="6705801" y="2773015"/>
                  </a:lnTo>
                  <a:lnTo>
                    <a:pt x="6719186" y="2773451"/>
                  </a:lnTo>
                  <a:lnTo>
                    <a:pt x="6732571" y="2773865"/>
                  </a:lnTo>
                  <a:lnTo>
                    <a:pt x="6745955" y="2774248"/>
                  </a:lnTo>
                  <a:lnTo>
                    <a:pt x="6759340" y="2774605"/>
                  </a:lnTo>
                  <a:lnTo>
                    <a:pt x="6772725" y="2774942"/>
                  </a:lnTo>
                  <a:lnTo>
                    <a:pt x="6786110" y="2775258"/>
                  </a:lnTo>
                  <a:lnTo>
                    <a:pt x="6799495" y="2775546"/>
                  </a:lnTo>
                  <a:lnTo>
                    <a:pt x="6812880" y="2775817"/>
                  </a:lnTo>
                  <a:lnTo>
                    <a:pt x="6826264" y="2776072"/>
                  </a:lnTo>
                  <a:lnTo>
                    <a:pt x="6839649" y="2776304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76304"/>
            </a:xfrm>
            <a:custGeom>
              <a:avLst/>
              <a:pathLst>
                <a:path w="6839649" h="2776304">
                  <a:moveTo>
                    <a:pt x="0" y="2585638"/>
                  </a:moveTo>
                  <a:lnTo>
                    <a:pt x="13384" y="2581170"/>
                  </a:lnTo>
                  <a:lnTo>
                    <a:pt x="26769" y="2576776"/>
                  </a:lnTo>
                  <a:lnTo>
                    <a:pt x="40154" y="2572430"/>
                  </a:lnTo>
                  <a:lnTo>
                    <a:pt x="53539" y="2568133"/>
                  </a:lnTo>
                  <a:lnTo>
                    <a:pt x="66924" y="2563914"/>
                  </a:lnTo>
                  <a:lnTo>
                    <a:pt x="80308" y="2559747"/>
                  </a:lnTo>
                  <a:lnTo>
                    <a:pt x="93693" y="2555624"/>
                  </a:lnTo>
                  <a:lnTo>
                    <a:pt x="107078" y="2551556"/>
                  </a:lnTo>
                  <a:lnTo>
                    <a:pt x="120463" y="2547540"/>
                  </a:lnTo>
                  <a:lnTo>
                    <a:pt x="133848" y="2543555"/>
                  </a:lnTo>
                  <a:lnTo>
                    <a:pt x="147233" y="2539600"/>
                  </a:lnTo>
                  <a:lnTo>
                    <a:pt x="160617" y="2535678"/>
                  </a:lnTo>
                  <a:lnTo>
                    <a:pt x="174002" y="2531765"/>
                  </a:lnTo>
                  <a:lnTo>
                    <a:pt x="187387" y="2527857"/>
                  </a:lnTo>
                  <a:lnTo>
                    <a:pt x="200772" y="2523944"/>
                  </a:lnTo>
                  <a:lnTo>
                    <a:pt x="214157" y="2520007"/>
                  </a:lnTo>
                  <a:lnTo>
                    <a:pt x="227542" y="2516042"/>
                  </a:lnTo>
                  <a:lnTo>
                    <a:pt x="240926" y="2512042"/>
                  </a:lnTo>
                  <a:lnTo>
                    <a:pt x="254311" y="2507959"/>
                  </a:lnTo>
                  <a:lnTo>
                    <a:pt x="267696" y="2503808"/>
                  </a:lnTo>
                  <a:lnTo>
                    <a:pt x="281081" y="2499583"/>
                  </a:lnTo>
                  <a:lnTo>
                    <a:pt x="294466" y="2495234"/>
                  </a:lnTo>
                  <a:lnTo>
                    <a:pt x="307851" y="2490749"/>
                  </a:lnTo>
                  <a:lnTo>
                    <a:pt x="321235" y="2486146"/>
                  </a:lnTo>
                  <a:lnTo>
                    <a:pt x="334620" y="2481399"/>
                  </a:lnTo>
                  <a:lnTo>
                    <a:pt x="348005" y="2476422"/>
                  </a:lnTo>
                  <a:lnTo>
                    <a:pt x="361390" y="2471280"/>
                  </a:lnTo>
                  <a:lnTo>
                    <a:pt x="374775" y="2465967"/>
                  </a:lnTo>
                  <a:lnTo>
                    <a:pt x="388160" y="2460371"/>
                  </a:lnTo>
                  <a:lnTo>
                    <a:pt x="401544" y="2454530"/>
                  </a:lnTo>
                  <a:lnTo>
                    <a:pt x="414929" y="2448474"/>
                  </a:lnTo>
                  <a:lnTo>
                    <a:pt x="428314" y="2442147"/>
                  </a:lnTo>
                  <a:lnTo>
                    <a:pt x="441699" y="2435460"/>
                  </a:lnTo>
                  <a:lnTo>
                    <a:pt x="455084" y="2428517"/>
                  </a:lnTo>
                  <a:lnTo>
                    <a:pt x="468469" y="2421315"/>
                  </a:lnTo>
                  <a:lnTo>
                    <a:pt x="481853" y="2413679"/>
                  </a:lnTo>
                  <a:lnTo>
                    <a:pt x="495238" y="2405728"/>
                  </a:lnTo>
                  <a:lnTo>
                    <a:pt x="508623" y="2397488"/>
                  </a:lnTo>
                  <a:lnTo>
                    <a:pt x="522008" y="2388868"/>
                  </a:lnTo>
                  <a:lnTo>
                    <a:pt x="535393" y="2379819"/>
                  </a:lnTo>
                  <a:lnTo>
                    <a:pt x="548778" y="2370461"/>
                  </a:lnTo>
                  <a:lnTo>
                    <a:pt x="562162" y="2360792"/>
                  </a:lnTo>
                  <a:lnTo>
                    <a:pt x="575547" y="2350597"/>
                  </a:lnTo>
                  <a:lnTo>
                    <a:pt x="588932" y="2340079"/>
                  </a:lnTo>
                  <a:lnTo>
                    <a:pt x="602317" y="2329245"/>
                  </a:lnTo>
                  <a:lnTo>
                    <a:pt x="615702" y="2317981"/>
                  </a:lnTo>
                  <a:lnTo>
                    <a:pt x="629087" y="2306302"/>
                  </a:lnTo>
                  <a:lnTo>
                    <a:pt x="642471" y="2294316"/>
                  </a:lnTo>
                  <a:lnTo>
                    <a:pt x="655856" y="2282006"/>
                  </a:lnTo>
                  <a:lnTo>
                    <a:pt x="669241" y="2269209"/>
                  </a:lnTo>
                  <a:lnTo>
                    <a:pt x="682626" y="2256125"/>
                  </a:lnTo>
                  <a:lnTo>
                    <a:pt x="696011" y="2242756"/>
                  </a:lnTo>
                  <a:lnTo>
                    <a:pt x="709396" y="2228993"/>
                  </a:lnTo>
                  <a:lnTo>
                    <a:pt x="722780" y="2214904"/>
                  </a:lnTo>
                  <a:lnTo>
                    <a:pt x="736165" y="2200566"/>
                  </a:lnTo>
                  <a:lnTo>
                    <a:pt x="749550" y="2185953"/>
                  </a:lnTo>
                  <a:lnTo>
                    <a:pt x="762935" y="2170990"/>
                  </a:lnTo>
                  <a:lnTo>
                    <a:pt x="776320" y="2155820"/>
                  </a:lnTo>
                  <a:lnTo>
                    <a:pt x="789705" y="2140449"/>
                  </a:lnTo>
                  <a:lnTo>
                    <a:pt x="803089" y="2124799"/>
                  </a:lnTo>
                  <a:lnTo>
                    <a:pt x="816474" y="2108960"/>
                  </a:lnTo>
                  <a:lnTo>
                    <a:pt x="829859" y="2092971"/>
                  </a:lnTo>
                  <a:lnTo>
                    <a:pt x="843244" y="2076813"/>
                  </a:lnTo>
                  <a:lnTo>
                    <a:pt x="856629" y="2060483"/>
                  </a:lnTo>
                  <a:lnTo>
                    <a:pt x="870014" y="2044056"/>
                  </a:lnTo>
                  <a:lnTo>
                    <a:pt x="883398" y="2027538"/>
                  </a:lnTo>
                  <a:lnTo>
                    <a:pt x="896783" y="2010909"/>
                  </a:lnTo>
                  <a:lnTo>
                    <a:pt x="910168" y="1994227"/>
                  </a:lnTo>
                  <a:lnTo>
                    <a:pt x="923553" y="1977507"/>
                  </a:lnTo>
                  <a:lnTo>
                    <a:pt x="936938" y="1960753"/>
                  </a:lnTo>
                  <a:lnTo>
                    <a:pt x="950323" y="1943992"/>
                  </a:lnTo>
                  <a:lnTo>
                    <a:pt x="963707" y="1927240"/>
                  </a:lnTo>
                  <a:lnTo>
                    <a:pt x="977092" y="1910502"/>
                  </a:lnTo>
                  <a:lnTo>
                    <a:pt x="990477" y="1893817"/>
                  </a:lnTo>
                  <a:lnTo>
                    <a:pt x="1003862" y="1877181"/>
                  </a:lnTo>
                  <a:lnTo>
                    <a:pt x="1017247" y="1860597"/>
                  </a:lnTo>
                  <a:lnTo>
                    <a:pt x="1030632" y="1844099"/>
                  </a:lnTo>
                  <a:lnTo>
                    <a:pt x="1044016" y="1827699"/>
                  </a:lnTo>
                  <a:lnTo>
                    <a:pt x="1057401" y="1811379"/>
                  </a:lnTo>
                  <a:lnTo>
                    <a:pt x="1070786" y="1795148"/>
                  </a:lnTo>
                  <a:lnTo>
                    <a:pt x="1084171" y="1779067"/>
                  </a:lnTo>
                  <a:lnTo>
                    <a:pt x="1097556" y="1763082"/>
                  </a:lnTo>
                  <a:lnTo>
                    <a:pt x="1110941" y="1747195"/>
                  </a:lnTo>
                  <a:lnTo>
                    <a:pt x="1124325" y="1731453"/>
                  </a:lnTo>
                  <a:lnTo>
                    <a:pt x="1137710" y="1715835"/>
                  </a:lnTo>
                  <a:lnTo>
                    <a:pt x="1151095" y="1700316"/>
                  </a:lnTo>
                  <a:lnTo>
                    <a:pt x="1164480" y="1684910"/>
                  </a:lnTo>
                  <a:lnTo>
                    <a:pt x="1177865" y="1669650"/>
                  </a:lnTo>
                  <a:lnTo>
                    <a:pt x="1191250" y="1654479"/>
                  </a:lnTo>
                  <a:lnTo>
                    <a:pt x="1204634" y="1639394"/>
                  </a:lnTo>
                  <a:lnTo>
                    <a:pt x="1218019" y="1624433"/>
                  </a:lnTo>
                  <a:lnTo>
                    <a:pt x="1231404" y="1609553"/>
                  </a:lnTo>
                  <a:lnTo>
                    <a:pt x="1244789" y="1594738"/>
                  </a:lnTo>
                  <a:lnTo>
                    <a:pt x="1258174" y="1579994"/>
                  </a:lnTo>
                  <a:lnTo>
                    <a:pt x="1271559" y="1565319"/>
                  </a:lnTo>
                  <a:lnTo>
                    <a:pt x="1284943" y="1550679"/>
                  </a:lnTo>
                  <a:lnTo>
                    <a:pt x="1298328" y="1536071"/>
                  </a:lnTo>
                  <a:lnTo>
                    <a:pt x="1311713" y="1521491"/>
                  </a:lnTo>
                  <a:lnTo>
                    <a:pt x="1325098" y="1506914"/>
                  </a:lnTo>
                  <a:lnTo>
                    <a:pt x="1338483" y="1492335"/>
                  </a:lnTo>
                  <a:lnTo>
                    <a:pt x="1351868" y="1477739"/>
                  </a:lnTo>
                  <a:lnTo>
                    <a:pt x="1365252" y="1463106"/>
                  </a:lnTo>
                  <a:lnTo>
                    <a:pt x="1378637" y="1448436"/>
                  </a:lnTo>
                  <a:lnTo>
                    <a:pt x="1392022" y="1433723"/>
                  </a:lnTo>
                  <a:lnTo>
                    <a:pt x="1405407" y="1418917"/>
                  </a:lnTo>
                  <a:lnTo>
                    <a:pt x="1418792" y="1404042"/>
                  </a:lnTo>
                  <a:lnTo>
                    <a:pt x="1432177" y="1389094"/>
                  </a:lnTo>
                  <a:lnTo>
                    <a:pt x="1445561" y="1374036"/>
                  </a:lnTo>
                  <a:lnTo>
                    <a:pt x="1458946" y="1358858"/>
                  </a:lnTo>
                  <a:lnTo>
                    <a:pt x="1472331" y="1343585"/>
                  </a:lnTo>
                  <a:lnTo>
                    <a:pt x="1485716" y="1328205"/>
                  </a:lnTo>
                  <a:lnTo>
                    <a:pt x="1499101" y="1312654"/>
                  </a:lnTo>
                  <a:lnTo>
                    <a:pt x="1512486" y="1296992"/>
                  </a:lnTo>
                  <a:lnTo>
                    <a:pt x="1525870" y="1281219"/>
                  </a:lnTo>
                  <a:lnTo>
                    <a:pt x="1539255" y="1265279"/>
                  </a:lnTo>
                  <a:lnTo>
                    <a:pt x="1552640" y="1249199"/>
                  </a:lnTo>
                  <a:lnTo>
                    <a:pt x="1566025" y="1233005"/>
                  </a:lnTo>
                  <a:lnTo>
                    <a:pt x="1579410" y="1216680"/>
                  </a:lnTo>
                  <a:lnTo>
                    <a:pt x="1592795" y="1200187"/>
                  </a:lnTo>
                  <a:lnTo>
                    <a:pt x="1606179" y="1183589"/>
                  </a:lnTo>
                  <a:lnTo>
                    <a:pt x="1619564" y="1166887"/>
                  </a:lnTo>
                  <a:lnTo>
                    <a:pt x="1632949" y="1150037"/>
                  </a:lnTo>
                  <a:lnTo>
                    <a:pt x="1646334" y="1133085"/>
                  </a:lnTo>
                  <a:lnTo>
                    <a:pt x="1659719" y="1116051"/>
                  </a:lnTo>
                  <a:lnTo>
                    <a:pt x="1673104" y="1098921"/>
                  </a:lnTo>
                  <a:lnTo>
                    <a:pt x="1686488" y="1081697"/>
                  </a:lnTo>
                  <a:lnTo>
                    <a:pt x="1699873" y="1064418"/>
                  </a:lnTo>
                  <a:lnTo>
                    <a:pt x="1713258" y="1047089"/>
                  </a:lnTo>
                  <a:lnTo>
                    <a:pt x="1726643" y="1029699"/>
                  </a:lnTo>
                  <a:lnTo>
                    <a:pt x="1740028" y="1012284"/>
                  </a:lnTo>
                  <a:lnTo>
                    <a:pt x="1753413" y="994853"/>
                  </a:lnTo>
                  <a:lnTo>
                    <a:pt x="1766797" y="977411"/>
                  </a:lnTo>
                  <a:lnTo>
                    <a:pt x="1780182" y="959980"/>
                  </a:lnTo>
                  <a:lnTo>
                    <a:pt x="1793567" y="942567"/>
                  </a:lnTo>
                  <a:lnTo>
                    <a:pt x="1806952" y="925176"/>
                  </a:lnTo>
                  <a:lnTo>
                    <a:pt x="1820337" y="907848"/>
                  </a:lnTo>
                  <a:lnTo>
                    <a:pt x="1833722" y="890570"/>
                  </a:lnTo>
                  <a:lnTo>
                    <a:pt x="1847106" y="873347"/>
                  </a:lnTo>
                  <a:lnTo>
                    <a:pt x="1860491" y="856212"/>
                  </a:lnTo>
                  <a:lnTo>
                    <a:pt x="1873876" y="839174"/>
                  </a:lnTo>
                  <a:lnTo>
                    <a:pt x="1887261" y="822217"/>
                  </a:lnTo>
                  <a:lnTo>
                    <a:pt x="1900646" y="805352"/>
                  </a:lnTo>
                  <a:lnTo>
                    <a:pt x="1914031" y="788636"/>
                  </a:lnTo>
                  <a:lnTo>
                    <a:pt x="1927415" y="772020"/>
                  </a:lnTo>
                  <a:lnTo>
                    <a:pt x="1940800" y="755505"/>
                  </a:lnTo>
                  <a:lnTo>
                    <a:pt x="1954185" y="739144"/>
                  </a:lnTo>
                  <a:lnTo>
                    <a:pt x="1967570" y="722914"/>
                  </a:lnTo>
                  <a:lnTo>
                    <a:pt x="1980955" y="706793"/>
                  </a:lnTo>
                  <a:lnTo>
                    <a:pt x="1994340" y="690799"/>
                  </a:lnTo>
                  <a:lnTo>
                    <a:pt x="2007724" y="674970"/>
                  </a:lnTo>
                  <a:lnTo>
                    <a:pt x="2021109" y="659247"/>
                  </a:lnTo>
                  <a:lnTo>
                    <a:pt x="2034494" y="643630"/>
                  </a:lnTo>
                  <a:lnTo>
                    <a:pt x="2047879" y="628171"/>
                  </a:lnTo>
                  <a:lnTo>
                    <a:pt x="2061264" y="612822"/>
                  </a:lnTo>
                  <a:lnTo>
                    <a:pt x="2074649" y="597567"/>
                  </a:lnTo>
                  <a:lnTo>
                    <a:pt x="2088033" y="582423"/>
                  </a:lnTo>
                  <a:lnTo>
                    <a:pt x="2101418" y="567400"/>
                  </a:lnTo>
                  <a:lnTo>
                    <a:pt x="2114803" y="552452"/>
                  </a:lnTo>
                  <a:lnTo>
                    <a:pt x="2128188" y="537577"/>
                  </a:lnTo>
                  <a:lnTo>
                    <a:pt x="2141573" y="522809"/>
                  </a:lnTo>
                  <a:lnTo>
                    <a:pt x="2154958" y="508101"/>
                  </a:lnTo>
                  <a:lnTo>
                    <a:pt x="2168342" y="493446"/>
                  </a:lnTo>
                  <a:lnTo>
                    <a:pt x="2181727" y="478855"/>
                  </a:lnTo>
                  <a:lnTo>
                    <a:pt x="2195112" y="464318"/>
                  </a:lnTo>
                  <a:lnTo>
                    <a:pt x="2208497" y="449817"/>
                  </a:lnTo>
                  <a:lnTo>
                    <a:pt x="2221882" y="435348"/>
                  </a:lnTo>
                  <a:lnTo>
                    <a:pt x="2235267" y="420925"/>
                  </a:lnTo>
                  <a:lnTo>
                    <a:pt x="2248651" y="406525"/>
                  </a:lnTo>
                  <a:lnTo>
                    <a:pt x="2262036" y="392147"/>
                  </a:lnTo>
                  <a:lnTo>
                    <a:pt x="2275421" y="377797"/>
                  </a:lnTo>
                  <a:lnTo>
                    <a:pt x="2288806" y="363473"/>
                  </a:lnTo>
                  <a:lnTo>
                    <a:pt x="2302191" y="349171"/>
                  </a:lnTo>
                  <a:lnTo>
                    <a:pt x="2315576" y="334894"/>
                  </a:lnTo>
                  <a:lnTo>
                    <a:pt x="2328960" y="320661"/>
                  </a:lnTo>
                  <a:lnTo>
                    <a:pt x="2342345" y="306463"/>
                  </a:lnTo>
                  <a:lnTo>
                    <a:pt x="2355730" y="292303"/>
                  </a:lnTo>
                  <a:lnTo>
                    <a:pt x="2369115" y="278212"/>
                  </a:lnTo>
                  <a:lnTo>
                    <a:pt x="2382500" y="264195"/>
                  </a:lnTo>
                  <a:lnTo>
                    <a:pt x="2395885" y="250247"/>
                  </a:lnTo>
                  <a:lnTo>
                    <a:pt x="2409269" y="236391"/>
                  </a:lnTo>
                  <a:lnTo>
                    <a:pt x="2422654" y="222686"/>
                  </a:lnTo>
                  <a:lnTo>
                    <a:pt x="2436039" y="209099"/>
                  </a:lnTo>
                  <a:lnTo>
                    <a:pt x="2449424" y="195638"/>
                  </a:lnTo>
                  <a:lnTo>
                    <a:pt x="2462809" y="182409"/>
                  </a:lnTo>
                  <a:lnTo>
                    <a:pt x="2476194" y="169385"/>
                  </a:lnTo>
                  <a:lnTo>
                    <a:pt x="2489578" y="156554"/>
                  </a:lnTo>
                  <a:lnTo>
                    <a:pt x="2502963" y="143988"/>
                  </a:lnTo>
                  <a:lnTo>
                    <a:pt x="2516348" y="131778"/>
                  </a:lnTo>
                  <a:lnTo>
                    <a:pt x="2529733" y="119844"/>
                  </a:lnTo>
                  <a:lnTo>
                    <a:pt x="2543118" y="108196"/>
                  </a:lnTo>
                  <a:lnTo>
                    <a:pt x="2556503" y="97078"/>
                  </a:lnTo>
                  <a:lnTo>
                    <a:pt x="2569887" y="86345"/>
                  </a:lnTo>
                  <a:lnTo>
                    <a:pt x="2583272" y="75992"/>
                  </a:lnTo>
                  <a:lnTo>
                    <a:pt x="2596657" y="66178"/>
                  </a:lnTo>
                  <a:lnTo>
                    <a:pt x="2610042" y="56977"/>
                  </a:lnTo>
                  <a:lnTo>
                    <a:pt x="2623427" y="48254"/>
                  </a:lnTo>
                  <a:lnTo>
                    <a:pt x="2636812" y="40034"/>
                  </a:lnTo>
                  <a:lnTo>
                    <a:pt x="2650196" y="32706"/>
                  </a:lnTo>
                  <a:lnTo>
                    <a:pt x="2663581" y="25955"/>
                  </a:lnTo>
                  <a:lnTo>
                    <a:pt x="2676966" y="19791"/>
                  </a:lnTo>
                  <a:lnTo>
                    <a:pt x="2690351" y="14497"/>
                  </a:lnTo>
                  <a:lnTo>
                    <a:pt x="2703736" y="10047"/>
                  </a:lnTo>
                  <a:lnTo>
                    <a:pt x="2717121" y="6275"/>
                  </a:lnTo>
                  <a:lnTo>
                    <a:pt x="2730505" y="3267"/>
                  </a:lnTo>
                  <a:lnTo>
                    <a:pt x="2743890" y="1418"/>
                  </a:lnTo>
                  <a:lnTo>
                    <a:pt x="2757275" y="326"/>
                  </a:lnTo>
                  <a:lnTo>
                    <a:pt x="2770660" y="0"/>
                  </a:lnTo>
                  <a:lnTo>
                    <a:pt x="2784045" y="845"/>
                  </a:lnTo>
                  <a:lnTo>
                    <a:pt x="2797430" y="2671"/>
                  </a:lnTo>
                  <a:lnTo>
                    <a:pt x="2810814" y="5319"/>
                  </a:lnTo>
                  <a:lnTo>
                    <a:pt x="2824199" y="8951"/>
                  </a:lnTo>
                  <a:lnTo>
                    <a:pt x="2837584" y="13868"/>
                  </a:lnTo>
                  <a:lnTo>
                    <a:pt x="2850969" y="19644"/>
                  </a:lnTo>
                  <a:lnTo>
                    <a:pt x="2864354" y="26281"/>
                  </a:lnTo>
                  <a:lnTo>
                    <a:pt x="2877739" y="34277"/>
                  </a:lnTo>
                  <a:lnTo>
                    <a:pt x="2891123" y="43254"/>
                  </a:lnTo>
                  <a:lnTo>
                    <a:pt x="2904508" y="53098"/>
                  </a:lnTo>
                  <a:lnTo>
                    <a:pt x="2917893" y="64033"/>
                  </a:lnTo>
                  <a:lnTo>
                    <a:pt x="2931278" y="76200"/>
                  </a:lnTo>
                  <a:lnTo>
                    <a:pt x="2944663" y="89215"/>
                  </a:lnTo>
                  <a:lnTo>
                    <a:pt x="2958048" y="103075"/>
                  </a:lnTo>
                  <a:lnTo>
                    <a:pt x="2971432" y="118296"/>
                  </a:lnTo>
                  <a:lnTo>
                    <a:pt x="2984817" y="134360"/>
                  </a:lnTo>
                  <a:lnTo>
                    <a:pt x="2998202" y="151219"/>
                  </a:lnTo>
                  <a:lnTo>
                    <a:pt x="3011587" y="169117"/>
                  </a:lnTo>
                  <a:lnTo>
                    <a:pt x="3024972" y="188026"/>
                  </a:lnTo>
                  <a:lnTo>
                    <a:pt x="3038357" y="207656"/>
                  </a:lnTo>
                  <a:lnTo>
                    <a:pt x="3051741" y="228017"/>
                  </a:lnTo>
                  <a:lnTo>
                    <a:pt x="3065126" y="249491"/>
                  </a:lnTo>
                  <a:lnTo>
                    <a:pt x="3078511" y="271593"/>
                  </a:lnTo>
                  <a:lnTo>
                    <a:pt x="3091896" y="294308"/>
                  </a:lnTo>
                  <a:lnTo>
                    <a:pt x="3105281" y="317845"/>
                  </a:lnTo>
                  <a:lnTo>
                    <a:pt x="3118666" y="342058"/>
                  </a:lnTo>
                  <a:lnTo>
                    <a:pt x="3132050" y="366773"/>
                  </a:lnTo>
                  <a:lnTo>
                    <a:pt x="3145435" y="392019"/>
                  </a:lnTo>
                  <a:lnTo>
                    <a:pt x="3158820" y="417939"/>
                  </a:lnTo>
                  <a:lnTo>
                    <a:pt x="3172205" y="444237"/>
                  </a:lnTo>
                  <a:lnTo>
                    <a:pt x="3185590" y="470895"/>
                  </a:lnTo>
                  <a:lnTo>
                    <a:pt x="3198975" y="498025"/>
                  </a:lnTo>
                  <a:lnTo>
                    <a:pt x="3212359" y="525465"/>
                  </a:lnTo>
                  <a:lnTo>
                    <a:pt x="3225744" y="553136"/>
                  </a:lnTo>
                  <a:lnTo>
                    <a:pt x="3239129" y="581049"/>
                  </a:lnTo>
                  <a:lnTo>
                    <a:pt x="3252514" y="609183"/>
                  </a:lnTo>
                  <a:lnTo>
                    <a:pt x="3265899" y="637420"/>
                  </a:lnTo>
                  <a:lnTo>
                    <a:pt x="3279284" y="665743"/>
                  </a:lnTo>
                  <a:lnTo>
                    <a:pt x="3292668" y="694126"/>
                  </a:lnTo>
                  <a:lnTo>
                    <a:pt x="3306053" y="722493"/>
                  </a:lnTo>
                  <a:lnTo>
                    <a:pt x="3319438" y="750824"/>
                  </a:lnTo>
                  <a:lnTo>
                    <a:pt x="3332823" y="779074"/>
                  </a:lnTo>
                  <a:lnTo>
                    <a:pt x="3346208" y="807163"/>
                  </a:lnTo>
                  <a:lnTo>
                    <a:pt x="3359593" y="835106"/>
                  </a:lnTo>
                  <a:lnTo>
                    <a:pt x="3372977" y="862888"/>
                  </a:lnTo>
                  <a:lnTo>
                    <a:pt x="3386362" y="890336"/>
                  </a:lnTo>
                  <a:lnTo>
                    <a:pt x="3399747" y="917532"/>
                  </a:lnTo>
                  <a:lnTo>
                    <a:pt x="3413132" y="944473"/>
                  </a:lnTo>
                  <a:lnTo>
                    <a:pt x="3426517" y="971037"/>
                  </a:lnTo>
                  <a:lnTo>
                    <a:pt x="3439902" y="997177"/>
                  </a:lnTo>
                  <a:lnTo>
                    <a:pt x="3453286" y="1022983"/>
                  </a:lnTo>
                  <a:lnTo>
                    <a:pt x="3466671" y="1048429"/>
                  </a:lnTo>
                  <a:lnTo>
                    <a:pt x="3480056" y="1073257"/>
                  </a:lnTo>
                  <a:lnTo>
                    <a:pt x="3493441" y="1097687"/>
                  </a:lnTo>
                  <a:lnTo>
                    <a:pt x="3506826" y="1121712"/>
                  </a:lnTo>
                  <a:lnTo>
                    <a:pt x="3520211" y="1145137"/>
                  </a:lnTo>
                  <a:lnTo>
                    <a:pt x="3533595" y="1168002"/>
                  </a:lnTo>
                  <a:lnTo>
                    <a:pt x="3546980" y="1190418"/>
                  </a:lnTo>
                  <a:lnTo>
                    <a:pt x="3560365" y="1212323"/>
                  </a:lnTo>
                  <a:lnTo>
                    <a:pt x="3573750" y="1233486"/>
                  </a:lnTo>
                  <a:lnTo>
                    <a:pt x="3587135" y="1254167"/>
                  </a:lnTo>
                  <a:lnTo>
                    <a:pt x="3600520" y="1274365"/>
                  </a:lnTo>
                  <a:lnTo>
                    <a:pt x="3613904" y="1293824"/>
                  </a:lnTo>
                  <a:lnTo>
                    <a:pt x="3627289" y="1312690"/>
                  </a:lnTo>
                  <a:lnTo>
                    <a:pt x="3640674" y="1331056"/>
                  </a:lnTo>
                  <a:lnTo>
                    <a:pt x="3654059" y="1348819"/>
                  </a:lnTo>
                  <a:lnTo>
                    <a:pt x="3667444" y="1365824"/>
                  </a:lnTo>
                  <a:lnTo>
                    <a:pt x="3680829" y="1382322"/>
                  </a:lnTo>
                  <a:lnTo>
                    <a:pt x="3694213" y="1398313"/>
                  </a:lnTo>
                  <a:lnTo>
                    <a:pt x="3707598" y="1413499"/>
                  </a:lnTo>
                  <a:lnTo>
                    <a:pt x="3720983" y="1428123"/>
                  </a:lnTo>
                  <a:lnTo>
                    <a:pt x="3734368" y="1442242"/>
                  </a:lnTo>
                  <a:lnTo>
                    <a:pt x="3747753" y="1455718"/>
                  </a:lnTo>
                  <a:lnTo>
                    <a:pt x="3761138" y="1468485"/>
                  </a:lnTo>
                  <a:lnTo>
                    <a:pt x="3774522" y="1480757"/>
                  </a:lnTo>
                  <a:lnTo>
                    <a:pt x="3787907" y="1492533"/>
                  </a:lnTo>
                  <a:lnTo>
                    <a:pt x="3801292" y="1503497"/>
                  </a:lnTo>
                  <a:lnTo>
                    <a:pt x="3814677" y="1513964"/>
                  </a:lnTo>
                  <a:lnTo>
                    <a:pt x="3828062" y="1523953"/>
                  </a:lnTo>
                  <a:lnTo>
                    <a:pt x="3841447" y="1533299"/>
                  </a:lnTo>
                  <a:lnTo>
                    <a:pt x="3854831" y="1542025"/>
                  </a:lnTo>
                  <a:lnTo>
                    <a:pt x="3868216" y="1550294"/>
                  </a:lnTo>
                  <a:lnTo>
                    <a:pt x="3881601" y="1558087"/>
                  </a:lnTo>
                  <a:lnTo>
                    <a:pt x="3894986" y="1565153"/>
                  </a:lnTo>
                  <a:lnTo>
                    <a:pt x="3908371" y="1571791"/>
                  </a:lnTo>
                  <a:lnTo>
                    <a:pt x="3921756" y="1578003"/>
                  </a:lnTo>
                  <a:lnTo>
                    <a:pt x="3935140" y="1583622"/>
                  </a:lnTo>
                  <a:lnTo>
                    <a:pt x="3948525" y="1588739"/>
                  </a:lnTo>
                  <a:lnTo>
                    <a:pt x="3961910" y="1593469"/>
                  </a:lnTo>
                  <a:lnTo>
                    <a:pt x="3975295" y="1597771"/>
                  </a:lnTo>
                  <a:lnTo>
                    <a:pt x="3988680" y="1601507"/>
                  </a:lnTo>
                  <a:lnTo>
                    <a:pt x="4002065" y="1604901"/>
                  </a:lnTo>
                  <a:lnTo>
                    <a:pt x="4015449" y="1607959"/>
                  </a:lnTo>
                  <a:lnTo>
                    <a:pt x="4028834" y="1610538"/>
                  </a:lnTo>
                  <a:lnTo>
                    <a:pt x="4042219" y="1612773"/>
                  </a:lnTo>
                  <a:lnTo>
                    <a:pt x="4055604" y="1614728"/>
                  </a:lnTo>
                  <a:lnTo>
                    <a:pt x="4068989" y="1616364"/>
                  </a:lnTo>
                  <a:lnTo>
                    <a:pt x="4082374" y="1617647"/>
                  </a:lnTo>
                  <a:lnTo>
                    <a:pt x="4095758" y="1618717"/>
                  </a:lnTo>
                  <a:lnTo>
                    <a:pt x="4109143" y="1619583"/>
                  </a:lnTo>
                  <a:lnTo>
                    <a:pt x="4122528" y="1620171"/>
                  </a:lnTo>
                  <a:lnTo>
                    <a:pt x="4135913" y="1620603"/>
                  </a:lnTo>
                  <a:lnTo>
                    <a:pt x="4149298" y="1620908"/>
                  </a:lnTo>
                  <a:lnTo>
                    <a:pt x="4162683" y="1621075"/>
                  </a:lnTo>
                  <a:lnTo>
                    <a:pt x="4176067" y="1621142"/>
                  </a:lnTo>
                  <a:lnTo>
                    <a:pt x="4189452" y="1621165"/>
                  </a:lnTo>
                  <a:lnTo>
                    <a:pt x="4202837" y="1621155"/>
                  </a:lnTo>
                  <a:lnTo>
                    <a:pt x="4216222" y="1621151"/>
                  </a:lnTo>
                  <a:lnTo>
                    <a:pt x="4229607" y="1621190"/>
                  </a:lnTo>
                  <a:lnTo>
                    <a:pt x="4242992" y="1621283"/>
                  </a:lnTo>
                  <a:lnTo>
                    <a:pt x="4256376" y="1621485"/>
                  </a:lnTo>
                  <a:lnTo>
                    <a:pt x="4269761" y="1621843"/>
                  </a:lnTo>
                  <a:lnTo>
                    <a:pt x="4283146" y="1622342"/>
                  </a:lnTo>
                  <a:lnTo>
                    <a:pt x="4296531" y="1623006"/>
                  </a:lnTo>
                  <a:lnTo>
                    <a:pt x="4309916" y="1623982"/>
                  </a:lnTo>
                  <a:lnTo>
                    <a:pt x="4323301" y="1625184"/>
                  </a:lnTo>
                  <a:lnTo>
                    <a:pt x="4336685" y="1626620"/>
                  </a:lnTo>
                  <a:lnTo>
                    <a:pt x="4350070" y="1628431"/>
                  </a:lnTo>
                  <a:lnTo>
                    <a:pt x="4363455" y="1630606"/>
                  </a:lnTo>
                  <a:lnTo>
                    <a:pt x="4376840" y="1633089"/>
                  </a:lnTo>
                  <a:lnTo>
                    <a:pt x="4390225" y="1635937"/>
                  </a:lnTo>
                  <a:lnTo>
                    <a:pt x="4403610" y="1639324"/>
                  </a:lnTo>
                  <a:lnTo>
                    <a:pt x="4416994" y="1643079"/>
                  </a:lnTo>
                  <a:lnTo>
                    <a:pt x="4430379" y="1647208"/>
                  </a:lnTo>
                  <a:lnTo>
                    <a:pt x="4443764" y="1651932"/>
                  </a:lnTo>
                  <a:lnTo>
                    <a:pt x="4457149" y="1657133"/>
                  </a:lnTo>
                  <a:lnTo>
                    <a:pt x="4470534" y="1662748"/>
                  </a:lnTo>
                  <a:lnTo>
                    <a:pt x="4483919" y="1668874"/>
                  </a:lnTo>
                  <a:lnTo>
                    <a:pt x="4497303" y="1675637"/>
                  </a:lnTo>
                  <a:lnTo>
                    <a:pt x="4510688" y="1682834"/>
                  </a:lnTo>
                  <a:lnTo>
                    <a:pt x="4524073" y="1690468"/>
                  </a:lnTo>
                  <a:lnTo>
                    <a:pt x="4537458" y="1698802"/>
                  </a:lnTo>
                  <a:lnTo>
                    <a:pt x="4550843" y="1707612"/>
                  </a:lnTo>
                  <a:lnTo>
                    <a:pt x="4564228" y="1716856"/>
                  </a:lnTo>
                  <a:lnTo>
                    <a:pt x="4577612" y="1726655"/>
                  </a:lnTo>
                  <a:lnTo>
                    <a:pt x="4590997" y="1737041"/>
                  </a:lnTo>
                  <a:lnTo>
                    <a:pt x="4604382" y="1747838"/>
                  </a:lnTo>
                  <a:lnTo>
                    <a:pt x="4617767" y="1759041"/>
                  </a:lnTo>
                  <a:lnTo>
                    <a:pt x="4631152" y="1770898"/>
                  </a:lnTo>
                  <a:lnTo>
                    <a:pt x="4644537" y="1783129"/>
                  </a:lnTo>
                  <a:lnTo>
                    <a:pt x="4657921" y="1795722"/>
                  </a:lnTo>
                  <a:lnTo>
                    <a:pt x="4671306" y="1808791"/>
                  </a:lnTo>
                  <a:lnTo>
                    <a:pt x="4684691" y="1822284"/>
                  </a:lnTo>
                  <a:lnTo>
                    <a:pt x="4698076" y="1836080"/>
                  </a:lnTo>
                  <a:lnTo>
                    <a:pt x="4711461" y="1850188"/>
                  </a:lnTo>
                  <a:lnTo>
                    <a:pt x="4724846" y="1864725"/>
                  </a:lnTo>
                  <a:lnTo>
                    <a:pt x="4738230" y="1879496"/>
                  </a:lnTo>
                  <a:lnTo>
                    <a:pt x="4751615" y="1894490"/>
                  </a:lnTo>
                  <a:lnTo>
                    <a:pt x="4765000" y="1909774"/>
                  </a:lnTo>
                  <a:lnTo>
                    <a:pt x="4778385" y="1925264"/>
                  </a:lnTo>
                  <a:lnTo>
                    <a:pt x="4791770" y="1940901"/>
                  </a:lnTo>
                  <a:lnTo>
                    <a:pt x="4805155" y="1956690"/>
                  </a:lnTo>
                  <a:lnTo>
                    <a:pt x="4818539" y="1972631"/>
                  </a:lnTo>
                  <a:lnTo>
                    <a:pt x="4831924" y="1988641"/>
                  </a:lnTo>
                  <a:lnTo>
                    <a:pt x="4845309" y="2004710"/>
                  </a:lnTo>
                  <a:lnTo>
                    <a:pt x="4858694" y="2020829"/>
                  </a:lnTo>
                  <a:lnTo>
                    <a:pt x="4872079" y="2036947"/>
                  </a:lnTo>
                  <a:lnTo>
                    <a:pt x="4885464" y="2053051"/>
                  </a:lnTo>
                  <a:lnTo>
                    <a:pt x="4898848" y="2069117"/>
                  </a:lnTo>
                  <a:lnTo>
                    <a:pt x="4912233" y="2085096"/>
                  </a:lnTo>
                  <a:lnTo>
                    <a:pt x="4925618" y="2100994"/>
                  </a:lnTo>
                  <a:lnTo>
                    <a:pt x="4939003" y="2116803"/>
                  </a:lnTo>
                  <a:lnTo>
                    <a:pt x="4952388" y="2132430"/>
                  </a:lnTo>
                  <a:lnTo>
                    <a:pt x="4965773" y="2147912"/>
                  </a:lnTo>
                  <a:lnTo>
                    <a:pt x="4979157" y="2163249"/>
                  </a:lnTo>
                  <a:lnTo>
                    <a:pt x="4992542" y="2178382"/>
                  </a:lnTo>
                  <a:lnTo>
                    <a:pt x="5005927" y="2193272"/>
                  </a:lnTo>
                  <a:lnTo>
                    <a:pt x="5019312" y="2207976"/>
                  </a:lnTo>
                  <a:lnTo>
                    <a:pt x="5032697" y="2222488"/>
                  </a:lnTo>
                  <a:lnTo>
                    <a:pt x="5046082" y="2236653"/>
                  </a:lnTo>
                  <a:lnTo>
                    <a:pt x="5059466" y="2250601"/>
                  </a:lnTo>
                  <a:lnTo>
                    <a:pt x="5072851" y="2264329"/>
                  </a:lnTo>
                  <a:lnTo>
                    <a:pt x="5086236" y="2277744"/>
                  </a:lnTo>
                  <a:lnTo>
                    <a:pt x="5099621" y="2290854"/>
                  </a:lnTo>
                  <a:lnTo>
                    <a:pt x="5113006" y="2303728"/>
                  </a:lnTo>
                  <a:lnTo>
                    <a:pt x="5126391" y="2316345"/>
                  </a:lnTo>
                  <a:lnTo>
                    <a:pt x="5139775" y="2328573"/>
                  </a:lnTo>
                  <a:lnTo>
                    <a:pt x="5153160" y="2340558"/>
                  </a:lnTo>
                  <a:lnTo>
                    <a:pt x="5166545" y="2352302"/>
                  </a:lnTo>
                  <a:lnTo>
                    <a:pt x="5179930" y="2363692"/>
                  </a:lnTo>
                  <a:lnTo>
                    <a:pt x="5193315" y="2374787"/>
                  </a:lnTo>
                  <a:lnTo>
                    <a:pt x="5206700" y="2385645"/>
                  </a:lnTo>
                  <a:lnTo>
                    <a:pt x="5220084" y="2396229"/>
                  </a:lnTo>
                  <a:lnTo>
                    <a:pt x="5233469" y="2406456"/>
                  </a:lnTo>
                  <a:lnTo>
                    <a:pt x="5246854" y="2416456"/>
                  </a:lnTo>
                  <a:lnTo>
                    <a:pt x="5260239" y="2426231"/>
                  </a:lnTo>
                  <a:lnTo>
                    <a:pt x="5273624" y="2435665"/>
                  </a:lnTo>
                  <a:lnTo>
                    <a:pt x="5287009" y="2444854"/>
                  </a:lnTo>
                  <a:lnTo>
                    <a:pt x="5300393" y="2453831"/>
                  </a:lnTo>
                  <a:lnTo>
                    <a:pt x="5313778" y="2462554"/>
                  </a:lnTo>
                  <a:lnTo>
                    <a:pt x="5327163" y="2470987"/>
                  </a:lnTo>
                  <a:lnTo>
                    <a:pt x="5340548" y="2479226"/>
                  </a:lnTo>
                  <a:lnTo>
                    <a:pt x="5353933" y="2487274"/>
                  </a:lnTo>
                  <a:lnTo>
                    <a:pt x="5367318" y="2495025"/>
                  </a:lnTo>
                  <a:lnTo>
                    <a:pt x="5380702" y="2502586"/>
                  </a:lnTo>
                  <a:lnTo>
                    <a:pt x="5394087" y="2509974"/>
                  </a:lnTo>
                  <a:lnTo>
                    <a:pt x="5407472" y="2517140"/>
                  </a:lnTo>
                  <a:lnTo>
                    <a:pt x="5420857" y="2524084"/>
                  </a:lnTo>
                  <a:lnTo>
                    <a:pt x="5434242" y="2530870"/>
                  </a:lnTo>
                  <a:lnTo>
                    <a:pt x="5447627" y="2537502"/>
                  </a:lnTo>
                  <a:lnTo>
                    <a:pt x="5461011" y="2543884"/>
                  </a:lnTo>
                  <a:lnTo>
                    <a:pt x="5474396" y="2550124"/>
                  </a:lnTo>
                  <a:lnTo>
                    <a:pt x="5487781" y="2556224"/>
                  </a:lnTo>
                  <a:lnTo>
                    <a:pt x="5501166" y="2562136"/>
                  </a:lnTo>
                  <a:lnTo>
                    <a:pt x="5514551" y="2567879"/>
                  </a:lnTo>
                  <a:lnTo>
                    <a:pt x="5527936" y="2573494"/>
                  </a:lnTo>
                  <a:lnTo>
                    <a:pt x="5541320" y="2578975"/>
                  </a:lnTo>
                  <a:lnTo>
                    <a:pt x="5554705" y="2584263"/>
                  </a:lnTo>
                  <a:lnTo>
                    <a:pt x="5568090" y="2589436"/>
                  </a:lnTo>
                  <a:lnTo>
                    <a:pt x="5581475" y="2594494"/>
                  </a:lnTo>
                  <a:lnTo>
                    <a:pt x="5594860" y="2599390"/>
                  </a:lnTo>
                  <a:lnTo>
                    <a:pt x="5608245" y="2604155"/>
                  </a:lnTo>
                  <a:lnTo>
                    <a:pt x="5621629" y="2608816"/>
                  </a:lnTo>
                  <a:lnTo>
                    <a:pt x="5635014" y="2613358"/>
                  </a:lnTo>
                  <a:lnTo>
                    <a:pt x="5648399" y="2617748"/>
                  </a:lnTo>
                  <a:lnTo>
                    <a:pt x="5661784" y="2622043"/>
                  </a:lnTo>
                  <a:lnTo>
                    <a:pt x="5675169" y="2626243"/>
                  </a:lnTo>
                  <a:lnTo>
                    <a:pt x="5688554" y="2630302"/>
                  </a:lnTo>
                  <a:lnTo>
                    <a:pt x="5701938" y="2634259"/>
                  </a:lnTo>
                  <a:lnTo>
                    <a:pt x="5715323" y="2638130"/>
                  </a:lnTo>
                  <a:lnTo>
                    <a:pt x="5728708" y="2641896"/>
                  </a:lnTo>
                  <a:lnTo>
                    <a:pt x="5742093" y="2645544"/>
                  </a:lnTo>
                  <a:lnTo>
                    <a:pt x="5755478" y="2649113"/>
                  </a:lnTo>
                  <a:lnTo>
                    <a:pt x="5768863" y="2652605"/>
                  </a:lnTo>
                  <a:lnTo>
                    <a:pt x="5782247" y="2655975"/>
                  </a:lnTo>
                  <a:lnTo>
                    <a:pt x="5795632" y="2659270"/>
                  </a:lnTo>
                  <a:lnTo>
                    <a:pt x="5809017" y="2662494"/>
                  </a:lnTo>
                  <a:lnTo>
                    <a:pt x="5822402" y="2665630"/>
                  </a:lnTo>
                  <a:lnTo>
                    <a:pt x="5835787" y="2668677"/>
                  </a:lnTo>
                  <a:lnTo>
                    <a:pt x="5849172" y="2671661"/>
                  </a:lnTo>
                  <a:lnTo>
                    <a:pt x="5862556" y="2674584"/>
                  </a:lnTo>
                  <a:lnTo>
                    <a:pt x="5875941" y="2677410"/>
                  </a:lnTo>
                  <a:lnTo>
                    <a:pt x="5889326" y="2680182"/>
                  </a:lnTo>
                  <a:lnTo>
                    <a:pt x="5902711" y="2682900"/>
                  </a:lnTo>
                  <a:lnTo>
                    <a:pt x="5916096" y="2685546"/>
                  </a:lnTo>
                  <a:lnTo>
                    <a:pt x="5929481" y="2688129"/>
                  </a:lnTo>
                  <a:lnTo>
                    <a:pt x="5942865" y="2690666"/>
                  </a:lnTo>
                  <a:lnTo>
                    <a:pt x="5956250" y="2693153"/>
                  </a:lnTo>
                  <a:lnTo>
                    <a:pt x="5969635" y="2695573"/>
                  </a:lnTo>
                  <a:lnTo>
                    <a:pt x="5983020" y="2697952"/>
                  </a:lnTo>
                  <a:lnTo>
                    <a:pt x="5996405" y="2700291"/>
                  </a:lnTo>
                  <a:lnTo>
                    <a:pt x="6009790" y="2702575"/>
                  </a:lnTo>
                  <a:lnTo>
                    <a:pt x="6023174" y="2704816"/>
                  </a:lnTo>
                  <a:lnTo>
                    <a:pt x="6036559" y="2707023"/>
                  </a:lnTo>
                  <a:lnTo>
                    <a:pt x="6049944" y="2709191"/>
                  </a:lnTo>
                  <a:lnTo>
                    <a:pt x="6063329" y="2711310"/>
                  </a:lnTo>
                  <a:lnTo>
                    <a:pt x="6076714" y="2713400"/>
                  </a:lnTo>
                  <a:lnTo>
                    <a:pt x="6090099" y="2715459"/>
                  </a:lnTo>
                  <a:lnTo>
                    <a:pt x="6103483" y="2717474"/>
                  </a:lnTo>
                  <a:lnTo>
                    <a:pt x="6116868" y="2719457"/>
                  </a:lnTo>
                  <a:lnTo>
                    <a:pt x="6130253" y="2721412"/>
                  </a:lnTo>
                  <a:lnTo>
                    <a:pt x="6143638" y="2723334"/>
                  </a:lnTo>
                  <a:lnTo>
                    <a:pt x="6157023" y="2725218"/>
                  </a:lnTo>
                  <a:lnTo>
                    <a:pt x="6170408" y="2727075"/>
                  </a:lnTo>
                  <a:lnTo>
                    <a:pt x="6183792" y="2728906"/>
                  </a:lnTo>
                  <a:lnTo>
                    <a:pt x="6197177" y="2730695"/>
                  </a:lnTo>
                  <a:lnTo>
                    <a:pt x="6210562" y="2732457"/>
                  </a:lnTo>
                  <a:lnTo>
                    <a:pt x="6223947" y="2734192"/>
                  </a:lnTo>
                  <a:lnTo>
                    <a:pt x="6237332" y="2735893"/>
                  </a:lnTo>
                  <a:lnTo>
                    <a:pt x="6250717" y="2737557"/>
                  </a:lnTo>
                  <a:lnTo>
                    <a:pt x="6264101" y="2739194"/>
                  </a:lnTo>
                  <a:lnTo>
                    <a:pt x="6277486" y="2740804"/>
                  </a:lnTo>
                  <a:lnTo>
                    <a:pt x="6290871" y="2742368"/>
                  </a:lnTo>
                  <a:lnTo>
                    <a:pt x="6304256" y="2743904"/>
                  </a:lnTo>
                  <a:lnTo>
                    <a:pt x="6317641" y="2745412"/>
                  </a:lnTo>
                  <a:lnTo>
                    <a:pt x="6331026" y="2746879"/>
                  </a:lnTo>
                  <a:lnTo>
                    <a:pt x="6344410" y="2748308"/>
                  </a:lnTo>
                  <a:lnTo>
                    <a:pt x="6357795" y="2749708"/>
                  </a:lnTo>
                  <a:lnTo>
                    <a:pt x="6371180" y="2751074"/>
                  </a:lnTo>
                  <a:lnTo>
                    <a:pt x="6384565" y="2752393"/>
                  </a:lnTo>
                  <a:lnTo>
                    <a:pt x="6397950" y="2753680"/>
                  </a:lnTo>
                  <a:lnTo>
                    <a:pt x="6411335" y="2754936"/>
                  </a:lnTo>
                  <a:lnTo>
                    <a:pt x="6424719" y="2756145"/>
                  </a:lnTo>
                  <a:lnTo>
                    <a:pt x="6438104" y="2757316"/>
                  </a:lnTo>
                  <a:lnTo>
                    <a:pt x="6451489" y="2758455"/>
                  </a:lnTo>
                  <a:lnTo>
                    <a:pt x="6464874" y="2759557"/>
                  </a:lnTo>
                  <a:lnTo>
                    <a:pt x="6478259" y="2760609"/>
                  </a:lnTo>
                  <a:lnTo>
                    <a:pt x="6491644" y="2761630"/>
                  </a:lnTo>
                  <a:lnTo>
                    <a:pt x="6505028" y="2762619"/>
                  </a:lnTo>
                  <a:lnTo>
                    <a:pt x="6518413" y="2763558"/>
                  </a:lnTo>
                  <a:lnTo>
                    <a:pt x="6531798" y="2764461"/>
                  </a:lnTo>
                  <a:lnTo>
                    <a:pt x="6545183" y="2765333"/>
                  </a:lnTo>
                  <a:lnTo>
                    <a:pt x="6558568" y="2766166"/>
                  </a:lnTo>
                  <a:lnTo>
                    <a:pt x="6571953" y="2766954"/>
                  </a:lnTo>
                  <a:lnTo>
                    <a:pt x="6585337" y="2767713"/>
                  </a:lnTo>
                  <a:lnTo>
                    <a:pt x="6598722" y="2768441"/>
                  </a:lnTo>
                  <a:lnTo>
                    <a:pt x="6612107" y="2769122"/>
                  </a:lnTo>
                  <a:lnTo>
                    <a:pt x="6625492" y="2769773"/>
                  </a:lnTo>
                  <a:lnTo>
                    <a:pt x="6638877" y="2770396"/>
                  </a:lnTo>
                  <a:lnTo>
                    <a:pt x="6652262" y="2770982"/>
                  </a:lnTo>
                  <a:lnTo>
                    <a:pt x="6665646" y="2771532"/>
                  </a:lnTo>
                  <a:lnTo>
                    <a:pt x="6679031" y="2772057"/>
                  </a:lnTo>
                  <a:lnTo>
                    <a:pt x="6692416" y="2772556"/>
                  </a:lnTo>
                  <a:lnTo>
                    <a:pt x="6705801" y="2773015"/>
                  </a:lnTo>
                  <a:lnTo>
                    <a:pt x="6719186" y="2773451"/>
                  </a:lnTo>
                  <a:lnTo>
                    <a:pt x="6732571" y="2773865"/>
                  </a:lnTo>
                  <a:lnTo>
                    <a:pt x="6745955" y="2774248"/>
                  </a:lnTo>
                  <a:lnTo>
                    <a:pt x="6759340" y="2774605"/>
                  </a:lnTo>
                  <a:lnTo>
                    <a:pt x="6772725" y="2774942"/>
                  </a:lnTo>
                  <a:lnTo>
                    <a:pt x="6786110" y="2775258"/>
                  </a:lnTo>
                  <a:lnTo>
                    <a:pt x="6799495" y="2775546"/>
                  </a:lnTo>
                  <a:lnTo>
                    <a:pt x="6812880" y="2775817"/>
                  </a:lnTo>
                  <a:lnTo>
                    <a:pt x="6826264" y="2776072"/>
                  </a:lnTo>
                  <a:lnTo>
                    <a:pt x="6839649" y="2776304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927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19959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89021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7412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65922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044332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61414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70: N = 103, median = 11.5 %   |   Age &lt; 70: N = 220, median = -1.4 %   |   Mann-Whitney U p = &lt;0.001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2026-07-29T17:26:11Z</dcterms:modified>
  <cp:category/>
</cp:coreProperties>
</file>