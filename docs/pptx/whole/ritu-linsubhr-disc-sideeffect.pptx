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425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606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7887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016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197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79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271572"/>
            </a:xfrm>
            <a:custGeom>
              <a:avLst/>
              <a:pathLst>
                <a:path w="7090630" h="3271572">
                  <a:moveTo>
                    <a:pt x="2002510" y="0"/>
                  </a:moveTo>
                  <a:lnTo>
                    <a:pt x="2005430" y="5696"/>
                  </a:lnTo>
                  <a:lnTo>
                    <a:pt x="2077053" y="140040"/>
                  </a:lnTo>
                  <a:lnTo>
                    <a:pt x="2148675" y="269194"/>
                  </a:lnTo>
                  <a:lnTo>
                    <a:pt x="2220298" y="393359"/>
                  </a:lnTo>
                  <a:lnTo>
                    <a:pt x="2291920" y="512728"/>
                  </a:lnTo>
                  <a:lnTo>
                    <a:pt x="2363543" y="627487"/>
                  </a:lnTo>
                  <a:lnTo>
                    <a:pt x="2435165" y="737813"/>
                  </a:lnTo>
                  <a:lnTo>
                    <a:pt x="2506788" y="843877"/>
                  </a:lnTo>
                  <a:lnTo>
                    <a:pt x="2578410" y="945845"/>
                  </a:lnTo>
                  <a:lnTo>
                    <a:pt x="2650033" y="1043874"/>
                  </a:lnTo>
                  <a:lnTo>
                    <a:pt x="2721655" y="1138116"/>
                  </a:lnTo>
                  <a:lnTo>
                    <a:pt x="2793278" y="1228719"/>
                  </a:lnTo>
                  <a:lnTo>
                    <a:pt x="2864901" y="1315821"/>
                  </a:lnTo>
                  <a:lnTo>
                    <a:pt x="2936523" y="1399560"/>
                  </a:lnTo>
                  <a:lnTo>
                    <a:pt x="3008146" y="1480064"/>
                  </a:lnTo>
                  <a:lnTo>
                    <a:pt x="3079768" y="1557458"/>
                  </a:lnTo>
                  <a:lnTo>
                    <a:pt x="3151391" y="1631863"/>
                  </a:lnTo>
                  <a:lnTo>
                    <a:pt x="3223013" y="1703394"/>
                  </a:lnTo>
                  <a:lnTo>
                    <a:pt x="3294636" y="1772162"/>
                  </a:lnTo>
                  <a:lnTo>
                    <a:pt x="3366258" y="1838273"/>
                  </a:lnTo>
                  <a:lnTo>
                    <a:pt x="3437881" y="1901831"/>
                  </a:lnTo>
                  <a:lnTo>
                    <a:pt x="3509503" y="1962934"/>
                  </a:lnTo>
                  <a:lnTo>
                    <a:pt x="3581126" y="2021677"/>
                  </a:lnTo>
                  <a:lnTo>
                    <a:pt x="3652748" y="2078151"/>
                  </a:lnTo>
                  <a:lnTo>
                    <a:pt x="3724371" y="2132444"/>
                  </a:lnTo>
                  <a:lnTo>
                    <a:pt x="3795993" y="2184639"/>
                  </a:lnTo>
                  <a:lnTo>
                    <a:pt x="3867616" y="2234818"/>
                  </a:lnTo>
                  <a:lnTo>
                    <a:pt x="3939238" y="2283060"/>
                  </a:lnTo>
                  <a:lnTo>
                    <a:pt x="4010861" y="2329437"/>
                  </a:lnTo>
                  <a:lnTo>
                    <a:pt x="4082483" y="2374024"/>
                  </a:lnTo>
                  <a:lnTo>
                    <a:pt x="4154106" y="2416888"/>
                  </a:lnTo>
                  <a:lnTo>
                    <a:pt x="4225729" y="2458096"/>
                  </a:lnTo>
                  <a:lnTo>
                    <a:pt x="4297351" y="2497713"/>
                  </a:lnTo>
                  <a:lnTo>
                    <a:pt x="4368974" y="2535800"/>
                  </a:lnTo>
                  <a:lnTo>
                    <a:pt x="4440596" y="2572415"/>
                  </a:lnTo>
                  <a:lnTo>
                    <a:pt x="4512219" y="2607616"/>
                  </a:lnTo>
                  <a:lnTo>
                    <a:pt x="4583841" y="2641458"/>
                  </a:lnTo>
                  <a:lnTo>
                    <a:pt x="4655464" y="2656513"/>
                  </a:lnTo>
                  <a:lnTo>
                    <a:pt x="4727086" y="2660154"/>
                  </a:lnTo>
                  <a:lnTo>
                    <a:pt x="4798709" y="2663778"/>
                  </a:lnTo>
                  <a:lnTo>
                    <a:pt x="4870331" y="2667387"/>
                  </a:lnTo>
                  <a:lnTo>
                    <a:pt x="4941954" y="2670980"/>
                  </a:lnTo>
                  <a:lnTo>
                    <a:pt x="5013576" y="2674557"/>
                  </a:lnTo>
                  <a:lnTo>
                    <a:pt x="5085199" y="2678118"/>
                  </a:lnTo>
                  <a:lnTo>
                    <a:pt x="5156821" y="2681663"/>
                  </a:lnTo>
                  <a:lnTo>
                    <a:pt x="5228444" y="2685193"/>
                  </a:lnTo>
                  <a:lnTo>
                    <a:pt x="5300066" y="2688707"/>
                  </a:lnTo>
                  <a:lnTo>
                    <a:pt x="5371689" y="2692206"/>
                  </a:lnTo>
                  <a:lnTo>
                    <a:pt x="5443311" y="2695690"/>
                  </a:lnTo>
                  <a:lnTo>
                    <a:pt x="5514934" y="2699158"/>
                  </a:lnTo>
                  <a:lnTo>
                    <a:pt x="5586557" y="2702611"/>
                  </a:lnTo>
                  <a:lnTo>
                    <a:pt x="5658179" y="2706049"/>
                  </a:lnTo>
                  <a:lnTo>
                    <a:pt x="5729802" y="2709471"/>
                  </a:lnTo>
                  <a:lnTo>
                    <a:pt x="5801424" y="2712879"/>
                  </a:lnTo>
                  <a:lnTo>
                    <a:pt x="5873047" y="2716271"/>
                  </a:lnTo>
                  <a:lnTo>
                    <a:pt x="5944669" y="2719649"/>
                  </a:lnTo>
                  <a:lnTo>
                    <a:pt x="6016292" y="2723011"/>
                  </a:lnTo>
                  <a:lnTo>
                    <a:pt x="6087914" y="2726359"/>
                  </a:lnTo>
                  <a:lnTo>
                    <a:pt x="6159537" y="2729693"/>
                  </a:lnTo>
                  <a:lnTo>
                    <a:pt x="6231159" y="2733011"/>
                  </a:lnTo>
                  <a:lnTo>
                    <a:pt x="6302782" y="2736315"/>
                  </a:lnTo>
                  <a:lnTo>
                    <a:pt x="6374404" y="2739604"/>
                  </a:lnTo>
                  <a:lnTo>
                    <a:pt x="6446027" y="2742879"/>
                  </a:lnTo>
                  <a:lnTo>
                    <a:pt x="6517649" y="2746140"/>
                  </a:lnTo>
                  <a:lnTo>
                    <a:pt x="6589272" y="2749386"/>
                  </a:lnTo>
                  <a:lnTo>
                    <a:pt x="6660894" y="2752618"/>
                  </a:lnTo>
                  <a:lnTo>
                    <a:pt x="6732517" y="2755835"/>
                  </a:lnTo>
                  <a:lnTo>
                    <a:pt x="6804139" y="2759039"/>
                  </a:lnTo>
                  <a:lnTo>
                    <a:pt x="6875762" y="2762228"/>
                  </a:lnTo>
                  <a:lnTo>
                    <a:pt x="6947385" y="2765403"/>
                  </a:lnTo>
                  <a:lnTo>
                    <a:pt x="7019007" y="2768565"/>
                  </a:lnTo>
                  <a:lnTo>
                    <a:pt x="7090630" y="2771712"/>
                  </a:lnTo>
                  <a:lnTo>
                    <a:pt x="7090630" y="3271572"/>
                  </a:lnTo>
                  <a:lnTo>
                    <a:pt x="7019007" y="3263047"/>
                  </a:lnTo>
                  <a:lnTo>
                    <a:pt x="6947385" y="3254180"/>
                  </a:lnTo>
                  <a:lnTo>
                    <a:pt x="6875762" y="3244956"/>
                  </a:lnTo>
                  <a:lnTo>
                    <a:pt x="6804139" y="3235362"/>
                  </a:lnTo>
                  <a:lnTo>
                    <a:pt x="6732517" y="3225382"/>
                  </a:lnTo>
                  <a:lnTo>
                    <a:pt x="6660894" y="3215002"/>
                  </a:lnTo>
                  <a:lnTo>
                    <a:pt x="6589272" y="3204204"/>
                  </a:lnTo>
                  <a:lnTo>
                    <a:pt x="6517649" y="3192973"/>
                  </a:lnTo>
                  <a:lnTo>
                    <a:pt x="6446027" y="3181290"/>
                  </a:lnTo>
                  <a:lnTo>
                    <a:pt x="6374404" y="3169138"/>
                  </a:lnTo>
                  <a:lnTo>
                    <a:pt x="6302782" y="3156498"/>
                  </a:lnTo>
                  <a:lnTo>
                    <a:pt x="6231159" y="3143350"/>
                  </a:lnTo>
                  <a:lnTo>
                    <a:pt x="6159537" y="3129673"/>
                  </a:lnTo>
                  <a:lnTo>
                    <a:pt x="6087914" y="3115447"/>
                  </a:lnTo>
                  <a:lnTo>
                    <a:pt x="6016292" y="3100650"/>
                  </a:lnTo>
                  <a:lnTo>
                    <a:pt x="5944669" y="3085258"/>
                  </a:lnTo>
                  <a:lnTo>
                    <a:pt x="5873047" y="3069247"/>
                  </a:lnTo>
                  <a:lnTo>
                    <a:pt x="5801424" y="3052594"/>
                  </a:lnTo>
                  <a:lnTo>
                    <a:pt x="5729802" y="3035271"/>
                  </a:lnTo>
                  <a:lnTo>
                    <a:pt x="5658179" y="3017252"/>
                  </a:lnTo>
                  <a:lnTo>
                    <a:pt x="5586557" y="2998509"/>
                  </a:lnTo>
                  <a:lnTo>
                    <a:pt x="5514934" y="2979013"/>
                  </a:lnTo>
                  <a:lnTo>
                    <a:pt x="5443311" y="2958734"/>
                  </a:lnTo>
                  <a:lnTo>
                    <a:pt x="5371689" y="2937640"/>
                  </a:lnTo>
                  <a:lnTo>
                    <a:pt x="5300066" y="2915699"/>
                  </a:lnTo>
                  <a:lnTo>
                    <a:pt x="5228444" y="2892876"/>
                  </a:lnTo>
                  <a:lnTo>
                    <a:pt x="5156821" y="2869136"/>
                  </a:lnTo>
                  <a:lnTo>
                    <a:pt x="5085199" y="2844442"/>
                  </a:lnTo>
                  <a:lnTo>
                    <a:pt x="5013576" y="2818756"/>
                  </a:lnTo>
                  <a:lnTo>
                    <a:pt x="4941954" y="2792038"/>
                  </a:lnTo>
                  <a:lnTo>
                    <a:pt x="4870331" y="2764247"/>
                  </a:lnTo>
                  <a:lnTo>
                    <a:pt x="4798709" y="2735339"/>
                  </a:lnTo>
                  <a:lnTo>
                    <a:pt x="4727086" y="2705269"/>
                  </a:lnTo>
                  <a:lnTo>
                    <a:pt x="4655464" y="2673992"/>
                  </a:lnTo>
                  <a:lnTo>
                    <a:pt x="4583841" y="2652857"/>
                  </a:lnTo>
                  <a:lnTo>
                    <a:pt x="4512219" y="2649184"/>
                  </a:lnTo>
                  <a:lnTo>
                    <a:pt x="4440596" y="2645495"/>
                  </a:lnTo>
                  <a:lnTo>
                    <a:pt x="4368974" y="2641789"/>
                  </a:lnTo>
                  <a:lnTo>
                    <a:pt x="4297351" y="2638068"/>
                  </a:lnTo>
                  <a:lnTo>
                    <a:pt x="4225729" y="2634329"/>
                  </a:lnTo>
                  <a:lnTo>
                    <a:pt x="4154106" y="2630575"/>
                  </a:lnTo>
                  <a:lnTo>
                    <a:pt x="4082483" y="2626803"/>
                  </a:lnTo>
                  <a:lnTo>
                    <a:pt x="4010861" y="2623015"/>
                  </a:lnTo>
                  <a:lnTo>
                    <a:pt x="3939238" y="2619211"/>
                  </a:lnTo>
                  <a:lnTo>
                    <a:pt x="3867616" y="2615389"/>
                  </a:lnTo>
                  <a:lnTo>
                    <a:pt x="3795993" y="2611551"/>
                  </a:lnTo>
                  <a:lnTo>
                    <a:pt x="3724371" y="2607695"/>
                  </a:lnTo>
                  <a:lnTo>
                    <a:pt x="3652748" y="2603823"/>
                  </a:lnTo>
                  <a:lnTo>
                    <a:pt x="3581126" y="2599933"/>
                  </a:lnTo>
                  <a:lnTo>
                    <a:pt x="3509503" y="2596026"/>
                  </a:lnTo>
                  <a:lnTo>
                    <a:pt x="3437881" y="2592102"/>
                  </a:lnTo>
                  <a:lnTo>
                    <a:pt x="3366258" y="2588161"/>
                  </a:lnTo>
                  <a:lnTo>
                    <a:pt x="3294636" y="2584202"/>
                  </a:lnTo>
                  <a:lnTo>
                    <a:pt x="3223013" y="2580226"/>
                  </a:lnTo>
                  <a:lnTo>
                    <a:pt x="3151391" y="2576232"/>
                  </a:lnTo>
                  <a:lnTo>
                    <a:pt x="3079768" y="2572221"/>
                  </a:lnTo>
                  <a:lnTo>
                    <a:pt x="3008146" y="2568191"/>
                  </a:lnTo>
                  <a:lnTo>
                    <a:pt x="2936523" y="2564144"/>
                  </a:lnTo>
                  <a:lnTo>
                    <a:pt x="2864901" y="2560079"/>
                  </a:lnTo>
                  <a:lnTo>
                    <a:pt x="2793278" y="2555996"/>
                  </a:lnTo>
                  <a:lnTo>
                    <a:pt x="2721655" y="2551895"/>
                  </a:lnTo>
                  <a:lnTo>
                    <a:pt x="2650033" y="2547776"/>
                  </a:lnTo>
                  <a:lnTo>
                    <a:pt x="2578410" y="2543639"/>
                  </a:lnTo>
                  <a:lnTo>
                    <a:pt x="2506788" y="2539483"/>
                  </a:lnTo>
                  <a:lnTo>
                    <a:pt x="2435165" y="2535309"/>
                  </a:lnTo>
                  <a:lnTo>
                    <a:pt x="2363543" y="2531117"/>
                  </a:lnTo>
                  <a:lnTo>
                    <a:pt x="2291920" y="2526906"/>
                  </a:lnTo>
                  <a:lnTo>
                    <a:pt x="2220298" y="2522676"/>
                  </a:lnTo>
                  <a:lnTo>
                    <a:pt x="2148675" y="2518428"/>
                  </a:lnTo>
                  <a:lnTo>
                    <a:pt x="2077053" y="2514161"/>
                  </a:lnTo>
                  <a:lnTo>
                    <a:pt x="2005430" y="2509875"/>
                  </a:lnTo>
                  <a:lnTo>
                    <a:pt x="1933808" y="2505570"/>
                  </a:lnTo>
                  <a:lnTo>
                    <a:pt x="1862185" y="2501246"/>
                  </a:lnTo>
                  <a:lnTo>
                    <a:pt x="1790563" y="2496903"/>
                  </a:lnTo>
                  <a:lnTo>
                    <a:pt x="1718940" y="2492541"/>
                  </a:lnTo>
                  <a:lnTo>
                    <a:pt x="1647318" y="2488160"/>
                  </a:lnTo>
                  <a:lnTo>
                    <a:pt x="1575695" y="2483759"/>
                  </a:lnTo>
                  <a:lnTo>
                    <a:pt x="1504073" y="2479339"/>
                  </a:lnTo>
                  <a:lnTo>
                    <a:pt x="1432450" y="2474899"/>
                  </a:lnTo>
                  <a:lnTo>
                    <a:pt x="1360827" y="2470439"/>
                  </a:lnTo>
                  <a:lnTo>
                    <a:pt x="1289205" y="2465960"/>
                  </a:lnTo>
                  <a:lnTo>
                    <a:pt x="1217582" y="2461461"/>
                  </a:lnTo>
                  <a:lnTo>
                    <a:pt x="1145960" y="2456942"/>
                  </a:lnTo>
                  <a:lnTo>
                    <a:pt x="1074337" y="2452404"/>
                  </a:lnTo>
                  <a:lnTo>
                    <a:pt x="1002715" y="2447845"/>
                  </a:lnTo>
                  <a:lnTo>
                    <a:pt x="931092" y="2443266"/>
                  </a:lnTo>
                  <a:lnTo>
                    <a:pt x="859470" y="2438666"/>
                  </a:lnTo>
                  <a:lnTo>
                    <a:pt x="787847" y="2434047"/>
                  </a:lnTo>
                  <a:lnTo>
                    <a:pt x="716225" y="2429407"/>
                  </a:lnTo>
                  <a:lnTo>
                    <a:pt x="644602" y="2424746"/>
                  </a:lnTo>
                  <a:lnTo>
                    <a:pt x="572980" y="2420065"/>
                  </a:lnTo>
                  <a:lnTo>
                    <a:pt x="501357" y="2415363"/>
                  </a:lnTo>
                  <a:lnTo>
                    <a:pt x="429735" y="2410640"/>
                  </a:lnTo>
                  <a:lnTo>
                    <a:pt x="358112" y="2405897"/>
                  </a:lnTo>
                  <a:lnTo>
                    <a:pt x="286490" y="2401133"/>
                  </a:lnTo>
                  <a:lnTo>
                    <a:pt x="214867" y="2396347"/>
                  </a:lnTo>
                  <a:lnTo>
                    <a:pt x="143245" y="2391540"/>
                  </a:lnTo>
                  <a:lnTo>
                    <a:pt x="71622" y="2386712"/>
                  </a:lnTo>
                  <a:lnTo>
                    <a:pt x="0" y="238186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174560" y="2073503"/>
              <a:ext cx="5088119" cy="2771712"/>
            </a:xfrm>
            <a:custGeom>
              <a:avLst/>
              <a:pathLst>
                <a:path w="5088119" h="2771712">
                  <a:moveTo>
                    <a:pt x="0" y="0"/>
                  </a:moveTo>
                  <a:lnTo>
                    <a:pt x="2919" y="5696"/>
                  </a:lnTo>
                  <a:lnTo>
                    <a:pt x="74542" y="140040"/>
                  </a:lnTo>
                  <a:lnTo>
                    <a:pt x="146164" y="269194"/>
                  </a:lnTo>
                  <a:lnTo>
                    <a:pt x="217787" y="393359"/>
                  </a:lnTo>
                  <a:lnTo>
                    <a:pt x="289409" y="512728"/>
                  </a:lnTo>
                  <a:lnTo>
                    <a:pt x="361032" y="627487"/>
                  </a:lnTo>
                  <a:lnTo>
                    <a:pt x="432654" y="737813"/>
                  </a:lnTo>
                  <a:lnTo>
                    <a:pt x="504277" y="843877"/>
                  </a:lnTo>
                  <a:lnTo>
                    <a:pt x="575900" y="945845"/>
                  </a:lnTo>
                  <a:lnTo>
                    <a:pt x="647522" y="1043874"/>
                  </a:lnTo>
                  <a:lnTo>
                    <a:pt x="719145" y="1138116"/>
                  </a:lnTo>
                  <a:lnTo>
                    <a:pt x="790767" y="1228719"/>
                  </a:lnTo>
                  <a:lnTo>
                    <a:pt x="862390" y="1315821"/>
                  </a:lnTo>
                  <a:lnTo>
                    <a:pt x="934012" y="1399560"/>
                  </a:lnTo>
                  <a:lnTo>
                    <a:pt x="1005635" y="1480064"/>
                  </a:lnTo>
                  <a:lnTo>
                    <a:pt x="1077257" y="1557458"/>
                  </a:lnTo>
                  <a:lnTo>
                    <a:pt x="1148880" y="1631863"/>
                  </a:lnTo>
                  <a:lnTo>
                    <a:pt x="1220502" y="1703394"/>
                  </a:lnTo>
                  <a:lnTo>
                    <a:pt x="1292125" y="1772162"/>
                  </a:lnTo>
                  <a:lnTo>
                    <a:pt x="1363747" y="1838273"/>
                  </a:lnTo>
                  <a:lnTo>
                    <a:pt x="1435370" y="1901831"/>
                  </a:lnTo>
                  <a:lnTo>
                    <a:pt x="1506992" y="1962934"/>
                  </a:lnTo>
                  <a:lnTo>
                    <a:pt x="1578615" y="2021677"/>
                  </a:lnTo>
                  <a:lnTo>
                    <a:pt x="1650237" y="2078151"/>
                  </a:lnTo>
                  <a:lnTo>
                    <a:pt x="1721860" y="2132444"/>
                  </a:lnTo>
                  <a:lnTo>
                    <a:pt x="1793482" y="2184639"/>
                  </a:lnTo>
                  <a:lnTo>
                    <a:pt x="1865105" y="2234818"/>
                  </a:lnTo>
                  <a:lnTo>
                    <a:pt x="1936728" y="2283060"/>
                  </a:lnTo>
                  <a:lnTo>
                    <a:pt x="2008350" y="2329437"/>
                  </a:lnTo>
                  <a:lnTo>
                    <a:pt x="2079973" y="2374024"/>
                  </a:lnTo>
                  <a:lnTo>
                    <a:pt x="2151595" y="2416888"/>
                  </a:lnTo>
                  <a:lnTo>
                    <a:pt x="2223218" y="2458096"/>
                  </a:lnTo>
                  <a:lnTo>
                    <a:pt x="2294840" y="2497713"/>
                  </a:lnTo>
                  <a:lnTo>
                    <a:pt x="2366463" y="2535800"/>
                  </a:lnTo>
                  <a:lnTo>
                    <a:pt x="2438085" y="2572415"/>
                  </a:lnTo>
                  <a:lnTo>
                    <a:pt x="2509708" y="2607616"/>
                  </a:lnTo>
                  <a:lnTo>
                    <a:pt x="2581330" y="2641458"/>
                  </a:lnTo>
                  <a:lnTo>
                    <a:pt x="2652953" y="2656513"/>
                  </a:lnTo>
                  <a:lnTo>
                    <a:pt x="2724575" y="2660154"/>
                  </a:lnTo>
                  <a:lnTo>
                    <a:pt x="2796198" y="2663778"/>
                  </a:lnTo>
                  <a:lnTo>
                    <a:pt x="2867820" y="2667387"/>
                  </a:lnTo>
                  <a:lnTo>
                    <a:pt x="2939443" y="2670980"/>
                  </a:lnTo>
                  <a:lnTo>
                    <a:pt x="3011065" y="2674557"/>
                  </a:lnTo>
                  <a:lnTo>
                    <a:pt x="3082688" y="2678118"/>
                  </a:lnTo>
                  <a:lnTo>
                    <a:pt x="3154310" y="2681663"/>
                  </a:lnTo>
                  <a:lnTo>
                    <a:pt x="3225933" y="2685193"/>
                  </a:lnTo>
                  <a:lnTo>
                    <a:pt x="3297556" y="2688707"/>
                  </a:lnTo>
                  <a:lnTo>
                    <a:pt x="3369178" y="2692206"/>
                  </a:lnTo>
                  <a:lnTo>
                    <a:pt x="3440801" y="2695690"/>
                  </a:lnTo>
                  <a:lnTo>
                    <a:pt x="3512423" y="2699158"/>
                  </a:lnTo>
                  <a:lnTo>
                    <a:pt x="3584046" y="2702611"/>
                  </a:lnTo>
                  <a:lnTo>
                    <a:pt x="3655668" y="2706049"/>
                  </a:lnTo>
                  <a:lnTo>
                    <a:pt x="3727291" y="2709471"/>
                  </a:lnTo>
                  <a:lnTo>
                    <a:pt x="3798913" y="2712879"/>
                  </a:lnTo>
                  <a:lnTo>
                    <a:pt x="3870536" y="2716271"/>
                  </a:lnTo>
                  <a:lnTo>
                    <a:pt x="3942158" y="2719649"/>
                  </a:lnTo>
                  <a:lnTo>
                    <a:pt x="4013781" y="2723011"/>
                  </a:lnTo>
                  <a:lnTo>
                    <a:pt x="4085403" y="2726359"/>
                  </a:lnTo>
                  <a:lnTo>
                    <a:pt x="4157026" y="2729693"/>
                  </a:lnTo>
                  <a:lnTo>
                    <a:pt x="4228648" y="2733011"/>
                  </a:lnTo>
                  <a:lnTo>
                    <a:pt x="4300271" y="2736315"/>
                  </a:lnTo>
                  <a:lnTo>
                    <a:pt x="4371893" y="2739604"/>
                  </a:lnTo>
                  <a:lnTo>
                    <a:pt x="4443516" y="2742879"/>
                  </a:lnTo>
                  <a:lnTo>
                    <a:pt x="4515138" y="2746140"/>
                  </a:lnTo>
                  <a:lnTo>
                    <a:pt x="4586761" y="2749386"/>
                  </a:lnTo>
                  <a:lnTo>
                    <a:pt x="4658384" y="2752618"/>
                  </a:lnTo>
                  <a:lnTo>
                    <a:pt x="4730006" y="2755835"/>
                  </a:lnTo>
                  <a:lnTo>
                    <a:pt x="4801629" y="2759039"/>
                  </a:lnTo>
                  <a:lnTo>
                    <a:pt x="4873251" y="2762228"/>
                  </a:lnTo>
                  <a:lnTo>
                    <a:pt x="4944874" y="2765403"/>
                  </a:lnTo>
                  <a:lnTo>
                    <a:pt x="5016496" y="2768565"/>
                  </a:lnTo>
                  <a:lnTo>
                    <a:pt x="5088119" y="27717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455366"/>
              <a:ext cx="7090630" cy="889708"/>
            </a:xfrm>
            <a:custGeom>
              <a:avLst/>
              <a:pathLst>
                <a:path w="7090630" h="889708">
                  <a:moveTo>
                    <a:pt x="7090630" y="889708"/>
                  </a:moveTo>
                  <a:lnTo>
                    <a:pt x="7019007" y="881183"/>
                  </a:lnTo>
                  <a:lnTo>
                    <a:pt x="6947385" y="872316"/>
                  </a:lnTo>
                  <a:lnTo>
                    <a:pt x="6875762" y="863092"/>
                  </a:lnTo>
                  <a:lnTo>
                    <a:pt x="6804139" y="853498"/>
                  </a:lnTo>
                  <a:lnTo>
                    <a:pt x="6732517" y="843519"/>
                  </a:lnTo>
                  <a:lnTo>
                    <a:pt x="6660894" y="833138"/>
                  </a:lnTo>
                  <a:lnTo>
                    <a:pt x="6589272" y="822341"/>
                  </a:lnTo>
                  <a:lnTo>
                    <a:pt x="6517649" y="811109"/>
                  </a:lnTo>
                  <a:lnTo>
                    <a:pt x="6446027" y="799427"/>
                  </a:lnTo>
                  <a:lnTo>
                    <a:pt x="6374404" y="787274"/>
                  </a:lnTo>
                  <a:lnTo>
                    <a:pt x="6302782" y="774634"/>
                  </a:lnTo>
                  <a:lnTo>
                    <a:pt x="6231159" y="761486"/>
                  </a:lnTo>
                  <a:lnTo>
                    <a:pt x="6159537" y="747810"/>
                  </a:lnTo>
                  <a:lnTo>
                    <a:pt x="6087914" y="733584"/>
                  </a:lnTo>
                  <a:lnTo>
                    <a:pt x="6016292" y="718786"/>
                  </a:lnTo>
                  <a:lnTo>
                    <a:pt x="5944669" y="703394"/>
                  </a:lnTo>
                  <a:lnTo>
                    <a:pt x="5873047" y="687384"/>
                  </a:lnTo>
                  <a:lnTo>
                    <a:pt x="5801424" y="670730"/>
                  </a:lnTo>
                  <a:lnTo>
                    <a:pt x="5729802" y="653407"/>
                  </a:lnTo>
                  <a:lnTo>
                    <a:pt x="5658179" y="635388"/>
                  </a:lnTo>
                  <a:lnTo>
                    <a:pt x="5586557" y="616646"/>
                  </a:lnTo>
                  <a:lnTo>
                    <a:pt x="5514934" y="597150"/>
                  </a:lnTo>
                  <a:lnTo>
                    <a:pt x="5443311" y="576871"/>
                  </a:lnTo>
                  <a:lnTo>
                    <a:pt x="5371689" y="555777"/>
                  </a:lnTo>
                  <a:lnTo>
                    <a:pt x="5300066" y="533835"/>
                  </a:lnTo>
                  <a:lnTo>
                    <a:pt x="5228444" y="511012"/>
                  </a:lnTo>
                  <a:lnTo>
                    <a:pt x="5156821" y="487272"/>
                  </a:lnTo>
                  <a:lnTo>
                    <a:pt x="5085199" y="462579"/>
                  </a:lnTo>
                  <a:lnTo>
                    <a:pt x="5013576" y="436893"/>
                  </a:lnTo>
                  <a:lnTo>
                    <a:pt x="4941954" y="410175"/>
                  </a:lnTo>
                  <a:lnTo>
                    <a:pt x="4870331" y="382383"/>
                  </a:lnTo>
                  <a:lnTo>
                    <a:pt x="4798709" y="353475"/>
                  </a:lnTo>
                  <a:lnTo>
                    <a:pt x="4727086" y="323406"/>
                  </a:lnTo>
                  <a:lnTo>
                    <a:pt x="4655464" y="292128"/>
                  </a:lnTo>
                  <a:lnTo>
                    <a:pt x="4583841" y="270993"/>
                  </a:lnTo>
                  <a:lnTo>
                    <a:pt x="4512219" y="267320"/>
                  </a:lnTo>
                  <a:lnTo>
                    <a:pt x="4440596" y="263631"/>
                  </a:lnTo>
                  <a:lnTo>
                    <a:pt x="4368974" y="259926"/>
                  </a:lnTo>
                  <a:lnTo>
                    <a:pt x="4297351" y="256204"/>
                  </a:lnTo>
                  <a:lnTo>
                    <a:pt x="4225729" y="252466"/>
                  </a:lnTo>
                  <a:lnTo>
                    <a:pt x="4154106" y="248711"/>
                  </a:lnTo>
                  <a:lnTo>
                    <a:pt x="4082483" y="244940"/>
                  </a:lnTo>
                  <a:lnTo>
                    <a:pt x="4010861" y="241152"/>
                  </a:lnTo>
                  <a:lnTo>
                    <a:pt x="3939238" y="237347"/>
                  </a:lnTo>
                  <a:lnTo>
                    <a:pt x="3867616" y="233526"/>
                  </a:lnTo>
                  <a:lnTo>
                    <a:pt x="3795993" y="229687"/>
                  </a:lnTo>
                  <a:lnTo>
                    <a:pt x="3724371" y="225832"/>
                  </a:lnTo>
                  <a:lnTo>
                    <a:pt x="3652748" y="221959"/>
                  </a:lnTo>
                  <a:lnTo>
                    <a:pt x="3581126" y="218070"/>
                  </a:lnTo>
                  <a:lnTo>
                    <a:pt x="3509503" y="214163"/>
                  </a:lnTo>
                  <a:lnTo>
                    <a:pt x="3437881" y="210239"/>
                  </a:lnTo>
                  <a:lnTo>
                    <a:pt x="3366258" y="206297"/>
                  </a:lnTo>
                  <a:lnTo>
                    <a:pt x="3294636" y="202339"/>
                  </a:lnTo>
                  <a:lnTo>
                    <a:pt x="3223013" y="198362"/>
                  </a:lnTo>
                  <a:lnTo>
                    <a:pt x="3151391" y="194369"/>
                  </a:lnTo>
                  <a:lnTo>
                    <a:pt x="3079768" y="190357"/>
                  </a:lnTo>
                  <a:lnTo>
                    <a:pt x="3008146" y="186328"/>
                  </a:lnTo>
                  <a:lnTo>
                    <a:pt x="2936523" y="182281"/>
                  </a:lnTo>
                  <a:lnTo>
                    <a:pt x="2864901" y="178216"/>
                  </a:lnTo>
                  <a:lnTo>
                    <a:pt x="2793278" y="174133"/>
                  </a:lnTo>
                  <a:lnTo>
                    <a:pt x="2721655" y="170032"/>
                  </a:lnTo>
                  <a:lnTo>
                    <a:pt x="2650033" y="165913"/>
                  </a:lnTo>
                  <a:lnTo>
                    <a:pt x="2578410" y="161775"/>
                  </a:lnTo>
                  <a:lnTo>
                    <a:pt x="2506788" y="157620"/>
                  </a:lnTo>
                  <a:lnTo>
                    <a:pt x="2435165" y="153446"/>
                  </a:lnTo>
                  <a:lnTo>
                    <a:pt x="2363543" y="149253"/>
                  </a:lnTo>
                  <a:lnTo>
                    <a:pt x="2291920" y="145042"/>
                  </a:lnTo>
                  <a:lnTo>
                    <a:pt x="2220298" y="140813"/>
                  </a:lnTo>
                  <a:lnTo>
                    <a:pt x="2148675" y="136565"/>
                  </a:lnTo>
                  <a:lnTo>
                    <a:pt x="2077053" y="132298"/>
                  </a:lnTo>
                  <a:lnTo>
                    <a:pt x="2005430" y="128012"/>
                  </a:lnTo>
                  <a:lnTo>
                    <a:pt x="1933808" y="123707"/>
                  </a:lnTo>
                  <a:lnTo>
                    <a:pt x="1862185" y="119383"/>
                  </a:lnTo>
                  <a:lnTo>
                    <a:pt x="1790563" y="115040"/>
                  </a:lnTo>
                  <a:lnTo>
                    <a:pt x="1718940" y="110678"/>
                  </a:lnTo>
                  <a:lnTo>
                    <a:pt x="1647318" y="106296"/>
                  </a:lnTo>
                  <a:lnTo>
                    <a:pt x="1575695" y="101895"/>
                  </a:lnTo>
                  <a:lnTo>
                    <a:pt x="1504073" y="97475"/>
                  </a:lnTo>
                  <a:lnTo>
                    <a:pt x="1432450" y="93035"/>
                  </a:lnTo>
                  <a:lnTo>
                    <a:pt x="1360827" y="88576"/>
                  </a:lnTo>
                  <a:lnTo>
                    <a:pt x="1289205" y="84097"/>
                  </a:lnTo>
                  <a:lnTo>
                    <a:pt x="1217582" y="79598"/>
                  </a:lnTo>
                  <a:lnTo>
                    <a:pt x="1145960" y="75079"/>
                  </a:lnTo>
                  <a:lnTo>
                    <a:pt x="1074337" y="70540"/>
                  </a:lnTo>
                  <a:lnTo>
                    <a:pt x="1002715" y="65981"/>
                  </a:lnTo>
                  <a:lnTo>
                    <a:pt x="931092" y="61402"/>
                  </a:lnTo>
                  <a:lnTo>
                    <a:pt x="859470" y="56803"/>
                  </a:lnTo>
                  <a:lnTo>
                    <a:pt x="787847" y="52183"/>
                  </a:lnTo>
                  <a:lnTo>
                    <a:pt x="716225" y="47543"/>
                  </a:lnTo>
                  <a:lnTo>
                    <a:pt x="644602" y="42883"/>
                  </a:lnTo>
                  <a:lnTo>
                    <a:pt x="572980" y="38201"/>
                  </a:lnTo>
                  <a:lnTo>
                    <a:pt x="501357" y="33500"/>
                  </a:lnTo>
                  <a:lnTo>
                    <a:pt x="429735" y="28777"/>
                  </a:lnTo>
                  <a:lnTo>
                    <a:pt x="358112" y="24033"/>
                  </a:lnTo>
                  <a:lnTo>
                    <a:pt x="286490" y="19269"/>
                  </a:lnTo>
                  <a:lnTo>
                    <a:pt x="214867" y="14483"/>
                  </a:lnTo>
                  <a:lnTo>
                    <a:pt x="143245" y="9677"/>
                  </a:lnTo>
                  <a:lnTo>
                    <a:pt x="71622" y="48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2159099"/>
              <a:ext cx="7090630" cy="3009465"/>
            </a:xfrm>
            <a:custGeom>
              <a:avLst/>
              <a:pathLst>
                <a:path w="7090630" h="3009465">
                  <a:moveTo>
                    <a:pt x="0" y="0"/>
                  </a:moveTo>
                  <a:lnTo>
                    <a:pt x="71622" y="73614"/>
                  </a:lnTo>
                  <a:lnTo>
                    <a:pt x="143245" y="145634"/>
                  </a:lnTo>
                  <a:lnTo>
                    <a:pt x="214867" y="216093"/>
                  </a:lnTo>
                  <a:lnTo>
                    <a:pt x="286490" y="285027"/>
                  </a:lnTo>
                  <a:lnTo>
                    <a:pt x="358112" y="352466"/>
                  </a:lnTo>
                  <a:lnTo>
                    <a:pt x="429735" y="418445"/>
                  </a:lnTo>
                  <a:lnTo>
                    <a:pt x="501357" y="482995"/>
                  </a:lnTo>
                  <a:lnTo>
                    <a:pt x="572980" y="546146"/>
                  </a:lnTo>
                  <a:lnTo>
                    <a:pt x="644602" y="607930"/>
                  </a:lnTo>
                  <a:lnTo>
                    <a:pt x="716225" y="668374"/>
                  </a:lnTo>
                  <a:lnTo>
                    <a:pt x="787847" y="727510"/>
                  </a:lnTo>
                  <a:lnTo>
                    <a:pt x="859470" y="785364"/>
                  </a:lnTo>
                  <a:lnTo>
                    <a:pt x="931092" y="841965"/>
                  </a:lnTo>
                  <a:lnTo>
                    <a:pt x="1002715" y="897340"/>
                  </a:lnTo>
                  <a:lnTo>
                    <a:pt x="1074337" y="951515"/>
                  </a:lnTo>
                  <a:lnTo>
                    <a:pt x="1145960" y="1004517"/>
                  </a:lnTo>
                  <a:lnTo>
                    <a:pt x="1217582" y="1056371"/>
                  </a:lnTo>
                  <a:lnTo>
                    <a:pt x="1289205" y="1107101"/>
                  </a:lnTo>
                  <a:lnTo>
                    <a:pt x="1360827" y="1156732"/>
                  </a:lnTo>
                  <a:lnTo>
                    <a:pt x="1432450" y="1205288"/>
                  </a:lnTo>
                  <a:lnTo>
                    <a:pt x="1504073" y="1252792"/>
                  </a:lnTo>
                  <a:lnTo>
                    <a:pt x="1575695" y="1299267"/>
                  </a:lnTo>
                  <a:lnTo>
                    <a:pt x="1647318" y="1344736"/>
                  </a:lnTo>
                  <a:lnTo>
                    <a:pt x="1718940" y="1389219"/>
                  </a:lnTo>
                  <a:lnTo>
                    <a:pt x="1790563" y="1432739"/>
                  </a:lnTo>
                  <a:lnTo>
                    <a:pt x="1862185" y="1475316"/>
                  </a:lnTo>
                  <a:lnTo>
                    <a:pt x="1933808" y="1516970"/>
                  </a:lnTo>
                  <a:lnTo>
                    <a:pt x="2005430" y="1557722"/>
                  </a:lnTo>
                  <a:lnTo>
                    <a:pt x="2077053" y="1597592"/>
                  </a:lnTo>
                  <a:lnTo>
                    <a:pt x="2148675" y="1636597"/>
                  </a:lnTo>
                  <a:lnTo>
                    <a:pt x="2220298" y="1674758"/>
                  </a:lnTo>
                  <a:lnTo>
                    <a:pt x="2291920" y="1712092"/>
                  </a:lnTo>
                  <a:lnTo>
                    <a:pt x="2363543" y="1748617"/>
                  </a:lnTo>
                  <a:lnTo>
                    <a:pt x="2435165" y="1784351"/>
                  </a:lnTo>
                  <a:lnTo>
                    <a:pt x="2506788" y="1819311"/>
                  </a:lnTo>
                  <a:lnTo>
                    <a:pt x="2578410" y="1853514"/>
                  </a:lnTo>
                  <a:lnTo>
                    <a:pt x="2650033" y="1886975"/>
                  </a:lnTo>
                  <a:lnTo>
                    <a:pt x="2721655" y="1919712"/>
                  </a:lnTo>
                  <a:lnTo>
                    <a:pt x="2793278" y="1951740"/>
                  </a:lnTo>
                  <a:lnTo>
                    <a:pt x="2864901" y="1983073"/>
                  </a:lnTo>
                  <a:lnTo>
                    <a:pt x="2936523" y="2013728"/>
                  </a:lnTo>
                  <a:lnTo>
                    <a:pt x="3008146" y="2043719"/>
                  </a:lnTo>
                  <a:lnTo>
                    <a:pt x="3079768" y="2073060"/>
                  </a:lnTo>
                  <a:lnTo>
                    <a:pt x="3151391" y="2101766"/>
                  </a:lnTo>
                  <a:lnTo>
                    <a:pt x="3223013" y="2129850"/>
                  </a:lnTo>
                  <a:lnTo>
                    <a:pt x="3294636" y="2157325"/>
                  </a:lnTo>
                  <a:lnTo>
                    <a:pt x="3366258" y="2184205"/>
                  </a:lnTo>
                  <a:lnTo>
                    <a:pt x="3437881" y="2210503"/>
                  </a:lnTo>
                  <a:lnTo>
                    <a:pt x="3509503" y="2236231"/>
                  </a:lnTo>
                  <a:lnTo>
                    <a:pt x="3581126" y="2261402"/>
                  </a:lnTo>
                  <a:lnTo>
                    <a:pt x="3652748" y="2286027"/>
                  </a:lnTo>
                  <a:lnTo>
                    <a:pt x="3724371" y="2310119"/>
                  </a:lnTo>
                  <a:lnTo>
                    <a:pt x="3795993" y="2333689"/>
                  </a:lnTo>
                  <a:lnTo>
                    <a:pt x="3867616" y="2356749"/>
                  </a:lnTo>
                  <a:lnTo>
                    <a:pt x="3939238" y="2379309"/>
                  </a:lnTo>
                  <a:lnTo>
                    <a:pt x="4010861" y="2401380"/>
                  </a:lnTo>
                  <a:lnTo>
                    <a:pt x="4082483" y="2422973"/>
                  </a:lnTo>
                  <a:lnTo>
                    <a:pt x="4154106" y="2444099"/>
                  </a:lnTo>
                  <a:lnTo>
                    <a:pt x="4225729" y="2464766"/>
                  </a:lnTo>
                  <a:lnTo>
                    <a:pt x="4297351" y="2484986"/>
                  </a:lnTo>
                  <a:lnTo>
                    <a:pt x="4368974" y="2504768"/>
                  </a:lnTo>
                  <a:lnTo>
                    <a:pt x="4440596" y="2524122"/>
                  </a:lnTo>
                  <a:lnTo>
                    <a:pt x="4512219" y="2543056"/>
                  </a:lnTo>
                  <a:lnTo>
                    <a:pt x="4583841" y="2561580"/>
                  </a:lnTo>
                  <a:lnTo>
                    <a:pt x="4655464" y="2579703"/>
                  </a:lnTo>
                  <a:lnTo>
                    <a:pt x="4727086" y="2597433"/>
                  </a:lnTo>
                  <a:lnTo>
                    <a:pt x="4798709" y="2614779"/>
                  </a:lnTo>
                  <a:lnTo>
                    <a:pt x="4870331" y="2631749"/>
                  </a:lnTo>
                  <a:lnTo>
                    <a:pt x="4941954" y="2648352"/>
                  </a:lnTo>
                  <a:lnTo>
                    <a:pt x="5013576" y="2664595"/>
                  </a:lnTo>
                  <a:lnTo>
                    <a:pt x="5085199" y="2680486"/>
                  </a:lnTo>
                  <a:lnTo>
                    <a:pt x="5156821" y="2696032"/>
                  </a:lnTo>
                  <a:lnTo>
                    <a:pt x="5228444" y="2711243"/>
                  </a:lnTo>
                  <a:lnTo>
                    <a:pt x="5300066" y="2726123"/>
                  </a:lnTo>
                  <a:lnTo>
                    <a:pt x="5371689" y="2740681"/>
                  </a:lnTo>
                  <a:lnTo>
                    <a:pt x="5443311" y="2754924"/>
                  </a:lnTo>
                  <a:lnTo>
                    <a:pt x="5514934" y="2768858"/>
                  </a:lnTo>
                  <a:lnTo>
                    <a:pt x="5586557" y="2782491"/>
                  </a:lnTo>
                  <a:lnTo>
                    <a:pt x="5658179" y="2795828"/>
                  </a:lnTo>
                  <a:lnTo>
                    <a:pt x="5729802" y="2808876"/>
                  </a:lnTo>
                  <a:lnTo>
                    <a:pt x="5801424" y="2821641"/>
                  </a:lnTo>
                  <a:lnTo>
                    <a:pt x="5873047" y="2834130"/>
                  </a:lnTo>
                  <a:lnTo>
                    <a:pt x="5944669" y="2846349"/>
                  </a:lnTo>
                  <a:lnTo>
                    <a:pt x="6016292" y="2858303"/>
                  </a:lnTo>
                  <a:lnTo>
                    <a:pt x="6087914" y="2869997"/>
                  </a:lnTo>
                  <a:lnTo>
                    <a:pt x="6159537" y="2881439"/>
                  </a:lnTo>
                  <a:lnTo>
                    <a:pt x="6231159" y="2892632"/>
                  </a:lnTo>
                  <a:lnTo>
                    <a:pt x="6302782" y="2903583"/>
                  </a:lnTo>
                  <a:lnTo>
                    <a:pt x="6374404" y="2914297"/>
                  </a:lnTo>
                  <a:lnTo>
                    <a:pt x="6446027" y="2924779"/>
                  </a:lnTo>
                  <a:lnTo>
                    <a:pt x="6517649" y="2935034"/>
                  </a:lnTo>
                  <a:lnTo>
                    <a:pt x="6589272" y="2945066"/>
                  </a:lnTo>
                  <a:lnTo>
                    <a:pt x="6660894" y="2954881"/>
                  </a:lnTo>
                  <a:lnTo>
                    <a:pt x="6732517" y="2964484"/>
                  </a:lnTo>
                  <a:lnTo>
                    <a:pt x="6804139" y="2973879"/>
                  </a:lnTo>
                  <a:lnTo>
                    <a:pt x="6875762" y="2983070"/>
                  </a:lnTo>
                  <a:lnTo>
                    <a:pt x="6947385" y="2992061"/>
                  </a:lnTo>
                  <a:lnTo>
                    <a:pt x="7019007" y="3000859"/>
                  </a:lnTo>
                  <a:lnTo>
                    <a:pt x="7090630" y="300946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837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585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6419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12082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68869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578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1.36 (1.06-1.74), p_Bonf = 0.085 (n = 6)  |  per IQR decline (Δ = 21.9): 1.96 (1.15-3.36)  |  IQR: [-10.5, 11.4]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42105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2026-10-08T10:07:52Z</dcterms:modified>
  <cp:category/>
</cp:coreProperties>
</file>