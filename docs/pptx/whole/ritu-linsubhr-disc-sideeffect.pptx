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67619"/>
            </a:xfrm>
            <a:custGeom>
              <a:avLst/>
              <a:pathLst>
                <a:path w="7090630" h="3267619">
                  <a:moveTo>
                    <a:pt x="1986231" y="0"/>
                  </a:moveTo>
                  <a:lnTo>
                    <a:pt x="2005430" y="36752"/>
                  </a:lnTo>
                  <a:lnTo>
                    <a:pt x="2077053" y="168616"/>
                  </a:lnTo>
                  <a:lnTo>
                    <a:pt x="2148675" y="295435"/>
                  </a:lnTo>
                  <a:lnTo>
                    <a:pt x="2220298" y="417402"/>
                  </a:lnTo>
                  <a:lnTo>
                    <a:pt x="2291920" y="534704"/>
                  </a:lnTo>
                  <a:lnTo>
                    <a:pt x="2363543" y="647518"/>
                  </a:lnTo>
                  <a:lnTo>
                    <a:pt x="2435165" y="756017"/>
                  </a:lnTo>
                  <a:lnTo>
                    <a:pt x="2506788" y="860365"/>
                  </a:lnTo>
                  <a:lnTo>
                    <a:pt x="2578410" y="960722"/>
                  </a:lnTo>
                  <a:lnTo>
                    <a:pt x="2650033" y="1057239"/>
                  </a:lnTo>
                  <a:lnTo>
                    <a:pt x="2721655" y="1150064"/>
                  </a:lnTo>
                  <a:lnTo>
                    <a:pt x="2793278" y="1239338"/>
                  </a:lnTo>
                  <a:lnTo>
                    <a:pt x="2864901" y="1325197"/>
                  </a:lnTo>
                  <a:lnTo>
                    <a:pt x="2936523" y="1407772"/>
                  </a:lnTo>
                  <a:lnTo>
                    <a:pt x="3008146" y="1487187"/>
                  </a:lnTo>
                  <a:lnTo>
                    <a:pt x="3079768" y="1563565"/>
                  </a:lnTo>
                  <a:lnTo>
                    <a:pt x="3151391" y="1637021"/>
                  </a:lnTo>
                  <a:lnTo>
                    <a:pt x="3223013" y="1707666"/>
                  </a:lnTo>
                  <a:lnTo>
                    <a:pt x="3294636" y="1775609"/>
                  </a:lnTo>
                  <a:lnTo>
                    <a:pt x="3366258" y="1840954"/>
                  </a:lnTo>
                  <a:lnTo>
                    <a:pt x="3437881" y="1903798"/>
                  </a:lnTo>
                  <a:lnTo>
                    <a:pt x="3509503" y="1964238"/>
                  </a:lnTo>
                  <a:lnTo>
                    <a:pt x="3581126" y="2022366"/>
                  </a:lnTo>
                  <a:lnTo>
                    <a:pt x="3652748" y="2078271"/>
                  </a:lnTo>
                  <a:lnTo>
                    <a:pt x="3724371" y="2132037"/>
                  </a:lnTo>
                  <a:lnTo>
                    <a:pt x="3795993" y="2183746"/>
                  </a:lnTo>
                  <a:lnTo>
                    <a:pt x="3867616" y="2233477"/>
                  </a:lnTo>
                  <a:lnTo>
                    <a:pt x="3939238" y="2281305"/>
                  </a:lnTo>
                  <a:lnTo>
                    <a:pt x="4010861" y="2327304"/>
                  </a:lnTo>
                  <a:lnTo>
                    <a:pt x="4082483" y="2371544"/>
                  </a:lnTo>
                  <a:lnTo>
                    <a:pt x="4154106" y="2414090"/>
                  </a:lnTo>
                  <a:lnTo>
                    <a:pt x="4225729" y="2455010"/>
                  </a:lnTo>
                  <a:lnTo>
                    <a:pt x="4297351" y="2494364"/>
                  </a:lnTo>
                  <a:lnTo>
                    <a:pt x="4368974" y="2532212"/>
                  </a:lnTo>
                  <a:lnTo>
                    <a:pt x="4440596" y="2568613"/>
                  </a:lnTo>
                  <a:lnTo>
                    <a:pt x="4512219" y="2603621"/>
                  </a:lnTo>
                  <a:lnTo>
                    <a:pt x="4583841" y="2637290"/>
                  </a:lnTo>
                  <a:lnTo>
                    <a:pt x="4655464" y="2656195"/>
                  </a:lnTo>
                  <a:lnTo>
                    <a:pt x="4727086" y="2660164"/>
                  </a:lnTo>
                  <a:lnTo>
                    <a:pt x="4798709" y="2664113"/>
                  </a:lnTo>
                  <a:lnTo>
                    <a:pt x="4870331" y="2668044"/>
                  </a:lnTo>
                  <a:lnTo>
                    <a:pt x="4941954" y="2671956"/>
                  </a:lnTo>
                  <a:lnTo>
                    <a:pt x="5013576" y="2675849"/>
                  </a:lnTo>
                  <a:lnTo>
                    <a:pt x="5085199" y="2679723"/>
                  </a:lnTo>
                  <a:lnTo>
                    <a:pt x="5156821" y="2683579"/>
                  </a:lnTo>
                  <a:lnTo>
                    <a:pt x="5228444" y="2687416"/>
                  </a:lnTo>
                  <a:lnTo>
                    <a:pt x="5300066" y="2691235"/>
                  </a:lnTo>
                  <a:lnTo>
                    <a:pt x="5371689" y="2695036"/>
                  </a:lnTo>
                  <a:lnTo>
                    <a:pt x="5443311" y="2698818"/>
                  </a:lnTo>
                  <a:lnTo>
                    <a:pt x="5514934" y="2702582"/>
                  </a:lnTo>
                  <a:lnTo>
                    <a:pt x="5586557" y="2706329"/>
                  </a:lnTo>
                  <a:lnTo>
                    <a:pt x="5658179" y="2710057"/>
                  </a:lnTo>
                  <a:lnTo>
                    <a:pt x="5729802" y="2713767"/>
                  </a:lnTo>
                  <a:lnTo>
                    <a:pt x="5801424" y="2717460"/>
                  </a:lnTo>
                  <a:lnTo>
                    <a:pt x="5873047" y="2721135"/>
                  </a:lnTo>
                  <a:lnTo>
                    <a:pt x="5944669" y="2724792"/>
                  </a:lnTo>
                  <a:lnTo>
                    <a:pt x="6016292" y="2728432"/>
                  </a:lnTo>
                  <a:lnTo>
                    <a:pt x="6087914" y="2732054"/>
                  </a:lnTo>
                  <a:lnTo>
                    <a:pt x="6159537" y="2735659"/>
                  </a:lnTo>
                  <a:lnTo>
                    <a:pt x="6231159" y="2739246"/>
                  </a:lnTo>
                  <a:lnTo>
                    <a:pt x="6302782" y="2742817"/>
                  </a:lnTo>
                  <a:lnTo>
                    <a:pt x="6374404" y="2746370"/>
                  </a:lnTo>
                  <a:lnTo>
                    <a:pt x="6446027" y="2749906"/>
                  </a:lnTo>
                  <a:lnTo>
                    <a:pt x="6517649" y="2753425"/>
                  </a:lnTo>
                  <a:lnTo>
                    <a:pt x="6589272" y="2756928"/>
                  </a:lnTo>
                  <a:lnTo>
                    <a:pt x="6660894" y="2760413"/>
                  </a:lnTo>
                  <a:lnTo>
                    <a:pt x="6732517" y="2763882"/>
                  </a:lnTo>
                  <a:lnTo>
                    <a:pt x="6804139" y="2767334"/>
                  </a:lnTo>
                  <a:lnTo>
                    <a:pt x="6875762" y="2770770"/>
                  </a:lnTo>
                  <a:lnTo>
                    <a:pt x="6947385" y="2774189"/>
                  </a:lnTo>
                  <a:lnTo>
                    <a:pt x="7019007" y="2777592"/>
                  </a:lnTo>
                  <a:lnTo>
                    <a:pt x="7090630" y="2780978"/>
                  </a:lnTo>
                  <a:lnTo>
                    <a:pt x="7090630" y="3267619"/>
                  </a:lnTo>
                  <a:lnTo>
                    <a:pt x="7019007" y="3259023"/>
                  </a:lnTo>
                  <a:lnTo>
                    <a:pt x="6947385" y="3250084"/>
                  </a:lnTo>
                  <a:lnTo>
                    <a:pt x="6875762" y="3240790"/>
                  </a:lnTo>
                  <a:lnTo>
                    <a:pt x="6804139" y="3231126"/>
                  </a:lnTo>
                  <a:lnTo>
                    <a:pt x="6732517" y="3221078"/>
                  </a:lnTo>
                  <a:lnTo>
                    <a:pt x="6660894" y="3210630"/>
                  </a:lnTo>
                  <a:lnTo>
                    <a:pt x="6589272" y="3199766"/>
                  </a:lnTo>
                  <a:lnTo>
                    <a:pt x="6517649" y="3188470"/>
                  </a:lnTo>
                  <a:lnTo>
                    <a:pt x="6446027" y="3176726"/>
                  </a:lnTo>
                  <a:lnTo>
                    <a:pt x="6374404" y="3164513"/>
                  </a:lnTo>
                  <a:lnTo>
                    <a:pt x="6302782" y="3151816"/>
                  </a:lnTo>
                  <a:lnTo>
                    <a:pt x="6231159" y="3138613"/>
                  </a:lnTo>
                  <a:lnTo>
                    <a:pt x="6159537" y="3124884"/>
                  </a:lnTo>
                  <a:lnTo>
                    <a:pt x="6087914" y="3110610"/>
                  </a:lnTo>
                  <a:lnTo>
                    <a:pt x="6016292" y="3095768"/>
                  </a:lnTo>
                  <a:lnTo>
                    <a:pt x="5944669" y="3080336"/>
                  </a:lnTo>
                  <a:lnTo>
                    <a:pt x="5873047" y="3064290"/>
                  </a:lnTo>
                  <a:lnTo>
                    <a:pt x="5801424" y="3047605"/>
                  </a:lnTo>
                  <a:lnTo>
                    <a:pt x="5729802" y="3030257"/>
                  </a:lnTo>
                  <a:lnTo>
                    <a:pt x="5658179" y="3012219"/>
                  </a:lnTo>
                  <a:lnTo>
                    <a:pt x="5586557" y="2993464"/>
                  </a:lnTo>
                  <a:lnTo>
                    <a:pt x="5514934" y="2973962"/>
                  </a:lnTo>
                  <a:lnTo>
                    <a:pt x="5443311" y="2953685"/>
                  </a:lnTo>
                  <a:lnTo>
                    <a:pt x="5371689" y="2932601"/>
                  </a:lnTo>
                  <a:lnTo>
                    <a:pt x="5300066" y="2910679"/>
                  </a:lnTo>
                  <a:lnTo>
                    <a:pt x="5228444" y="2887884"/>
                  </a:lnTo>
                  <a:lnTo>
                    <a:pt x="5156821" y="2864183"/>
                  </a:lnTo>
                  <a:lnTo>
                    <a:pt x="5085199" y="2839539"/>
                  </a:lnTo>
                  <a:lnTo>
                    <a:pt x="5013576" y="2813915"/>
                  </a:lnTo>
                  <a:lnTo>
                    <a:pt x="4941954" y="2787272"/>
                  </a:lnTo>
                  <a:lnTo>
                    <a:pt x="4870331" y="2759568"/>
                  </a:lnTo>
                  <a:lnTo>
                    <a:pt x="4798709" y="2730763"/>
                  </a:lnTo>
                  <a:lnTo>
                    <a:pt x="4727086" y="2700813"/>
                  </a:lnTo>
                  <a:lnTo>
                    <a:pt x="4655464" y="2669670"/>
                  </a:lnTo>
                  <a:lnTo>
                    <a:pt x="4583841" y="2652207"/>
                  </a:lnTo>
                  <a:lnTo>
                    <a:pt x="4512219" y="2648200"/>
                  </a:lnTo>
                  <a:lnTo>
                    <a:pt x="4440596" y="2644174"/>
                  </a:lnTo>
                  <a:lnTo>
                    <a:pt x="4368974" y="2640128"/>
                  </a:lnTo>
                  <a:lnTo>
                    <a:pt x="4297351" y="2636063"/>
                  </a:lnTo>
                  <a:lnTo>
                    <a:pt x="4225729" y="2631978"/>
                  </a:lnTo>
                  <a:lnTo>
                    <a:pt x="4154106" y="2627874"/>
                  </a:lnTo>
                  <a:lnTo>
                    <a:pt x="4082483" y="2623749"/>
                  </a:lnTo>
                  <a:lnTo>
                    <a:pt x="4010861" y="2619605"/>
                  </a:lnTo>
                  <a:lnTo>
                    <a:pt x="3939238" y="2615441"/>
                  </a:lnTo>
                  <a:lnTo>
                    <a:pt x="3867616" y="2611257"/>
                  </a:lnTo>
                  <a:lnTo>
                    <a:pt x="3795993" y="2607053"/>
                  </a:lnTo>
                  <a:lnTo>
                    <a:pt x="3724371" y="2602828"/>
                  </a:lnTo>
                  <a:lnTo>
                    <a:pt x="3652748" y="2598583"/>
                  </a:lnTo>
                  <a:lnTo>
                    <a:pt x="3581126" y="2594318"/>
                  </a:lnTo>
                  <a:lnTo>
                    <a:pt x="3509503" y="2590032"/>
                  </a:lnTo>
                  <a:lnTo>
                    <a:pt x="3437881" y="2585725"/>
                  </a:lnTo>
                  <a:lnTo>
                    <a:pt x="3366258" y="2581398"/>
                  </a:lnTo>
                  <a:lnTo>
                    <a:pt x="3294636" y="2577050"/>
                  </a:lnTo>
                  <a:lnTo>
                    <a:pt x="3223013" y="2572680"/>
                  </a:lnTo>
                  <a:lnTo>
                    <a:pt x="3151391" y="2568290"/>
                  </a:lnTo>
                  <a:lnTo>
                    <a:pt x="3079768" y="2563879"/>
                  </a:lnTo>
                  <a:lnTo>
                    <a:pt x="3008146" y="2559446"/>
                  </a:lnTo>
                  <a:lnTo>
                    <a:pt x="2936523" y="2554992"/>
                  </a:lnTo>
                  <a:lnTo>
                    <a:pt x="2864901" y="2550517"/>
                  </a:lnTo>
                  <a:lnTo>
                    <a:pt x="2793278" y="2546020"/>
                  </a:lnTo>
                  <a:lnTo>
                    <a:pt x="2721655" y="2541501"/>
                  </a:lnTo>
                  <a:lnTo>
                    <a:pt x="2650033" y="2536961"/>
                  </a:lnTo>
                  <a:lnTo>
                    <a:pt x="2578410" y="2532398"/>
                  </a:lnTo>
                  <a:lnTo>
                    <a:pt x="2506788" y="2527814"/>
                  </a:lnTo>
                  <a:lnTo>
                    <a:pt x="2435165" y="2523208"/>
                  </a:lnTo>
                  <a:lnTo>
                    <a:pt x="2363543" y="2518579"/>
                  </a:lnTo>
                  <a:lnTo>
                    <a:pt x="2291920" y="2513928"/>
                  </a:lnTo>
                  <a:lnTo>
                    <a:pt x="2220298" y="2509255"/>
                  </a:lnTo>
                  <a:lnTo>
                    <a:pt x="2148675" y="2504559"/>
                  </a:lnTo>
                  <a:lnTo>
                    <a:pt x="2077053" y="2499840"/>
                  </a:lnTo>
                  <a:lnTo>
                    <a:pt x="2005430" y="2495099"/>
                  </a:lnTo>
                  <a:lnTo>
                    <a:pt x="1933808" y="2490335"/>
                  </a:lnTo>
                  <a:lnTo>
                    <a:pt x="1862185" y="2485548"/>
                  </a:lnTo>
                  <a:lnTo>
                    <a:pt x="1790563" y="2480738"/>
                  </a:lnTo>
                  <a:lnTo>
                    <a:pt x="1718940" y="2475905"/>
                  </a:lnTo>
                  <a:lnTo>
                    <a:pt x="1647318" y="2471048"/>
                  </a:lnTo>
                  <a:lnTo>
                    <a:pt x="1575695" y="2466168"/>
                  </a:lnTo>
                  <a:lnTo>
                    <a:pt x="1504073" y="2461265"/>
                  </a:lnTo>
                  <a:lnTo>
                    <a:pt x="1432450" y="2456338"/>
                  </a:lnTo>
                  <a:lnTo>
                    <a:pt x="1360827" y="2451387"/>
                  </a:lnTo>
                  <a:lnTo>
                    <a:pt x="1289205" y="2446412"/>
                  </a:lnTo>
                  <a:lnTo>
                    <a:pt x="1217582" y="2441413"/>
                  </a:lnTo>
                  <a:lnTo>
                    <a:pt x="1145960" y="2436391"/>
                  </a:lnTo>
                  <a:lnTo>
                    <a:pt x="1074337" y="2431344"/>
                  </a:lnTo>
                  <a:lnTo>
                    <a:pt x="1002715" y="2426272"/>
                  </a:lnTo>
                  <a:lnTo>
                    <a:pt x="931092" y="2421177"/>
                  </a:lnTo>
                  <a:lnTo>
                    <a:pt x="859470" y="2416056"/>
                  </a:lnTo>
                  <a:lnTo>
                    <a:pt x="787847" y="2410911"/>
                  </a:lnTo>
                  <a:lnTo>
                    <a:pt x="716225" y="2405742"/>
                  </a:lnTo>
                  <a:lnTo>
                    <a:pt x="644602" y="2400547"/>
                  </a:lnTo>
                  <a:lnTo>
                    <a:pt x="572980" y="2395327"/>
                  </a:lnTo>
                  <a:lnTo>
                    <a:pt x="501357" y="2390083"/>
                  </a:lnTo>
                  <a:lnTo>
                    <a:pt x="429735" y="2384812"/>
                  </a:lnTo>
                  <a:lnTo>
                    <a:pt x="358112" y="2379517"/>
                  </a:lnTo>
                  <a:lnTo>
                    <a:pt x="286490" y="2374196"/>
                  </a:lnTo>
                  <a:lnTo>
                    <a:pt x="214867" y="2368849"/>
                  </a:lnTo>
                  <a:lnTo>
                    <a:pt x="143245" y="2363477"/>
                  </a:lnTo>
                  <a:lnTo>
                    <a:pt x="71622" y="2358079"/>
                  </a:lnTo>
                  <a:lnTo>
                    <a:pt x="0" y="23526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58281" y="2073503"/>
              <a:ext cx="5104398" cy="2780978"/>
            </a:xfrm>
            <a:custGeom>
              <a:avLst/>
              <a:pathLst>
                <a:path w="5104398" h="2780978">
                  <a:moveTo>
                    <a:pt x="0" y="0"/>
                  </a:moveTo>
                  <a:lnTo>
                    <a:pt x="19198" y="36752"/>
                  </a:lnTo>
                  <a:lnTo>
                    <a:pt x="90821" y="168616"/>
                  </a:lnTo>
                  <a:lnTo>
                    <a:pt x="162443" y="295435"/>
                  </a:lnTo>
                  <a:lnTo>
                    <a:pt x="234066" y="417402"/>
                  </a:lnTo>
                  <a:lnTo>
                    <a:pt x="305689" y="534704"/>
                  </a:lnTo>
                  <a:lnTo>
                    <a:pt x="377311" y="647518"/>
                  </a:lnTo>
                  <a:lnTo>
                    <a:pt x="448934" y="756017"/>
                  </a:lnTo>
                  <a:lnTo>
                    <a:pt x="520556" y="860365"/>
                  </a:lnTo>
                  <a:lnTo>
                    <a:pt x="592179" y="960722"/>
                  </a:lnTo>
                  <a:lnTo>
                    <a:pt x="663801" y="1057239"/>
                  </a:lnTo>
                  <a:lnTo>
                    <a:pt x="735424" y="1150064"/>
                  </a:lnTo>
                  <a:lnTo>
                    <a:pt x="807046" y="1239338"/>
                  </a:lnTo>
                  <a:lnTo>
                    <a:pt x="878669" y="1325197"/>
                  </a:lnTo>
                  <a:lnTo>
                    <a:pt x="950291" y="1407772"/>
                  </a:lnTo>
                  <a:lnTo>
                    <a:pt x="1021914" y="1487187"/>
                  </a:lnTo>
                  <a:lnTo>
                    <a:pt x="1093536" y="1563565"/>
                  </a:lnTo>
                  <a:lnTo>
                    <a:pt x="1165159" y="1637021"/>
                  </a:lnTo>
                  <a:lnTo>
                    <a:pt x="1236781" y="1707666"/>
                  </a:lnTo>
                  <a:lnTo>
                    <a:pt x="1308404" y="1775609"/>
                  </a:lnTo>
                  <a:lnTo>
                    <a:pt x="1380026" y="1840954"/>
                  </a:lnTo>
                  <a:lnTo>
                    <a:pt x="1451649" y="1903798"/>
                  </a:lnTo>
                  <a:lnTo>
                    <a:pt x="1523271" y="1964238"/>
                  </a:lnTo>
                  <a:lnTo>
                    <a:pt x="1594894" y="2022366"/>
                  </a:lnTo>
                  <a:lnTo>
                    <a:pt x="1666517" y="2078271"/>
                  </a:lnTo>
                  <a:lnTo>
                    <a:pt x="1738139" y="2132037"/>
                  </a:lnTo>
                  <a:lnTo>
                    <a:pt x="1809762" y="2183746"/>
                  </a:lnTo>
                  <a:lnTo>
                    <a:pt x="1881384" y="2233477"/>
                  </a:lnTo>
                  <a:lnTo>
                    <a:pt x="1953007" y="2281305"/>
                  </a:lnTo>
                  <a:lnTo>
                    <a:pt x="2024629" y="2327304"/>
                  </a:lnTo>
                  <a:lnTo>
                    <a:pt x="2096252" y="2371544"/>
                  </a:lnTo>
                  <a:lnTo>
                    <a:pt x="2167874" y="2414090"/>
                  </a:lnTo>
                  <a:lnTo>
                    <a:pt x="2239497" y="2455010"/>
                  </a:lnTo>
                  <a:lnTo>
                    <a:pt x="2311119" y="2494364"/>
                  </a:lnTo>
                  <a:lnTo>
                    <a:pt x="2382742" y="2532212"/>
                  </a:lnTo>
                  <a:lnTo>
                    <a:pt x="2454364" y="2568613"/>
                  </a:lnTo>
                  <a:lnTo>
                    <a:pt x="2525987" y="2603621"/>
                  </a:lnTo>
                  <a:lnTo>
                    <a:pt x="2597609" y="2637290"/>
                  </a:lnTo>
                  <a:lnTo>
                    <a:pt x="2669232" y="2656195"/>
                  </a:lnTo>
                  <a:lnTo>
                    <a:pt x="2740854" y="2660164"/>
                  </a:lnTo>
                  <a:lnTo>
                    <a:pt x="2812477" y="2664113"/>
                  </a:lnTo>
                  <a:lnTo>
                    <a:pt x="2884099" y="2668044"/>
                  </a:lnTo>
                  <a:lnTo>
                    <a:pt x="2955722" y="2671956"/>
                  </a:lnTo>
                  <a:lnTo>
                    <a:pt x="3027345" y="2675849"/>
                  </a:lnTo>
                  <a:lnTo>
                    <a:pt x="3098967" y="2679723"/>
                  </a:lnTo>
                  <a:lnTo>
                    <a:pt x="3170590" y="2683579"/>
                  </a:lnTo>
                  <a:lnTo>
                    <a:pt x="3242212" y="2687416"/>
                  </a:lnTo>
                  <a:lnTo>
                    <a:pt x="3313835" y="2691235"/>
                  </a:lnTo>
                  <a:lnTo>
                    <a:pt x="3385457" y="2695036"/>
                  </a:lnTo>
                  <a:lnTo>
                    <a:pt x="3457080" y="2698818"/>
                  </a:lnTo>
                  <a:lnTo>
                    <a:pt x="3528702" y="2702582"/>
                  </a:lnTo>
                  <a:lnTo>
                    <a:pt x="3600325" y="2706329"/>
                  </a:lnTo>
                  <a:lnTo>
                    <a:pt x="3671947" y="2710057"/>
                  </a:lnTo>
                  <a:lnTo>
                    <a:pt x="3743570" y="2713767"/>
                  </a:lnTo>
                  <a:lnTo>
                    <a:pt x="3815192" y="2717460"/>
                  </a:lnTo>
                  <a:lnTo>
                    <a:pt x="3886815" y="2721135"/>
                  </a:lnTo>
                  <a:lnTo>
                    <a:pt x="3958437" y="2724792"/>
                  </a:lnTo>
                  <a:lnTo>
                    <a:pt x="4030060" y="2728432"/>
                  </a:lnTo>
                  <a:lnTo>
                    <a:pt x="4101682" y="2732054"/>
                  </a:lnTo>
                  <a:lnTo>
                    <a:pt x="4173305" y="2735659"/>
                  </a:lnTo>
                  <a:lnTo>
                    <a:pt x="4244927" y="2739246"/>
                  </a:lnTo>
                  <a:lnTo>
                    <a:pt x="4316550" y="2742817"/>
                  </a:lnTo>
                  <a:lnTo>
                    <a:pt x="4388173" y="2746370"/>
                  </a:lnTo>
                  <a:lnTo>
                    <a:pt x="4459795" y="2749906"/>
                  </a:lnTo>
                  <a:lnTo>
                    <a:pt x="4531418" y="2753425"/>
                  </a:lnTo>
                  <a:lnTo>
                    <a:pt x="4603040" y="2756928"/>
                  </a:lnTo>
                  <a:lnTo>
                    <a:pt x="4674663" y="2760413"/>
                  </a:lnTo>
                  <a:lnTo>
                    <a:pt x="4746285" y="2763882"/>
                  </a:lnTo>
                  <a:lnTo>
                    <a:pt x="4817908" y="2767334"/>
                  </a:lnTo>
                  <a:lnTo>
                    <a:pt x="4889530" y="2770770"/>
                  </a:lnTo>
                  <a:lnTo>
                    <a:pt x="4961153" y="2774189"/>
                  </a:lnTo>
                  <a:lnTo>
                    <a:pt x="5032775" y="2777592"/>
                  </a:lnTo>
                  <a:lnTo>
                    <a:pt x="5104398" y="27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26157"/>
              <a:ext cx="7090630" cy="914965"/>
            </a:xfrm>
            <a:custGeom>
              <a:avLst/>
              <a:pathLst>
                <a:path w="7090630" h="914965">
                  <a:moveTo>
                    <a:pt x="7090630" y="914965"/>
                  </a:moveTo>
                  <a:lnTo>
                    <a:pt x="7019007" y="906368"/>
                  </a:lnTo>
                  <a:lnTo>
                    <a:pt x="6947385" y="897429"/>
                  </a:lnTo>
                  <a:lnTo>
                    <a:pt x="6875762" y="888135"/>
                  </a:lnTo>
                  <a:lnTo>
                    <a:pt x="6804139" y="878471"/>
                  </a:lnTo>
                  <a:lnTo>
                    <a:pt x="6732517" y="868423"/>
                  </a:lnTo>
                  <a:lnTo>
                    <a:pt x="6660894" y="857975"/>
                  </a:lnTo>
                  <a:lnTo>
                    <a:pt x="6589272" y="847111"/>
                  </a:lnTo>
                  <a:lnTo>
                    <a:pt x="6517649" y="835816"/>
                  </a:lnTo>
                  <a:lnTo>
                    <a:pt x="6446027" y="824071"/>
                  </a:lnTo>
                  <a:lnTo>
                    <a:pt x="6374404" y="811859"/>
                  </a:lnTo>
                  <a:lnTo>
                    <a:pt x="6302782" y="799161"/>
                  </a:lnTo>
                  <a:lnTo>
                    <a:pt x="6231159" y="785958"/>
                  </a:lnTo>
                  <a:lnTo>
                    <a:pt x="6159537" y="772230"/>
                  </a:lnTo>
                  <a:lnTo>
                    <a:pt x="6087914" y="757956"/>
                  </a:lnTo>
                  <a:lnTo>
                    <a:pt x="6016292" y="743114"/>
                  </a:lnTo>
                  <a:lnTo>
                    <a:pt x="5944669" y="727681"/>
                  </a:lnTo>
                  <a:lnTo>
                    <a:pt x="5873047" y="711635"/>
                  </a:lnTo>
                  <a:lnTo>
                    <a:pt x="5801424" y="694951"/>
                  </a:lnTo>
                  <a:lnTo>
                    <a:pt x="5729802" y="677603"/>
                  </a:lnTo>
                  <a:lnTo>
                    <a:pt x="5658179" y="659565"/>
                  </a:lnTo>
                  <a:lnTo>
                    <a:pt x="5586557" y="640809"/>
                  </a:lnTo>
                  <a:lnTo>
                    <a:pt x="5514934" y="621308"/>
                  </a:lnTo>
                  <a:lnTo>
                    <a:pt x="5443311" y="601030"/>
                  </a:lnTo>
                  <a:lnTo>
                    <a:pt x="5371689" y="579946"/>
                  </a:lnTo>
                  <a:lnTo>
                    <a:pt x="5300066" y="558024"/>
                  </a:lnTo>
                  <a:lnTo>
                    <a:pt x="5228444" y="535229"/>
                  </a:lnTo>
                  <a:lnTo>
                    <a:pt x="5156821" y="511528"/>
                  </a:lnTo>
                  <a:lnTo>
                    <a:pt x="5085199" y="486884"/>
                  </a:lnTo>
                  <a:lnTo>
                    <a:pt x="5013576" y="461260"/>
                  </a:lnTo>
                  <a:lnTo>
                    <a:pt x="4941954" y="434617"/>
                  </a:lnTo>
                  <a:lnTo>
                    <a:pt x="4870331" y="406914"/>
                  </a:lnTo>
                  <a:lnTo>
                    <a:pt x="4798709" y="378109"/>
                  </a:lnTo>
                  <a:lnTo>
                    <a:pt x="4727086" y="348158"/>
                  </a:lnTo>
                  <a:lnTo>
                    <a:pt x="4655464" y="317016"/>
                  </a:lnTo>
                  <a:lnTo>
                    <a:pt x="4583841" y="299552"/>
                  </a:lnTo>
                  <a:lnTo>
                    <a:pt x="4512219" y="295545"/>
                  </a:lnTo>
                  <a:lnTo>
                    <a:pt x="4440596" y="291519"/>
                  </a:lnTo>
                  <a:lnTo>
                    <a:pt x="4368974" y="287473"/>
                  </a:lnTo>
                  <a:lnTo>
                    <a:pt x="4297351" y="283408"/>
                  </a:lnTo>
                  <a:lnTo>
                    <a:pt x="4225729" y="279323"/>
                  </a:lnTo>
                  <a:lnTo>
                    <a:pt x="4154106" y="275219"/>
                  </a:lnTo>
                  <a:lnTo>
                    <a:pt x="4082483" y="271095"/>
                  </a:lnTo>
                  <a:lnTo>
                    <a:pt x="4010861" y="266951"/>
                  </a:lnTo>
                  <a:lnTo>
                    <a:pt x="3939238" y="262786"/>
                  </a:lnTo>
                  <a:lnTo>
                    <a:pt x="3867616" y="258602"/>
                  </a:lnTo>
                  <a:lnTo>
                    <a:pt x="3795993" y="254398"/>
                  </a:lnTo>
                  <a:lnTo>
                    <a:pt x="3724371" y="250173"/>
                  </a:lnTo>
                  <a:lnTo>
                    <a:pt x="3652748" y="245928"/>
                  </a:lnTo>
                  <a:lnTo>
                    <a:pt x="3581126" y="241663"/>
                  </a:lnTo>
                  <a:lnTo>
                    <a:pt x="3509503" y="237377"/>
                  </a:lnTo>
                  <a:lnTo>
                    <a:pt x="3437881" y="233071"/>
                  </a:lnTo>
                  <a:lnTo>
                    <a:pt x="3366258" y="228743"/>
                  </a:lnTo>
                  <a:lnTo>
                    <a:pt x="3294636" y="224395"/>
                  </a:lnTo>
                  <a:lnTo>
                    <a:pt x="3223013" y="220026"/>
                  </a:lnTo>
                  <a:lnTo>
                    <a:pt x="3151391" y="215636"/>
                  </a:lnTo>
                  <a:lnTo>
                    <a:pt x="3079768" y="211224"/>
                  </a:lnTo>
                  <a:lnTo>
                    <a:pt x="3008146" y="206792"/>
                  </a:lnTo>
                  <a:lnTo>
                    <a:pt x="2936523" y="202338"/>
                  </a:lnTo>
                  <a:lnTo>
                    <a:pt x="2864901" y="197862"/>
                  </a:lnTo>
                  <a:lnTo>
                    <a:pt x="2793278" y="193365"/>
                  </a:lnTo>
                  <a:lnTo>
                    <a:pt x="2721655" y="188846"/>
                  </a:lnTo>
                  <a:lnTo>
                    <a:pt x="2650033" y="184306"/>
                  </a:lnTo>
                  <a:lnTo>
                    <a:pt x="2578410" y="179744"/>
                  </a:lnTo>
                  <a:lnTo>
                    <a:pt x="2506788" y="175159"/>
                  </a:lnTo>
                  <a:lnTo>
                    <a:pt x="2435165" y="170553"/>
                  </a:lnTo>
                  <a:lnTo>
                    <a:pt x="2363543" y="165924"/>
                  </a:lnTo>
                  <a:lnTo>
                    <a:pt x="2291920" y="161273"/>
                  </a:lnTo>
                  <a:lnTo>
                    <a:pt x="2220298" y="156600"/>
                  </a:lnTo>
                  <a:lnTo>
                    <a:pt x="2148675" y="151904"/>
                  </a:lnTo>
                  <a:lnTo>
                    <a:pt x="2077053" y="147186"/>
                  </a:lnTo>
                  <a:lnTo>
                    <a:pt x="2005430" y="142445"/>
                  </a:lnTo>
                  <a:lnTo>
                    <a:pt x="1933808" y="137680"/>
                  </a:lnTo>
                  <a:lnTo>
                    <a:pt x="1862185" y="132893"/>
                  </a:lnTo>
                  <a:lnTo>
                    <a:pt x="1790563" y="128083"/>
                  </a:lnTo>
                  <a:lnTo>
                    <a:pt x="1718940" y="123250"/>
                  </a:lnTo>
                  <a:lnTo>
                    <a:pt x="1647318" y="118394"/>
                  </a:lnTo>
                  <a:lnTo>
                    <a:pt x="1575695" y="113514"/>
                  </a:lnTo>
                  <a:lnTo>
                    <a:pt x="1504073" y="108610"/>
                  </a:lnTo>
                  <a:lnTo>
                    <a:pt x="1432450" y="103683"/>
                  </a:lnTo>
                  <a:lnTo>
                    <a:pt x="1360827" y="98732"/>
                  </a:lnTo>
                  <a:lnTo>
                    <a:pt x="1289205" y="93757"/>
                  </a:lnTo>
                  <a:lnTo>
                    <a:pt x="1217582" y="88759"/>
                  </a:lnTo>
                  <a:lnTo>
                    <a:pt x="1145960" y="83736"/>
                  </a:lnTo>
                  <a:lnTo>
                    <a:pt x="1074337" y="78689"/>
                  </a:lnTo>
                  <a:lnTo>
                    <a:pt x="1002715" y="73618"/>
                  </a:lnTo>
                  <a:lnTo>
                    <a:pt x="931092" y="68522"/>
                  </a:lnTo>
                  <a:lnTo>
                    <a:pt x="859470" y="63402"/>
                  </a:lnTo>
                  <a:lnTo>
                    <a:pt x="787847" y="58257"/>
                  </a:lnTo>
                  <a:lnTo>
                    <a:pt x="716225" y="53087"/>
                  </a:lnTo>
                  <a:lnTo>
                    <a:pt x="644602" y="47892"/>
                  </a:lnTo>
                  <a:lnTo>
                    <a:pt x="572980" y="42673"/>
                  </a:lnTo>
                  <a:lnTo>
                    <a:pt x="501357" y="37428"/>
                  </a:lnTo>
                  <a:lnTo>
                    <a:pt x="429735" y="32158"/>
                  </a:lnTo>
                  <a:lnTo>
                    <a:pt x="358112" y="26862"/>
                  </a:lnTo>
                  <a:lnTo>
                    <a:pt x="286490" y="21541"/>
                  </a:lnTo>
                  <a:lnTo>
                    <a:pt x="214867" y="16195"/>
                  </a:lnTo>
                  <a:lnTo>
                    <a:pt x="143245" y="10822"/>
                  </a:lnTo>
                  <a:lnTo>
                    <a:pt x="71622" y="54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48245"/>
              <a:ext cx="7090630" cy="3019277"/>
            </a:xfrm>
            <a:custGeom>
              <a:avLst/>
              <a:pathLst>
                <a:path w="7090630" h="3019277">
                  <a:moveTo>
                    <a:pt x="0" y="0"/>
                  </a:moveTo>
                  <a:lnTo>
                    <a:pt x="71622" y="73866"/>
                  </a:lnTo>
                  <a:lnTo>
                    <a:pt x="143245" y="146133"/>
                  </a:lnTo>
                  <a:lnTo>
                    <a:pt x="214867" y="216833"/>
                  </a:lnTo>
                  <a:lnTo>
                    <a:pt x="286490" y="286001"/>
                  </a:lnTo>
                  <a:lnTo>
                    <a:pt x="358112" y="353671"/>
                  </a:lnTo>
                  <a:lnTo>
                    <a:pt x="429735" y="419875"/>
                  </a:lnTo>
                  <a:lnTo>
                    <a:pt x="501357" y="484644"/>
                  </a:lnTo>
                  <a:lnTo>
                    <a:pt x="572980" y="548009"/>
                  </a:lnTo>
                  <a:lnTo>
                    <a:pt x="644602" y="610002"/>
                  </a:lnTo>
                  <a:lnTo>
                    <a:pt x="716225" y="670651"/>
                  </a:lnTo>
                  <a:lnTo>
                    <a:pt x="787847" y="729986"/>
                  </a:lnTo>
                  <a:lnTo>
                    <a:pt x="859470" y="788035"/>
                  </a:lnTo>
                  <a:lnTo>
                    <a:pt x="931092" y="844827"/>
                  </a:lnTo>
                  <a:lnTo>
                    <a:pt x="1002715" y="900388"/>
                  </a:lnTo>
                  <a:lnTo>
                    <a:pt x="1074337" y="954745"/>
                  </a:lnTo>
                  <a:lnTo>
                    <a:pt x="1145960" y="1007924"/>
                  </a:lnTo>
                  <a:lnTo>
                    <a:pt x="1217582" y="1059951"/>
                  </a:lnTo>
                  <a:lnTo>
                    <a:pt x="1289205" y="1110851"/>
                  </a:lnTo>
                  <a:lnTo>
                    <a:pt x="1360827" y="1160647"/>
                  </a:lnTo>
                  <a:lnTo>
                    <a:pt x="1432450" y="1209365"/>
                  </a:lnTo>
                  <a:lnTo>
                    <a:pt x="1504073" y="1257027"/>
                  </a:lnTo>
                  <a:lnTo>
                    <a:pt x="1575695" y="1303657"/>
                  </a:lnTo>
                  <a:lnTo>
                    <a:pt x="1647318" y="1349276"/>
                  </a:lnTo>
                  <a:lnTo>
                    <a:pt x="1718940" y="1393906"/>
                  </a:lnTo>
                  <a:lnTo>
                    <a:pt x="1790563" y="1437570"/>
                  </a:lnTo>
                  <a:lnTo>
                    <a:pt x="1862185" y="1480287"/>
                  </a:lnTo>
                  <a:lnTo>
                    <a:pt x="1933808" y="1522079"/>
                  </a:lnTo>
                  <a:lnTo>
                    <a:pt x="2005430" y="1562965"/>
                  </a:lnTo>
                  <a:lnTo>
                    <a:pt x="2077053" y="1602965"/>
                  </a:lnTo>
                  <a:lnTo>
                    <a:pt x="2148675" y="1642099"/>
                  </a:lnTo>
                  <a:lnTo>
                    <a:pt x="2220298" y="1680384"/>
                  </a:lnTo>
                  <a:lnTo>
                    <a:pt x="2291920" y="1717840"/>
                  </a:lnTo>
                  <a:lnTo>
                    <a:pt x="2363543" y="1754485"/>
                  </a:lnTo>
                  <a:lnTo>
                    <a:pt x="2435165" y="1790335"/>
                  </a:lnTo>
                  <a:lnTo>
                    <a:pt x="2506788" y="1825409"/>
                  </a:lnTo>
                  <a:lnTo>
                    <a:pt x="2578410" y="1859722"/>
                  </a:lnTo>
                  <a:lnTo>
                    <a:pt x="2650033" y="1893292"/>
                  </a:lnTo>
                  <a:lnTo>
                    <a:pt x="2721655" y="1926135"/>
                  </a:lnTo>
                  <a:lnTo>
                    <a:pt x="2793278" y="1958266"/>
                  </a:lnTo>
                  <a:lnTo>
                    <a:pt x="2864901" y="1989701"/>
                  </a:lnTo>
                  <a:lnTo>
                    <a:pt x="2936523" y="2020455"/>
                  </a:lnTo>
                  <a:lnTo>
                    <a:pt x="3008146" y="2050542"/>
                  </a:lnTo>
                  <a:lnTo>
                    <a:pt x="3079768" y="2079977"/>
                  </a:lnTo>
                  <a:lnTo>
                    <a:pt x="3151391" y="2108775"/>
                  </a:lnTo>
                  <a:lnTo>
                    <a:pt x="3223013" y="2136948"/>
                  </a:lnTo>
                  <a:lnTo>
                    <a:pt x="3294636" y="2164512"/>
                  </a:lnTo>
                  <a:lnTo>
                    <a:pt x="3366258" y="2191477"/>
                  </a:lnTo>
                  <a:lnTo>
                    <a:pt x="3437881" y="2217859"/>
                  </a:lnTo>
                  <a:lnTo>
                    <a:pt x="3509503" y="2243669"/>
                  </a:lnTo>
                  <a:lnTo>
                    <a:pt x="3581126" y="2268920"/>
                  </a:lnTo>
                  <a:lnTo>
                    <a:pt x="3652748" y="2293623"/>
                  </a:lnTo>
                  <a:lnTo>
                    <a:pt x="3724371" y="2317791"/>
                  </a:lnTo>
                  <a:lnTo>
                    <a:pt x="3795993" y="2341436"/>
                  </a:lnTo>
                  <a:lnTo>
                    <a:pt x="3867616" y="2364568"/>
                  </a:lnTo>
                  <a:lnTo>
                    <a:pt x="3939238" y="2387199"/>
                  </a:lnTo>
                  <a:lnTo>
                    <a:pt x="4010861" y="2409340"/>
                  </a:lnTo>
                  <a:lnTo>
                    <a:pt x="4082483" y="2431001"/>
                  </a:lnTo>
                  <a:lnTo>
                    <a:pt x="4154106" y="2452192"/>
                  </a:lnTo>
                  <a:lnTo>
                    <a:pt x="4225729" y="2472925"/>
                  </a:lnTo>
                  <a:lnTo>
                    <a:pt x="4297351" y="2493208"/>
                  </a:lnTo>
                  <a:lnTo>
                    <a:pt x="4368974" y="2513051"/>
                  </a:lnTo>
                  <a:lnTo>
                    <a:pt x="4440596" y="2532465"/>
                  </a:lnTo>
                  <a:lnTo>
                    <a:pt x="4512219" y="2551458"/>
                  </a:lnTo>
                  <a:lnTo>
                    <a:pt x="4583841" y="2570039"/>
                  </a:lnTo>
                  <a:lnTo>
                    <a:pt x="4655464" y="2588218"/>
                  </a:lnTo>
                  <a:lnTo>
                    <a:pt x="4727086" y="2606003"/>
                  </a:lnTo>
                  <a:lnTo>
                    <a:pt x="4798709" y="2623403"/>
                  </a:lnTo>
                  <a:lnTo>
                    <a:pt x="4870331" y="2640425"/>
                  </a:lnTo>
                  <a:lnTo>
                    <a:pt x="4941954" y="2657079"/>
                  </a:lnTo>
                  <a:lnTo>
                    <a:pt x="5013576" y="2673372"/>
                  </a:lnTo>
                  <a:lnTo>
                    <a:pt x="5085199" y="2689311"/>
                  </a:lnTo>
                  <a:lnTo>
                    <a:pt x="5156821" y="2704906"/>
                  </a:lnTo>
                  <a:lnTo>
                    <a:pt x="5228444" y="2720162"/>
                  </a:lnTo>
                  <a:lnTo>
                    <a:pt x="5300066" y="2735088"/>
                  </a:lnTo>
                  <a:lnTo>
                    <a:pt x="5371689" y="2749691"/>
                  </a:lnTo>
                  <a:lnTo>
                    <a:pt x="5443311" y="2763977"/>
                  </a:lnTo>
                  <a:lnTo>
                    <a:pt x="5514934" y="2777954"/>
                  </a:lnTo>
                  <a:lnTo>
                    <a:pt x="5586557" y="2791627"/>
                  </a:lnTo>
                  <a:lnTo>
                    <a:pt x="5658179" y="2805005"/>
                  </a:lnTo>
                  <a:lnTo>
                    <a:pt x="5729802" y="2818092"/>
                  </a:lnTo>
                  <a:lnTo>
                    <a:pt x="5801424" y="2830896"/>
                  </a:lnTo>
                  <a:lnTo>
                    <a:pt x="5873047" y="2843423"/>
                  </a:lnTo>
                  <a:lnTo>
                    <a:pt x="5944669" y="2855678"/>
                  </a:lnTo>
                  <a:lnTo>
                    <a:pt x="6016292" y="2867667"/>
                  </a:lnTo>
                  <a:lnTo>
                    <a:pt x="6087914" y="2879397"/>
                  </a:lnTo>
                  <a:lnTo>
                    <a:pt x="6159537" y="2890873"/>
                  </a:lnTo>
                  <a:lnTo>
                    <a:pt x="6231159" y="2902100"/>
                  </a:lnTo>
                  <a:lnTo>
                    <a:pt x="6302782" y="2913083"/>
                  </a:lnTo>
                  <a:lnTo>
                    <a:pt x="6374404" y="2923829"/>
                  </a:lnTo>
                  <a:lnTo>
                    <a:pt x="6446027" y="2934342"/>
                  </a:lnTo>
                  <a:lnTo>
                    <a:pt x="6517649" y="2944627"/>
                  </a:lnTo>
                  <a:lnTo>
                    <a:pt x="6589272" y="2954689"/>
                  </a:lnTo>
                  <a:lnTo>
                    <a:pt x="6660894" y="2964533"/>
                  </a:lnTo>
                  <a:lnTo>
                    <a:pt x="6732517" y="2974164"/>
                  </a:lnTo>
                  <a:lnTo>
                    <a:pt x="6804139" y="2983586"/>
                  </a:lnTo>
                  <a:lnTo>
                    <a:pt x="6875762" y="2992804"/>
                  </a:lnTo>
                  <a:lnTo>
                    <a:pt x="6947385" y="3001823"/>
                  </a:lnTo>
                  <a:lnTo>
                    <a:pt x="7019007" y="3010646"/>
                  </a:lnTo>
                  <a:lnTo>
                    <a:pt x="7090630" y="3019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1.36 (1.07-1.73), p_Bonf = 0.072 (n = 6)  |  per IQR decline (Δ = 21.9): 1.96 (1.16-3.31)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2026-10-09T11:52:44Z</dcterms:modified>
  <cp:category/>
</cp:coreProperties>
</file>