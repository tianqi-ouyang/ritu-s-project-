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3868898"/>
              <a:ext cx="7090630" cy="1283295"/>
            </a:xfrm>
            <a:custGeom>
              <a:avLst/>
              <a:pathLst>
                <a:path w="7090630" h="1283295">
                  <a:moveTo>
                    <a:pt x="0" y="194662"/>
                  </a:moveTo>
                  <a:lnTo>
                    <a:pt x="71622" y="214222"/>
                  </a:lnTo>
                  <a:lnTo>
                    <a:pt x="143245" y="233526"/>
                  </a:lnTo>
                  <a:lnTo>
                    <a:pt x="214867" y="252577"/>
                  </a:lnTo>
                  <a:lnTo>
                    <a:pt x="286490" y="271379"/>
                  </a:lnTo>
                  <a:lnTo>
                    <a:pt x="358112" y="289934"/>
                  </a:lnTo>
                  <a:lnTo>
                    <a:pt x="429735" y="308247"/>
                  </a:lnTo>
                  <a:lnTo>
                    <a:pt x="501357" y="326319"/>
                  </a:lnTo>
                  <a:lnTo>
                    <a:pt x="572980" y="344155"/>
                  </a:lnTo>
                  <a:lnTo>
                    <a:pt x="644602" y="361758"/>
                  </a:lnTo>
                  <a:lnTo>
                    <a:pt x="716225" y="379129"/>
                  </a:lnTo>
                  <a:lnTo>
                    <a:pt x="787847" y="396274"/>
                  </a:lnTo>
                  <a:lnTo>
                    <a:pt x="859470" y="413194"/>
                  </a:lnTo>
                  <a:lnTo>
                    <a:pt x="931092" y="429892"/>
                  </a:lnTo>
                  <a:lnTo>
                    <a:pt x="1002715" y="446372"/>
                  </a:lnTo>
                  <a:lnTo>
                    <a:pt x="1074337" y="462635"/>
                  </a:lnTo>
                  <a:lnTo>
                    <a:pt x="1145960" y="478686"/>
                  </a:lnTo>
                  <a:lnTo>
                    <a:pt x="1217582" y="494527"/>
                  </a:lnTo>
                  <a:lnTo>
                    <a:pt x="1289205" y="510160"/>
                  </a:lnTo>
                  <a:lnTo>
                    <a:pt x="1360827" y="525589"/>
                  </a:lnTo>
                  <a:lnTo>
                    <a:pt x="1432450" y="540815"/>
                  </a:lnTo>
                  <a:lnTo>
                    <a:pt x="1504073" y="555842"/>
                  </a:lnTo>
                  <a:lnTo>
                    <a:pt x="1575695" y="570673"/>
                  </a:lnTo>
                  <a:lnTo>
                    <a:pt x="1647318" y="585309"/>
                  </a:lnTo>
                  <a:lnTo>
                    <a:pt x="1718940" y="599753"/>
                  </a:lnTo>
                  <a:lnTo>
                    <a:pt x="1790563" y="614008"/>
                  </a:lnTo>
                  <a:lnTo>
                    <a:pt x="1862185" y="628077"/>
                  </a:lnTo>
                  <a:lnTo>
                    <a:pt x="1933808" y="641961"/>
                  </a:lnTo>
                  <a:lnTo>
                    <a:pt x="2005430" y="655664"/>
                  </a:lnTo>
                  <a:lnTo>
                    <a:pt x="2077053" y="669187"/>
                  </a:lnTo>
                  <a:lnTo>
                    <a:pt x="2148675" y="682533"/>
                  </a:lnTo>
                  <a:lnTo>
                    <a:pt x="2220298" y="695704"/>
                  </a:lnTo>
                  <a:lnTo>
                    <a:pt x="2291920" y="708703"/>
                  </a:lnTo>
                  <a:lnTo>
                    <a:pt x="2363543" y="721532"/>
                  </a:lnTo>
                  <a:lnTo>
                    <a:pt x="2435165" y="734192"/>
                  </a:lnTo>
                  <a:lnTo>
                    <a:pt x="2506788" y="746687"/>
                  </a:lnTo>
                  <a:lnTo>
                    <a:pt x="2578410" y="759018"/>
                  </a:lnTo>
                  <a:lnTo>
                    <a:pt x="2650033" y="771188"/>
                  </a:lnTo>
                  <a:lnTo>
                    <a:pt x="2721655" y="783198"/>
                  </a:lnTo>
                  <a:lnTo>
                    <a:pt x="2793278" y="795051"/>
                  </a:lnTo>
                  <a:lnTo>
                    <a:pt x="2864901" y="806749"/>
                  </a:lnTo>
                  <a:lnTo>
                    <a:pt x="2936523" y="818294"/>
                  </a:lnTo>
                  <a:lnTo>
                    <a:pt x="3008146" y="829687"/>
                  </a:lnTo>
                  <a:lnTo>
                    <a:pt x="3079768" y="840932"/>
                  </a:lnTo>
                  <a:lnTo>
                    <a:pt x="3151391" y="852029"/>
                  </a:lnTo>
                  <a:lnTo>
                    <a:pt x="3223013" y="854809"/>
                  </a:lnTo>
                  <a:lnTo>
                    <a:pt x="3294636" y="843843"/>
                  </a:lnTo>
                  <a:lnTo>
                    <a:pt x="3366258" y="832732"/>
                  </a:lnTo>
                  <a:lnTo>
                    <a:pt x="3437881" y="821475"/>
                  </a:lnTo>
                  <a:lnTo>
                    <a:pt x="3509503" y="810069"/>
                  </a:lnTo>
                  <a:lnTo>
                    <a:pt x="3581126" y="798514"/>
                  </a:lnTo>
                  <a:lnTo>
                    <a:pt x="3652748" y="786807"/>
                  </a:lnTo>
                  <a:lnTo>
                    <a:pt x="3724371" y="774946"/>
                  </a:lnTo>
                  <a:lnTo>
                    <a:pt x="3795993" y="762928"/>
                  </a:lnTo>
                  <a:lnTo>
                    <a:pt x="3867616" y="750753"/>
                  </a:lnTo>
                  <a:lnTo>
                    <a:pt x="3939238" y="738417"/>
                  </a:lnTo>
                  <a:lnTo>
                    <a:pt x="4010861" y="725919"/>
                  </a:lnTo>
                  <a:lnTo>
                    <a:pt x="4082483" y="713257"/>
                  </a:lnTo>
                  <a:lnTo>
                    <a:pt x="4154106" y="700428"/>
                  </a:lnTo>
                  <a:lnTo>
                    <a:pt x="4225729" y="687430"/>
                  </a:lnTo>
                  <a:lnTo>
                    <a:pt x="4297351" y="674262"/>
                  </a:lnTo>
                  <a:lnTo>
                    <a:pt x="4368974" y="660920"/>
                  </a:lnTo>
                  <a:lnTo>
                    <a:pt x="4440596" y="647402"/>
                  </a:lnTo>
                  <a:lnTo>
                    <a:pt x="4512219" y="633707"/>
                  </a:lnTo>
                  <a:lnTo>
                    <a:pt x="4583841" y="619831"/>
                  </a:lnTo>
                  <a:lnTo>
                    <a:pt x="4655464" y="605773"/>
                  </a:lnTo>
                  <a:lnTo>
                    <a:pt x="4727086" y="591530"/>
                  </a:lnTo>
                  <a:lnTo>
                    <a:pt x="4798709" y="577100"/>
                  </a:lnTo>
                  <a:lnTo>
                    <a:pt x="4870331" y="562479"/>
                  </a:lnTo>
                  <a:lnTo>
                    <a:pt x="4941954" y="547667"/>
                  </a:lnTo>
                  <a:lnTo>
                    <a:pt x="5013576" y="532659"/>
                  </a:lnTo>
                  <a:lnTo>
                    <a:pt x="5085199" y="517454"/>
                  </a:lnTo>
                  <a:lnTo>
                    <a:pt x="5156821" y="502049"/>
                  </a:lnTo>
                  <a:lnTo>
                    <a:pt x="5228444" y="486442"/>
                  </a:lnTo>
                  <a:lnTo>
                    <a:pt x="5300066" y="470629"/>
                  </a:lnTo>
                  <a:lnTo>
                    <a:pt x="5371689" y="454607"/>
                  </a:lnTo>
                  <a:lnTo>
                    <a:pt x="5443311" y="438376"/>
                  </a:lnTo>
                  <a:lnTo>
                    <a:pt x="5514934" y="421930"/>
                  </a:lnTo>
                  <a:lnTo>
                    <a:pt x="5586557" y="405268"/>
                  </a:lnTo>
                  <a:lnTo>
                    <a:pt x="5658179" y="388387"/>
                  </a:lnTo>
                  <a:lnTo>
                    <a:pt x="5729802" y="371284"/>
                  </a:lnTo>
                  <a:lnTo>
                    <a:pt x="5801424" y="353956"/>
                  </a:lnTo>
                  <a:lnTo>
                    <a:pt x="5873047" y="336400"/>
                  </a:lnTo>
                  <a:lnTo>
                    <a:pt x="5944669" y="318613"/>
                  </a:lnTo>
                  <a:lnTo>
                    <a:pt x="6016292" y="300592"/>
                  </a:lnTo>
                  <a:lnTo>
                    <a:pt x="6087914" y="282334"/>
                  </a:lnTo>
                  <a:lnTo>
                    <a:pt x="6159537" y="263835"/>
                  </a:lnTo>
                  <a:lnTo>
                    <a:pt x="6231159" y="245093"/>
                  </a:lnTo>
                  <a:lnTo>
                    <a:pt x="6302782" y="226105"/>
                  </a:lnTo>
                  <a:lnTo>
                    <a:pt x="6374404" y="206867"/>
                  </a:lnTo>
                  <a:lnTo>
                    <a:pt x="6446027" y="187375"/>
                  </a:lnTo>
                  <a:lnTo>
                    <a:pt x="6517649" y="167628"/>
                  </a:lnTo>
                  <a:lnTo>
                    <a:pt x="6589272" y="147620"/>
                  </a:lnTo>
                  <a:lnTo>
                    <a:pt x="6660894" y="127349"/>
                  </a:lnTo>
                  <a:lnTo>
                    <a:pt x="6732517" y="106812"/>
                  </a:lnTo>
                  <a:lnTo>
                    <a:pt x="6804139" y="86004"/>
                  </a:lnTo>
                  <a:lnTo>
                    <a:pt x="6875762" y="64923"/>
                  </a:lnTo>
                  <a:lnTo>
                    <a:pt x="6947385" y="43564"/>
                  </a:lnTo>
                  <a:lnTo>
                    <a:pt x="7019007" y="21924"/>
                  </a:lnTo>
                  <a:lnTo>
                    <a:pt x="7090630" y="0"/>
                  </a:lnTo>
                  <a:lnTo>
                    <a:pt x="7090630" y="1283295"/>
                  </a:lnTo>
                  <a:lnTo>
                    <a:pt x="7019007" y="1277920"/>
                  </a:lnTo>
                  <a:lnTo>
                    <a:pt x="6947385" y="1272474"/>
                  </a:lnTo>
                  <a:lnTo>
                    <a:pt x="6875762" y="1266956"/>
                  </a:lnTo>
                  <a:lnTo>
                    <a:pt x="6804139" y="1261364"/>
                  </a:lnTo>
                  <a:lnTo>
                    <a:pt x="6732517" y="1255699"/>
                  </a:lnTo>
                  <a:lnTo>
                    <a:pt x="6660894" y="1249958"/>
                  </a:lnTo>
                  <a:lnTo>
                    <a:pt x="6589272" y="1244141"/>
                  </a:lnTo>
                  <a:lnTo>
                    <a:pt x="6517649" y="1238247"/>
                  </a:lnTo>
                  <a:lnTo>
                    <a:pt x="6446027" y="1232274"/>
                  </a:lnTo>
                  <a:lnTo>
                    <a:pt x="6374404" y="1226223"/>
                  </a:lnTo>
                  <a:lnTo>
                    <a:pt x="6302782" y="1220091"/>
                  </a:lnTo>
                  <a:lnTo>
                    <a:pt x="6231159" y="1213878"/>
                  </a:lnTo>
                  <a:lnTo>
                    <a:pt x="6159537" y="1207582"/>
                  </a:lnTo>
                  <a:lnTo>
                    <a:pt x="6087914" y="1201203"/>
                  </a:lnTo>
                  <a:lnTo>
                    <a:pt x="6016292" y="1194739"/>
                  </a:lnTo>
                  <a:lnTo>
                    <a:pt x="5944669" y="1188189"/>
                  </a:lnTo>
                  <a:lnTo>
                    <a:pt x="5873047" y="1181552"/>
                  </a:lnTo>
                  <a:lnTo>
                    <a:pt x="5801424" y="1174828"/>
                  </a:lnTo>
                  <a:lnTo>
                    <a:pt x="5729802" y="1168014"/>
                  </a:lnTo>
                  <a:lnTo>
                    <a:pt x="5658179" y="1161110"/>
                  </a:lnTo>
                  <a:lnTo>
                    <a:pt x="5586557" y="1154114"/>
                  </a:lnTo>
                  <a:lnTo>
                    <a:pt x="5514934" y="1147025"/>
                  </a:lnTo>
                  <a:lnTo>
                    <a:pt x="5443311" y="1139842"/>
                  </a:lnTo>
                  <a:lnTo>
                    <a:pt x="5371689" y="1132564"/>
                  </a:lnTo>
                  <a:lnTo>
                    <a:pt x="5300066" y="1125190"/>
                  </a:lnTo>
                  <a:lnTo>
                    <a:pt x="5228444" y="1117717"/>
                  </a:lnTo>
                  <a:lnTo>
                    <a:pt x="5156821" y="1110145"/>
                  </a:lnTo>
                  <a:lnTo>
                    <a:pt x="5085199" y="1102473"/>
                  </a:lnTo>
                  <a:lnTo>
                    <a:pt x="5013576" y="1094699"/>
                  </a:lnTo>
                  <a:lnTo>
                    <a:pt x="4941954" y="1086822"/>
                  </a:lnTo>
                  <a:lnTo>
                    <a:pt x="4870331" y="1078841"/>
                  </a:lnTo>
                  <a:lnTo>
                    <a:pt x="4798709" y="1070753"/>
                  </a:lnTo>
                  <a:lnTo>
                    <a:pt x="4727086" y="1062558"/>
                  </a:lnTo>
                  <a:lnTo>
                    <a:pt x="4655464" y="1054255"/>
                  </a:lnTo>
                  <a:lnTo>
                    <a:pt x="4583841" y="1045841"/>
                  </a:lnTo>
                  <a:lnTo>
                    <a:pt x="4512219" y="1037316"/>
                  </a:lnTo>
                  <a:lnTo>
                    <a:pt x="4440596" y="1028677"/>
                  </a:lnTo>
                  <a:lnTo>
                    <a:pt x="4368974" y="1019924"/>
                  </a:lnTo>
                  <a:lnTo>
                    <a:pt x="4297351" y="1011055"/>
                  </a:lnTo>
                  <a:lnTo>
                    <a:pt x="4225729" y="1002068"/>
                  </a:lnTo>
                  <a:lnTo>
                    <a:pt x="4154106" y="992962"/>
                  </a:lnTo>
                  <a:lnTo>
                    <a:pt x="4082483" y="983735"/>
                  </a:lnTo>
                  <a:lnTo>
                    <a:pt x="4010861" y="974385"/>
                  </a:lnTo>
                  <a:lnTo>
                    <a:pt x="3939238" y="964912"/>
                  </a:lnTo>
                  <a:lnTo>
                    <a:pt x="3867616" y="955313"/>
                  </a:lnTo>
                  <a:lnTo>
                    <a:pt x="3795993" y="945586"/>
                  </a:lnTo>
                  <a:lnTo>
                    <a:pt x="3724371" y="935730"/>
                  </a:lnTo>
                  <a:lnTo>
                    <a:pt x="3652748" y="925744"/>
                  </a:lnTo>
                  <a:lnTo>
                    <a:pt x="3581126" y="915625"/>
                  </a:lnTo>
                  <a:lnTo>
                    <a:pt x="3509503" y="905372"/>
                  </a:lnTo>
                  <a:lnTo>
                    <a:pt x="3437881" y="894983"/>
                  </a:lnTo>
                  <a:lnTo>
                    <a:pt x="3366258" y="884456"/>
                  </a:lnTo>
                  <a:lnTo>
                    <a:pt x="3294636" y="873789"/>
                  </a:lnTo>
                  <a:lnTo>
                    <a:pt x="3223013" y="862980"/>
                  </a:lnTo>
                  <a:lnTo>
                    <a:pt x="3151391" y="865633"/>
                  </a:lnTo>
                  <a:lnTo>
                    <a:pt x="3079768" y="876317"/>
                  </a:lnTo>
                  <a:lnTo>
                    <a:pt x="3008146" y="886862"/>
                  </a:lnTo>
                  <a:lnTo>
                    <a:pt x="2936523" y="897270"/>
                  </a:lnTo>
                  <a:lnTo>
                    <a:pt x="2864901" y="907543"/>
                  </a:lnTo>
                  <a:lnTo>
                    <a:pt x="2793278" y="917682"/>
                  </a:lnTo>
                  <a:lnTo>
                    <a:pt x="2721655" y="927690"/>
                  </a:lnTo>
                  <a:lnTo>
                    <a:pt x="2650033" y="937567"/>
                  </a:lnTo>
                  <a:lnTo>
                    <a:pt x="2578410" y="947317"/>
                  </a:lnTo>
                  <a:lnTo>
                    <a:pt x="2506788" y="956940"/>
                  </a:lnTo>
                  <a:lnTo>
                    <a:pt x="2435165" y="966438"/>
                  </a:lnTo>
                  <a:lnTo>
                    <a:pt x="2363543" y="975812"/>
                  </a:lnTo>
                  <a:lnTo>
                    <a:pt x="2291920" y="985065"/>
                  </a:lnTo>
                  <a:lnTo>
                    <a:pt x="2220298" y="994198"/>
                  </a:lnTo>
                  <a:lnTo>
                    <a:pt x="2148675" y="1003212"/>
                  </a:lnTo>
                  <a:lnTo>
                    <a:pt x="2077053" y="1012109"/>
                  </a:lnTo>
                  <a:lnTo>
                    <a:pt x="2005430" y="1020891"/>
                  </a:lnTo>
                  <a:lnTo>
                    <a:pt x="1933808" y="1029558"/>
                  </a:lnTo>
                  <a:lnTo>
                    <a:pt x="1862185" y="1038113"/>
                  </a:lnTo>
                  <a:lnTo>
                    <a:pt x="1790563" y="1046557"/>
                  </a:lnTo>
                  <a:lnTo>
                    <a:pt x="1718940" y="1054891"/>
                  </a:lnTo>
                  <a:lnTo>
                    <a:pt x="1647318" y="1063117"/>
                  </a:lnTo>
                  <a:lnTo>
                    <a:pt x="1575695" y="1071236"/>
                  </a:lnTo>
                  <a:lnTo>
                    <a:pt x="1504073" y="1079250"/>
                  </a:lnTo>
                  <a:lnTo>
                    <a:pt x="1432450" y="1087159"/>
                  </a:lnTo>
                  <a:lnTo>
                    <a:pt x="1360827" y="1094966"/>
                  </a:lnTo>
                  <a:lnTo>
                    <a:pt x="1289205" y="1102672"/>
                  </a:lnTo>
                  <a:lnTo>
                    <a:pt x="1217582" y="1110277"/>
                  </a:lnTo>
                  <a:lnTo>
                    <a:pt x="1145960" y="1117784"/>
                  </a:lnTo>
                  <a:lnTo>
                    <a:pt x="1074337" y="1125193"/>
                  </a:lnTo>
                  <a:lnTo>
                    <a:pt x="1002715" y="1132506"/>
                  </a:lnTo>
                  <a:lnTo>
                    <a:pt x="931092" y="1139724"/>
                  </a:lnTo>
                  <a:lnTo>
                    <a:pt x="859470" y="1146849"/>
                  </a:lnTo>
                  <a:lnTo>
                    <a:pt x="787847" y="1153881"/>
                  </a:lnTo>
                  <a:lnTo>
                    <a:pt x="716225" y="1160821"/>
                  </a:lnTo>
                  <a:lnTo>
                    <a:pt x="644602" y="1167672"/>
                  </a:lnTo>
                  <a:lnTo>
                    <a:pt x="572980" y="1174433"/>
                  </a:lnTo>
                  <a:lnTo>
                    <a:pt x="501357" y="1181107"/>
                  </a:lnTo>
                  <a:lnTo>
                    <a:pt x="429735" y="1187694"/>
                  </a:lnTo>
                  <a:lnTo>
                    <a:pt x="358112" y="1194195"/>
                  </a:lnTo>
                  <a:lnTo>
                    <a:pt x="286490" y="1200612"/>
                  </a:lnTo>
                  <a:lnTo>
                    <a:pt x="214867" y="1206946"/>
                  </a:lnTo>
                  <a:lnTo>
                    <a:pt x="143245" y="1213197"/>
                  </a:lnTo>
                  <a:lnTo>
                    <a:pt x="71622" y="1219367"/>
                  </a:lnTo>
                  <a:lnTo>
                    <a:pt x="0" y="12254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868898"/>
              <a:ext cx="7090630" cy="854809"/>
            </a:xfrm>
            <a:custGeom>
              <a:avLst/>
              <a:pathLst>
                <a:path w="7090630" h="854809">
                  <a:moveTo>
                    <a:pt x="0" y="194662"/>
                  </a:moveTo>
                  <a:lnTo>
                    <a:pt x="71622" y="214222"/>
                  </a:lnTo>
                  <a:lnTo>
                    <a:pt x="143245" y="233526"/>
                  </a:lnTo>
                  <a:lnTo>
                    <a:pt x="214867" y="252577"/>
                  </a:lnTo>
                  <a:lnTo>
                    <a:pt x="286490" y="271379"/>
                  </a:lnTo>
                  <a:lnTo>
                    <a:pt x="358112" y="289934"/>
                  </a:lnTo>
                  <a:lnTo>
                    <a:pt x="429735" y="308247"/>
                  </a:lnTo>
                  <a:lnTo>
                    <a:pt x="501357" y="326319"/>
                  </a:lnTo>
                  <a:lnTo>
                    <a:pt x="572980" y="344155"/>
                  </a:lnTo>
                  <a:lnTo>
                    <a:pt x="644602" y="361758"/>
                  </a:lnTo>
                  <a:lnTo>
                    <a:pt x="716225" y="379129"/>
                  </a:lnTo>
                  <a:lnTo>
                    <a:pt x="787847" y="396274"/>
                  </a:lnTo>
                  <a:lnTo>
                    <a:pt x="859470" y="413194"/>
                  </a:lnTo>
                  <a:lnTo>
                    <a:pt x="931092" y="429892"/>
                  </a:lnTo>
                  <a:lnTo>
                    <a:pt x="1002715" y="446372"/>
                  </a:lnTo>
                  <a:lnTo>
                    <a:pt x="1074337" y="462635"/>
                  </a:lnTo>
                  <a:lnTo>
                    <a:pt x="1145960" y="478686"/>
                  </a:lnTo>
                  <a:lnTo>
                    <a:pt x="1217582" y="494527"/>
                  </a:lnTo>
                  <a:lnTo>
                    <a:pt x="1289205" y="510160"/>
                  </a:lnTo>
                  <a:lnTo>
                    <a:pt x="1360827" y="525589"/>
                  </a:lnTo>
                  <a:lnTo>
                    <a:pt x="1432450" y="540815"/>
                  </a:lnTo>
                  <a:lnTo>
                    <a:pt x="1504073" y="555842"/>
                  </a:lnTo>
                  <a:lnTo>
                    <a:pt x="1575695" y="570673"/>
                  </a:lnTo>
                  <a:lnTo>
                    <a:pt x="1647318" y="585309"/>
                  </a:lnTo>
                  <a:lnTo>
                    <a:pt x="1718940" y="599753"/>
                  </a:lnTo>
                  <a:lnTo>
                    <a:pt x="1790563" y="614008"/>
                  </a:lnTo>
                  <a:lnTo>
                    <a:pt x="1862185" y="628077"/>
                  </a:lnTo>
                  <a:lnTo>
                    <a:pt x="1933808" y="641961"/>
                  </a:lnTo>
                  <a:lnTo>
                    <a:pt x="2005430" y="655664"/>
                  </a:lnTo>
                  <a:lnTo>
                    <a:pt x="2077053" y="669187"/>
                  </a:lnTo>
                  <a:lnTo>
                    <a:pt x="2148675" y="682533"/>
                  </a:lnTo>
                  <a:lnTo>
                    <a:pt x="2220298" y="695704"/>
                  </a:lnTo>
                  <a:lnTo>
                    <a:pt x="2291920" y="708703"/>
                  </a:lnTo>
                  <a:lnTo>
                    <a:pt x="2363543" y="721532"/>
                  </a:lnTo>
                  <a:lnTo>
                    <a:pt x="2435165" y="734192"/>
                  </a:lnTo>
                  <a:lnTo>
                    <a:pt x="2506788" y="746687"/>
                  </a:lnTo>
                  <a:lnTo>
                    <a:pt x="2578410" y="759018"/>
                  </a:lnTo>
                  <a:lnTo>
                    <a:pt x="2650033" y="771188"/>
                  </a:lnTo>
                  <a:lnTo>
                    <a:pt x="2721655" y="783198"/>
                  </a:lnTo>
                  <a:lnTo>
                    <a:pt x="2793278" y="795051"/>
                  </a:lnTo>
                  <a:lnTo>
                    <a:pt x="2864901" y="806749"/>
                  </a:lnTo>
                  <a:lnTo>
                    <a:pt x="2936523" y="818294"/>
                  </a:lnTo>
                  <a:lnTo>
                    <a:pt x="3008146" y="829687"/>
                  </a:lnTo>
                  <a:lnTo>
                    <a:pt x="3079768" y="840932"/>
                  </a:lnTo>
                  <a:lnTo>
                    <a:pt x="3151391" y="852029"/>
                  </a:lnTo>
                  <a:lnTo>
                    <a:pt x="3223013" y="854809"/>
                  </a:lnTo>
                  <a:lnTo>
                    <a:pt x="3294636" y="843843"/>
                  </a:lnTo>
                  <a:lnTo>
                    <a:pt x="3366258" y="832732"/>
                  </a:lnTo>
                  <a:lnTo>
                    <a:pt x="3437881" y="821475"/>
                  </a:lnTo>
                  <a:lnTo>
                    <a:pt x="3509503" y="810069"/>
                  </a:lnTo>
                  <a:lnTo>
                    <a:pt x="3581126" y="798514"/>
                  </a:lnTo>
                  <a:lnTo>
                    <a:pt x="3652748" y="786807"/>
                  </a:lnTo>
                  <a:lnTo>
                    <a:pt x="3724371" y="774946"/>
                  </a:lnTo>
                  <a:lnTo>
                    <a:pt x="3795993" y="762928"/>
                  </a:lnTo>
                  <a:lnTo>
                    <a:pt x="3867616" y="750753"/>
                  </a:lnTo>
                  <a:lnTo>
                    <a:pt x="3939238" y="738417"/>
                  </a:lnTo>
                  <a:lnTo>
                    <a:pt x="4010861" y="725919"/>
                  </a:lnTo>
                  <a:lnTo>
                    <a:pt x="4082483" y="713257"/>
                  </a:lnTo>
                  <a:lnTo>
                    <a:pt x="4154106" y="700428"/>
                  </a:lnTo>
                  <a:lnTo>
                    <a:pt x="4225729" y="687430"/>
                  </a:lnTo>
                  <a:lnTo>
                    <a:pt x="4297351" y="674262"/>
                  </a:lnTo>
                  <a:lnTo>
                    <a:pt x="4368974" y="660920"/>
                  </a:lnTo>
                  <a:lnTo>
                    <a:pt x="4440596" y="647402"/>
                  </a:lnTo>
                  <a:lnTo>
                    <a:pt x="4512219" y="633707"/>
                  </a:lnTo>
                  <a:lnTo>
                    <a:pt x="4583841" y="619831"/>
                  </a:lnTo>
                  <a:lnTo>
                    <a:pt x="4655464" y="605773"/>
                  </a:lnTo>
                  <a:lnTo>
                    <a:pt x="4727086" y="591530"/>
                  </a:lnTo>
                  <a:lnTo>
                    <a:pt x="4798709" y="577100"/>
                  </a:lnTo>
                  <a:lnTo>
                    <a:pt x="4870331" y="562479"/>
                  </a:lnTo>
                  <a:lnTo>
                    <a:pt x="4941954" y="547667"/>
                  </a:lnTo>
                  <a:lnTo>
                    <a:pt x="5013576" y="532659"/>
                  </a:lnTo>
                  <a:lnTo>
                    <a:pt x="5085199" y="517454"/>
                  </a:lnTo>
                  <a:lnTo>
                    <a:pt x="5156821" y="502049"/>
                  </a:lnTo>
                  <a:lnTo>
                    <a:pt x="5228444" y="486442"/>
                  </a:lnTo>
                  <a:lnTo>
                    <a:pt x="5300066" y="470629"/>
                  </a:lnTo>
                  <a:lnTo>
                    <a:pt x="5371689" y="454607"/>
                  </a:lnTo>
                  <a:lnTo>
                    <a:pt x="5443311" y="438376"/>
                  </a:lnTo>
                  <a:lnTo>
                    <a:pt x="5514934" y="421930"/>
                  </a:lnTo>
                  <a:lnTo>
                    <a:pt x="5586557" y="405268"/>
                  </a:lnTo>
                  <a:lnTo>
                    <a:pt x="5658179" y="388387"/>
                  </a:lnTo>
                  <a:lnTo>
                    <a:pt x="5729802" y="371284"/>
                  </a:lnTo>
                  <a:lnTo>
                    <a:pt x="5801424" y="353956"/>
                  </a:lnTo>
                  <a:lnTo>
                    <a:pt x="5873047" y="336400"/>
                  </a:lnTo>
                  <a:lnTo>
                    <a:pt x="5944669" y="318613"/>
                  </a:lnTo>
                  <a:lnTo>
                    <a:pt x="6016292" y="300592"/>
                  </a:lnTo>
                  <a:lnTo>
                    <a:pt x="6087914" y="282334"/>
                  </a:lnTo>
                  <a:lnTo>
                    <a:pt x="6159537" y="263835"/>
                  </a:lnTo>
                  <a:lnTo>
                    <a:pt x="6231159" y="245093"/>
                  </a:lnTo>
                  <a:lnTo>
                    <a:pt x="6302782" y="226105"/>
                  </a:lnTo>
                  <a:lnTo>
                    <a:pt x="6374404" y="206867"/>
                  </a:lnTo>
                  <a:lnTo>
                    <a:pt x="6446027" y="187375"/>
                  </a:lnTo>
                  <a:lnTo>
                    <a:pt x="6517649" y="167628"/>
                  </a:lnTo>
                  <a:lnTo>
                    <a:pt x="6589272" y="147620"/>
                  </a:lnTo>
                  <a:lnTo>
                    <a:pt x="6660894" y="127349"/>
                  </a:lnTo>
                  <a:lnTo>
                    <a:pt x="6732517" y="106812"/>
                  </a:lnTo>
                  <a:lnTo>
                    <a:pt x="6804139" y="86004"/>
                  </a:lnTo>
                  <a:lnTo>
                    <a:pt x="6875762" y="64923"/>
                  </a:lnTo>
                  <a:lnTo>
                    <a:pt x="6947385" y="43564"/>
                  </a:lnTo>
                  <a:lnTo>
                    <a:pt x="7019007" y="2192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1879"/>
              <a:ext cx="7090630" cy="420314"/>
            </a:xfrm>
            <a:custGeom>
              <a:avLst/>
              <a:pathLst>
                <a:path w="7090630" h="420314">
                  <a:moveTo>
                    <a:pt x="7090630" y="420314"/>
                  </a:moveTo>
                  <a:lnTo>
                    <a:pt x="7019007" y="414939"/>
                  </a:lnTo>
                  <a:lnTo>
                    <a:pt x="6947385" y="409493"/>
                  </a:lnTo>
                  <a:lnTo>
                    <a:pt x="6875762" y="403975"/>
                  </a:lnTo>
                  <a:lnTo>
                    <a:pt x="6804139" y="398383"/>
                  </a:lnTo>
                  <a:lnTo>
                    <a:pt x="6732517" y="392718"/>
                  </a:lnTo>
                  <a:lnTo>
                    <a:pt x="6660894" y="386977"/>
                  </a:lnTo>
                  <a:lnTo>
                    <a:pt x="6589272" y="381160"/>
                  </a:lnTo>
                  <a:lnTo>
                    <a:pt x="6517649" y="375266"/>
                  </a:lnTo>
                  <a:lnTo>
                    <a:pt x="6446027" y="369293"/>
                  </a:lnTo>
                  <a:lnTo>
                    <a:pt x="6374404" y="363242"/>
                  </a:lnTo>
                  <a:lnTo>
                    <a:pt x="6302782" y="357110"/>
                  </a:lnTo>
                  <a:lnTo>
                    <a:pt x="6231159" y="350897"/>
                  </a:lnTo>
                  <a:lnTo>
                    <a:pt x="6159537" y="344601"/>
                  </a:lnTo>
                  <a:lnTo>
                    <a:pt x="6087914" y="338222"/>
                  </a:lnTo>
                  <a:lnTo>
                    <a:pt x="6016292" y="331758"/>
                  </a:lnTo>
                  <a:lnTo>
                    <a:pt x="5944669" y="325208"/>
                  </a:lnTo>
                  <a:lnTo>
                    <a:pt x="5873047" y="318572"/>
                  </a:lnTo>
                  <a:lnTo>
                    <a:pt x="5801424" y="311847"/>
                  </a:lnTo>
                  <a:lnTo>
                    <a:pt x="5729802" y="305033"/>
                  </a:lnTo>
                  <a:lnTo>
                    <a:pt x="5658179" y="298129"/>
                  </a:lnTo>
                  <a:lnTo>
                    <a:pt x="5586557" y="291133"/>
                  </a:lnTo>
                  <a:lnTo>
                    <a:pt x="5514934" y="284044"/>
                  </a:lnTo>
                  <a:lnTo>
                    <a:pt x="5443311" y="276861"/>
                  </a:lnTo>
                  <a:lnTo>
                    <a:pt x="5371689" y="269583"/>
                  </a:lnTo>
                  <a:lnTo>
                    <a:pt x="5300066" y="262209"/>
                  </a:lnTo>
                  <a:lnTo>
                    <a:pt x="5228444" y="254736"/>
                  </a:lnTo>
                  <a:lnTo>
                    <a:pt x="5156821" y="247164"/>
                  </a:lnTo>
                  <a:lnTo>
                    <a:pt x="5085199" y="239492"/>
                  </a:lnTo>
                  <a:lnTo>
                    <a:pt x="5013576" y="231718"/>
                  </a:lnTo>
                  <a:lnTo>
                    <a:pt x="4941954" y="223841"/>
                  </a:lnTo>
                  <a:lnTo>
                    <a:pt x="4870331" y="215860"/>
                  </a:lnTo>
                  <a:lnTo>
                    <a:pt x="4798709" y="207772"/>
                  </a:lnTo>
                  <a:lnTo>
                    <a:pt x="4727086" y="199577"/>
                  </a:lnTo>
                  <a:lnTo>
                    <a:pt x="4655464" y="191274"/>
                  </a:lnTo>
                  <a:lnTo>
                    <a:pt x="4583841" y="182860"/>
                  </a:lnTo>
                  <a:lnTo>
                    <a:pt x="4512219" y="174335"/>
                  </a:lnTo>
                  <a:lnTo>
                    <a:pt x="4440596" y="165696"/>
                  </a:lnTo>
                  <a:lnTo>
                    <a:pt x="4368974" y="156943"/>
                  </a:lnTo>
                  <a:lnTo>
                    <a:pt x="4297351" y="148074"/>
                  </a:lnTo>
                  <a:lnTo>
                    <a:pt x="4225729" y="139087"/>
                  </a:lnTo>
                  <a:lnTo>
                    <a:pt x="4154106" y="129981"/>
                  </a:lnTo>
                  <a:lnTo>
                    <a:pt x="4082483" y="120754"/>
                  </a:lnTo>
                  <a:lnTo>
                    <a:pt x="4010861" y="111404"/>
                  </a:lnTo>
                  <a:lnTo>
                    <a:pt x="3939238" y="101931"/>
                  </a:lnTo>
                  <a:lnTo>
                    <a:pt x="3867616" y="92332"/>
                  </a:lnTo>
                  <a:lnTo>
                    <a:pt x="3795993" y="82605"/>
                  </a:lnTo>
                  <a:lnTo>
                    <a:pt x="3724371" y="72749"/>
                  </a:lnTo>
                  <a:lnTo>
                    <a:pt x="3652748" y="62763"/>
                  </a:lnTo>
                  <a:lnTo>
                    <a:pt x="3581126" y="52644"/>
                  </a:lnTo>
                  <a:lnTo>
                    <a:pt x="3509503" y="42391"/>
                  </a:lnTo>
                  <a:lnTo>
                    <a:pt x="3437881" y="32002"/>
                  </a:lnTo>
                  <a:lnTo>
                    <a:pt x="3366258" y="21475"/>
                  </a:lnTo>
                  <a:lnTo>
                    <a:pt x="3294636" y="10808"/>
                  </a:lnTo>
                  <a:lnTo>
                    <a:pt x="3223013" y="0"/>
                  </a:lnTo>
                  <a:lnTo>
                    <a:pt x="3151391" y="2652"/>
                  </a:lnTo>
                  <a:lnTo>
                    <a:pt x="3079768" y="13336"/>
                  </a:lnTo>
                  <a:lnTo>
                    <a:pt x="3008146" y="23881"/>
                  </a:lnTo>
                  <a:lnTo>
                    <a:pt x="2936523" y="34289"/>
                  </a:lnTo>
                  <a:lnTo>
                    <a:pt x="2864901" y="44562"/>
                  </a:lnTo>
                  <a:lnTo>
                    <a:pt x="2793278" y="54701"/>
                  </a:lnTo>
                  <a:lnTo>
                    <a:pt x="2721655" y="64709"/>
                  </a:lnTo>
                  <a:lnTo>
                    <a:pt x="2650033" y="74586"/>
                  </a:lnTo>
                  <a:lnTo>
                    <a:pt x="2578410" y="84336"/>
                  </a:lnTo>
                  <a:lnTo>
                    <a:pt x="2506788" y="93959"/>
                  </a:lnTo>
                  <a:lnTo>
                    <a:pt x="2435165" y="103457"/>
                  </a:lnTo>
                  <a:lnTo>
                    <a:pt x="2363543" y="112831"/>
                  </a:lnTo>
                  <a:lnTo>
                    <a:pt x="2291920" y="122084"/>
                  </a:lnTo>
                  <a:lnTo>
                    <a:pt x="2220298" y="131217"/>
                  </a:lnTo>
                  <a:lnTo>
                    <a:pt x="2148675" y="140231"/>
                  </a:lnTo>
                  <a:lnTo>
                    <a:pt x="2077053" y="149128"/>
                  </a:lnTo>
                  <a:lnTo>
                    <a:pt x="2005430" y="157910"/>
                  </a:lnTo>
                  <a:lnTo>
                    <a:pt x="1933808" y="166577"/>
                  </a:lnTo>
                  <a:lnTo>
                    <a:pt x="1862185" y="175132"/>
                  </a:lnTo>
                  <a:lnTo>
                    <a:pt x="1790563" y="183576"/>
                  </a:lnTo>
                  <a:lnTo>
                    <a:pt x="1718940" y="191910"/>
                  </a:lnTo>
                  <a:lnTo>
                    <a:pt x="1647318" y="200136"/>
                  </a:lnTo>
                  <a:lnTo>
                    <a:pt x="1575695" y="208255"/>
                  </a:lnTo>
                  <a:lnTo>
                    <a:pt x="1504073" y="216269"/>
                  </a:lnTo>
                  <a:lnTo>
                    <a:pt x="1432450" y="224178"/>
                  </a:lnTo>
                  <a:lnTo>
                    <a:pt x="1360827" y="231985"/>
                  </a:lnTo>
                  <a:lnTo>
                    <a:pt x="1289205" y="239691"/>
                  </a:lnTo>
                  <a:lnTo>
                    <a:pt x="1217582" y="247296"/>
                  </a:lnTo>
                  <a:lnTo>
                    <a:pt x="1145960" y="254803"/>
                  </a:lnTo>
                  <a:lnTo>
                    <a:pt x="1074337" y="262212"/>
                  </a:lnTo>
                  <a:lnTo>
                    <a:pt x="1002715" y="269525"/>
                  </a:lnTo>
                  <a:lnTo>
                    <a:pt x="931092" y="276743"/>
                  </a:lnTo>
                  <a:lnTo>
                    <a:pt x="859470" y="283868"/>
                  </a:lnTo>
                  <a:lnTo>
                    <a:pt x="787847" y="290900"/>
                  </a:lnTo>
                  <a:lnTo>
                    <a:pt x="716225" y="297840"/>
                  </a:lnTo>
                  <a:lnTo>
                    <a:pt x="644602" y="304691"/>
                  </a:lnTo>
                  <a:lnTo>
                    <a:pt x="572980" y="311452"/>
                  </a:lnTo>
                  <a:lnTo>
                    <a:pt x="501357" y="318126"/>
                  </a:lnTo>
                  <a:lnTo>
                    <a:pt x="429735" y="324713"/>
                  </a:lnTo>
                  <a:lnTo>
                    <a:pt x="358112" y="331214"/>
                  </a:lnTo>
                  <a:lnTo>
                    <a:pt x="286490" y="337631"/>
                  </a:lnTo>
                  <a:lnTo>
                    <a:pt x="214867" y="343965"/>
                  </a:lnTo>
                  <a:lnTo>
                    <a:pt x="143245" y="350216"/>
                  </a:lnTo>
                  <a:lnTo>
                    <a:pt x="71622" y="356386"/>
                  </a:lnTo>
                  <a:lnTo>
                    <a:pt x="0" y="3624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5733"/>
              <a:ext cx="7090630" cy="4547"/>
            </a:xfrm>
            <a:custGeom>
              <a:avLst/>
              <a:pathLst>
                <a:path w="7090630" h="4547">
                  <a:moveTo>
                    <a:pt x="0" y="0"/>
                  </a:moveTo>
                  <a:lnTo>
                    <a:pt x="71622" y="46"/>
                  </a:lnTo>
                  <a:lnTo>
                    <a:pt x="143245" y="92"/>
                  </a:lnTo>
                  <a:lnTo>
                    <a:pt x="214867" y="138"/>
                  </a:lnTo>
                  <a:lnTo>
                    <a:pt x="286490" y="184"/>
                  </a:lnTo>
                  <a:lnTo>
                    <a:pt x="358112" y="230"/>
                  </a:lnTo>
                  <a:lnTo>
                    <a:pt x="429735" y="276"/>
                  </a:lnTo>
                  <a:lnTo>
                    <a:pt x="501357" y="322"/>
                  </a:lnTo>
                  <a:lnTo>
                    <a:pt x="572980" y="368"/>
                  </a:lnTo>
                  <a:lnTo>
                    <a:pt x="644602" y="414"/>
                  </a:lnTo>
                  <a:lnTo>
                    <a:pt x="716225" y="460"/>
                  </a:lnTo>
                  <a:lnTo>
                    <a:pt x="787847" y="506"/>
                  </a:lnTo>
                  <a:lnTo>
                    <a:pt x="859470" y="552"/>
                  </a:lnTo>
                  <a:lnTo>
                    <a:pt x="931092" y="598"/>
                  </a:lnTo>
                  <a:lnTo>
                    <a:pt x="1002715" y="644"/>
                  </a:lnTo>
                  <a:lnTo>
                    <a:pt x="1074337" y="690"/>
                  </a:lnTo>
                  <a:lnTo>
                    <a:pt x="1145960" y="736"/>
                  </a:lnTo>
                  <a:lnTo>
                    <a:pt x="1217582" y="782"/>
                  </a:lnTo>
                  <a:lnTo>
                    <a:pt x="1289205" y="828"/>
                  </a:lnTo>
                  <a:lnTo>
                    <a:pt x="1360827" y="874"/>
                  </a:lnTo>
                  <a:lnTo>
                    <a:pt x="1432450" y="920"/>
                  </a:lnTo>
                  <a:lnTo>
                    <a:pt x="1504073" y="966"/>
                  </a:lnTo>
                  <a:lnTo>
                    <a:pt x="1575695" y="1012"/>
                  </a:lnTo>
                  <a:lnTo>
                    <a:pt x="1647318" y="1058"/>
                  </a:lnTo>
                  <a:lnTo>
                    <a:pt x="1718940" y="1104"/>
                  </a:lnTo>
                  <a:lnTo>
                    <a:pt x="1790563" y="1150"/>
                  </a:lnTo>
                  <a:lnTo>
                    <a:pt x="1862185" y="1196"/>
                  </a:lnTo>
                  <a:lnTo>
                    <a:pt x="1933808" y="1242"/>
                  </a:lnTo>
                  <a:lnTo>
                    <a:pt x="2005430" y="1288"/>
                  </a:lnTo>
                  <a:lnTo>
                    <a:pt x="2077053" y="1334"/>
                  </a:lnTo>
                  <a:lnTo>
                    <a:pt x="2148675" y="1380"/>
                  </a:lnTo>
                  <a:lnTo>
                    <a:pt x="2220298" y="1426"/>
                  </a:lnTo>
                  <a:lnTo>
                    <a:pt x="2291920" y="1472"/>
                  </a:lnTo>
                  <a:lnTo>
                    <a:pt x="2363543" y="1518"/>
                  </a:lnTo>
                  <a:lnTo>
                    <a:pt x="2435165" y="1564"/>
                  </a:lnTo>
                  <a:lnTo>
                    <a:pt x="2506788" y="1610"/>
                  </a:lnTo>
                  <a:lnTo>
                    <a:pt x="2578410" y="1656"/>
                  </a:lnTo>
                  <a:lnTo>
                    <a:pt x="2650033" y="1702"/>
                  </a:lnTo>
                  <a:lnTo>
                    <a:pt x="2721655" y="1748"/>
                  </a:lnTo>
                  <a:lnTo>
                    <a:pt x="2793278" y="1794"/>
                  </a:lnTo>
                  <a:lnTo>
                    <a:pt x="2864901" y="1840"/>
                  </a:lnTo>
                  <a:lnTo>
                    <a:pt x="2936523" y="1886"/>
                  </a:lnTo>
                  <a:lnTo>
                    <a:pt x="3008146" y="1932"/>
                  </a:lnTo>
                  <a:lnTo>
                    <a:pt x="3079768" y="1978"/>
                  </a:lnTo>
                  <a:lnTo>
                    <a:pt x="3151391" y="2024"/>
                  </a:lnTo>
                  <a:lnTo>
                    <a:pt x="3223013" y="2069"/>
                  </a:lnTo>
                  <a:lnTo>
                    <a:pt x="3294636" y="2115"/>
                  </a:lnTo>
                  <a:lnTo>
                    <a:pt x="3366258" y="2161"/>
                  </a:lnTo>
                  <a:lnTo>
                    <a:pt x="3437881" y="2207"/>
                  </a:lnTo>
                  <a:lnTo>
                    <a:pt x="3509503" y="2253"/>
                  </a:lnTo>
                  <a:lnTo>
                    <a:pt x="3581126" y="2299"/>
                  </a:lnTo>
                  <a:lnTo>
                    <a:pt x="3652748" y="2345"/>
                  </a:lnTo>
                  <a:lnTo>
                    <a:pt x="3724371" y="2391"/>
                  </a:lnTo>
                  <a:lnTo>
                    <a:pt x="3795993" y="2437"/>
                  </a:lnTo>
                  <a:lnTo>
                    <a:pt x="3867616" y="2483"/>
                  </a:lnTo>
                  <a:lnTo>
                    <a:pt x="3939238" y="2529"/>
                  </a:lnTo>
                  <a:lnTo>
                    <a:pt x="4010861" y="2575"/>
                  </a:lnTo>
                  <a:lnTo>
                    <a:pt x="4082483" y="2621"/>
                  </a:lnTo>
                  <a:lnTo>
                    <a:pt x="4154106" y="2666"/>
                  </a:lnTo>
                  <a:lnTo>
                    <a:pt x="4225729" y="2712"/>
                  </a:lnTo>
                  <a:lnTo>
                    <a:pt x="4297351" y="2758"/>
                  </a:lnTo>
                  <a:lnTo>
                    <a:pt x="4368974" y="2804"/>
                  </a:lnTo>
                  <a:lnTo>
                    <a:pt x="4440596" y="2850"/>
                  </a:lnTo>
                  <a:lnTo>
                    <a:pt x="4512219" y="2896"/>
                  </a:lnTo>
                  <a:lnTo>
                    <a:pt x="4583841" y="2942"/>
                  </a:lnTo>
                  <a:lnTo>
                    <a:pt x="4655464" y="2988"/>
                  </a:lnTo>
                  <a:lnTo>
                    <a:pt x="4727086" y="3034"/>
                  </a:lnTo>
                  <a:lnTo>
                    <a:pt x="4798709" y="3080"/>
                  </a:lnTo>
                  <a:lnTo>
                    <a:pt x="4870331" y="3125"/>
                  </a:lnTo>
                  <a:lnTo>
                    <a:pt x="4941954" y="3171"/>
                  </a:lnTo>
                  <a:lnTo>
                    <a:pt x="5013576" y="3217"/>
                  </a:lnTo>
                  <a:lnTo>
                    <a:pt x="5085199" y="3263"/>
                  </a:lnTo>
                  <a:lnTo>
                    <a:pt x="5156821" y="3309"/>
                  </a:lnTo>
                  <a:lnTo>
                    <a:pt x="5228444" y="3355"/>
                  </a:lnTo>
                  <a:lnTo>
                    <a:pt x="5300066" y="3401"/>
                  </a:lnTo>
                  <a:lnTo>
                    <a:pt x="5371689" y="3447"/>
                  </a:lnTo>
                  <a:lnTo>
                    <a:pt x="5443311" y="3492"/>
                  </a:lnTo>
                  <a:lnTo>
                    <a:pt x="5514934" y="3538"/>
                  </a:lnTo>
                  <a:lnTo>
                    <a:pt x="5586557" y="3584"/>
                  </a:lnTo>
                  <a:lnTo>
                    <a:pt x="5658179" y="3630"/>
                  </a:lnTo>
                  <a:lnTo>
                    <a:pt x="5729802" y="3676"/>
                  </a:lnTo>
                  <a:lnTo>
                    <a:pt x="5801424" y="3722"/>
                  </a:lnTo>
                  <a:lnTo>
                    <a:pt x="5873047" y="3768"/>
                  </a:lnTo>
                  <a:lnTo>
                    <a:pt x="5944669" y="3813"/>
                  </a:lnTo>
                  <a:lnTo>
                    <a:pt x="6016292" y="3859"/>
                  </a:lnTo>
                  <a:lnTo>
                    <a:pt x="6087914" y="3905"/>
                  </a:lnTo>
                  <a:lnTo>
                    <a:pt x="6159537" y="3951"/>
                  </a:lnTo>
                  <a:lnTo>
                    <a:pt x="6231159" y="3997"/>
                  </a:lnTo>
                  <a:lnTo>
                    <a:pt x="6302782" y="4043"/>
                  </a:lnTo>
                  <a:lnTo>
                    <a:pt x="6374404" y="4088"/>
                  </a:lnTo>
                  <a:lnTo>
                    <a:pt x="6446027" y="4134"/>
                  </a:lnTo>
                  <a:lnTo>
                    <a:pt x="6517649" y="4180"/>
                  </a:lnTo>
                  <a:lnTo>
                    <a:pt x="6589272" y="4226"/>
                  </a:lnTo>
                  <a:lnTo>
                    <a:pt x="6660894" y="4272"/>
                  </a:lnTo>
                  <a:lnTo>
                    <a:pt x="6732517" y="4318"/>
                  </a:lnTo>
                  <a:lnTo>
                    <a:pt x="6804139" y="4363"/>
                  </a:lnTo>
                  <a:lnTo>
                    <a:pt x="6875762" y="4409"/>
                  </a:lnTo>
                  <a:lnTo>
                    <a:pt x="6947385" y="4455"/>
                  </a:lnTo>
                  <a:lnTo>
                    <a:pt x="7019007" y="4501"/>
                  </a:lnTo>
                  <a:lnTo>
                    <a:pt x="7090630" y="454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1.00 (0.85-1.18), p_Bonf = 1.000 (n = 6)  |  per IQR decline (Δ = 24.5 %): 1.00 (0.67-1.50)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25788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2026-10-09T13:14:21Z</dcterms:modified>
  <cp:category/>
</cp:coreProperties>
</file>