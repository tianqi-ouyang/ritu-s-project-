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45863"/>
            </a:xfrm>
            <a:custGeom>
              <a:avLst/>
              <a:pathLst>
                <a:path w="7090630" h="3445863">
                  <a:moveTo>
                    <a:pt x="1305710" y="0"/>
                  </a:moveTo>
                  <a:lnTo>
                    <a:pt x="1360827" y="147796"/>
                  </a:lnTo>
                  <a:lnTo>
                    <a:pt x="1432450" y="329396"/>
                  </a:lnTo>
                  <a:lnTo>
                    <a:pt x="1504073" y="501110"/>
                  </a:lnTo>
                  <a:lnTo>
                    <a:pt x="1575695" y="663477"/>
                  </a:lnTo>
                  <a:lnTo>
                    <a:pt x="1647318" y="817005"/>
                  </a:lnTo>
                  <a:lnTo>
                    <a:pt x="1718940" y="962175"/>
                  </a:lnTo>
                  <a:lnTo>
                    <a:pt x="1790563" y="1099442"/>
                  </a:lnTo>
                  <a:lnTo>
                    <a:pt x="1862185" y="1229237"/>
                  </a:lnTo>
                  <a:lnTo>
                    <a:pt x="1933808" y="1351967"/>
                  </a:lnTo>
                  <a:lnTo>
                    <a:pt x="2005430" y="1468015"/>
                  </a:lnTo>
                  <a:lnTo>
                    <a:pt x="2077053" y="1577746"/>
                  </a:lnTo>
                  <a:lnTo>
                    <a:pt x="2148675" y="1681503"/>
                  </a:lnTo>
                  <a:lnTo>
                    <a:pt x="2220298" y="1779612"/>
                  </a:lnTo>
                  <a:lnTo>
                    <a:pt x="2291920" y="1872381"/>
                  </a:lnTo>
                  <a:lnTo>
                    <a:pt x="2363543" y="1960099"/>
                  </a:lnTo>
                  <a:lnTo>
                    <a:pt x="2435165" y="2043042"/>
                  </a:lnTo>
                  <a:lnTo>
                    <a:pt x="2506788" y="2121470"/>
                  </a:lnTo>
                  <a:lnTo>
                    <a:pt x="2578410" y="2195629"/>
                  </a:lnTo>
                  <a:lnTo>
                    <a:pt x="2650033" y="2265750"/>
                  </a:lnTo>
                  <a:lnTo>
                    <a:pt x="2721655" y="2332055"/>
                  </a:lnTo>
                  <a:lnTo>
                    <a:pt x="2793278" y="2394750"/>
                  </a:lnTo>
                  <a:lnTo>
                    <a:pt x="2864901" y="2454032"/>
                  </a:lnTo>
                  <a:lnTo>
                    <a:pt x="2936523" y="2510087"/>
                  </a:lnTo>
                  <a:lnTo>
                    <a:pt x="3008146" y="2563090"/>
                  </a:lnTo>
                  <a:lnTo>
                    <a:pt x="3079768" y="2613208"/>
                  </a:lnTo>
                  <a:lnTo>
                    <a:pt x="3151391" y="2655819"/>
                  </a:lnTo>
                  <a:lnTo>
                    <a:pt x="3223013" y="2666983"/>
                  </a:lnTo>
                  <a:lnTo>
                    <a:pt x="3294636" y="2677996"/>
                  </a:lnTo>
                  <a:lnTo>
                    <a:pt x="3366258" y="2688861"/>
                  </a:lnTo>
                  <a:lnTo>
                    <a:pt x="3437881" y="2699579"/>
                  </a:lnTo>
                  <a:lnTo>
                    <a:pt x="3509503" y="2710153"/>
                  </a:lnTo>
                  <a:lnTo>
                    <a:pt x="3581126" y="2720584"/>
                  </a:lnTo>
                  <a:lnTo>
                    <a:pt x="3652748" y="2730875"/>
                  </a:lnTo>
                  <a:lnTo>
                    <a:pt x="3724371" y="2741027"/>
                  </a:lnTo>
                  <a:lnTo>
                    <a:pt x="3795993" y="2751042"/>
                  </a:lnTo>
                  <a:lnTo>
                    <a:pt x="3867616" y="2760922"/>
                  </a:lnTo>
                  <a:lnTo>
                    <a:pt x="3939238" y="2770668"/>
                  </a:lnTo>
                  <a:lnTo>
                    <a:pt x="4010861" y="2780284"/>
                  </a:lnTo>
                  <a:lnTo>
                    <a:pt x="4082483" y="2789769"/>
                  </a:lnTo>
                  <a:lnTo>
                    <a:pt x="4154106" y="2799127"/>
                  </a:lnTo>
                  <a:lnTo>
                    <a:pt x="4225729" y="2808358"/>
                  </a:lnTo>
                  <a:lnTo>
                    <a:pt x="4297351" y="2817465"/>
                  </a:lnTo>
                  <a:lnTo>
                    <a:pt x="4368974" y="2826450"/>
                  </a:lnTo>
                  <a:lnTo>
                    <a:pt x="4440596" y="2835313"/>
                  </a:lnTo>
                  <a:lnTo>
                    <a:pt x="4512219" y="2844056"/>
                  </a:lnTo>
                  <a:lnTo>
                    <a:pt x="4583841" y="2852682"/>
                  </a:lnTo>
                  <a:lnTo>
                    <a:pt x="4655464" y="2861191"/>
                  </a:lnTo>
                  <a:lnTo>
                    <a:pt x="4727086" y="2869586"/>
                  </a:lnTo>
                  <a:lnTo>
                    <a:pt x="4798709" y="2877867"/>
                  </a:lnTo>
                  <a:lnTo>
                    <a:pt x="4870331" y="2886037"/>
                  </a:lnTo>
                  <a:lnTo>
                    <a:pt x="4941954" y="2894097"/>
                  </a:lnTo>
                  <a:lnTo>
                    <a:pt x="5013576" y="2902048"/>
                  </a:lnTo>
                  <a:lnTo>
                    <a:pt x="5085199" y="2909891"/>
                  </a:lnTo>
                  <a:lnTo>
                    <a:pt x="5156821" y="2917629"/>
                  </a:lnTo>
                  <a:lnTo>
                    <a:pt x="5228444" y="2925263"/>
                  </a:lnTo>
                  <a:lnTo>
                    <a:pt x="5300066" y="2932793"/>
                  </a:lnTo>
                  <a:lnTo>
                    <a:pt x="5371689" y="2940223"/>
                  </a:lnTo>
                  <a:lnTo>
                    <a:pt x="5443311" y="2947552"/>
                  </a:lnTo>
                  <a:lnTo>
                    <a:pt x="5514934" y="2954782"/>
                  </a:lnTo>
                  <a:lnTo>
                    <a:pt x="5586557" y="2961914"/>
                  </a:lnTo>
                  <a:lnTo>
                    <a:pt x="5658179" y="2968951"/>
                  </a:lnTo>
                  <a:lnTo>
                    <a:pt x="5729802" y="2975892"/>
                  </a:lnTo>
                  <a:lnTo>
                    <a:pt x="5801424" y="2982740"/>
                  </a:lnTo>
                  <a:lnTo>
                    <a:pt x="5873047" y="2989496"/>
                  </a:lnTo>
                  <a:lnTo>
                    <a:pt x="5944669" y="2996161"/>
                  </a:lnTo>
                  <a:lnTo>
                    <a:pt x="6016292" y="3002735"/>
                  </a:lnTo>
                  <a:lnTo>
                    <a:pt x="6087914" y="3009221"/>
                  </a:lnTo>
                  <a:lnTo>
                    <a:pt x="6159537" y="3015620"/>
                  </a:lnTo>
                  <a:lnTo>
                    <a:pt x="6231159" y="3021932"/>
                  </a:lnTo>
                  <a:lnTo>
                    <a:pt x="6302782" y="3028159"/>
                  </a:lnTo>
                  <a:lnTo>
                    <a:pt x="6374404" y="3034302"/>
                  </a:lnTo>
                  <a:lnTo>
                    <a:pt x="6446027" y="3040363"/>
                  </a:lnTo>
                  <a:lnTo>
                    <a:pt x="6517649" y="3046341"/>
                  </a:lnTo>
                  <a:lnTo>
                    <a:pt x="6589272" y="3052239"/>
                  </a:lnTo>
                  <a:lnTo>
                    <a:pt x="6660894" y="3058058"/>
                  </a:lnTo>
                  <a:lnTo>
                    <a:pt x="6732517" y="3063798"/>
                  </a:lnTo>
                  <a:lnTo>
                    <a:pt x="6804139" y="3069461"/>
                  </a:lnTo>
                  <a:lnTo>
                    <a:pt x="6875762" y="3075047"/>
                  </a:lnTo>
                  <a:lnTo>
                    <a:pt x="6947385" y="3080558"/>
                  </a:lnTo>
                  <a:lnTo>
                    <a:pt x="7019007" y="3085995"/>
                  </a:lnTo>
                  <a:lnTo>
                    <a:pt x="7090630" y="3091358"/>
                  </a:lnTo>
                  <a:lnTo>
                    <a:pt x="7090630" y="3445863"/>
                  </a:lnTo>
                  <a:lnTo>
                    <a:pt x="7019007" y="3443682"/>
                  </a:lnTo>
                  <a:lnTo>
                    <a:pt x="6947385" y="3441376"/>
                  </a:lnTo>
                  <a:lnTo>
                    <a:pt x="6875762" y="3438936"/>
                  </a:lnTo>
                  <a:lnTo>
                    <a:pt x="6804139" y="3436356"/>
                  </a:lnTo>
                  <a:lnTo>
                    <a:pt x="6732517" y="3433628"/>
                  </a:lnTo>
                  <a:lnTo>
                    <a:pt x="6660894" y="3430743"/>
                  </a:lnTo>
                  <a:lnTo>
                    <a:pt x="6589272" y="3427691"/>
                  </a:lnTo>
                  <a:lnTo>
                    <a:pt x="6517649" y="3424464"/>
                  </a:lnTo>
                  <a:lnTo>
                    <a:pt x="6446027" y="3421051"/>
                  </a:lnTo>
                  <a:lnTo>
                    <a:pt x="6374404" y="3417442"/>
                  </a:lnTo>
                  <a:lnTo>
                    <a:pt x="6302782" y="3413625"/>
                  </a:lnTo>
                  <a:lnTo>
                    <a:pt x="6231159" y="3409587"/>
                  </a:lnTo>
                  <a:lnTo>
                    <a:pt x="6159537" y="3405318"/>
                  </a:lnTo>
                  <a:lnTo>
                    <a:pt x="6087914" y="3400803"/>
                  </a:lnTo>
                  <a:lnTo>
                    <a:pt x="6016292" y="3396028"/>
                  </a:lnTo>
                  <a:lnTo>
                    <a:pt x="5944669" y="3390978"/>
                  </a:lnTo>
                  <a:lnTo>
                    <a:pt x="5873047" y="3385637"/>
                  </a:lnTo>
                  <a:lnTo>
                    <a:pt x="5801424" y="3379988"/>
                  </a:lnTo>
                  <a:lnTo>
                    <a:pt x="5729802" y="3374015"/>
                  </a:lnTo>
                  <a:lnTo>
                    <a:pt x="5658179" y="3367698"/>
                  </a:lnTo>
                  <a:lnTo>
                    <a:pt x="5586557" y="3361017"/>
                  </a:lnTo>
                  <a:lnTo>
                    <a:pt x="5514934" y="3353951"/>
                  </a:lnTo>
                  <a:lnTo>
                    <a:pt x="5443311" y="3346478"/>
                  </a:lnTo>
                  <a:lnTo>
                    <a:pt x="5371689" y="3338576"/>
                  </a:lnTo>
                  <a:lnTo>
                    <a:pt x="5300066" y="3330218"/>
                  </a:lnTo>
                  <a:lnTo>
                    <a:pt x="5228444" y="3321379"/>
                  </a:lnTo>
                  <a:lnTo>
                    <a:pt x="5156821" y="3312031"/>
                  </a:lnTo>
                  <a:lnTo>
                    <a:pt x="5085199" y="3302146"/>
                  </a:lnTo>
                  <a:lnTo>
                    <a:pt x="5013576" y="3291691"/>
                  </a:lnTo>
                  <a:lnTo>
                    <a:pt x="4941954" y="3280634"/>
                  </a:lnTo>
                  <a:lnTo>
                    <a:pt x="4870331" y="3268940"/>
                  </a:lnTo>
                  <a:lnTo>
                    <a:pt x="4798709" y="3256574"/>
                  </a:lnTo>
                  <a:lnTo>
                    <a:pt x="4727086" y="3243495"/>
                  </a:lnTo>
                  <a:lnTo>
                    <a:pt x="4655464" y="3229663"/>
                  </a:lnTo>
                  <a:lnTo>
                    <a:pt x="4583841" y="3215035"/>
                  </a:lnTo>
                  <a:lnTo>
                    <a:pt x="4512219" y="3199565"/>
                  </a:lnTo>
                  <a:lnTo>
                    <a:pt x="4440596" y="3183205"/>
                  </a:lnTo>
                  <a:lnTo>
                    <a:pt x="4368974" y="3165902"/>
                  </a:lnTo>
                  <a:lnTo>
                    <a:pt x="4297351" y="3147604"/>
                  </a:lnTo>
                  <a:lnTo>
                    <a:pt x="4225729" y="3128251"/>
                  </a:lnTo>
                  <a:lnTo>
                    <a:pt x="4154106" y="3107785"/>
                  </a:lnTo>
                  <a:lnTo>
                    <a:pt x="4082483" y="3086140"/>
                  </a:lnTo>
                  <a:lnTo>
                    <a:pt x="4010861" y="3063250"/>
                  </a:lnTo>
                  <a:lnTo>
                    <a:pt x="3939238" y="3039041"/>
                  </a:lnTo>
                  <a:lnTo>
                    <a:pt x="3867616" y="3013439"/>
                  </a:lnTo>
                  <a:lnTo>
                    <a:pt x="3795993" y="2986363"/>
                  </a:lnTo>
                  <a:lnTo>
                    <a:pt x="3724371" y="2957728"/>
                  </a:lnTo>
                  <a:lnTo>
                    <a:pt x="3652748" y="2927444"/>
                  </a:lnTo>
                  <a:lnTo>
                    <a:pt x="3581126" y="2895417"/>
                  </a:lnTo>
                  <a:lnTo>
                    <a:pt x="3509503" y="2861546"/>
                  </a:lnTo>
                  <a:lnTo>
                    <a:pt x="3437881" y="2825725"/>
                  </a:lnTo>
                  <a:lnTo>
                    <a:pt x="3366258" y="2787842"/>
                  </a:lnTo>
                  <a:lnTo>
                    <a:pt x="3294636" y="2747778"/>
                  </a:lnTo>
                  <a:lnTo>
                    <a:pt x="3223013" y="2705408"/>
                  </a:lnTo>
                  <a:lnTo>
                    <a:pt x="3151391" y="2660598"/>
                  </a:lnTo>
                  <a:lnTo>
                    <a:pt x="3079768" y="2644502"/>
                  </a:lnTo>
                  <a:lnTo>
                    <a:pt x="3008146" y="2633031"/>
                  </a:lnTo>
                  <a:lnTo>
                    <a:pt x="2936523" y="2621403"/>
                  </a:lnTo>
                  <a:lnTo>
                    <a:pt x="2864901" y="2609616"/>
                  </a:lnTo>
                  <a:lnTo>
                    <a:pt x="2793278" y="2597668"/>
                  </a:lnTo>
                  <a:lnTo>
                    <a:pt x="2721655" y="2585557"/>
                  </a:lnTo>
                  <a:lnTo>
                    <a:pt x="2650033" y="2573280"/>
                  </a:lnTo>
                  <a:lnTo>
                    <a:pt x="2578410" y="2560836"/>
                  </a:lnTo>
                  <a:lnTo>
                    <a:pt x="2506788" y="2548221"/>
                  </a:lnTo>
                  <a:lnTo>
                    <a:pt x="2435165" y="2535434"/>
                  </a:lnTo>
                  <a:lnTo>
                    <a:pt x="2363543" y="2522472"/>
                  </a:lnTo>
                  <a:lnTo>
                    <a:pt x="2291920" y="2509333"/>
                  </a:lnTo>
                  <a:lnTo>
                    <a:pt x="2220298" y="2496014"/>
                  </a:lnTo>
                  <a:lnTo>
                    <a:pt x="2148675" y="2482513"/>
                  </a:lnTo>
                  <a:lnTo>
                    <a:pt x="2077053" y="2468828"/>
                  </a:lnTo>
                  <a:lnTo>
                    <a:pt x="2005430" y="2454955"/>
                  </a:lnTo>
                  <a:lnTo>
                    <a:pt x="1933808" y="2440893"/>
                  </a:lnTo>
                  <a:lnTo>
                    <a:pt x="1862185" y="2426639"/>
                  </a:lnTo>
                  <a:lnTo>
                    <a:pt x="1790563" y="2412190"/>
                  </a:lnTo>
                  <a:lnTo>
                    <a:pt x="1718940" y="2397544"/>
                  </a:lnTo>
                  <a:lnTo>
                    <a:pt x="1647318" y="2382697"/>
                  </a:lnTo>
                  <a:lnTo>
                    <a:pt x="1575695" y="2367647"/>
                  </a:lnTo>
                  <a:lnTo>
                    <a:pt x="1504073" y="2352392"/>
                  </a:lnTo>
                  <a:lnTo>
                    <a:pt x="1432450" y="2336928"/>
                  </a:lnTo>
                  <a:lnTo>
                    <a:pt x="1360827" y="2321253"/>
                  </a:lnTo>
                  <a:lnTo>
                    <a:pt x="1289205" y="2305363"/>
                  </a:lnTo>
                  <a:lnTo>
                    <a:pt x="1217582" y="2289257"/>
                  </a:lnTo>
                  <a:lnTo>
                    <a:pt x="1145960" y="2272930"/>
                  </a:lnTo>
                  <a:lnTo>
                    <a:pt x="1074337" y="2256380"/>
                  </a:lnTo>
                  <a:lnTo>
                    <a:pt x="1002715" y="2239604"/>
                  </a:lnTo>
                  <a:lnTo>
                    <a:pt x="931092" y="2222598"/>
                  </a:lnTo>
                  <a:lnTo>
                    <a:pt x="859470" y="2205360"/>
                  </a:lnTo>
                  <a:lnTo>
                    <a:pt x="787847" y="2187887"/>
                  </a:lnTo>
                  <a:lnTo>
                    <a:pt x="716225" y="2170174"/>
                  </a:lnTo>
                  <a:lnTo>
                    <a:pt x="644602" y="2152220"/>
                  </a:lnTo>
                  <a:lnTo>
                    <a:pt x="572980" y="2134020"/>
                  </a:lnTo>
                  <a:lnTo>
                    <a:pt x="501357" y="2115571"/>
                  </a:lnTo>
                  <a:lnTo>
                    <a:pt x="429735" y="2096870"/>
                  </a:lnTo>
                  <a:lnTo>
                    <a:pt x="358112" y="2077914"/>
                  </a:lnTo>
                  <a:lnTo>
                    <a:pt x="286490" y="2058699"/>
                  </a:lnTo>
                  <a:lnTo>
                    <a:pt x="214867" y="2039220"/>
                  </a:lnTo>
                  <a:lnTo>
                    <a:pt x="143245" y="2019476"/>
                  </a:lnTo>
                  <a:lnTo>
                    <a:pt x="71622" y="1999462"/>
                  </a:lnTo>
                  <a:lnTo>
                    <a:pt x="0" y="197917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477759" y="2073503"/>
              <a:ext cx="5784919" cy="3091358"/>
            </a:xfrm>
            <a:custGeom>
              <a:avLst/>
              <a:pathLst>
                <a:path w="5784919" h="3091358">
                  <a:moveTo>
                    <a:pt x="0" y="0"/>
                  </a:moveTo>
                  <a:lnTo>
                    <a:pt x="55117" y="147796"/>
                  </a:lnTo>
                  <a:lnTo>
                    <a:pt x="126739" y="329396"/>
                  </a:lnTo>
                  <a:lnTo>
                    <a:pt x="198362" y="501110"/>
                  </a:lnTo>
                  <a:lnTo>
                    <a:pt x="269985" y="663477"/>
                  </a:lnTo>
                  <a:lnTo>
                    <a:pt x="341607" y="817005"/>
                  </a:lnTo>
                  <a:lnTo>
                    <a:pt x="413230" y="962175"/>
                  </a:lnTo>
                  <a:lnTo>
                    <a:pt x="484852" y="1099442"/>
                  </a:lnTo>
                  <a:lnTo>
                    <a:pt x="556475" y="1229237"/>
                  </a:lnTo>
                  <a:lnTo>
                    <a:pt x="628097" y="1351967"/>
                  </a:lnTo>
                  <a:lnTo>
                    <a:pt x="699720" y="1468015"/>
                  </a:lnTo>
                  <a:lnTo>
                    <a:pt x="771342" y="1577746"/>
                  </a:lnTo>
                  <a:lnTo>
                    <a:pt x="842965" y="1681503"/>
                  </a:lnTo>
                  <a:lnTo>
                    <a:pt x="914587" y="1779612"/>
                  </a:lnTo>
                  <a:lnTo>
                    <a:pt x="986210" y="1872381"/>
                  </a:lnTo>
                  <a:lnTo>
                    <a:pt x="1057832" y="1960099"/>
                  </a:lnTo>
                  <a:lnTo>
                    <a:pt x="1129455" y="2043042"/>
                  </a:lnTo>
                  <a:lnTo>
                    <a:pt x="1201077" y="2121470"/>
                  </a:lnTo>
                  <a:lnTo>
                    <a:pt x="1272700" y="2195629"/>
                  </a:lnTo>
                  <a:lnTo>
                    <a:pt x="1344322" y="2265750"/>
                  </a:lnTo>
                  <a:lnTo>
                    <a:pt x="1415945" y="2332055"/>
                  </a:lnTo>
                  <a:lnTo>
                    <a:pt x="1487567" y="2394750"/>
                  </a:lnTo>
                  <a:lnTo>
                    <a:pt x="1559190" y="2454032"/>
                  </a:lnTo>
                  <a:lnTo>
                    <a:pt x="1630813" y="2510087"/>
                  </a:lnTo>
                  <a:lnTo>
                    <a:pt x="1702435" y="2563090"/>
                  </a:lnTo>
                  <a:lnTo>
                    <a:pt x="1774058" y="2613208"/>
                  </a:lnTo>
                  <a:lnTo>
                    <a:pt x="1845680" y="2655819"/>
                  </a:lnTo>
                  <a:lnTo>
                    <a:pt x="1917303" y="2666983"/>
                  </a:lnTo>
                  <a:lnTo>
                    <a:pt x="1988925" y="2677996"/>
                  </a:lnTo>
                  <a:lnTo>
                    <a:pt x="2060548" y="2688861"/>
                  </a:lnTo>
                  <a:lnTo>
                    <a:pt x="2132170" y="2699579"/>
                  </a:lnTo>
                  <a:lnTo>
                    <a:pt x="2203793" y="2710153"/>
                  </a:lnTo>
                  <a:lnTo>
                    <a:pt x="2275415" y="2720584"/>
                  </a:lnTo>
                  <a:lnTo>
                    <a:pt x="2347038" y="2730875"/>
                  </a:lnTo>
                  <a:lnTo>
                    <a:pt x="2418660" y="2741027"/>
                  </a:lnTo>
                  <a:lnTo>
                    <a:pt x="2490283" y="2751042"/>
                  </a:lnTo>
                  <a:lnTo>
                    <a:pt x="2561905" y="2760922"/>
                  </a:lnTo>
                  <a:lnTo>
                    <a:pt x="2633528" y="2770668"/>
                  </a:lnTo>
                  <a:lnTo>
                    <a:pt x="2705150" y="2780284"/>
                  </a:lnTo>
                  <a:lnTo>
                    <a:pt x="2776773" y="2789769"/>
                  </a:lnTo>
                  <a:lnTo>
                    <a:pt x="2848395" y="2799127"/>
                  </a:lnTo>
                  <a:lnTo>
                    <a:pt x="2920018" y="2808358"/>
                  </a:lnTo>
                  <a:lnTo>
                    <a:pt x="2991641" y="2817465"/>
                  </a:lnTo>
                  <a:lnTo>
                    <a:pt x="3063263" y="2826450"/>
                  </a:lnTo>
                  <a:lnTo>
                    <a:pt x="3134886" y="2835313"/>
                  </a:lnTo>
                  <a:lnTo>
                    <a:pt x="3206508" y="2844056"/>
                  </a:lnTo>
                  <a:lnTo>
                    <a:pt x="3278131" y="2852682"/>
                  </a:lnTo>
                  <a:lnTo>
                    <a:pt x="3349753" y="2861191"/>
                  </a:lnTo>
                  <a:lnTo>
                    <a:pt x="3421376" y="2869586"/>
                  </a:lnTo>
                  <a:lnTo>
                    <a:pt x="3492998" y="2877867"/>
                  </a:lnTo>
                  <a:lnTo>
                    <a:pt x="3564621" y="2886037"/>
                  </a:lnTo>
                  <a:lnTo>
                    <a:pt x="3636243" y="2894097"/>
                  </a:lnTo>
                  <a:lnTo>
                    <a:pt x="3707866" y="2902048"/>
                  </a:lnTo>
                  <a:lnTo>
                    <a:pt x="3779488" y="2909891"/>
                  </a:lnTo>
                  <a:lnTo>
                    <a:pt x="3851111" y="2917629"/>
                  </a:lnTo>
                  <a:lnTo>
                    <a:pt x="3922733" y="2925263"/>
                  </a:lnTo>
                  <a:lnTo>
                    <a:pt x="3994356" y="2932793"/>
                  </a:lnTo>
                  <a:lnTo>
                    <a:pt x="4065978" y="2940223"/>
                  </a:lnTo>
                  <a:lnTo>
                    <a:pt x="4137601" y="2947552"/>
                  </a:lnTo>
                  <a:lnTo>
                    <a:pt x="4209223" y="2954782"/>
                  </a:lnTo>
                  <a:lnTo>
                    <a:pt x="4280846" y="2961914"/>
                  </a:lnTo>
                  <a:lnTo>
                    <a:pt x="4352468" y="2968951"/>
                  </a:lnTo>
                  <a:lnTo>
                    <a:pt x="4424091" y="2975892"/>
                  </a:lnTo>
                  <a:lnTo>
                    <a:pt x="4495714" y="2982740"/>
                  </a:lnTo>
                  <a:lnTo>
                    <a:pt x="4567336" y="2989496"/>
                  </a:lnTo>
                  <a:lnTo>
                    <a:pt x="4638959" y="2996161"/>
                  </a:lnTo>
                  <a:lnTo>
                    <a:pt x="4710581" y="3002735"/>
                  </a:lnTo>
                  <a:lnTo>
                    <a:pt x="4782204" y="3009221"/>
                  </a:lnTo>
                  <a:lnTo>
                    <a:pt x="4853826" y="3015620"/>
                  </a:lnTo>
                  <a:lnTo>
                    <a:pt x="4925449" y="3021932"/>
                  </a:lnTo>
                  <a:lnTo>
                    <a:pt x="4997071" y="3028159"/>
                  </a:lnTo>
                  <a:lnTo>
                    <a:pt x="5068694" y="3034302"/>
                  </a:lnTo>
                  <a:lnTo>
                    <a:pt x="5140316" y="3040363"/>
                  </a:lnTo>
                  <a:lnTo>
                    <a:pt x="5211939" y="3046341"/>
                  </a:lnTo>
                  <a:lnTo>
                    <a:pt x="5283561" y="3052239"/>
                  </a:lnTo>
                  <a:lnTo>
                    <a:pt x="5355184" y="3058058"/>
                  </a:lnTo>
                  <a:lnTo>
                    <a:pt x="5426806" y="3063798"/>
                  </a:lnTo>
                  <a:lnTo>
                    <a:pt x="5498429" y="3069461"/>
                  </a:lnTo>
                  <a:lnTo>
                    <a:pt x="5570051" y="3075047"/>
                  </a:lnTo>
                  <a:lnTo>
                    <a:pt x="5641674" y="3080558"/>
                  </a:lnTo>
                  <a:lnTo>
                    <a:pt x="5713296" y="3085995"/>
                  </a:lnTo>
                  <a:lnTo>
                    <a:pt x="5784919" y="30913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052677"/>
              <a:ext cx="7090630" cy="1466689"/>
            </a:xfrm>
            <a:custGeom>
              <a:avLst/>
              <a:pathLst>
                <a:path w="7090630" h="1466689">
                  <a:moveTo>
                    <a:pt x="7090630" y="1466689"/>
                  </a:moveTo>
                  <a:lnTo>
                    <a:pt x="7019007" y="1464508"/>
                  </a:lnTo>
                  <a:lnTo>
                    <a:pt x="6947385" y="1462201"/>
                  </a:lnTo>
                  <a:lnTo>
                    <a:pt x="6875762" y="1459762"/>
                  </a:lnTo>
                  <a:lnTo>
                    <a:pt x="6804139" y="1457182"/>
                  </a:lnTo>
                  <a:lnTo>
                    <a:pt x="6732517" y="1454454"/>
                  </a:lnTo>
                  <a:lnTo>
                    <a:pt x="6660894" y="1451569"/>
                  </a:lnTo>
                  <a:lnTo>
                    <a:pt x="6589272" y="1448517"/>
                  </a:lnTo>
                  <a:lnTo>
                    <a:pt x="6517649" y="1445290"/>
                  </a:lnTo>
                  <a:lnTo>
                    <a:pt x="6446027" y="1441877"/>
                  </a:lnTo>
                  <a:lnTo>
                    <a:pt x="6374404" y="1438268"/>
                  </a:lnTo>
                  <a:lnTo>
                    <a:pt x="6302782" y="1434450"/>
                  </a:lnTo>
                  <a:lnTo>
                    <a:pt x="6231159" y="1430413"/>
                  </a:lnTo>
                  <a:lnTo>
                    <a:pt x="6159537" y="1426144"/>
                  </a:lnTo>
                  <a:lnTo>
                    <a:pt x="6087914" y="1421629"/>
                  </a:lnTo>
                  <a:lnTo>
                    <a:pt x="6016292" y="1416853"/>
                  </a:lnTo>
                  <a:lnTo>
                    <a:pt x="5944669" y="1411803"/>
                  </a:lnTo>
                  <a:lnTo>
                    <a:pt x="5873047" y="1406463"/>
                  </a:lnTo>
                  <a:lnTo>
                    <a:pt x="5801424" y="1400814"/>
                  </a:lnTo>
                  <a:lnTo>
                    <a:pt x="5729802" y="1394841"/>
                  </a:lnTo>
                  <a:lnTo>
                    <a:pt x="5658179" y="1388523"/>
                  </a:lnTo>
                  <a:lnTo>
                    <a:pt x="5586557" y="1381842"/>
                  </a:lnTo>
                  <a:lnTo>
                    <a:pt x="5514934" y="1374777"/>
                  </a:lnTo>
                  <a:lnTo>
                    <a:pt x="5443311" y="1367304"/>
                  </a:lnTo>
                  <a:lnTo>
                    <a:pt x="5371689" y="1359401"/>
                  </a:lnTo>
                  <a:lnTo>
                    <a:pt x="5300066" y="1351044"/>
                  </a:lnTo>
                  <a:lnTo>
                    <a:pt x="5228444" y="1342205"/>
                  </a:lnTo>
                  <a:lnTo>
                    <a:pt x="5156821" y="1332857"/>
                  </a:lnTo>
                  <a:lnTo>
                    <a:pt x="5085199" y="1322971"/>
                  </a:lnTo>
                  <a:lnTo>
                    <a:pt x="5013576" y="1312516"/>
                  </a:lnTo>
                  <a:lnTo>
                    <a:pt x="4941954" y="1301460"/>
                  </a:lnTo>
                  <a:lnTo>
                    <a:pt x="4870331" y="1289766"/>
                  </a:lnTo>
                  <a:lnTo>
                    <a:pt x="4798709" y="1277399"/>
                  </a:lnTo>
                  <a:lnTo>
                    <a:pt x="4727086" y="1264321"/>
                  </a:lnTo>
                  <a:lnTo>
                    <a:pt x="4655464" y="1250489"/>
                  </a:lnTo>
                  <a:lnTo>
                    <a:pt x="4583841" y="1235861"/>
                  </a:lnTo>
                  <a:lnTo>
                    <a:pt x="4512219" y="1220391"/>
                  </a:lnTo>
                  <a:lnTo>
                    <a:pt x="4440596" y="1204031"/>
                  </a:lnTo>
                  <a:lnTo>
                    <a:pt x="4368974" y="1186728"/>
                  </a:lnTo>
                  <a:lnTo>
                    <a:pt x="4297351" y="1168429"/>
                  </a:lnTo>
                  <a:lnTo>
                    <a:pt x="4225729" y="1149077"/>
                  </a:lnTo>
                  <a:lnTo>
                    <a:pt x="4154106" y="1128611"/>
                  </a:lnTo>
                  <a:lnTo>
                    <a:pt x="4082483" y="1106966"/>
                  </a:lnTo>
                  <a:lnTo>
                    <a:pt x="4010861" y="1084076"/>
                  </a:lnTo>
                  <a:lnTo>
                    <a:pt x="3939238" y="1059867"/>
                  </a:lnTo>
                  <a:lnTo>
                    <a:pt x="3867616" y="1034265"/>
                  </a:lnTo>
                  <a:lnTo>
                    <a:pt x="3795993" y="1007189"/>
                  </a:lnTo>
                  <a:lnTo>
                    <a:pt x="3724371" y="978554"/>
                  </a:lnTo>
                  <a:lnTo>
                    <a:pt x="3652748" y="948270"/>
                  </a:lnTo>
                  <a:lnTo>
                    <a:pt x="3581126" y="916243"/>
                  </a:lnTo>
                  <a:lnTo>
                    <a:pt x="3509503" y="882372"/>
                  </a:lnTo>
                  <a:lnTo>
                    <a:pt x="3437881" y="846551"/>
                  </a:lnTo>
                  <a:lnTo>
                    <a:pt x="3366258" y="808668"/>
                  </a:lnTo>
                  <a:lnTo>
                    <a:pt x="3294636" y="768604"/>
                  </a:lnTo>
                  <a:lnTo>
                    <a:pt x="3223013" y="726233"/>
                  </a:lnTo>
                  <a:lnTo>
                    <a:pt x="3151391" y="681423"/>
                  </a:lnTo>
                  <a:lnTo>
                    <a:pt x="3079768" y="665328"/>
                  </a:lnTo>
                  <a:lnTo>
                    <a:pt x="3008146" y="653857"/>
                  </a:lnTo>
                  <a:lnTo>
                    <a:pt x="2936523" y="642229"/>
                  </a:lnTo>
                  <a:lnTo>
                    <a:pt x="2864901" y="630442"/>
                  </a:lnTo>
                  <a:lnTo>
                    <a:pt x="2793278" y="618494"/>
                  </a:lnTo>
                  <a:lnTo>
                    <a:pt x="2721655" y="606383"/>
                  </a:lnTo>
                  <a:lnTo>
                    <a:pt x="2650033" y="594106"/>
                  </a:lnTo>
                  <a:lnTo>
                    <a:pt x="2578410" y="581661"/>
                  </a:lnTo>
                  <a:lnTo>
                    <a:pt x="2506788" y="569047"/>
                  </a:lnTo>
                  <a:lnTo>
                    <a:pt x="2435165" y="556259"/>
                  </a:lnTo>
                  <a:lnTo>
                    <a:pt x="2363543" y="543297"/>
                  </a:lnTo>
                  <a:lnTo>
                    <a:pt x="2291920" y="530158"/>
                  </a:lnTo>
                  <a:lnTo>
                    <a:pt x="2220298" y="516840"/>
                  </a:lnTo>
                  <a:lnTo>
                    <a:pt x="2148675" y="503339"/>
                  </a:lnTo>
                  <a:lnTo>
                    <a:pt x="2077053" y="489653"/>
                  </a:lnTo>
                  <a:lnTo>
                    <a:pt x="2005430" y="475781"/>
                  </a:lnTo>
                  <a:lnTo>
                    <a:pt x="1933808" y="461719"/>
                  </a:lnTo>
                  <a:lnTo>
                    <a:pt x="1862185" y="447465"/>
                  </a:lnTo>
                  <a:lnTo>
                    <a:pt x="1790563" y="433016"/>
                  </a:lnTo>
                  <a:lnTo>
                    <a:pt x="1718940" y="418369"/>
                  </a:lnTo>
                  <a:lnTo>
                    <a:pt x="1647318" y="403523"/>
                  </a:lnTo>
                  <a:lnTo>
                    <a:pt x="1575695" y="388473"/>
                  </a:lnTo>
                  <a:lnTo>
                    <a:pt x="1504073" y="373218"/>
                  </a:lnTo>
                  <a:lnTo>
                    <a:pt x="1432450" y="357754"/>
                  </a:lnTo>
                  <a:lnTo>
                    <a:pt x="1360827" y="342079"/>
                  </a:lnTo>
                  <a:lnTo>
                    <a:pt x="1289205" y="326189"/>
                  </a:lnTo>
                  <a:lnTo>
                    <a:pt x="1217582" y="310083"/>
                  </a:lnTo>
                  <a:lnTo>
                    <a:pt x="1145960" y="293756"/>
                  </a:lnTo>
                  <a:lnTo>
                    <a:pt x="1074337" y="277206"/>
                  </a:lnTo>
                  <a:lnTo>
                    <a:pt x="1002715" y="260430"/>
                  </a:lnTo>
                  <a:lnTo>
                    <a:pt x="931092" y="243424"/>
                  </a:lnTo>
                  <a:lnTo>
                    <a:pt x="859470" y="226186"/>
                  </a:lnTo>
                  <a:lnTo>
                    <a:pt x="787847" y="208713"/>
                  </a:lnTo>
                  <a:lnTo>
                    <a:pt x="716225" y="191000"/>
                  </a:lnTo>
                  <a:lnTo>
                    <a:pt x="644602" y="173046"/>
                  </a:lnTo>
                  <a:lnTo>
                    <a:pt x="572980" y="154846"/>
                  </a:lnTo>
                  <a:lnTo>
                    <a:pt x="501357" y="136397"/>
                  </a:lnTo>
                  <a:lnTo>
                    <a:pt x="429735" y="117696"/>
                  </a:lnTo>
                  <a:lnTo>
                    <a:pt x="358112" y="98740"/>
                  </a:lnTo>
                  <a:lnTo>
                    <a:pt x="286490" y="79524"/>
                  </a:lnTo>
                  <a:lnTo>
                    <a:pt x="214867" y="60046"/>
                  </a:lnTo>
                  <a:lnTo>
                    <a:pt x="143245" y="40302"/>
                  </a:lnTo>
                  <a:lnTo>
                    <a:pt x="71622" y="2028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358302" y="2073503"/>
              <a:ext cx="6904376" cy="3361824"/>
            </a:xfrm>
            <a:custGeom>
              <a:avLst/>
              <a:pathLst>
                <a:path w="6904376" h="3361824">
                  <a:moveTo>
                    <a:pt x="0" y="0"/>
                  </a:moveTo>
                  <a:lnTo>
                    <a:pt x="28614" y="48565"/>
                  </a:lnTo>
                  <a:lnTo>
                    <a:pt x="100236" y="165972"/>
                  </a:lnTo>
                  <a:lnTo>
                    <a:pt x="171859" y="279366"/>
                  </a:lnTo>
                  <a:lnTo>
                    <a:pt x="243481" y="388884"/>
                  </a:lnTo>
                  <a:lnTo>
                    <a:pt x="315104" y="494660"/>
                  </a:lnTo>
                  <a:lnTo>
                    <a:pt x="386726" y="596820"/>
                  </a:lnTo>
                  <a:lnTo>
                    <a:pt x="458349" y="695489"/>
                  </a:lnTo>
                  <a:lnTo>
                    <a:pt x="529971" y="790785"/>
                  </a:lnTo>
                  <a:lnTo>
                    <a:pt x="601594" y="882824"/>
                  </a:lnTo>
                  <a:lnTo>
                    <a:pt x="673216" y="971718"/>
                  </a:lnTo>
                  <a:lnTo>
                    <a:pt x="744839" y="1057573"/>
                  </a:lnTo>
                  <a:lnTo>
                    <a:pt x="816461" y="1140494"/>
                  </a:lnTo>
                  <a:lnTo>
                    <a:pt x="888084" y="1220581"/>
                  </a:lnTo>
                  <a:lnTo>
                    <a:pt x="959707" y="1297931"/>
                  </a:lnTo>
                  <a:lnTo>
                    <a:pt x="1031329" y="1372638"/>
                  </a:lnTo>
                  <a:lnTo>
                    <a:pt x="1102952" y="1444790"/>
                  </a:lnTo>
                  <a:lnTo>
                    <a:pt x="1174574" y="1514477"/>
                  </a:lnTo>
                  <a:lnTo>
                    <a:pt x="1246197" y="1581783"/>
                  </a:lnTo>
                  <a:lnTo>
                    <a:pt x="1317819" y="1646787"/>
                  </a:lnTo>
                  <a:lnTo>
                    <a:pt x="1389442" y="1709570"/>
                  </a:lnTo>
                  <a:lnTo>
                    <a:pt x="1461064" y="1770208"/>
                  </a:lnTo>
                  <a:lnTo>
                    <a:pt x="1532687" y="1828773"/>
                  </a:lnTo>
                  <a:lnTo>
                    <a:pt x="1604309" y="1885336"/>
                  </a:lnTo>
                  <a:lnTo>
                    <a:pt x="1675932" y="1939966"/>
                  </a:lnTo>
                  <a:lnTo>
                    <a:pt x="1747554" y="1992729"/>
                  </a:lnTo>
                  <a:lnTo>
                    <a:pt x="1819177" y="2043689"/>
                  </a:lnTo>
                  <a:lnTo>
                    <a:pt x="1890799" y="2092906"/>
                  </a:lnTo>
                  <a:lnTo>
                    <a:pt x="1962422" y="2140442"/>
                  </a:lnTo>
                  <a:lnTo>
                    <a:pt x="2034044" y="2186353"/>
                  </a:lnTo>
                  <a:lnTo>
                    <a:pt x="2105667" y="2230695"/>
                  </a:lnTo>
                  <a:lnTo>
                    <a:pt x="2177289" y="2273522"/>
                  </a:lnTo>
                  <a:lnTo>
                    <a:pt x="2248912" y="2314884"/>
                  </a:lnTo>
                  <a:lnTo>
                    <a:pt x="2320535" y="2354834"/>
                  </a:lnTo>
                  <a:lnTo>
                    <a:pt x="2392157" y="2393417"/>
                  </a:lnTo>
                  <a:lnTo>
                    <a:pt x="2463780" y="2430682"/>
                  </a:lnTo>
                  <a:lnTo>
                    <a:pt x="2535402" y="2466674"/>
                  </a:lnTo>
                  <a:lnTo>
                    <a:pt x="2607025" y="2501435"/>
                  </a:lnTo>
                  <a:lnTo>
                    <a:pt x="2678647" y="2535008"/>
                  </a:lnTo>
                  <a:lnTo>
                    <a:pt x="2750270" y="2567434"/>
                  </a:lnTo>
                  <a:lnTo>
                    <a:pt x="2821892" y="2598751"/>
                  </a:lnTo>
                  <a:lnTo>
                    <a:pt x="2893515" y="2628998"/>
                  </a:lnTo>
                  <a:lnTo>
                    <a:pt x="2965137" y="2658212"/>
                  </a:lnTo>
                  <a:lnTo>
                    <a:pt x="3036760" y="2686427"/>
                  </a:lnTo>
                  <a:lnTo>
                    <a:pt x="3108382" y="2713677"/>
                  </a:lnTo>
                  <a:lnTo>
                    <a:pt x="3180005" y="2739996"/>
                  </a:lnTo>
                  <a:lnTo>
                    <a:pt x="3251627" y="2765416"/>
                  </a:lnTo>
                  <a:lnTo>
                    <a:pt x="3323250" y="2789967"/>
                  </a:lnTo>
                  <a:lnTo>
                    <a:pt x="3394872" y="2813679"/>
                  </a:lnTo>
                  <a:lnTo>
                    <a:pt x="3466495" y="2836580"/>
                  </a:lnTo>
                  <a:lnTo>
                    <a:pt x="3538117" y="2858699"/>
                  </a:lnTo>
                  <a:lnTo>
                    <a:pt x="3609740" y="2880062"/>
                  </a:lnTo>
                  <a:lnTo>
                    <a:pt x="3681363" y="2900694"/>
                  </a:lnTo>
                  <a:lnTo>
                    <a:pt x="3752985" y="2920622"/>
                  </a:lnTo>
                  <a:lnTo>
                    <a:pt x="3824608" y="2939868"/>
                  </a:lnTo>
                  <a:lnTo>
                    <a:pt x="3896230" y="2958456"/>
                  </a:lnTo>
                  <a:lnTo>
                    <a:pt x="3967853" y="2976410"/>
                  </a:lnTo>
                  <a:lnTo>
                    <a:pt x="4039475" y="2993749"/>
                  </a:lnTo>
                  <a:lnTo>
                    <a:pt x="4111098" y="3010496"/>
                  </a:lnTo>
                  <a:lnTo>
                    <a:pt x="4182720" y="3026671"/>
                  </a:lnTo>
                  <a:lnTo>
                    <a:pt x="4254343" y="3042293"/>
                  </a:lnTo>
                  <a:lnTo>
                    <a:pt x="4325965" y="3057381"/>
                  </a:lnTo>
                  <a:lnTo>
                    <a:pt x="4397588" y="3071953"/>
                  </a:lnTo>
                  <a:lnTo>
                    <a:pt x="4469210" y="3086027"/>
                  </a:lnTo>
                  <a:lnTo>
                    <a:pt x="4540833" y="3099620"/>
                  </a:lnTo>
                  <a:lnTo>
                    <a:pt x="4612455" y="3112749"/>
                  </a:lnTo>
                  <a:lnTo>
                    <a:pt x="4684078" y="3125429"/>
                  </a:lnTo>
                  <a:lnTo>
                    <a:pt x="4755700" y="3137675"/>
                  </a:lnTo>
                  <a:lnTo>
                    <a:pt x="4827323" y="3149503"/>
                  </a:lnTo>
                  <a:lnTo>
                    <a:pt x="4898945" y="3160927"/>
                  </a:lnTo>
                  <a:lnTo>
                    <a:pt x="4970568" y="3171960"/>
                  </a:lnTo>
                  <a:lnTo>
                    <a:pt x="5042191" y="3182616"/>
                  </a:lnTo>
                  <a:lnTo>
                    <a:pt x="5113813" y="3192908"/>
                  </a:lnTo>
                  <a:lnTo>
                    <a:pt x="5185436" y="3202848"/>
                  </a:lnTo>
                  <a:lnTo>
                    <a:pt x="5257058" y="3212449"/>
                  </a:lnTo>
                  <a:lnTo>
                    <a:pt x="5328681" y="3221721"/>
                  </a:lnTo>
                  <a:lnTo>
                    <a:pt x="5400303" y="3230677"/>
                  </a:lnTo>
                  <a:lnTo>
                    <a:pt x="5471926" y="3239326"/>
                  </a:lnTo>
                  <a:lnTo>
                    <a:pt x="5543548" y="3247680"/>
                  </a:lnTo>
                  <a:lnTo>
                    <a:pt x="5615171" y="3255748"/>
                  </a:lnTo>
                  <a:lnTo>
                    <a:pt x="5686793" y="3263540"/>
                  </a:lnTo>
                  <a:lnTo>
                    <a:pt x="5758416" y="3271066"/>
                  </a:lnTo>
                  <a:lnTo>
                    <a:pt x="5830038" y="3278335"/>
                  </a:lnTo>
                  <a:lnTo>
                    <a:pt x="5901661" y="3285356"/>
                  </a:lnTo>
                  <a:lnTo>
                    <a:pt x="5973283" y="3292136"/>
                  </a:lnTo>
                  <a:lnTo>
                    <a:pt x="6044906" y="3298685"/>
                  </a:lnTo>
                  <a:lnTo>
                    <a:pt x="6116528" y="3305010"/>
                  </a:lnTo>
                  <a:lnTo>
                    <a:pt x="6188151" y="3311119"/>
                  </a:lnTo>
                  <a:lnTo>
                    <a:pt x="6259773" y="3317019"/>
                  </a:lnTo>
                  <a:lnTo>
                    <a:pt x="6331396" y="3322717"/>
                  </a:lnTo>
                  <a:lnTo>
                    <a:pt x="6403019" y="3328221"/>
                  </a:lnTo>
                  <a:lnTo>
                    <a:pt x="6474641" y="3333536"/>
                  </a:lnTo>
                  <a:lnTo>
                    <a:pt x="6546264" y="3338670"/>
                  </a:lnTo>
                  <a:lnTo>
                    <a:pt x="6617886" y="3343629"/>
                  </a:lnTo>
                  <a:lnTo>
                    <a:pt x="6689509" y="3348418"/>
                  </a:lnTo>
                  <a:lnTo>
                    <a:pt x="6761131" y="3353043"/>
                  </a:lnTo>
                  <a:lnTo>
                    <a:pt x="6832754" y="3357510"/>
                  </a:lnTo>
                  <a:lnTo>
                    <a:pt x="6904376" y="336182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1.58 (1.19-2.08), p_Bonf = 0.008 (n = 6)  |  per IQR decline (Δ = 25.8 %): 3.24 (1.58-6.64)  |  IQR: [-10.7, 15.1]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2026-08-06T10:29:30Z</dcterms:modified>
  <cp:category/>
</cp:coreProperties>
</file>