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45752"/>
            </a:xfrm>
            <a:custGeom>
              <a:avLst/>
              <a:pathLst>
                <a:path w="7090630" h="3445752">
                  <a:moveTo>
                    <a:pt x="1304320" y="0"/>
                  </a:moveTo>
                  <a:lnTo>
                    <a:pt x="1360827" y="151231"/>
                  </a:lnTo>
                  <a:lnTo>
                    <a:pt x="1432450" y="332488"/>
                  </a:lnTo>
                  <a:lnTo>
                    <a:pt x="1504073" y="503887"/>
                  </a:lnTo>
                  <a:lnTo>
                    <a:pt x="1575695" y="665963"/>
                  </a:lnTo>
                  <a:lnTo>
                    <a:pt x="1647318" y="819224"/>
                  </a:lnTo>
                  <a:lnTo>
                    <a:pt x="1718940" y="964149"/>
                  </a:lnTo>
                  <a:lnTo>
                    <a:pt x="1790563" y="1101191"/>
                  </a:lnTo>
                  <a:lnTo>
                    <a:pt x="1862185" y="1230780"/>
                  </a:lnTo>
                  <a:lnTo>
                    <a:pt x="1933808" y="1353320"/>
                  </a:lnTo>
                  <a:lnTo>
                    <a:pt x="2005430" y="1469195"/>
                  </a:lnTo>
                  <a:lnTo>
                    <a:pt x="2077053" y="1578768"/>
                  </a:lnTo>
                  <a:lnTo>
                    <a:pt x="2148675" y="1682381"/>
                  </a:lnTo>
                  <a:lnTo>
                    <a:pt x="2220298" y="1780358"/>
                  </a:lnTo>
                  <a:lnTo>
                    <a:pt x="2291920" y="1873006"/>
                  </a:lnTo>
                  <a:lnTo>
                    <a:pt x="2363543" y="1960615"/>
                  </a:lnTo>
                  <a:lnTo>
                    <a:pt x="2435165" y="2043459"/>
                  </a:lnTo>
                  <a:lnTo>
                    <a:pt x="2506788" y="2121797"/>
                  </a:lnTo>
                  <a:lnTo>
                    <a:pt x="2578410" y="2195875"/>
                  </a:lnTo>
                  <a:lnTo>
                    <a:pt x="2650033" y="2265923"/>
                  </a:lnTo>
                  <a:lnTo>
                    <a:pt x="2721655" y="2332161"/>
                  </a:lnTo>
                  <a:lnTo>
                    <a:pt x="2793278" y="2394796"/>
                  </a:lnTo>
                  <a:lnTo>
                    <a:pt x="2864901" y="2454025"/>
                  </a:lnTo>
                  <a:lnTo>
                    <a:pt x="2936523" y="2510032"/>
                  </a:lnTo>
                  <a:lnTo>
                    <a:pt x="3008146" y="2562993"/>
                  </a:lnTo>
                  <a:lnTo>
                    <a:pt x="3079768" y="2613073"/>
                  </a:lnTo>
                  <a:lnTo>
                    <a:pt x="3151391" y="2655777"/>
                  </a:lnTo>
                  <a:lnTo>
                    <a:pt x="3223013" y="2666929"/>
                  </a:lnTo>
                  <a:lnTo>
                    <a:pt x="3294636" y="2677930"/>
                  </a:lnTo>
                  <a:lnTo>
                    <a:pt x="3366258" y="2688784"/>
                  </a:lnTo>
                  <a:lnTo>
                    <a:pt x="3437881" y="2699491"/>
                  </a:lnTo>
                  <a:lnTo>
                    <a:pt x="3509503" y="2710054"/>
                  </a:lnTo>
                  <a:lnTo>
                    <a:pt x="3581126" y="2720474"/>
                  </a:lnTo>
                  <a:lnTo>
                    <a:pt x="3652748" y="2730754"/>
                  </a:lnTo>
                  <a:lnTo>
                    <a:pt x="3724371" y="2740896"/>
                  </a:lnTo>
                  <a:lnTo>
                    <a:pt x="3795993" y="2750901"/>
                  </a:lnTo>
                  <a:lnTo>
                    <a:pt x="3867616" y="2760772"/>
                  </a:lnTo>
                  <a:lnTo>
                    <a:pt x="3939238" y="2770509"/>
                  </a:lnTo>
                  <a:lnTo>
                    <a:pt x="4010861" y="2780116"/>
                  </a:lnTo>
                  <a:lnTo>
                    <a:pt x="4082483" y="2789593"/>
                  </a:lnTo>
                  <a:lnTo>
                    <a:pt x="4154106" y="2798942"/>
                  </a:lnTo>
                  <a:lnTo>
                    <a:pt x="4225729" y="2808165"/>
                  </a:lnTo>
                  <a:lnTo>
                    <a:pt x="4297351" y="2817264"/>
                  </a:lnTo>
                  <a:lnTo>
                    <a:pt x="4368974" y="2826241"/>
                  </a:lnTo>
                  <a:lnTo>
                    <a:pt x="4440596" y="2835097"/>
                  </a:lnTo>
                  <a:lnTo>
                    <a:pt x="4512219" y="2843833"/>
                  </a:lnTo>
                  <a:lnTo>
                    <a:pt x="4583841" y="2852452"/>
                  </a:lnTo>
                  <a:lnTo>
                    <a:pt x="4655464" y="2860955"/>
                  </a:lnTo>
                  <a:lnTo>
                    <a:pt x="4727086" y="2869343"/>
                  </a:lnTo>
                  <a:lnTo>
                    <a:pt x="4798709" y="2877618"/>
                  </a:lnTo>
                  <a:lnTo>
                    <a:pt x="4870331" y="2885782"/>
                  </a:lnTo>
                  <a:lnTo>
                    <a:pt x="4941954" y="2893835"/>
                  </a:lnTo>
                  <a:lnTo>
                    <a:pt x="5013576" y="2901781"/>
                  </a:lnTo>
                  <a:lnTo>
                    <a:pt x="5085199" y="2909619"/>
                  </a:lnTo>
                  <a:lnTo>
                    <a:pt x="5156821" y="2917352"/>
                  </a:lnTo>
                  <a:lnTo>
                    <a:pt x="5228444" y="2924980"/>
                  </a:lnTo>
                  <a:lnTo>
                    <a:pt x="5300066" y="2932506"/>
                  </a:lnTo>
                  <a:lnTo>
                    <a:pt x="5371689" y="2939930"/>
                  </a:lnTo>
                  <a:lnTo>
                    <a:pt x="5443311" y="2947255"/>
                  </a:lnTo>
                  <a:lnTo>
                    <a:pt x="5514934" y="2954481"/>
                  </a:lnTo>
                  <a:lnTo>
                    <a:pt x="5586557" y="2961609"/>
                  </a:lnTo>
                  <a:lnTo>
                    <a:pt x="5658179" y="2968642"/>
                  </a:lnTo>
                  <a:lnTo>
                    <a:pt x="5729802" y="2975579"/>
                  </a:lnTo>
                  <a:lnTo>
                    <a:pt x="5801424" y="2982424"/>
                  </a:lnTo>
                  <a:lnTo>
                    <a:pt x="5873047" y="2989176"/>
                  </a:lnTo>
                  <a:lnTo>
                    <a:pt x="5944669" y="2995837"/>
                  </a:lnTo>
                  <a:lnTo>
                    <a:pt x="6016292" y="3002409"/>
                  </a:lnTo>
                  <a:lnTo>
                    <a:pt x="6087914" y="3008892"/>
                  </a:lnTo>
                  <a:lnTo>
                    <a:pt x="6159537" y="3015287"/>
                  </a:lnTo>
                  <a:lnTo>
                    <a:pt x="6231159" y="3021597"/>
                  </a:lnTo>
                  <a:lnTo>
                    <a:pt x="6302782" y="3027821"/>
                  </a:lnTo>
                  <a:lnTo>
                    <a:pt x="6374404" y="3033962"/>
                  </a:lnTo>
                  <a:lnTo>
                    <a:pt x="6446027" y="3040020"/>
                  </a:lnTo>
                  <a:lnTo>
                    <a:pt x="6517649" y="3045996"/>
                  </a:lnTo>
                  <a:lnTo>
                    <a:pt x="6589272" y="3051892"/>
                  </a:lnTo>
                  <a:lnTo>
                    <a:pt x="6660894" y="3057709"/>
                  </a:lnTo>
                  <a:lnTo>
                    <a:pt x="6732517" y="3063447"/>
                  </a:lnTo>
                  <a:lnTo>
                    <a:pt x="6804139" y="3069108"/>
                  </a:lnTo>
                  <a:lnTo>
                    <a:pt x="6875762" y="3074692"/>
                  </a:lnTo>
                  <a:lnTo>
                    <a:pt x="6947385" y="3080202"/>
                  </a:lnTo>
                  <a:lnTo>
                    <a:pt x="7019007" y="3085637"/>
                  </a:lnTo>
                  <a:lnTo>
                    <a:pt x="7090630" y="3090999"/>
                  </a:lnTo>
                  <a:lnTo>
                    <a:pt x="7090630" y="3445752"/>
                  </a:lnTo>
                  <a:lnTo>
                    <a:pt x="7019007" y="3443567"/>
                  </a:lnTo>
                  <a:lnTo>
                    <a:pt x="6947385" y="3441256"/>
                  </a:lnTo>
                  <a:lnTo>
                    <a:pt x="6875762" y="3438812"/>
                  </a:lnTo>
                  <a:lnTo>
                    <a:pt x="6804139" y="3436227"/>
                  </a:lnTo>
                  <a:lnTo>
                    <a:pt x="6732517" y="3433494"/>
                  </a:lnTo>
                  <a:lnTo>
                    <a:pt x="6660894" y="3430604"/>
                  </a:lnTo>
                  <a:lnTo>
                    <a:pt x="6589272" y="3427547"/>
                  </a:lnTo>
                  <a:lnTo>
                    <a:pt x="6517649" y="3424314"/>
                  </a:lnTo>
                  <a:lnTo>
                    <a:pt x="6446027" y="3420896"/>
                  </a:lnTo>
                  <a:lnTo>
                    <a:pt x="6374404" y="3417281"/>
                  </a:lnTo>
                  <a:lnTo>
                    <a:pt x="6302782" y="3413458"/>
                  </a:lnTo>
                  <a:lnTo>
                    <a:pt x="6231159" y="3409415"/>
                  </a:lnTo>
                  <a:lnTo>
                    <a:pt x="6159537" y="3405139"/>
                  </a:lnTo>
                  <a:lnTo>
                    <a:pt x="6087914" y="3400618"/>
                  </a:lnTo>
                  <a:lnTo>
                    <a:pt x="6016292" y="3395836"/>
                  </a:lnTo>
                  <a:lnTo>
                    <a:pt x="5944669" y="3390780"/>
                  </a:lnTo>
                  <a:lnTo>
                    <a:pt x="5873047" y="3385432"/>
                  </a:lnTo>
                  <a:lnTo>
                    <a:pt x="5801424" y="3379778"/>
                  </a:lnTo>
                  <a:lnTo>
                    <a:pt x="5729802" y="3373797"/>
                  </a:lnTo>
                  <a:lnTo>
                    <a:pt x="5658179" y="3367473"/>
                  </a:lnTo>
                  <a:lnTo>
                    <a:pt x="5586557" y="3360785"/>
                  </a:lnTo>
                  <a:lnTo>
                    <a:pt x="5514934" y="3353713"/>
                  </a:lnTo>
                  <a:lnTo>
                    <a:pt x="5443311" y="3346233"/>
                  </a:lnTo>
                  <a:lnTo>
                    <a:pt x="5371689" y="3338324"/>
                  </a:lnTo>
                  <a:lnTo>
                    <a:pt x="5300066" y="3329959"/>
                  </a:lnTo>
                  <a:lnTo>
                    <a:pt x="5228444" y="3321113"/>
                  </a:lnTo>
                  <a:lnTo>
                    <a:pt x="5156821" y="3311759"/>
                  </a:lnTo>
                  <a:lnTo>
                    <a:pt x="5085199" y="3301866"/>
                  </a:lnTo>
                  <a:lnTo>
                    <a:pt x="5013576" y="3291405"/>
                  </a:lnTo>
                  <a:lnTo>
                    <a:pt x="4941954" y="3280341"/>
                  </a:lnTo>
                  <a:lnTo>
                    <a:pt x="4870331" y="3268642"/>
                  </a:lnTo>
                  <a:lnTo>
                    <a:pt x="4798709" y="3256269"/>
                  </a:lnTo>
                  <a:lnTo>
                    <a:pt x="4727086" y="3243185"/>
                  </a:lnTo>
                  <a:lnTo>
                    <a:pt x="4655464" y="3229348"/>
                  </a:lnTo>
                  <a:lnTo>
                    <a:pt x="4583841" y="3214715"/>
                  </a:lnTo>
                  <a:lnTo>
                    <a:pt x="4512219" y="3199241"/>
                  </a:lnTo>
                  <a:lnTo>
                    <a:pt x="4440596" y="3182876"/>
                  </a:lnTo>
                  <a:lnTo>
                    <a:pt x="4368974" y="3165570"/>
                  </a:lnTo>
                  <a:lnTo>
                    <a:pt x="4297351" y="3147269"/>
                  </a:lnTo>
                  <a:lnTo>
                    <a:pt x="4225729" y="3127915"/>
                  </a:lnTo>
                  <a:lnTo>
                    <a:pt x="4154106" y="3107448"/>
                  </a:lnTo>
                  <a:lnTo>
                    <a:pt x="4082483" y="3085804"/>
                  </a:lnTo>
                  <a:lnTo>
                    <a:pt x="4010861" y="3062915"/>
                  </a:lnTo>
                  <a:lnTo>
                    <a:pt x="3939238" y="3038709"/>
                  </a:lnTo>
                  <a:lnTo>
                    <a:pt x="3867616" y="3013111"/>
                  </a:lnTo>
                  <a:lnTo>
                    <a:pt x="3795993" y="2986040"/>
                  </a:lnTo>
                  <a:lnTo>
                    <a:pt x="3724371" y="2957413"/>
                  </a:lnTo>
                  <a:lnTo>
                    <a:pt x="3652748" y="2927138"/>
                  </a:lnTo>
                  <a:lnTo>
                    <a:pt x="3581126" y="2895123"/>
                  </a:lnTo>
                  <a:lnTo>
                    <a:pt x="3509503" y="2861266"/>
                  </a:lnTo>
                  <a:lnTo>
                    <a:pt x="3437881" y="2825461"/>
                  </a:lnTo>
                  <a:lnTo>
                    <a:pt x="3366258" y="2787597"/>
                  </a:lnTo>
                  <a:lnTo>
                    <a:pt x="3294636" y="2747555"/>
                  </a:lnTo>
                  <a:lnTo>
                    <a:pt x="3223013" y="2705210"/>
                  </a:lnTo>
                  <a:lnTo>
                    <a:pt x="3151391" y="2660430"/>
                  </a:lnTo>
                  <a:lnTo>
                    <a:pt x="3079768" y="2644474"/>
                  </a:lnTo>
                  <a:lnTo>
                    <a:pt x="3008146" y="2633015"/>
                  </a:lnTo>
                  <a:lnTo>
                    <a:pt x="2936523" y="2621401"/>
                  </a:lnTo>
                  <a:lnTo>
                    <a:pt x="2864901" y="2609628"/>
                  </a:lnTo>
                  <a:lnTo>
                    <a:pt x="2793278" y="2597694"/>
                  </a:lnTo>
                  <a:lnTo>
                    <a:pt x="2721655" y="2585597"/>
                  </a:lnTo>
                  <a:lnTo>
                    <a:pt x="2650033" y="2573335"/>
                  </a:lnTo>
                  <a:lnTo>
                    <a:pt x="2578410" y="2560905"/>
                  </a:lnTo>
                  <a:lnTo>
                    <a:pt x="2506788" y="2548306"/>
                  </a:lnTo>
                  <a:lnTo>
                    <a:pt x="2435165" y="2535535"/>
                  </a:lnTo>
                  <a:lnTo>
                    <a:pt x="2363543" y="2522590"/>
                  </a:lnTo>
                  <a:lnTo>
                    <a:pt x="2291920" y="2509468"/>
                  </a:lnTo>
                  <a:lnTo>
                    <a:pt x="2220298" y="2496166"/>
                  </a:lnTo>
                  <a:lnTo>
                    <a:pt x="2148675" y="2482683"/>
                  </a:lnTo>
                  <a:lnTo>
                    <a:pt x="2077053" y="2469016"/>
                  </a:lnTo>
                  <a:lnTo>
                    <a:pt x="2005430" y="2455163"/>
                  </a:lnTo>
                  <a:lnTo>
                    <a:pt x="1933808" y="2441120"/>
                  </a:lnTo>
                  <a:lnTo>
                    <a:pt x="1862185" y="2426885"/>
                  </a:lnTo>
                  <a:lnTo>
                    <a:pt x="1790563" y="2412457"/>
                  </a:lnTo>
                  <a:lnTo>
                    <a:pt x="1718940" y="2397831"/>
                  </a:lnTo>
                  <a:lnTo>
                    <a:pt x="1647318" y="2383005"/>
                  </a:lnTo>
                  <a:lnTo>
                    <a:pt x="1575695" y="2367977"/>
                  </a:lnTo>
                  <a:lnTo>
                    <a:pt x="1504073" y="2352744"/>
                  </a:lnTo>
                  <a:lnTo>
                    <a:pt x="1432450" y="2337303"/>
                  </a:lnTo>
                  <a:lnTo>
                    <a:pt x="1360827" y="2321652"/>
                  </a:lnTo>
                  <a:lnTo>
                    <a:pt x="1289205" y="2305786"/>
                  </a:lnTo>
                  <a:lnTo>
                    <a:pt x="1217582" y="2289704"/>
                  </a:lnTo>
                  <a:lnTo>
                    <a:pt x="1145960" y="2273402"/>
                  </a:lnTo>
                  <a:lnTo>
                    <a:pt x="1074337" y="2256878"/>
                  </a:lnTo>
                  <a:lnTo>
                    <a:pt x="1002715" y="2240128"/>
                  </a:lnTo>
                  <a:lnTo>
                    <a:pt x="931092" y="2223150"/>
                  </a:lnTo>
                  <a:lnTo>
                    <a:pt x="859470" y="2205939"/>
                  </a:lnTo>
                  <a:lnTo>
                    <a:pt x="787847" y="2188494"/>
                  </a:lnTo>
                  <a:lnTo>
                    <a:pt x="716225" y="2170811"/>
                  </a:lnTo>
                  <a:lnTo>
                    <a:pt x="644602" y="2152886"/>
                  </a:lnTo>
                  <a:lnTo>
                    <a:pt x="572980" y="2134716"/>
                  </a:lnTo>
                  <a:lnTo>
                    <a:pt x="501357" y="2116298"/>
                  </a:lnTo>
                  <a:lnTo>
                    <a:pt x="429735" y="2097629"/>
                  </a:lnTo>
                  <a:lnTo>
                    <a:pt x="358112" y="2078705"/>
                  </a:lnTo>
                  <a:lnTo>
                    <a:pt x="286490" y="2059523"/>
                  </a:lnTo>
                  <a:lnTo>
                    <a:pt x="214867" y="2040079"/>
                  </a:lnTo>
                  <a:lnTo>
                    <a:pt x="143245" y="2020369"/>
                  </a:lnTo>
                  <a:lnTo>
                    <a:pt x="71622" y="2000390"/>
                  </a:lnTo>
                  <a:lnTo>
                    <a:pt x="0" y="19801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76369" y="2073503"/>
              <a:ext cx="5786309" cy="3090999"/>
            </a:xfrm>
            <a:custGeom>
              <a:avLst/>
              <a:pathLst>
                <a:path w="5786309" h="3090999">
                  <a:moveTo>
                    <a:pt x="0" y="0"/>
                  </a:moveTo>
                  <a:lnTo>
                    <a:pt x="56507" y="151231"/>
                  </a:lnTo>
                  <a:lnTo>
                    <a:pt x="128130" y="332488"/>
                  </a:lnTo>
                  <a:lnTo>
                    <a:pt x="199752" y="503887"/>
                  </a:lnTo>
                  <a:lnTo>
                    <a:pt x="271375" y="665963"/>
                  </a:lnTo>
                  <a:lnTo>
                    <a:pt x="342997" y="819224"/>
                  </a:lnTo>
                  <a:lnTo>
                    <a:pt x="414620" y="964149"/>
                  </a:lnTo>
                  <a:lnTo>
                    <a:pt x="486242" y="1101191"/>
                  </a:lnTo>
                  <a:lnTo>
                    <a:pt x="557865" y="1230780"/>
                  </a:lnTo>
                  <a:lnTo>
                    <a:pt x="629487" y="1353320"/>
                  </a:lnTo>
                  <a:lnTo>
                    <a:pt x="701110" y="1469195"/>
                  </a:lnTo>
                  <a:lnTo>
                    <a:pt x="772732" y="1578768"/>
                  </a:lnTo>
                  <a:lnTo>
                    <a:pt x="844355" y="1682381"/>
                  </a:lnTo>
                  <a:lnTo>
                    <a:pt x="915978" y="1780358"/>
                  </a:lnTo>
                  <a:lnTo>
                    <a:pt x="987600" y="1873006"/>
                  </a:lnTo>
                  <a:lnTo>
                    <a:pt x="1059223" y="1960615"/>
                  </a:lnTo>
                  <a:lnTo>
                    <a:pt x="1130845" y="2043459"/>
                  </a:lnTo>
                  <a:lnTo>
                    <a:pt x="1202468" y="2121797"/>
                  </a:lnTo>
                  <a:lnTo>
                    <a:pt x="1274090" y="2195875"/>
                  </a:lnTo>
                  <a:lnTo>
                    <a:pt x="1345713" y="2265923"/>
                  </a:lnTo>
                  <a:lnTo>
                    <a:pt x="1417335" y="2332161"/>
                  </a:lnTo>
                  <a:lnTo>
                    <a:pt x="1488958" y="2394796"/>
                  </a:lnTo>
                  <a:lnTo>
                    <a:pt x="1560580" y="2454025"/>
                  </a:lnTo>
                  <a:lnTo>
                    <a:pt x="1632203" y="2510032"/>
                  </a:lnTo>
                  <a:lnTo>
                    <a:pt x="1703825" y="2562993"/>
                  </a:lnTo>
                  <a:lnTo>
                    <a:pt x="1775448" y="2613073"/>
                  </a:lnTo>
                  <a:lnTo>
                    <a:pt x="1847070" y="2655777"/>
                  </a:lnTo>
                  <a:lnTo>
                    <a:pt x="1918693" y="2666929"/>
                  </a:lnTo>
                  <a:lnTo>
                    <a:pt x="1990315" y="2677930"/>
                  </a:lnTo>
                  <a:lnTo>
                    <a:pt x="2061938" y="2688784"/>
                  </a:lnTo>
                  <a:lnTo>
                    <a:pt x="2133560" y="2699491"/>
                  </a:lnTo>
                  <a:lnTo>
                    <a:pt x="2205183" y="2710054"/>
                  </a:lnTo>
                  <a:lnTo>
                    <a:pt x="2276806" y="2720474"/>
                  </a:lnTo>
                  <a:lnTo>
                    <a:pt x="2348428" y="2730754"/>
                  </a:lnTo>
                  <a:lnTo>
                    <a:pt x="2420051" y="2740896"/>
                  </a:lnTo>
                  <a:lnTo>
                    <a:pt x="2491673" y="2750901"/>
                  </a:lnTo>
                  <a:lnTo>
                    <a:pt x="2563296" y="2760772"/>
                  </a:lnTo>
                  <a:lnTo>
                    <a:pt x="2634918" y="2770509"/>
                  </a:lnTo>
                  <a:lnTo>
                    <a:pt x="2706541" y="2780116"/>
                  </a:lnTo>
                  <a:lnTo>
                    <a:pt x="2778163" y="2789593"/>
                  </a:lnTo>
                  <a:lnTo>
                    <a:pt x="2849786" y="2798942"/>
                  </a:lnTo>
                  <a:lnTo>
                    <a:pt x="2921408" y="2808165"/>
                  </a:lnTo>
                  <a:lnTo>
                    <a:pt x="2993031" y="2817264"/>
                  </a:lnTo>
                  <a:lnTo>
                    <a:pt x="3064653" y="2826241"/>
                  </a:lnTo>
                  <a:lnTo>
                    <a:pt x="3136276" y="2835097"/>
                  </a:lnTo>
                  <a:lnTo>
                    <a:pt x="3207898" y="2843833"/>
                  </a:lnTo>
                  <a:lnTo>
                    <a:pt x="3279521" y="2852452"/>
                  </a:lnTo>
                  <a:lnTo>
                    <a:pt x="3351143" y="2860955"/>
                  </a:lnTo>
                  <a:lnTo>
                    <a:pt x="3422766" y="2869343"/>
                  </a:lnTo>
                  <a:lnTo>
                    <a:pt x="3494388" y="2877618"/>
                  </a:lnTo>
                  <a:lnTo>
                    <a:pt x="3566011" y="2885782"/>
                  </a:lnTo>
                  <a:lnTo>
                    <a:pt x="3637634" y="2893835"/>
                  </a:lnTo>
                  <a:lnTo>
                    <a:pt x="3709256" y="2901781"/>
                  </a:lnTo>
                  <a:lnTo>
                    <a:pt x="3780879" y="2909619"/>
                  </a:lnTo>
                  <a:lnTo>
                    <a:pt x="3852501" y="2917352"/>
                  </a:lnTo>
                  <a:lnTo>
                    <a:pt x="3924124" y="2924980"/>
                  </a:lnTo>
                  <a:lnTo>
                    <a:pt x="3995746" y="2932506"/>
                  </a:lnTo>
                  <a:lnTo>
                    <a:pt x="4067369" y="2939930"/>
                  </a:lnTo>
                  <a:lnTo>
                    <a:pt x="4138991" y="2947255"/>
                  </a:lnTo>
                  <a:lnTo>
                    <a:pt x="4210614" y="2954481"/>
                  </a:lnTo>
                  <a:lnTo>
                    <a:pt x="4282236" y="2961609"/>
                  </a:lnTo>
                  <a:lnTo>
                    <a:pt x="4353859" y="2968642"/>
                  </a:lnTo>
                  <a:lnTo>
                    <a:pt x="4425481" y="2975579"/>
                  </a:lnTo>
                  <a:lnTo>
                    <a:pt x="4497104" y="2982424"/>
                  </a:lnTo>
                  <a:lnTo>
                    <a:pt x="4568726" y="2989176"/>
                  </a:lnTo>
                  <a:lnTo>
                    <a:pt x="4640349" y="2995837"/>
                  </a:lnTo>
                  <a:lnTo>
                    <a:pt x="4711971" y="3002409"/>
                  </a:lnTo>
                  <a:lnTo>
                    <a:pt x="4783594" y="3008892"/>
                  </a:lnTo>
                  <a:lnTo>
                    <a:pt x="4855216" y="3015287"/>
                  </a:lnTo>
                  <a:lnTo>
                    <a:pt x="4926839" y="3021597"/>
                  </a:lnTo>
                  <a:lnTo>
                    <a:pt x="4998462" y="3027821"/>
                  </a:lnTo>
                  <a:lnTo>
                    <a:pt x="5070084" y="3033962"/>
                  </a:lnTo>
                  <a:lnTo>
                    <a:pt x="5141707" y="3040020"/>
                  </a:lnTo>
                  <a:lnTo>
                    <a:pt x="5213329" y="3045996"/>
                  </a:lnTo>
                  <a:lnTo>
                    <a:pt x="5284952" y="3051892"/>
                  </a:lnTo>
                  <a:lnTo>
                    <a:pt x="5356574" y="3057709"/>
                  </a:lnTo>
                  <a:lnTo>
                    <a:pt x="5428197" y="3063447"/>
                  </a:lnTo>
                  <a:lnTo>
                    <a:pt x="5499819" y="3069108"/>
                  </a:lnTo>
                  <a:lnTo>
                    <a:pt x="5571442" y="3074692"/>
                  </a:lnTo>
                  <a:lnTo>
                    <a:pt x="5643064" y="3080202"/>
                  </a:lnTo>
                  <a:lnTo>
                    <a:pt x="5714687" y="3085637"/>
                  </a:lnTo>
                  <a:lnTo>
                    <a:pt x="5786309" y="30909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53642"/>
              <a:ext cx="7090630" cy="1465613"/>
            </a:xfrm>
            <a:custGeom>
              <a:avLst/>
              <a:pathLst>
                <a:path w="7090630" h="1465613">
                  <a:moveTo>
                    <a:pt x="7090630" y="1465613"/>
                  </a:moveTo>
                  <a:lnTo>
                    <a:pt x="7019007" y="1463428"/>
                  </a:lnTo>
                  <a:lnTo>
                    <a:pt x="6947385" y="1461117"/>
                  </a:lnTo>
                  <a:lnTo>
                    <a:pt x="6875762" y="1458673"/>
                  </a:lnTo>
                  <a:lnTo>
                    <a:pt x="6804139" y="1456088"/>
                  </a:lnTo>
                  <a:lnTo>
                    <a:pt x="6732517" y="1453355"/>
                  </a:lnTo>
                  <a:lnTo>
                    <a:pt x="6660894" y="1450464"/>
                  </a:lnTo>
                  <a:lnTo>
                    <a:pt x="6589272" y="1447408"/>
                  </a:lnTo>
                  <a:lnTo>
                    <a:pt x="6517649" y="1444175"/>
                  </a:lnTo>
                  <a:lnTo>
                    <a:pt x="6446027" y="1440757"/>
                  </a:lnTo>
                  <a:lnTo>
                    <a:pt x="6374404" y="1437141"/>
                  </a:lnTo>
                  <a:lnTo>
                    <a:pt x="6302782" y="1433318"/>
                  </a:lnTo>
                  <a:lnTo>
                    <a:pt x="6231159" y="1429275"/>
                  </a:lnTo>
                  <a:lnTo>
                    <a:pt x="6159537" y="1425000"/>
                  </a:lnTo>
                  <a:lnTo>
                    <a:pt x="6087914" y="1420479"/>
                  </a:lnTo>
                  <a:lnTo>
                    <a:pt x="6016292" y="1415697"/>
                  </a:lnTo>
                  <a:lnTo>
                    <a:pt x="5944669" y="1410641"/>
                  </a:lnTo>
                  <a:lnTo>
                    <a:pt x="5873047" y="1405293"/>
                  </a:lnTo>
                  <a:lnTo>
                    <a:pt x="5801424" y="1399638"/>
                  </a:lnTo>
                  <a:lnTo>
                    <a:pt x="5729802" y="1393658"/>
                  </a:lnTo>
                  <a:lnTo>
                    <a:pt x="5658179" y="1387334"/>
                  </a:lnTo>
                  <a:lnTo>
                    <a:pt x="5586557" y="1380646"/>
                  </a:lnTo>
                  <a:lnTo>
                    <a:pt x="5514934" y="1373573"/>
                  </a:lnTo>
                  <a:lnTo>
                    <a:pt x="5443311" y="1366094"/>
                  </a:lnTo>
                  <a:lnTo>
                    <a:pt x="5371689" y="1358184"/>
                  </a:lnTo>
                  <a:lnTo>
                    <a:pt x="5300066" y="1349820"/>
                  </a:lnTo>
                  <a:lnTo>
                    <a:pt x="5228444" y="1340974"/>
                  </a:lnTo>
                  <a:lnTo>
                    <a:pt x="5156821" y="1331619"/>
                  </a:lnTo>
                  <a:lnTo>
                    <a:pt x="5085199" y="1321727"/>
                  </a:lnTo>
                  <a:lnTo>
                    <a:pt x="5013576" y="1311265"/>
                  </a:lnTo>
                  <a:lnTo>
                    <a:pt x="4941954" y="1300202"/>
                  </a:lnTo>
                  <a:lnTo>
                    <a:pt x="4870331" y="1288502"/>
                  </a:lnTo>
                  <a:lnTo>
                    <a:pt x="4798709" y="1276130"/>
                  </a:lnTo>
                  <a:lnTo>
                    <a:pt x="4727086" y="1263045"/>
                  </a:lnTo>
                  <a:lnTo>
                    <a:pt x="4655464" y="1249209"/>
                  </a:lnTo>
                  <a:lnTo>
                    <a:pt x="4583841" y="1234576"/>
                  </a:lnTo>
                  <a:lnTo>
                    <a:pt x="4512219" y="1219101"/>
                  </a:lnTo>
                  <a:lnTo>
                    <a:pt x="4440596" y="1202737"/>
                  </a:lnTo>
                  <a:lnTo>
                    <a:pt x="4368974" y="1185431"/>
                  </a:lnTo>
                  <a:lnTo>
                    <a:pt x="4297351" y="1167130"/>
                  </a:lnTo>
                  <a:lnTo>
                    <a:pt x="4225729" y="1147776"/>
                  </a:lnTo>
                  <a:lnTo>
                    <a:pt x="4154106" y="1127309"/>
                  </a:lnTo>
                  <a:lnTo>
                    <a:pt x="4082483" y="1105665"/>
                  </a:lnTo>
                  <a:lnTo>
                    <a:pt x="4010861" y="1082775"/>
                  </a:lnTo>
                  <a:lnTo>
                    <a:pt x="3939238" y="1058569"/>
                  </a:lnTo>
                  <a:lnTo>
                    <a:pt x="3867616" y="1032971"/>
                  </a:lnTo>
                  <a:lnTo>
                    <a:pt x="3795993" y="1005901"/>
                  </a:lnTo>
                  <a:lnTo>
                    <a:pt x="3724371" y="977273"/>
                  </a:lnTo>
                  <a:lnTo>
                    <a:pt x="3652748" y="946999"/>
                  </a:lnTo>
                  <a:lnTo>
                    <a:pt x="3581126" y="914983"/>
                  </a:lnTo>
                  <a:lnTo>
                    <a:pt x="3509503" y="881126"/>
                  </a:lnTo>
                  <a:lnTo>
                    <a:pt x="3437881" y="845322"/>
                  </a:lnTo>
                  <a:lnTo>
                    <a:pt x="3366258" y="807458"/>
                  </a:lnTo>
                  <a:lnTo>
                    <a:pt x="3294636" y="767416"/>
                  </a:lnTo>
                  <a:lnTo>
                    <a:pt x="3223013" y="725071"/>
                  </a:lnTo>
                  <a:lnTo>
                    <a:pt x="3151391" y="680290"/>
                  </a:lnTo>
                  <a:lnTo>
                    <a:pt x="3079768" y="664334"/>
                  </a:lnTo>
                  <a:lnTo>
                    <a:pt x="3008146" y="652876"/>
                  </a:lnTo>
                  <a:lnTo>
                    <a:pt x="2936523" y="641261"/>
                  </a:lnTo>
                  <a:lnTo>
                    <a:pt x="2864901" y="629488"/>
                  </a:lnTo>
                  <a:lnTo>
                    <a:pt x="2793278" y="617554"/>
                  </a:lnTo>
                  <a:lnTo>
                    <a:pt x="2721655" y="605458"/>
                  </a:lnTo>
                  <a:lnTo>
                    <a:pt x="2650033" y="593196"/>
                  </a:lnTo>
                  <a:lnTo>
                    <a:pt x="2578410" y="580766"/>
                  </a:lnTo>
                  <a:lnTo>
                    <a:pt x="2506788" y="568167"/>
                  </a:lnTo>
                  <a:lnTo>
                    <a:pt x="2435165" y="555396"/>
                  </a:lnTo>
                  <a:lnTo>
                    <a:pt x="2363543" y="542450"/>
                  </a:lnTo>
                  <a:lnTo>
                    <a:pt x="2291920" y="529328"/>
                  </a:lnTo>
                  <a:lnTo>
                    <a:pt x="2220298" y="516027"/>
                  </a:lnTo>
                  <a:lnTo>
                    <a:pt x="2148675" y="502544"/>
                  </a:lnTo>
                  <a:lnTo>
                    <a:pt x="2077053" y="488877"/>
                  </a:lnTo>
                  <a:lnTo>
                    <a:pt x="2005430" y="475023"/>
                  </a:lnTo>
                  <a:lnTo>
                    <a:pt x="1933808" y="460981"/>
                  </a:lnTo>
                  <a:lnTo>
                    <a:pt x="1862185" y="446746"/>
                  </a:lnTo>
                  <a:lnTo>
                    <a:pt x="1790563" y="432317"/>
                  </a:lnTo>
                  <a:lnTo>
                    <a:pt x="1718940" y="417691"/>
                  </a:lnTo>
                  <a:lnTo>
                    <a:pt x="1647318" y="402866"/>
                  </a:lnTo>
                  <a:lnTo>
                    <a:pt x="1575695" y="387838"/>
                  </a:lnTo>
                  <a:lnTo>
                    <a:pt x="1504073" y="372605"/>
                  </a:lnTo>
                  <a:lnTo>
                    <a:pt x="1432450" y="357164"/>
                  </a:lnTo>
                  <a:lnTo>
                    <a:pt x="1360827" y="341512"/>
                  </a:lnTo>
                  <a:lnTo>
                    <a:pt x="1289205" y="325647"/>
                  </a:lnTo>
                  <a:lnTo>
                    <a:pt x="1217582" y="309565"/>
                  </a:lnTo>
                  <a:lnTo>
                    <a:pt x="1145960" y="293263"/>
                  </a:lnTo>
                  <a:lnTo>
                    <a:pt x="1074337" y="276739"/>
                  </a:lnTo>
                  <a:lnTo>
                    <a:pt x="1002715" y="259989"/>
                  </a:lnTo>
                  <a:lnTo>
                    <a:pt x="931092" y="243010"/>
                  </a:lnTo>
                  <a:lnTo>
                    <a:pt x="859470" y="225800"/>
                  </a:lnTo>
                  <a:lnTo>
                    <a:pt x="787847" y="208355"/>
                  </a:lnTo>
                  <a:lnTo>
                    <a:pt x="716225" y="190671"/>
                  </a:lnTo>
                  <a:lnTo>
                    <a:pt x="644602" y="172746"/>
                  </a:lnTo>
                  <a:lnTo>
                    <a:pt x="572980" y="154577"/>
                  </a:lnTo>
                  <a:lnTo>
                    <a:pt x="501357" y="136159"/>
                  </a:lnTo>
                  <a:lnTo>
                    <a:pt x="429735" y="117490"/>
                  </a:lnTo>
                  <a:lnTo>
                    <a:pt x="358112" y="98566"/>
                  </a:lnTo>
                  <a:lnTo>
                    <a:pt x="286490" y="79384"/>
                  </a:lnTo>
                  <a:lnTo>
                    <a:pt x="214867" y="59940"/>
                  </a:lnTo>
                  <a:lnTo>
                    <a:pt x="143245" y="40230"/>
                  </a:lnTo>
                  <a:lnTo>
                    <a:pt x="71622" y="202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55793" y="2073503"/>
              <a:ext cx="6906885" cy="3361590"/>
            </a:xfrm>
            <a:custGeom>
              <a:avLst/>
              <a:pathLst>
                <a:path w="6906885" h="3361590">
                  <a:moveTo>
                    <a:pt x="0" y="0"/>
                  </a:moveTo>
                  <a:lnTo>
                    <a:pt x="31123" y="52710"/>
                  </a:lnTo>
                  <a:lnTo>
                    <a:pt x="102745" y="169867"/>
                  </a:lnTo>
                  <a:lnTo>
                    <a:pt x="174368" y="283024"/>
                  </a:lnTo>
                  <a:lnTo>
                    <a:pt x="245991" y="392317"/>
                  </a:lnTo>
                  <a:lnTo>
                    <a:pt x="317613" y="497878"/>
                  </a:lnTo>
                  <a:lnTo>
                    <a:pt x="389236" y="599834"/>
                  </a:lnTo>
                  <a:lnTo>
                    <a:pt x="460858" y="698309"/>
                  </a:lnTo>
                  <a:lnTo>
                    <a:pt x="532481" y="793421"/>
                  </a:lnTo>
                  <a:lnTo>
                    <a:pt x="604103" y="885286"/>
                  </a:lnTo>
                  <a:lnTo>
                    <a:pt x="675726" y="974014"/>
                  </a:lnTo>
                  <a:lnTo>
                    <a:pt x="747348" y="1059712"/>
                  </a:lnTo>
                  <a:lnTo>
                    <a:pt x="818971" y="1142484"/>
                  </a:lnTo>
                  <a:lnTo>
                    <a:pt x="890593" y="1222429"/>
                  </a:lnTo>
                  <a:lnTo>
                    <a:pt x="962216" y="1299645"/>
                  </a:lnTo>
                  <a:lnTo>
                    <a:pt x="1033838" y="1374224"/>
                  </a:lnTo>
                  <a:lnTo>
                    <a:pt x="1105461" y="1446256"/>
                  </a:lnTo>
                  <a:lnTo>
                    <a:pt x="1177083" y="1515829"/>
                  </a:lnTo>
                  <a:lnTo>
                    <a:pt x="1248706" y="1583026"/>
                  </a:lnTo>
                  <a:lnTo>
                    <a:pt x="1320328" y="1647929"/>
                  </a:lnTo>
                  <a:lnTo>
                    <a:pt x="1391951" y="1710615"/>
                  </a:lnTo>
                  <a:lnTo>
                    <a:pt x="1463573" y="1771161"/>
                  </a:lnTo>
                  <a:lnTo>
                    <a:pt x="1535196" y="1829639"/>
                  </a:lnTo>
                  <a:lnTo>
                    <a:pt x="1606819" y="1886121"/>
                  </a:lnTo>
                  <a:lnTo>
                    <a:pt x="1678441" y="1940674"/>
                  </a:lnTo>
                  <a:lnTo>
                    <a:pt x="1750064" y="1993364"/>
                  </a:lnTo>
                  <a:lnTo>
                    <a:pt x="1821686" y="2044255"/>
                  </a:lnTo>
                  <a:lnTo>
                    <a:pt x="1893309" y="2093409"/>
                  </a:lnTo>
                  <a:lnTo>
                    <a:pt x="1964931" y="2140883"/>
                  </a:lnTo>
                  <a:lnTo>
                    <a:pt x="2036554" y="2186737"/>
                  </a:lnTo>
                  <a:lnTo>
                    <a:pt x="2108176" y="2231025"/>
                  </a:lnTo>
                  <a:lnTo>
                    <a:pt x="2179799" y="2273801"/>
                  </a:lnTo>
                  <a:lnTo>
                    <a:pt x="2251421" y="2315116"/>
                  </a:lnTo>
                  <a:lnTo>
                    <a:pt x="2323044" y="2355021"/>
                  </a:lnTo>
                  <a:lnTo>
                    <a:pt x="2394666" y="2393563"/>
                  </a:lnTo>
                  <a:lnTo>
                    <a:pt x="2466289" y="2430788"/>
                  </a:lnTo>
                  <a:lnTo>
                    <a:pt x="2537911" y="2466743"/>
                  </a:lnTo>
                  <a:lnTo>
                    <a:pt x="2609534" y="2501470"/>
                  </a:lnTo>
                  <a:lnTo>
                    <a:pt x="2681156" y="2535011"/>
                  </a:lnTo>
                  <a:lnTo>
                    <a:pt x="2752779" y="2567407"/>
                  </a:lnTo>
                  <a:lnTo>
                    <a:pt x="2824401" y="2598696"/>
                  </a:lnTo>
                  <a:lnTo>
                    <a:pt x="2896024" y="2628918"/>
                  </a:lnTo>
                  <a:lnTo>
                    <a:pt x="2967647" y="2658107"/>
                  </a:lnTo>
                  <a:lnTo>
                    <a:pt x="3039269" y="2686299"/>
                  </a:lnTo>
                  <a:lnTo>
                    <a:pt x="3110892" y="2713529"/>
                  </a:lnTo>
                  <a:lnTo>
                    <a:pt x="3182514" y="2739829"/>
                  </a:lnTo>
                  <a:lnTo>
                    <a:pt x="3254137" y="2765231"/>
                  </a:lnTo>
                  <a:lnTo>
                    <a:pt x="3325759" y="2789766"/>
                  </a:lnTo>
                  <a:lnTo>
                    <a:pt x="3397382" y="2813463"/>
                  </a:lnTo>
                  <a:lnTo>
                    <a:pt x="3469004" y="2836350"/>
                  </a:lnTo>
                  <a:lnTo>
                    <a:pt x="3540627" y="2858457"/>
                  </a:lnTo>
                  <a:lnTo>
                    <a:pt x="3612249" y="2879808"/>
                  </a:lnTo>
                  <a:lnTo>
                    <a:pt x="3683872" y="2900430"/>
                  </a:lnTo>
                  <a:lnTo>
                    <a:pt x="3755494" y="2920348"/>
                  </a:lnTo>
                  <a:lnTo>
                    <a:pt x="3827117" y="2939586"/>
                  </a:lnTo>
                  <a:lnTo>
                    <a:pt x="3898739" y="2958167"/>
                  </a:lnTo>
                  <a:lnTo>
                    <a:pt x="3970362" y="2976114"/>
                  </a:lnTo>
                  <a:lnTo>
                    <a:pt x="4041984" y="2993448"/>
                  </a:lnTo>
                  <a:lnTo>
                    <a:pt x="4113607" y="3010190"/>
                  </a:lnTo>
                  <a:lnTo>
                    <a:pt x="4185229" y="3026360"/>
                  </a:lnTo>
                  <a:lnTo>
                    <a:pt x="4256852" y="3041978"/>
                  </a:lnTo>
                  <a:lnTo>
                    <a:pt x="4328475" y="3057063"/>
                  </a:lnTo>
                  <a:lnTo>
                    <a:pt x="4400097" y="3071632"/>
                  </a:lnTo>
                  <a:lnTo>
                    <a:pt x="4471720" y="3085705"/>
                  </a:lnTo>
                  <a:lnTo>
                    <a:pt x="4543342" y="3099296"/>
                  </a:lnTo>
                  <a:lnTo>
                    <a:pt x="4614965" y="3112424"/>
                  </a:lnTo>
                  <a:lnTo>
                    <a:pt x="4686587" y="3125103"/>
                  </a:lnTo>
                  <a:lnTo>
                    <a:pt x="4758210" y="3137349"/>
                  </a:lnTo>
                  <a:lnTo>
                    <a:pt x="4829832" y="3149178"/>
                  </a:lnTo>
                  <a:lnTo>
                    <a:pt x="4901455" y="3160602"/>
                  </a:lnTo>
                  <a:lnTo>
                    <a:pt x="4973077" y="3171636"/>
                  </a:lnTo>
                  <a:lnTo>
                    <a:pt x="5044700" y="3182293"/>
                  </a:lnTo>
                  <a:lnTo>
                    <a:pt x="5116322" y="3192587"/>
                  </a:lnTo>
                  <a:lnTo>
                    <a:pt x="5187945" y="3202529"/>
                  </a:lnTo>
                  <a:lnTo>
                    <a:pt x="5259567" y="3212132"/>
                  </a:lnTo>
                  <a:lnTo>
                    <a:pt x="5331190" y="3221406"/>
                  </a:lnTo>
                  <a:lnTo>
                    <a:pt x="5402812" y="3230364"/>
                  </a:lnTo>
                  <a:lnTo>
                    <a:pt x="5474435" y="3239016"/>
                  </a:lnTo>
                  <a:lnTo>
                    <a:pt x="5546057" y="3247373"/>
                  </a:lnTo>
                  <a:lnTo>
                    <a:pt x="5617680" y="3255444"/>
                  </a:lnTo>
                  <a:lnTo>
                    <a:pt x="5689303" y="3263240"/>
                  </a:lnTo>
                  <a:lnTo>
                    <a:pt x="5760925" y="3270769"/>
                  </a:lnTo>
                  <a:lnTo>
                    <a:pt x="5832548" y="3278042"/>
                  </a:lnTo>
                  <a:lnTo>
                    <a:pt x="5904170" y="3285066"/>
                  </a:lnTo>
                  <a:lnTo>
                    <a:pt x="5975793" y="3291850"/>
                  </a:lnTo>
                  <a:lnTo>
                    <a:pt x="6047415" y="3298402"/>
                  </a:lnTo>
                  <a:lnTo>
                    <a:pt x="6119038" y="3304731"/>
                  </a:lnTo>
                  <a:lnTo>
                    <a:pt x="6190660" y="3310844"/>
                  </a:lnTo>
                  <a:lnTo>
                    <a:pt x="6262283" y="3316748"/>
                  </a:lnTo>
                  <a:lnTo>
                    <a:pt x="6333905" y="3322450"/>
                  </a:lnTo>
                  <a:lnTo>
                    <a:pt x="6405528" y="3327958"/>
                  </a:lnTo>
                  <a:lnTo>
                    <a:pt x="6477150" y="3333278"/>
                  </a:lnTo>
                  <a:lnTo>
                    <a:pt x="6548773" y="3338416"/>
                  </a:lnTo>
                  <a:lnTo>
                    <a:pt x="6620395" y="3343378"/>
                  </a:lnTo>
                  <a:lnTo>
                    <a:pt x="6692018" y="3348171"/>
                  </a:lnTo>
                  <a:lnTo>
                    <a:pt x="6763640" y="3352801"/>
                  </a:lnTo>
                  <a:lnTo>
                    <a:pt x="6835263" y="3357272"/>
                  </a:lnTo>
                  <a:lnTo>
                    <a:pt x="6906885" y="336159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(1.19-2.08), p_Bonf = 0.008 (n = 6)  |  per IQR decline (Δ = 25.8 %): 3.23 (1.58-6.60)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2026-10-09T11:52:39Z</dcterms:modified>
  <cp:category/>
</cp:coreProperties>
</file>