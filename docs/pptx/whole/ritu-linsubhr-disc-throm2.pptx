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87597"/>
            </a:xfrm>
            <a:custGeom>
              <a:avLst/>
              <a:pathLst>
                <a:path w="7090630" h="3187597">
                  <a:moveTo>
                    <a:pt x="1157794" y="0"/>
                  </a:moveTo>
                  <a:lnTo>
                    <a:pt x="1217582" y="85678"/>
                  </a:lnTo>
                  <a:lnTo>
                    <a:pt x="1289205" y="185306"/>
                  </a:lnTo>
                  <a:lnTo>
                    <a:pt x="1360827" y="282013"/>
                  </a:lnTo>
                  <a:lnTo>
                    <a:pt x="1432450" y="375884"/>
                  </a:lnTo>
                  <a:lnTo>
                    <a:pt x="1504073" y="467003"/>
                  </a:lnTo>
                  <a:lnTo>
                    <a:pt x="1575695" y="555451"/>
                  </a:lnTo>
                  <a:lnTo>
                    <a:pt x="1647318" y="641305"/>
                  </a:lnTo>
                  <a:lnTo>
                    <a:pt x="1718940" y="724642"/>
                  </a:lnTo>
                  <a:lnTo>
                    <a:pt x="1790563" y="805536"/>
                  </a:lnTo>
                  <a:lnTo>
                    <a:pt x="1862185" y="884058"/>
                  </a:lnTo>
                  <a:lnTo>
                    <a:pt x="1933808" y="960278"/>
                  </a:lnTo>
                  <a:lnTo>
                    <a:pt x="2005430" y="1034263"/>
                  </a:lnTo>
                  <a:lnTo>
                    <a:pt x="2077053" y="1106080"/>
                  </a:lnTo>
                  <a:lnTo>
                    <a:pt x="2148675" y="1175790"/>
                  </a:lnTo>
                  <a:lnTo>
                    <a:pt x="2220298" y="1243457"/>
                  </a:lnTo>
                  <a:lnTo>
                    <a:pt x="2291920" y="1309140"/>
                  </a:lnTo>
                  <a:lnTo>
                    <a:pt x="2363543" y="1372897"/>
                  </a:lnTo>
                  <a:lnTo>
                    <a:pt x="2435165" y="1434785"/>
                  </a:lnTo>
                  <a:lnTo>
                    <a:pt x="2506788" y="1494858"/>
                  </a:lnTo>
                  <a:lnTo>
                    <a:pt x="2578410" y="1553170"/>
                  </a:lnTo>
                  <a:lnTo>
                    <a:pt x="2650033" y="1609772"/>
                  </a:lnTo>
                  <a:lnTo>
                    <a:pt x="2721655" y="1664715"/>
                  </a:lnTo>
                  <a:lnTo>
                    <a:pt x="2793278" y="1718047"/>
                  </a:lnTo>
                  <a:lnTo>
                    <a:pt x="2864901" y="1769815"/>
                  </a:lnTo>
                  <a:lnTo>
                    <a:pt x="2936523" y="1820066"/>
                  </a:lnTo>
                  <a:lnTo>
                    <a:pt x="3008146" y="1868843"/>
                  </a:lnTo>
                  <a:lnTo>
                    <a:pt x="3079768" y="1916190"/>
                  </a:lnTo>
                  <a:lnTo>
                    <a:pt x="3151391" y="1962149"/>
                  </a:lnTo>
                  <a:lnTo>
                    <a:pt x="3223013" y="2006761"/>
                  </a:lnTo>
                  <a:lnTo>
                    <a:pt x="3294636" y="2050064"/>
                  </a:lnTo>
                  <a:lnTo>
                    <a:pt x="3366258" y="2092098"/>
                  </a:lnTo>
                  <a:lnTo>
                    <a:pt x="3437881" y="2132900"/>
                  </a:lnTo>
                  <a:lnTo>
                    <a:pt x="3509503" y="2172505"/>
                  </a:lnTo>
                  <a:lnTo>
                    <a:pt x="3581126" y="2210949"/>
                  </a:lnTo>
                  <a:lnTo>
                    <a:pt x="3652748" y="2248266"/>
                  </a:lnTo>
                  <a:lnTo>
                    <a:pt x="3724371" y="2284489"/>
                  </a:lnTo>
                  <a:lnTo>
                    <a:pt x="3795993" y="2319650"/>
                  </a:lnTo>
                  <a:lnTo>
                    <a:pt x="3867616" y="2353780"/>
                  </a:lnTo>
                  <a:lnTo>
                    <a:pt x="3939238" y="2386910"/>
                  </a:lnTo>
                  <a:lnTo>
                    <a:pt x="4010861" y="2419068"/>
                  </a:lnTo>
                  <a:lnTo>
                    <a:pt x="4082483" y="2450283"/>
                  </a:lnTo>
                  <a:lnTo>
                    <a:pt x="4154106" y="2480583"/>
                  </a:lnTo>
                  <a:lnTo>
                    <a:pt x="4225729" y="2509994"/>
                  </a:lnTo>
                  <a:lnTo>
                    <a:pt x="4297351" y="2538544"/>
                  </a:lnTo>
                  <a:lnTo>
                    <a:pt x="4368974" y="2566256"/>
                  </a:lnTo>
                  <a:lnTo>
                    <a:pt x="4440596" y="2593156"/>
                  </a:lnTo>
                  <a:lnTo>
                    <a:pt x="4512219" y="2619267"/>
                  </a:lnTo>
                  <a:lnTo>
                    <a:pt x="4583841" y="2644613"/>
                  </a:lnTo>
                  <a:lnTo>
                    <a:pt x="4655464" y="2649211"/>
                  </a:lnTo>
                  <a:lnTo>
                    <a:pt x="4727086" y="2640837"/>
                  </a:lnTo>
                  <a:lnTo>
                    <a:pt x="4798709" y="2632378"/>
                  </a:lnTo>
                  <a:lnTo>
                    <a:pt x="4870331" y="2623835"/>
                  </a:lnTo>
                  <a:lnTo>
                    <a:pt x="4941954" y="2615205"/>
                  </a:lnTo>
                  <a:lnTo>
                    <a:pt x="5013576" y="2606490"/>
                  </a:lnTo>
                  <a:lnTo>
                    <a:pt x="5085199" y="2597686"/>
                  </a:lnTo>
                  <a:lnTo>
                    <a:pt x="5156821" y="2588795"/>
                  </a:lnTo>
                  <a:lnTo>
                    <a:pt x="5228444" y="2579814"/>
                  </a:lnTo>
                  <a:lnTo>
                    <a:pt x="5300066" y="2570743"/>
                  </a:lnTo>
                  <a:lnTo>
                    <a:pt x="5371689" y="2561581"/>
                  </a:lnTo>
                  <a:lnTo>
                    <a:pt x="5443311" y="2552327"/>
                  </a:lnTo>
                  <a:lnTo>
                    <a:pt x="5514934" y="2542980"/>
                  </a:lnTo>
                  <a:lnTo>
                    <a:pt x="5586557" y="2533540"/>
                  </a:lnTo>
                  <a:lnTo>
                    <a:pt x="5658179" y="2524004"/>
                  </a:lnTo>
                  <a:lnTo>
                    <a:pt x="5729802" y="2514373"/>
                  </a:lnTo>
                  <a:lnTo>
                    <a:pt x="5801424" y="2504646"/>
                  </a:lnTo>
                  <a:lnTo>
                    <a:pt x="5873047" y="2494821"/>
                  </a:lnTo>
                  <a:lnTo>
                    <a:pt x="5944669" y="2484897"/>
                  </a:lnTo>
                  <a:lnTo>
                    <a:pt x="6016292" y="2474873"/>
                  </a:lnTo>
                  <a:lnTo>
                    <a:pt x="6087914" y="2464749"/>
                  </a:lnTo>
                  <a:lnTo>
                    <a:pt x="6159537" y="2454524"/>
                  </a:lnTo>
                  <a:lnTo>
                    <a:pt x="6231159" y="2444195"/>
                  </a:lnTo>
                  <a:lnTo>
                    <a:pt x="6302782" y="2433763"/>
                  </a:lnTo>
                  <a:lnTo>
                    <a:pt x="6374404" y="2423227"/>
                  </a:lnTo>
                  <a:lnTo>
                    <a:pt x="6446027" y="2412585"/>
                  </a:lnTo>
                  <a:lnTo>
                    <a:pt x="6517649" y="2401835"/>
                  </a:lnTo>
                  <a:lnTo>
                    <a:pt x="6589272" y="2390978"/>
                  </a:lnTo>
                  <a:lnTo>
                    <a:pt x="6660894" y="2380013"/>
                  </a:lnTo>
                  <a:lnTo>
                    <a:pt x="6732517" y="2368937"/>
                  </a:lnTo>
                  <a:lnTo>
                    <a:pt x="6804139" y="2357749"/>
                  </a:lnTo>
                  <a:lnTo>
                    <a:pt x="6875762" y="2346450"/>
                  </a:lnTo>
                  <a:lnTo>
                    <a:pt x="6947385" y="2335037"/>
                  </a:lnTo>
                  <a:lnTo>
                    <a:pt x="7019007" y="2323510"/>
                  </a:lnTo>
                  <a:lnTo>
                    <a:pt x="7090630" y="2311867"/>
                  </a:lnTo>
                  <a:lnTo>
                    <a:pt x="7090630" y="3187597"/>
                  </a:lnTo>
                  <a:lnTo>
                    <a:pt x="7019007" y="3178652"/>
                  </a:lnTo>
                  <a:lnTo>
                    <a:pt x="6947385" y="3169436"/>
                  </a:lnTo>
                  <a:lnTo>
                    <a:pt x="6875762" y="3159943"/>
                  </a:lnTo>
                  <a:lnTo>
                    <a:pt x="6804139" y="3150162"/>
                  </a:lnTo>
                  <a:lnTo>
                    <a:pt x="6732517" y="3140087"/>
                  </a:lnTo>
                  <a:lnTo>
                    <a:pt x="6660894" y="3129707"/>
                  </a:lnTo>
                  <a:lnTo>
                    <a:pt x="6589272" y="3119013"/>
                  </a:lnTo>
                  <a:lnTo>
                    <a:pt x="6517649" y="3107997"/>
                  </a:lnTo>
                  <a:lnTo>
                    <a:pt x="6446027" y="3096647"/>
                  </a:lnTo>
                  <a:lnTo>
                    <a:pt x="6374404" y="3084955"/>
                  </a:lnTo>
                  <a:lnTo>
                    <a:pt x="6302782" y="3072910"/>
                  </a:lnTo>
                  <a:lnTo>
                    <a:pt x="6231159" y="3060501"/>
                  </a:lnTo>
                  <a:lnTo>
                    <a:pt x="6159537" y="3047717"/>
                  </a:lnTo>
                  <a:lnTo>
                    <a:pt x="6087914" y="3034547"/>
                  </a:lnTo>
                  <a:lnTo>
                    <a:pt x="6016292" y="3020979"/>
                  </a:lnTo>
                  <a:lnTo>
                    <a:pt x="5944669" y="3007001"/>
                  </a:lnTo>
                  <a:lnTo>
                    <a:pt x="5873047" y="2992602"/>
                  </a:lnTo>
                  <a:lnTo>
                    <a:pt x="5801424" y="2977767"/>
                  </a:lnTo>
                  <a:lnTo>
                    <a:pt x="5729802" y="2962484"/>
                  </a:lnTo>
                  <a:lnTo>
                    <a:pt x="5658179" y="2946739"/>
                  </a:lnTo>
                  <a:lnTo>
                    <a:pt x="5586557" y="2930519"/>
                  </a:lnTo>
                  <a:lnTo>
                    <a:pt x="5514934" y="2913810"/>
                  </a:lnTo>
                  <a:lnTo>
                    <a:pt x="5443311" y="2896595"/>
                  </a:lnTo>
                  <a:lnTo>
                    <a:pt x="5371689" y="2878860"/>
                  </a:lnTo>
                  <a:lnTo>
                    <a:pt x="5300066" y="2860590"/>
                  </a:lnTo>
                  <a:lnTo>
                    <a:pt x="5228444" y="2841768"/>
                  </a:lnTo>
                  <a:lnTo>
                    <a:pt x="5156821" y="2822377"/>
                  </a:lnTo>
                  <a:lnTo>
                    <a:pt x="5085199" y="2802401"/>
                  </a:lnTo>
                  <a:lnTo>
                    <a:pt x="5013576" y="2781821"/>
                  </a:lnTo>
                  <a:lnTo>
                    <a:pt x="4941954" y="2760620"/>
                  </a:lnTo>
                  <a:lnTo>
                    <a:pt x="4870331" y="2738779"/>
                  </a:lnTo>
                  <a:lnTo>
                    <a:pt x="4798709" y="2716277"/>
                  </a:lnTo>
                  <a:lnTo>
                    <a:pt x="4727086" y="2693096"/>
                  </a:lnTo>
                  <a:lnTo>
                    <a:pt x="4655464" y="2669215"/>
                  </a:lnTo>
                  <a:lnTo>
                    <a:pt x="4583841" y="2657503"/>
                  </a:lnTo>
                  <a:lnTo>
                    <a:pt x="4512219" y="2665712"/>
                  </a:lnTo>
                  <a:lnTo>
                    <a:pt x="4440596" y="2673839"/>
                  </a:lnTo>
                  <a:lnTo>
                    <a:pt x="4368974" y="2681886"/>
                  </a:lnTo>
                  <a:lnTo>
                    <a:pt x="4297351" y="2689852"/>
                  </a:lnTo>
                  <a:lnTo>
                    <a:pt x="4225729" y="2697740"/>
                  </a:lnTo>
                  <a:lnTo>
                    <a:pt x="4154106" y="2705549"/>
                  </a:lnTo>
                  <a:lnTo>
                    <a:pt x="4082483" y="2713281"/>
                  </a:lnTo>
                  <a:lnTo>
                    <a:pt x="4010861" y="2720936"/>
                  </a:lnTo>
                  <a:lnTo>
                    <a:pt x="3939238" y="2728514"/>
                  </a:lnTo>
                  <a:lnTo>
                    <a:pt x="3867616" y="2736018"/>
                  </a:lnTo>
                  <a:lnTo>
                    <a:pt x="3795993" y="2743447"/>
                  </a:lnTo>
                  <a:lnTo>
                    <a:pt x="3724371" y="2750802"/>
                  </a:lnTo>
                  <a:lnTo>
                    <a:pt x="3652748" y="2758084"/>
                  </a:lnTo>
                  <a:lnTo>
                    <a:pt x="3581126" y="2765293"/>
                  </a:lnTo>
                  <a:lnTo>
                    <a:pt x="3509503" y="2772432"/>
                  </a:lnTo>
                  <a:lnTo>
                    <a:pt x="3437881" y="2779499"/>
                  </a:lnTo>
                  <a:lnTo>
                    <a:pt x="3366258" y="2786496"/>
                  </a:lnTo>
                  <a:lnTo>
                    <a:pt x="3294636" y="2793423"/>
                  </a:lnTo>
                  <a:lnTo>
                    <a:pt x="3223013" y="2800282"/>
                  </a:lnTo>
                  <a:lnTo>
                    <a:pt x="3151391" y="2807072"/>
                  </a:lnTo>
                  <a:lnTo>
                    <a:pt x="3079768" y="2813795"/>
                  </a:lnTo>
                  <a:lnTo>
                    <a:pt x="3008146" y="2820451"/>
                  </a:lnTo>
                  <a:lnTo>
                    <a:pt x="2936523" y="2827041"/>
                  </a:lnTo>
                  <a:lnTo>
                    <a:pt x="2864901" y="2833566"/>
                  </a:lnTo>
                  <a:lnTo>
                    <a:pt x="2793278" y="2840025"/>
                  </a:lnTo>
                  <a:lnTo>
                    <a:pt x="2721655" y="2846421"/>
                  </a:lnTo>
                  <a:lnTo>
                    <a:pt x="2650033" y="2852753"/>
                  </a:lnTo>
                  <a:lnTo>
                    <a:pt x="2578410" y="2859022"/>
                  </a:lnTo>
                  <a:lnTo>
                    <a:pt x="2506788" y="2865229"/>
                  </a:lnTo>
                  <a:lnTo>
                    <a:pt x="2435165" y="2871374"/>
                  </a:lnTo>
                  <a:lnTo>
                    <a:pt x="2363543" y="2877458"/>
                  </a:lnTo>
                  <a:lnTo>
                    <a:pt x="2291920" y="2883482"/>
                  </a:lnTo>
                  <a:lnTo>
                    <a:pt x="2220298" y="2889446"/>
                  </a:lnTo>
                  <a:lnTo>
                    <a:pt x="2148675" y="2895350"/>
                  </a:lnTo>
                  <a:lnTo>
                    <a:pt x="2077053" y="2901196"/>
                  </a:lnTo>
                  <a:lnTo>
                    <a:pt x="2005430" y="2906984"/>
                  </a:lnTo>
                  <a:lnTo>
                    <a:pt x="1933808" y="2912714"/>
                  </a:lnTo>
                  <a:lnTo>
                    <a:pt x="1862185" y="2918388"/>
                  </a:lnTo>
                  <a:lnTo>
                    <a:pt x="1790563" y="2924005"/>
                  </a:lnTo>
                  <a:lnTo>
                    <a:pt x="1718940" y="2929566"/>
                  </a:lnTo>
                  <a:lnTo>
                    <a:pt x="1647318" y="2935072"/>
                  </a:lnTo>
                  <a:lnTo>
                    <a:pt x="1575695" y="2940523"/>
                  </a:lnTo>
                  <a:lnTo>
                    <a:pt x="1504073" y="2945920"/>
                  </a:lnTo>
                  <a:lnTo>
                    <a:pt x="1432450" y="2951263"/>
                  </a:lnTo>
                  <a:lnTo>
                    <a:pt x="1360827" y="2956554"/>
                  </a:lnTo>
                  <a:lnTo>
                    <a:pt x="1289205" y="2961792"/>
                  </a:lnTo>
                  <a:lnTo>
                    <a:pt x="1217582" y="2966977"/>
                  </a:lnTo>
                  <a:lnTo>
                    <a:pt x="1145960" y="2972112"/>
                  </a:lnTo>
                  <a:lnTo>
                    <a:pt x="1074337" y="2977195"/>
                  </a:lnTo>
                  <a:lnTo>
                    <a:pt x="1002715" y="2982228"/>
                  </a:lnTo>
                  <a:lnTo>
                    <a:pt x="931092" y="2987210"/>
                  </a:lnTo>
                  <a:lnTo>
                    <a:pt x="859470" y="2992144"/>
                  </a:lnTo>
                  <a:lnTo>
                    <a:pt x="787847" y="2997028"/>
                  </a:lnTo>
                  <a:lnTo>
                    <a:pt x="716225" y="3001863"/>
                  </a:lnTo>
                  <a:lnTo>
                    <a:pt x="644602" y="3006651"/>
                  </a:lnTo>
                  <a:lnTo>
                    <a:pt x="572980" y="3011391"/>
                  </a:lnTo>
                  <a:lnTo>
                    <a:pt x="501357" y="3016084"/>
                  </a:lnTo>
                  <a:lnTo>
                    <a:pt x="429735" y="3020731"/>
                  </a:lnTo>
                  <a:lnTo>
                    <a:pt x="358112" y="3025331"/>
                  </a:lnTo>
                  <a:lnTo>
                    <a:pt x="286490" y="3029885"/>
                  </a:lnTo>
                  <a:lnTo>
                    <a:pt x="214867" y="3034395"/>
                  </a:lnTo>
                  <a:lnTo>
                    <a:pt x="143245" y="3038859"/>
                  </a:lnTo>
                  <a:lnTo>
                    <a:pt x="71622" y="3043279"/>
                  </a:lnTo>
                  <a:lnTo>
                    <a:pt x="0" y="30476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9843" y="2073503"/>
              <a:ext cx="5932836" cy="2649211"/>
            </a:xfrm>
            <a:custGeom>
              <a:avLst/>
              <a:pathLst>
                <a:path w="5932836" h="2649211">
                  <a:moveTo>
                    <a:pt x="0" y="0"/>
                  </a:moveTo>
                  <a:lnTo>
                    <a:pt x="59788" y="85678"/>
                  </a:lnTo>
                  <a:lnTo>
                    <a:pt x="131411" y="185306"/>
                  </a:lnTo>
                  <a:lnTo>
                    <a:pt x="203033" y="282013"/>
                  </a:lnTo>
                  <a:lnTo>
                    <a:pt x="274656" y="375884"/>
                  </a:lnTo>
                  <a:lnTo>
                    <a:pt x="346279" y="467003"/>
                  </a:lnTo>
                  <a:lnTo>
                    <a:pt x="417901" y="555451"/>
                  </a:lnTo>
                  <a:lnTo>
                    <a:pt x="489524" y="641305"/>
                  </a:lnTo>
                  <a:lnTo>
                    <a:pt x="561146" y="724642"/>
                  </a:lnTo>
                  <a:lnTo>
                    <a:pt x="632769" y="805536"/>
                  </a:lnTo>
                  <a:lnTo>
                    <a:pt x="704391" y="884058"/>
                  </a:lnTo>
                  <a:lnTo>
                    <a:pt x="776014" y="960278"/>
                  </a:lnTo>
                  <a:lnTo>
                    <a:pt x="847636" y="1034263"/>
                  </a:lnTo>
                  <a:lnTo>
                    <a:pt x="919259" y="1106080"/>
                  </a:lnTo>
                  <a:lnTo>
                    <a:pt x="990881" y="1175790"/>
                  </a:lnTo>
                  <a:lnTo>
                    <a:pt x="1062504" y="1243457"/>
                  </a:lnTo>
                  <a:lnTo>
                    <a:pt x="1134126" y="1309140"/>
                  </a:lnTo>
                  <a:lnTo>
                    <a:pt x="1205749" y="1372897"/>
                  </a:lnTo>
                  <a:lnTo>
                    <a:pt x="1277371" y="1434785"/>
                  </a:lnTo>
                  <a:lnTo>
                    <a:pt x="1348994" y="1494858"/>
                  </a:lnTo>
                  <a:lnTo>
                    <a:pt x="1420616" y="1553170"/>
                  </a:lnTo>
                  <a:lnTo>
                    <a:pt x="1492239" y="1609772"/>
                  </a:lnTo>
                  <a:lnTo>
                    <a:pt x="1563861" y="1664715"/>
                  </a:lnTo>
                  <a:lnTo>
                    <a:pt x="1635484" y="1718047"/>
                  </a:lnTo>
                  <a:lnTo>
                    <a:pt x="1707107" y="1769815"/>
                  </a:lnTo>
                  <a:lnTo>
                    <a:pt x="1778729" y="1820066"/>
                  </a:lnTo>
                  <a:lnTo>
                    <a:pt x="1850352" y="1868843"/>
                  </a:lnTo>
                  <a:lnTo>
                    <a:pt x="1921974" y="1916190"/>
                  </a:lnTo>
                  <a:lnTo>
                    <a:pt x="1993597" y="1962149"/>
                  </a:lnTo>
                  <a:lnTo>
                    <a:pt x="2065219" y="2006761"/>
                  </a:lnTo>
                  <a:lnTo>
                    <a:pt x="2136842" y="2050064"/>
                  </a:lnTo>
                  <a:lnTo>
                    <a:pt x="2208464" y="2092098"/>
                  </a:lnTo>
                  <a:lnTo>
                    <a:pt x="2280087" y="2132900"/>
                  </a:lnTo>
                  <a:lnTo>
                    <a:pt x="2351709" y="2172505"/>
                  </a:lnTo>
                  <a:lnTo>
                    <a:pt x="2423332" y="2210949"/>
                  </a:lnTo>
                  <a:lnTo>
                    <a:pt x="2494954" y="2248266"/>
                  </a:lnTo>
                  <a:lnTo>
                    <a:pt x="2566577" y="2284489"/>
                  </a:lnTo>
                  <a:lnTo>
                    <a:pt x="2638199" y="2319650"/>
                  </a:lnTo>
                  <a:lnTo>
                    <a:pt x="2709822" y="2353780"/>
                  </a:lnTo>
                  <a:lnTo>
                    <a:pt x="2781444" y="2386910"/>
                  </a:lnTo>
                  <a:lnTo>
                    <a:pt x="2853067" y="2419068"/>
                  </a:lnTo>
                  <a:lnTo>
                    <a:pt x="2924689" y="2450283"/>
                  </a:lnTo>
                  <a:lnTo>
                    <a:pt x="2996312" y="2480583"/>
                  </a:lnTo>
                  <a:lnTo>
                    <a:pt x="3067935" y="2509994"/>
                  </a:lnTo>
                  <a:lnTo>
                    <a:pt x="3139557" y="2538544"/>
                  </a:lnTo>
                  <a:lnTo>
                    <a:pt x="3211180" y="2566256"/>
                  </a:lnTo>
                  <a:lnTo>
                    <a:pt x="3282802" y="2593156"/>
                  </a:lnTo>
                  <a:lnTo>
                    <a:pt x="3354425" y="2619267"/>
                  </a:lnTo>
                  <a:lnTo>
                    <a:pt x="3426047" y="2644613"/>
                  </a:lnTo>
                  <a:lnTo>
                    <a:pt x="3497670" y="2649211"/>
                  </a:lnTo>
                  <a:lnTo>
                    <a:pt x="3569292" y="2640837"/>
                  </a:lnTo>
                  <a:lnTo>
                    <a:pt x="3640915" y="2632378"/>
                  </a:lnTo>
                  <a:lnTo>
                    <a:pt x="3712537" y="2623835"/>
                  </a:lnTo>
                  <a:lnTo>
                    <a:pt x="3784160" y="2615205"/>
                  </a:lnTo>
                  <a:lnTo>
                    <a:pt x="3855782" y="2606490"/>
                  </a:lnTo>
                  <a:lnTo>
                    <a:pt x="3927405" y="2597686"/>
                  </a:lnTo>
                  <a:lnTo>
                    <a:pt x="3999027" y="2588795"/>
                  </a:lnTo>
                  <a:lnTo>
                    <a:pt x="4070650" y="2579814"/>
                  </a:lnTo>
                  <a:lnTo>
                    <a:pt x="4142272" y="2570743"/>
                  </a:lnTo>
                  <a:lnTo>
                    <a:pt x="4213895" y="2561581"/>
                  </a:lnTo>
                  <a:lnTo>
                    <a:pt x="4285517" y="2552327"/>
                  </a:lnTo>
                  <a:lnTo>
                    <a:pt x="4357140" y="2542980"/>
                  </a:lnTo>
                  <a:lnTo>
                    <a:pt x="4428763" y="2533540"/>
                  </a:lnTo>
                  <a:lnTo>
                    <a:pt x="4500385" y="2524004"/>
                  </a:lnTo>
                  <a:lnTo>
                    <a:pt x="4572008" y="2514373"/>
                  </a:lnTo>
                  <a:lnTo>
                    <a:pt x="4643630" y="2504646"/>
                  </a:lnTo>
                  <a:lnTo>
                    <a:pt x="4715253" y="2494821"/>
                  </a:lnTo>
                  <a:lnTo>
                    <a:pt x="4786875" y="2484897"/>
                  </a:lnTo>
                  <a:lnTo>
                    <a:pt x="4858498" y="2474873"/>
                  </a:lnTo>
                  <a:lnTo>
                    <a:pt x="4930120" y="2464749"/>
                  </a:lnTo>
                  <a:lnTo>
                    <a:pt x="5001743" y="2454524"/>
                  </a:lnTo>
                  <a:lnTo>
                    <a:pt x="5073365" y="2444195"/>
                  </a:lnTo>
                  <a:lnTo>
                    <a:pt x="5144988" y="2433763"/>
                  </a:lnTo>
                  <a:lnTo>
                    <a:pt x="5216610" y="2423227"/>
                  </a:lnTo>
                  <a:lnTo>
                    <a:pt x="5288233" y="2412585"/>
                  </a:lnTo>
                  <a:lnTo>
                    <a:pt x="5359855" y="2401835"/>
                  </a:lnTo>
                  <a:lnTo>
                    <a:pt x="5431478" y="2390978"/>
                  </a:lnTo>
                  <a:lnTo>
                    <a:pt x="5503100" y="2380013"/>
                  </a:lnTo>
                  <a:lnTo>
                    <a:pt x="5574723" y="2368937"/>
                  </a:lnTo>
                  <a:lnTo>
                    <a:pt x="5646345" y="2357749"/>
                  </a:lnTo>
                  <a:lnTo>
                    <a:pt x="5717968" y="2346450"/>
                  </a:lnTo>
                  <a:lnTo>
                    <a:pt x="5789591" y="2335037"/>
                  </a:lnTo>
                  <a:lnTo>
                    <a:pt x="5861213" y="2323510"/>
                  </a:lnTo>
                  <a:lnTo>
                    <a:pt x="5932836" y="2311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1006"/>
              <a:ext cx="7090630" cy="530093"/>
            </a:xfrm>
            <a:custGeom>
              <a:avLst/>
              <a:pathLst>
                <a:path w="7090630" h="530093">
                  <a:moveTo>
                    <a:pt x="7090630" y="530093"/>
                  </a:moveTo>
                  <a:lnTo>
                    <a:pt x="7019007" y="521148"/>
                  </a:lnTo>
                  <a:lnTo>
                    <a:pt x="6947385" y="511933"/>
                  </a:lnTo>
                  <a:lnTo>
                    <a:pt x="6875762" y="502440"/>
                  </a:lnTo>
                  <a:lnTo>
                    <a:pt x="6804139" y="492659"/>
                  </a:lnTo>
                  <a:lnTo>
                    <a:pt x="6732517" y="482584"/>
                  </a:lnTo>
                  <a:lnTo>
                    <a:pt x="6660894" y="472204"/>
                  </a:lnTo>
                  <a:lnTo>
                    <a:pt x="6589272" y="461510"/>
                  </a:lnTo>
                  <a:lnTo>
                    <a:pt x="6517649" y="450493"/>
                  </a:lnTo>
                  <a:lnTo>
                    <a:pt x="6446027" y="439144"/>
                  </a:lnTo>
                  <a:lnTo>
                    <a:pt x="6374404" y="427452"/>
                  </a:lnTo>
                  <a:lnTo>
                    <a:pt x="6302782" y="415407"/>
                  </a:lnTo>
                  <a:lnTo>
                    <a:pt x="6231159" y="402998"/>
                  </a:lnTo>
                  <a:lnTo>
                    <a:pt x="6159537" y="390214"/>
                  </a:lnTo>
                  <a:lnTo>
                    <a:pt x="6087914" y="377044"/>
                  </a:lnTo>
                  <a:lnTo>
                    <a:pt x="6016292" y="363476"/>
                  </a:lnTo>
                  <a:lnTo>
                    <a:pt x="5944669" y="349498"/>
                  </a:lnTo>
                  <a:lnTo>
                    <a:pt x="5873047" y="335098"/>
                  </a:lnTo>
                  <a:lnTo>
                    <a:pt x="5801424" y="320264"/>
                  </a:lnTo>
                  <a:lnTo>
                    <a:pt x="5729802" y="304981"/>
                  </a:lnTo>
                  <a:lnTo>
                    <a:pt x="5658179" y="289236"/>
                  </a:lnTo>
                  <a:lnTo>
                    <a:pt x="5586557" y="273016"/>
                  </a:lnTo>
                  <a:lnTo>
                    <a:pt x="5514934" y="256306"/>
                  </a:lnTo>
                  <a:lnTo>
                    <a:pt x="5443311" y="239092"/>
                  </a:lnTo>
                  <a:lnTo>
                    <a:pt x="5371689" y="221357"/>
                  </a:lnTo>
                  <a:lnTo>
                    <a:pt x="5300066" y="203087"/>
                  </a:lnTo>
                  <a:lnTo>
                    <a:pt x="5228444" y="184265"/>
                  </a:lnTo>
                  <a:lnTo>
                    <a:pt x="5156821" y="164874"/>
                  </a:lnTo>
                  <a:lnTo>
                    <a:pt x="5085199" y="144898"/>
                  </a:lnTo>
                  <a:lnTo>
                    <a:pt x="5013576" y="124318"/>
                  </a:lnTo>
                  <a:lnTo>
                    <a:pt x="4941954" y="103117"/>
                  </a:lnTo>
                  <a:lnTo>
                    <a:pt x="4870331" y="81275"/>
                  </a:lnTo>
                  <a:lnTo>
                    <a:pt x="4798709" y="58774"/>
                  </a:lnTo>
                  <a:lnTo>
                    <a:pt x="4727086" y="35593"/>
                  </a:lnTo>
                  <a:lnTo>
                    <a:pt x="4655464" y="11712"/>
                  </a:lnTo>
                  <a:lnTo>
                    <a:pt x="4583841" y="0"/>
                  </a:lnTo>
                  <a:lnTo>
                    <a:pt x="4512219" y="8208"/>
                  </a:lnTo>
                  <a:lnTo>
                    <a:pt x="4440596" y="16336"/>
                  </a:lnTo>
                  <a:lnTo>
                    <a:pt x="4368974" y="24383"/>
                  </a:lnTo>
                  <a:lnTo>
                    <a:pt x="4297351" y="32349"/>
                  </a:lnTo>
                  <a:lnTo>
                    <a:pt x="4225729" y="40237"/>
                  </a:lnTo>
                  <a:lnTo>
                    <a:pt x="4154106" y="48046"/>
                  </a:lnTo>
                  <a:lnTo>
                    <a:pt x="4082483" y="55778"/>
                  </a:lnTo>
                  <a:lnTo>
                    <a:pt x="4010861" y="63432"/>
                  </a:lnTo>
                  <a:lnTo>
                    <a:pt x="3939238" y="71011"/>
                  </a:lnTo>
                  <a:lnTo>
                    <a:pt x="3867616" y="78515"/>
                  </a:lnTo>
                  <a:lnTo>
                    <a:pt x="3795993" y="85944"/>
                  </a:lnTo>
                  <a:lnTo>
                    <a:pt x="3724371" y="93299"/>
                  </a:lnTo>
                  <a:lnTo>
                    <a:pt x="3652748" y="100581"/>
                  </a:lnTo>
                  <a:lnTo>
                    <a:pt x="3581126" y="107790"/>
                  </a:lnTo>
                  <a:lnTo>
                    <a:pt x="3509503" y="114928"/>
                  </a:lnTo>
                  <a:lnTo>
                    <a:pt x="3437881" y="121995"/>
                  </a:lnTo>
                  <a:lnTo>
                    <a:pt x="3366258" y="128992"/>
                  </a:lnTo>
                  <a:lnTo>
                    <a:pt x="3294636" y="135920"/>
                  </a:lnTo>
                  <a:lnTo>
                    <a:pt x="3223013" y="142778"/>
                  </a:lnTo>
                  <a:lnTo>
                    <a:pt x="3151391" y="149569"/>
                  </a:lnTo>
                  <a:lnTo>
                    <a:pt x="3079768" y="156292"/>
                  </a:lnTo>
                  <a:lnTo>
                    <a:pt x="3008146" y="162948"/>
                  </a:lnTo>
                  <a:lnTo>
                    <a:pt x="2936523" y="169538"/>
                  </a:lnTo>
                  <a:lnTo>
                    <a:pt x="2864901" y="176062"/>
                  </a:lnTo>
                  <a:lnTo>
                    <a:pt x="2793278" y="182522"/>
                  </a:lnTo>
                  <a:lnTo>
                    <a:pt x="2721655" y="188918"/>
                  </a:lnTo>
                  <a:lnTo>
                    <a:pt x="2650033" y="195250"/>
                  </a:lnTo>
                  <a:lnTo>
                    <a:pt x="2578410" y="201519"/>
                  </a:lnTo>
                  <a:lnTo>
                    <a:pt x="2506788" y="207726"/>
                  </a:lnTo>
                  <a:lnTo>
                    <a:pt x="2435165" y="213871"/>
                  </a:lnTo>
                  <a:lnTo>
                    <a:pt x="2363543" y="219955"/>
                  </a:lnTo>
                  <a:lnTo>
                    <a:pt x="2291920" y="225979"/>
                  </a:lnTo>
                  <a:lnTo>
                    <a:pt x="2220298" y="231942"/>
                  </a:lnTo>
                  <a:lnTo>
                    <a:pt x="2148675" y="237847"/>
                  </a:lnTo>
                  <a:lnTo>
                    <a:pt x="2077053" y="243693"/>
                  </a:lnTo>
                  <a:lnTo>
                    <a:pt x="2005430" y="249481"/>
                  </a:lnTo>
                  <a:lnTo>
                    <a:pt x="1933808" y="255211"/>
                  </a:lnTo>
                  <a:lnTo>
                    <a:pt x="1862185" y="260884"/>
                  </a:lnTo>
                  <a:lnTo>
                    <a:pt x="1790563" y="266501"/>
                  </a:lnTo>
                  <a:lnTo>
                    <a:pt x="1718940" y="272063"/>
                  </a:lnTo>
                  <a:lnTo>
                    <a:pt x="1647318" y="277568"/>
                  </a:lnTo>
                  <a:lnTo>
                    <a:pt x="1575695" y="283020"/>
                  </a:lnTo>
                  <a:lnTo>
                    <a:pt x="1504073" y="288417"/>
                  </a:lnTo>
                  <a:lnTo>
                    <a:pt x="1432450" y="293760"/>
                  </a:lnTo>
                  <a:lnTo>
                    <a:pt x="1360827" y="299051"/>
                  </a:lnTo>
                  <a:lnTo>
                    <a:pt x="1289205" y="304288"/>
                  </a:lnTo>
                  <a:lnTo>
                    <a:pt x="1217582" y="309474"/>
                  </a:lnTo>
                  <a:lnTo>
                    <a:pt x="1145960" y="314608"/>
                  </a:lnTo>
                  <a:lnTo>
                    <a:pt x="1074337" y="319692"/>
                  </a:lnTo>
                  <a:lnTo>
                    <a:pt x="1002715" y="324724"/>
                  </a:lnTo>
                  <a:lnTo>
                    <a:pt x="931092" y="329707"/>
                  </a:lnTo>
                  <a:lnTo>
                    <a:pt x="859470" y="334640"/>
                  </a:lnTo>
                  <a:lnTo>
                    <a:pt x="787847" y="339525"/>
                  </a:lnTo>
                  <a:lnTo>
                    <a:pt x="716225" y="344360"/>
                  </a:lnTo>
                  <a:lnTo>
                    <a:pt x="644602" y="349148"/>
                  </a:lnTo>
                  <a:lnTo>
                    <a:pt x="572980" y="353888"/>
                  </a:lnTo>
                  <a:lnTo>
                    <a:pt x="501357" y="358581"/>
                  </a:lnTo>
                  <a:lnTo>
                    <a:pt x="429735" y="363227"/>
                  </a:lnTo>
                  <a:lnTo>
                    <a:pt x="358112" y="367828"/>
                  </a:lnTo>
                  <a:lnTo>
                    <a:pt x="286490" y="372382"/>
                  </a:lnTo>
                  <a:lnTo>
                    <a:pt x="214867" y="376891"/>
                  </a:lnTo>
                  <a:lnTo>
                    <a:pt x="143245" y="381356"/>
                  </a:lnTo>
                  <a:lnTo>
                    <a:pt x="71622" y="385776"/>
                  </a:lnTo>
                  <a:lnTo>
                    <a:pt x="0" y="390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89583"/>
              <a:ext cx="7090630" cy="978555"/>
            </a:xfrm>
            <a:custGeom>
              <a:avLst/>
              <a:pathLst>
                <a:path w="7090630" h="978555">
                  <a:moveTo>
                    <a:pt x="0" y="0"/>
                  </a:moveTo>
                  <a:lnTo>
                    <a:pt x="71622" y="15421"/>
                  </a:lnTo>
                  <a:lnTo>
                    <a:pt x="143245" y="30691"/>
                  </a:lnTo>
                  <a:lnTo>
                    <a:pt x="214867" y="45811"/>
                  </a:lnTo>
                  <a:lnTo>
                    <a:pt x="286490" y="60783"/>
                  </a:lnTo>
                  <a:lnTo>
                    <a:pt x="358112" y="75606"/>
                  </a:lnTo>
                  <a:lnTo>
                    <a:pt x="429735" y="90284"/>
                  </a:lnTo>
                  <a:lnTo>
                    <a:pt x="501357" y="104818"/>
                  </a:lnTo>
                  <a:lnTo>
                    <a:pt x="572980" y="119209"/>
                  </a:lnTo>
                  <a:lnTo>
                    <a:pt x="644602" y="133458"/>
                  </a:lnTo>
                  <a:lnTo>
                    <a:pt x="716225" y="147567"/>
                  </a:lnTo>
                  <a:lnTo>
                    <a:pt x="787847" y="161537"/>
                  </a:lnTo>
                  <a:lnTo>
                    <a:pt x="859470" y="175370"/>
                  </a:lnTo>
                  <a:lnTo>
                    <a:pt x="931092" y="189066"/>
                  </a:lnTo>
                  <a:lnTo>
                    <a:pt x="1002715" y="202628"/>
                  </a:lnTo>
                  <a:lnTo>
                    <a:pt x="1074337" y="216057"/>
                  </a:lnTo>
                  <a:lnTo>
                    <a:pt x="1145960" y="229353"/>
                  </a:lnTo>
                  <a:lnTo>
                    <a:pt x="1217582" y="242519"/>
                  </a:lnTo>
                  <a:lnTo>
                    <a:pt x="1289205" y="255555"/>
                  </a:lnTo>
                  <a:lnTo>
                    <a:pt x="1360827" y="268463"/>
                  </a:lnTo>
                  <a:lnTo>
                    <a:pt x="1432450" y="281243"/>
                  </a:lnTo>
                  <a:lnTo>
                    <a:pt x="1504073" y="293899"/>
                  </a:lnTo>
                  <a:lnTo>
                    <a:pt x="1575695" y="306429"/>
                  </a:lnTo>
                  <a:lnTo>
                    <a:pt x="1647318" y="318837"/>
                  </a:lnTo>
                  <a:lnTo>
                    <a:pt x="1718940" y="331122"/>
                  </a:lnTo>
                  <a:lnTo>
                    <a:pt x="1790563" y="343286"/>
                  </a:lnTo>
                  <a:lnTo>
                    <a:pt x="1862185" y="355331"/>
                  </a:lnTo>
                  <a:lnTo>
                    <a:pt x="1933808" y="367257"/>
                  </a:lnTo>
                  <a:lnTo>
                    <a:pt x="2005430" y="379066"/>
                  </a:lnTo>
                  <a:lnTo>
                    <a:pt x="2077053" y="390759"/>
                  </a:lnTo>
                  <a:lnTo>
                    <a:pt x="2148675" y="402337"/>
                  </a:lnTo>
                  <a:lnTo>
                    <a:pt x="2220298" y="413801"/>
                  </a:lnTo>
                  <a:lnTo>
                    <a:pt x="2291920" y="425152"/>
                  </a:lnTo>
                  <a:lnTo>
                    <a:pt x="2363543" y="436391"/>
                  </a:lnTo>
                  <a:lnTo>
                    <a:pt x="2435165" y="447520"/>
                  </a:lnTo>
                  <a:lnTo>
                    <a:pt x="2506788" y="458539"/>
                  </a:lnTo>
                  <a:lnTo>
                    <a:pt x="2578410" y="469450"/>
                  </a:lnTo>
                  <a:lnTo>
                    <a:pt x="2650033" y="480254"/>
                  </a:lnTo>
                  <a:lnTo>
                    <a:pt x="2721655" y="490951"/>
                  </a:lnTo>
                  <a:lnTo>
                    <a:pt x="2793278" y="501544"/>
                  </a:lnTo>
                  <a:lnTo>
                    <a:pt x="2864901" y="512031"/>
                  </a:lnTo>
                  <a:lnTo>
                    <a:pt x="2936523" y="522416"/>
                  </a:lnTo>
                  <a:lnTo>
                    <a:pt x="3008146" y="532699"/>
                  </a:lnTo>
                  <a:lnTo>
                    <a:pt x="3079768" y="542880"/>
                  </a:lnTo>
                  <a:lnTo>
                    <a:pt x="3151391" y="552962"/>
                  </a:lnTo>
                  <a:lnTo>
                    <a:pt x="3223013" y="562944"/>
                  </a:lnTo>
                  <a:lnTo>
                    <a:pt x="3294636" y="572828"/>
                  </a:lnTo>
                  <a:lnTo>
                    <a:pt x="3366258" y="582614"/>
                  </a:lnTo>
                  <a:lnTo>
                    <a:pt x="3437881" y="592305"/>
                  </a:lnTo>
                  <a:lnTo>
                    <a:pt x="3509503" y="601900"/>
                  </a:lnTo>
                  <a:lnTo>
                    <a:pt x="3581126" y="611400"/>
                  </a:lnTo>
                  <a:lnTo>
                    <a:pt x="3652748" y="620808"/>
                  </a:lnTo>
                  <a:lnTo>
                    <a:pt x="3724371" y="630122"/>
                  </a:lnTo>
                  <a:lnTo>
                    <a:pt x="3795993" y="639345"/>
                  </a:lnTo>
                  <a:lnTo>
                    <a:pt x="3867616" y="648478"/>
                  </a:lnTo>
                  <a:lnTo>
                    <a:pt x="3939238" y="657520"/>
                  </a:lnTo>
                  <a:lnTo>
                    <a:pt x="4010861" y="666474"/>
                  </a:lnTo>
                  <a:lnTo>
                    <a:pt x="4082483" y="675339"/>
                  </a:lnTo>
                  <a:lnTo>
                    <a:pt x="4154106" y="684117"/>
                  </a:lnTo>
                  <a:lnTo>
                    <a:pt x="4225729" y="692809"/>
                  </a:lnTo>
                  <a:lnTo>
                    <a:pt x="4297351" y="701415"/>
                  </a:lnTo>
                  <a:lnTo>
                    <a:pt x="4368974" y="709937"/>
                  </a:lnTo>
                  <a:lnTo>
                    <a:pt x="4440596" y="718375"/>
                  </a:lnTo>
                  <a:lnTo>
                    <a:pt x="4512219" y="726730"/>
                  </a:lnTo>
                  <a:lnTo>
                    <a:pt x="4583841" y="735003"/>
                  </a:lnTo>
                  <a:lnTo>
                    <a:pt x="4655464" y="743194"/>
                  </a:lnTo>
                  <a:lnTo>
                    <a:pt x="4727086" y="751305"/>
                  </a:lnTo>
                  <a:lnTo>
                    <a:pt x="4798709" y="759335"/>
                  </a:lnTo>
                  <a:lnTo>
                    <a:pt x="4870331" y="767287"/>
                  </a:lnTo>
                  <a:lnTo>
                    <a:pt x="4941954" y="775161"/>
                  </a:lnTo>
                  <a:lnTo>
                    <a:pt x="5013576" y="782957"/>
                  </a:lnTo>
                  <a:lnTo>
                    <a:pt x="5085199" y="790677"/>
                  </a:lnTo>
                  <a:lnTo>
                    <a:pt x="5156821" y="798320"/>
                  </a:lnTo>
                  <a:lnTo>
                    <a:pt x="5228444" y="805889"/>
                  </a:lnTo>
                  <a:lnTo>
                    <a:pt x="5300066" y="813383"/>
                  </a:lnTo>
                  <a:lnTo>
                    <a:pt x="5371689" y="820803"/>
                  </a:lnTo>
                  <a:lnTo>
                    <a:pt x="5443311" y="828150"/>
                  </a:lnTo>
                  <a:lnTo>
                    <a:pt x="5514934" y="835425"/>
                  </a:lnTo>
                  <a:lnTo>
                    <a:pt x="5586557" y="842629"/>
                  </a:lnTo>
                  <a:lnTo>
                    <a:pt x="5658179" y="849761"/>
                  </a:lnTo>
                  <a:lnTo>
                    <a:pt x="5729802" y="856823"/>
                  </a:lnTo>
                  <a:lnTo>
                    <a:pt x="5801424" y="863816"/>
                  </a:lnTo>
                  <a:lnTo>
                    <a:pt x="5873047" y="870740"/>
                  </a:lnTo>
                  <a:lnTo>
                    <a:pt x="5944669" y="877596"/>
                  </a:lnTo>
                  <a:lnTo>
                    <a:pt x="6016292" y="884385"/>
                  </a:lnTo>
                  <a:lnTo>
                    <a:pt x="6087914" y="891107"/>
                  </a:lnTo>
                  <a:lnTo>
                    <a:pt x="6159537" y="897762"/>
                  </a:lnTo>
                  <a:lnTo>
                    <a:pt x="6231159" y="904352"/>
                  </a:lnTo>
                  <a:lnTo>
                    <a:pt x="6302782" y="910878"/>
                  </a:lnTo>
                  <a:lnTo>
                    <a:pt x="6374404" y="917339"/>
                  </a:lnTo>
                  <a:lnTo>
                    <a:pt x="6446027" y="923736"/>
                  </a:lnTo>
                  <a:lnTo>
                    <a:pt x="6517649" y="930071"/>
                  </a:lnTo>
                  <a:lnTo>
                    <a:pt x="6589272" y="936343"/>
                  </a:lnTo>
                  <a:lnTo>
                    <a:pt x="6660894" y="942554"/>
                  </a:lnTo>
                  <a:lnTo>
                    <a:pt x="6732517" y="948703"/>
                  </a:lnTo>
                  <a:lnTo>
                    <a:pt x="6804139" y="954792"/>
                  </a:lnTo>
                  <a:lnTo>
                    <a:pt x="6875762" y="960822"/>
                  </a:lnTo>
                  <a:lnTo>
                    <a:pt x="6947385" y="966791"/>
                  </a:lnTo>
                  <a:lnTo>
                    <a:pt x="7019007" y="972702"/>
                  </a:lnTo>
                  <a:lnTo>
                    <a:pt x="7090630" y="9785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(0.87-1.52), p_Bonf = 1.000 (n = 6)  |  per IQR decline (Δ = 21.9): 1.36 (0.74-2.50)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2026-10-08T10:07:51Z</dcterms:modified>
  <cp:category/>
</cp:coreProperties>
</file>