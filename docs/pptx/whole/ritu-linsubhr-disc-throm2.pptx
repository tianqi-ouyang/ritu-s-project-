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bin" ContentType="application/vnd.openxmlformats-officedocument.presentationml.printerSettings"/>
  <Default Extension="rels" ContentType="application/vnd.openxmlformats-package.relationships+xml"/>
  <Default Extension="gif" ContentType="image/gif"/>
  <Default Extension="png" ContentType="image/png"/>
  <Default Extension="svg" ContentType="image/svg+xml"/>
  <Default Extension="bmp" ContentType="image/bmp"/>
  <Default Extension="emf" ContentType="image/x-emf"/>
  <Default Extension="wmf" ContentType="image/x-wmf"/>
  <Default Extension="tiff" ContentType="image/tiff"/>
  <Default Extension="jpg" ContentType="application/octet-stream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</Types>
</file>

<file path=_rels/.rels><?xml version="1.0" encoding="UTF-8" standalone="yes"?>

<Relationships  xmlns="http://schemas.openxmlformats.org/package/2006/relationships">
<Relationship Id="rId3" Type="http://schemas.openxmlformats.org/package/2006/relationships/metadata/core-properties" Target="docProps/core.xml"/>
<Relationship Id="rId4" Type="http://schemas.openxmlformats.org/officeDocument/2006/relationships/extended-properties" Target="docProps/app.xml"/>
<Relationship Id="rId1" Type="http://schemas.openxmlformats.org/officeDocument/2006/relationships/officeDocument" Target="ppt/presentation.xml"/>
<Relationship Id="rId2" Type="http://schemas.openxmlformats.org/package/2006/relationships/metadata/thumbnail" Target="docProps/thumbnail.jpeg"/>
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8"/>
  </p:sldIdLst>
  <p:sldSz cx="9144000" cy="6858000" type="screen4x3"/>
  <p:notesSz cx="6858000" cy="9144000"/>
  <p:custDataLst>
    <p:tags r:id="rId3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92" d="100"/>
          <a:sy n="92" d="100"/>
        </p:scale>
        <p:origin x="-1376" y="-10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

<Relationships  xmlns="http://schemas.openxmlformats.org/package/2006/relationships">
<Relationship Id="rId3" Type="http://schemas.openxmlformats.org/officeDocument/2006/relationships/tags" Target="tags/tag1.xml"/>
<Relationship Id="rId4" Type="http://schemas.openxmlformats.org/officeDocument/2006/relationships/presProps" Target="presProps.xml"/>
<Relationship Id="rId5" Type="http://schemas.openxmlformats.org/officeDocument/2006/relationships/viewProps" Target="viewProps.xml"/>
<Relationship Id="rId6" Type="http://schemas.openxmlformats.org/officeDocument/2006/relationships/theme" Target="theme/theme1.xml"/>
<Relationship Id="rId7" Type="http://schemas.openxmlformats.org/officeDocument/2006/relationships/tableStyles" Target="tableStyles.xml"/>
<Relationship Id="rId1" Type="http://schemas.openxmlformats.org/officeDocument/2006/relationships/slideMaster" Target="slideMasters/slideMaster1.xml"/>
<Relationship Id="rId2" Type="http://schemas.openxmlformats.org/officeDocument/2006/relationships/printerSettings" Target="printerSettings/printerSettings1.bin"/>
<Relationship Id="rId8" Type="http://schemas.openxmlformats.org/officeDocument/2006/relationships/slide" Target="slides/slide1.xml"/>
</Relationships>
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148811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15769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315455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683922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203491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858079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59960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78236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2.xml"/>
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 xmlns:pic="http://schemas.openxmlformats.org/drawingml/2006/picture">
        <p:nvGrpSpPr>
          <p:cNvPr id="2" name="Content Placeholder 2"/>
          <p:cNvGrpSpPr/>
          <p:nvPr/>
        </p:nvGrpSpPr>
        <p:grpSpPr>
          <a:xfrm>
            <a:off x="457200" y="1600200"/>
            <a:ext cx="8229600" cy="4525963"/>
            <a:chOff x="457200" y="1600200"/>
            <a:chExt cx="8229600" cy="4525963"/>
          </a:xfrm>
        </p:grpSpPr>
        <p:sp>
          <p:nvSpPr>
            <p:cNvPr id="3" name="rc3"/>
            <p:cNvSpPr/>
            <p:nvPr/>
          </p:nvSpPr>
          <p:spPr>
            <a:xfrm>
              <a:off x="457200" y="1600200"/>
              <a:ext cx="8229600" cy="4525962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" name="pl4"/>
            <p:cNvSpPr/>
            <p:nvPr/>
          </p:nvSpPr>
          <p:spPr>
            <a:xfrm>
              <a:off x="817517" y="5142518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" name="pl5"/>
            <p:cNvSpPr/>
            <p:nvPr/>
          </p:nvSpPr>
          <p:spPr>
            <a:xfrm>
              <a:off x="817517" y="4313054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" name="pl6"/>
            <p:cNvSpPr/>
            <p:nvPr/>
          </p:nvSpPr>
          <p:spPr>
            <a:xfrm>
              <a:off x="817517" y="3483591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" name="pl7"/>
            <p:cNvSpPr/>
            <p:nvPr/>
          </p:nvSpPr>
          <p:spPr>
            <a:xfrm>
              <a:off x="817517" y="2654127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" name="pl8"/>
            <p:cNvSpPr/>
            <p:nvPr/>
          </p:nvSpPr>
          <p:spPr>
            <a:xfrm>
              <a:off x="1943067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" name="pl9"/>
            <p:cNvSpPr/>
            <p:nvPr/>
          </p:nvSpPr>
          <p:spPr>
            <a:xfrm>
              <a:off x="4460487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" name="pl10"/>
            <p:cNvSpPr/>
            <p:nvPr/>
          </p:nvSpPr>
          <p:spPr>
            <a:xfrm>
              <a:off x="6977907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" name="pl11"/>
            <p:cNvSpPr/>
            <p:nvPr/>
          </p:nvSpPr>
          <p:spPr>
            <a:xfrm>
              <a:off x="817517" y="5557249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" name="pl12"/>
            <p:cNvSpPr/>
            <p:nvPr/>
          </p:nvSpPr>
          <p:spPr>
            <a:xfrm>
              <a:off x="817517" y="4727786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" name="pl13"/>
            <p:cNvSpPr/>
            <p:nvPr/>
          </p:nvSpPr>
          <p:spPr>
            <a:xfrm>
              <a:off x="817517" y="3898322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" name="pl14"/>
            <p:cNvSpPr/>
            <p:nvPr/>
          </p:nvSpPr>
          <p:spPr>
            <a:xfrm>
              <a:off x="817517" y="3068859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" name="pl15"/>
            <p:cNvSpPr/>
            <p:nvPr/>
          </p:nvSpPr>
          <p:spPr>
            <a:xfrm>
              <a:off x="817517" y="2239395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" name="pl16"/>
            <p:cNvSpPr/>
            <p:nvPr/>
          </p:nvSpPr>
          <p:spPr>
            <a:xfrm>
              <a:off x="3201777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" name="pl17"/>
            <p:cNvSpPr/>
            <p:nvPr/>
          </p:nvSpPr>
          <p:spPr>
            <a:xfrm>
              <a:off x="5719197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" name="pl18"/>
            <p:cNvSpPr/>
            <p:nvPr/>
          </p:nvSpPr>
          <p:spPr>
            <a:xfrm>
              <a:off x="8236616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" name="pg19"/>
            <p:cNvSpPr/>
            <p:nvPr/>
          </p:nvSpPr>
          <p:spPr>
            <a:xfrm>
              <a:off x="1172049" y="2073503"/>
              <a:ext cx="7090630" cy="3188029"/>
            </a:xfrm>
            <a:custGeom>
              <a:avLst/>
              <a:pathLst>
                <a:path w="7090630" h="3188029">
                  <a:moveTo>
                    <a:pt x="1185138" y="0"/>
                  </a:moveTo>
                  <a:lnTo>
                    <a:pt x="1217582" y="47268"/>
                  </a:lnTo>
                  <a:lnTo>
                    <a:pt x="1289205" y="148538"/>
                  </a:lnTo>
                  <a:lnTo>
                    <a:pt x="1360827" y="246824"/>
                  </a:lnTo>
                  <a:lnTo>
                    <a:pt x="1432450" y="342214"/>
                  </a:lnTo>
                  <a:lnTo>
                    <a:pt x="1504073" y="434792"/>
                  </a:lnTo>
                  <a:lnTo>
                    <a:pt x="1575695" y="524642"/>
                  </a:lnTo>
                  <a:lnTo>
                    <a:pt x="1647318" y="611845"/>
                  </a:lnTo>
                  <a:lnTo>
                    <a:pt x="1718940" y="696477"/>
                  </a:lnTo>
                  <a:lnTo>
                    <a:pt x="1790563" y="778616"/>
                  </a:lnTo>
                  <a:lnTo>
                    <a:pt x="1862185" y="858334"/>
                  </a:lnTo>
                  <a:lnTo>
                    <a:pt x="1933808" y="935703"/>
                  </a:lnTo>
                  <a:lnTo>
                    <a:pt x="2005430" y="1010792"/>
                  </a:lnTo>
                  <a:lnTo>
                    <a:pt x="2077053" y="1083668"/>
                  </a:lnTo>
                  <a:lnTo>
                    <a:pt x="2148675" y="1154396"/>
                  </a:lnTo>
                  <a:lnTo>
                    <a:pt x="2220298" y="1223040"/>
                  </a:lnTo>
                  <a:lnTo>
                    <a:pt x="2291920" y="1289662"/>
                  </a:lnTo>
                  <a:lnTo>
                    <a:pt x="2363543" y="1354320"/>
                  </a:lnTo>
                  <a:lnTo>
                    <a:pt x="2435165" y="1417072"/>
                  </a:lnTo>
                  <a:lnTo>
                    <a:pt x="2506788" y="1477975"/>
                  </a:lnTo>
                  <a:lnTo>
                    <a:pt x="2578410" y="1537084"/>
                  </a:lnTo>
                  <a:lnTo>
                    <a:pt x="2650033" y="1594450"/>
                  </a:lnTo>
                  <a:lnTo>
                    <a:pt x="2721655" y="1650127"/>
                  </a:lnTo>
                  <a:lnTo>
                    <a:pt x="2793278" y="1704162"/>
                  </a:lnTo>
                  <a:lnTo>
                    <a:pt x="2864901" y="1756605"/>
                  </a:lnTo>
                  <a:lnTo>
                    <a:pt x="2936523" y="1807502"/>
                  </a:lnTo>
                  <a:lnTo>
                    <a:pt x="3008146" y="1856900"/>
                  </a:lnTo>
                  <a:lnTo>
                    <a:pt x="3079768" y="1904842"/>
                  </a:lnTo>
                  <a:lnTo>
                    <a:pt x="3151391" y="1951371"/>
                  </a:lnTo>
                  <a:lnTo>
                    <a:pt x="3223013" y="1996529"/>
                  </a:lnTo>
                  <a:lnTo>
                    <a:pt x="3294636" y="2040356"/>
                  </a:lnTo>
                  <a:lnTo>
                    <a:pt x="3366258" y="2082892"/>
                  </a:lnTo>
                  <a:lnTo>
                    <a:pt x="3437881" y="2124174"/>
                  </a:lnTo>
                  <a:lnTo>
                    <a:pt x="3509503" y="2164239"/>
                  </a:lnTo>
                  <a:lnTo>
                    <a:pt x="3581126" y="2203124"/>
                  </a:lnTo>
                  <a:lnTo>
                    <a:pt x="3652748" y="2240863"/>
                  </a:lnTo>
                  <a:lnTo>
                    <a:pt x="3724371" y="2277490"/>
                  </a:lnTo>
                  <a:lnTo>
                    <a:pt x="3795993" y="2313037"/>
                  </a:lnTo>
                  <a:lnTo>
                    <a:pt x="3867616" y="2347537"/>
                  </a:lnTo>
                  <a:lnTo>
                    <a:pt x="3939238" y="2381020"/>
                  </a:lnTo>
                  <a:lnTo>
                    <a:pt x="4010861" y="2413517"/>
                  </a:lnTo>
                  <a:lnTo>
                    <a:pt x="4082483" y="2445056"/>
                  </a:lnTo>
                  <a:lnTo>
                    <a:pt x="4154106" y="2475665"/>
                  </a:lnTo>
                  <a:lnTo>
                    <a:pt x="4225729" y="2505372"/>
                  </a:lnTo>
                  <a:lnTo>
                    <a:pt x="4297351" y="2534204"/>
                  </a:lnTo>
                  <a:lnTo>
                    <a:pt x="4368974" y="2562186"/>
                  </a:lnTo>
                  <a:lnTo>
                    <a:pt x="4440596" y="2589344"/>
                  </a:lnTo>
                  <a:lnTo>
                    <a:pt x="4512219" y="2615701"/>
                  </a:lnTo>
                  <a:lnTo>
                    <a:pt x="4583841" y="2641282"/>
                  </a:lnTo>
                  <a:lnTo>
                    <a:pt x="4655464" y="2650248"/>
                  </a:lnTo>
                  <a:lnTo>
                    <a:pt x="4727086" y="2641780"/>
                  </a:lnTo>
                  <a:lnTo>
                    <a:pt x="4798709" y="2633227"/>
                  </a:lnTo>
                  <a:lnTo>
                    <a:pt x="4870331" y="2624586"/>
                  </a:lnTo>
                  <a:lnTo>
                    <a:pt x="4941954" y="2615858"/>
                  </a:lnTo>
                  <a:lnTo>
                    <a:pt x="5013576" y="2607040"/>
                  </a:lnTo>
                  <a:lnTo>
                    <a:pt x="5085199" y="2598134"/>
                  </a:lnTo>
                  <a:lnTo>
                    <a:pt x="5156821" y="2589137"/>
                  </a:lnTo>
                  <a:lnTo>
                    <a:pt x="5228444" y="2580048"/>
                  </a:lnTo>
                  <a:lnTo>
                    <a:pt x="5300066" y="2570867"/>
                  </a:lnTo>
                  <a:lnTo>
                    <a:pt x="5371689" y="2561593"/>
                  </a:lnTo>
                  <a:lnTo>
                    <a:pt x="5443311" y="2552225"/>
                  </a:lnTo>
                  <a:lnTo>
                    <a:pt x="5514934" y="2542761"/>
                  </a:lnTo>
                  <a:lnTo>
                    <a:pt x="5586557" y="2533201"/>
                  </a:lnTo>
                  <a:lnTo>
                    <a:pt x="5658179" y="2523545"/>
                  </a:lnTo>
                  <a:lnTo>
                    <a:pt x="5729802" y="2513790"/>
                  </a:lnTo>
                  <a:lnTo>
                    <a:pt x="5801424" y="2503936"/>
                  </a:lnTo>
                  <a:lnTo>
                    <a:pt x="5873047" y="2493981"/>
                  </a:lnTo>
                  <a:lnTo>
                    <a:pt x="5944669" y="2483926"/>
                  </a:lnTo>
                  <a:lnTo>
                    <a:pt x="6016292" y="2473769"/>
                  </a:lnTo>
                  <a:lnTo>
                    <a:pt x="6087914" y="2463508"/>
                  </a:lnTo>
                  <a:lnTo>
                    <a:pt x="6159537" y="2453143"/>
                  </a:lnTo>
                  <a:lnTo>
                    <a:pt x="6231159" y="2442673"/>
                  </a:lnTo>
                  <a:lnTo>
                    <a:pt x="6302782" y="2432097"/>
                  </a:lnTo>
                  <a:lnTo>
                    <a:pt x="6374404" y="2421413"/>
                  </a:lnTo>
                  <a:lnTo>
                    <a:pt x="6446027" y="2410620"/>
                  </a:lnTo>
                  <a:lnTo>
                    <a:pt x="6517649" y="2399718"/>
                  </a:lnTo>
                  <a:lnTo>
                    <a:pt x="6589272" y="2388705"/>
                  </a:lnTo>
                  <a:lnTo>
                    <a:pt x="6660894" y="2377580"/>
                  </a:lnTo>
                  <a:lnTo>
                    <a:pt x="6732517" y="2366343"/>
                  </a:lnTo>
                  <a:lnTo>
                    <a:pt x="6804139" y="2354991"/>
                  </a:lnTo>
                  <a:lnTo>
                    <a:pt x="6875762" y="2343523"/>
                  </a:lnTo>
                  <a:lnTo>
                    <a:pt x="6947385" y="2331939"/>
                  </a:lnTo>
                  <a:lnTo>
                    <a:pt x="7019007" y="2320238"/>
                  </a:lnTo>
                  <a:lnTo>
                    <a:pt x="7090630" y="2308418"/>
                  </a:lnTo>
                  <a:lnTo>
                    <a:pt x="7090630" y="3188029"/>
                  </a:lnTo>
                  <a:lnTo>
                    <a:pt x="7019007" y="3179049"/>
                  </a:lnTo>
                  <a:lnTo>
                    <a:pt x="6947385" y="3169798"/>
                  </a:lnTo>
                  <a:lnTo>
                    <a:pt x="6875762" y="3160265"/>
                  </a:lnTo>
                  <a:lnTo>
                    <a:pt x="6804139" y="3150443"/>
                  </a:lnTo>
                  <a:lnTo>
                    <a:pt x="6732517" y="3140322"/>
                  </a:lnTo>
                  <a:lnTo>
                    <a:pt x="6660894" y="3129894"/>
                  </a:lnTo>
                  <a:lnTo>
                    <a:pt x="6589272" y="3119150"/>
                  </a:lnTo>
                  <a:lnTo>
                    <a:pt x="6517649" y="3108079"/>
                  </a:lnTo>
                  <a:lnTo>
                    <a:pt x="6446027" y="3096673"/>
                  </a:lnTo>
                  <a:lnTo>
                    <a:pt x="6374404" y="3084920"/>
                  </a:lnTo>
                  <a:lnTo>
                    <a:pt x="6302782" y="3072810"/>
                  </a:lnTo>
                  <a:lnTo>
                    <a:pt x="6231159" y="3060332"/>
                  </a:lnTo>
                  <a:lnTo>
                    <a:pt x="6159537" y="3047475"/>
                  </a:lnTo>
                  <a:lnTo>
                    <a:pt x="6087914" y="3034228"/>
                  </a:lnTo>
                  <a:lnTo>
                    <a:pt x="6016292" y="3020579"/>
                  </a:lnTo>
                  <a:lnTo>
                    <a:pt x="5944669" y="3006516"/>
                  </a:lnTo>
                  <a:lnTo>
                    <a:pt x="5873047" y="2992025"/>
                  </a:lnTo>
                  <a:lnTo>
                    <a:pt x="5801424" y="2977094"/>
                  </a:lnTo>
                  <a:lnTo>
                    <a:pt x="5729802" y="2961710"/>
                  </a:lnTo>
                  <a:lnTo>
                    <a:pt x="5658179" y="2945859"/>
                  </a:lnTo>
                  <a:lnTo>
                    <a:pt x="5586557" y="2929527"/>
                  </a:lnTo>
                  <a:lnTo>
                    <a:pt x="5514934" y="2912698"/>
                  </a:lnTo>
                  <a:lnTo>
                    <a:pt x="5443311" y="2895359"/>
                  </a:lnTo>
                  <a:lnTo>
                    <a:pt x="5371689" y="2877493"/>
                  </a:lnTo>
                  <a:lnTo>
                    <a:pt x="5300066" y="2859085"/>
                  </a:lnTo>
                  <a:lnTo>
                    <a:pt x="5228444" y="2840118"/>
                  </a:lnTo>
                  <a:lnTo>
                    <a:pt x="5156821" y="2820575"/>
                  </a:lnTo>
                  <a:lnTo>
                    <a:pt x="5085199" y="2800438"/>
                  </a:lnTo>
                  <a:lnTo>
                    <a:pt x="5013576" y="2779690"/>
                  </a:lnTo>
                  <a:lnTo>
                    <a:pt x="4941954" y="2758312"/>
                  </a:lnTo>
                  <a:lnTo>
                    <a:pt x="4870331" y="2736285"/>
                  </a:lnTo>
                  <a:lnTo>
                    <a:pt x="4798709" y="2713589"/>
                  </a:lnTo>
                  <a:lnTo>
                    <a:pt x="4727086" y="2690204"/>
                  </a:lnTo>
                  <a:lnTo>
                    <a:pt x="4655464" y="2666109"/>
                  </a:lnTo>
                  <a:lnTo>
                    <a:pt x="4583841" y="2658631"/>
                  </a:lnTo>
                  <a:lnTo>
                    <a:pt x="4512219" y="2666929"/>
                  </a:lnTo>
                  <a:lnTo>
                    <a:pt x="4440596" y="2675144"/>
                  </a:lnTo>
                  <a:lnTo>
                    <a:pt x="4368974" y="2683276"/>
                  </a:lnTo>
                  <a:lnTo>
                    <a:pt x="4297351" y="2691326"/>
                  </a:lnTo>
                  <a:lnTo>
                    <a:pt x="4225729" y="2699296"/>
                  </a:lnTo>
                  <a:lnTo>
                    <a:pt x="4154106" y="2707185"/>
                  </a:lnTo>
                  <a:lnTo>
                    <a:pt x="4082483" y="2714995"/>
                  </a:lnTo>
                  <a:lnTo>
                    <a:pt x="4010861" y="2722726"/>
                  </a:lnTo>
                  <a:lnTo>
                    <a:pt x="3939238" y="2730380"/>
                  </a:lnTo>
                  <a:lnTo>
                    <a:pt x="3867616" y="2737957"/>
                  </a:lnTo>
                  <a:lnTo>
                    <a:pt x="3795993" y="2745457"/>
                  </a:lnTo>
                  <a:lnTo>
                    <a:pt x="3724371" y="2752882"/>
                  </a:lnTo>
                  <a:lnTo>
                    <a:pt x="3652748" y="2760232"/>
                  </a:lnTo>
                  <a:lnTo>
                    <a:pt x="3581126" y="2767509"/>
                  </a:lnTo>
                  <a:lnTo>
                    <a:pt x="3509503" y="2774712"/>
                  </a:lnTo>
                  <a:lnTo>
                    <a:pt x="3437881" y="2781843"/>
                  </a:lnTo>
                  <a:lnTo>
                    <a:pt x="3366258" y="2788902"/>
                  </a:lnTo>
                  <a:lnTo>
                    <a:pt x="3294636" y="2795890"/>
                  </a:lnTo>
                  <a:lnTo>
                    <a:pt x="3223013" y="2802808"/>
                  </a:lnTo>
                  <a:lnTo>
                    <a:pt x="3151391" y="2809656"/>
                  </a:lnTo>
                  <a:lnTo>
                    <a:pt x="3079768" y="2816436"/>
                  </a:lnTo>
                  <a:lnTo>
                    <a:pt x="3008146" y="2823147"/>
                  </a:lnTo>
                  <a:lnTo>
                    <a:pt x="2936523" y="2829790"/>
                  </a:lnTo>
                  <a:lnTo>
                    <a:pt x="2864901" y="2836367"/>
                  </a:lnTo>
                  <a:lnTo>
                    <a:pt x="2793278" y="2842878"/>
                  </a:lnTo>
                  <a:lnTo>
                    <a:pt x="2721655" y="2849323"/>
                  </a:lnTo>
                  <a:lnTo>
                    <a:pt x="2650033" y="2855704"/>
                  </a:lnTo>
                  <a:lnTo>
                    <a:pt x="2578410" y="2862020"/>
                  </a:lnTo>
                  <a:lnTo>
                    <a:pt x="2506788" y="2868273"/>
                  </a:lnTo>
                  <a:lnTo>
                    <a:pt x="2435165" y="2874463"/>
                  </a:lnTo>
                  <a:lnTo>
                    <a:pt x="2363543" y="2880590"/>
                  </a:lnTo>
                  <a:lnTo>
                    <a:pt x="2291920" y="2886656"/>
                  </a:lnTo>
                  <a:lnTo>
                    <a:pt x="2220298" y="2892661"/>
                  </a:lnTo>
                  <a:lnTo>
                    <a:pt x="2148675" y="2898606"/>
                  </a:lnTo>
                  <a:lnTo>
                    <a:pt x="2077053" y="2904491"/>
                  </a:lnTo>
                  <a:lnTo>
                    <a:pt x="2005430" y="2910316"/>
                  </a:lnTo>
                  <a:lnTo>
                    <a:pt x="1933808" y="2916083"/>
                  </a:lnTo>
                  <a:lnTo>
                    <a:pt x="1862185" y="2921792"/>
                  </a:lnTo>
                  <a:lnTo>
                    <a:pt x="1790563" y="2927444"/>
                  </a:lnTo>
                  <a:lnTo>
                    <a:pt x="1718940" y="2933039"/>
                  </a:lnTo>
                  <a:lnTo>
                    <a:pt x="1647318" y="2938577"/>
                  </a:lnTo>
                  <a:lnTo>
                    <a:pt x="1575695" y="2944060"/>
                  </a:lnTo>
                  <a:lnTo>
                    <a:pt x="1504073" y="2949488"/>
                  </a:lnTo>
                  <a:lnTo>
                    <a:pt x="1432450" y="2954861"/>
                  </a:lnTo>
                  <a:lnTo>
                    <a:pt x="1360827" y="2960180"/>
                  </a:lnTo>
                  <a:lnTo>
                    <a:pt x="1289205" y="2965445"/>
                  </a:lnTo>
                  <a:lnTo>
                    <a:pt x="1217582" y="2970658"/>
                  </a:lnTo>
                  <a:lnTo>
                    <a:pt x="1145960" y="2975818"/>
                  </a:lnTo>
                  <a:lnTo>
                    <a:pt x="1074337" y="2980926"/>
                  </a:lnTo>
                  <a:lnTo>
                    <a:pt x="1002715" y="2985983"/>
                  </a:lnTo>
                  <a:lnTo>
                    <a:pt x="931092" y="2990989"/>
                  </a:lnTo>
                  <a:lnTo>
                    <a:pt x="859470" y="2995945"/>
                  </a:lnTo>
                  <a:lnTo>
                    <a:pt x="787847" y="3000851"/>
                  </a:lnTo>
                  <a:lnTo>
                    <a:pt x="716225" y="3005707"/>
                  </a:lnTo>
                  <a:lnTo>
                    <a:pt x="644602" y="3010515"/>
                  </a:lnTo>
                  <a:lnTo>
                    <a:pt x="572980" y="3015274"/>
                  </a:lnTo>
                  <a:lnTo>
                    <a:pt x="501357" y="3019986"/>
                  </a:lnTo>
                  <a:lnTo>
                    <a:pt x="429735" y="3024650"/>
                  </a:lnTo>
                  <a:lnTo>
                    <a:pt x="358112" y="3029267"/>
                  </a:lnTo>
                  <a:lnTo>
                    <a:pt x="286490" y="3033838"/>
                  </a:lnTo>
                  <a:lnTo>
                    <a:pt x="214867" y="3038363"/>
                  </a:lnTo>
                  <a:lnTo>
                    <a:pt x="143245" y="3042842"/>
                  </a:lnTo>
                  <a:lnTo>
                    <a:pt x="71622" y="3047276"/>
                  </a:lnTo>
                  <a:lnTo>
                    <a:pt x="0" y="3051666"/>
                  </a:lnTo>
                  <a:close/>
                </a:path>
              </a:pathLst>
            </a:custGeom>
            <a:solidFill>
              <a:srgbClr val="FF8C00">
                <a:alpha val="20000"/>
              </a:srgbClr>
            </a:solidFill>
          </p:spPr>
          <p:txBody>
            <a:bodyPr/>
            <a:lstStyle/>
            <a:p/>
          </p:txBody>
        </p:sp>
        <p:sp>
          <p:nvSpPr>
            <p:cNvPr id="20" name="pl20"/>
            <p:cNvSpPr/>
            <p:nvPr/>
          </p:nvSpPr>
          <p:spPr>
            <a:xfrm>
              <a:off x="2357187" y="2073503"/>
              <a:ext cx="5905491" cy="2650248"/>
            </a:xfrm>
            <a:custGeom>
              <a:avLst/>
              <a:pathLst>
                <a:path w="5905491" h="2650248">
                  <a:moveTo>
                    <a:pt x="0" y="0"/>
                  </a:moveTo>
                  <a:lnTo>
                    <a:pt x="32444" y="47268"/>
                  </a:lnTo>
                  <a:lnTo>
                    <a:pt x="104067" y="148538"/>
                  </a:lnTo>
                  <a:lnTo>
                    <a:pt x="175689" y="246824"/>
                  </a:lnTo>
                  <a:lnTo>
                    <a:pt x="247312" y="342214"/>
                  </a:lnTo>
                  <a:lnTo>
                    <a:pt x="318934" y="434792"/>
                  </a:lnTo>
                  <a:lnTo>
                    <a:pt x="390557" y="524642"/>
                  </a:lnTo>
                  <a:lnTo>
                    <a:pt x="462180" y="611845"/>
                  </a:lnTo>
                  <a:lnTo>
                    <a:pt x="533802" y="696477"/>
                  </a:lnTo>
                  <a:lnTo>
                    <a:pt x="605425" y="778616"/>
                  </a:lnTo>
                  <a:lnTo>
                    <a:pt x="677047" y="858334"/>
                  </a:lnTo>
                  <a:lnTo>
                    <a:pt x="748670" y="935703"/>
                  </a:lnTo>
                  <a:lnTo>
                    <a:pt x="820292" y="1010792"/>
                  </a:lnTo>
                  <a:lnTo>
                    <a:pt x="891915" y="1083668"/>
                  </a:lnTo>
                  <a:lnTo>
                    <a:pt x="963537" y="1154396"/>
                  </a:lnTo>
                  <a:lnTo>
                    <a:pt x="1035160" y="1223040"/>
                  </a:lnTo>
                  <a:lnTo>
                    <a:pt x="1106782" y="1289662"/>
                  </a:lnTo>
                  <a:lnTo>
                    <a:pt x="1178405" y="1354320"/>
                  </a:lnTo>
                  <a:lnTo>
                    <a:pt x="1250027" y="1417072"/>
                  </a:lnTo>
                  <a:lnTo>
                    <a:pt x="1321650" y="1477975"/>
                  </a:lnTo>
                  <a:lnTo>
                    <a:pt x="1393272" y="1537084"/>
                  </a:lnTo>
                  <a:lnTo>
                    <a:pt x="1464895" y="1594450"/>
                  </a:lnTo>
                  <a:lnTo>
                    <a:pt x="1536517" y="1650127"/>
                  </a:lnTo>
                  <a:lnTo>
                    <a:pt x="1608140" y="1704162"/>
                  </a:lnTo>
                  <a:lnTo>
                    <a:pt x="1679762" y="1756605"/>
                  </a:lnTo>
                  <a:lnTo>
                    <a:pt x="1751385" y="1807502"/>
                  </a:lnTo>
                  <a:lnTo>
                    <a:pt x="1823007" y="1856900"/>
                  </a:lnTo>
                  <a:lnTo>
                    <a:pt x="1894630" y="1904842"/>
                  </a:lnTo>
                  <a:lnTo>
                    <a:pt x="1966253" y="1951371"/>
                  </a:lnTo>
                  <a:lnTo>
                    <a:pt x="2037875" y="1996529"/>
                  </a:lnTo>
                  <a:lnTo>
                    <a:pt x="2109498" y="2040356"/>
                  </a:lnTo>
                  <a:lnTo>
                    <a:pt x="2181120" y="2082892"/>
                  </a:lnTo>
                  <a:lnTo>
                    <a:pt x="2252743" y="2124174"/>
                  </a:lnTo>
                  <a:lnTo>
                    <a:pt x="2324365" y="2164239"/>
                  </a:lnTo>
                  <a:lnTo>
                    <a:pt x="2395988" y="2203124"/>
                  </a:lnTo>
                  <a:lnTo>
                    <a:pt x="2467610" y="2240863"/>
                  </a:lnTo>
                  <a:lnTo>
                    <a:pt x="2539233" y="2277490"/>
                  </a:lnTo>
                  <a:lnTo>
                    <a:pt x="2610855" y="2313037"/>
                  </a:lnTo>
                  <a:lnTo>
                    <a:pt x="2682478" y="2347537"/>
                  </a:lnTo>
                  <a:lnTo>
                    <a:pt x="2754100" y="2381020"/>
                  </a:lnTo>
                  <a:lnTo>
                    <a:pt x="2825723" y="2413517"/>
                  </a:lnTo>
                  <a:lnTo>
                    <a:pt x="2897345" y="2445056"/>
                  </a:lnTo>
                  <a:lnTo>
                    <a:pt x="2968968" y="2475665"/>
                  </a:lnTo>
                  <a:lnTo>
                    <a:pt x="3040590" y="2505372"/>
                  </a:lnTo>
                  <a:lnTo>
                    <a:pt x="3112213" y="2534204"/>
                  </a:lnTo>
                  <a:lnTo>
                    <a:pt x="3183835" y="2562186"/>
                  </a:lnTo>
                  <a:lnTo>
                    <a:pt x="3255458" y="2589344"/>
                  </a:lnTo>
                  <a:lnTo>
                    <a:pt x="3327081" y="2615701"/>
                  </a:lnTo>
                  <a:lnTo>
                    <a:pt x="3398703" y="2641282"/>
                  </a:lnTo>
                  <a:lnTo>
                    <a:pt x="3470326" y="2650248"/>
                  </a:lnTo>
                  <a:lnTo>
                    <a:pt x="3541948" y="2641780"/>
                  </a:lnTo>
                  <a:lnTo>
                    <a:pt x="3613571" y="2633227"/>
                  </a:lnTo>
                  <a:lnTo>
                    <a:pt x="3685193" y="2624586"/>
                  </a:lnTo>
                  <a:lnTo>
                    <a:pt x="3756816" y="2615858"/>
                  </a:lnTo>
                  <a:lnTo>
                    <a:pt x="3828438" y="2607040"/>
                  </a:lnTo>
                  <a:lnTo>
                    <a:pt x="3900061" y="2598134"/>
                  </a:lnTo>
                  <a:lnTo>
                    <a:pt x="3971683" y="2589137"/>
                  </a:lnTo>
                  <a:lnTo>
                    <a:pt x="4043306" y="2580048"/>
                  </a:lnTo>
                  <a:lnTo>
                    <a:pt x="4114928" y="2570867"/>
                  </a:lnTo>
                  <a:lnTo>
                    <a:pt x="4186551" y="2561593"/>
                  </a:lnTo>
                  <a:lnTo>
                    <a:pt x="4258173" y="2552225"/>
                  </a:lnTo>
                  <a:lnTo>
                    <a:pt x="4329796" y="2542761"/>
                  </a:lnTo>
                  <a:lnTo>
                    <a:pt x="4401418" y="2533201"/>
                  </a:lnTo>
                  <a:lnTo>
                    <a:pt x="4473041" y="2523545"/>
                  </a:lnTo>
                  <a:lnTo>
                    <a:pt x="4544663" y="2513790"/>
                  </a:lnTo>
                  <a:lnTo>
                    <a:pt x="4616286" y="2503936"/>
                  </a:lnTo>
                  <a:lnTo>
                    <a:pt x="4687909" y="2493981"/>
                  </a:lnTo>
                  <a:lnTo>
                    <a:pt x="4759531" y="2483926"/>
                  </a:lnTo>
                  <a:lnTo>
                    <a:pt x="4831154" y="2473769"/>
                  </a:lnTo>
                  <a:lnTo>
                    <a:pt x="4902776" y="2463508"/>
                  </a:lnTo>
                  <a:lnTo>
                    <a:pt x="4974399" y="2453143"/>
                  </a:lnTo>
                  <a:lnTo>
                    <a:pt x="5046021" y="2442673"/>
                  </a:lnTo>
                  <a:lnTo>
                    <a:pt x="5117644" y="2432097"/>
                  </a:lnTo>
                  <a:lnTo>
                    <a:pt x="5189266" y="2421413"/>
                  </a:lnTo>
                  <a:lnTo>
                    <a:pt x="5260889" y="2410620"/>
                  </a:lnTo>
                  <a:lnTo>
                    <a:pt x="5332511" y="2399718"/>
                  </a:lnTo>
                  <a:lnTo>
                    <a:pt x="5404134" y="2388705"/>
                  </a:lnTo>
                  <a:lnTo>
                    <a:pt x="5475756" y="2377580"/>
                  </a:lnTo>
                  <a:lnTo>
                    <a:pt x="5547379" y="2366343"/>
                  </a:lnTo>
                  <a:lnTo>
                    <a:pt x="5619001" y="2354991"/>
                  </a:lnTo>
                  <a:lnTo>
                    <a:pt x="5690624" y="2343523"/>
                  </a:lnTo>
                  <a:lnTo>
                    <a:pt x="5762246" y="2331939"/>
                  </a:lnTo>
                  <a:lnTo>
                    <a:pt x="5833869" y="2320238"/>
                  </a:lnTo>
                  <a:lnTo>
                    <a:pt x="5905491" y="2308418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21" name="pl21"/>
            <p:cNvSpPr/>
            <p:nvPr/>
          </p:nvSpPr>
          <p:spPr>
            <a:xfrm>
              <a:off x="1172049" y="4732134"/>
              <a:ext cx="7090630" cy="529397"/>
            </a:xfrm>
            <a:custGeom>
              <a:avLst/>
              <a:pathLst>
                <a:path w="7090630" h="529397">
                  <a:moveTo>
                    <a:pt x="7090630" y="529397"/>
                  </a:moveTo>
                  <a:lnTo>
                    <a:pt x="7019007" y="520418"/>
                  </a:lnTo>
                  <a:lnTo>
                    <a:pt x="6947385" y="511166"/>
                  </a:lnTo>
                  <a:lnTo>
                    <a:pt x="6875762" y="501634"/>
                  </a:lnTo>
                  <a:lnTo>
                    <a:pt x="6804139" y="491811"/>
                  </a:lnTo>
                  <a:lnTo>
                    <a:pt x="6732517" y="481691"/>
                  </a:lnTo>
                  <a:lnTo>
                    <a:pt x="6660894" y="471263"/>
                  </a:lnTo>
                  <a:lnTo>
                    <a:pt x="6589272" y="460519"/>
                  </a:lnTo>
                  <a:lnTo>
                    <a:pt x="6517649" y="449448"/>
                  </a:lnTo>
                  <a:lnTo>
                    <a:pt x="6446027" y="438042"/>
                  </a:lnTo>
                  <a:lnTo>
                    <a:pt x="6374404" y="426288"/>
                  </a:lnTo>
                  <a:lnTo>
                    <a:pt x="6302782" y="414178"/>
                  </a:lnTo>
                  <a:lnTo>
                    <a:pt x="6231159" y="401701"/>
                  </a:lnTo>
                  <a:lnTo>
                    <a:pt x="6159537" y="388844"/>
                  </a:lnTo>
                  <a:lnTo>
                    <a:pt x="6087914" y="375597"/>
                  </a:lnTo>
                  <a:lnTo>
                    <a:pt x="6016292" y="361948"/>
                  </a:lnTo>
                  <a:lnTo>
                    <a:pt x="5944669" y="347884"/>
                  </a:lnTo>
                  <a:lnTo>
                    <a:pt x="5873047" y="333394"/>
                  </a:lnTo>
                  <a:lnTo>
                    <a:pt x="5801424" y="318463"/>
                  </a:lnTo>
                  <a:lnTo>
                    <a:pt x="5729802" y="303079"/>
                  </a:lnTo>
                  <a:lnTo>
                    <a:pt x="5658179" y="287228"/>
                  </a:lnTo>
                  <a:lnTo>
                    <a:pt x="5586557" y="270896"/>
                  </a:lnTo>
                  <a:lnTo>
                    <a:pt x="5514934" y="254067"/>
                  </a:lnTo>
                  <a:lnTo>
                    <a:pt x="5443311" y="236728"/>
                  </a:lnTo>
                  <a:lnTo>
                    <a:pt x="5371689" y="218862"/>
                  </a:lnTo>
                  <a:lnTo>
                    <a:pt x="5300066" y="200454"/>
                  </a:lnTo>
                  <a:lnTo>
                    <a:pt x="5228444" y="181487"/>
                  </a:lnTo>
                  <a:lnTo>
                    <a:pt x="5156821" y="161943"/>
                  </a:lnTo>
                  <a:lnTo>
                    <a:pt x="5085199" y="141807"/>
                  </a:lnTo>
                  <a:lnTo>
                    <a:pt x="5013576" y="121059"/>
                  </a:lnTo>
                  <a:lnTo>
                    <a:pt x="4941954" y="99681"/>
                  </a:lnTo>
                  <a:lnTo>
                    <a:pt x="4870331" y="77654"/>
                  </a:lnTo>
                  <a:lnTo>
                    <a:pt x="4798709" y="54958"/>
                  </a:lnTo>
                  <a:lnTo>
                    <a:pt x="4727086" y="31573"/>
                  </a:lnTo>
                  <a:lnTo>
                    <a:pt x="4655464" y="7478"/>
                  </a:lnTo>
                  <a:lnTo>
                    <a:pt x="4583841" y="0"/>
                  </a:lnTo>
                  <a:lnTo>
                    <a:pt x="4512219" y="8298"/>
                  </a:lnTo>
                  <a:lnTo>
                    <a:pt x="4440596" y="16513"/>
                  </a:lnTo>
                  <a:lnTo>
                    <a:pt x="4368974" y="24645"/>
                  </a:lnTo>
                  <a:lnTo>
                    <a:pt x="4297351" y="32695"/>
                  </a:lnTo>
                  <a:lnTo>
                    <a:pt x="4225729" y="40665"/>
                  </a:lnTo>
                  <a:lnTo>
                    <a:pt x="4154106" y="48554"/>
                  </a:lnTo>
                  <a:lnTo>
                    <a:pt x="4082483" y="56364"/>
                  </a:lnTo>
                  <a:lnTo>
                    <a:pt x="4010861" y="64095"/>
                  </a:lnTo>
                  <a:lnTo>
                    <a:pt x="3939238" y="71749"/>
                  </a:lnTo>
                  <a:lnTo>
                    <a:pt x="3867616" y="79325"/>
                  </a:lnTo>
                  <a:lnTo>
                    <a:pt x="3795993" y="86826"/>
                  </a:lnTo>
                  <a:lnTo>
                    <a:pt x="3724371" y="94251"/>
                  </a:lnTo>
                  <a:lnTo>
                    <a:pt x="3652748" y="101601"/>
                  </a:lnTo>
                  <a:lnTo>
                    <a:pt x="3581126" y="108878"/>
                  </a:lnTo>
                  <a:lnTo>
                    <a:pt x="3509503" y="116081"/>
                  </a:lnTo>
                  <a:lnTo>
                    <a:pt x="3437881" y="123212"/>
                  </a:lnTo>
                  <a:lnTo>
                    <a:pt x="3366258" y="130271"/>
                  </a:lnTo>
                  <a:lnTo>
                    <a:pt x="3294636" y="137259"/>
                  </a:lnTo>
                  <a:lnTo>
                    <a:pt x="3223013" y="144177"/>
                  </a:lnTo>
                  <a:lnTo>
                    <a:pt x="3151391" y="151025"/>
                  </a:lnTo>
                  <a:lnTo>
                    <a:pt x="3079768" y="157804"/>
                  </a:lnTo>
                  <a:lnTo>
                    <a:pt x="3008146" y="164516"/>
                  </a:lnTo>
                  <a:lnTo>
                    <a:pt x="2936523" y="171159"/>
                  </a:lnTo>
                  <a:lnTo>
                    <a:pt x="2864901" y="177736"/>
                  </a:lnTo>
                  <a:lnTo>
                    <a:pt x="2793278" y="184247"/>
                  </a:lnTo>
                  <a:lnTo>
                    <a:pt x="2721655" y="190692"/>
                  </a:lnTo>
                  <a:lnTo>
                    <a:pt x="2650033" y="197073"/>
                  </a:lnTo>
                  <a:lnTo>
                    <a:pt x="2578410" y="203389"/>
                  </a:lnTo>
                  <a:lnTo>
                    <a:pt x="2506788" y="209642"/>
                  </a:lnTo>
                  <a:lnTo>
                    <a:pt x="2435165" y="215832"/>
                  </a:lnTo>
                  <a:lnTo>
                    <a:pt x="2363543" y="221959"/>
                  </a:lnTo>
                  <a:lnTo>
                    <a:pt x="2291920" y="228025"/>
                  </a:lnTo>
                  <a:lnTo>
                    <a:pt x="2220298" y="234030"/>
                  </a:lnTo>
                  <a:lnTo>
                    <a:pt x="2148675" y="239975"/>
                  </a:lnTo>
                  <a:lnTo>
                    <a:pt x="2077053" y="245859"/>
                  </a:lnTo>
                  <a:lnTo>
                    <a:pt x="2005430" y="251685"/>
                  </a:lnTo>
                  <a:lnTo>
                    <a:pt x="1933808" y="257452"/>
                  </a:lnTo>
                  <a:lnTo>
                    <a:pt x="1862185" y="263161"/>
                  </a:lnTo>
                  <a:lnTo>
                    <a:pt x="1790563" y="268813"/>
                  </a:lnTo>
                  <a:lnTo>
                    <a:pt x="1718940" y="274408"/>
                  </a:lnTo>
                  <a:lnTo>
                    <a:pt x="1647318" y="279946"/>
                  </a:lnTo>
                  <a:lnTo>
                    <a:pt x="1575695" y="285429"/>
                  </a:lnTo>
                  <a:lnTo>
                    <a:pt x="1504073" y="290857"/>
                  </a:lnTo>
                  <a:lnTo>
                    <a:pt x="1432450" y="296230"/>
                  </a:lnTo>
                  <a:lnTo>
                    <a:pt x="1360827" y="301549"/>
                  </a:lnTo>
                  <a:lnTo>
                    <a:pt x="1289205" y="306814"/>
                  </a:lnTo>
                  <a:lnTo>
                    <a:pt x="1217582" y="312027"/>
                  </a:lnTo>
                  <a:lnTo>
                    <a:pt x="1145960" y="317187"/>
                  </a:lnTo>
                  <a:lnTo>
                    <a:pt x="1074337" y="322295"/>
                  </a:lnTo>
                  <a:lnTo>
                    <a:pt x="1002715" y="327352"/>
                  </a:lnTo>
                  <a:lnTo>
                    <a:pt x="931092" y="332358"/>
                  </a:lnTo>
                  <a:lnTo>
                    <a:pt x="859470" y="337314"/>
                  </a:lnTo>
                  <a:lnTo>
                    <a:pt x="787847" y="342220"/>
                  </a:lnTo>
                  <a:lnTo>
                    <a:pt x="716225" y="347076"/>
                  </a:lnTo>
                  <a:lnTo>
                    <a:pt x="644602" y="351884"/>
                  </a:lnTo>
                  <a:lnTo>
                    <a:pt x="572980" y="356643"/>
                  </a:lnTo>
                  <a:lnTo>
                    <a:pt x="501357" y="361355"/>
                  </a:lnTo>
                  <a:lnTo>
                    <a:pt x="429735" y="366019"/>
                  </a:lnTo>
                  <a:lnTo>
                    <a:pt x="358112" y="370636"/>
                  </a:lnTo>
                  <a:lnTo>
                    <a:pt x="286490" y="375207"/>
                  </a:lnTo>
                  <a:lnTo>
                    <a:pt x="214867" y="379731"/>
                  </a:lnTo>
                  <a:lnTo>
                    <a:pt x="143245" y="384211"/>
                  </a:lnTo>
                  <a:lnTo>
                    <a:pt x="71622" y="388645"/>
                  </a:lnTo>
                  <a:lnTo>
                    <a:pt x="0" y="393034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22" name="pl22"/>
            <p:cNvSpPr/>
            <p:nvPr/>
          </p:nvSpPr>
          <p:spPr>
            <a:xfrm>
              <a:off x="1172049" y="3985946"/>
              <a:ext cx="7090630" cy="981756"/>
            </a:xfrm>
            <a:custGeom>
              <a:avLst/>
              <a:pathLst>
                <a:path w="7090630" h="981756">
                  <a:moveTo>
                    <a:pt x="0" y="0"/>
                  </a:moveTo>
                  <a:lnTo>
                    <a:pt x="71622" y="15482"/>
                  </a:lnTo>
                  <a:lnTo>
                    <a:pt x="143245" y="30812"/>
                  </a:lnTo>
                  <a:lnTo>
                    <a:pt x="214867" y="45991"/>
                  </a:lnTo>
                  <a:lnTo>
                    <a:pt x="286490" y="61020"/>
                  </a:lnTo>
                  <a:lnTo>
                    <a:pt x="358112" y="75901"/>
                  </a:lnTo>
                  <a:lnTo>
                    <a:pt x="429735" y="90635"/>
                  </a:lnTo>
                  <a:lnTo>
                    <a:pt x="501357" y="105225"/>
                  </a:lnTo>
                  <a:lnTo>
                    <a:pt x="572980" y="119670"/>
                  </a:lnTo>
                  <a:lnTo>
                    <a:pt x="644602" y="133974"/>
                  </a:lnTo>
                  <a:lnTo>
                    <a:pt x="716225" y="148136"/>
                  </a:lnTo>
                  <a:lnTo>
                    <a:pt x="787847" y="162159"/>
                  </a:lnTo>
                  <a:lnTo>
                    <a:pt x="859470" y="176043"/>
                  </a:lnTo>
                  <a:lnTo>
                    <a:pt x="931092" y="189791"/>
                  </a:lnTo>
                  <a:lnTo>
                    <a:pt x="1002715" y="203404"/>
                  </a:lnTo>
                  <a:lnTo>
                    <a:pt x="1074337" y="216882"/>
                  </a:lnTo>
                  <a:lnTo>
                    <a:pt x="1145960" y="230227"/>
                  </a:lnTo>
                  <a:lnTo>
                    <a:pt x="1217582" y="243441"/>
                  </a:lnTo>
                  <a:lnTo>
                    <a:pt x="1289205" y="256525"/>
                  </a:lnTo>
                  <a:lnTo>
                    <a:pt x="1360827" y="269480"/>
                  </a:lnTo>
                  <a:lnTo>
                    <a:pt x="1432450" y="282307"/>
                  </a:lnTo>
                  <a:lnTo>
                    <a:pt x="1504073" y="295008"/>
                  </a:lnTo>
                  <a:lnTo>
                    <a:pt x="1575695" y="307583"/>
                  </a:lnTo>
                  <a:lnTo>
                    <a:pt x="1647318" y="320035"/>
                  </a:lnTo>
                  <a:lnTo>
                    <a:pt x="1718940" y="332364"/>
                  </a:lnTo>
                  <a:lnTo>
                    <a:pt x="1790563" y="344571"/>
                  </a:lnTo>
                  <a:lnTo>
                    <a:pt x="1862185" y="356659"/>
                  </a:lnTo>
                  <a:lnTo>
                    <a:pt x="1933808" y="368627"/>
                  </a:lnTo>
                  <a:lnTo>
                    <a:pt x="2005430" y="380477"/>
                  </a:lnTo>
                  <a:lnTo>
                    <a:pt x="2077053" y="392211"/>
                  </a:lnTo>
                  <a:lnTo>
                    <a:pt x="2148675" y="403828"/>
                  </a:lnTo>
                  <a:lnTo>
                    <a:pt x="2220298" y="415332"/>
                  </a:lnTo>
                  <a:lnTo>
                    <a:pt x="2291920" y="426722"/>
                  </a:lnTo>
                  <a:lnTo>
                    <a:pt x="2363543" y="438000"/>
                  </a:lnTo>
                  <a:lnTo>
                    <a:pt x="2435165" y="449166"/>
                  </a:lnTo>
                  <a:lnTo>
                    <a:pt x="2506788" y="460223"/>
                  </a:lnTo>
                  <a:lnTo>
                    <a:pt x="2578410" y="471171"/>
                  </a:lnTo>
                  <a:lnTo>
                    <a:pt x="2650033" y="482011"/>
                  </a:lnTo>
                  <a:lnTo>
                    <a:pt x="2721655" y="492744"/>
                  </a:lnTo>
                  <a:lnTo>
                    <a:pt x="2793278" y="503371"/>
                  </a:lnTo>
                  <a:lnTo>
                    <a:pt x="2864901" y="513893"/>
                  </a:lnTo>
                  <a:lnTo>
                    <a:pt x="2936523" y="524312"/>
                  </a:lnTo>
                  <a:lnTo>
                    <a:pt x="3008146" y="534629"/>
                  </a:lnTo>
                  <a:lnTo>
                    <a:pt x="3079768" y="544843"/>
                  </a:lnTo>
                  <a:lnTo>
                    <a:pt x="3151391" y="554957"/>
                  </a:lnTo>
                  <a:lnTo>
                    <a:pt x="3223013" y="564971"/>
                  </a:lnTo>
                  <a:lnTo>
                    <a:pt x="3294636" y="574887"/>
                  </a:lnTo>
                  <a:lnTo>
                    <a:pt x="3366258" y="584705"/>
                  </a:lnTo>
                  <a:lnTo>
                    <a:pt x="3437881" y="594426"/>
                  </a:lnTo>
                  <a:lnTo>
                    <a:pt x="3509503" y="604051"/>
                  </a:lnTo>
                  <a:lnTo>
                    <a:pt x="3581126" y="613582"/>
                  </a:lnTo>
                  <a:lnTo>
                    <a:pt x="3652748" y="623019"/>
                  </a:lnTo>
                  <a:lnTo>
                    <a:pt x="3724371" y="632362"/>
                  </a:lnTo>
                  <a:lnTo>
                    <a:pt x="3795993" y="641614"/>
                  </a:lnTo>
                  <a:lnTo>
                    <a:pt x="3867616" y="650774"/>
                  </a:lnTo>
                  <a:lnTo>
                    <a:pt x="3939238" y="659844"/>
                  </a:lnTo>
                  <a:lnTo>
                    <a:pt x="4010861" y="668825"/>
                  </a:lnTo>
                  <a:lnTo>
                    <a:pt x="4082483" y="677718"/>
                  </a:lnTo>
                  <a:lnTo>
                    <a:pt x="4154106" y="686522"/>
                  </a:lnTo>
                  <a:lnTo>
                    <a:pt x="4225729" y="695240"/>
                  </a:lnTo>
                  <a:lnTo>
                    <a:pt x="4297351" y="703872"/>
                  </a:lnTo>
                  <a:lnTo>
                    <a:pt x="4368974" y="712419"/>
                  </a:lnTo>
                  <a:lnTo>
                    <a:pt x="4440596" y="720882"/>
                  </a:lnTo>
                  <a:lnTo>
                    <a:pt x="4512219" y="729261"/>
                  </a:lnTo>
                  <a:lnTo>
                    <a:pt x="4583841" y="737558"/>
                  </a:lnTo>
                  <a:lnTo>
                    <a:pt x="4655464" y="745773"/>
                  </a:lnTo>
                  <a:lnTo>
                    <a:pt x="4727086" y="753907"/>
                  </a:lnTo>
                  <a:lnTo>
                    <a:pt x="4798709" y="761961"/>
                  </a:lnTo>
                  <a:lnTo>
                    <a:pt x="4870331" y="769936"/>
                  </a:lnTo>
                  <a:lnTo>
                    <a:pt x="4941954" y="777832"/>
                  </a:lnTo>
                  <a:lnTo>
                    <a:pt x="5013576" y="785650"/>
                  </a:lnTo>
                  <a:lnTo>
                    <a:pt x="5085199" y="793392"/>
                  </a:lnTo>
                  <a:lnTo>
                    <a:pt x="5156821" y="801056"/>
                  </a:lnTo>
                  <a:lnTo>
                    <a:pt x="5228444" y="808646"/>
                  </a:lnTo>
                  <a:lnTo>
                    <a:pt x="5300066" y="816161"/>
                  </a:lnTo>
                  <a:lnTo>
                    <a:pt x="5371689" y="823601"/>
                  </a:lnTo>
                  <a:lnTo>
                    <a:pt x="5443311" y="830968"/>
                  </a:lnTo>
                  <a:lnTo>
                    <a:pt x="5514934" y="838263"/>
                  </a:lnTo>
                  <a:lnTo>
                    <a:pt x="5586557" y="845486"/>
                  </a:lnTo>
                  <a:lnTo>
                    <a:pt x="5658179" y="852638"/>
                  </a:lnTo>
                  <a:lnTo>
                    <a:pt x="5729802" y="859719"/>
                  </a:lnTo>
                  <a:lnTo>
                    <a:pt x="5801424" y="866730"/>
                  </a:lnTo>
                  <a:lnTo>
                    <a:pt x="5873047" y="873672"/>
                  </a:lnTo>
                  <a:lnTo>
                    <a:pt x="5944669" y="880546"/>
                  </a:lnTo>
                  <a:lnTo>
                    <a:pt x="6016292" y="887352"/>
                  </a:lnTo>
                  <a:lnTo>
                    <a:pt x="6087914" y="894092"/>
                  </a:lnTo>
                  <a:lnTo>
                    <a:pt x="6159537" y="900764"/>
                  </a:lnTo>
                  <a:lnTo>
                    <a:pt x="6231159" y="907371"/>
                  </a:lnTo>
                  <a:lnTo>
                    <a:pt x="6302782" y="913913"/>
                  </a:lnTo>
                  <a:lnTo>
                    <a:pt x="6374404" y="920391"/>
                  </a:lnTo>
                  <a:lnTo>
                    <a:pt x="6446027" y="926804"/>
                  </a:lnTo>
                  <a:lnTo>
                    <a:pt x="6517649" y="933155"/>
                  </a:lnTo>
                  <a:lnTo>
                    <a:pt x="6589272" y="939442"/>
                  </a:lnTo>
                  <a:lnTo>
                    <a:pt x="6660894" y="945668"/>
                  </a:lnTo>
                  <a:lnTo>
                    <a:pt x="6732517" y="951833"/>
                  </a:lnTo>
                  <a:lnTo>
                    <a:pt x="6804139" y="957937"/>
                  </a:lnTo>
                  <a:lnTo>
                    <a:pt x="6875762" y="963980"/>
                  </a:lnTo>
                  <a:lnTo>
                    <a:pt x="6947385" y="969964"/>
                  </a:lnTo>
                  <a:lnTo>
                    <a:pt x="7019007" y="975889"/>
                  </a:lnTo>
                  <a:lnTo>
                    <a:pt x="7090630" y="981756"/>
                  </a:lnTo>
                </a:path>
              </a:pathLst>
            </a:custGeom>
            <a:ln w="27101" cap="flat">
              <a:solidFill>
                <a:srgbClr val="FF8C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" name="pl23"/>
            <p:cNvSpPr/>
            <p:nvPr/>
          </p:nvSpPr>
          <p:spPr>
            <a:xfrm>
              <a:off x="817517" y="4727786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7F7F7F">
                  <a:alpha val="100000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24" name="pl24"/>
            <p:cNvSpPr/>
            <p:nvPr/>
          </p:nvSpPr>
          <p:spPr>
            <a:xfrm>
              <a:off x="5793129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666666">
                  <a:alpha val="100000"/>
                </a:srgbClr>
              </a:solidFill>
              <a:prstDash val="dot"/>
              <a:round/>
            </a:ln>
          </p:spPr>
          <p:txBody>
            <a:bodyPr/>
            <a:lstStyle/>
            <a:p/>
          </p:txBody>
        </p:sp>
        <p:sp>
          <p:nvSpPr>
            <p:cNvPr id="25" name="pl25"/>
            <p:cNvSpPr/>
            <p:nvPr/>
          </p:nvSpPr>
          <p:spPr>
            <a:xfrm>
              <a:off x="4667548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4682B4">
                  <a:alpha val="69803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26" name="pl26"/>
            <p:cNvSpPr/>
            <p:nvPr/>
          </p:nvSpPr>
          <p:spPr>
            <a:xfrm>
              <a:off x="6868063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4682B4">
                  <a:alpha val="69803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27" name="tx27"/>
            <p:cNvSpPr/>
            <p:nvPr/>
          </p:nvSpPr>
          <p:spPr>
            <a:xfrm>
              <a:off x="692708" y="5517199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0</a:t>
              </a:r>
            </a:p>
          </p:txBody>
        </p:sp>
        <p:sp>
          <p:nvSpPr>
            <p:cNvPr id="28" name="tx28"/>
            <p:cNvSpPr/>
            <p:nvPr/>
          </p:nvSpPr>
          <p:spPr>
            <a:xfrm>
              <a:off x="692708" y="4687735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1</a:t>
              </a:r>
            </a:p>
          </p:txBody>
        </p:sp>
        <p:sp>
          <p:nvSpPr>
            <p:cNvPr id="29" name="tx29"/>
            <p:cNvSpPr/>
            <p:nvPr/>
          </p:nvSpPr>
          <p:spPr>
            <a:xfrm>
              <a:off x="692708" y="3858272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2</a:t>
              </a:r>
            </a:p>
          </p:txBody>
        </p:sp>
        <p:sp>
          <p:nvSpPr>
            <p:cNvPr id="30" name="tx30"/>
            <p:cNvSpPr/>
            <p:nvPr/>
          </p:nvSpPr>
          <p:spPr>
            <a:xfrm>
              <a:off x="692708" y="3028808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3</a:t>
              </a:r>
            </a:p>
          </p:txBody>
        </p:sp>
        <p:sp>
          <p:nvSpPr>
            <p:cNvPr id="31" name="tx31"/>
            <p:cNvSpPr/>
            <p:nvPr/>
          </p:nvSpPr>
          <p:spPr>
            <a:xfrm>
              <a:off x="692708" y="2199345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4</a:t>
              </a:r>
            </a:p>
          </p:txBody>
        </p:sp>
        <p:sp>
          <p:nvSpPr>
            <p:cNvPr id="32" name="tx32"/>
            <p:cNvSpPr/>
            <p:nvPr/>
          </p:nvSpPr>
          <p:spPr>
            <a:xfrm>
              <a:off x="3120990" y="5785772"/>
              <a:ext cx="161574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-25</a:t>
              </a:r>
            </a:p>
          </p:txBody>
        </p:sp>
        <p:sp>
          <p:nvSpPr>
            <p:cNvPr id="33" name="tx33"/>
            <p:cNvSpPr/>
            <p:nvPr/>
          </p:nvSpPr>
          <p:spPr>
            <a:xfrm>
              <a:off x="5688107" y="5785772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0</a:t>
              </a:r>
            </a:p>
          </p:txBody>
        </p:sp>
        <p:sp>
          <p:nvSpPr>
            <p:cNvPr id="34" name="tx34"/>
            <p:cNvSpPr/>
            <p:nvPr/>
          </p:nvSpPr>
          <p:spPr>
            <a:xfrm>
              <a:off x="8174437" y="5785772"/>
              <a:ext cx="12435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25</a:t>
              </a:r>
            </a:p>
          </p:txBody>
        </p:sp>
        <p:sp>
          <p:nvSpPr>
            <p:cNvPr id="35" name="tx35"/>
            <p:cNvSpPr/>
            <p:nvPr/>
          </p:nvSpPr>
          <p:spPr>
            <a:xfrm>
              <a:off x="3832408" y="5925448"/>
              <a:ext cx="1769912" cy="1002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eGFR Discrepancy (mL/min)</a:t>
              </a:r>
            </a:p>
          </p:txBody>
        </p:sp>
        <p:sp>
          <p:nvSpPr>
            <p:cNvPr id="36" name="tx36"/>
            <p:cNvSpPr/>
            <p:nvPr/>
          </p:nvSpPr>
          <p:spPr>
            <a:xfrm rot="-5400000">
              <a:off x="68446" y="3848213"/>
              <a:ext cx="1016904" cy="1002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subHR (95% CI)</a:t>
              </a:r>
            </a:p>
          </p:txBody>
        </p:sp>
        <p:sp>
          <p:nvSpPr>
            <p:cNvPr id="37" name="tx37"/>
            <p:cNvSpPr/>
            <p:nvPr/>
          </p:nvSpPr>
          <p:spPr>
            <a:xfrm>
              <a:off x="817517" y="1896563"/>
              <a:ext cx="6991776" cy="8202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00">
                  <a:solidFill>
                    <a:srgbClr val="404040">
                      <a:alpha val="100000"/>
                    </a:srgbClr>
                  </a:solidFill>
                  <a:latin typeface="Helvetica"/>
                  <a:cs typeface="Helvetica"/>
                </a:rPr>
                <a:t>subHR per 10 mL/min decline: 1.15 (0.87-1.52), p_Bonf = 1.000 (n = 6)  |  per IQR decline (Δ = 21.9): 1.36 (0.73-2.51)  |  IQR: [-10.4, 11.4]</a:t>
              </a:r>
            </a:p>
          </p:txBody>
        </p:sp>
        <p:sp>
          <p:nvSpPr>
            <p:cNvPr id="38" name="tx38"/>
            <p:cNvSpPr/>
            <p:nvPr/>
          </p:nvSpPr>
          <p:spPr>
            <a:xfrm>
              <a:off x="817517" y="1669789"/>
              <a:ext cx="2039386" cy="12015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32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32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Thrombocytopenia Grade 2</a:t>
              </a:r>
            </a:p>
          </p:txBody>
        </p:sp>
      </p:grp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AMO_UNIQUEIDENTIFIER" val="Empty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Macintosh PowerPoint</Application>
  <PresentationFormat>Présentation à l'écran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mitype="http://purl.org/dc/dcmitype/" xmlns:dcterms="http://purl.org/dc/terms/" xmlns:xsi="http://www.w3.org/2001/XMLSchema-instance">
  <dc:title/>
  <dc:subject/>
  <dc:creator/>
  <cp:keywords/>
  <dc:description/>
  <cp:lastModifiedBy>to909</cp:lastModifiedBy>
  <cp:revision>3</cp:revision>
  <dcterms:created xsi:type="dcterms:W3CDTF">2017-02-13T16:18:36Z</dcterms:created>
  <dcterms:modified xsi:type="dcterms:W3CDTF">2026-10-09T11:52:43Z</dcterms:modified>
  <cp:category/>
</cp:coreProperties>
</file>