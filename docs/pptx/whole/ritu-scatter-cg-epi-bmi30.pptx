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

<Relationships  xmlns="http://schemas.openxmlformats.org/package/2006/relationships">
<Relationship Id="rId3" Type="http://schemas.openxmlformats.org/package/2006/relationships/metadata/core-properties" Target="docProps/core.xml"/>
<Relationship Id="rId4" Type="http://schemas.openxmlformats.org/officeDocument/2006/relationships/extended-properties" Target="docProps/app.xml"/>
<Relationship Id="rId1" Type="http://schemas.openxmlformats.org/officeDocument/2006/relationships/officeDocument" Target="ppt/presentation.xml"/>
<Relationship Id="rId2" Type="http://schemas.openxmlformats.org/package/2006/relationships/metadata/thumbnail" Target="docProps/thumbnail.jpeg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
<Relationships  xmlns="http://schemas.openxmlformats.org/package/2006/relationships">
<Relationship Id="rId3" Type="http://schemas.openxmlformats.org/officeDocument/2006/relationships/tags" Target="tags/tag1.xml"/>
<Relationship Id="rId4" Type="http://schemas.openxmlformats.org/officeDocument/2006/relationships/presProps" Target="presProps.xml"/>
<Relationship Id="rId5" Type="http://schemas.openxmlformats.org/officeDocument/2006/relationships/viewProps" Target="viewProps.xml"/>
<Relationship Id="rId6" Type="http://schemas.openxmlformats.org/officeDocument/2006/relationships/theme" Target="theme/theme1.xml"/>
<Relationship Id="rId7" Type="http://schemas.openxmlformats.org/officeDocument/2006/relationships/tableStyles" Target="tableStyles.xml"/>
<Relationship Id="rId1" Type="http://schemas.openxmlformats.org/officeDocument/2006/relationships/slideMaster" Target="slideMasters/slideMaster1.xml"/>
<Relationship Id="rId2" Type="http://schemas.openxmlformats.org/officeDocument/2006/relationships/printerSettings" Target="printerSettings/printerSettings1.bin"/>
<Relationship Id="rId8" Type="http://schemas.openxmlformats.org/officeDocument/2006/relationships/slide" Target="slides/slide1.xml"/>
</Relationships>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2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Content Placeholder 2"/>
          <p:cNvGrpSpPr/>
          <p:nvPr/>
        </p:nvGrpSpPr>
        <p:grpSpPr>
          <a:xfrm>
            <a:off x="457200" y="1600200"/>
            <a:ext cx="8229600" cy="4525963"/>
            <a:chOff x="457200" y="1600200"/>
            <a:chExt cx="8229600" cy="4525963"/>
          </a:xfrm>
        </p:grpSpPr>
        <p:sp>
          <p:nvSpPr>
            <p:cNvPr id="3" name="rc3"/>
            <p:cNvSpPr/>
            <p:nvPr/>
          </p:nvSpPr>
          <p:spPr>
            <a:xfrm>
              <a:off x="457200" y="1600200"/>
              <a:ext cx="8229600" cy="452596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pl4"/>
            <p:cNvSpPr/>
            <p:nvPr/>
          </p:nvSpPr>
          <p:spPr>
            <a:xfrm>
              <a:off x="941876" y="5114368"/>
              <a:ext cx="7675334" cy="0"/>
            </a:xfrm>
            <a:custGeom>
              <a:avLst/>
              <a:pathLst>
                <a:path w="7675334" h="0">
                  <a:moveTo>
                    <a:pt x="0" y="0"/>
                  </a:moveTo>
                  <a:lnTo>
                    <a:pt x="7675334" y="0"/>
                  </a:lnTo>
                  <a:lnTo>
                    <a:pt x="7675334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pl5"/>
            <p:cNvSpPr/>
            <p:nvPr/>
          </p:nvSpPr>
          <p:spPr>
            <a:xfrm>
              <a:off x="941876" y="4244691"/>
              <a:ext cx="7675334" cy="0"/>
            </a:xfrm>
            <a:custGeom>
              <a:avLst/>
              <a:pathLst>
                <a:path w="7675334" h="0">
                  <a:moveTo>
                    <a:pt x="0" y="0"/>
                  </a:moveTo>
                  <a:lnTo>
                    <a:pt x="7675334" y="0"/>
                  </a:lnTo>
                  <a:lnTo>
                    <a:pt x="7675334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941876" y="3375014"/>
              <a:ext cx="7675334" cy="0"/>
            </a:xfrm>
            <a:custGeom>
              <a:avLst/>
              <a:pathLst>
                <a:path w="7675334" h="0">
                  <a:moveTo>
                    <a:pt x="0" y="0"/>
                  </a:moveTo>
                  <a:lnTo>
                    <a:pt x="7675334" y="0"/>
                  </a:lnTo>
                  <a:lnTo>
                    <a:pt x="7675334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941876" y="2505337"/>
              <a:ext cx="7675334" cy="0"/>
            </a:xfrm>
            <a:custGeom>
              <a:avLst/>
              <a:pathLst>
                <a:path w="7675334" h="0">
                  <a:moveTo>
                    <a:pt x="0" y="0"/>
                  </a:moveTo>
                  <a:lnTo>
                    <a:pt x="7675334" y="0"/>
                  </a:lnTo>
                  <a:lnTo>
                    <a:pt x="7675334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2162952" y="1896563"/>
              <a:ext cx="0" cy="3826579"/>
            </a:xfrm>
            <a:custGeom>
              <a:avLst/>
              <a:pathLst>
                <a:path w="0" h="3826579">
                  <a:moveTo>
                    <a:pt x="0" y="382657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3907346" y="1896563"/>
              <a:ext cx="0" cy="3826579"/>
            </a:xfrm>
            <a:custGeom>
              <a:avLst/>
              <a:pathLst>
                <a:path w="0" h="3826579">
                  <a:moveTo>
                    <a:pt x="0" y="382657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5651740" y="1896563"/>
              <a:ext cx="0" cy="3826579"/>
            </a:xfrm>
            <a:custGeom>
              <a:avLst/>
              <a:pathLst>
                <a:path w="0" h="3826579">
                  <a:moveTo>
                    <a:pt x="0" y="382657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7396134" y="1896563"/>
              <a:ext cx="0" cy="3826579"/>
            </a:xfrm>
            <a:custGeom>
              <a:avLst/>
              <a:pathLst>
                <a:path w="0" h="3826579">
                  <a:moveTo>
                    <a:pt x="0" y="382657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941876" y="5549207"/>
              <a:ext cx="7675334" cy="0"/>
            </a:xfrm>
            <a:custGeom>
              <a:avLst/>
              <a:pathLst>
                <a:path w="7675334" h="0">
                  <a:moveTo>
                    <a:pt x="0" y="0"/>
                  </a:moveTo>
                  <a:lnTo>
                    <a:pt x="7675334" y="0"/>
                  </a:lnTo>
                  <a:lnTo>
                    <a:pt x="7675334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941876" y="4679530"/>
              <a:ext cx="7675334" cy="0"/>
            </a:xfrm>
            <a:custGeom>
              <a:avLst/>
              <a:pathLst>
                <a:path w="7675334" h="0">
                  <a:moveTo>
                    <a:pt x="0" y="0"/>
                  </a:moveTo>
                  <a:lnTo>
                    <a:pt x="7675334" y="0"/>
                  </a:lnTo>
                  <a:lnTo>
                    <a:pt x="7675334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941876" y="3809853"/>
              <a:ext cx="7675334" cy="0"/>
            </a:xfrm>
            <a:custGeom>
              <a:avLst/>
              <a:pathLst>
                <a:path w="7675334" h="0">
                  <a:moveTo>
                    <a:pt x="0" y="0"/>
                  </a:moveTo>
                  <a:lnTo>
                    <a:pt x="7675334" y="0"/>
                  </a:lnTo>
                  <a:lnTo>
                    <a:pt x="7675334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941876" y="2940175"/>
              <a:ext cx="7675334" cy="0"/>
            </a:xfrm>
            <a:custGeom>
              <a:avLst/>
              <a:pathLst>
                <a:path w="7675334" h="0">
                  <a:moveTo>
                    <a:pt x="0" y="0"/>
                  </a:moveTo>
                  <a:lnTo>
                    <a:pt x="7675334" y="0"/>
                  </a:lnTo>
                  <a:lnTo>
                    <a:pt x="7675334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941876" y="2070498"/>
              <a:ext cx="7675334" cy="0"/>
            </a:xfrm>
            <a:custGeom>
              <a:avLst/>
              <a:pathLst>
                <a:path w="7675334" h="0">
                  <a:moveTo>
                    <a:pt x="0" y="0"/>
                  </a:moveTo>
                  <a:lnTo>
                    <a:pt x="7675334" y="0"/>
                  </a:lnTo>
                  <a:lnTo>
                    <a:pt x="7675334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1290755" y="1896563"/>
              <a:ext cx="0" cy="3826579"/>
            </a:xfrm>
            <a:custGeom>
              <a:avLst/>
              <a:pathLst>
                <a:path w="0" h="3826579">
                  <a:moveTo>
                    <a:pt x="0" y="382657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3035149" y="1896563"/>
              <a:ext cx="0" cy="3826579"/>
            </a:xfrm>
            <a:custGeom>
              <a:avLst/>
              <a:pathLst>
                <a:path w="0" h="3826579">
                  <a:moveTo>
                    <a:pt x="0" y="382657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4779543" y="1896563"/>
              <a:ext cx="0" cy="3826579"/>
            </a:xfrm>
            <a:custGeom>
              <a:avLst/>
              <a:pathLst>
                <a:path w="0" h="3826579">
                  <a:moveTo>
                    <a:pt x="0" y="382657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l20"/>
            <p:cNvSpPr/>
            <p:nvPr/>
          </p:nvSpPr>
          <p:spPr>
            <a:xfrm>
              <a:off x="6523937" y="1896563"/>
              <a:ext cx="0" cy="3826579"/>
            </a:xfrm>
            <a:custGeom>
              <a:avLst/>
              <a:pathLst>
                <a:path w="0" h="3826579">
                  <a:moveTo>
                    <a:pt x="0" y="382657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l21"/>
            <p:cNvSpPr/>
            <p:nvPr/>
          </p:nvSpPr>
          <p:spPr>
            <a:xfrm>
              <a:off x="8268332" y="1896563"/>
              <a:ext cx="0" cy="3826579"/>
            </a:xfrm>
            <a:custGeom>
              <a:avLst/>
              <a:pathLst>
                <a:path w="0" h="3826579">
                  <a:moveTo>
                    <a:pt x="0" y="382657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t22"/>
            <p:cNvSpPr/>
            <p:nvPr/>
          </p:nvSpPr>
          <p:spPr>
            <a:xfrm>
              <a:off x="5565628" y="3986728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pt23"/>
            <p:cNvSpPr/>
            <p:nvPr/>
          </p:nvSpPr>
          <p:spPr>
            <a:xfrm>
              <a:off x="3828172" y="3835623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t24"/>
            <p:cNvSpPr/>
            <p:nvPr/>
          </p:nvSpPr>
          <p:spPr>
            <a:xfrm>
              <a:off x="3538061" y="4404567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" name="pt25"/>
            <p:cNvSpPr/>
            <p:nvPr/>
          </p:nvSpPr>
          <p:spPr>
            <a:xfrm>
              <a:off x="3833619" y="4053806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pt26"/>
            <p:cNvSpPr/>
            <p:nvPr/>
          </p:nvSpPr>
          <p:spPr>
            <a:xfrm>
              <a:off x="5095198" y="3612145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" name="pt27"/>
            <p:cNvSpPr/>
            <p:nvPr/>
          </p:nvSpPr>
          <p:spPr>
            <a:xfrm>
              <a:off x="2609000" y="4725254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" name="pt28"/>
            <p:cNvSpPr/>
            <p:nvPr/>
          </p:nvSpPr>
          <p:spPr>
            <a:xfrm>
              <a:off x="3938592" y="4178828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" name="pt29"/>
            <p:cNvSpPr/>
            <p:nvPr/>
          </p:nvSpPr>
          <p:spPr>
            <a:xfrm>
              <a:off x="3865818" y="4419335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" name="pt30"/>
            <p:cNvSpPr/>
            <p:nvPr/>
          </p:nvSpPr>
          <p:spPr>
            <a:xfrm>
              <a:off x="4620214" y="3835564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" name="pt31"/>
            <p:cNvSpPr/>
            <p:nvPr/>
          </p:nvSpPr>
          <p:spPr>
            <a:xfrm>
              <a:off x="3481633" y="4323689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" name="pt32"/>
            <p:cNvSpPr/>
            <p:nvPr/>
          </p:nvSpPr>
          <p:spPr>
            <a:xfrm>
              <a:off x="3635187" y="3927402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" name="pt33"/>
            <p:cNvSpPr/>
            <p:nvPr/>
          </p:nvSpPr>
          <p:spPr>
            <a:xfrm>
              <a:off x="2943095" y="4325652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" name="pt34"/>
            <p:cNvSpPr/>
            <p:nvPr/>
          </p:nvSpPr>
          <p:spPr>
            <a:xfrm>
              <a:off x="4428339" y="4146621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" name="pt35"/>
            <p:cNvSpPr/>
            <p:nvPr/>
          </p:nvSpPr>
          <p:spPr>
            <a:xfrm>
              <a:off x="3757871" y="4242156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" name="pt36"/>
            <p:cNvSpPr/>
            <p:nvPr/>
          </p:nvSpPr>
          <p:spPr>
            <a:xfrm>
              <a:off x="6078890" y="3908394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" name="pt37"/>
            <p:cNvSpPr/>
            <p:nvPr/>
          </p:nvSpPr>
          <p:spPr>
            <a:xfrm>
              <a:off x="4544743" y="3896593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" name="pt38"/>
            <p:cNvSpPr/>
            <p:nvPr/>
          </p:nvSpPr>
          <p:spPr>
            <a:xfrm>
              <a:off x="6405691" y="3464087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" name="pt39"/>
            <p:cNvSpPr/>
            <p:nvPr/>
          </p:nvSpPr>
          <p:spPr>
            <a:xfrm>
              <a:off x="3280870" y="4373927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" name="pt40"/>
            <p:cNvSpPr/>
            <p:nvPr/>
          </p:nvSpPr>
          <p:spPr>
            <a:xfrm>
              <a:off x="3832869" y="4056051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" name="pt41"/>
            <p:cNvSpPr/>
            <p:nvPr/>
          </p:nvSpPr>
          <p:spPr>
            <a:xfrm>
              <a:off x="4694711" y="4033160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" name="pt42"/>
            <p:cNvSpPr/>
            <p:nvPr/>
          </p:nvSpPr>
          <p:spPr>
            <a:xfrm>
              <a:off x="7133915" y="3408339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" name="pt43"/>
            <p:cNvSpPr/>
            <p:nvPr/>
          </p:nvSpPr>
          <p:spPr>
            <a:xfrm>
              <a:off x="4675440" y="3662227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" name="pt44"/>
            <p:cNvSpPr/>
            <p:nvPr/>
          </p:nvSpPr>
          <p:spPr>
            <a:xfrm>
              <a:off x="3863678" y="4257662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" name="pt45"/>
            <p:cNvSpPr/>
            <p:nvPr/>
          </p:nvSpPr>
          <p:spPr>
            <a:xfrm>
              <a:off x="3015557" y="4378478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" name="pt46"/>
            <p:cNvSpPr/>
            <p:nvPr/>
          </p:nvSpPr>
          <p:spPr>
            <a:xfrm>
              <a:off x="6093904" y="3352054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" name="pt47"/>
            <p:cNvSpPr/>
            <p:nvPr/>
          </p:nvSpPr>
          <p:spPr>
            <a:xfrm>
              <a:off x="3691789" y="4323745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" name="pt48"/>
            <p:cNvSpPr/>
            <p:nvPr/>
          </p:nvSpPr>
          <p:spPr>
            <a:xfrm>
              <a:off x="2989285" y="4140651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" name="pt49"/>
            <p:cNvSpPr/>
            <p:nvPr/>
          </p:nvSpPr>
          <p:spPr>
            <a:xfrm>
              <a:off x="5064241" y="3564999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" name="pt50"/>
            <p:cNvSpPr/>
            <p:nvPr/>
          </p:nvSpPr>
          <p:spPr>
            <a:xfrm>
              <a:off x="3732460" y="3936777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" name="pt51"/>
            <p:cNvSpPr/>
            <p:nvPr/>
          </p:nvSpPr>
          <p:spPr>
            <a:xfrm>
              <a:off x="4350781" y="3874873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" name="pt52"/>
            <p:cNvSpPr/>
            <p:nvPr/>
          </p:nvSpPr>
          <p:spPr>
            <a:xfrm>
              <a:off x="2789853" y="4493919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" name="pt53"/>
            <p:cNvSpPr/>
            <p:nvPr/>
          </p:nvSpPr>
          <p:spPr>
            <a:xfrm>
              <a:off x="4906980" y="3792068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" name="pt54"/>
            <p:cNvSpPr/>
            <p:nvPr/>
          </p:nvSpPr>
          <p:spPr>
            <a:xfrm>
              <a:off x="4080134" y="3913961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" name="pt55"/>
            <p:cNvSpPr/>
            <p:nvPr/>
          </p:nvSpPr>
          <p:spPr>
            <a:xfrm>
              <a:off x="4997079" y="4177092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" name="pt56"/>
            <p:cNvSpPr/>
            <p:nvPr/>
          </p:nvSpPr>
          <p:spPr>
            <a:xfrm>
              <a:off x="2796328" y="4643159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" name="pt57"/>
            <p:cNvSpPr/>
            <p:nvPr/>
          </p:nvSpPr>
          <p:spPr>
            <a:xfrm>
              <a:off x="4322005" y="3866811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" name="pt58"/>
            <p:cNvSpPr/>
            <p:nvPr/>
          </p:nvSpPr>
          <p:spPr>
            <a:xfrm>
              <a:off x="4517297" y="3896477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" name="pt59"/>
            <p:cNvSpPr/>
            <p:nvPr/>
          </p:nvSpPr>
          <p:spPr>
            <a:xfrm>
              <a:off x="3001601" y="4435787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" name="pt60"/>
            <p:cNvSpPr/>
            <p:nvPr/>
          </p:nvSpPr>
          <p:spPr>
            <a:xfrm>
              <a:off x="3698937" y="3898118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" name="pt61"/>
            <p:cNvSpPr/>
            <p:nvPr/>
          </p:nvSpPr>
          <p:spPr>
            <a:xfrm>
              <a:off x="3098979" y="4333754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" name="pt62"/>
            <p:cNvSpPr/>
            <p:nvPr/>
          </p:nvSpPr>
          <p:spPr>
            <a:xfrm>
              <a:off x="4039019" y="4137640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" name="pt63"/>
            <p:cNvSpPr/>
            <p:nvPr/>
          </p:nvSpPr>
          <p:spPr>
            <a:xfrm>
              <a:off x="3160910" y="4647816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" name="pt64"/>
            <p:cNvSpPr/>
            <p:nvPr/>
          </p:nvSpPr>
          <p:spPr>
            <a:xfrm>
              <a:off x="6535533" y="3836246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" name="pt65"/>
            <p:cNvSpPr/>
            <p:nvPr/>
          </p:nvSpPr>
          <p:spPr>
            <a:xfrm>
              <a:off x="3090675" y="4690425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" name="pt66"/>
            <p:cNvSpPr/>
            <p:nvPr/>
          </p:nvSpPr>
          <p:spPr>
            <a:xfrm>
              <a:off x="3317292" y="4208161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" name="pt67"/>
            <p:cNvSpPr/>
            <p:nvPr/>
          </p:nvSpPr>
          <p:spPr>
            <a:xfrm>
              <a:off x="3841622" y="3902587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" name="pt68"/>
            <p:cNvSpPr/>
            <p:nvPr/>
          </p:nvSpPr>
          <p:spPr>
            <a:xfrm>
              <a:off x="6211059" y="3459449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" name="pt69"/>
            <p:cNvSpPr/>
            <p:nvPr/>
          </p:nvSpPr>
          <p:spPr>
            <a:xfrm>
              <a:off x="6146643" y="2977812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" name="pt70"/>
            <p:cNvSpPr/>
            <p:nvPr/>
          </p:nvSpPr>
          <p:spPr>
            <a:xfrm>
              <a:off x="5358834" y="3482746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" name="pt71"/>
            <p:cNvSpPr/>
            <p:nvPr/>
          </p:nvSpPr>
          <p:spPr>
            <a:xfrm>
              <a:off x="4252091" y="3811236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" name="pt72"/>
            <p:cNvSpPr/>
            <p:nvPr/>
          </p:nvSpPr>
          <p:spPr>
            <a:xfrm>
              <a:off x="4102212" y="4070519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" name="pt73"/>
            <p:cNvSpPr/>
            <p:nvPr/>
          </p:nvSpPr>
          <p:spPr>
            <a:xfrm>
              <a:off x="3789726" y="4263493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" name="pt74"/>
            <p:cNvSpPr/>
            <p:nvPr/>
          </p:nvSpPr>
          <p:spPr>
            <a:xfrm>
              <a:off x="3099094" y="4140924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" name="pt75"/>
            <p:cNvSpPr/>
            <p:nvPr/>
          </p:nvSpPr>
          <p:spPr>
            <a:xfrm>
              <a:off x="6157919" y="3112694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" name="pt76"/>
            <p:cNvSpPr/>
            <p:nvPr/>
          </p:nvSpPr>
          <p:spPr>
            <a:xfrm>
              <a:off x="5035441" y="3406396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" name="pt77"/>
            <p:cNvSpPr/>
            <p:nvPr/>
          </p:nvSpPr>
          <p:spPr>
            <a:xfrm>
              <a:off x="4527054" y="3825579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" name="pt78"/>
            <p:cNvSpPr/>
            <p:nvPr/>
          </p:nvSpPr>
          <p:spPr>
            <a:xfrm>
              <a:off x="4488845" y="4157303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" name="pt79"/>
            <p:cNvSpPr/>
            <p:nvPr/>
          </p:nvSpPr>
          <p:spPr>
            <a:xfrm>
              <a:off x="3424979" y="4515319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" name="pt80"/>
            <p:cNvSpPr/>
            <p:nvPr/>
          </p:nvSpPr>
          <p:spPr>
            <a:xfrm>
              <a:off x="3432574" y="4126184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" name="pt81"/>
            <p:cNvSpPr/>
            <p:nvPr/>
          </p:nvSpPr>
          <p:spPr>
            <a:xfrm>
              <a:off x="3184822" y="4448229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" name="pt82"/>
            <p:cNvSpPr/>
            <p:nvPr/>
          </p:nvSpPr>
          <p:spPr>
            <a:xfrm>
              <a:off x="4419139" y="3928233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" name="pt83"/>
            <p:cNvSpPr/>
            <p:nvPr/>
          </p:nvSpPr>
          <p:spPr>
            <a:xfrm>
              <a:off x="4000972" y="3752128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" name="pt84"/>
            <p:cNvSpPr/>
            <p:nvPr/>
          </p:nvSpPr>
          <p:spPr>
            <a:xfrm>
              <a:off x="3336636" y="4253905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" name="pt85"/>
            <p:cNvSpPr/>
            <p:nvPr/>
          </p:nvSpPr>
          <p:spPr>
            <a:xfrm>
              <a:off x="4239720" y="4148200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" name="pt86"/>
            <p:cNvSpPr/>
            <p:nvPr/>
          </p:nvSpPr>
          <p:spPr>
            <a:xfrm>
              <a:off x="4246787" y="4139357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" name="pt87"/>
            <p:cNvSpPr/>
            <p:nvPr/>
          </p:nvSpPr>
          <p:spPr>
            <a:xfrm>
              <a:off x="4641405" y="3806505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" name="pt88"/>
            <p:cNvSpPr/>
            <p:nvPr/>
          </p:nvSpPr>
          <p:spPr>
            <a:xfrm>
              <a:off x="3397657" y="4254877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" name="pt89"/>
            <p:cNvSpPr/>
            <p:nvPr/>
          </p:nvSpPr>
          <p:spPr>
            <a:xfrm>
              <a:off x="3937643" y="4423058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" name="pt90"/>
            <p:cNvSpPr/>
            <p:nvPr/>
          </p:nvSpPr>
          <p:spPr>
            <a:xfrm>
              <a:off x="3838069" y="3947806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" name="pt91"/>
            <p:cNvSpPr/>
            <p:nvPr/>
          </p:nvSpPr>
          <p:spPr>
            <a:xfrm>
              <a:off x="4706312" y="3563806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" name="pt92"/>
            <p:cNvSpPr/>
            <p:nvPr/>
          </p:nvSpPr>
          <p:spPr>
            <a:xfrm>
              <a:off x="4732274" y="3868232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" name="pt93"/>
            <p:cNvSpPr/>
            <p:nvPr/>
          </p:nvSpPr>
          <p:spPr>
            <a:xfrm>
              <a:off x="3725068" y="4519777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" name="pt94"/>
            <p:cNvSpPr/>
            <p:nvPr/>
          </p:nvSpPr>
          <p:spPr>
            <a:xfrm>
              <a:off x="2390429" y="4599183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" name="pt95"/>
            <p:cNvSpPr/>
            <p:nvPr/>
          </p:nvSpPr>
          <p:spPr>
            <a:xfrm>
              <a:off x="4175304" y="3663352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6" name="pt96"/>
            <p:cNvSpPr/>
            <p:nvPr/>
          </p:nvSpPr>
          <p:spPr>
            <a:xfrm>
              <a:off x="4989839" y="3683802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7" name="pt97"/>
            <p:cNvSpPr/>
            <p:nvPr/>
          </p:nvSpPr>
          <p:spPr>
            <a:xfrm>
              <a:off x="3564789" y="4076282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8" name="pt98"/>
            <p:cNvSpPr/>
            <p:nvPr/>
          </p:nvSpPr>
          <p:spPr>
            <a:xfrm>
              <a:off x="4301215" y="3987130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9" name="pt99"/>
            <p:cNvSpPr/>
            <p:nvPr/>
          </p:nvSpPr>
          <p:spPr>
            <a:xfrm>
              <a:off x="3278979" y="4375267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0" name="pt100"/>
            <p:cNvSpPr/>
            <p:nvPr/>
          </p:nvSpPr>
          <p:spPr>
            <a:xfrm>
              <a:off x="3249976" y="4154923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1" name="pt101"/>
            <p:cNvSpPr/>
            <p:nvPr/>
          </p:nvSpPr>
          <p:spPr>
            <a:xfrm>
              <a:off x="5224068" y="3694687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2" name="pt102"/>
            <p:cNvSpPr/>
            <p:nvPr/>
          </p:nvSpPr>
          <p:spPr>
            <a:xfrm>
              <a:off x="5263012" y="3807585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3" name="pt103"/>
            <p:cNvSpPr/>
            <p:nvPr/>
          </p:nvSpPr>
          <p:spPr>
            <a:xfrm>
              <a:off x="3653167" y="4132904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4" name="pt104"/>
            <p:cNvSpPr/>
            <p:nvPr/>
          </p:nvSpPr>
          <p:spPr>
            <a:xfrm>
              <a:off x="4753924" y="4218045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5" name="pt105"/>
            <p:cNvSpPr/>
            <p:nvPr/>
          </p:nvSpPr>
          <p:spPr>
            <a:xfrm>
              <a:off x="4344132" y="3568033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6" name="pt106"/>
            <p:cNvSpPr/>
            <p:nvPr/>
          </p:nvSpPr>
          <p:spPr>
            <a:xfrm>
              <a:off x="3709095" y="4110631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7" name="pt107"/>
            <p:cNvSpPr/>
            <p:nvPr/>
          </p:nvSpPr>
          <p:spPr>
            <a:xfrm>
              <a:off x="4084771" y="3885566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8" name="pt108"/>
            <p:cNvSpPr/>
            <p:nvPr/>
          </p:nvSpPr>
          <p:spPr>
            <a:xfrm>
              <a:off x="3083549" y="4512023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9" name="pt109"/>
            <p:cNvSpPr/>
            <p:nvPr/>
          </p:nvSpPr>
          <p:spPr>
            <a:xfrm>
              <a:off x="4680202" y="3885246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0" name="pt110"/>
            <p:cNvSpPr/>
            <p:nvPr/>
          </p:nvSpPr>
          <p:spPr>
            <a:xfrm>
              <a:off x="2706179" y="4764272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1" name="pt111"/>
            <p:cNvSpPr/>
            <p:nvPr/>
          </p:nvSpPr>
          <p:spPr>
            <a:xfrm>
              <a:off x="5234291" y="3653625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2" name="pt112"/>
            <p:cNvSpPr/>
            <p:nvPr/>
          </p:nvSpPr>
          <p:spPr>
            <a:xfrm>
              <a:off x="6456892" y="3169072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3" name="pt113"/>
            <p:cNvSpPr/>
            <p:nvPr/>
          </p:nvSpPr>
          <p:spPr>
            <a:xfrm>
              <a:off x="3415603" y="4254661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4" name="pt114"/>
            <p:cNvSpPr/>
            <p:nvPr/>
          </p:nvSpPr>
          <p:spPr>
            <a:xfrm>
              <a:off x="4056725" y="3949416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5" name="pt115"/>
            <p:cNvSpPr/>
            <p:nvPr/>
          </p:nvSpPr>
          <p:spPr>
            <a:xfrm>
              <a:off x="3784012" y="4228344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6" name="pt116"/>
            <p:cNvSpPr/>
            <p:nvPr/>
          </p:nvSpPr>
          <p:spPr>
            <a:xfrm>
              <a:off x="4107847" y="4266028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7" name="pt117"/>
            <p:cNvSpPr/>
            <p:nvPr/>
          </p:nvSpPr>
          <p:spPr>
            <a:xfrm>
              <a:off x="3466387" y="4043793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8" name="pt118"/>
            <p:cNvSpPr/>
            <p:nvPr/>
          </p:nvSpPr>
          <p:spPr>
            <a:xfrm>
              <a:off x="4076219" y="3828340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9" name="pt119"/>
            <p:cNvSpPr/>
            <p:nvPr/>
          </p:nvSpPr>
          <p:spPr>
            <a:xfrm>
              <a:off x="5113159" y="3645855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0" name="pt120"/>
            <p:cNvSpPr/>
            <p:nvPr/>
          </p:nvSpPr>
          <p:spPr>
            <a:xfrm>
              <a:off x="3291611" y="4227334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1" name="pt121"/>
            <p:cNvSpPr/>
            <p:nvPr/>
          </p:nvSpPr>
          <p:spPr>
            <a:xfrm>
              <a:off x="3520444" y="3993642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2" name="pt122"/>
            <p:cNvSpPr/>
            <p:nvPr/>
          </p:nvSpPr>
          <p:spPr>
            <a:xfrm>
              <a:off x="3438829" y="4381390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3" name="pt123"/>
            <p:cNvSpPr/>
            <p:nvPr/>
          </p:nvSpPr>
          <p:spPr>
            <a:xfrm>
              <a:off x="5184626" y="3688244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4" name="pt124"/>
            <p:cNvSpPr/>
            <p:nvPr/>
          </p:nvSpPr>
          <p:spPr>
            <a:xfrm>
              <a:off x="4260751" y="4213309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5" name="pt125"/>
            <p:cNvSpPr/>
            <p:nvPr/>
          </p:nvSpPr>
          <p:spPr>
            <a:xfrm>
              <a:off x="4770370" y="3407644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6" name="pt126"/>
            <p:cNvSpPr/>
            <p:nvPr/>
          </p:nvSpPr>
          <p:spPr>
            <a:xfrm>
              <a:off x="4079143" y="4333197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7" name="pt127"/>
            <p:cNvSpPr/>
            <p:nvPr/>
          </p:nvSpPr>
          <p:spPr>
            <a:xfrm>
              <a:off x="4907453" y="3617508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8" name="pt128"/>
            <p:cNvSpPr/>
            <p:nvPr/>
          </p:nvSpPr>
          <p:spPr>
            <a:xfrm>
              <a:off x="5172299" y="3601655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9" name="pt129"/>
            <p:cNvSpPr/>
            <p:nvPr/>
          </p:nvSpPr>
          <p:spPr>
            <a:xfrm>
              <a:off x="3888710" y="3632302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0" name="pt130"/>
            <p:cNvSpPr/>
            <p:nvPr/>
          </p:nvSpPr>
          <p:spPr>
            <a:xfrm>
              <a:off x="3947009" y="3846698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1" name="pt131"/>
            <p:cNvSpPr/>
            <p:nvPr/>
          </p:nvSpPr>
          <p:spPr>
            <a:xfrm>
              <a:off x="8223735" y="3022364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2" name="pt132"/>
            <p:cNvSpPr/>
            <p:nvPr/>
          </p:nvSpPr>
          <p:spPr>
            <a:xfrm>
              <a:off x="2886955" y="4796433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3" name="pt133"/>
            <p:cNvSpPr/>
            <p:nvPr/>
          </p:nvSpPr>
          <p:spPr>
            <a:xfrm>
              <a:off x="2579773" y="4905238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4" name="pt134"/>
            <p:cNvSpPr/>
            <p:nvPr/>
          </p:nvSpPr>
          <p:spPr>
            <a:xfrm>
              <a:off x="3726428" y="4204834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5" name="pt135"/>
            <p:cNvSpPr/>
            <p:nvPr/>
          </p:nvSpPr>
          <p:spPr>
            <a:xfrm>
              <a:off x="5752354" y="3098417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6" name="pt136"/>
            <p:cNvSpPr/>
            <p:nvPr/>
          </p:nvSpPr>
          <p:spPr>
            <a:xfrm>
              <a:off x="3648120" y="3997166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7" name="pt137"/>
            <p:cNvSpPr/>
            <p:nvPr/>
          </p:nvSpPr>
          <p:spPr>
            <a:xfrm>
              <a:off x="4907638" y="3889205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8" name="pt138"/>
            <p:cNvSpPr/>
            <p:nvPr/>
          </p:nvSpPr>
          <p:spPr>
            <a:xfrm>
              <a:off x="5445402" y="3461909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9" name="pt139"/>
            <p:cNvSpPr/>
            <p:nvPr/>
          </p:nvSpPr>
          <p:spPr>
            <a:xfrm>
              <a:off x="5070462" y="3835274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0" name="pt140"/>
            <p:cNvSpPr/>
            <p:nvPr/>
          </p:nvSpPr>
          <p:spPr>
            <a:xfrm>
              <a:off x="2660226" y="4877337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1" name="pt141"/>
            <p:cNvSpPr/>
            <p:nvPr/>
          </p:nvSpPr>
          <p:spPr>
            <a:xfrm>
              <a:off x="4977096" y="3840264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2" name="pt142"/>
            <p:cNvSpPr/>
            <p:nvPr/>
          </p:nvSpPr>
          <p:spPr>
            <a:xfrm>
              <a:off x="5244681" y="3503833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3" name="pt143"/>
            <p:cNvSpPr/>
            <p:nvPr/>
          </p:nvSpPr>
          <p:spPr>
            <a:xfrm>
              <a:off x="4247597" y="3993494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4" name="pt144"/>
            <p:cNvSpPr/>
            <p:nvPr/>
          </p:nvSpPr>
          <p:spPr>
            <a:xfrm>
              <a:off x="5363004" y="3812992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5" name="pt145"/>
            <p:cNvSpPr/>
            <p:nvPr/>
          </p:nvSpPr>
          <p:spPr>
            <a:xfrm>
              <a:off x="3532263" y="4309356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6" name="pt146"/>
            <p:cNvSpPr/>
            <p:nvPr/>
          </p:nvSpPr>
          <p:spPr>
            <a:xfrm>
              <a:off x="5075231" y="3957227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7" name="pt147"/>
            <p:cNvSpPr/>
            <p:nvPr/>
          </p:nvSpPr>
          <p:spPr>
            <a:xfrm>
              <a:off x="4140031" y="4244001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8" name="pt148"/>
            <p:cNvSpPr/>
            <p:nvPr/>
          </p:nvSpPr>
          <p:spPr>
            <a:xfrm>
              <a:off x="3173324" y="4439684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9" name="pt149"/>
            <p:cNvSpPr/>
            <p:nvPr/>
          </p:nvSpPr>
          <p:spPr>
            <a:xfrm>
              <a:off x="3263540" y="4184438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0" name="pt150"/>
            <p:cNvSpPr/>
            <p:nvPr/>
          </p:nvSpPr>
          <p:spPr>
            <a:xfrm>
              <a:off x="4422060" y="4114463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1" name="pt151"/>
            <p:cNvSpPr/>
            <p:nvPr/>
          </p:nvSpPr>
          <p:spPr>
            <a:xfrm>
              <a:off x="5036679" y="4242930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2" name="pt152"/>
            <p:cNvSpPr/>
            <p:nvPr/>
          </p:nvSpPr>
          <p:spPr>
            <a:xfrm>
              <a:off x="4670718" y="3766853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3" name="pt153"/>
            <p:cNvSpPr/>
            <p:nvPr/>
          </p:nvSpPr>
          <p:spPr>
            <a:xfrm>
              <a:off x="3686949" y="4402730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4" name="pt154"/>
            <p:cNvSpPr/>
            <p:nvPr/>
          </p:nvSpPr>
          <p:spPr>
            <a:xfrm>
              <a:off x="3484271" y="4460961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5" name="pt155"/>
            <p:cNvSpPr/>
            <p:nvPr/>
          </p:nvSpPr>
          <p:spPr>
            <a:xfrm>
              <a:off x="7404184" y="3128726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6" name="pt156"/>
            <p:cNvSpPr/>
            <p:nvPr/>
          </p:nvSpPr>
          <p:spPr>
            <a:xfrm>
              <a:off x="4961684" y="3762526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7" name="pt157"/>
            <p:cNvSpPr/>
            <p:nvPr/>
          </p:nvSpPr>
          <p:spPr>
            <a:xfrm>
              <a:off x="3830792" y="3962761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8" name="pt158"/>
            <p:cNvSpPr/>
            <p:nvPr/>
          </p:nvSpPr>
          <p:spPr>
            <a:xfrm>
              <a:off x="4673596" y="3417817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9" name="pt159"/>
            <p:cNvSpPr/>
            <p:nvPr/>
          </p:nvSpPr>
          <p:spPr>
            <a:xfrm>
              <a:off x="3540553" y="4325844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0" name="pt160"/>
            <p:cNvSpPr/>
            <p:nvPr/>
          </p:nvSpPr>
          <p:spPr>
            <a:xfrm>
              <a:off x="4357171" y="3712714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1" name="pt161"/>
            <p:cNvSpPr/>
            <p:nvPr/>
          </p:nvSpPr>
          <p:spPr>
            <a:xfrm>
              <a:off x="2430745" y="4988360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2" name="pt162"/>
            <p:cNvSpPr/>
            <p:nvPr/>
          </p:nvSpPr>
          <p:spPr>
            <a:xfrm>
              <a:off x="3870217" y="4165976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3" name="pt163"/>
            <p:cNvSpPr/>
            <p:nvPr/>
          </p:nvSpPr>
          <p:spPr>
            <a:xfrm>
              <a:off x="4455133" y="3894345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4" name="pt164"/>
            <p:cNvSpPr/>
            <p:nvPr/>
          </p:nvSpPr>
          <p:spPr>
            <a:xfrm>
              <a:off x="4658103" y="4051263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5" name="pt165"/>
            <p:cNvSpPr/>
            <p:nvPr/>
          </p:nvSpPr>
          <p:spPr>
            <a:xfrm>
              <a:off x="3148069" y="4894360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6" name="pt166"/>
            <p:cNvSpPr/>
            <p:nvPr/>
          </p:nvSpPr>
          <p:spPr>
            <a:xfrm>
              <a:off x="6390244" y="3020268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7" name="pt167"/>
            <p:cNvSpPr/>
            <p:nvPr/>
          </p:nvSpPr>
          <p:spPr>
            <a:xfrm>
              <a:off x="3525760" y="3886525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8" name="pt168"/>
            <p:cNvSpPr/>
            <p:nvPr/>
          </p:nvSpPr>
          <p:spPr>
            <a:xfrm>
              <a:off x="4317017" y="4323339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9" name="pt169"/>
            <p:cNvSpPr/>
            <p:nvPr/>
          </p:nvSpPr>
          <p:spPr>
            <a:xfrm>
              <a:off x="4729721" y="3808957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0" name="pt170"/>
            <p:cNvSpPr/>
            <p:nvPr/>
          </p:nvSpPr>
          <p:spPr>
            <a:xfrm>
              <a:off x="3712382" y="4020589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1" name="pt171"/>
            <p:cNvSpPr/>
            <p:nvPr/>
          </p:nvSpPr>
          <p:spPr>
            <a:xfrm>
              <a:off x="3500165" y="4080808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2" name="pt172"/>
            <p:cNvSpPr/>
            <p:nvPr/>
          </p:nvSpPr>
          <p:spPr>
            <a:xfrm>
              <a:off x="5062046" y="3818222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3" name="pt173"/>
            <p:cNvSpPr/>
            <p:nvPr/>
          </p:nvSpPr>
          <p:spPr>
            <a:xfrm>
              <a:off x="2923662" y="4365297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4" name="pt174"/>
            <p:cNvSpPr/>
            <p:nvPr/>
          </p:nvSpPr>
          <p:spPr>
            <a:xfrm>
              <a:off x="4258381" y="4169641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5" name="pt175"/>
            <p:cNvSpPr/>
            <p:nvPr/>
          </p:nvSpPr>
          <p:spPr>
            <a:xfrm>
              <a:off x="3558480" y="4088639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6" name="pt176"/>
            <p:cNvSpPr/>
            <p:nvPr/>
          </p:nvSpPr>
          <p:spPr>
            <a:xfrm>
              <a:off x="6302276" y="3250351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7" name="pt177"/>
            <p:cNvSpPr/>
            <p:nvPr/>
          </p:nvSpPr>
          <p:spPr>
            <a:xfrm>
              <a:off x="4928516" y="3815672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8" name="pt178"/>
            <p:cNvSpPr/>
            <p:nvPr/>
          </p:nvSpPr>
          <p:spPr>
            <a:xfrm>
              <a:off x="3903347" y="3952389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9" name="pt179"/>
            <p:cNvSpPr/>
            <p:nvPr/>
          </p:nvSpPr>
          <p:spPr>
            <a:xfrm>
              <a:off x="5933635" y="3148697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0" name="pt180"/>
            <p:cNvSpPr/>
            <p:nvPr/>
          </p:nvSpPr>
          <p:spPr>
            <a:xfrm>
              <a:off x="3112313" y="4412270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1" name="pt181"/>
            <p:cNvSpPr/>
            <p:nvPr/>
          </p:nvSpPr>
          <p:spPr>
            <a:xfrm>
              <a:off x="4018953" y="3968749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2" name="pt182"/>
            <p:cNvSpPr/>
            <p:nvPr/>
          </p:nvSpPr>
          <p:spPr>
            <a:xfrm>
              <a:off x="4615613" y="3454475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3" name="pt183"/>
            <p:cNvSpPr/>
            <p:nvPr/>
          </p:nvSpPr>
          <p:spPr>
            <a:xfrm>
              <a:off x="5048280" y="3440824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4" name="pt184"/>
            <p:cNvSpPr/>
            <p:nvPr/>
          </p:nvSpPr>
          <p:spPr>
            <a:xfrm>
              <a:off x="5346422" y="3888368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5" name="pt185"/>
            <p:cNvSpPr/>
            <p:nvPr/>
          </p:nvSpPr>
          <p:spPr>
            <a:xfrm>
              <a:off x="3495765" y="3903359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6" name="pt186"/>
            <p:cNvSpPr/>
            <p:nvPr/>
          </p:nvSpPr>
          <p:spPr>
            <a:xfrm>
              <a:off x="5221771" y="3769594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7" name="pt187"/>
            <p:cNvSpPr/>
            <p:nvPr/>
          </p:nvSpPr>
          <p:spPr>
            <a:xfrm>
              <a:off x="4986922" y="3480835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8" name="pt188"/>
            <p:cNvSpPr/>
            <p:nvPr/>
          </p:nvSpPr>
          <p:spPr>
            <a:xfrm>
              <a:off x="4595593" y="3884208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9" name="pt189"/>
            <p:cNvSpPr/>
            <p:nvPr/>
          </p:nvSpPr>
          <p:spPr>
            <a:xfrm>
              <a:off x="7190853" y="3819369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0" name="pt190"/>
            <p:cNvSpPr/>
            <p:nvPr/>
          </p:nvSpPr>
          <p:spPr>
            <a:xfrm>
              <a:off x="5343925" y="3352484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1" name="pt191"/>
            <p:cNvSpPr/>
            <p:nvPr/>
          </p:nvSpPr>
          <p:spPr>
            <a:xfrm>
              <a:off x="7138911" y="3161412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2" name="pt192"/>
            <p:cNvSpPr/>
            <p:nvPr/>
          </p:nvSpPr>
          <p:spPr>
            <a:xfrm>
              <a:off x="4896694" y="3600700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3" name="pt193"/>
            <p:cNvSpPr/>
            <p:nvPr/>
          </p:nvSpPr>
          <p:spPr>
            <a:xfrm>
              <a:off x="4664468" y="3625490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4" name="pt194"/>
            <p:cNvSpPr/>
            <p:nvPr/>
          </p:nvSpPr>
          <p:spPr>
            <a:xfrm>
              <a:off x="5460198" y="4399323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5" name="pt195"/>
            <p:cNvSpPr/>
            <p:nvPr/>
          </p:nvSpPr>
          <p:spPr>
            <a:xfrm>
              <a:off x="2709978" y="4696686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6" name="pt196"/>
            <p:cNvSpPr/>
            <p:nvPr/>
          </p:nvSpPr>
          <p:spPr>
            <a:xfrm>
              <a:off x="3814714" y="3949587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7" name="pt197"/>
            <p:cNvSpPr/>
            <p:nvPr/>
          </p:nvSpPr>
          <p:spPr>
            <a:xfrm>
              <a:off x="5039064" y="3676859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8" name="pt198"/>
            <p:cNvSpPr/>
            <p:nvPr/>
          </p:nvSpPr>
          <p:spPr>
            <a:xfrm>
              <a:off x="2940186" y="4866908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9" name="pt199"/>
            <p:cNvSpPr/>
            <p:nvPr/>
          </p:nvSpPr>
          <p:spPr>
            <a:xfrm>
              <a:off x="3510806" y="4328046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0" name="pt200"/>
            <p:cNvSpPr/>
            <p:nvPr/>
          </p:nvSpPr>
          <p:spPr>
            <a:xfrm>
              <a:off x="6079407" y="3602908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1" name="pt201"/>
            <p:cNvSpPr/>
            <p:nvPr/>
          </p:nvSpPr>
          <p:spPr>
            <a:xfrm>
              <a:off x="3164005" y="4463406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2" name="pt202"/>
            <p:cNvSpPr/>
            <p:nvPr/>
          </p:nvSpPr>
          <p:spPr>
            <a:xfrm>
              <a:off x="3958685" y="4415628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3" name="pt203"/>
            <p:cNvSpPr/>
            <p:nvPr/>
          </p:nvSpPr>
          <p:spPr>
            <a:xfrm>
              <a:off x="4272347" y="4024338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4" name="pt204"/>
            <p:cNvSpPr/>
            <p:nvPr/>
          </p:nvSpPr>
          <p:spPr>
            <a:xfrm>
              <a:off x="3815884" y="4472335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5" name="pt205"/>
            <p:cNvSpPr/>
            <p:nvPr/>
          </p:nvSpPr>
          <p:spPr>
            <a:xfrm>
              <a:off x="4381329" y="4004398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6" name="pt206"/>
            <p:cNvSpPr/>
            <p:nvPr/>
          </p:nvSpPr>
          <p:spPr>
            <a:xfrm>
              <a:off x="4810021" y="3816204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7" name="pt207"/>
            <p:cNvSpPr/>
            <p:nvPr/>
          </p:nvSpPr>
          <p:spPr>
            <a:xfrm>
              <a:off x="5445227" y="3876720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8" name="pt208"/>
            <p:cNvSpPr/>
            <p:nvPr/>
          </p:nvSpPr>
          <p:spPr>
            <a:xfrm>
              <a:off x="4753650" y="3861407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9" name="pt209"/>
            <p:cNvSpPr/>
            <p:nvPr/>
          </p:nvSpPr>
          <p:spPr>
            <a:xfrm>
              <a:off x="3819749" y="3971740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0" name="pt210"/>
            <p:cNvSpPr/>
            <p:nvPr/>
          </p:nvSpPr>
          <p:spPr>
            <a:xfrm>
              <a:off x="4075832" y="4247627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1" name="pt211"/>
            <p:cNvSpPr/>
            <p:nvPr/>
          </p:nvSpPr>
          <p:spPr>
            <a:xfrm>
              <a:off x="5899524" y="3296712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2" name="pt212"/>
            <p:cNvSpPr/>
            <p:nvPr/>
          </p:nvSpPr>
          <p:spPr>
            <a:xfrm>
              <a:off x="4791956" y="4229557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3" name="pt213"/>
            <p:cNvSpPr/>
            <p:nvPr/>
          </p:nvSpPr>
          <p:spPr>
            <a:xfrm>
              <a:off x="4989742" y="3627011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4" name="pt214"/>
            <p:cNvSpPr/>
            <p:nvPr/>
          </p:nvSpPr>
          <p:spPr>
            <a:xfrm>
              <a:off x="3365688" y="4623274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5" name="pt215"/>
            <p:cNvSpPr/>
            <p:nvPr/>
          </p:nvSpPr>
          <p:spPr>
            <a:xfrm>
              <a:off x="4441632" y="3937731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6" name="pt216"/>
            <p:cNvSpPr/>
            <p:nvPr/>
          </p:nvSpPr>
          <p:spPr>
            <a:xfrm>
              <a:off x="2449572" y="4667426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7" name="pt217"/>
            <p:cNvSpPr/>
            <p:nvPr/>
          </p:nvSpPr>
          <p:spPr>
            <a:xfrm>
              <a:off x="3461700" y="4152107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8" name="pt218"/>
            <p:cNvSpPr/>
            <p:nvPr/>
          </p:nvSpPr>
          <p:spPr>
            <a:xfrm>
              <a:off x="3122420" y="4692650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9" name="pt219"/>
            <p:cNvSpPr/>
            <p:nvPr/>
          </p:nvSpPr>
          <p:spPr>
            <a:xfrm>
              <a:off x="4103132" y="3774561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0" name="pt220"/>
            <p:cNvSpPr/>
            <p:nvPr/>
          </p:nvSpPr>
          <p:spPr>
            <a:xfrm>
              <a:off x="3079333" y="4668913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1" name="pt221"/>
            <p:cNvSpPr/>
            <p:nvPr/>
          </p:nvSpPr>
          <p:spPr>
            <a:xfrm>
              <a:off x="4670581" y="4056295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2" name="pt222"/>
            <p:cNvSpPr/>
            <p:nvPr/>
          </p:nvSpPr>
          <p:spPr>
            <a:xfrm>
              <a:off x="4857006" y="3753971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3" name="pt223"/>
            <p:cNvSpPr/>
            <p:nvPr/>
          </p:nvSpPr>
          <p:spPr>
            <a:xfrm>
              <a:off x="4883146" y="3743920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4" name="pt224"/>
            <p:cNvSpPr/>
            <p:nvPr/>
          </p:nvSpPr>
          <p:spPr>
            <a:xfrm>
              <a:off x="3622871" y="4172450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5" name="pt225"/>
            <p:cNvSpPr/>
            <p:nvPr/>
          </p:nvSpPr>
          <p:spPr>
            <a:xfrm>
              <a:off x="4089052" y="4078964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6" name="pt226"/>
            <p:cNvSpPr/>
            <p:nvPr/>
          </p:nvSpPr>
          <p:spPr>
            <a:xfrm>
              <a:off x="3192932" y="4312970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7" name="pt227"/>
            <p:cNvSpPr/>
            <p:nvPr/>
          </p:nvSpPr>
          <p:spPr>
            <a:xfrm>
              <a:off x="5187657" y="3447934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8" name="pt228"/>
            <p:cNvSpPr/>
            <p:nvPr/>
          </p:nvSpPr>
          <p:spPr>
            <a:xfrm>
              <a:off x="5145853" y="3533624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9" name="pt229"/>
            <p:cNvSpPr/>
            <p:nvPr/>
          </p:nvSpPr>
          <p:spPr>
            <a:xfrm>
              <a:off x="4184287" y="4229674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0" name="pt230"/>
            <p:cNvSpPr/>
            <p:nvPr/>
          </p:nvSpPr>
          <p:spPr>
            <a:xfrm>
              <a:off x="3873497" y="4387090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1" name="pt231"/>
            <p:cNvSpPr/>
            <p:nvPr/>
          </p:nvSpPr>
          <p:spPr>
            <a:xfrm>
              <a:off x="5606129" y="3507733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2" name="pt232"/>
            <p:cNvSpPr/>
            <p:nvPr/>
          </p:nvSpPr>
          <p:spPr>
            <a:xfrm>
              <a:off x="4259435" y="3830541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3" name="pt233"/>
            <p:cNvSpPr/>
            <p:nvPr/>
          </p:nvSpPr>
          <p:spPr>
            <a:xfrm>
              <a:off x="6565755" y="3142381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4" name="pt234"/>
            <p:cNvSpPr/>
            <p:nvPr/>
          </p:nvSpPr>
          <p:spPr>
            <a:xfrm>
              <a:off x="6470738" y="3138971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5" name="pt235"/>
            <p:cNvSpPr/>
            <p:nvPr/>
          </p:nvSpPr>
          <p:spPr>
            <a:xfrm>
              <a:off x="5314110" y="3642768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6" name="pt236"/>
            <p:cNvSpPr/>
            <p:nvPr/>
          </p:nvSpPr>
          <p:spPr>
            <a:xfrm>
              <a:off x="3816547" y="4039959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7" name="pt237"/>
            <p:cNvSpPr/>
            <p:nvPr/>
          </p:nvSpPr>
          <p:spPr>
            <a:xfrm>
              <a:off x="6683267" y="3649047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8" name="pt238"/>
            <p:cNvSpPr/>
            <p:nvPr/>
          </p:nvSpPr>
          <p:spPr>
            <a:xfrm>
              <a:off x="4575112" y="3856462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9" name="pt239"/>
            <p:cNvSpPr/>
            <p:nvPr/>
          </p:nvSpPr>
          <p:spPr>
            <a:xfrm>
              <a:off x="4808348" y="3771313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0" name="pt240"/>
            <p:cNvSpPr/>
            <p:nvPr/>
          </p:nvSpPr>
          <p:spPr>
            <a:xfrm>
              <a:off x="5598082" y="3506734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1" name="pt241"/>
            <p:cNvSpPr/>
            <p:nvPr/>
          </p:nvSpPr>
          <p:spPr>
            <a:xfrm>
              <a:off x="4769842" y="3812243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2" name="pt242"/>
            <p:cNvSpPr/>
            <p:nvPr/>
          </p:nvSpPr>
          <p:spPr>
            <a:xfrm>
              <a:off x="5330324" y="3831899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3" name="pt243"/>
            <p:cNvSpPr/>
            <p:nvPr/>
          </p:nvSpPr>
          <p:spPr>
            <a:xfrm>
              <a:off x="4338979" y="3550690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4" name="pt244"/>
            <p:cNvSpPr/>
            <p:nvPr/>
          </p:nvSpPr>
          <p:spPr>
            <a:xfrm>
              <a:off x="6100827" y="3787156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5" name="pt245"/>
            <p:cNvSpPr/>
            <p:nvPr/>
          </p:nvSpPr>
          <p:spPr>
            <a:xfrm>
              <a:off x="3738309" y="3899765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6" name="pt246"/>
            <p:cNvSpPr/>
            <p:nvPr/>
          </p:nvSpPr>
          <p:spPr>
            <a:xfrm>
              <a:off x="3891734" y="3830901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7" name="pt247"/>
            <p:cNvSpPr/>
            <p:nvPr/>
          </p:nvSpPr>
          <p:spPr>
            <a:xfrm>
              <a:off x="4361511" y="3936270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8" name="pt248"/>
            <p:cNvSpPr/>
            <p:nvPr/>
          </p:nvSpPr>
          <p:spPr>
            <a:xfrm>
              <a:off x="4865222" y="3752457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9" name="pt249"/>
            <p:cNvSpPr/>
            <p:nvPr/>
          </p:nvSpPr>
          <p:spPr>
            <a:xfrm>
              <a:off x="4328087" y="4094914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0" name="pt250"/>
            <p:cNvSpPr/>
            <p:nvPr/>
          </p:nvSpPr>
          <p:spPr>
            <a:xfrm>
              <a:off x="5074097" y="3984974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1" name="pt251"/>
            <p:cNvSpPr/>
            <p:nvPr/>
          </p:nvSpPr>
          <p:spPr>
            <a:xfrm>
              <a:off x="3154123" y="4578359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2" name="pt252"/>
            <p:cNvSpPr/>
            <p:nvPr/>
          </p:nvSpPr>
          <p:spPr>
            <a:xfrm>
              <a:off x="3747111" y="4064121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3" name="pt253"/>
            <p:cNvSpPr/>
            <p:nvPr/>
          </p:nvSpPr>
          <p:spPr>
            <a:xfrm>
              <a:off x="5558617" y="3892595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4" name="pt254"/>
            <p:cNvSpPr/>
            <p:nvPr/>
          </p:nvSpPr>
          <p:spPr>
            <a:xfrm>
              <a:off x="5215231" y="4134211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5" name="pt255"/>
            <p:cNvSpPr/>
            <p:nvPr/>
          </p:nvSpPr>
          <p:spPr>
            <a:xfrm>
              <a:off x="3012844" y="4645841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6" name="pt256"/>
            <p:cNvSpPr/>
            <p:nvPr/>
          </p:nvSpPr>
          <p:spPr>
            <a:xfrm>
              <a:off x="3405570" y="4295682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7" name="pt257"/>
            <p:cNvSpPr/>
            <p:nvPr/>
          </p:nvSpPr>
          <p:spPr>
            <a:xfrm>
              <a:off x="4968388" y="3581187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8" name="pt258"/>
            <p:cNvSpPr/>
            <p:nvPr/>
          </p:nvSpPr>
          <p:spPr>
            <a:xfrm>
              <a:off x="3384938" y="4415900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9" name="pt259"/>
            <p:cNvSpPr/>
            <p:nvPr/>
          </p:nvSpPr>
          <p:spPr>
            <a:xfrm>
              <a:off x="6311465" y="2886097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0" name="pt260"/>
            <p:cNvSpPr/>
            <p:nvPr/>
          </p:nvSpPr>
          <p:spPr>
            <a:xfrm>
              <a:off x="5652347" y="3914026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1" name="pt261"/>
            <p:cNvSpPr/>
            <p:nvPr/>
          </p:nvSpPr>
          <p:spPr>
            <a:xfrm>
              <a:off x="5944383" y="3532113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2" name="pt262"/>
            <p:cNvSpPr/>
            <p:nvPr/>
          </p:nvSpPr>
          <p:spPr>
            <a:xfrm>
              <a:off x="4322819" y="3724936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3" name="pt263"/>
            <p:cNvSpPr/>
            <p:nvPr/>
          </p:nvSpPr>
          <p:spPr>
            <a:xfrm>
              <a:off x="5798063" y="4018841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4" name="pt264"/>
            <p:cNvSpPr/>
            <p:nvPr/>
          </p:nvSpPr>
          <p:spPr>
            <a:xfrm>
              <a:off x="5866002" y="3359061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5" name="pt265"/>
            <p:cNvSpPr/>
            <p:nvPr/>
          </p:nvSpPr>
          <p:spPr>
            <a:xfrm>
              <a:off x="7741311" y="3748246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6" name="pt266"/>
            <p:cNvSpPr/>
            <p:nvPr/>
          </p:nvSpPr>
          <p:spPr>
            <a:xfrm>
              <a:off x="4752415" y="4028867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7" name="pt267"/>
            <p:cNvSpPr/>
            <p:nvPr/>
          </p:nvSpPr>
          <p:spPr>
            <a:xfrm>
              <a:off x="4770014" y="3807111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8" name="pt268"/>
            <p:cNvSpPr/>
            <p:nvPr/>
          </p:nvSpPr>
          <p:spPr>
            <a:xfrm>
              <a:off x="3022283" y="4421099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9" name="pt269"/>
            <p:cNvSpPr/>
            <p:nvPr/>
          </p:nvSpPr>
          <p:spPr>
            <a:xfrm>
              <a:off x="6463059" y="3498124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0" name="pt270"/>
            <p:cNvSpPr/>
            <p:nvPr/>
          </p:nvSpPr>
          <p:spPr>
            <a:xfrm>
              <a:off x="3866429" y="4058783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1" name="pt271"/>
            <p:cNvSpPr/>
            <p:nvPr/>
          </p:nvSpPr>
          <p:spPr>
            <a:xfrm>
              <a:off x="4365951" y="4055039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2" name="pt272"/>
            <p:cNvSpPr/>
            <p:nvPr/>
          </p:nvSpPr>
          <p:spPr>
            <a:xfrm>
              <a:off x="5400208" y="3800407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3" name="pt273"/>
            <p:cNvSpPr/>
            <p:nvPr/>
          </p:nvSpPr>
          <p:spPr>
            <a:xfrm>
              <a:off x="5208705" y="3713239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4" name="pt274"/>
            <p:cNvSpPr/>
            <p:nvPr/>
          </p:nvSpPr>
          <p:spPr>
            <a:xfrm>
              <a:off x="5232657" y="3158321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5" name="pt275"/>
            <p:cNvSpPr/>
            <p:nvPr/>
          </p:nvSpPr>
          <p:spPr>
            <a:xfrm>
              <a:off x="6837987" y="3341114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6" name="pt276"/>
            <p:cNvSpPr/>
            <p:nvPr/>
          </p:nvSpPr>
          <p:spPr>
            <a:xfrm>
              <a:off x="5024921" y="3709461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7" name="pt277"/>
            <p:cNvSpPr/>
            <p:nvPr/>
          </p:nvSpPr>
          <p:spPr>
            <a:xfrm>
              <a:off x="3398233" y="3899450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8" name="pt278"/>
            <p:cNvSpPr/>
            <p:nvPr/>
          </p:nvSpPr>
          <p:spPr>
            <a:xfrm>
              <a:off x="3231451" y="4833472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9" name="pt279"/>
            <p:cNvSpPr/>
            <p:nvPr/>
          </p:nvSpPr>
          <p:spPr>
            <a:xfrm>
              <a:off x="5029089" y="3858155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0" name="pt280"/>
            <p:cNvSpPr/>
            <p:nvPr/>
          </p:nvSpPr>
          <p:spPr>
            <a:xfrm>
              <a:off x="5003127" y="3372858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1" name="pt281"/>
            <p:cNvSpPr/>
            <p:nvPr/>
          </p:nvSpPr>
          <p:spPr>
            <a:xfrm>
              <a:off x="5501312" y="3927229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2" name="pt282"/>
            <p:cNvSpPr/>
            <p:nvPr/>
          </p:nvSpPr>
          <p:spPr>
            <a:xfrm>
              <a:off x="3882660" y="4120532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3" name="pt283"/>
            <p:cNvSpPr/>
            <p:nvPr/>
          </p:nvSpPr>
          <p:spPr>
            <a:xfrm>
              <a:off x="4139322" y="4309591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4" name="pt284"/>
            <p:cNvSpPr/>
            <p:nvPr/>
          </p:nvSpPr>
          <p:spPr>
            <a:xfrm>
              <a:off x="4099475" y="4109383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5" name="pt285"/>
            <p:cNvSpPr/>
            <p:nvPr/>
          </p:nvSpPr>
          <p:spPr>
            <a:xfrm>
              <a:off x="4997152" y="3861049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6" name="pt286"/>
            <p:cNvSpPr/>
            <p:nvPr/>
          </p:nvSpPr>
          <p:spPr>
            <a:xfrm>
              <a:off x="5307403" y="3398242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7" name="pt287"/>
            <p:cNvSpPr/>
            <p:nvPr/>
          </p:nvSpPr>
          <p:spPr>
            <a:xfrm>
              <a:off x="4579621" y="3791056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8" name="pt288"/>
            <p:cNvSpPr/>
            <p:nvPr/>
          </p:nvSpPr>
          <p:spPr>
            <a:xfrm>
              <a:off x="5586558" y="3303294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9" name="pt289"/>
            <p:cNvSpPr/>
            <p:nvPr/>
          </p:nvSpPr>
          <p:spPr>
            <a:xfrm>
              <a:off x="3763559" y="4183909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0" name="pt290"/>
            <p:cNvSpPr/>
            <p:nvPr/>
          </p:nvSpPr>
          <p:spPr>
            <a:xfrm>
              <a:off x="4714195" y="3673830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1" name="pt291"/>
            <p:cNvSpPr/>
            <p:nvPr/>
          </p:nvSpPr>
          <p:spPr>
            <a:xfrm>
              <a:off x="4909438" y="4486054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2" name="pt292"/>
            <p:cNvSpPr/>
            <p:nvPr/>
          </p:nvSpPr>
          <p:spPr>
            <a:xfrm>
              <a:off x="4378218" y="4358286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3" name="pt293"/>
            <p:cNvSpPr/>
            <p:nvPr/>
          </p:nvSpPr>
          <p:spPr>
            <a:xfrm>
              <a:off x="4982280" y="3771130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4" name="pt294"/>
            <p:cNvSpPr/>
            <p:nvPr/>
          </p:nvSpPr>
          <p:spPr>
            <a:xfrm>
              <a:off x="3792526" y="4154083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5" name="pt295"/>
            <p:cNvSpPr/>
            <p:nvPr/>
          </p:nvSpPr>
          <p:spPr>
            <a:xfrm>
              <a:off x="2999069" y="4511786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6" name="pt296"/>
            <p:cNvSpPr/>
            <p:nvPr/>
          </p:nvSpPr>
          <p:spPr>
            <a:xfrm>
              <a:off x="3703277" y="4121382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7" name="pt297"/>
            <p:cNvSpPr/>
            <p:nvPr/>
          </p:nvSpPr>
          <p:spPr>
            <a:xfrm>
              <a:off x="4430918" y="3761377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8" name="pt298"/>
            <p:cNvSpPr/>
            <p:nvPr/>
          </p:nvSpPr>
          <p:spPr>
            <a:xfrm>
              <a:off x="4065313" y="3925130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9" name="pt299"/>
            <p:cNvSpPr/>
            <p:nvPr/>
          </p:nvSpPr>
          <p:spPr>
            <a:xfrm>
              <a:off x="3310907" y="4088096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0" name="pt300"/>
            <p:cNvSpPr/>
            <p:nvPr/>
          </p:nvSpPr>
          <p:spPr>
            <a:xfrm>
              <a:off x="4231188" y="4346740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1" name="pt301"/>
            <p:cNvSpPr/>
            <p:nvPr/>
          </p:nvSpPr>
          <p:spPr>
            <a:xfrm>
              <a:off x="8525379" y="2916980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2" name="pt302"/>
            <p:cNvSpPr/>
            <p:nvPr/>
          </p:nvSpPr>
          <p:spPr>
            <a:xfrm>
              <a:off x="3244920" y="4954511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3" name="pt303"/>
            <p:cNvSpPr/>
            <p:nvPr/>
          </p:nvSpPr>
          <p:spPr>
            <a:xfrm>
              <a:off x="4170501" y="3905750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4" name="pt304"/>
            <p:cNvSpPr/>
            <p:nvPr/>
          </p:nvSpPr>
          <p:spPr>
            <a:xfrm>
              <a:off x="6836029" y="3145707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5" name="pt305"/>
            <p:cNvSpPr/>
            <p:nvPr/>
          </p:nvSpPr>
          <p:spPr>
            <a:xfrm>
              <a:off x="1959486" y="5225019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6" name="pt306"/>
            <p:cNvSpPr/>
            <p:nvPr/>
          </p:nvSpPr>
          <p:spPr>
            <a:xfrm>
              <a:off x="3946447" y="4155847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7" name="pt307"/>
            <p:cNvSpPr/>
            <p:nvPr/>
          </p:nvSpPr>
          <p:spPr>
            <a:xfrm>
              <a:off x="5569703" y="3683606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8" name="pt308"/>
            <p:cNvSpPr/>
            <p:nvPr/>
          </p:nvSpPr>
          <p:spPr>
            <a:xfrm>
              <a:off x="3427486" y="4314513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9" name="pt309"/>
            <p:cNvSpPr/>
            <p:nvPr/>
          </p:nvSpPr>
          <p:spPr>
            <a:xfrm>
              <a:off x="3284888" y="4335216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0" name="pt310"/>
            <p:cNvSpPr/>
            <p:nvPr/>
          </p:nvSpPr>
          <p:spPr>
            <a:xfrm>
              <a:off x="4262898" y="3639181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1" name="pt311"/>
            <p:cNvSpPr/>
            <p:nvPr/>
          </p:nvSpPr>
          <p:spPr>
            <a:xfrm>
              <a:off x="6167787" y="3583207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2" name="pt312"/>
            <p:cNvSpPr/>
            <p:nvPr/>
          </p:nvSpPr>
          <p:spPr>
            <a:xfrm>
              <a:off x="7219475" y="2999004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3" name="pt313"/>
            <p:cNvSpPr/>
            <p:nvPr/>
          </p:nvSpPr>
          <p:spPr>
            <a:xfrm>
              <a:off x="4330855" y="3942010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4" name="pt314"/>
            <p:cNvSpPr/>
            <p:nvPr/>
          </p:nvSpPr>
          <p:spPr>
            <a:xfrm>
              <a:off x="5185187" y="3312735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5" name="pt315"/>
            <p:cNvSpPr/>
            <p:nvPr/>
          </p:nvSpPr>
          <p:spPr>
            <a:xfrm>
              <a:off x="7466442" y="2908190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6" name="pt316"/>
            <p:cNvSpPr/>
            <p:nvPr/>
          </p:nvSpPr>
          <p:spPr>
            <a:xfrm>
              <a:off x="3330638" y="4264138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7" name="pt317"/>
            <p:cNvSpPr/>
            <p:nvPr/>
          </p:nvSpPr>
          <p:spPr>
            <a:xfrm>
              <a:off x="6563966" y="3319511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8" name="pt318"/>
            <p:cNvSpPr/>
            <p:nvPr/>
          </p:nvSpPr>
          <p:spPr>
            <a:xfrm>
              <a:off x="3563892" y="4421775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9" name="pt319"/>
            <p:cNvSpPr/>
            <p:nvPr/>
          </p:nvSpPr>
          <p:spPr>
            <a:xfrm>
              <a:off x="4442326" y="4090294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0" name="pt320"/>
            <p:cNvSpPr/>
            <p:nvPr/>
          </p:nvSpPr>
          <p:spPr>
            <a:xfrm>
              <a:off x="3649724" y="3869394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1" name="pt321"/>
            <p:cNvSpPr/>
            <p:nvPr/>
          </p:nvSpPr>
          <p:spPr>
            <a:xfrm>
              <a:off x="4480252" y="3669536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2" name="pt322"/>
            <p:cNvSpPr/>
            <p:nvPr/>
          </p:nvSpPr>
          <p:spPr>
            <a:xfrm>
              <a:off x="4728098" y="3711442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3" name="pt323"/>
            <p:cNvSpPr/>
            <p:nvPr/>
          </p:nvSpPr>
          <p:spPr>
            <a:xfrm>
              <a:off x="3506217" y="4143507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4" name="pt324"/>
            <p:cNvSpPr/>
            <p:nvPr/>
          </p:nvSpPr>
          <p:spPr>
            <a:xfrm>
              <a:off x="3661753" y="4136137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5" name="pt325"/>
            <p:cNvSpPr/>
            <p:nvPr/>
          </p:nvSpPr>
          <p:spPr>
            <a:xfrm>
              <a:off x="4067386" y="4124488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6" name="pt326"/>
            <p:cNvSpPr/>
            <p:nvPr/>
          </p:nvSpPr>
          <p:spPr>
            <a:xfrm>
              <a:off x="4879701" y="3594417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7" name="pt327"/>
            <p:cNvSpPr/>
            <p:nvPr/>
          </p:nvSpPr>
          <p:spPr>
            <a:xfrm>
              <a:off x="6636871" y="3172564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8" name="pt328"/>
            <p:cNvSpPr/>
            <p:nvPr/>
          </p:nvSpPr>
          <p:spPr>
            <a:xfrm>
              <a:off x="3363158" y="4192554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9" name="pt329"/>
            <p:cNvSpPr/>
            <p:nvPr/>
          </p:nvSpPr>
          <p:spPr>
            <a:xfrm>
              <a:off x="4288728" y="3745420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0" name="pt330"/>
            <p:cNvSpPr/>
            <p:nvPr/>
          </p:nvSpPr>
          <p:spPr>
            <a:xfrm>
              <a:off x="5010711" y="3432741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1" name="pt331"/>
            <p:cNvSpPr/>
            <p:nvPr/>
          </p:nvSpPr>
          <p:spPr>
            <a:xfrm>
              <a:off x="4261651" y="3598618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2" name="pt332"/>
            <p:cNvSpPr/>
            <p:nvPr/>
          </p:nvSpPr>
          <p:spPr>
            <a:xfrm>
              <a:off x="6844867" y="3045060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3" name="pt333"/>
            <p:cNvSpPr/>
            <p:nvPr/>
          </p:nvSpPr>
          <p:spPr>
            <a:xfrm>
              <a:off x="6158917" y="3099978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4" name="pt334"/>
            <p:cNvSpPr/>
            <p:nvPr/>
          </p:nvSpPr>
          <p:spPr>
            <a:xfrm>
              <a:off x="6719082" y="3466919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5" name="pt335"/>
            <p:cNvSpPr/>
            <p:nvPr/>
          </p:nvSpPr>
          <p:spPr>
            <a:xfrm>
              <a:off x="4724363" y="3730414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6" name="pt336"/>
            <p:cNvSpPr/>
            <p:nvPr/>
          </p:nvSpPr>
          <p:spPr>
            <a:xfrm>
              <a:off x="5592269" y="3781664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7" name="pt337"/>
            <p:cNvSpPr/>
            <p:nvPr/>
          </p:nvSpPr>
          <p:spPr>
            <a:xfrm>
              <a:off x="7169781" y="3009721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8" name="pt338"/>
            <p:cNvSpPr/>
            <p:nvPr/>
          </p:nvSpPr>
          <p:spPr>
            <a:xfrm>
              <a:off x="4011295" y="3851132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9" name="pt339"/>
            <p:cNvSpPr/>
            <p:nvPr/>
          </p:nvSpPr>
          <p:spPr>
            <a:xfrm>
              <a:off x="4344990" y="3962915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0" name="pt340"/>
            <p:cNvSpPr/>
            <p:nvPr/>
          </p:nvSpPr>
          <p:spPr>
            <a:xfrm>
              <a:off x="4243085" y="4031469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1" name="pt341"/>
            <p:cNvSpPr/>
            <p:nvPr/>
          </p:nvSpPr>
          <p:spPr>
            <a:xfrm>
              <a:off x="3611603" y="3889977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2" name="pt342"/>
            <p:cNvSpPr/>
            <p:nvPr/>
          </p:nvSpPr>
          <p:spPr>
            <a:xfrm>
              <a:off x="6329442" y="3667917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3" name="pt343"/>
            <p:cNvSpPr/>
            <p:nvPr/>
          </p:nvSpPr>
          <p:spPr>
            <a:xfrm>
              <a:off x="5096619" y="3864722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4" name="pg344"/>
            <p:cNvSpPr/>
            <p:nvPr/>
          </p:nvSpPr>
          <p:spPr>
            <a:xfrm>
              <a:off x="1985667" y="2827027"/>
              <a:ext cx="5259989" cy="2050100"/>
            </a:xfrm>
            <a:custGeom>
              <a:avLst/>
              <a:pathLst>
                <a:path w="5259989" h="2050100">
                  <a:moveTo>
                    <a:pt x="0" y="1909142"/>
                  </a:moveTo>
                  <a:lnTo>
                    <a:pt x="66582" y="1887081"/>
                  </a:lnTo>
                  <a:lnTo>
                    <a:pt x="133164" y="1865010"/>
                  </a:lnTo>
                  <a:lnTo>
                    <a:pt x="199746" y="1842929"/>
                  </a:lnTo>
                  <a:lnTo>
                    <a:pt x="266328" y="1820837"/>
                  </a:lnTo>
                  <a:lnTo>
                    <a:pt x="332910" y="1798733"/>
                  </a:lnTo>
                  <a:lnTo>
                    <a:pt x="399492" y="1776616"/>
                  </a:lnTo>
                  <a:lnTo>
                    <a:pt x="466075" y="1754485"/>
                  </a:lnTo>
                  <a:lnTo>
                    <a:pt x="532657" y="1732338"/>
                  </a:lnTo>
                  <a:lnTo>
                    <a:pt x="599239" y="1710174"/>
                  </a:lnTo>
                  <a:lnTo>
                    <a:pt x="665821" y="1687991"/>
                  </a:lnTo>
                  <a:lnTo>
                    <a:pt x="732403" y="1665788"/>
                  </a:lnTo>
                  <a:lnTo>
                    <a:pt x="798985" y="1643563"/>
                  </a:lnTo>
                  <a:lnTo>
                    <a:pt x="865567" y="1621313"/>
                  </a:lnTo>
                  <a:lnTo>
                    <a:pt x="932150" y="1599035"/>
                  </a:lnTo>
                  <a:lnTo>
                    <a:pt x="998732" y="1576728"/>
                  </a:lnTo>
                  <a:lnTo>
                    <a:pt x="1065314" y="1554386"/>
                  </a:lnTo>
                  <a:lnTo>
                    <a:pt x="1131896" y="1532008"/>
                  </a:lnTo>
                  <a:lnTo>
                    <a:pt x="1198478" y="1509589"/>
                  </a:lnTo>
                  <a:lnTo>
                    <a:pt x="1265060" y="1487124"/>
                  </a:lnTo>
                  <a:lnTo>
                    <a:pt x="1331642" y="1464608"/>
                  </a:lnTo>
                  <a:lnTo>
                    <a:pt x="1398225" y="1442036"/>
                  </a:lnTo>
                  <a:lnTo>
                    <a:pt x="1464807" y="1419402"/>
                  </a:lnTo>
                  <a:lnTo>
                    <a:pt x="1531389" y="1396698"/>
                  </a:lnTo>
                  <a:lnTo>
                    <a:pt x="1597971" y="1373918"/>
                  </a:lnTo>
                  <a:lnTo>
                    <a:pt x="1664553" y="1351054"/>
                  </a:lnTo>
                  <a:lnTo>
                    <a:pt x="1731135" y="1328098"/>
                  </a:lnTo>
                  <a:lnTo>
                    <a:pt x="1797717" y="1305041"/>
                  </a:lnTo>
                  <a:lnTo>
                    <a:pt x="1864300" y="1281876"/>
                  </a:lnTo>
                  <a:lnTo>
                    <a:pt x="1930882" y="1258595"/>
                  </a:lnTo>
                  <a:lnTo>
                    <a:pt x="1997464" y="1235191"/>
                  </a:lnTo>
                  <a:lnTo>
                    <a:pt x="2064046" y="1211657"/>
                  </a:lnTo>
                  <a:lnTo>
                    <a:pt x="2130628" y="1187990"/>
                  </a:lnTo>
                  <a:lnTo>
                    <a:pt x="2197210" y="1164187"/>
                  </a:lnTo>
                  <a:lnTo>
                    <a:pt x="2263792" y="1140247"/>
                  </a:lnTo>
                  <a:lnTo>
                    <a:pt x="2330375" y="1116171"/>
                  </a:lnTo>
                  <a:lnTo>
                    <a:pt x="2396957" y="1091961"/>
                  </a:lnTo>
                  <a:lnTo>
                    <a:pt x="2463539" y="1067624"/>
                  </a:lnTo>
                  <a:lnTo>
                    <a:pt x="2530121" y="1043165"/>
                  </a:lnTo>
                  <a:lnTo>
                    <a:pt x="2596703" y="1018592"/>
                  </a:lnTo>
                  <a:lnTo>
                    <a:pt x="2663285" y="993911"/>
                  </a:lnTo>
                  <a:lnTo>
                    <a:pt x="2729867" y="969132"/>
                  </a:lnTo>
                  <a:lnTo>
                    <a:pt x="2796450" y="944262"/>
                  </a:lnTo>
                  <a:lnTo>
                    <a:pt x="2863032" y="919310"/>
                  </a:lnTo>
                  <a:lnTo>
                    <a:pt x="2929614" y="894283"/>
                  </a:lnTo>
                  <a:lnTo>
                    <a:pt x="2996196" y="869188"/>
                  </a:lnTo>
                  <a:lnTo>
                    <a:pt x="3062778" y="844032"/>
                  </a:lnTo>
                  <a:lnTo>
                    <a:pt x="3129360" y="818821"/>
                  </a:lnTo>
                  <a:lnTo>
                    <a:pt x="3195942" y="793560"/>
                  </a:lnTo>
                  <a:lnTo>
                    <a:pt x="3262525" y="768254"/>
                  </a:lnTo>
                  <a:lnTo>
                    <a:pt x="3329107" y="742908"/>
                  </a:lnTo>
                  <a:lnTo>
                    <a:pt x="3395689" y="717526"/>
                  </a:lnTo>
                  <a:lnTo>
                    <a:pt x="3462271" y="692111"/>
                  </a:lnTo>
                  <a:lnTo>
                    <a:pt x="3528853" y="666666"/>
                  </a:lnTo>
                  <a:lnTo>
                    <a:pt x="3595435" y="641195"/>
                  </a:lnTo>
                  <a:lnTo>
                    <a:pt x="3662017" y="615699"/>
                  </a:lnTo>
                  <a:lnTo>
                    <a:pt x="3728600" y="590181"/>
                  </a:lnTo>
                  <a:lnTo>
                    <a:pt x="3795182" y="564643"/>
                  </a:lnTo>
                  <a:lnTo>
                    <a:pt x="3861764" y="539087"/>
                  </a:lnTo>
                  <a:lnTo>
                    <a:pt x="3928346" y="513514"/>
                  </a:lnTo>
                  <a:lnTo>
                    <a:pt x="3994928" y="487926"/>
                  </a:lnTo>
                  <a:lnTo>
                    <a:pt x="4061510" y="462324"/>
                  </a:lnTo>
                  <a:lnTo>
                    <a:pt x="4128092" y="436709"/>
                  </a:lnTo>
                  <a:lnTo>
                    <a:pt x="4194675" y="411082"/>
                  </a:lnTo>
                  <a:lnTo>
                    <a:pt x="4261257" y="385445"/>
                  </a:lnTo>
                  <a:lnTo>
                    <a:pt x="4327839" y="359797"/>
                  </a:lnTo>
                  <a:lnTo>
                    <a:pt x="4394421" y="334140"/>
                  </a:lnTo>
                  <a:lnTo>
                    <a:pt x="4461003" y="308475"/>
                  </a:lnTo>
                  <a:lnTo>
                    <a:pt x="4527585" y="282801"/>
                  </a:lnTo>
                  <a:lnTo>
                    <a:pt x="4594167" y="257120"/>
                  </a:lnTo>
                  <a:lnTo>
                    <a:pt x="4660750" y="231432"/>
                  </a:lnTo>
                  <a:lnTo>
                    <a:pt x="4727332" y="205738"/>
                  </a:lnTo>
                  <a:lnTo>
                    <a:pt x="4793914" y="180038"/>
                  </a:lnTo>
                  <a:lnTo>
                    <a:pt x="4860496" y="154333"/>
                  </a:lnTo>
                  <a:lnTo>
                    <a:pt x="4927078" y="128622"/>
                  </a:lnTo>
                  <a:lnTo>
                    <a:pt x="4993660" y="102906"/>
                  </a:lnTo>
                  <a:lnTo>
                    <a:pt x="5060243" y="77185"/>
                  </a:lnTo>
                  <a:lnTo>
                    <a:pt x="5126825" y="51461"/>
                  </a:lnTo>
                  <a:lnTo>
                    <a:pt x="5193407" y="25732"/>
                  </a:lnTo>
                  <a:lnTo>
                    <a:pt x="5259989" y="0"/>
                  </a:lnTo>
                  <a:lnTo>
                    <a:pt x="5259989" y="189637"/>
                  </a:lnTo>
                  <a:lnTo>
                    <a:pt x="5193407" y="211621"/>
                  </a:lnTo>
                  <a:lnTo>
                    <a:pt x="5126825" y="233609"/>
                  </a:lnTo>
                  <a:lnTo>
                    <a:pt x="5060243" y="255601"/>
                  </a:lnTo>
                  <a:lnTo>
                    <a:pt x="4993660" y="277597"/>
                  </a:lnTo>
                  <a:lnTo>
                    <a:pt x="4927078" y="299598"/>
                  </a:lnTo>
                  <a:lnTo>
                    <a:pt x="4860496" y="321603"/>
                  </a:lnTo>
                  <a:lnTo>
                    <a:pt x="4793914" y="343614"/>
                  </a:lnTo>
                  <a:lnTo>
                    <a:pt x="4727332" y="365631"/>
                  </a:lnTo>
                  <a:lnTo>
                    <a:pt x="4660750" y="387653"/>
                  </a:lnTo>
                  <a:lnTo>
                    <a:pt x="4594167" y="409682"/>
                  </a:lnTo>
                  <a:lnTo>
                    <a:pt x="4527585" y="431718"/>
                  </a:lnTo>
                  <a:lnTo>
                    <a:pt x="4461003" y="453761"/>
                  </a:lnTo>
                  <a:lnTo>
                    <a:pt x="4394421" y="475812"/>
                  </a:lnTo>
                  <a:lnTo>
                    <a:pt x="4327839" y="497871"/>
                  </a:lnTo>
                  <a:lnTo>
                    <a:pt x="4261257" y="519940"/>
                  </a:lnTo>
                  <a:lnTo>
                    <a:pt x="4194675" y="542019"/>
                  </a:lnTo>
                  <a:lnTo>
                    <a:pt x="4128092" y="564109"/>
                  </a:lnTo>
                  <a:lnTo>
                    <a:pt x="4061510" y="586210"/>
                  </a:lnTo>
                  <a:lnTo>
                    <a:pt x="3994928" y="608325"/>
                  </a:lnTo>
                  <a:lnTo>
                    <a:pt x="3928346" y="630453"/>
                  </a:lnTo>
                  <a:lnTo>
                    <a:pt x="3861764" y="652597"/>
                  </a:lnTo>
                  <a:lnTo>
                    <a:pt x="3795182" y="674757"/>
                  </a:lnTo>
                  <a:lnTo>
                    <a:pt x="3728600" y="696936"/>
                  </a:lnTo>
                  <a:lnTo>
                    <a:pt x="3662017" y="719134"/>
                  </a:lnTo>
                  <a:lnTo>
                    <a:pt x="3595435" y="741355"/>
                  </a:lnTo>
                  <a:lnTo>
                    <a:pt x="3528853" y="763600"/>
                  </a:lnTo>
                  <a:lnTo>
                    <a:pt x="3462271" y="785872"/>
                  </a:lnTo>
                  <a:lnTo>
                    <a:pt x="3395689" y="808174"/>
                  </a:lnTo>
                  <a:lnTo>
                    <a:pt x="3329107" y="830508"/>
                  </a:lnTo>
                  <a:lnTo>
                    <a:pt x="3262525" y="852878"/>
                  </a:lnTo>
                  <a:lnTo>
                    <a:pt x="3195942" y="875289"/>
                  </a:lnTo>
                  <a:lnTo>
                    <a:pt x="3129360" y="897745"/>
                  </a:lnTo>
                  <a:lnTo>
                    <a:pt x="3062778" y="920250"/>
                  </a:lnTo>
                  <a:lnTo>
                    <a:pt x="2996196" y="942811"/>
                  </a:lnTo>
                  <a:lnTo>
                    <a:pt x="2929614" y="965432"/>
                  </a:lnTo>
                  <a:lnTo>
                    <a:pt x="2863032" y="988122"/>
                  </a:lnTo>
                  <a:lnTo>
                    <a:pt x="2796450" y="1010886"/>
                  </a:lnTo>
                  <a:lnTo>
                    <a:pt x="2729867" y="1033733"/>
                  </a:lnTo>
                  <a:lnTo>
                    <a:pt x="2663285" y="1056670"/>
                  </a:lnTo>
                  <a:lnTo>
                    <a:pt x="2596703" y="1079706"/>
                  </a:lnTo>
                  <a:lnTo>
                    <a:pt x="2530121" y="1102849"/>
                  </a:lnTo>
                  <a:lnTo>
                    <a:pt x="2463539" y="1126107"/>
                  </a:lnTo>
                  <a:lnTo>
                    <a:pt x="2396957" y="1149486"/>
                  </a:lnTo>
                  <a:lnTo>
                    <a:pt x="2330375" y="1172993"/>
                  </a:lnTo>
                  <a:lnTo>
                    <a:pt x="2263792" y="1196634"/>
                  </a:lnTo>
                  <a:lnTo>
                    <a:pt x="2197210" y="1220410"/>
                  </a:lnTo>
                  <a:lnTo>
                    <a:pt x="2130628" y="1244323"/>
                  </a:lnTo>
                  <a:lnTo>
                    <a:pt x="2064046" y="1268373"/>
                  </a:lnTo>
                  <a:lnTo>
                    <a:pt x="1997464" y="1292556"/>
                  </a:lnTo>
                  <a:lnTo>
                    <a:pt x="1930882" y="1316868"/>
                  </a:lnTo>
                  <a:lnTo>
                    <a:pt x="1864300" y="1341303"/>
                  </a:lnTo>
                  <a:lnTo>
                    <a:pt x="1797717" y="1365855"/>
                  </a:lnTo>
                  <a:lnTo>
                    <a:pt x="1731135" y="1390515"/>
                  </a:lnTo>
                  <a:lnTo>
                    <a:pt x="1664553" y="1415275"/>
                  </a:lnTo>
                  <a:lnTo>
                    <a:pt x="1597971" y="1440128"/>
                  </a:lnTo>
                  <a:lnTo>
                    <a:pt x="1531389" y="1465064"/>
                  </a:lnTo>
                  <a:lnTo>
                    <a:pt x="1464807" y="1490077"/>
                  </a:lnTo>
                  <a:lnTo>
                    <a:pt x="1398225" y="1515159"/>
                  </a:lnTo>
                  <a:lnTo>
                    <a:pt x="1331642" y="1540304"/>
                  </a:lnTo>
                  <a:lnTo>
                    <a:pt x="1265060" y="1565505"/>
                  </a:lnTo>
                  <a:lnTo>
                    <a:pt x="1198478" y="1590756"/>
                  </a:lnTo>
                  <a:lnTo>
                    <a:pt x="1131896" y="1616053"/>
                  </a:lnTo>
                  <a:lnTo>
                    <a:pt x="1065314" y="1641391"/>
                  </a:lnTo>
                  <a:lnTo>
                    <a:pt x="998732" y="1666767"/>
                  </a:lnTo>
                  <a:lnTo>
                    <a:pt x="932150" y="1692176"/>
                  </a:lnTo>
                  <a:lnTo>
                    <a:pt x="865567" y="1717615"/>
                  </a:lnTo>
                  <a:lnTo>
                    <a:pt x="798985" y="1743081"/>
                  </a:lnTo>
                  <a:lnTo>
                    <a:pt x="732403" y="1768572"/>
                  </a:lnTo>
                  <a:lnTo>
                    <a:pt x="665821" y="1794086"/>
                  </a:lnTo>
                  <a:lnTo>
                    <a:pt x="599239" y="1819620"/>
                  </a:lnTo>
                  <a:lnTo>
                    <a:pt x="532657" y="1845173"/>
                  </a:lnTo>
                  <a:lnTo>
                    <a:pt x="466075" y="1870742"/>
                  </a:lnTo>
                  <a:lnTo>
                    <a:pt x="399492" y="1896327"/>
                  </a:lnTo>
                  <a:lnTo>
                    <a:pt x="332910" y="1921927"/>
                  </a:lnTo>
                  <a:lnTo>
                    <a:pt x="266328" y="1947539"/>
                  </a:lnTo>
                  <a:lnTo>
                    <a:pt x="199746" y="1973164"/>
                  </a:lnTo>
                  <a:lnTo>
                    <a:pt x="133164" y="1998799"/>
                  </a:lnTo>
                  <a:lnTo>
                    <a:pt x="66582" y="2024445"/>
                  </a:lnTo>
                  <a:lnTo>
                    <a:pt x="0" y="2050100"/>
                  </a:lnTo>
                  <a:close/>
                </a:path>
              </a:pathLst>
            </a:custGeom>
            <a:solidFill>
              <a:srgbClr val="999999">
                <a:alpha val="14901"/>
              </a:srgbClr>
            </a:solidFill>
          </p:spPr>
          <p:txBody>
            <a:bodyPr/>
            <a:lstStyle/>
            <a:p/>
          </p:txBody>
        </p:sp>
        <p:sp>
          <p:nvSpPr>
            <p:cNvPr id="345" name="pl345"/>
            <p:cNvSpPr/>
            <p:nvPr/>
          </p:nvSpPr>
          <p:spPr>
            <a:xfrm>
              <a:off x="1985667" y="2827027"/>
              <a:ext cx="5259989" cy="1909142"/>
            </a:xfrm>
            <a:custGeom>
              <a:avLst/>
              <a:pathLst>
                <a:path w="5259989" h="1909142">
                  <a:moveTo>
                    <a:pt x="0" y="1909142"/>
                  </a:moveTo>
                  <a:lnTo>
                    <a:pt x="66582" y="1887081"/>
                  </a:lnTo>
                  <a:lnTo>
                    <a:pt x="133164" y="1865010"/>
                  </a:lnTo>
                  <a:lnTo>
                    <a:pt x="199746" y="1842929"/>
                  </a:lnTo>
                  <a:lnTo>
                    <a:pt x="266328" y="1820837"/>
                  </a:lnTo>
                  <a:lnTo>
                    <a:pt x="332910" y="1798733"/>
                  </a:lnTo>
                  <a:lnTo>
                    <a:pt x="399492" y="1776616"/>
                  </a:lnTo>
                  <a:lnTo>
                    <a:pt x="466075" y="1754485"/>
                  </a:lnTo>
                  <a:lnTo>
                    <a:pt x="532657" y="1732338"/>
                  </a:lnTo>
                  <a:lnTo>
                    <a:pt x="599239" y="1710174"/>
                  </a:lnTo>
                  <a:lnTo>
                    <a:pt x="665821" y="1687991"/>
                  </a:lnTo>
                  <a:lnTo>
                    <a:pt x="732403" y="1665788"/>
                  </a:lnTo>
                  <a:lnTo>
                    <a:pt x="798985" y="1643563"/>
                  </a:lnTo>
                  <a:lnTo>
                    <a:pt x="865567" y="1621313"/>
                  </a:lnTo>
                  <a:lnTo>
                    <a:pt x="932150" y="1599035"/>
                  </a:lnTo>
                  <a:lnTo>
                    <a:pt x="998732" y="1576728"/>
                  </a:lnTo>
                  <a:lnTo>
                    <a:pt x="1065314" y="1554386"/>
                  </a:lnTo>
                  <a:lnTo>
                    <a:pt x="1131896" y="1532008"/>
                  </a:lnTo>
                  <a:lnTo>
                    <a:pt x="1198478" y="1509589"/>
                  </a:lnTo>
                  <a:lnTo>
                    <a:pt x="1265060" y="1487124"/>
                  </a:lnTo>
                  <a:lnTo>
                    <a:pt x="1331642" y="1464608"/>
                  </a:lnTo>
                  <a:lnTo>
                    <a:pt x="1398225" y="1442036"/>
                  </a:lnTo>
                  <a:lnTo>
                    <a:pt x="1464807" y="1419402"/>
                  </a:lnTo>
                  <a:lnTo>
                    <a:pt x="1531389" y="1396698"/>
                  </a:lnTo>
                  <a:lnTo>
                    <a:pt x="1597971" y="1373918"/>
                  </a:lnTo>
                  <a:lnTo>
                    <a:pt x="1664553" y="1351054"/>
                  </a:lnTo>
                  <a:lnTo>
                    <a:pt x="1731135" y="1328098"/>
                  </a:lnTo>
                  <a:lnTo>
                    <a:pt x="1797717" y="1305041"/>
                  </a:lnTo>
                  <a:lnTo>
                    <a:pt x="1864300" y="1281876"/>
                  </a:lnTo>
                  <a:lnTo>
                    <a:pt x="1930882" y="1258595"/>
                  </a:lnTo>
                  <a:lnTo>
                    <a:pt x="1997464" y="1235191"/>
                  </a:lnTo>
                  <a:lnTo>
                    <a:pt x="2064046" y="1211657"/>
                  </a:lnTo>
                  <a:lnTo>
                    <a:pt x="2130628" y="1187990"/>
                  </a:lnTo>
                  <a:lnTo>
                    <a:pt x="2197210" y="1164187"/>
                  </a:lnTo>
                  <a:lnTo>
                    <a:pt x="2263792" y="1140247"/>
                  </a:lnTo>
                  <a:lnTo>
                    <a:pt x="2330375" y="1116171"/>
                  </a:lnTo>
                  <a:lnTo>
                    <a:pt x="2396957" y="1091961"/>
                  </a:lnTo>
                  <a:lnTo>
                    <a:pt x="2463539" y="1067624"/>
                  </a:lnTo>
                  <a:lnTo>
                    <a:pt x="2530121" y="1043165"/>
                  </a:lnTo>
                  <a:lnTo>
                    <a:pt x="2596703" y="1018592"/>
                  </a:lnTo>
                  <a:lnTo>
                    <a:pt x="2663285" y="993911"/>
                  </a:lnTo>
                  <a:lnTo>
                    <a:pt x="2729867" y="969132"/>
                  </a:lnTo>
                  <a:lnTo>
                    <a:pt x="2796450" y="944262"/>
                  </a:lnTo>
                  <a:lnTo>
                    <a:pt x="2863032" y="919310"/>
                  </a:lnTo>
                  <a:lnTo>
                    <a:pt x="2929614" y="894283"/>
                  </a:lnTo>
                  <a:lnTo>
                    <a:pt x="2996196" y="869188"/>
                  </a:lnTo>
                  <a:lnTo>
                    <a:pt x="3062778" y="844032"/>
                  </a:lnTo>
                  <a:lnTo>
                    <a:pt x="3129360" y="818821"/>
                  </a:lnTo>
                  <a:lnTo>
                    <a:pt x="3195942" y="793560"/>
                  </a:lnTo>
                  <a:lnTo>
                    <a:pt x="3262525" y="768254"/>
                  </a:lnTo>
                  <a:lnTo>
                    <a:pt x="3329107" y="742908"/>
                  </a:lnTo>
                  <a:lnTo>
                    <a:pt x="3395689" y="717526"/>
                  </a:lnTo>
                  <a:lnTo>
                    <a:pt x="3462271" y="692111"/>
                  </a:lnTo>
                  <a:lnTo>
                    <a:pt x="3528853" y="666666"/>
                  </a:lnTo>
                  <a:lnTo>
                    <a:pt x="3595435" y="641195"/>
                  </a:lnTo>
                  <a:lnTo>
                    <a:pt x="3662017" y="615699"/>
                  </a:lnTo>
                  <a:lnTo>
                    <a:pt x="3728600" y="590181"/>
                  </a:lnTo>
                  <a:lnTo>
                    <a:pt x="3795182" y="564643"/>
                  </a:lnTo>
                  <a:lnTo>
                    <a:pt x="3861764" y="539087"/>
                  </a:lnTo>
                  <a:lnTo>
                    <a:pt x="3928346" y="513514"/>
                  </a:lnTo>
                  <a:lnTo>
                    <a:pt x="3994928" y="487926"/>
                  </a:lnTo>
                  <a:lnTo>
                    <a:pt x="4061510" y="462324"/>
                  </a:lnTo>
                  <a:lnTo>
                    <a:pt x="4128092" y="436709"/>
                  </a:lnTo>
                  <a:lnTo>
                    <a:pt x="4194675" y="411082"/>
                  </a:lnTo>
                  <a:lnTo>
                    <a:pt x="4261257" y="385445"/>
                  </a:lnTo>
                  <a:lnTo>
                    <a:pt x="4327839" y="359797"/>
                  </a:lnTo>
                  <a:lnTo>
                    <a:pt x="4394421" y="334140"/>
                  </a:lnTo>
                  <a:lnTo>
                    <a:pt x="4461003" y="308475"/>
                  </a:lnTo>
                  <a:lnTo>
                    <a:pt x="4527585" y="282801"/>
                  </a:lnTo>
                  <a:lnTo>
                    <a:pt x="4594167" y="257120"/>
                  </a:lnTo>
                  <a:lnTo>
                    <a:pt x="4660750" y="231432"/>
                  </a:lnTo>
                  <a:lnTo>
                    <a:pt x="4727332" y="205738"/>
                  </a:lnTo>
                  <a:lnTo>
                    <a:pt x="4793914" y="180038"/>
                  </a:lnTo>
                  <a:lnTo>
                    <a:pt x="4860496" y="154333"/>
                  </a:lnTo>
                  <a:lnTo>
                    <a:pt x="4927078" y="128622"/>
                  </a:lnTo>
                  <a:lnTo>
                    <a:pt x="4993660" y="102906"/>
                  </a:lnTo>
                  <a:lnTo>
                    <a:pt x="5060243" y="77185"/>
                  </a:lnTo>
                  <a:lnTo>
                    <a:pt x="5126825" y="51461"/>
                  </a:lnTo>
                  <a:lnTo>
                    <a:pt x="5193407" y="25732"/>
                  </a:lnTo>
                  <a:lnTo>
                    <a:pt x="5259989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346" name="pl346"/>
            <p:cNvSpPr/>
            <p:nvPr/>
          </p:nvSpPr>
          <p:spPr>
            <a:xfrm>
              <a:off x="1985667" y="3016665"/>
              <a:ext cx="5259989" cy="1860462"/>
            </a:xfrm>
            <a:custGeom>
              <a:avLst/>
              <a:pathLst>
                <a:path w="5259989" h="1860462">
                  <a:moveTo>
                    <a:pt x="5259989" y="0"/>
                  </a:moveTo>
                  <a:lnTo>
                    <a:pt x="5193407" y="21984"/>
                  </a:lnTo>
                  <a:lnTo>
                    <a:pt x="5126825" y="43971"/>
                  </a:lnTo>
                  <a:lnTo>
                    <a:pt x="5060243" y="65963"/>
                  </a:lnTo>
                  <a:lnTo>
                    <a:pt x="4993660" y="87959"/>
                  </a:lnTo>
                  <a:lnTo>
                    <a:pt x="4927078" y="109960"/>
                  </a:lnTo>
                  <a:lnTo>
                    <a:pt x="4860496" y="131966"/>
                  </a:lnTo>
                  <a:lnTo>
                    <a:pt x="4793914" y="153976"/>
                  </a:lnTo>
                  <a:lnTo>
                    <a:pt x="4727332" y="175993"/>
                  </a:lnTo>
                  <a:lnTo>
                    <a:pt x="4660750" y="198015"/>
                  </a:lnTo>
                  <a:lnTo>
                    <a:pt x="4594167" y="220044"/>
                  </a:lnTo>
                  <a:lnTo>
                    <a:pt x="4527585" y="242080"/>
                  </a:lnTo>
                  <a:lnTo>
                    <a:pt x="4461003" y="264123"/>
                  </a:lnTo>
                  <a:lnTo>
                    <a:pt x="4394421" y="286174"/>
                  </a:lnTo>
                  <a:lnTo>
                    <a:pt x="4327839" y="308233"/>
                  </a:lnTo>
                  <a:lnTo>
                    <a:pt x="4261257" y="330302"/>
                  </a:lnTo>
                  <a:lnTo>
                    <a:pt x="4194675" y="352381"/>
                  </a:lnTo>
                  <a:lnTo>
                    <a:pt x="4128092" y="374471"/>
                  </a:lnTo>
                  <a:lnTo>
                    <a:pt x="4061510" y="396572"/>
                  </a:lnTo>
                  <a:lnTo>
                    <a:pt x="3994928" y="418687"/>
                  </a:lnTo>
                  <a:lnTo>
                    <a:pt x="3928346" y="440815"/>
                  </a:lnTo>
                  <a:lnTo>
                    <a:pt x="3861764" y="462959"/>
                  </a:lnTo>
                  <a:lnTo>
                    <a:pt x="3795182" y="485119"/>
                  </a:lnTo>
                  <a:lnTo>
                    <a:pt x="3728600" y="507298"/>
                  </a:lnTo>
                  <a:lnTo>
                    <a:pt x="3662017" y="529497"/>
                  </a:lnTo>
                  <a:lnTo>
                    <a:pt x="3595435" y="551717"/>
                  </a:lnTo>
                  <a:lnTo>
                    <a:pt x="3528853" y="573962"/>
                  </a:lnTo>
                  <a:lnTo>
                    <a:pt x="3462271" y="596234"/>
                  </a:lnTo>
                  <a:lnTo>
                    <a:pt x="3395689" y="618536"/>
                  </a:lnTo>
                  <a:lnTo>
                    <a:pt x="3329107" y="640870"/>
                  </a:lnTo>
                  <a:lnTo>
                    <a:pt x="3262525" y="663241"/>
                  </a:lnTo>
                  <a:lnTo>
                    <a:pt x="3195942" y="685652"/>
                  </a:lnTo>
                  <a:lnTo>
                    <a:pt x="3129360" y="708107"/>
                  </a:lnTo>
                  <a:lnTo>
                    <a:pt x="3062778" y="730612"/>
                  </a:lnTo>
                  <a:lnTo>
                    <a:pt x="2996196" y="753173"/>
                  </a:lnTo>
                  <a:lnTo>
                    <a:pt x="2929614" y="775795"/>
                  </a:lnTo>
                  <a:lnTo>
                    <a:pt x="2863032" y="798484"/>
                  </a:lnTo>
                  <a:lnTo>
                    <a:pt x="2796450" y="821248"/>
                  </a:lnTo>
                  <a:lnTo>
                    <a:pt x="2729867" y="844095"/>
                  </a:lnTo>
                  <a:lnTo>
                    <a:pt x="2663285" y="867032"/>
                  </a:lnTo>
                  <a:lnTo>
                    <a:pt x="2596703" y="890068"/>
                  </a:lnTo>
                  <a:lnTo>
                    <a:pt x="2530121" y="913211"/>
                  </a:lnTo>
                  <a:lnTo>
                    <a:pt x="2463539" y="936469"/>
                  </a:lnTo>
                  <a:lnTo>
                    <a:pt x="2396957" y="959848"/>
                  </a:lnTo>
                  <a:lnTo>
                    <a:pt x="2330375" y="983356"/>
                  </a:lnTo>
                  <a:lnTo>
                    <a:pt x="2263792" y="1006996"/>
                  </a:lnTo>
                  <a:lnTo>
                    <a:pt x="2197210" y="1030772"/>
                  </a:lnTo>
                  <a:lnTo>
                    <a:pt x="2130628" y="1054685"/>
                  </a:lnTo>
                  <a:lnTo>
                    <a:pt x="2064046" y="1078735"/>
                  </a:lnTo>
                  <a:lnTo>
                    <a:pt x="1997464" y="1102918"/>
                  </a:lnTo>
                  <a:lnTo>
                    <a:pt x="1930882" y="1127230"/>
                  </a:lnTo>
                  <a:lnTo>
                    <a:pt x="1864300" y="1151666"/>
                  </a:lnTo>
                  <a:lnTo>
                    <a:pt x="1797717" y="1176217"/>
                  </a:lnTo>
                  <a:lnTo>
                    <a:pt x="1731135" y="1200877"/>
                  </a:lnTo>
                  <a:lnTo>
                    <a:pt x="1664553" y="1225638"/>
                  </a:lnTo>
                  <a:lnTo>
                    <a:pt x="1597971" y="1250490"/>
                  </a:lnTo>
                  <a:lnTo>
                    <a:pt x="1531389" y="1275427"/>
                  </a:lnTo>
                  <a:lnTo>
                    <a:pt x="1464807" y="1300439"/>
                  </a:lnTo>
                  <a:lnTo>
                    <a:pt x="1398225" y="1325522"/>
                  </a:lnTo>
                  <a:lnTo>
                    <a:pt x="1331642" y="1350666"/>
                  </a:lnTo>
                  <a:lnTo>
                    <a:pt x="1265060" y="1375867"/>
                  </a:lnTo>
                  <a:lnTo>
                    <a:pt x="1198478" y="1401118"/>
                  </a:lnTo>
                  <a:lnTo>
                    <a:pt x="1131896" y="1426415"/>
                  </a:lnTo>
                  <a:lnTo>
                    <a:pt x="1065314" y="1451754"/>
                  </a:lnTo>
                  <a:lnTo>
                    <a:pt x="998732" y="1477129"/>
                  </a:lnTo>
                  <a:lnTo>
                    <a:pt x="932150" y="1502538"/>
                  </a:lnTo>
                  <a:lnTo>
                    <a:pt x="865567" y="1527977"/>
                  </a:lnTo>
                  <a:lnTo>
                    <a:pt x="798985" y="1553443"/>
                  </a:lnTo>
                  <a:lnTo>
                    <a:pt x="732403" y="1578934"/>
                  </a:lnTo>
                  <a:lnTo>
                    <a:pt x="665821" y="1604448"/>
                  </a:lnTo>
                  <a:lnTo>
                    <a:pt x="599239" y="1629982"/>
                  </a:lnTo>
                  <a:lnTo>
                    <a:pt x="532657" y="1655535"/>
                  </a:lnTo>
                  <a:lnTo>
                    <a:pt x="466075" y="1681104"/>
                  </a:lnTo>
                  <a:lnTo>
                    <a:pt x="399492" y="1706690"/>
                  </a:lnTo>
                  <a:lnTo>
                    <a:pt x="332910" y="1732289"/>
                  </a:lnTo>
                  <a:lnTo>
                    <a:pt x="266328" y="1757902"/>
                  </a:lnTo>
                  <a:lnTo>
                    <a:pt x="199746" y="1783526"/>
                  </a:lnTo>
                  <a:lnTo>
                    <a:pt x="133164" y="1809162"/>
                  </a:lnTo>
                  <a:lnTo>
                    <a:pt x="66582" y="1834807"/>
                  </a:lnTo>
                  <a:lnTo>
                    <a:pt x="0" y="1860462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347" name="pl347"/>
            <p:cNvSpPr/>
            <p:nvPr/>
          </p:nvSpPr>
          <p:spPr>
            <a:xfrm>
              <a:off x="1985667" y="2921846"/>
              <a:ext cx="5259989" cy="1884802"/>
            </a:xfrm>
            <a:custGeom>
              <a:avLst/>
              <a:pathLst>
                <a:path w="5259989" h="1884802">
                  <a:moveTo>
                    <a:pt x="0" y="1884802"/>
                  </a:moveTo>
                  <a:lnTo>
                    <a:pt x="66582" y="1860944"/>
                  </a:lnTo>
                  <a:lnTo>
                    <a:pt x="133164" y="1837086"/>
                  </a:lnTo>
                  <a:lnTo>
                    <a:pt x="199746" y="1813227"/>
                  </a:lnTo>
                  <a:lnTo>
                    <a:pt x="266328" y="1789369"/>
                  </a:lnTo>
                  <a:lnTo>
                    <a:pt x="332910" y="1765511"/>
                  </a:lnTo>
                  <a:lnTo>
                    <a:pt x="399492" y="1741653"/>
                  </a:lnTo>
                  <a:lnTo>
                    <a:pt x="466075" y="1717794"/>
                  </a:lnTo>
                  <a:lnTo>
                    <a:pt x="532657" y="1693936"/>
                  </a:lnTo>
                  <a:lnTo>
                    <a:pt x="599239" y="1670078"/>
                  </a:lnTo>
                  <a:lnTo>
                    <a:pt x="665821" y="1646220"/>
                  </a:lnTo>
                  <a:lnTo>
                    <a:pt x="732403" y="1622361"/>
                  </a:lnTo>
                  <a:lnTo>
                    <a:pt x="798985" y="1598503"/>
                  </a:lnTo>
                  <a:lnTo>
                    <a:pt x="865567" y="1574645"/>
                  </a:lnTo>
                  <a:lnTo>
                    <a:pt x="932150" y="1550787"/>
                  </a:lnTo>
                  <a:lnTo>
                    <a:pt x="998732" y="1526928"/>
                  </a:lnTo>
                  <a:lnTo>
                    <a:pt x="1065314" y="1503070"/>
                  </a:lnTo>
                  <a:lnTo>
                    <a:pt x="1131896" y="1479212"/>
                  </a:lnTo>
                  <a:lnTo>
                    <a:pt x="1198478" y="1455354"/>
                  </a:lnTo>
                  <a:lnTo>
                    <a:pt x="1265060" y="1431495"/>
                  </a:lnTo>
                  <a:lnTo>
                    <a:pt x="1331642" y="1407637"/>
                  </a:lnTo>
                  <a:lnTo>
                    <a:pt x="1398225" y="1383779"/>
                  </a:lnTo>
                  <a:lnTo>
                    <a:pt x="1464807" y="1359920"/>
                  </a:lnTo>
                  <a:lnTo>
                    <a:pt x="1531389" y="1336062"/>
                  </a:lnTo>
                  <a:lnTo>
                    <a:pt x="1597971" y="1312204"/>
                  </a:lnTo>
                  <a:lnTo>
                    <a:pt x="1664553" y="1288346"/>
                  </a:lnTo>
                  <a:lnTo>
                    <a:pt x="1731135" y="1264487"/>
                  </a:lnTo>
                  <a:lnTo>
                    <a:pt x="1797717" y="1240629"/>
                  </a:lnTo>
                  <a:lnTo>
                    <a:pt x="1864300" y="1216771"/>
                  </a:lnTo>
                  <a:lnTo>
                    <a:pt x="1930882" y="1192913"/>
                  </a:lnTo>
                  <a:lnTo>
                    <a:pt x="1997464" y="1169054"/>
                  </a:lnTo>
                  <a:lnTo>
                    <a:pt x="2064046" y="1145196"/>
                  </a:lnTo>
                  <a:lnTo>
                    <a:pt x="2130628" y="1121338"/>
                  </a:lnTo>
                  <a:lnTo>
                    <a:pt x="2197210" y="1097480"/>
                  </a:lnTo>
                  <a:lnTo>
                    <a:pt x="2263792" y="1073621"/>
                  </a:lnTo>
                  <a:lnTo>
                    <a:pt x="2330375" y="1049763"/>
                  </a:lnTo>
                  <a:lnTo>
                    <a:pt x="2396957" y="1025905"/>
                  </a:lnTo>
                  <a:lnTo>
                    <a:pt x="2463539" y="1002047"/>
                  </a:lnTo>
                  <a:lnTo>
                    <a:pt x="2530121" y="978188"/>
                  </a:lnTo>
                  <a:lnTo>
                    <a:pt x="2596703" y="954330"/>
                  </a:lnTo>
                  <a:lnTo>
                    <a:pt x="2663285" y="930472"/>
                  </a:lnTo>
                  <a:lnTo>
                    <a:pt x="2729867" y="906613"/>
                  </a:lnTo>
                  <a:lnTo>
                    <a:pt x="2796450" y="882755"/>
                  </a:lnTo>
                  <a:lnTo>
                    <a:pt x="2863032" y="858897"/>
                  </a:lnTo>
                  <a:lnTo>
                    <a:pt x="2929614" y="835039"/>
                  </a:lnTo>
                  <a:lnTo>
                    <a:pt x="2996196" y="811180"/>
                  </a:lnTo>
                  <a:lnTo>
                    <a:pt x="3062778" y="787322"/>
                  </a:lnTo>
                  <a:lnTo>
                    <a:pt x="3129360" y="763464"/>
                  </a:lnTo>
                  <a:lnTo>
                    <a:pt x="3195942" y="739606"/>
                  </a:lnTo>
                  <a:lnTo>
                    <a:pt x="3262525" y="715747"/>
                  </a:lnTo>
                  <a:lnTo>
                    <a:pt x="3329107" y="691889"/>
                  </a:lnTo>
                  <a:lnTo>
                    <a:pt x="3395689" y="668031"/>
                  </a:lnTo>
                  <a:lnTo>
                    <a:pt x="3462271" y="644173"/>
                  </a:lnTo>
                  <a:lnTo>
                    <a:pt x="3528853" y="620314"/>
                  </a:lnTo>
                  <a:lnTo>
                    <a:pt x="3595435" y="596456"/>
                  </a:lnTo>
                  <a:lnTo>
                    <a:pt x="3662017" y="572598"/>
                  </a:lnTo>
                  <a:lnTo>
                    <a:pt x="3728600" y="548740"/>
                  </a:lnTo>
                  <a:lnTo>
                    <a:pt x="3795182" y="524881"/>
                  </a:lnTo>
                  <a:lnTo>
                    <a:pt x="3861764" y="501023"/>
                  </a:lnTo>
                  <a:lnTo>
                    <a:pt x="3928346" y="477165"/>
                  </a:lnTo>
                  <a:lnTo>
                    <a:pt x="3994928" y="453306"/>
                  </a:lnTo>
                  <a:lnTo>
                    <a:pt x="4061510" y="429448"/>
                  </a:lnTo>
                  <a:lnTo>
                    <a:pt x="4128092" y="405590"/>
                  </a:lnTo>
                  <a:lnTo>
                    <a:pt x="4194675" y="381732"/>
                  </a:lnTo>
                  <a:lnTo>
                    <a:pt x="4261257" y="357873"/>
                  </a:lnTo>
                  <a:lnTo>
                    <a:pt x="4327839" y="334015"/>
                  </a:lnTo>
                  <a:lnTo>
                    <a:pt x="4394421" y="310157"/>
                  </a:lnTo>
                  <a:lnTo>
                    <a:pt x="4461003" y="286299"/>
                  </a:lnTo>
                  <a:lnTo>
                    <a:pt x="4527585" y="262440"/>
                  </a:lnTo>
                  <a:lnTo>
                    <a:pt x="4594167" y="238582"/>
                  </a:lnTo>
                  <a:lnTo>
                    <a:pt x="4660750" y="214724"/>
                  </a:lnTo>
                  <a:lnTo>
                    <a:pt x="4727332" y="190866"/>
                  </a:lnTo>
                  <a:lnTo>
                    <a:pt x="4793914" y="167007"/>
                  </a:lnTo>
                  <a:lnTo>
                    <a:pt x="4860496" y="143149"/>
                  </a:lnTo>
                  <a:lnTo>
                    <a:pt x="4927078" y="119291"/>
                  </a:lnTo>
                  <a:lnTo>
                    <a:pt x="4993660" y="95433"/>
                  </a:lnTo>
                  <a:lnTo>
                    <a:pt x="5060243" y="71574"/>
                  </a:lnTo>
                  <a:lnTo>
                    <a:pt x="5126825" y="47716"/>
                  </a:lnTo>
                  <a:lnTo>
                    <a:pt x="5193407" y="23858"/>
                  </a:lnTo>
                  <a:lnTo>
                    <a:pt x="5259989" y="0"/>
                  </a:lnTo>
                </a:path>
              </a:pathLst>
            </a:custGeom>
            <a:ln w="27101" cap="flat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8" name="pg348"/>
            <p:cNvSpPr/>
            <p:nvPr/>
          </p:nvSpPr>
          <p:spPr>
            <a:xfrm>
              <a:off x="2456926" y="2616333"/>
              <a:ext cx="6094633" cy="2248395"/>
            </a:xfrm>
            <a:custGeom>
              <a:avLst/>
              <a:pathLst>
                <a:path w="6094633" h="2248395">
                  <a:moveTo>
                    <a:pt x="0" y="1991685"/>
                  </a:moveTo>
                  <a:lnTo>
                    <a:pt x="77147" y="1969897"/>
                  </a:lnTo>
                  <a:lnTo>
                    <a:pt x="154294" y="1948095"/>
                  </a:lnTo>
                  <a:lnTo>
                    <a:pt x="231441" y="1926278"/>
                  </a:lnTo>
                  <a:lnTo>
                    <a:pt x="308589" y="1904445"/>
                  </a:lnTo>
                  <a:lnTo>
                    <a:pt x="385736" y="1882595"/>
                  </a:lnTo>
                  <a:lnTo>
                    <a:pt x="462883" y="1860726"/>
                  </a:lnTo>
                  <a:lnTo>
                    <a:pt x="540030" y="1838836"/>
                  </a:lnTo>
                  <a:lnTo>
                    <a:pt x="617178" y="1816924"/>
                  </a:lnTo>
                  <a:lnTo>
                    <a:pt x="694325" y="1794988"/>
                  </a:lnTo>
                  <a:lnTo>
                    <a:pt x="771472" y="1773025"/>
                  </a:lnTo>
                  <a:lnTo>
                    <a:pt x="848619" y="1751034"/>
                  </a:lnTo>
                  <a:lnTo>
                    <a:pt x="925767" y="1729011"/>
                  </a:lnTo>
                  <a:lnTo>
                    <a:pt x="1002914" y="1706953"/>
                  </a:lnTo>
                  <a:lnTo>
                    <a:pt x="1080061" y="1684858"/>
                  </a:lnTo>
                  <a:lnTo>
                    <a:pt x="1157208" y="1662721"/>
                  </a:lnTo>
                  <a:lnTo>
                    <a:pt x="1234356" y="1640538"/>
                  </a:lnTo>
                  <a:lnTo>
                    <a:pt x="1311503" y="1618305"/>
                  </a:lnTo>
                  <a:lnTo>
                    <a:pt x="1388650" y="1596015"/>
                  </a:lnTo>
                  <a:lnTo>
                    <a:pt x="1465797" y="1573664"/>
                  </a:lnTo>
                  <a:lnTo>
                    <a:pt x="1542945" y="1551245"/>
                  </a:lnTo>
                  <a:lnTo>
                    <a:pt x="1620092" y="1528750"/>
                  </a:lnTo>
                  <a:lnTo>
                    <a:pt x="1697239" y="1506171"/>
                  </a:lnTo>
                  <a:lnTo>
                    <a:pt x="1774387" y="1483500"/>
                  </a:lnTo>
                  <a:lnTo>
                    <a:pt x="1851534" y="1460725"/>
                  </a:lnTo>
                  <a:lnTo>
                    <a:pt x="1928681" y="1437838"/>
                  </a:lnTo>
                  <a:lnTo>
                    <a:pt x="2005828" y="1414825"/>
                  </a:lnTo>
                  <a:lnTo>
                    <a:pt x="2082976" y="1391675"/>
                  </a:lnTo>
                  <a:lnTo>
                    <a:pt x="2160123" y="1368375"/>
                  </a:lnTo>
                  <a:lnTo>
                    <a:pt x="2237270" y="1344911"/>
                  </a:lnTo>
                  <a:lnTo>
                    <a:pt x="2314417" y="1321270"/>
                  </a:lnTo>
                  <a:lnTo>
                    <a:pt x="2391565" y="1297439"/>
                  </a:lnTo>
                  <a:lnTo>
                    <a:pt x="2468712" y="1273407"/>
                  </a:lnTo>
                  <a:lnTo>
                    <a:pt x="2545859" y="1249163"/>
                  </a:lnTo>
                  <a:lnTo>
                    <a:pt x="2623006" y="1224699"/>
                  </a:lnTo>
                  <a:lnTo>
                    <a:pt x="2700154" y="1200009"/>
                  </a:lnTo>
                  <a:lnTo>
                    <a:pt x="2777301" y="1175091"/>
                  </a:lnTo>
                  <a:lnTo>
                    <a:pt x="2854448" y="1149946"/>
                  </a:lnTo>
                  <a:lnTo>
                    <a:pt x="2931595" y="1124576"/>
                  </a:lnTo>
                  <a:lnTo>
                    <a:pt x="3008743" y="1098989"/>
                  </a:lnTo>
                  <a:lnTo>
                    <a:pt x="3085890" y="1073194"/>
                  </a:lnTo>
                  <a:lnTo>
                    <a:pt x="3163037" y="1047200"/>
                  </a:lnTo>
                  <a:lnTo>
                    <a:pt x="3240184" y="1021021"/>
                  </a:lnTo>
                  <a:lnTo>
                    <a:pt x="3317332" y="994670"/>
                  </a:lnTo>
                  <a:lnTo>
                    <a:pt x="3394479" y="968159"/>
                  </a:lnTo>
                  <a:lnTo>
                    <a:pt x="3471626" y="941503"/>
                  </a:lnTo>
                  <a:lnTo>
                    <a:pt x="3548774" y="914713"/>
                  </a:lnTo>
                  <a:lnTo>
                    <a:pt x="3625921" y="887802"/>
                  </a:lnTo>
                  <a:lnTo>
                    <a:pt x="3703068" y="860782"/>
                  </a:lnTo>
                  <a:lnTo>
                    <a:pt x="3780215" y="833662"/>
                  </a:lnTo>
                  <a:lnTo>
                    <a:pt x="3857363" y="806452"/>
                  </a:lnTo>
                  <a:lnTo>
                    <a:pt x="3934510" y="779162"/>
                  </a:lnTo>
                  <a:lnTo>
                    <a:pt x="4011657" y="751798"/>
                  </a:lnTo>
                  <a:lnTo>
                    <a:pt x="4088804" y="724369"/>
                  </a:lnTo>
                  <a:lnTo>
                    <a:pt x="4165952" y="696880"/>
                  </a:lnTo>
                  <a:lnTo>
                    <a:pt x="4243099" y="669336"/>
                  </a:lnTo>
                  <a:lnTo>
                    <a:pt x="4320246" y="641744"/>
                  </a:lnTo>
                  <a:lnTo>
                    <a:pt x="4397393" y="614108"/>
                  </a:lnTo>
                  <a:lnTo>
                    <a:pt x="4474541" y="586431"/>
                  </a:lnTo>
                  <a:lnTo>
                    <a:pt x="4551688" y="558717"/>
                  </a:lnTo>
                  <a:lnTo>
                    <a:pt x="4628835" y="530970"/>
                  </a:lnTo>
                  <a:lnTo>
                    <a:pt x="4705982" y="503192"/>
                  </a:lnTo>
                  <a:lnTo>
                    <a:pt x="4783130" y="475386"/>
                  </a:lnTo>
                  <a:lnTo>
                    <a:pt x="4860277" y="447555"/>
                  </a:lnTo>
                  <a:lnTo>
                    <a:pt x="4937424" y="419700"/>
                  </a:lnTo>
                  <a:lnTo>
                    <a:pt x="5014571" y="391824"/>
                  </a:lnTo>
                  <a:lnTo>
                    <a:pt x="5091719" y="363927"/>
                  </a:lnTo>
                  <a:lnTo>
                    <a:pt x="5168866" y="336012"/>
                  </a:lnTo>
                  <a:lnTo>
                    <a:pt x="5246013" y="308080"/>
                  </a:lnTo>
                  <a:lnTo>
                    <a:pt x="5323161" y="280133"/>
                  </a:lnTo>
                  <a:lnTo>
                    <a:pt x="5400308" y="252171"/>
                  </a:lnTo>
                  <a:lnTo>
                    <a:pt x="5477455" y="224195"/>
                  </a:lnTo>
                  <a:lnTo>
                    <a:pt x="5554602" y="196207"/>
                  </a:lnTo>
                  <a:lnTo>
                    <a:pt x="5631750" y="168206"/>
                  </a:lnTo>
                  <a:lnTo>
                    <a:pt x="5708897" y="140195"/>
                  </a:lnTo>
                  <a:lnTo>
                    <a:pt x="5786044" y="112174"/>
                  </a:lnTo>
                  <a:lnTo>
                    <a:pt x="5863191" y="84143"/>
                  </a:lnTo>
                  <a:lnTo>
                    <a:pt x="5940339" y="56104"/>
                  </a:lnTo>
                  <a:lnTo>
                    <a:pt x="6017486" y="28055"/>
                  </a:lnTo>
                  <a:lnTo>
                    <a:pt x="6094633" y="0"/>
                  </a:lnTo>
                  <a:lnTo>
                    <a:pt x="6094633" y="309099"/>
                  </a:lnTo>
                  <a:lnTo>
                    <a:pt x="6017486" y="330803"/>
                  </a:lnTo>
                  <a:lnTo>
                    <a:pt x="5940339" y="352514"/>
                  </a:lnTo>
                  <a:lnTo>
                    <a:pt x="5863191" y="374233"/>
                  </a:lnTo>
                  <a:lnTo>
                    <a:pt x="5786044" y="395962"/>
                  </a:lnTo>
                  <a:lnTo>
                    <a:pt x="5708897" y="417700"/>
                  </a:lnTo>
                  <a:lnTo>
                    <a:pt x="5631750" y="439448"/>
                  </a:lnTo>
                  <a:lnTo>
                    <a:pt x="5554602" y="461207"/>
                  </a:lnTo>
                  <a:lnTo>
                    <a:pt x="5477455" y="482978"/>
                  </a:lnTo>
                  <a:lnTo>
                    <a:pt x="5400308" y="504762"/>
                  </a:lnTo>
                  <a:lnTo>
                    <a:pt x="5323161" y="526559"/>
                  </a:lnTo>
                  <a:lnTo>
                    <a:pt x="5246013" y="548370"/>
                  </a:lnTo>
                  <a:lnTo>
                    <a:pt x="5168866" y="570198"/>
                  </a:lnTo>
                  <a:lnTo>
                    <a:pt x="5091719" y="592042"/>
                  </a:lnTo>
                  <a:lnTo>
                    <a:pt x="5014571" y="613905"/>
                  </a:lnTo>
                  <a:lnTo>
                    <a:pt x="4937424" y="635788"/>
                  </a:lnTo>
                  <a:lnTo>
                    <a:pt x="4860277" y="657692"/>
                  </a:lnTo>
                  <a:lnTo>
                    <a:pt x="4783130" y="679620"/>
                  </a:lnTo>
                  <a:lnTo>
                    <a:pt x="4705982" y="701573"/>
                  </a:lnTo>
                  <a:lnTo>
                    <a:pt x="4628835" y="723555"/>
                  </a:lnTo>
                  <a:lnTo>
                    <a:pt x="4551688" y="745567"/>
                  </a:lnTo>
                  <a:lnTo>
                    <a:pt x="4474541" y="767613"/>
                  </a:lnTo>
                  <a:lnTo>
                    <a:pt x="4397393" y="789695"/>
                  </a:lnTo>
                  <a:lnTo>
                    <a:pt x="4320246" y="811817"/>
                  </a:lnTo>
                  <a:lnTo>
                    <a:pt x="4243099" y="833985"/>
                  </a:lnTo>
                  <a:lnTo>
                    <a:pt x="4165952" y="856201"/>
                  </a:lnTo>
                  <a:lnTo>
                    <a:pt x="4088804" y="878471"/>
                  </a:lnTo>
                  <a:lnTo>
                    <a:pt x="4011657" y="900800"/>
                  </a:lnTo>
                  <a:lnTo>
                    <a:pt x="3934510" y="923196"/>
                  </a:lnTo>
                  <a:lnTo>
                    <a:pt x="3857363" y="945665"/>
                  </a:lnTo>
                  <a:lnTo>
                    <a:pt x="3780215" y="968215"/>
                  </a:lnTo>
                  <a:lnTo>
                    <a:pt x="3703068" y="990854"/>
                  </a:lnTo>
                  <a:lnTo>
                    <a:pt x="3625921" y="1013593"/>
                  </a:lnTo>
                  <a:lnTo>
                    <a:pt x="3548774" y="1036441"/>
                  </a:lnTo>
                  <a:lnTo>
                    <a:pt x="3471626" y="1059411"/>
                  </a:lnTo>
                  <a:lnTo>
                    <a:pt x="3394479" y="1082513"/>
                  </a:lnTo>
                  <a:lnTo>
                    <a:pt x="3317332" y="1105762"/>
                  </a:lnTo>
                  <a:lnTo>
                    <a:pt x="3240184" y="1129170"/>
                  </a:lnTo>
                  <a:lnTo>
                    <a:pt x="3163037" y="1152750"/>
                  </a:lnTo>
                  <a:lnTo>
                    <a:pt x="3085890" y="1176516"/>
                  </a:lnTo>
                  <a:lnTo>
                    <a:pt x="3008743" y="1200480"/>
                  </a:lnTo>
                  <a:lnTo>
                    <a:pt x="2931595" y="1224652"/>
                  </a:lnTo>
                  <a:lnTo>
                    <a:pt x="2854448" y="1249042"/>
                  </a:lnTo>
                  <a:lnTo>
                    <a:pt x="2777301" y="1273655"/>
                  </a:lnTo>
                  <a:lnTo>
                    <a:pt x="2700154" y="1298497"/>
                  </a:lnTo>
                  <a:lnTo>
                    <a:pt x="2623006" y="1323566"/>
                  </a:lnTo>
                  <a:lnTo>
                    <a:pt x="2545859" y="1348862"/>
                  </a:lnTo>
                  <a:lnTo>
                    <a:pt x="2468712" y="1374377"/>
                  </a:lnTo>
                  <a:lnTo>
                    <a:pt x="2391565" y="1400104"/>
                  </a:lnTo>
                  <a:lnTo>
                    <a:pt x="2314417" y="1426032"/>
                  </a:lnTo>
                  <a:lnTo>
                    <a:pt x="2237270" y="1452151"/>
                  </a:lnTo>
                  <a:lnTo>
                    <a:pt x="2160123" y="1478446"/>
                  </a:lnTo>
                  <a:lnTo>
                    <a:pt x="2082976" y="1504905"/>
                  </a:lnTo>
                  <a:lnTo>
                    <a:pt x="2005828" y="1531514"/>
                  </a:lnTo>
                  <a:lnTo>
                    <a:pt x="1928681" y="1558261"/>
                  </a:lnTo>
                  <a:lnTo>
                    <a:pt x="1851534" y="1585132"/>
                  </a:lnTo>
                  <a:lnTo>
                    <a:pt x="1774387" y="1612117"/>
                  </a:lnTo>
                  <a:lnTo>
                    <a:pt x="1697239" y="1639205"/>
                  </a:lnTo>
                  <a:lnTo>
                    <a:pt x="1620092" y="1666386"/>
                  </a:lnTo>
                  <a:lnTo>
                    <a:pt x="1542945" y="1693650"/>
                  </a:lnTo>
                  <a:lnTo>
                    <a:pt x="1465797" y="1720990"/>
                  </a:lnTo>
                  <a:lnTo>
                    <a:pt x="1388650" y="1748398"/>
                  </a:lnTo>
                  <a:lnTo>
                    <a:pt x="1311503" y="1775868"/>
                  </a:lnTo>
                  <a:lnTo>
                    <a:pt x="1234356" y="1803394"/>
                  </a:lnTo>
                  <a:lnTo>
                    <a:pt x="1157208" y="1830970"/>
                  </a:lnTo>
                  <a:lnTo>
                    <a:pt x="1080061" y="1858592"/>
                  </a:lnTo>
                  <a:lnTo>
                    <a:pt x="1002914" y="1886256"/>
                  </a:lnTo>
                  <a:lnTo>
                    <a:pt x="925767" y="1913958"/>
                  </a:lnTo>
                  <a:lnTo>
                    <a:pt x="848619" y="1941694"/>
                  </a:lnTo>
                  <a:lnTo>
                    <a:pt x="771472" y="1969462"/>
                  </a:lnTo>
                  <a:lnTo>
                    <a:pt x="694325" y="1997259"/>
                  </a:lnTo>
                  <a:lnTo>
                    <a:pt x="617178" y="2025082"/>
                  </a:lnTo>
                  <a:lnTo>
                    <a:pt x="540030" y="2052929"/>
                  </a:lnTo>
                  <a:lnTo>
                    <a:pt x="462883" y="2080799"/>
                  </a:lnTo>
                  <a:lnTo>
                    <a:pt x="385736" y="2108688"/>
                  </a:lnTo>
                  <a:lnTo>
                    <a:pt x="308589" y="2136597"/>
                  </a:lnTo>
                  <a:lnTo>
                    <a:pt x="231441" y="2164524"/>
                  </a:lnTo>
                  <a:lnTo>
                    <a:pt x="154294" y="2192466"/>
                  </a:lnTo>
                  <a:lnTo>
                    <a:pt x="77147" y="2220424"/>
                  </a:lnTo>
                  <a:lnTo>
                    <a:pt x="0" y="2248395"/>
                  </a:lnTo>
                  <a:close/>
                </a:path>
              </a:pathLst>
            </a:custGeom>
            <a:solidFill>
              <a:srgbClr val="E31A1C">
                <a:alpha val="14901"/>
              </a:srgbClr>
            </a:solidFill>
          </p:spPr>
          <p:txBody>
            <a:bodyPr/>
            <a:lstStyle/>
            <a:p/>
          </p:txBody>
        </p:sp>
        <p:sp>
          <p:nvSpPr>
            <p:cNvPr id="349" name="pl349"/>
            <p:cNvSpPr/>
            <p:nvPr/>
          </p:nvSpPr>
          <p:spPr>
            <a:xfrm>
              <a:off x="2456926" y="2616333"/>
              <a:ext cx="6094633" cy="1991685"/>
            </a:xfrm>
            <a:custGeom>
              <a:avLst/>
              <a:pathLst>
                <a:path w="6094633" h="1991685">
                  <a:moveTo>
                    <a:pt x="0" y="1991685"/>
                  </a:moveTo>
                  <a:lnTo>
                    <a:pt x="77147" y="1969897"/>
                  </a:lnTo>
                  <a:lnTo>
                    <a:pt x="154294" y="1948095"/>
                  </a:lnTo>
                  <a:lnTo>
                    <a:pt x="231441" y="1926278"/>
                  </a:lnTo>
                  <a:lnTo>
                    <a:pt x="308589" y="1904445"/>
                  </a:lnTo>
                  <a:lnTo>
                    <a:pt x="385736" y="1882595"/>
                  </a:lnTo>
                  <a:lnTo>
                    <a:pt x="462883" y="1860726"/>
                  </a:lnTo>
                  <a:lnTo>
                    <a:pt x="540030" y="1838836"/>
                  </a:lnTo>
                  <a:lnTo>
                    <a:pt x="617178" y="1816924"/>
                  </a:lnTo>
                  <a:lnTo>
                    <a:pt x="694325" y="1794988"/>
                  </a:lnTo>
                  <a:lnTo>
                    <a:pt x="771472" y="1773025"/>
                  </a:lnTo>
                  <a:lnTo>
                    <a:pt x="848619" y="1751034"/>
                  </a:lnTo>
                  <a:lnTo>
                    <a:pt x="925767" y="1729011"/>
                  </a:lnTo>
                  <a:lnTo>
                    <a:pt x="1002914" y="1706953"/>
                  </a:lnTo>
                  <a:lnTo>
                    <a:pt x="1080061" y="1684858"/>
                  </a:lnTo>
                  <a:lnTo>
                    <a:pt x="1157208" y="1662721"/>
                  </a:lnTo>
                  <a:lnTo>
                    <a:pt x="1234356" y="1640538"/>
                  </a:lnTo>
                  <a:lnTo>
                    <a:pt x="1311503" y="1618305"/>
                  </a:lnTo>
                  <a:lnTo>
                    <a:pt x="1388650" y="1596015"/>
                  </a:lnTo>
                  <a:lnTo>
                    <a:pt x="1465797" y="1573664"/>
                  </a:lnTo>
                  <a:lnTo>
                    <a:pt x="1542945" y="1551245"/>
                  </a:lnTo>
                  <a:lnTo>
                    <a:pt x="1620092" y="1528750"/>
                  </a:lnTo>
                  <a:lnTo>
                    <a:pt x="1697239" y="1506171"/>
                  </a:lnTo>
                  <a:lnTo>
                    <a:pt x="1774387" y="1483500"/>
                  </a:lnTo>
                  <a:lnTo>
                    <a:pt x="1851534" y="1460725"/>
                  </a:lnTo>
                  <a:lnTo>
                    <a:pt x="1928681" y="1437838"/>
                  </a:lnTo>
                  <a:lnTo>
                    <a:pt x="2005828" y="1414825"/>
                  </a:lnTo>
                  <a:lnTo>
                    <a:pt x="2082976" y="1391675"/>
                  </a:lnTo>
                  <a:lnTo>
                    <a:pt x="2160123" y="1368375"/>
                  </a:lnTo>
                  <a:lnTo>
                    <a:pt x="2237270" y="1344911"/>
                  </a:lnTo>
                  <a:lnTo>
                    <a:pt x="2314417" y="1321270"/>
                  </a:lnTo>
                  <a:lnTo>
                    <a:pt x="2391565" y="1297439"/>
                  </a:lnTo>
                  <a:lnTo>
                    <a:pt x="2468712" y="1273407"/>
                  </a:lnTo>
                  <a:lnTo>
                    <a:pt x="2545859" y="1249163"/>
                  </a:lnTo>
                  <a:lnTo>
                    <a:pt x="2623006" y="1224699"/>
                  </a:lnTo>
                  <a:lnTo>
                    <a:pt x="2700154" y="1200009"/>
                  </a:lnTo>
                  <a:lnTo>
                    <a:pt x="2777301" y="1175091"/>
                  </a:lnTo>
                  <a:lnTo>
                    <a:pt x="2854448" y="1149946"/>
                  </a:lnTo>
                  <a:lnTo>
                    <a:pt x="2931595" y="1124576"/>
                  </a:lnTo>
                  <a:lnTo>
                    <a:pt x="3008743" y="1098989"/>
                  </a:lnTo>
                  <a:lnTo>
                    <a:pt x="3085890" y="1073194"/>
                  </a:lnTo>
                  <a:lnTo>
                    <a:pt x="3163037" y="1047200"/>
                  </a:lnTo>
                  <a:lnTo>
                    <a:pt x="3240184" y="1021021"/>
                  </a:lnTo>
                  <a:lnTo>
                    <a:pt x="3317332" y="994670"/>
                  </a:lnTo>
                  <a:lnTo>
                    <a:pt x="3394479" y="968159"/>
                  </a:lnTo>
                  <a:lnTo>
                    <a:pt x="3471626" y="941503"/>
                  </a:lnTo>
                  <a:lnTo>
                    <a:pt x="3548774" y="914713"/>
                  </a:lnTo>
                  <a:lnTo>
                    <a:pt x="3625921" y="887802"/>
                  </a:lnTo>
                  <a:lnTo>
                    <a:pt x="3703068" y="860782"/>
                  </a:lnTo>
                  <a:lnTo>
                    <a:pt x="3780215" y="833662"/>
                  </a:lnTo>
                  <a:lnTo>
                    <a:pt x="3857363" y="806452"/>
                  </a:lnTo>
                  <a:lnTo>
                    <a:pt x="3934510" y="779162"/>
                  </a:lnTo>
                  <a:lnTo>
                    <a:pt x="4011657" y="751798"/>
                  </a:lnTo>
                  <a:lnTo>
                    <a:pt x="4088804" y="724369"/>
                  </a:lnTo>
                  <a:lnTo>
                    <a:pt x="4165952" y="696880"/>
                  </a:lnTo>
                  <a:lnTo>
                    <a:pt x="4243099" y="669336"/>
                  </a:lnTo>
                  <a:lnTo>
                    <a:pt x="4320246" y="641744"/>
                  </a:lnTo>
                  <a:lnTo>
                    <a:pt x="4397393" y="614108"/>
                  </a:lnTo>
                  <a:lnTo>
                    <a:pt x="4474541" y="586431"/>
                  </a:lnTo>
                  <a:lnTo>
                    <a:pt x="4551688" y="558717"/>
                  </a:lnTo>
                  <a:lnTo>
                    <a:pt x="4628835" y="530970"/>
                  </a:lnTo>
                  <a:lnTo>
                    <a:pt x="4705982" y="503192"/>
                  </a:lnTo>
                  <a:lnTo>
                    <a:pt x="4783130" y="475386"/>
                  </a:lnTo>
                  <a:lnTo>
                    <a:pt x="4860277" y="447555"/>
                  </a:lnTo>
                  <a:lnTo>
                    <a:pt x="4937424" y="419700"/>
                  </a:lnTo>
                  <a:lnTo>
                    <a:pt x="5014571" y="391824"/>
                  </a:lnTo>
                  <a:lnTo>
                    <a:pt x="5091719" y="363927"/>
                  </a:lnTo>
                  <a:lnTo>
                    <a:pt x="5168866" y="336012"/>
                  </a:lnTo>
                  <a:lnTo>
                    <a:pt x="5246013" y="308080"/>
                  </a:lnTo>
                  <a:lnTo>
                    <a:pt x="5323161" y="280133"/>
                  </a:lnTo>
                  <a:lnTo>
                    <a:pt x="5400308" y="252171"/>
                  </a:lnTo>
                  <a:lnTo>
                    <a:pt x="5477455" y="224195"/>
                  </a:lnTo>
                  <a:lnTo>
                    <a:pt x="5554602" y="196207"/>
                  </a:lnTo>
                  <a:lnTo>
                    <a:pt x="5631750" y="168206"/>
                  </a:lnTo>
                  <a:lnTo>
                    <a:pt x="5708897" y="140195"/>
                  </a:lnTo>
                  <a:lnTo>
                    <a:pt x="5786044" y="112174"/>
                  </a:lnTo>
                  <a:lnTo>
                    <a:pt x="5863191" y="84143"/>
                  </a:lnTo>
                  <a:lnTo>
                    <a:pt x="5940339" y="56104"/>
                  </a:lnTo>
                  <a:lnTo>
                    <a:pt x="6017486" y="28055"/>
                  </a:lnTo>
                  <a:lnTo>
                    <a:pt x="6094633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350" name="pl350"/>
            <p:cNvSpPr/>
            <p:nvPr/>
          </p:nvSpPr>
          <p:spPr>
            <a:xfrm>
              <a:off x="2456926" y="2925433"/>
              <a:ext cx="6094633" cy="1939295"/>
            </a:xfrm>
            <a:custGeom>
              <a:avLst/>
              <a:pathLst>
                <a:path w="6094633" h="1939295">
                  <a:moveTo>
                    <a:pt x="6094633" y="0"/>
                  </a:moveTo>
                  <a:lnTo>
                    <a:pt x="6017486" y="21703"/>
                  </a:lnTo>
                  <a:lnTo>
                    <a:pt x="5940339" y="43414"/>
                  </a:lnTo>
                  <a:lnTo>
                    <a:pt x="5863191" y="65133"/>
                  </a:lnTo>
                  <a:lnTo>
                    <a:pt x="5786044" y="86862"/>
                  </a:lnTo>
                  <a:lnTo>
                    <a:pt x="5708897" y="108600"/>
                  </a:lnTo>
                  <a:lnTo>
                    <a:pt x="5631750" y="130348"/>
                  </a:lnTo>
                  <a:lnTo>
                    <a:pt x="5554602" y="152107"/>
                  </a:lnTo>
                  <a:lnTo>
                    <a:pt x="5477455" y="173878"/>
                  </a:lnTo>
                  <a:lnTo>
                    <a:pt x="5400308" y="195662"/>
                  </a:lnTo>
                  <a:lnTo>
                    <a:pt x="5323161" y="217459"/>
                  </a:lnTo>
                  <a:lnTo>
                    <a:pt x="5246013" y="239270"/>
                  </a:lnTo>
                  <a:lnTo>
                    <a:pt x="5168866" y="261098"/>
                  </a:lnTo>
                  <a:lnTo>
                    <a:pt x="5091719" y="282942"/>
                  </a:lnTo>
                  <a:lnTo>
                    <a:pt x="5014571" y="304805"/>
                  </a:lnTo>
                  <a:lnTo>
                    <a:pt x="4937424" y="326688"/>
                  </a:lnTo>
                  <a:lnTo>
                    <a:pt x="4860277" y="348592"/>
                  </a:lnTo>
                  <a:lnTo>
                    <a:pt x="4783130" y="370520"/>
                  </a:lnTo>
                  <a:lnTo>
                    <a:pt x="4705982" y="392473"/>
                  </a:lnTo>
                  <a:lnTo>
                    <a:pt x="4628835" y="414455"/>
                  </a:lnTo>
                  <a:lnTo>
                    <a:pt x="4551688" y="436467"/>
                  </a:lnTo>
                  <a:lnTo>
                    <a:pt x="4474541" y="458513"/>
                  </a:lnTo>
                  <a:lnTo>
                    <a:pt x="4397393" y="480595"/>
                  </a:lnTo>
                  <a:lnTo>
                    <a:pt x="4320246" y="502718"/>
                  </a:lnTo>
                  <a:lnTo>
                    <a:pt x="4243099" y="524885"/>
                  </a:lnTo>
                  <a:lnTo>
                    <a:pt x="4165952" y="547101"/>
                  </a:lnTo>
                  <a:lnTo>
                    <a:pt x="4088804" y="569371"/>
                  </a:lnTo>
                  <a:lnTo>
                    <a:pt x="4011657" y="591700"/>
                  </a:lnTo>
                  <a:lnTo>
                    <a:pt x="3934510" y="614096"/>
                  </a:lnTo>
                  <a:lnTo>
                    <a:pt x="3857363" y="636565"/>
                  </a:lnTo>
                  <a:lnTo>
                    <a:pt x="3780215" y="659115"/>
                  </a:lnTo>
                  <a:lnTo>
                    <a:pt x="3703068" y="681754"/>
                  </a:lnTo>
                  <a:lnTo>
                    <a:pt x="3625921" y="704493"/>
                  </a:lnTo>
                  <a:lnTo>
                    <a:pt x="3548774" y="727341"/>
                  </a:lnTo>
                  <a:lnTo>
                    <a:pt x="3471626" y="750311"/>
                  </a:lnTo>
                  <a:lnTo>
                    <a:pt x="3394479" y="773413"/>
                  </a:lnTo>
                  <a:lnTo>
                    <a:pt x="3317332" y="796662"/>
                  </a:lnTo>
                  <a:lnTo>
                    <a:pt x="3240184" y="820070"/>
                  </a:lnTo>
                  <a:lnTo>
                    <a:pt x="3163037" y="843650"/>
                  </a:lnTo>
                  <a:lnTo>
                    <a:pt x="3085890" y="867416"/>
                  </a:lnTo>
                  <a:lnTo>
                    <a:pt x="3008743" y="891380"/>
                  </a:lnTo>
                  <a:lnTo>
                    <a:pt x="2931595" y="915552"/>
                  </a:lnTo>
                  <a:lnTo>
                    <a:pt x="2854448" y="939942"/>
                  </a:lnTo>
                  <a:lnTo>
                    <a:pt x="2777301" y="964555"/>
                  </a:lnTo>
                  <a:lnTo>
                    <a:pt x="2700154" y="989397"/>
                  </a:lnTo>
                  <a:lnTo>
                    <a:pt x="2623006" y="1014466"/>
                  </a:lnTo>
                  <a:lnTo>
                    <a:pt x="2545859" y="1039762"/>
                  </a:lnTo>
                  <a:lnTo>
                    <a:pt x="2468712" y="1065277"/>
                  </a:lnTo>
                  <a:lnTo>
                    <a:pt x="2391565" y="1091004"/>
                  </a:lnTo>
                  <a:lnTo>
                    <a:pt x="2314417" y="1116932"/>
                  </a:lnTo>
                  <a:lnTo>
                    <a:pt x="2237270" y="1143051"/>
                  </a:lnTo>
                  <a:lnTo>
                    <a:pt x="2160123" y="1169346"/>
                  </a:lnTo>
                  <a:lnTo>
                    <a:pt x="2082976" y="1195805"/>
                  </a:lnTo>
                  <a:lnTo>
                    <a:pt x="2005828" y="1222414"/>
                  </a:lnTo>
                  <a:lnTo>
                    <a:pt x="1928681" y="1249161"/>
                  </a:lnTo>
                  <a:lnTo>
                    <a:pt x="1851534" y="1276032"/>
                  </a:lnTo>
                  <a:lnTo>
                    <a:pt x="1774387" y="1303017"/>
                  </a:lnTo>
                  <a:lnTo>
                    <a:pt x="1697239" y="1330105"/>
                  </a:lnTo>
                  <a:lnTo>
                    <a:pt x="1620092" y="1357286"/>
                  </a:lnTo>
                  <a:lnTo>
                    <a:pt x="1542945" y="1384550"/>
                  </a:lnTo>
                  <a:lnTo>
                    <a:pt x="1465797" y="1411890"/>
                  </a:lnTo>
                  <a:lnTo>
                    <a:pt x="1388650" y="1439298"/>
                  </a:lnTo>
                  <a:lnTo>
                    <a:pt x="1311503" y="1466768"/>
                  </a:lnTo>
                  <a:lnTo>
                    <a:pt x="1234356" y="1494294"/>
                  </a:lnTo>
                  <a:lnTo>
                    <a:pt x="1157208" y="1521870"/>
                  </a:lnTo>
                  <a:lnTo>
                    <a:pt x="1080061" y="1549492"/>
                  </a:lnTo>
                  <a:lnTo>
                    <a:pt x="1002914" y="1577156"/>
                  </a:lnTo>
                  <a:lnTo>
                    <a:pt x="925767" y="1604858"/>
                  </a:lnTo>
                  <a:lnTo>
                    <a:pt x="848619" y="1632594"/>
                  </a:lnTo>
                  <a:lnTo>
                    <a:pt x="771472" y="1660362"/>
                  </a:lnTo>
                  <a:lnTo>
                    <a:pt x="694325" y="1688159"/>
                  </a:lnTo>
                  <a:lnTo>
                    <a:pt x="617178" y="1715982"/>
                  </a:lnTo>
                  <a:lnTo>
                    <a:pt x="540030" y="1743829"/>
                  </a:lnTo>
                  <a:lnTo>
                    <a:pt x="462883" y="1771699"/>
                  </a:lnTo>
                  <a:lnTo>
                    <a:pt x="385736" y="1799589"/>
                  </a:lnTo>
                  <a:lnTo>
                    <a:pt x="308589" y="1827497"/>
                  </a:lnTo>
                  <a:lnTo>
                    <a:pt x="231441" y="1855424"/>
                  </a:lnTo>
                  <a:lnTo>
                    <a:pt x="154294" y="1883366"/>
                  </a:lnTo>
                  <a:lnTo>
                    <a:pt x="77147" y="1911324"/>
                  </a:lnTo>
                  <a:lnTo>
                    <a:pt x="0" y="1939295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351" name="pl351"/>
            <p:cNvSpPr/>
            <p:nvPr/>
          </p:nvSpPr>
          <p:spPr>
            <a:xfrm>
              <a:off x="2456926" y="2770883"/>
              <a:ext cx="6094633" cy="1965490"/>
            </a:xfrm>
            <a:custGeom>
              <a:avLst/>
              <a:pathLst>
                <a:path w="6094633" h="1965490">
                  <a:moveTo>
                    <a:pt x="0" y="1965490"/>
                  </a:moveTo>
                  <a:lnTo>
                    <a:pt x="77147" y="1940610"/>
                  </a:lnTo>
                  <a:lnTo>
                    <a:pt x="154294" y="1915731"/>
                  </a:lnTo>
                  <a:lnTo>
                    <a:pt x="231441" y="1890851"/>
                  </a:lnTo>
                  <a:lnTo>
                    <a:pt x="308589" y="1865971"/>
                  </a:lnTo>
                  <a:lnTo>
                    <a:pt x="385736" y="1841092"/>
                  </a:lnTo>
                  <a:lnTo>
                    <a:pt x="462883" y="1816212"/>
                  </a:lnTo>
                  <a:lnTo>
                    <a:pt x="540030" y="1791333"/>
                  </a:lnTo>
                  <a:lnTo>
                    <a:pt x="617178" y="1766453"/>
                  </a:lnTo>
                  <a:lnTo>
                    <a:pt x="694325" y="1741573"/>
                  </a:lnTo>
                  <a:lnTo>
                    <a:pt x="771472" y="1716694"/>
                  </a:lnTo>
                  <a:lnTo>
                    <a:pt x="848619" y="1691814"/>
                  </a:lnTo>
                  <a:lnTo>
                    <a:pt x="925767" y="1666934"/>
                  </a:lnTo>
                  <a:lnTo>
                    <a:pt x="1002914" y="1642055"/>
                  </a:lnTo>
                  <a:lnTo>
                    <a:pt x="1080061" y="1617175"/>
                  </a:lnTo>
                  <a:lnTo>
                    <a:pt x="1157208" y="1592296"/>
                  </a:lnTo>
                  <a:lnTo>
                    <a:pt x="1234356" y="1567416"/>
                  </a:lnTo>
                  <a:lnTo>
                    <a:pt x="1311503" y="1542536"/>
                  </a:lnTo>
                  <a:lnTo>
                    <a:pt x="1388650" y="1517657"/>
                  </a:lnTo>
                  <a:lnTo>
                    <a:pt x="1465797" y="1492777"/>
                  </a:lnTo>
                  <a:lnTo>
                    <a:pt x="1542945" y="1467897"/>
                  </a:lnTo>
                  <a:lnTo>
                    <a:pt x="1620092" y="1443018"/>
                  </a:lnTo>
                  <a:lnTo>
                    <a:pt x="1697239" y="1418138"/>
                  </a:lnTo>
                  <a:lnTo>
                    <a:pt x="1774387" y="1393259"/>
                  </a:lnTo>
                  <a:lnTo>
                    <a:pt x="1851534" y="1368379"/>
                  </a:lnTo>
                  <a:lnTo>
                    <a:pt x="1928681" y="1343499"/>
                  </a:lnTo>
                  <a:lnTo>
                    <a:pt x="2005828" y="1318620"/>
                  </a:lnTo>
                  <a:lnTo>
                    <a:pt x="2082976" y="1293740"/>
                  </a:lnTo>
                  <a:lnTo>
                    <a:pt x="2160123" y="1268860"/>
                  </a:lnTo>
                  <a:lnTo>
                    <a:pt x="2237270" y="1243981"/>
                  </a:lnTo>
                  <a:lnTo>
                    <a:pt x="2314417" y="1219101"/>
                  </a:lnTo>
                  <a:lnTo>
                    <a:pt x="2391565" y="1194222"/>
                  </a:lnTo>
                  <a:lnTo>
                    <a:pt x="2468712" y="1169342"/>
                  </a:lnTo>
                  <a:lnTo>
                    <a:pt x="2545859" y="1144462"/>
                  </a:lnTo>
                  <a:lnTo>
                    <a:pt x="2623006" y="1119583"/>
                  </a:lnTo>
                  <a:lnTo>
                    <a:pt x="2700154" y="1094703"/>
                  </a:lnTo>
                  <a:lnTo>
                    <a:pt x="2777301" y="1069823"/>
                  </a:lnTo>
                  <a:lnTo>
                    <a:pt x="2854448" y="1044944"/>
                  </a:lnTo>
                  <a:lnTo>
                    <a:pt x="2931595" y="1020064"/>
                  </a:lnTo>
                  <a:lnTo>
                    <a:pt x="3008743" y="995185"/>
                  </a:lnTo>
                  <a:lnTo>
                    <a:pt x="3085890" y="970305"/>
                  </a:lnTo>
                  <a:lnTo>
                    <a:pt x="3163037" y="945425"/>
                  </a:lnTo>
                  <a:lnTo>
                    <a:pt x="3240184" y="920546"/>
                  </a:lnTo>
                  <a:lnTo>
                    <a:pt x="3317332" y="895666"/>
                  </a:lnTo>
                  <a:lnTo>
                    <a:pt x="3394479" y="870786"/>
                  </a:lnTo>
                  <a:lnTo>
                    <a:pt x="3471626" y="845907"/>
                  </a:lnTo>
                  <a:lnTo>
                    <a:pt x="3548774" y="821027"/>
                  </a:lnTo>
                  <a:lnTo>
                    <a:pt x="3625921" y="796148"/>
                  </a:lnTo>
                  <a:lnTo>
                    <a:pt x="3703068" y="771268"/>
                  </a:lnTo>
                  <a:lnTo>
                    <a:pt x="3780215" y="746388"/>
                  </a:lnTo>
                  <a:lnTo>
                    <a:pt x="3857363" y="721509"/>
                  </a:lnTo>
                  <a:lnTo>
                    <a:pt x="3934510" y="696629"/>
                  </a:lnTo>
                  <a:lnTo>
                    <a:pt x="4011657" y="671749"/>
                  </a:lnTo>
                  <a:lnTo>
                    <a:pt x="4088804" y="646870"/>
                  </a:lnTo>
                  <a:lnTo>
                    <a:pt x="4165952" y="621990"/>
                  </a:lnTo>
                  <a:lnTo>
                    <a:pt x="4243099" y="597111"/>
                  </a:lnTo>
                  <a:lnTo>
                    <a:pt x="4320246" y="572231"/>
                  </a:lnTo>
                  <a:lnTo>
                    <a:pt x="4397393" y="547351"/>
                  </a:lnTo>
                  <a:lnTo>
                    <a:pt x="4474541" y="522472"/>
                  </a:lnTo>
                  <a:lnTo>
                    <a:pt x="4551688" y="497592"/>
                  </a:lnTo>
                  <a:lnTo>
                    <a:pt x="4628835" y="472712"/>
                  </a:lnTo>
                  <a:lnTo>
                    <a:pt x="4705982" y="447833"/>
                  </a:lnTo>
                  <a:lnTo>
                    <a:pt x="4783130" y="422953"/>
                  </a:lnTo>
                  <a:lnTo>
                    <a:pt x="4860277" y="398074"/>
                  </a:lnTo>
                  <a:lnTo>
                    <a:pt x="4937424" y="373194"/>
                  </a:lnTo>
                  <a:lnTo>
                    <a:pt x="5014571" y="348314"/>
                  </a:lnTo>
                  <a:lnTo>
                    <a:pt x="5091719" y="323435"/>
                  </a:lnTo>
                  <a:lnTo>
                    <a:pt x="5168866" y="298555"/>
                  </a:lnTo>
                  <a:lnTo>
                    <a:pt x="5246013" y="273675"/>
                  </a:lnTo>
                  <a:lnTo>
                    <a:pt x="5323161" y="248796"/>
                  </a:lnTo>
                  <a:lnTo>
                    <a:pt x="5400308" y="223916"/>
                  </a:lnTo>
                  <a:lnTo>
                    <a:pt x="5477455" y="199037"/>
                  </a:lnTo>
                  <a:lnTo>
                    <a:pt x="5554602" y="174157"/>
                  </a:lnTo>
                  <a:lnTo>
                    <a:pt x="5631750" y="149277"/>
                  </a:lnTo>
                  <a:lnTo>
                    <a:pt x="5708897" y="124398"/>
                  </a:lnTo>
                  <a:lnTo>
                    <a:pt x="5786044" y="99518"/>
                  </a:lnTo>
                  <a:lnTo>
                    <a:pt x="5863191" y="74638"/>
                  </a:lnTo>
                  <a:lnTo>
                    <a:pt x="5940339" y="49759"/>
                  </a:lnTo>
                  <a:lnTo>
                    <a:pt x="6017486" y="24879"/>
                  </a:lnTo>
                  <a:lnTo>
                    <a:pt x="6094633" y="0"/>
                  </a:lnTo>
                </a:path>
              </a:pathLst>
            </a:custGeom>
            <a:ln w="27101" cap="flat">
              <a:solidFill>
                <a:srgbClr val="E31A1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2" name="tx352"/>
            <p:cNvSpPr/>
            <p:nvPr/>
          </p:nvSpPr>
          <p:spPr>
            <a:xfrm>
              <a:off x="1465194" y="2113392"/>
              <a:ext cx="2324221" cy="8814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7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7">
                  <a:solidFill>
                    <a:srgbClr val="E31A1C">
                      <a:alpha val="100000"/>
                    </a:srgbClr>
                  </a:solidFill>
                  <a:latin typeface="Helvetica"/>
                  <a:cs typeface="Helvetica"/>
                </a:rPr>
                <a:t>&gt;= threshold: y = 0.65 x +25.1   (R² = 0.68)</a:t>
              </a:r>
            </a:p>
          </p:txBody>
        </p:sp>
        <p:sp>
          <p:nvSpPr>
            <p:cNvPr id="353" name="tx353"/>
            <p:cNvSpPr/>
            <p:nvPr/>
          </p:nvSpPr>
          <p:spPr>
            <a:xfrm>
              <a:off x="1465194" y="2339508"/>
              <a:ext cx="2286640" cy="8814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7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7">
                  <a:solidFill>
                    <a:srgbClr val="666666">
                      <a:alpha val="100000"/>
                    </a:srgbClr>
                  </a:solidFill>
                  <a:latin typeface="Helvetica"/>
                  <a:cs typeface="Helvetica"/>
                </a:rPr>
                <a:t>&lt; threshold:  y = 0.72 x +28.4   (R² = 0.73)</a:t>
              </a:r>
            </a:p>
          </p:txBody>
        </p:sp>
        <p:sp>
          <p:nvSpPr>
            <p:cNvPr id="354" name="tx354"/>
            <p:cNvSpPr/>
            <p:nvPr/>
          </p:nvSpPr>
          <p:spPr>
            <a:xfrm>
              <a:off x="817066" y="5509156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355" name="tx355"/>
            <p:cNvSpPr/>
            <p:nvPr/>
          </p:nvSpPr>
          <p:spPr>
            <a:xfrm>
              <a:off x="754887" y="4639479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50</a:t>
              </a:r>
            </a:p>
          </p:txBody>
        </p:sp>
        <p:sp>
          <p:nvSpPr>
            <p:cNvPr id="356" name="tx356"/>
            <p:cNvSpPr/>
            <p:nvPr/>
          </p:nvSpPr>
          <p:spPr>
            <a:xfrm>
              <a:off x="692708" y="3769802"/>
              <a:ext cx="186537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100</a:t>
              </a:r>
            </a:p>
          </p:txBody>
        </p:sp>
        <p:sp>
          <p:nvSpPr>
            <p:cNvPr id="357" name="tx357"/>
            <p:cNvSpPr/>
            <p:nvPr/>
          </p:nvSpPr>
          <p:spPr>
            <a:xfrm>
              <a:off x="692708" y="2900125"/>
              <a:ext cx="186537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150</a:t>
              </a:r>
            </a:p>
          </p:txBody>
        </p:sp>
        <p:sp>
          <p:nvSpPr>
            <p:cNvPr id="358" name="tx358"/>
            <p:cNvSpPr/>
            <p:nvPr/>
          </p:nvSpPr>
          <p:spPr>
            <a:xfrm>
              <a:off x="692708" y="2030448"/>
              <a:ext cx="186537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200</a:t>
              </a:r>
            </a:p>
          </p:txBody>
        </p:sp>
        <p:sp>
          <p:nvSpPr>
            <p:cNvPr id="359" name="tx359"/>
            <p:cNvSpPr/>
            <p:nvPr/>
          </p:nvSpPr>
          <p:spPr>
            <a:xfrm>
              <a:off x="1259665" y="5785772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360" name="tx360"/>
            <p:cNvSpPr/>
            <p:nvPr/>
          </p:nvSpPr>
          <p:spPr>
            <a:xfrm>
              <a:off x="2972970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50</a:t>
              </a:r>
            </a:p>
          </p:txBody>
        </p:sp>
        <p:sp>
          <p:nvSpPr>
            <p:cNvPr id="361" name="tx361"/>
            <p:cNvSpPr/>
            <p:nvPr/>
          </p:nvSpPr>
          <p:spPr>
            <a:xfrm>
              <a:off x="4686274" y="5785772"/>
              <a:ext cx="186537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100</a:t>
              </a:r>
            </a:p>
          </p:txBody>
        </p:sp>
        <p:sp>
          <p:nvSpPr>
            <p:cNvPr id="362" name="tx362"/>
            <p:cNvSpPr/>
            <p:nvPr/>
          </p:nvSpPr>
          <p:spPr>
            <a:xfrm>
              <a:off x="6430669" y="5785772"/>
              <a:ext cx="186537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150</a:t>
              </a:r>
            </a:p>
          </p:txBody>
        </p:sp>
        <p:sp>
          <p:nvSpPr>
            <p:cNvPr id="363" name="tx363"/>
            <p:cNvSpPr/>
            <p:nvPr/>
          </p:nvSpPr>
          <p:spPr>
            <a:xfrm>
              <a:off x="8175063" y="5785772"/>
              <a:ext cx="186537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200</a:t>
              </a:r>
            </a:p>
          </p:txBody>
        </p:sp>
        <p:sp>
          <p:nvSpPr>
            <p:cNvPr id="364" name="tx364"/>
            <p:cNvSpPr/>
            <p:nvPr/>
          </p:nvSpPr>
          <p:spPr>
            <a:xfrm>
              <a:off x="3793774" y="5925448"/>
              <a:ext cx="1971537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Cockcroft-Gault eGFR (mL/min)</a:t>
              </a:r>
            </a:p>
          </p:txBody>
        </p:sp>
        <p:sp>
          <p:nvSpPr>
            <p:cNvPr id="365" name="tx365"/>
            <p:cNvSpPr/>
            <p:nvPr/>
          </p:nvSpPr>
          <p:spPr>
            <a:xfrm rot="-5400000">
              <a:off x="-804851" y="3759743"/>
              <a:ext cx="2763499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CKD-EPI Cr-Cys eGFR, unindexed (mL/min)</a:t>
              </a:r>
            </a:p>
          </p:txBody>
        </p:sp>
        <p:sp>
          <p:nvSpPr>
            <p:cNvPr id="366" name="tx366"/>
            <p:cNvSpPr/>
            <p:nvPr/>
          </p:nvSpPr>
          <p:spPr>
            <a:xfrm>
              <a:off x="941876" y="1669789"/>
              <a:ext cx="2679192" cy="12015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3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2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BMI &gt;= 30   |   N = 322, n_red = 105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>to909</cp:lastModifiedBy>
  <cp:revision>3</cp:revision>
  <dcterms:created xsi:type="dcterms:W3CDTF">2017-02-13T16:18:36Z</dcterms:created>
  <dcterms:modified xsi:type="dcterms:W3CDTF">2026-10-09T11:52:49Z</dcterms:modified>
  <cp:category/>
</cp:coreProperties>
</file>