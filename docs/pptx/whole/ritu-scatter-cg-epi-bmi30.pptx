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1985667" y="2827027"/>
              <a:ext cx="5259989" cy="2050100"/>
            </a:xfrm>
            <a:custGeom>
              <a:avLst/>
              <a:pathLst>
                <a:path w="5259989" h="2050100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  <a:lnTo>
                    <a:pt x="5259989" y="189637"/>
                  </a:lnTo>
                  <a:lnTo>
                    <a:pt x="5193407" y="211621"/>
                  </a:lnTo>
                  <a:lnTo>
                    <a:pt x="5126825" y="233609"/>
                  </a:lnTo>
                  <a:lnTo>
                    <a:pt x="5060243" y="255601"/>
                  </a:lnTo>
                  <a:lnTo>
                    <a:pt x="4993660" y="277597"/>
                  </a:lnTo>
                  <a:lnTo>
                    <a:pt x="4927078" y="299598"/>
                  </a:lnTo>
                  <a:lnTo>
                    <a:pt x="4860496" y="321603"/>
                  </a:lnTo>
                  <a:lnTo>
                    <a:pt x="4793914" y="343614"/>
                  </a:lnTo>
                  <a:lnTo>
                    <a:pt x="4727332" y="365631"/>
                  </a:lnTo>
                  <a:lnTo>
                    <a:pt x="4660750" y="387653"/>
                  </a:lnTo>
                  <a:lnTo>
                    <a:pt x="4594167" y="409682"/>
                  </a:lnTo>
                  <a:lnTo>
                    <a:pt x="4527585" y="431717"/>
                  </a:lnTo>
                  <a:lnTo>
                    <a:pt x="4461003" y="453761"/>
                  </a:lnTo>
                  <a:lnTo>
                    <a:pt x="4394421" y="475812"/>
                  </a:lnTo>
                  <a:lnTo>
                    <a:pt x="4327839" y="497871"/>
                  </a:lnTo>
                  <a:lnTo>
                    <a:pt x="4261257" y="519940"/>
                  </a:lnTo>
                  <a:lnTo>
                    <a:pt x="4194675" y="542019"/>
                  </a:lnTo>
                  <a:lnTo>
                    <a:pt x="4128092" y="564109"/>
                  </a:lnTo>
                  <a:lnTo>
                    <a:pt x="4061510" y="586210"/>
                  </a:lnTo>
                  <a:lnTo>
                    <a:pt x="3994928" y="608325"/>
                  </a:lnTo>
                  <a:lnTo>
                    <a:pt x="3928346" y="630453"/>
                  </a:lnTo>
                  <a:lnTo>
                    <a:pt x="3861764" y="652597"/>
                  </a:lnTo>
                  <a:lnTo>
                    <a:pt x="3795182" y="674757"/>
                  </a:lnTo>
                  <a:lnTo>
                    <a:pt x="3728600" y="696936"/>
                  </a:lnTo>
                  <a:lnTo>
                    <a:pt x="3662017" y="719134"/>
                  </a:lnTo>
                  <a:lnTo>
                    <a:pt x="3595435" y="741355"/>
                  </a:lnTo>
                  <a:lnTo>
                    <a:pt x="3528853" y="763600"/>
                  </a:lnTo>
                  <a:lnTo>
                    <a:pt x="3462271" y="785872"/>
                  </a:lnTo>
                  <a:lnTo>
                    <a:pt x="3395689" y="808174"/>
                  </a:lnTo>
                  <a:lnTo>
                    <a:pt x="3329107" y="830508"/>
                  </a:lnTo>
                  <a:lnTo>
                    <a:pt x="3262525" y="852878"/>
                  </a:lnTo>
                  <a:lnTo>
                    <a:pt x="3195942" y="875289"/>
                  </a:lnTo>
                  <a:lnTo>
                    <a:pt x="3129360" y="897745"/>
                  </a:lnTo>
                  <a:lnTo>
                    <a:pt x="3062778" y="920250"/>
                  </a:lnTo>
                  <a:lnTo>
                    <a:pt x="2996196" y="942811"/>
                  </a:lnTo>
                  <a:lnTo>
                    <a:pt x="2929614" y="965432"/>
                  </a:lnTo>
                  <a:lnTo>
                    <a:pt x="2863032" y="988122"/>
                  </a:lnTo>
                  <a:lnTo>
                    <a:pt x="2796450" y="1010886"/>
                  </a:lnTo>
                  <a:lnTo>
                    <a:pt x="2729867" y="1033733"/>
                  </a:lnTo>
                  <a:lnTo>
                    <a:pt x="2663285" y="1056670"/>
                  </a:lnTo>
                  <a:lnTo>
                    <a:pt x="2596703" y="1079706"/>
                  </a:lnTo>
                  <a:lnTo>
                    <a:pt x="2530121" y="1102849"/>
                  </a:lnTo>
                  <a:lnTo>
                    <a:pt x="2463539" y="1126107"/>
                  </a:lnTo>
                  <a:lnTo>
                    <a:pt x="2396957" y="1149486"/>
                  </a:lnTo>
                  <a:lnTo>
                    <a:pt x="2330375" y="1172993"/>
                  </a:lnTo>
                  <a:lnTo>
                    <a:pt x="2263792" y="1196634"/>
                  </a:lnTo>
                  <a:lnTo>
                    <a:pt x="2197210" y="1220410"/>
                  </a:lnTo>
                  <a:lnTo>
                    <a:pt x="2130628" y="1244323"/>
                  </a:lnTo>
                  <a:lnTo>
                    <a:pt x="2064046" y="1268373"/>
                  </a:lnTo>
                  <a:lnTo>
                    <a:pt x="1997464" y="1292556"/>
                  </a:lnTo>
                  <a:lnTo>
                    <a:pt x="1930882" y="1316868"/>
                  </a:lnTo>
                  <a:lnTo>
                    <a:pt x="1864300" y="1341303"/>
                  </a:lnTo>
                  <a:lnTo>
                    <a:pt x="1797717" y="1365855"/>
                  </a:lnTo>
                  <a:lnTo>
                    <a:pt x="1731135" y="1390515"/>
                  </a:lnTo>
                  <a:lnTo>
                    <a:pt x="1664553" y="1415275"/>
                  </a:lnTo>
                  <a:lnTo>
                    <a:pt x="1597971" y="1440128"/>
                  </a:lnTo>
                  <a:lnTo>
                    <a:pt x="1531389" y="1465064"/>
                  </a:lnTo>
                  <a:lnTo>
                    <a:pt x="1464807" y="1490077"/>
                  </a:lnTo>
                  <a:lnTo>
                    <a:pt x="1398225" y="1515159"/>
                  </a:lnTo>
                  <a:lnTo>
                    <a:pt x="1331642" y="1540304"/>
                  </a:lnTo>
                  <a:lnTo>
                    <a:pt x="1265060" y="1565505"/>
                  </a:lnTo>
                  <a:lnTo>
                    <a:pt x="1198478" y="1590756"/>
                  </a:lnTo>
                  <a:lnTo>
                    <a:pt x="1131896" y="1616053"/>
                  </a:lnTo>
                  <a:lnTo>
                    <a:pt x="1065314" y="1641391"/>
                  </a:lnTo>
                  <a:lnTo>
                    <a:pt x="998732" y="1666767"/>
                  </a:lnTo>
                  <a:lnTo>
                    <a:pt x="932150" y="1692176"/>
                  </a:lnTo>
                  <a:lnTo>
                    <a:pt x="865567" y="1717615"/>
                  </a:lnTo>
                  <a:lnTo>
                    <a:pt x="798985" y="1743081"/>
                  </a:lnTo>
                  <a:lnTo>
                    <a:pt x="732403" y="1768572"/>
                  </a:lnTo>
                  <a:lnTo>
                    <a:pt x="665821" y="1794086"/>
                  </a:lnTo>
                  <a:lnTo>
                    <a:pt x="599239" y="1819620"/>
                  </a:lnTo>
                  <a:lnTo>
                    <a:pt x="532657" y="1845173"/>
                  </a:lnTo>
                  <a:lnTo>
                    <a:pt x="466075" y="1870742"/>
                  </a:lnTo>
                  <a:lnTo>
                    <a:pt x="399492" y="1896327"/>
                  </a:lnTo>
                  <a:lnTo>
                    <a:pt x="332910" y="1921927"/>
                  </a:lnTo>
                  <a:lnTo>
                    <a:pt x="266328" y="1947539"/>
                  </a:lnTo>
                  <a:lnTo>
                    <a:pt x="199746" y="1973164"/>
                  </a:lnTo>
                  <a:lnTo>
                    <a:pt x="133164" y="1998799"/>
                  </a:lnTo>
                  <a:lnTo>
                    <a:pt x="66582" y="2024445"/>
                  </a:lnTo>
                  <a:lnTo>
                    <a:pt x="0" y="205010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27027"/>
              <a:ext cx="5259989" cy="1909142"/>
            </a:xfrm>
            <a:custGeom>
              <a:avLst/>
              <a:pathLst>
                <a:path w="5259989" h="1909142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3016665"/>
              <a:ext cx="5259989" cy="1860462"/>
            </a:xfrm>
            <a:custGeom>
              <a:avLst/>
              <a:pathLst>
                <a:path w="5259989" h="1860462">
                  <a:moveTo>
                    <a:pt x="5259989" y="0"/>
                  </a:moveTo>
                  <a:lnTo>
                    <a:pt x="5193407" y="21984"/>
                  </a:lnTo>
                  <a:lnTo>
                    <a:pt x="5126825" y="43971"/>
                  </a:lnTo>
                  <a:lnTo>
                    <a:pt x="5060243" y="65963"/>
                  </a:lnTo>
                  <a:lnTo>
                    <a:pt x="4993660" y="87959"/>
                  </a:lnTo>
                  <a:lnTo>
                    <a:pt x="4927078" y="109960"/>
                  </a:lnTo>
                  <a:lnTo>
                    <a:pt x="4860496" y="131966"/>
                  </a:lnTo>
                  <a:lnTo>
                    <a:pt x="4793914" y="153976"/>
                  </a:lnTo>
                  <a:lnTo>
                    <a:pt x="4727332" y="175993"/>
                  </a:lnTo>
                  <a:lnTo>
                    <a:pt x="4660750" y="198015"/>
                  </a:lnTo>
                  <a:lnTo>
                    <a:pt x="4594167" y="220044"/>
                  </a:lnTo>
                  <a:lnTo>
                    <a:pt x="4527585" y="242080"/>
                  </a:lnTo>
                  <a:lnTo>
                    <a:pt x="4461003" y="264123"/>
                  </a:lnTo>
                  <a:lnTo>
                    <a:pt x="4394421" y="286174"/>
                  </a:lnTo>
                  <a:lnTo>
                    <a:pt x="4327839" y="308233"/>
                  </a:lnTo>
                  <a:lnTo>
                    <a:pt x="4261257" y="330302"/>
                  </a:lnTo>
                  <a:lnTo>
                    <a:pt x="4194675" y="352381"/>
                  </a:lnTo>
                  <a:lnTo>
                    <a:pt x="4128092" y="374471"/>
                  </a:lnTo>
                  <a:lnTo>
                    <a:pt x="4061510" y="396572"/>
                  </a:lnTo>
                  <a:lnTo>
                    <a:pt x="3994928" y="418687"/>
                  </a:lnTo>
                  <a:lnTo>
                    <a:pt x="3928346" y="440815"/>
                  </a:lnTo>
                  <a:lnTo>
                    <a:pt x="3861764" y="462959"/>
                  </a:lnTo>
                  <a:lnTo>
                    <a:pt x="3795182" y="485119"/>
                  </a:lnTo>
                  <a:lnTo>
                    <a:pt x="3728600" y="507298"/>
                  </a:lnTo>
                  <a:lnTo>
                    <a:pt x="3662017" y="529497"/>
                  </a:lnTo>
                  <a:lnTo>
                    <a:pt x="3595435" y="551717"/>
                  </a:lnTo>
                  <a:lnTo>
                    <a:pt x="3528853" y="573962"/>
                  </a:lnTo>
                  <a:lnTo>
                    <a:pt x="3462271" y="596234"/>
                  </a:lnTo>
                  <a:lnTo>
                    <a:pt x="3395689" y="618536"/>
                  </a:lnTo>
                  <a:lnTo>
                    <a:pt x="3329107" y="640870"/>
                  </a:lnTo>
                  <a:lnTo>
                    <a:pt x="3262525" y="663241"/>
                  </a:lnTo>
                  <a:lnTo>
                    <a:pt x="3195942" y="685652"/>
                  </a:lnTo>
                  <a:lnTo>
                    <a:pt x="3129360" y="708107"/>
                  </a:lnTo>
                  <a:lnTo>
                    <a:pt x="3062778" y="730612"/>
                  </a:lnTo>
                  <a:lnTo>
                    <a:pt x="2996196" y="753173"/>
                  </a:lnTo>
                  <a:lnTo>
                    <a:pt x="2929614" y="775795"/>
                  </a:lnTo>
                  <a:lnTo>
                    <a:pt x="2863032" y="798484"/>
                  </a:lnTo>
                  <a:lnTo>
                    <a:pt x="2796450" y="821248"/>
                  </a:lnTo>
                  <a:lnTo>
                    <a:pt x="2729867" y="844095"/>
                  </a:lnTo>
                  <a:lnTo>
                    <a:pt x="2663285" y="867032"/>
                  </a:lnTo>
                  <a:lnTo>
                    <a:pt x="2596703" y="890068"/>
                  </a:lnTo>
                  <a:lnTo>
                    <a:pt x="2530121" y="913211"/>
                  </a:lnTo>
                  <a:lnTo>
                    <a:pt x="2463539" y="936469"/>
                  </a:lnTo>
                  <a:lnTo>
                    <a:pt x="2396957" y="959848"/>
                  </a:lnTo>
                  <a:lnTo>
                    <a:pt x="2330375" y="983356"/>
                  </a:lnTo>
                  <a:lnTo>
                    <a:pt x="2263792" y="1006996"/>
                  </a:lnTo>
                  <a:lnTo>
                    <a:pt x="2197210" y="1030772"/>
                  </a:lnTo>
                  <a:lnTo>
                    <a:pt x="2130628" y="1054685"/>
                  </a:lnTo>
                  <a:lnTo>
                    <a:pt x="2064046" y="1078735"/>
                  </a:lnTo>
                  <a:lnTo>
                    <a:pt x="1997464" y="1102918"/>
                  </a:lnTo>
                  <a:lnTo>
                    <a:pt x="1930882" y="1127230"/>
                  </a:lnTo>
                  <a:lnTo>
                    <a:pt x="1864300" y="1151666"/>
                  </a:lnTo>
                  <a:lnTo>
                    <a:pt x="1797717" y="1176217"/>
                  </a:lnTo>
                  <a:lnTo>
                    <a:pt x="1731135" y="1200877"/>
                  </a:lnTo>
                  <a:lnTo>
                    <a:pt x="1664553" y="1225638"/>
                  </a:lnTo>
                  <a:lnTo>
                    <a:pt x="1597971" y="1250490"/>
                  </a:lnTo>
                  <a:lnTo>
                    <a:pt x="1531389" y="1275427"/>
                  </a:lnTo>
                  <a:lnTo>
                    <a:pt x="1464807" y="1300439"/>
                  </a:lnTo>
                  <a:lnTo>
                    <a:pt x="1398225" y="1325522"/>
                  </a:lnTo>
                  <a:lnTo>
                    <a:pt x="1331642" y="1350666"/>
                  </a:lnTo>
                  <a:lnTo>
                    <a:pt x="1265060" y="1375867"/>
                  </a:lnTo>
                  <a:lnTo>
                    <a:pt x="1198478" y="1401118"/>
                  </a:lnTo>
                  <a:lnTo>
                    <a:pt x="1131896" y="1426415"/>
                  </a:lnTo>
                  <a:lnTo>
                    <a:pt x="1065314" y="1451754"/>
                  </a:lnTo>
                  <a:lnTo>
                    <a:pt x="998732" y="1477129"/>
                  </a:lnTo>
                  <a:lnTo>
                    <a:pt x="932150" y="1502538"/>
                  </a:lnTo>
                  <a:lnTo>
                    <a:pt x="865567" y="1527977"/>
                  </a:lnTo>
                  <a:lnTo>
                    <a:pt x="798985" y="1553443"/>
                  </a:lnTo>
                  <a:lnTo>
                    <a:pt x="732403" y="1578934"/>
                  </a:lnTo>
                  <a:lnTo>
                    <a:pt x="665821" y="1604448"/>
                  </a:lnTo>
                  <a:lnTo>
                    <a:pt x="599239" y="1629982"/>
                  </a:lnTo>
                  <a:lnTo>
                    <a:pt x="532657" y="1655535"/>
                  </a:lnTo>
                  <a:lnTo>
                    <a:pt x="466075" y="1681104"/>
                  </a:lnTo>
                  <a:lnTo>
                    <a:pt x="399492" y="1706690"/>
                  </a:lnTo>
                  <a:lnTo>
                    <a:pt x="332910" y="1732289"/>
                  </a:lnTo>
                  <a:lnTo>
                    <a:pt x="266328" y="1757902"/>
                  </a:lnTo>
                  <a:lnTo>
                    <a:pt x="199746" y="1783526"/>
                  </a:lnTo>
                  <a:lnTo>
                    <a:pt x="133164" y="1809162"/>
                  </a:lnTo>
                  <a:lnTo>
                    <a:pt x="66582" y="1834807"/>
                  </a:lnTo>
                  <a:lnTo>
                    <a:pt x="0" y="1860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1985667" y="2921846"/>
              <a:ext cx="5259989" cy="1884802"/>
            </a:xfrm>
            <a:custGeom>
              <a:avLst/>
              <a:pathLst>
                <a:path w="5259989" h="1884802">
                  <a:moveTo>
                    <a:pt x="0" y="1884802"/>
                  </a:moveTo>
                  <a:lnTo>
                    <a:pt x="66582" y="1860944"/>
                  </a:lnTo>
                  <a:lnTo>
                    <a:pt x="133164" y="1837086"/>
                  </a:lnTo>
                  <a:lnTo>
                    <a:pt x="199746" y="1813227"/>
                  </a:lnTo>
                  <a:lnTo>
                    <a:pt x="266328" y="1789369"/>
                  </a:lnTo>
                  <a:lnTo>
                    <a:pt x="332910" y="1765511"/>
                  </a:lnTo>
                  <a:lnTo>
                    <a:pt x="399492" y="1741653"/>
                  </a:lnTo>
                  <a:lnTo>
                    <a:pt x="466075" y="1717794"/>
                  </a:lnTo>
                  <a:lnTo>
                    <a:pt x="532657" y="1693936"/>
                  </a:lnTo>
                  <a:lnTo>
                    <a:pt x="599239" y="1670078"/>
                  </a:lnTo>
                  <a:lnTo>
                    <a:pt x="665821" y="1646220"/>
                  </a:lnTo>
                  <a:lnTo>
                    <a:pt x="732403" y="1622361"/>
                  </a:lnTo>
                  <a:lnTo>
                    <a:pt x="798985" y="1598503"/>
                  </a:lnTo>
                  <a:lnTo>
                    <a:pt x="865567" y="1574645"/>
                  </a:lnTo>
                  <a:lnTo>
                    <a:pt x="932150" y="1550787"/>
                  </a:lnTo>
                  <a:lnTo>
                    <a:pt x="998732" y="1526928"/>
                  </a:lnTo>
                  <a:lnTo>
                    <a:pt x="1065314" y="1503070"/>
                  </a:lnTo>
                  <a:lnTo>
                    <a:pt x="1131896" y="1479212"/>
                  </a:lnTo>
                  <a:lnTo>
                    <a:pt x="1198478" y="1455354"/>
                  </a:lnTo>
                  <a:lnTo>
                    <a:pt x="1265060" y="1431495"/>
                  </a:lnTo>
                  <a:lnTo>
                    <a:pt x="1331642" y="1407637"/>
                  </a:lnTo>
                  <a:lnTo>
                    <a:pt x="1398225" y="1383779"/>
                  </a:lnTo>
                  <a:lnTo>
                    <a:pt x="1464807" y="1359920"/>
                  </a:lnTo>
                  <a:lnTo>
                    <a:pt x="1531389" y="1336062"/>
                  </a:lnTo>
                  <a:lnTo>
                    <a:pt x="1597971" y="1312204"/>
                  </a:lnTo>
                  <a:lnTo>
                    <a:pt x="1664553" y="1288346"/>
                  </a:lnTo>
                  <a:lnTo>
                    <a:pt x="1731135" y="1264487"/>
                  </a:lnTo>
                  <a:lnTo>
                    <a:pt x="1797717" y="1240629"/>
                  </a:lnTo>
                  <a:lnTo>
                    <a:pt x="1864300" y="1216771"/>
                  </a:lnTo>
                  <a:lnTo>
                    <a:pt x="1930882" y="1192913"/>
                  </a:lnTo>
                  <a:lnTo>
                    <a:pt x="1997464" y="1169054"/>
                  </a:lnTo>
                  <a:lnTo>
                    <a:pt x="2064046" y="1145196"/>
                  </a:lnTo>
                  <a:lnTo>
                    <a:pt x="2130628" y="1121338"/>
                  </a:lnTo>
                  <a:lnTo>
                    <a:pt x="2197210" y="1097480"/>
                  </a:lnTo>
                  <a:lnTo>
                    <a:pt x="2263792" y="1073621"/>
                  </a:lnTo>
                  <a:lnTo>
                    <a:pt x="2330375" y="1049763"/>
                  </a:lnTo>
                  <a:lnTo>
                    <a:pt x="2396957" y="1025905"/>
                  </a:lnTo>
                  <a:lnTo>
                    <a:pt x="2463539" y="1002047"/>
                  </a:lnTo>
                  <a:lnTo>
                    <a:pt x="2530121" y="978188"/>
                  </a:lnTo>
                  <a:lnTo>
                    <a:pt x="2596703" y="954330"/>
                  </a:lnTo>
                  <a:lnTo>
                    <a:pt x="2663285" y="930472"/>
                  </a:lnTo>
                  <a:lnTo>
                    <a:pt x="2729867" y="906613"/>
                  </a:lnTo>
                  <a:lnTo>
                    <a:pt x="2796450" y="882755"/>
                  </a:lnTo>
                  <a:lnTo>
                    <a:pt x="2863032" y="858897"/>
                  </a:lnTo>
                  <a:lnTo>
                    <a:pt x="2929614" y="835039"/>
                  </a:lnTo>
                  <a:lnTo>
                    <a:pt x="2996196" y="811180"/>
                  </a:lnTo>
                  <a:lnTo>
                    <a:pt x="3062778" y="787322"/>
                  </a:lnTo>
                  <a:lnTo>
                    <a:pt x="3129360" y="763464"/>
                  </a:lnTo>
                  <a:lnTo>
                    <a:pt x="3195942" y="739606"/>
                  </a:lnTo>
                  <a:lnTo>
                    <a:pt x="3262525" y="715747"/>
                  </a:lnTo>
                  <a:lnTo>
                    <a:pt x="3329107" y="691889"/>
                  </a:lnTo>
                  <a:lnTo>
                    <a:pt x="3395689" y="668031"/>
                  </a:lnTo>
                  <a:lnTo>
                    <a:pt x="3462271" y="644173"/>
                  </a:lnTo>
                  <a:lnTo>
                    <a:pt x="3528853" y="620314"/>
                  </a:lnTo>
                  <a:lnTo>
                    <a:pt x="3595435" y="596456"/>
                  </a:lnTo>
                  <a:lnTo>
                    <a:pt x="3662017" y="572598"/>
                  </a:lnTo>
                  <a:lnTo>
                    <a:pt x="3728600" y="548740"/>
                  </a:lnTo>
                  <a:lnTo>
                    <a:pt x="3795182" y="524881"/>
                  </a:lnTo>
                  <a:lnTo>
                    <a:pt x="3861764" y="501023"/>
                  </a:lnTo>
                  <a:lnTo>
                    <a:pt x="3928346" y="477165"/>
                  </a:lnTo>
                  <a:lnTo>
                    <a:pt x="3994928" y="453306"/>
                  </a:lnTo>
                  <a:lnTo>
                    <a:pt x="4061510" y="429448"/>
                  </a:lnTo>
                  <a:lnTo>
                    <a:pt x="4128092" y="405590"/>
                  </a:lnTo>
                  <a:lnTo>
                    <a:pt x="4194675" y="381732"/>
                  </a:lnTo>
                  <a:lnTo>
                    <a:pt x="4261257" y="357873"/>
                  </a:lnTo>
                  <a:lnTo>
                    <a:pt x="4327839" y="334015"/>
                  </a:lnTo>
                  <a:lnTo>
                    <a:pt x="4394421" y="310157"/>
                  </a:lnTo>
                  <a:lnTo>
                    <a:pt x="4461003" y="286299"/>
                  </a:lnTo>
                  <a:lnTo>
                    <a:pt x="4527585" y="262440"/>
                  </a:lnTo>
                  <a:lnTo>
                    <a:pt x="4594167" y="238582"/>
                  </a:lnTo>
                  <a:lnTo>
                    <a:pt x="4660750" y="214724"/>
                  </a:lnTo>
                  <a:lnTo>
                    <a:pt x="4727332" y="190866"/>
                  </a:lnTo>
                  <a:lnTo>
                    <a:pt x="4793914" y="167007"/>
                  </a:lnTo>
                  <a:lnTo>
                    <a:pt x="4860496" y="143149"/>
                  </a:lnTo>
                  <a:lnTo>
                    <a:pt x="4927078" y="119291"/>
                  </a:lnTo>
                  <a:lnTo>
                    <a:pt x="4993660" y="95433"/>
                  </a:lnTo>
                  <a:lnTo>
                    <a:pt x="5060243" y="71574"/>
                  </a:lnTo>
                  <a:lnTo>
                    <a:pt x="5126825" y="47716"/>
                  </a:lnTo>
                  <a:lnTo>
                    <a:pt x="5193407" y="23858"/>
                  </a:lnTo>
                  <a:lnTo>
                    <a:pt x="525998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456926" y="2608516"/>
              <a:ext cx="6094633" cy="2266659"/>
            </a:xfrm>
            <a:custGeom>
              <a:avLst/>
              <a:pathLst>
                <a:path w="6094633" h="2266659">
                  <a:moveTo>
                    <a:pt x="0" y="2012486"/>
                  </a:moveTo>
                  <a:lnTo>
                    <a:pt x="77147" y="1990424"/>
                  </a:lnTo>
                  <a:lnTo>
                    <a:pt x="154294" y="1968349"/>
                  </a:lnTo>
                  <a:lnTo>
                    <a:pt x="231441" y="1946258"/>
                  </a:lnTo>
                  <a:lnTo>
                    <a:pt x="308589" y="1924151"/>
                  </a:lnTo>
                  <a:lnTo>
                    <a:pt x="385736" y="1902026"/>
                  </a:lnTo>
                  <a:lnTo>
                    <a:pt x="462883" y="1879882"/>
                  </a:lnTo>
                  <a:lnTo>
                    <a:pt x="540030" y="1857717"/>
                  </a:lnTo>
                  <a:lnTo>
                    <a:pt x="617178" y="1835529"/>
                  </a:lnTo>
                  <a:lnTo>
                    <a:pt x="694325" y="1813317"/>
                  </a:lnTo>
                  <a:lnTo>
                    <a:pt x="771472" y="1791079"/>
                  </a:lnTo>
                  <a:lnTo>
                    <a:pt x="848619" y="1768811"/>
                  </a:lnTo>
                  <a:lnTo>
                    <a:pt x="925767" y="1746511"/>
                  </a:lnTo>
                  <a:lnTo>
                    <a:pt x="1002914" y="1724176"/>
                  </a:lnTo>
                  <a:lnTo>
                    <a:pt x="1080061" y="1701803"/>
                  </a:lnTo>
                  <a:lnTo>
                    <a:pt x="1157208" y="1679387"/>
                  </a:lnTo>
                  <a:lnTo>
                    <a:pt x="1234356" y="1656925"/>
                  </a:lnTo>
                  <a:lnTo>
                    <a:pt x="1311503" y="1634412"/>
                  </a:lnTo>
                  <a:lnTo>
                    <a:pt x="1388650" y="1611842"/>
                  </a:lnTo>
                  <a:lnTo>
                    <a:pt x="1465797" y="1589209"/>
                  </a:lnTo>
                  <a:lnTo>
                    <a:pt x="1542945" y="1566507"/>
                  </a:lnTo>
                  <a:lnTo>
                    <a:pt x="1620092" y="1543728"/>
                  </a:lnTo>
                  <a:lnTo>
                    <a:pt x="1697239" y="1520865"/>
                  </a:lnTo>
                  <a:lnTo>
                    <a:pt x="1774387" y="1497907"/>
                  </a:lnTo>
                  <a:lnTo>
                    <a:pt x="1851534" y="1474845"/>
                  </a:lnTo>
                  <a:lnTo>
                    <a:pt x="1928681" y="1451669"/>
                  </a:lnTo>
                  <a:lnTo>
                    <a:pt x="2005828" y="1428366"/>
                  </a:lnTo>
                  <a:lnTo>
                    <a:pt x="2082976" y="1404925"/>
                  </a:lnTo>
                  <a:lnTo>
                    <a:pt x="2160123" y="1381331"/>
                  </a:lnTo>
                  <a:lnTo>
                    <a:pt x="2237270" y="1357573"/>
                  </a:lnTo>
                  <a:lnTo>
                    <a:pt x="2314417" y="1333637"/>
                  </a:lnTo>
                  <a:lnTo>
                    <a:pt x="2391565" y="1309511"/>
                  </a:lnTo>
                  <a:lnTo>
                    <a:pt x="2468712" y="1285183"/>
                  </a:lnTo>
                  <a:lnTo>
                    <a:pt x="2545859" y="1260643"/>
                  </a:lnTo>
                  <a:lnTo>
                    <a:pt x="2623006" y="1235884"/>
                  </a:lnTo>
                  <a:lnTo>
                    <a:pt x="2700154" y="1210901"/>
                  </a:lnTo>
                  <a:lnTo>
                    <a:pt x="2777301" y="1185692"/>
                  </a:lnTo>
                  <a:lnTo>
                    <a:pt x="2854448" y="1160257"/>
                  </a:lnTo>
                  <a:lnTo>
                    <a:pt x="2931595" y="1134601"/>
                  </a:lnTo>
                  <a:lnTo>
                    <a:pt x="3008743" y="1108732"/>
                  </a:lnTo>
                  <a:lnTo>
                    <a:pt x="3085890" y="1082657"/>
                  </a:lnTo>
                  <a:lnTo>
                    <a:pt x="3163037" y="1056388"/>
                  </a:lnTo>
                  <a:lnTo>
                    <a:pt x="3240184" y="1029937"/>
                  </a:lnTo>
                  <a:lnTo>
                    <a:pt x="3317332" y="1003318"/>
                  </a:lnTo>
                  <a:lnTo>
                    <a:pt x="3394479" y="976543"/>
                  </a:lnTo>
                  <a:lnTo>
                    <a:pt x="3471626" y="949625"/>
                  </a:lnTo>
                  <a:lnTo>
                    <a:pt x="3548774" y="922577"/>
                  </a:lnTo>
                  <a:lnTo>
                    <a:pt x="3625921" y="895411"/>
                  </a:lnTo>
                  <a:lnTo>
                    <a:pt x="3703068" y="868138"/>
                  </a:lnTo>
                  <a:lnTo>
                    <a:pt x="3780215" y="840767"/>
                  </a:lnTo>
                  <a:lnTo>
                    <a:pt x="3857363" y="813309"/>
                  </a:lnTo>
                  <a:lnTo>
                    <a:pt x="3934510" y="785772"/>
                  </a:lnTo>
                  <a:lnTo>
                    <a:pt x="4011657" y="758164"/>
                  </a:lnTo>
                  <a:lnTo>
                    <a:pt x="4088804" y="730490"/>
                  </a:lnTo>
                  <a:lnTo>
                    <a:pt x="4165952" y="702759"/>
                  </a:lnTo>
                  <a:lnTo>
                    <a:pt x="4243099" y="674974"/>
                  </a:lnTo>
                  <a:lnTo>
                    <a:pt x="4320246" y="647142"/>
                  </a:lnTo>
                  <a:lnTo>
                    <a:pt x="4397393" y="619266"/>
                  </a:lnTo>
                  <a:lnTo>
                    <a:pt x="4474541" y="591351"/>
                  </a:lnTo>
                  <a:lnTo>
                    <a:pt x="4551688" y="563399"/>
                  </a:lnTo>
                  <a:lnTo>
                    <a:pt x="4628835" y="535415"/>
                  </a:lnTo>
                  <a:lnTo>
                    <a:pt x="4705982" y="507400"/>
                  </a:lnTo>
                  <a:lnTo>
                    <a:pt x="4783130" y="479359"/>
                  </a:lnTo>
                  <a:lnTo>
                    <a:pt x="4860277" y="451292"/>
                  </a:lnTo>
                  <a:lnTo>
                    <a:pt x="4937424" y="423201"/>
                  </a:lnTo>
                  <a:lnTo>
                    <a:pt x="5014571" y="395090"/>
                  </a:lnTo>
                  <a:lnTo>
                    <a:pt x="5091719" y="366959"/>
                  </a:lnTo>
                  <a:lnTo>
                    <a:pt x="5168866" y="338810"/>
                  </a:lnTo>
                  <a:lnTo>
                    <a:pt x="5246013" y="310644"/>
                  </a:lnTo>
                  <a:lnTo>
                    <a:pt x="5323161" y="282462"/>
                  </a:lnTo>
                  <a:lnTo>
                    <a:pt x="5400308" y="254266"/>
                  </a:lnTo>
                  <a:lnTo>
                    <a:pt x="5477455" y="226057"/>
                  </a:lnTo>
                  <a:lnTo>
                    <a:pt x="5554602" y="197836"/>
                  </a:lnTo>
                  <a:lnTo>
                    <a:pt x="5631750" y="169602"/>
                  </a:lnTo>
                  <a:lnTo>
                    <a:pt x="5708897" y="141358"/>
                  </a:lnTo>
                  <a:lnTo>
                    <a:pt x="5786044" y="113104"/>
                  </a:lnTo>
                  <a:lnTo>
                    <a:pt x="5863191" y="84841"/>
                  </a:lnTo>
                  <a:lnTo>
                    <a:pt x="5940339" y="56568"/>
                  </a:lnTo>
                  <a:lnTo>
                    <a:pt x="6017486" y="28288"/>
                  </a:lnTo>
                  <a:lnTo>
                    <a:pt x="6094633" y="0"/>
                  </a:lnTo>
                  <a:lnTo>
                    <a:pt x="6094633" y="308469"/>
                  </a:lnTo>
                  <a:lnTo>
                    <a:pt x="6017486" y="330443"/>
                  </a:lnTo>
                  <a:lnTo>
                    <a:pt x="5940339" y="352424"/>
                  </a:lnTo>
                  <a:lnTo>
                    <a:pt x="5863191" y="374413"/>
                  </a:lnTo>
                  <a:lnTo>
                    <a:pt x="5786044" y="396411"/>
                  </a:lnTo>
                  <a:lnTo>
                    <a:pt x="5708897" y="418419"/>
                  </a:lnTo>
                  <a:lnTo>
                    <a:pt x="5631750" y="440437"/>
                  </a:lnTo>
                  <a:lnTo>
                    <a:pt x="5554602" y="462465"/>
                  </a:lnTo>
                  <a:lnTo>
                    <a:pt x="5477455" y="484505"/>
                  </a:lnTo>
                  <a:lnTo>
                    <a:pt x="5400308" y="506558"/>
                  </a:lnTo>
                  <a:lnTo>
                    <a:pt x="5323161" y="528624"/>
                  </a:lnTo>
                  <a:lnTo>
                    <a:pt x="5246013" y="550704"/>
                  </a:lnTo>
                  <a:lnTo>
                    <a:pt x="5168866" y="572800"/>
                  </a:lnTo>
                  <a:lnTo>
                    <a:pt x="5091719" y="594912"/>
                  </a:lnTo>
                  <a:lnTo>
                    <a:pt x="5014571" y="617043"/>
                  </a:lnTo>
                  <a:lnTo>
                    <a:pt x="4937424" y="639193"/>
                  </a:lnTo>
                  <a:lnTo>
                    <a:pt x="4860277" y="661365"/>
                  </a:lnTo>
                  <a:lnTo>
                    <a:pt x="4783130" y="683560"/>
                  </a:lnTo>
                  <a:lnTo>
                    <a:pt x="4705982" y="705779"/>
                  </a:lnTo>
                  <a:lnTo>
                    <a:pt x="4628835" y="728027"/>
                  </a:lnTo>
                  <a:lnTo>
                    <a:pt x="4551688" y="750304"/>
                  </a:lnTo>
                  <a:lnTo>
                    <a:pt x="4474541" y="772614"/>
                  </a:lnTo>
                  <a:lnTo>
                    <a:pt x="4397393" y="794961"/>
                  </a:lnTo>
                  <a:lnTo>
                    <a:pt x="4320246" y="817346"/>
                  </a:lnTo>
                  <a:lnTo>
                    <a:pt x="4243099" y="839776"/>
                  </a:lnTo>
                  <a:lnTo>
                    <a:pt x="4165952" y="862253"/>
                  </a:lnTo>
                  <a:lnTo>
                    <a:pt x="4088804" y="884783"/>
                  </a:lnTo>
                  <a:lnTo>
                    <a:pt x="4011657" y="907372"/>
                  </a:lnTo>
                  <a:lnTo>
                    <a:pt x="3934510" y="930025"/>
                  </a:lnTo>
                  <a:lnTo>
                    <a:pt x="3857363" y="952750"/>
                  </a:lnTo>
                  <a:lnTo>
                    <a:pt x="3780215" y="975553"/>
                  </a:lnTo>
                  <a:lnTo>
                    <a:pt x="3703068" y="998445"/>
                  </a:lnTo>
                  <a:lnTo>
                    <a:pt x="3625921" y="1021433"/>
                  </a:lnTo>
                  <a:lnTo>
                    <a:pt x="3548774" y="1044529"/>
                  </a:lnTo>
                  <a:lnTo>
                    <a:pt x="3471626" y="1067742"/>
                  </a:lnTo>
                  <a:lnTo>
                    <a:pt x="3394479" y="1091086"/>
                  </a:lnTo>
                  <a:lnTo>
                    <a:pt x="3317332" y="1114573"/>
                  </a:lnTo>
                  <a:lnTo>
                    <a:pt x="3240184" y="1138215"/>
                  </a:lnTo>
                  <a:lnTo>
                    <a:pt x="3163037" y="1162026"/>
                  </a:lnTo>
                  <a:lnTo>
                    <a:pt x="3085890" y="1186019"/>
                  </a:lnTo>
                  <a:lnTo>
                    <a:pt x="3008743" y="1210206"/>
                  </a:lnTo>
                  <a:lnTo>
                    <a:pt x="2931595" y="1234598"/>
                  </a:lnTo>
                  <a:lnTo>
                    <a:pt x="2854448" y="1259204"/>
                  </a:lnTo>
                  <a:lnTo>
                    <a:pt x="2777301" y="1284031"/>
                  </a:lnTo>
                  <a:lnTo>
                    <a:pt x="2700154" y="1309084"/>
                  </a:lnTo>
                  <a:lnTo>
                    <a:pt x="2623006" y="1334362"/>
                  </a:lnTo>
                  <a:lnTo>
                    <a:pt x="2545859" y="1359865"/>
                  </a:lnTo>
                  <a:lnTo>
                    <a:pt x="2468712" y="1385587"/>
                  </a:lnTo>
                  <a:lnTo>
                    <a:pt x="2391565" y="1411521"/>
                  </a:lnTo>
                  <a:lnTo>
                    <a:pt x="2314417" y="1437656"/>
                  </a:lnTo>
                  <a:lnTo>
                    <a:pt x="2237270" y="1463982"/>
                  </a:lnTo>
                  <a:lnTo>
                    <a:pt x="2160123" y="1490486"/>
                  </a:lnTo>
                  <a:lnTo>
                    <a:pt x="2082976" y="1517154"/>
                  </a:lnTo>
                  <a:lnTo>
                    <a:pt x="2005828" y="1543974"/>
                  </a:lnTo>
                  <a:lnTo>
                    <a:pt x="1928681" y="1570933"/>
                  </a:lnTo>
                  <a:lnTo>
                    <a:pt x="1851534" y="1598019"/>
                  </a:lnTo>
                  <a:lnTo>
                    <a:pt x="1774387" y="1625219"/>
                  </a:lnTo>
                  <a:lnTo>
                    <a:pt x="1697239" y="1652523"/>
                  </a:lnTo>
                  <a:lnTo>
                    <a:pt x="1620092" y="1679921"/>
                  </a:lnTo>
                  <a:lnTo>
                    <a:pt x="1542945" y="1707404"/>
                  </a:lnTo>
                  <a:lnTo>
                    <a:pt x="1465797" y="1734964"/>
                  </a:lnTo>
                  <a:lnTo>
                    <a:pt x="1388650" y="1762593"/>
                  </a:lnTo>
                  <a:lnTo>
                    <a:pt x="1311503" y="1790284"/>
                  </a:lnTo>
                  <a:lnTo>
                    <a:pt x="1234356" y="1818033"/>
                  </a:lnTo>
                  <a:lnTo>
                    <a:pt x="1157208" y="1845832"/>
                  </a:lnTo>
                  <a:lnTo>
                    <a:pt x="1080061" y="1873678"/>
                  </a:lnTo>
                  <a:lnTo>
                    <a:pt x="1002914" y="1901567"/>
                  </a:lnTo>
                  <a:lnTo>
                    <a:pt x="925767" y="1929494"/>
                  </a:lnTo>
                  <a:lnTo>
                    <a:pt x="848619" y="1957456"/>
                  </a:lnTo>
                  <a:lnTo>
                    <a:pt x="771472" y="1985449"/>
                  </a:lnTo>
                  <a:lnTo>
                    <a:pt x="694325" y="2013472"/>
                  </a:lnTo>
                  <a:lnTo>
                    <a:pt x="617178" y="2041522"/>
                  </a:lnTo>
                  <a:lnTo>
                    <a:pt x="540030" y="2069597"/>
                  </a:lnTo>
                  <a:lnTo>
                    <a:pt x="462883" y="2097693"/>
                  </a:lnTo>
                  <a:lnTo>
                    <a:pt x="385736" y="2125811"/>
                  </a:lnTo>
                  <a:lnTo>
                    <a:pt x="308589" y="2153948"/>
                  </a:lnTo>
                  <a:lnTo>
                    <a:pt x="231441" y="2182102"/>
                  </a:lnTo>
                  <a:lnTo>
                    <a:pt x="154294" y="2210273"/>
                  </a:lnTo>
                  <a:lnTo>
                    <a:pt x="77147" y="2238459"/>
                  </a:lnTo>
                  <a:lnTo>
                    <a:pt x="0" y="226665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608516"/>
              <a:ext cx="6094633" cy="2012486"/>
            </a:xfrm>
            <a:custGeom>
              <a:avLst/>
              <a:pathLst>
                <a:path w="6094633" h="2012486">
                  <a:moveTo>
                    <a:pt x="0" y="2012486"/>
                  </a:moveTo>
                  <a:lnTo>
                    <a:pt x="77147" y="1990424"/>
                  </a:lnTo>
                  <a:lnTo>
                    <a:pt x="154294" y="1968349"/>
                  </a:lnTo>
                  <a:lnTo>
                    <a:pt x="231441" y="1946258"/>
                  </a:lnTo>
                  <a:lnTo>
                    <a:pt x="308589" y="1924151"/>
                  </a:lnTo>
                  <a:lnTo>
                    <a:pt x="385736" y="1902026"/>
                  </a:lnTo>
                  <a:lnTo>
                    <a:pt x="462883" y="1879882"/>
                  </a:lnTo>
                  <a:lnTo>
                    <a:pt x="540030" y="1857717"/>
                  </a:lnTo>
                  <a:lnTo>
                    <a:pt x="617178" y="1835529"/>
                  </a:lnTo>
                  <a:lnTo>
                    <a:pt x="694325" y="1813317"/>
                  </a:lnTo>
                  <a:lnTo>
                    <a:pt x="771472" y="1791079"/>
                  </a:lnTo>
                  <a:lnTo>
                    <a:pt x="848619" y="1768811"/>
                  </a:lnTo>
                  <a:lnTo>
                    <a:pt x="925767" y="1746511"/>
                  </a:lnTo>
                  <a:lnTo>
                    <a:pt x="1002914" y="1724176"/>
                  </a:lnTo>
                  <a:lnTo>
                    <a:pt x="1080061" y="1701803"/>
                  </a:lnTo>
                  <a:lnTo>
                    <a:pt x="1157208" y="1679387"/>
                  </a:lnTo>
                  <a:lnTo>
                    <a:pt x="1234356" y="1656925"/>
                  </a:lnTo>
                  <a:lnTo>
                    <a:pt x="1311503" y="1634412"/>
                  </a:lnTo>
                  <a:lnTo>
                    <a:pt x="1388650" y="1611842"/>
                  </a:lnTo>
                  <a:lnTo>
                    <a:pt x="1465797" y="1589209"/>
                  </a:lnTo>
                  <a:lnTo>
                    <a:pt x="1542945" y="1566507"/>
                  </a:lnTo>
                  <a:lnTo>
                    <a:pt x="1620092" y="1543728"/>
                  </a:lnTo>
                  <a:lnTo>
                    <a:pt x="1697239" y="1520865"/>
                  </a:lnTo>
                  <a:lnTo>
                    <a:pt x="1774387" y="1497907"/>
                  </a:lnTo>
                  <a:lnTo>
                    <a:pt x="1851534" y="1474845"/>
                  </a:lnTo>
                  <a:lnTo>
                    <a:pt x="1928681" y="1451669"/>
                  </a:lnTo>
                  <a:lnTo>
                    <a:pt x="2005828" y="1428366"/>
                  </a:lnTo>
                  <a:lnTo>
                    <a:pt x="2082976" y="1404925"/>
                  </a:lnTo>
                  <a:lnTo>
                    <a:pt x="2160123" y="1381331"/>
                  </a:lnTo>
                  <a:lnTo>
                    <a:pt x="2237270" y="1357573"/>
                  </a:lnTo>
                  <a:lnTo>
                    <a:pt x="2314417" y="1333637"/>
                  </a:lnTo>
                  <a:lnTo>
                    <a:pt x="2391565" y="1309511"/>
                  </a:lnTo>
                  <a:lnTo>
                    <a:pt x="2468712" y="1285183"/>
                  </a:lnTo>
                  <a:lnTo>
                    <a:pt x="2545859" y="1260643"/>
                  </a:lnTo>
                  <a:lnTo>
                    <a:pt x="2623006" y="1235884"/>
                  </a:lnTo>
                  <a:lnTo>
                    <a:pt x="2700154" y="1210901"/>
                  </a:lnTo>
                  <a:lnTo>
                    <a:pt x="2777301" y="1185692"/>
                  </a:lnTo>
                  <a:lnTo>
                    <a:pt x="2854448" y="1160257"/>
                  </a:lnTo>
                  <a:lnTo>
                    <a:pt x="2931595" y="1134601"/>
                  </a:lnTo>
                  <a:lnTo>
                    <a:pt x="3008743" y="1108732"/>
                  </a:lnTo>
                  <a:lnTo>
                    <a:pt x="3085890" y="1082657"/>
                  </a:lnTo>
                  <a:lnTo>
                    <a:pt x="3163037" y="1056388"/>
                  </a:lnTo>
                  <a:lnTo>
                    <a:pt x="3240184" y="1029937"/>
                  </a:lnTo>
                  <a:lnTo>
                    <a:pt x="3317332" y="1003318"/>
                  </a:lnTo>
                  <a:lnTo>
                    <a:pt x="3394479" y="976543"/>
                  </a:lnTo>
                  <a:lnTo>
                    <a:pt x="3471626" y="949625"/>
                  </a:lnTo>
                  <a:lnTo>
                    <a:pt x="3548774" y="922577"/>
                  </a:lnTo>
                  <a:lnTo>
                    <a:pt x="3625921" y="895411"/>
                  </a:lnTo>
                  <a:lnTo>
                    <a:pt x="3703068" y="868138"/>
                  </a:lnTo>
                  <a:lnTo>
                    <a:pt x="3780215" y="840767"/>
                  </a:lnTo>
                  <a:lnTo>
                    <a:pt x="3857363" y="813309"/>
                  </a:lnTo>
                  <a:lnTo>
                    <a:pt x="3934510" y="785772"/>
                  </a:lnTo>
                  <a:lnTo>
                    <a:pt x="4011657" y="758164"/>
                  </a:lnTo>
                  <a:lnTo>
                    <a:pt x="4088804" y="730490"/>
                  </a:lnTo>
                  <a:lnTo>
                    <a:pt x="4165952" y="702759"/>
                  </a:lnTo>
                  <a:lnTo>
                    <a:pt x="4243099" y="674974"/>
                  </a:lnTo>
                  <a:lnTo>
                    <a:pt x="4320246" y="647142"/>
                  </a:lnTo>
                  <a:lnTo>
                    <a:pt x="4397393" y="619266"/>
                  </a:lnTo>
                  <a:lnTo>
                    <a:pt x="4474541" y="591351"/>
                  </a:lnTo>
                  <a:lnTo>
                    <a:pt x="4551688" y="563399"/>
                  </a:lnTo>
                  <a:lnTo>
                    <a:pt x="4628835" y="535415"/>
                  </a:lnTo>
                  <a:lnTo>
                    <a:pt x="4705982" y="507400"/>
                  </a:lnTo>
                  <a:lnTo>
                    <a:pt x="4783130" y="479359"/>
                  </a:lnTo>
                  <a:lnTo>
                    <a:pt x="4860277" y="451292"/>
                  </a:lnTo>
                  <a:lnTo>
                    <a:pt x="4937424" y="423201"/>
                  </a:lnTo>
                  <a:lnTo>
                    <a:pt x="5014571" y="395090"/>
                  </a:lnTo>
                  <a:lnTo>
                    <a:pt x="5091719" y="366959"/>
                  </a:lnTo>
                  <a:lnTo>
                    <a:pt x="5168866" y="338810"/>
                  </a:lnTo>
                  <a:lnTo>
                    <a:pt x="5246013" y="310644"/>
                  </a:lnTo>
                  <a:lnTo>
                    <a:pt x="5323161" y="282462"/>
                  </a:lnTo>
                  <a:lnTo>
                    <a:pt x="5400308" y="254266"/>
                  </a:lnTo>
                  <a:lnTo>
                    <a:pt x="5477455" y="226057"/>
                  </a:lnTo>
                  <a:lnTo>
                    <a:pt x="5554602" y="197836"/>
                  </a:lnTo>
                  <a:lnTo>
                    <a:pt x="5631750" y="169602"/>
                  </a:lnTo>
                  <a:lnTo>
                    <a:pt x="5708897" y="141358"/>
                  </a:lnTo>
                  <a:lnTo>
                    <a:pt x="5786044" y="113104"/>
                  </a:lnTo>
                  <a:lnTo>
                    <a:pt x="5863191" y="84841"/>
                  </a:lnTo>
                  <a:lnTo>
                    <a:pt x="5940339" y="56568"/>
                  </a:lnTo>
                  <a:lnTo>
                    <a:pt x="6017486" y="28288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916986"/>
              <a:ext cx="6094633" cy="1958189"/>
            </a:xfrm>
            <a:custGeom>
              <a:avLst/>
              <a:pathLst>
                <a:path w="6094633" h="1958189">
                  <a:moveTo>
                    <a:pt x="6094633" y="0"/>
                  </a:moveTo>
                  <a:lnTo>
                    <a:pt x="6017486" y="21973"/>
                  </a:lnTo>
                  <a:lnTo>
                    <a:pt x="5940339" y="43954"/>
                  </a:lnTo>
                  <a:lnTo>
                    <a:pt x="5863191" y="65943"/>
                  </a:lnTo>
                  <a:lnTo>
                    <a:pt x="5786044" y="87942"/>
                  </a:lnTo>
                  <a:lnTo>
                    <a:pt x="5708897" y="109949"/>
                  </a:lnTo>
                  <a:lnTo>
                    <a:pt x="5631750" y="131967"/>
                  </a:lnTo>
                  <a:lnTo>
                    <a:pt x="5554602" y="153996"/>
                  </a:lnTo>
                  <a:lnTo>
                    <a:pt x="5477455" y="176036"/>
                  </a:lnTo>
                  <a:lnTo>
                    <a:pt x="5400308" y="198088"/>
                  </a:lnTo>
                  <a:lnTo>
                    <a:pt x="5323161" y="220154"/>
                  </a:lnTo>
                  <a:lnTo>
                    <a:pt x="5246013" y="242234"/>
                  </a:lnTo>
                  <a:lnTo>
                    <a:pt x="5168866" y="264330"/>
                  </a:lnTo>
                  <a:lnTo>
                    <a:pt x="5091719" y="286443"/>
                  </a:lnTo>
                  <a:lnTo>
                    <a:pt x="5014571" y="308573"/>
                  </a:lnTo>
                  <a:lnTo>
                    <a:pt x="4937424" y="330724"/>
                  </a:lnTo>
                  <a:lnTo>
                    <a:pt x="4860277" y="352895"/>
                  </a:lnTo>
                  <a:lnTo>
                    <a:pt x="4783130" y="375090"/>
                  </a:lnTo>
                  <a:lnTo>
                    <a:pt x="4705982" y="397310"/>
                  </a:lnTo>
                  <a:lnTo>
                    <a:pt x="4628835" y="419557"/>
                  </a:lnTo>
                  <a:lnTo>
                    <a:pt x="4551688" y="441834"/>
                  </a:lnTo>
                  <a:lnTo>
                    <a:pt x="4474541" y="464145"/>
                  </a:lnTo>
                  <a:lnTo>
                    <a:pt x="4397393" y="486491"/>
                  </a:lnTo>
                  <a:lnTo>
                    <a:pt x="4320246" y="508877"/>
                  </a:lnTo>
                  <a:lnTo>
                    <a:pt x="4243099" y="531306"/>
                  </a:lnTo>
                  <a:lnTo>
                    <a:pt x="4165952" y="553783"/>
                  </a:lnTo>
                  <a:lnTo>
                    <a:pt x="4088804" y="576313"/>
                  </a:lnTo>
                  <a:lnTo>
                    <a:pt x="4011657" y="598902"/>
                  </a:lnTo>
                  <a:lnTo>
                    <a:pt x="3934510" y="621555"/>
                  </a:lnTo>
                  <a:lnTo>
                    <a:pt x="3857363" y="644280"/>
                  </a:lnTo>
                  <a:lnTo>
                    <a:pt x="3780215" y="667084"/>
                  </a:lnTo>
                  <a:lnTo>
                    <a:pt x="3703068" y="689975"/>
                  </a:lnTo>
                  <a:lnTo>
                    <a:pt x="3625921" y="712963"/>
                  </a:lnTo>
                  <a:lnTo>
                    <a:pt x="3548774" y="736059"/>
                  </a:lnTo>
                  <a:lnTo>
                    <a:pt x="3471626" y="759273"/>
                  </a:lnTo>
                  <a:lnTo>
                    <a:pt x="3394479" y="782617"/>
                  </a:lnTo>
                  <a:lnTo>
                    <a:pt x="3317332" y="806103"/>
                  </a:lnTo>
                  <a:lnTo>
                    <a:pt x="3240184" y="829745"/>
                  </a:lnTo>
                  <a:lnTo>
                    <a:pt x="3163037" y="853557"/>
                  </a:lnTo>
                  <a:lnTo>
                    <a:pt x="3085890" y="877550"/>
                  </a:lnTo>
                  <a:lnTo>
                    <a:pt x="3008743" y="901736"/>
                  </a:lnTo>
                  <a:lnTo>
                    <a:pt x="2931595" y="926128"/>
                  </a:lnTo>
                  <a:lnTo>
                    <a:pt x="2854448" y="950735"/>
                  </a:lnTo>
                  <a:lnTo>
                    <a:pt x="2777301" y="975562"/>
                  </a:lnTo>
                  <a:lnTo>
                    <a:pt x="2700154" y="1000614"/>
                  </a:lnTo>
                  <a:lnTo>
                    <a:pt x="2623006" y="1025893"/>
                  </a:lnTo>
                  <a:lnTo>
                    <a:pt x="2545859" y="1051395"/>
                  </a:lnTo>
                  <a:lnTo>
                    <a:pt x="2468712" y="1077117"/>
                  </a:lnTo>
                  <a:lnTo>
                    <a:pt x="2391565" y="1103051"/>
                  </a:lnTo>
                  <a:lnTo>
                    <a:pt x="2314417" y="1129186"/>
                  </a:lnTo>
                  <a:lnTo>
                    <a:pt x="2237270" y="1155512"/>
                  </a:lnTo>
                  <a:lnTo>
                    <a:pt x="2160123" y="1182016"/>
                  </a:lnTo>
                  <a:lnTo>
                    <a:pt x="2082976" y="1208684"/>
                  </a:lnTo>
                  <a:lnTo>
                    <a:pt x="2005828" y="1235504"/>
                  </a:lnTo>
                  <a:lnTo>
                    <a:pt x="1928681" y="1262463"/>
                  </a:lnTo>
                  <a:lnTo>
                    <a:pt x="1851534" y="1289549"/>
                  </a:lnTo>
                  <a:lnTo>
                    <a:pt x="1774387" y="1316749"/>
                  </a:lnTo>
                  <a:lnTo>
                    <a:pt x="1697239" y="1344053"/>
                  </a:lnTo>
                  <a:lnTo>
                    <a:pt x="1620092" y="1371451"/>
                  </a:lnTo>
                  <a:lnTo>
                    <a:pt x="1542945" y="1398934"/>
                  </a:lnTo>
                  <a:lnTo>
                    <a:pt x="1465797" y="1426494"/>
                  </a:lnTo>
                  <a:lnTo>
                    <a:pt x="1388650" y="1454123"/>
                  </a:lnTo>
                  <a:lnTo>
                    <a:pt x="1311503" y="1481815"/>
                  </a:lnTo>
                  <a:lnTo>
                    <a:pt x="1234356" y="1509563"/>
                  </a:lnTo>
                  <a:lnTo>
                    <a:pt x="1157208" y="1537362"/>
                  </a:lnTo>
                  <a:lnTo>
                    <a:pt x="1080061" y="1565209"/>
                  </a:lnTo>
                  <a:lnTo>
                    <a:pt x="1002914" y="1593097"/>
                  </a:lnTo>
                  <a:lnTo>
                    <a:pt x="925767" y="1621024"/>
                  </a:lnTo>
                  <a:lnTo>
                    <a:pt x="848619" y="1648986"/>
                  </a:lnTo>
                  <a:lnTo>
                    <a:pt x="771472" y="1676980"/>
                  </a:lnTo>
                  <a:lnTo>
                    <a:pt x="694325" y="1705003"/>
                  </a:lnTo>
                  <a:lnTo>
                    <a:pt x="617178" y="1733052"/>
                  </a:lnTo>
                  <a:lnTo>
                    <a:pt x="540030" y="1761127"/>
                  </a:lnTo>
                  <a:lnTo>
                    <a:pt x="462883" y="1789224"/>
                  </a:lnTo>
                  <a:lnTo>
                    <a:pt x="385736" y="1817341"/>
                  </a:lnTo>
                  <a:lnTo>
                    <a:pt x="308589" y="1845478"/>
                  </a:lnTo>
                  <a:lnTo>
                    <a:pt x="231441" y="1873633"/>
                  </a:lnTo>
                  <a:lnTo>
                    <a:pt x="154294" y="1901803"/>
                  </a:lnTo>
                  <a:lnTo>
                    <a:pt x="77147" y="1929989"/>
                  </a:lnTo>
                  <a:lnTo>
                    <a:pt x="0" y="19581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2456926" y="2762751"/>
              <a:ext cx="6094633" cy="1985338"/>
            </a:xfrm>
            <a:custGeom>
              <a:avLst/>
              <a:pathLst>
                <a:path w="6094633" h="1985338">
                  <a:moveTo>
                    <a:pt x="0" y="1985338"/>
                  </a:moveTo>
                  <a:lnTo>
                    <a:pt x="77147" y="1960207"/>
                  </a:lnTo>
                  <a:lnTo>
                    <a:pt x="154294" y="1935076"/>
                  </a:lnTo>
                  <a:lnTo>
                    <a:pt x="231441" y="1909945"/>
                  </a:lnTo>
                  <a:lnTo>
                    <a:pt x="308589" y="1884814"/>
                  </a:lnTo>
                  <a:lnTo>
                    <a:pt x="385736" y="1859683"/>
                  </a:lnTo>
                  <a:lnTo>
                    <a:pt x="462883" y="1834553"/>
                  </a:lnTo>
                  <a:lnTo>
                    <a:pt x="540030" y="1809422"/>
                  </a:lnTo>
                  <a:lnTo>
                    <a:pt x="617178" y="1784291"/>
                  </a:lnTo>
                  <a:lnTo>
                    <a:pt x="694325" y="1759160"/>
                  </a:lnTo>
                  <a:lnTo>
                    <a:pt x="771472" y="1734029"/>
                  </a:lnTo>
                  <a:lnTo>
                    <a:pt x="848619" y="1708898"/>
                  </a:lnTo>
                  <a:lnTo>
                    <a:pt x="925767" y="1683767"/>
                  </a:lnTo>
                  <a:lnTo>
                    <a:pt x="1002914" y="1658637"/>
                  </a:lnTo>
                  <a:lnTo>
                    <a:pt x="1080061" y="1633506"/>
                  </a:lnTo>
                  <a:lnTo>
                    <a:pt x="1157208" y="1608375"/>
                  </a:lnTo>
                  <a:lnTo>
                    <a:pt x="1234356" y="1583244"/>
                  </a:lnTo>
                  <a:lnTo>
                    <a:pt x="1311503" y="1558113"/>
                  </a:lnTo>
                  <a:lnTo>
                    <a:pt x="1388650" y="1532982"/>
                  </a:lnTo>
                  <a:lnTo>
                    <a:pt x="1465797" y="1507851"/>
                  </a:lnTo>
                  <a:lnTo>
                    <a:pt x="1542945" y="1482720"/>
                  </a:lnTo>
                  <a:lnTo>
                    <a:pt x="1620092" y="1457590"/>
                  </a:lnTo>
                  <a:lnTo>
                    <a:pt x="1697239" y="1432459"/>
                  </a:lnTo>
                  <a:lnTo>
                    <a:pt x="1774387" y="1407328"/>
                  </a:lnTo>
                  <a:lnTo>
                    <a:pt x="1851534" y="1382197"/>
                  </a:lnTo>
                  <a:lnTo>
                    <a:pt x="1928681" y="1357066"/>
                  </a:lnTo>
                  <a:lnTo>
                    <a:pt x="2005828" y="1331935"/>
                  </a:lnTo>
                  <a:lnTo>
                    <a:pt x="2082976" y="1306804"/>
                  </a:lnTo>
                  <a:lnTo>
                    <a:pt x="2160123" y="1281674"/>
                  </a:lnTo>
                  <a:lnTo>
                    <a:pt x="2237270" y="1256543"/>
                  </a:lnTo>
                  <a:lnTo>
                    <a:pt x="2314417" y="1231412"/>
                  </a:lnTo>
                  <a:lnTo>
                    <a:pt x="2391565" y="1206281"/>
                  </a:lnTo>
                  <a:lnTo>
                    <a:pt x="2468712" y="1181150"/>
                  </a:lnTo>
                  <a:lnTo>
                    <a:pt x="2545859" y="1156019"/>
                  </a:lnTo>
                  <a:lnTo>
                    <a:pt x="2623006" y="1130888"/>
                  </a:lnTo>
                  <a:lnTo>
                    <a:pt x="2700154" y="1105758"/>
                  </a:lnTo>
                  <a:lnTo>
                    <a:pt x="2777301" y="1080627"/>
                  </a:lnTo>
                  <a:lnTo>
                    <a:pt x="2854448" y="1055496"/>
                  </a:lnTo>
                  <a:lnTo>
                    <a:pt x="2931595" y="1030365"/>
                  </a:lnTo>
                  <a:lnTo>
                    <a:pt x="3008743" y="1005234"/>
                  </a:lnTo>
                  <a:lnTo>
                    <a:pt x="3085890" y="980103"/>
                  </a:lnTo>
                  <a:lnTo>
                    <a:pt x="3163037" y="954972"/>
                  </a:lnTo>
                  <a:lnTo>
                    <a:pt x="3240184" y="929841"/>
                  </a:lnTo>
                  <a:lnTo>
                    <a:pt x="3317332" y="904711"/>
                  </a:lnTo>
                  <a:lnTo>
                    <a:pt x="3394479" y="879580"/>
                  </a:lnTo>
                  <a:lnTo>
                    <a:pt x="3471626" y="854449"/>
                  </a:lnTo>
                  <a:lnTo>
                    <a:pt x="3548774" y="829318"/>
                  </a:lnTo>
                  <a:lnTo>
                    <a:pt x="3625921" y="804187"/>
                  </a:lnTo>
                  <a:lnTo>
                    <a:pt x="3703068" y="779056"/>
                  </a:lnTo>
                  <a:lnTo>
                    <a:pt x="3780215" y="753925"/>
                  </a:lnTo>
                  <a:lnTo>
                    <a:pt x="3857363" y="728795"/>
                  </a:lnTo>
                  <a:lnTo>
                    <a:pt x="3934510" y="703664"/>
                  </a:lnTo>
                  <a:lnTo>
                    <a:pt x="4011657" y="678533"/>
                  </a:lnTo>
                  <a:lnTo>
                    <a:pt x="4088804" y="653402"/>
                  </a:lnTo>
                  <a:lnTo>
                    <a:pt x="4165952" y="628271"/>
                  </a:lnTo>
                  <a:lnTo>
                    <a:pt x="4243099" y="603140"/>
                  </a:lnTo>
                  <a:lnTo>
                    <a:pt x="4320246" y="578009"/>
                  </a:lnTo>
                  <a:lnTo>
                    <a:pt x="4397393" y="552879"/>
                  </a:lnTo>
                  <a:lnTo>
                    <a:pt x="4474541" y="527748"/>
                  </a:lnTo>
                  <a:lnTo>
                    <a:pt x="4551688" y="502617"/>
                  </a:lnTo>
                  <a:lnTo>
                    <a:pt x="4628835" y="477486"/>
                  </a:lnTo>
                  <a:lnTo>
                    <a:pt x="4705982" y="452355"/>
                  </a:lnTo>
                  <a:lnTo>
                    <a:pt x="4783130" y="427224"/>
                  </a:lnTo>
                  <a:lnTo>
                    <a:pt x="4860277" y="402093"/>
                  </a:lnTo>
                  <a:lnTo>
                    <a:pt x="4937424" y="376962"/>
                  </a:lnTo>
                  <a:lnTo>
                    <a:pt x="5014571" y="351832"/>
                  </a:lnTo>
                  <a:lnTo>
                    <a:pt x="5091719" y="326701"/>
                  </a:lnTo>
                  <a:lnTo>
                    <a:pt x="5168866" y="301570"/>
                  </a:lnTo>
                  <a:lnTo>
                    <a:pt x="5246013" y="276439"/>
                  </a:lnTo>
                  <a:lnTo>
                    <a:pt x="5323161" y="251308"/>
                  </a:lnTo>
                  <a:lnTo>
                    <a:pt x="5400308" y="226177"/>
                  </a:lnTo>
                  <a:lnTo>
                    <a:pt x="5477455" y="201046"/>
                  </a:lnTo>
                  <a:lnTo>
                    <a:pt x="5554602" y="175916"/>
                  </a:lnTo>
                  <a:lnTo>
                    <a:pt x="5631750" y="150785"/>
                  </a:lnTo>
                  <a:lnTo>
                    <a:pt x="5708897" y="125654"/>
                  </a:lnTo>
                  <a:lnTo>
                    <a:pt x="5786044" y="100523"/>
                  </a:lnTo>
                  <a:lnTo>
                    <a:pt x="5863191" y="75392"/>
                  </a:lnTo>
                  <a:lnTo>
                    <a:pt x="5940339" y="50261"/>
                  </a:lnTo>
                  <a:lnTo>
                    <a:pt x="6017486" y="25130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0.65 x +24.2   (R² = 0.68)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0.72 x +28.4   (R² = 0.73)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323, n_red = 106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2026-08-17T08:26:32Z</dcterms:modified>
  <cp:category/>
</cp:coreProperties>
</file>