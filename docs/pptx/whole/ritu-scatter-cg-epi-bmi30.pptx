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41876" y="511436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41876" y="4244691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41876" y="3375014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41876" y="250533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16295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90734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651740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396134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41876" y="5549207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41876" y="4679530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41876" y="3809853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41876" y="2940175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41876" y="2070498"/>
              <a:ext cx="7675334" cy="0"/>
            </a:xfrm>
            <a:custGeom>
              <a:avLst/>
              <a:pathLst>
                <a:path w="7675334" h="0">
                  <a:moveTo>
                    <a:pt x="0" y="0"/>
                  </a:moveTo>
                  <a:lnTo>
                    <a:pt x="7675334" y="0"/>
                  </a:lnTo>
                  <a:lnTo>
                    <a:pt x="767533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29075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035149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79543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23937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68332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5565628" y="39867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828172" y="38356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3538061" y="44045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3833619" y="405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5095198" y="36121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2609000" y="47252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3938592" y="41788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3865818" y="44193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4620214" y="38355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3481633" y="43236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3635187" y="39274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943095" y="43256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4428339" y="41466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3757871" y="42421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6078890" y="3908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4544743" y="38965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6405691" y="34640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3280870" y="43739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832869" y="40560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4694711" y="40331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7133915" y="3408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4675440" y="3662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3863678" y="425766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3015557" y="43784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6093904" y="3352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3691789" y="43237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89285" y="414065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5064241" y="356499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3732460" y="39367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4350781" y="387487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789853" y="44939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4906980" y="37920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4080134" y="3913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4997079" y="417709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796328" y="46431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4322005" y="38668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4517297" y="38964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3001601" y="44357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3698937" y="38981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3098979" y="43337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4039019" y="41376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3160910" y="46478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6535533" y="3836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3090675" y="46904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317292" y="42081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3841622" y="3902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6211059" y="345944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6146643" y="297781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5358834" y="34827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4252091" y="381123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4102212" y="40705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3789726" y="42634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3099094" y="41409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6157919" y="31126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5035441" y="34063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4527054" y="382557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4488845" y="415730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3424979" y="45153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3432574" y="41261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3184822" y="4448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4419139" y="39282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4000972" y="37521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3336636" y="42539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4239720" y="414820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4246787" y="41393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641405" y="38065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3397657" y="42548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3937643" y="442305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838069" y="3947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4706312" y="35638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4732274" y="38682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3725068" y="451977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2390429" y="45991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4175304" y="366335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4989839" y="36838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564789" y="40762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4301215" y="3987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3278979" y="437526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3249976" y="41549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5224068" y="36946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5263012" y="380758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3653167" y="41329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4753924" y="421804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4344132" y="35680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709095" y="411063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4084771" y="38855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3083549" y="451202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4680202" y="38852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6179" y="47642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5234291" y="36536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6456892" y="31690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3415603" y="42546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4056725" y="39494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3784012" y="42283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4107847" y="426602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3466387" y="404379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4076219" y="38283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5113159" y="36458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291611" y="42273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3520444" y="39936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3438829" y="43813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5184626" y="36882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4260751" y="421330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4770370" y="340764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4079143" y="43331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4907453" y="36175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5172299" y="36016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3888710" y="363230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3947009" y="384669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8223735" y="30223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2886955" y="47964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2579773" y="49052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26428" y="42048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5752354" y="30984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3648120" y="399716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907638" y="388920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5445402" y="3461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5070462" y="3835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2660226" y="48773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4977096" y="38402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5244681" y="350383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4247597" y="39934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5363004" y="381299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532263" y="430935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5075231" y="395722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4140031" y="42440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3173324" y="44396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3263540" y="41844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4422060" y="411446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5036679" y="42429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4670718" y="376685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3686949" y="44027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484271" y="44609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7404184" y="31287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4961684" y="37625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3830792" y="39627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4673596" y="34178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540553" y="432584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4357171" y="37127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30745" y="49883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3870217" y="416597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4455133" y="389434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4658103" y="405126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3148069" y="489436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6390244" y="30202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3525760" y="388652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4317017" y="432333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4729721" y="38089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3712382" y="40205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3500165" y="408080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5062046" y="381822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2923662" y="43652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4258381" y="41696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3558480" y="40886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6302276" y="325035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4928516" y="38156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903347" y="395238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5933635" y="314869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112313" y="4412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4018953" y="39687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4615613" y="34544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5048280" y="344082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5346422" y="388836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3495765" y="3903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5221771" y="37695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4986922" y="34808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4595593" y="38842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7190853" y="381936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5343925" y="335248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7138911" y="31614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4896694" y="36007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4664468" y="36254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5460198" y="439932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709978" y="46966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3814714" y="394958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5039064" y="36768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2940186" y="4866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3510806" y="432804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6079407" y="360290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3164005" y="44634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3958685" y="441562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4272347" y="40243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3815884" y="447233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4381329" y="400439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4810021" y="381620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5445227" y="38767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4753650" y="38614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3819749" y="397174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4075832" y="424762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5899524" y="329671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4791956" y="422955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4989742" y="36270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3365688" y="46232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4441632" y="393773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49572" y="466742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3461700" y="41521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3122420" y="46926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4103132" y="37745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3079333" y="46689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4670581" y="40562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4857006" y="3753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4883146" y="374392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3622871" y="4172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4089052" y="40789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3192932" y="43129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5187657" y="344793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5145853" y="35336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4184287" y="42296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3873497" y="43870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5606129" y="350773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4259435" y="383054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6565755" y="314238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6470738" y="313897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5314110" y="3642768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3816547" y="40399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6683267" y="364904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4575112" y="385646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4808348" y="37713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5598082" y="350673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4769842" y="381224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5330324" y="38318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4338979" y="355069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6100827" y="37871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3738309" y="389976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3891734" y="383090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4361511" y="393627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4865222" y="375245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4328087" y="409491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5074097" y="398497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3154123" y="457835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3747111" y="40641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5558617" y="389259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5215231" y="41342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012844" y="4645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405570" y="42956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4968388" y="358118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384938" y="441590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6311465" y="288609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5652347" y="391402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5944383" y="353211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4322819" y="37249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5798063" y="40188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5866002" y="33590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7741311" y="374824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4752415" y="402886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4770014" y="38071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3022283" y="442109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6463059" y="349812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3866429" y="40587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4365951" y="40550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5400208" y="38004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5208705" y="371323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5232657" y="31583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6837987" y="33411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5024921" y="370946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3398233" y="389945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3231451" y="483347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5029089" y="3858155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5003127" y="337285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5501312" y="392722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3882660" y="41205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4139322" y="430959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4099475" y="410938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4997152" y="386104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5307403" y="33982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4579621" y="379105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5586558" y="33032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3763559" y="418390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4714195" y="36738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4909438" y="448605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4378218" y="4358286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4982280" y="377113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3792526" y="4154083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2999069" y="451178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03277" y="412138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4430918" y="37613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4065313" y="392513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3310907" y="408809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4231188" y="434674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8525379" y="291698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3244920" y="495451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4170501" y="390575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6836029" y="31457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1959486" y="522501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3946447" y="415584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5569703" y="368360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3427486" y="4314513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3284888" y="433521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4262898" y="363918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6167787" y="358320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7219475" y="299900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4330855" y="394201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5185187" y="331273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7466442" y="290819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3330638" y="426413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6563966" y="331951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3563892" y="442177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4442326" y="409029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649724" y="386939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4480252" y="3669536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4728098" y="371144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3506217" y="414350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3661753" y="413613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4067386" y="412448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4879701" y="359441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6636871" y="317256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363158" y="419255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4288728" y="3745420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5010711" y="3432741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4261651" y="359861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6844867" y="3045060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6158917" y="3099978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6719082" y="3466919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4724363" y="3730414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5592269" y="3781664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7169781" y="3009721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4011295" y="3851132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4344990" y="3962915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4243085" y="4031469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3611603" y="3889977"/>
              <a:ext cx="52362" cy="52362"/>
            </a:xfrm>
            <a:prstGeom prst="ellipse">
              <a:avLst/>
            </a:prstGeom>
            <a:solidFill>
              <a:srgbClr val="999999">
                <a:alpha val="60000"/>
              </a:srgbClr>
            </a:solidFill>
            <a:ln w="9000" cap="rnd">
              <a:solidFill>
                <a:srgbClr val="999999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6329442" y="3667917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5096619" y="3864722"/>
              <a:ext cx="52362" cy="52362"/>
            </a:xfrm>
            <a:prstGeom prst="ellipse">
              <a:avLst/>
            </a:prstGeom>
            <a:solidFill>
              <a:srgbClr val="E31A1C">
                <a:alpha val="60000"/>
              </a:srgbClr>
            </a:solidFill>
            <a:ln w="9000" cap="rnd">
              <a:solidFill>
                <a:srgbClr val="E31A1C">
                  <a:alpha val="6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g344"/>
            <p:cNvSpPr/>
            <p:nvPr/>
          </p:nvSpPr>
          <p:spPr>
            <a:xfrm>
              <a:off x="1985667" y="2827027"/>
              <a:ext cx="5259989" cy="2050100"/>
            </a:xfrm>
            <a:custGeom>
              <a:avLst/>
              <a:pathLst>
                <a:path w="5259989" h="2050100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  <a:lnTo>
                    <a:pt x="5259989" y="189637"/>
                  </a:lnTo>
                  <a:lnTo>
                    <a:pt x="5193407" y="211621"/>
                  </a:lnTo>
                  <a:lnTo>
                    <a:pt x="5126825" y="233609"/>
                  </a:lnTo>
                  <a:lnTo>
                    <a:pt x="5060243" y="255601"/>
                  </a:lnTo>
                  <a:lnTo>
                    <a:pt x="4993660" y="277597"/>
                  </a:lnTo>
                  <a:lnTo>
                    <a:pt x="4927078" y="299598"/>
                  </a:lnTo>
                  <a:lnTo>
                    <a:pt x="4860496" y="321603"/>
                  </a:lnTo>
                  <a:lnTo>
                    <a:pt x="4793914" y="343614"/>
                  </a:lnTo>
                  <a:lnTo>
                    <a:pt x="4727332" y="365631"/>
                  </a:lnTo>
                  <a:lnTo>
                    <a:pt x="4660750" y="387653"/>
                  </a:lnTo>
                  <a:lnTo>
                    <a:pt x="4594167" y="409682"/>
                  </a:lnTo>
                  <a:lnTo>
                    <a:pt x="4527585" y="431718"/>
                  </a:lnTo>
                  <a:lnTo>
                    <a:pt x="4461003" y="453761"/>
                  </a:lnTo>
                  <a:lnTo>
                    <a:pt x="4394421" y="475812"/>
                  </a:lnTo>
                  <a:lnTo>
                    <a:pt x="4327839" y="497871"/>
                  </a:lnTo>
                  <a:lnTo>
                    <a:pt x="4261257" y="519940"/>
                  </a:lnTo>
                  <a:lnTo>
                    <a:pt x="4194675" y="542019"/>
                  </a:lnTo>
                  <a:lnTo>
                    <a:pt x="4128092" y="564109"/>
                  </a:lnTo>
                  <a:lnTo>
                    <a:pt x="4061510" y="586210"/>
                  </a:lnTo>
                  <a:lnTo>
                    <a:pt x="3994928" y="608325"/>
                  </a:lnTo>
                  <a:lnTo>
                    <a:pt x="3928346" y="630453"/>
                  </a:lnTo>
                  <a:lnTo>
                    <a:pt x="3861764" y="652597"/>
                  </a:lnTo>
                  <a:lnTo>
                    <a:pt x="3795182" y="674757"/>
                  </a:lnTo>
                  <a:lnTo>
                    <a:pt x="3728600" y="696936"/>
                  </a:lnTo>
                  <a:lnTo>
                    <a:pt x="3662017" y="719134"/>
                  </a:lnTo>
                  <a:lnTo>
                    <a:pt x="3595435" y="741355"/>
                  </a:lnTo>
                  <a:lnTo>
                    <a:pt x="3528853" y="763600"/>
                  </a:lnTo>
                  <a:lnTo>
                    <a:pt x="3462271" y="785872"/>
                  </a:lnTo>
                  <a:lnTo>
                    <a:pt x="3395689" y="808174"/>
                  </a:lnTo>
                  <a:lnTo>
                    <a:pt x="3329107" y="830508"/>
                  </a:lnTo>
                  <a:lnTo>
                    <a:pt x="3262525" y="852878"/>
                  </a:lnTo>
                  <a:lnTo>
                    <a:pt x="3195942" y="875289"/>
                  </a:lnTo>
                  <a:lnTo>
                    <a:pt x="3129360" y="897745"/>
                  </a:lnTo>
                  <a:lnTo>
                    <a:pt x="3062778" y="920250"/>
                  </a:lnTo>
                  <a:lnTo>
                    <a:pt x="2996196" y="942811"/>
                  </a:lnTo>
                  <a:lnTo>
                    <a:pt x="2929614" y="965432"/>
                  </a:lnTo>
                  <a:lnTo>
                    <a:pt x="2863032" y="988122"/>
                  </a:lnTo>
                  <a:lnTo>
                    <a:pt x="2796450" y="1010886"/>
                  </a:lnTo>
                  <a:lnTo>
                    <a:pt x="2729867" y="1033733"/>
                  </a:lnTo>
                  <a:lnTo>
                    <a:pt x="2663285" y="1056670"/>
                  </a:lnTo>
                  <a:lnTo>
                    <a:pt x="2596703" y="1079706"/>
                  </a:lnTo>
                  <a:lnTo>
                    <a:pt x="2530121" y="1102849"/>
                  </a:lnTo>
                  <a:lnTo>
                    <a:pt x="2463539" y="1126107"/>
                  </a:lnTo>
                  <a:lnTo>
                    <a:pt x="2396957" y="1149486"/>
                  </a:lnTo>
                  <a:lnTo>
                    <a:pt x="2330375" y="1172993"/>
                  </a:lnTo>
                  <a:lnTo>
                    <a:pt x="2263792" y="1196634"/>
                  </a:lnTo>
                  <a:lnTo>
                    <a:pt x="2197210" y="1220410"/>
                  </a:lnTo>
                  <a:lnTo>
                    <a:pt x="2130628" y="1244323"/>
                  </a:lnTo>
                  <a:lnTo>
                    <a:pt x="2064046" y="1268373"/>
                  </a:lnTo>
                  <a:lnTo>
                    <a:pt x="1997464" y="1292556"/>
                  </a:lnTo>
                  <a:lnTo>
                    <a:pt x="1930882" y="1316868"/>
                  </a:lnTo>
                  <a:lnTo>
                    <a:pt x="1864300" y="1341303"/>
                  </a:lnTo>
                  <a:lnTo>
                    <a:pt x="1797717" y="1365855"/>
                  </a:lnTo>
                  <a:lnTo>
                    <a:pt x="1731135" y="1390515"/>
                  </a:lnTo>
                  <a:lnTo>
                    <a:pt x="1664553" y="1415275"/>
                  </a:lnTo>
                  <a:lnTo>
                    <a:pt x="1597971" y="1440128"/>
                  </a:lnTo>
                  <a:lnTo>
                    <a:pt x="1531389" y="1465064"/>
                  </a:lnTo>
                  <a:lnTo>
                    <a:pt x="1464807" y="1490077"/>
                  </a:lnTo>
                  <a:lnTo>
                    <a:pt x="1398225" y="1515159"/>
                  </a:lnTo>
                  <a:lnTo>
                    <a:pt x="1331642" y="1540304"/>
                  </a:lnTo>
                  <a:lnTo>
                    <a:pt x="1265060" y="1565505"/>
                  </a:lnTo>
                  <a:lnTo>
                    <a:pt x="1198478" y="1590756"/>
                  </a:lnTo>
                  <a:lnTo>
                    <a:pt x="1131896" y="1616053"/>
                  </a:lnTo>
                  <a:lnTo>
                    <a:pt x="1065314" y="1641391"/>
                  </a:lnTo>
                  <a:lnTo>
                    <a:pt x="998732" y="1666767"/>
                  </a:lnTo>
                  <a:lnTo>
                    <a:pt x="932150" y="1692176"/>
                  </a:lnTo>
                  <a:lnTo>
                    <a:pt x="865567" y="1717615"/>
                  </a:lnTo>
                  <a:lnTo>
                    <a:pt x="798985" y="1743081"/>
                  </a:lnTo>
                  <a:lnTo>
                    <a:pt x="732403" y="1768572"/>
                  </a:lnTo>
                  <a:lnTo>
                    <a:pt x="665821" y="1794086"/>
                  </a:lnTo>
                  <a:lnTo>
                    <a:pt x="599239" y="1819620"/>
                  </a:lnTo>
                  <a:lnTo>
                    <a:pt x="532657" y="1845173"/>
                  </a:lnTo>
                  <a:lnTo>
                    <a:pt x="466075" y="1870742"/>
                  </a:lnTo>
                  <a:lnTo>
                    <a:pt x="399492" y="1896327"/>
                  </a:lnTo>
                  <a:lnTo>
                    <a:pt x="332910" y="1921927"/>
                  </a:lnTo>
                  <a:lnTo>
                    <a:pt x="266328" y="1947539"/>
                  </a:lnTo>
                  <a:lnTo>
                    <a:pt x="199746" y="1973164"/>
                  </a:lnTo>
                  <a:lnTo>
                    <a:pt x="133164" y="1998799"/>
                  </a:lnTo>
                  <a:lnTo>
                    <a:pt x="66582" y="2024445"/>
                  </a:lnTo>
                  <a:lnTo>
                    <a:pt x="0" y="2050100"/>
                  </a:lnTo>
                  <a:close/>
                </a:path>
              </a:pathLst>
            </a:custGeom>
            <a:solidFill>
              <a:srgbClr val="999999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1985667" y="2827027"/>
              <a:ext cx="5259989" cy="1909142"/>
            </a:xfrm>
            <a:custGeom>
              <a:avLst/>
              <a:pathLst>
                <a:path w="5259989" h="1909142">
                  <a:moveTo>
                    <a:pt x="0" y="1909142"/>
                  </a:moveTo>
                  <a:lnTo>
                    <a:pt x="66582" y="1887081"/>
                  </a:lnTo>
                  <a:lnTo>
                    <a:pt x="133164" y="1865010"/>
                  </a:lnTo>
                  <a:lnTo>
                    <a:pt x="199746" y="1842929"/>
                  </a:lnTo>
                  <a:lnTo>
                    <a:pt x="266328" y="1820837"/>
                  </a:lnTo>
                  <a:lnTo>
                    <a:pt x="332910" y="1798733"/>
                  </a:lnTo>
                  <a:lnTo>
                    <a:pt x="399492" y="1776616"/>
                  </a:lnTo>
                  <a:lnTo>
                    <a:pt x="466075" y="1754485"/>
                  </a:lnTo>
                  <a:lnTo>
                    <a:pt x="532657" y="1732338"/>
                  </a:lnTo>
                  <a:lnTo>
                    <a:pt x="599239" y="1710174"/>
                  </a:lnTo>
                  <a:lnTo>
                    <a:pt x="665821" y="1687991"/>
                  </a:lnTo>
                  <a:lnTo>
                    <a:pt x="732403" y="1665788"/>
                  </a:lnTo>
                  <a:lnTo>
                    <a:pt x="798985" y="1643563"/>
                  </a:lnTo>
                  <a:lnTo>
                    <a:pt x="865567" y="1621313"/>
                  </a:lnTo>
                  <a:lnTo>
                    <a:pt x="932150" y="1599035"/>
                  </a:lnTo>
                  <a:lnTo>
                    <a:pt x="998732" y="1576728"/>
                  </a:lnTo>
                  <a:lnTo>
                    <a:pt x="1065314" y="1554386"/>
                  </a:lnTo>
                  <a:lnTo>
                    <a:pt x="1131896" y="1532008"/>
                  </a:lnTo>
                  <a:lnTo>
                    <a:pt x="1198478" y="1509589"/>
                  </a:lnTo>
                  <a:lnTo>
                    <a:pt x="1265060" y="1487124"/>
                  </a:lnTo>
                  <a:lnTo>
                    <a:pt x="1331642" y="1464608"/>
                  </a:lnTo>
                  <a:lnTo>
                    <a:pt x="1398225" y="1442036"/>
                  </a:lnTo>
                  <a:lnTo>
                    <a:pt x="1464807" y="1419402"/>
                  </a:lnTo>
                  <a:lnTo>
                    <a:pt x="1531389" y="1396698"/>
                  </a:lnTo>
                  <a:lnTo>
                    <a:pt x="1597971" y="1373918"/>
                  </a:lnTo>
                  <a:lnTo>
                    <a:pt x="1664553" y="1351054"/>
                  </a:lnTo>
                  <a:lnTo>
                    <a:pt x="1731135" y="1328098"/>
                  </a:lnTo>
                  <a:lnTo>
                    <a:pt x="1797717" y="1305041"/>
                  </a:lnTo>
                  <a:lnTo>
                    <a:pt x="1864300" y="1281876"/>
                  </a:lnTo>
                  <a:lnTo>
                    <a:pt x="1930882" y="1258595"/>
                  </a:lnTo>
                  <a:lnTo>
                    <a:pt x="1997464" y="1235191"/>
                  </a:lnTo>
                  <a:lnTo>
                    <a:pt x="2064046" y="1211657"/>
                  </a:lnTo>
                  <a:lnTo>
                    <a:pt x="2130628" y="1187990"/>
                  </a:lnTo>
                  <a:lnTo>
                    <a:pt x="2197210" y="1164187"/>
                  </a:lnTo>
                  <a:lnTo>
                    <a:pt x="2263792" y="1140247"/>
                  </a:lnTo>
                  <a:lnTo>
                    <a:pt x="2330375" y="1116171"/>
                  </a:lnTo>
                  <a:lnTo>
                    <a:pt x="2396957" y="1091961"/>
                  </a:lnTo>
                  <a:lnTo>
                    <a:pt x="2463539" y="1067624"/>
                  </a:lnTo>
                  <a:lnTo>
                    <a:pt x="2530121" y="1043165"/>
                  </a:lnTo>
                  <a:lnTo>
                    <a:pt x="2596703" y="1018592"/>
                  </a:lnTo>
                  <a:lnTo>
                    <a:pt x="2663285" y="993911"/>
                  </a:lnTo>
                  <a:lnTo>
                    <a:pt x="2729867" y="969132"/>
                  </a:lnTo>
                  <a:lnTo>
                    <a:pt x="2796450" y="944262"/>
                  </a:lnTo>
                  <a:lnTo>
                    <a:pt x="2863032" y="919310"/>
                  </a:lnTo>
                  <a:lnTo>
                    <a:pt x="2929614" y="894283"/>
                  </a:lnTo>
                  <a:lnTo>
                    <a:pt x="2996196" y="869188"/>
                  </a:lnTo>
                  <a:lnTo>
                    <a:pt x="3062778" y="844032"/>
                  </a:lnTo>
                  <a:lnTo>
                    <a:pt x="3129360" y="818821"/>
                  </a:lnTo>
                  <a:lnTo>
                    <a:pt x="3195942" y="793560"/>
                  </a:lnTo>
                  <a:lnTo>
                    <a:pt x="3262525" y="768254"/>
                  </a:lnTo>
                  <a:lnTo>
                    <a:pt x="3329107" y="742908"/>
                  </a:lnTo>
                  <a:lnTo>
                    <a:pt x="3395689" y="717526"/>
                  </a:lnTo>
                  <a:lnTo>
                    <a:pt x="3462271" y="692111"/>
                  </a:lnTo>
                  <a:lnTo>
                    <a:pt x="3528853" y="666666"/>
                  </a:lnTo>
                  <a:lnTo>
                    <a:pt x="3595435" y="641195"/>
                  </a:lnTo>
                  <a:lnTo>
                    <a:pt x="3662017" y="615699"/>
                  </a:lnTo>
                  <a:lnTo>
                    <a:pt x="3728600" y="590181"/>
                  </a:lnTo>
                  <a:lnTo>
                    <a:pt x="3795182" y="564643"/>
                  </a:lnTo>
                  <a:lnTo>
                    <a:pt x="3861764" y="539087"/>
                  </a:lnTo>
                  <a:lnTo>
                    <a:pt x="3928346" y="513514"/>
                  </a:lnTo>
                  <a:lnTo>
                    <a:pt x="3994928" y="487926"/>
                  </a:lnTo>
                  <a:lnTo>
                    <a:pt x="4061510" y="462324"/>
                  </a:lnTo>
                  <a:lnTo>
                    <a:pt x="4128092" y="436709"/>
                  </a:lnTo>
                  <a:lnTo>
                    <a:pt x="4194675" y="411082"/>
                  </a:lnTo>
                  <a:lnTo>
                    <a:pt x="4261257" y="385445"/>
                  </a:lnTo>
                  <a:lnTo>
                    <a:pt x="4327839" y="359797"/>
                  </a:lnTo>
                  <a:lnTo>
                    <a:pt x="4394421" y="334140"/>
                  </a:lnTo>
                  <a:lnTo>
                    <a:pt x="4461003" y="308475"/>
                  </a:lnTo>
                  <a:lnTo>
                    <a:pt x="4527585" y="282801"/>
                  </a:lnTo>
                  <a:lnTo>
                    <a:pt x="4594167" y="257120"/>
                  </a:lnTo>
                  <a:lnTo>
                    <a:pt x="4660750" y="231432"/>
                  </a:lnTo>
                  <a:lnTo>
                    <a:pt x="4727332" y="205738"/>
                  </a:lnTo>
                  <a:lnTo>
                    <a:pt x="4793914" y="180038"/>
                  </a:lnTo>
                  <a:lnTo>
                    <a:pt x="4860496" y="154333"/>
                  </a:lnTo>
                  <a:lnTo>
                    <a:pt x="4927078" y="128622"/>
                  </a:lnTo>
                  <a:lnTo>
                    <a:pt x="4993660" y="102906"/>
                  </a:lnTo>
                  <a:lnTo>
                    <a:pt x="5060243" y="77185"/>
                  </a:lnTo>
                  <a:lnTo>
                    <a:pt x="5126825" y="51461"/>
                  </a:lnTo>
                  <a:lnTo>
                    <a:pt x="5193407" y="25732"/>
                  </a:lnTo>
                  <a:lnTo>
                    <a:pt x="5259989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1985667" y="3016665"/>
              <a:ext cx="5259989" cy="1860462"/>
            </a:xfrm>
            <a:custGeom>
              <a:avLst/>
              <a:pathLst>
                <a:path w="5259989" h="1860462">
                  <a:moveTo>
                    <a:pt x="5259989" y="0"/>
                  </a:moveTo>
                  <a:lnTo>
                    <a:pt x="5193407" y="21984"/>
                  </a:lnTo>
                  <a:lnTo>
                    <a:pt x="5126825" y="43971"/>
                  </a:lnTo>
                  <a:lnTo>
                    <a:pt x="5060243" y="65963"/>
                  </a:lnTo>
                  <a:lnTo>
                    <a:pt x="4993660" y="87959"/>
                  </a:lnTo>
                  <a:lnTo>
                    <a:pt x="4927078" y="109960"/>
                  </a:lnTo>
                  <a:lnTo>
                    <a:pt x="4860496" y="131966"/>
                  </a:lnTo>
                  <a:lnTo>
                    <a:pt x="4793914" y="153976"/>
                  </a:lnTo>
                  <a:lnTo>
                    <a:pt x="4727332" y="175993"/>
                  </a:lnTo>
                  <a:lnTo>
                    <a:pt x="4660750" y="198015"/>
                  </a:lnTo>
                  <a:lnTo>
                    <a:pt x="4594167" y="220044"/>
                  </a:lnTo>
                  <a:lnTo>
                    <a:pt x="4527585" y="242080"/>
                  </a:lnTo>
                  <a:lnTo>
                    <a:pt x="4461003" y="264123"/>
                  </a:lnTo>
                  <a:lnTo>
                    <a:pt x="4394421" y="286174"/>
                  </a:lnTo>
                  <a:lnTo>
                    <a:pt x="4327839" y="308233"/>
                  </a:lnTo>
                  <a:lnTo>
                    <a:pt x="4261257" y="330302"/>
                  </a:lnTo>
                  <a:lnTo>
                    <a:pt x="4194675" y="352381"/>
                  </a:lnTo>
                  <a:lnTo>
                    <a:pt x="4128092" y="374471"/>
                  </a:lnTo>
                  <a:lnTo>
                    <a:pt x="4061510" y="396572"/>
                  </a:lnTo>
                  <a:lnTo>
                    <a:pt x="3994928" y="418687"/>
                  </a:lnTo>
                  <a:lnTo>
                    <a:pt x="3928346" y="440815"/>
                  </a:lnTo>
                  <a:lnTo>
                    <a:pt x="3861764" y="462959"/>
                  </a:lnTo>
                  <a:lnTo>
                    <a:pt x="3795182" y="485119"/>
                  </a:lnTo>
                  <a:lnTo>
                    <a:pt x="3728600" y="507298"/>
                  </a:lnTo>
                  <a:lnTo>
                    <a:pt x="3662017" y="529497"/>
                  </a:lnTo>
                  <a:lnTo>
                    <a:pt x="3595435" y="551717"/>
                  </a:lnTo>
                  <a:lnTo>
                    <a:pt x="3528853" y="573962"/>
                  </a:lnTo>
                  <a:lnTo>
                    <a:pt x="3462271" y="596234"/>
                  </a:lnTo>
                  <a:lnTo>
                    <a:pt x="3395689" y="618536"/>
                  </a:lnTo>
                  <a:lnTo>
                    <a:pt x="3329107" y="640870"/>
                  </a:lnTo>
                  <a:lnTo>
                    <a:pt x="3262525" y="663241"/>
                  </a:lnTo>
                  <a:lnTo>
                    <a:pt x="3195942" y="685652"/>
                  </a:lnTo>
                  <a:lnTo>
                    <a:pt x="3129360" y="708107"/>
                  </a:lnTo>
                  <a:lnTo>
                    <a:pt x="3062778" y="730612"/>
                  </a:lnTo>
                  <a:lnTo>
                    <a:pt x="2996196" y="753173"/>
                  </a:lnTo>
                  <a:lnTo>
                    <a:pt x="2929614" y="775795"/>
                  </a:lnTo>
                  <a:lnTo>
                    <a:pt x="2863032" y="798484"/>
                  </a:lnTo>
                  <a:lnTo>
                    <a:pt x="2796450" y="821248"/>
                  </a:lnTo>
                  <a:lnTo>
                    <a:pt x="2729867" y="844095"/>
                  </a:lnTo>
                  <a:lnTo>
                    <a:pt x="2663285" y="867032"/>
                  </a:lnTo>
                  <a:lnTo>
                    <a:pt x="2596703" y="890068"/>
                  </a:lnTo>
                  <a:lnTo>
                    <a:pt x="2530121" y="913211"/>
                  </a:lnTo>
                  <a:lnTo>
                    <a:pt x="2463539" y="936469"/>
                  </a:lnTo>
                  <a:lnTo>
                    <a:pt x="2396957" y="959848"/>
                  </a:lnTo>
                  <a:lnTo>
                    <a:pt x="2330375" y="983356"/>
                  </a:lnTo>
                  <a:lnTo>
                    <a:pt x="2263792" y="1006996"/>
                  </a:lnTo>
                  <a:lnTo>
                    <a:pt x="2197210" y="1030772"/>
                  </a:lnTo>
                  <a:lnTo>
                    <a:pt x="2130628" y="1054685"/>
                  </a:lnTo>
                  <a:lnTo>
                    <a:pt x="2064046" y="1078735"/>
                  </a:lnTo>
                  <a:lnTo>
                    <a:pt x="1997464" y="1102918"/>
                  </a:lnTo>
                  <a:lnTo>
                    <a:pt x="1930882" y="1127230"/>
                  </a:lnTo>
                  <a:lnTo>
                    <a:pt x="1864300" y="1151666"/>
                  </a:lnTo>
                  <a:lnTo>
                    <a:pt x="1797717" y="1176217"/>
                  </a:lnTo>
                  <a:lnTo>
                    <a:pt x="1731135" y="1200877"/>
                  </a:lnTo>
                  <a:lnTo>
                    <a:pt x="1664553" y="1225638"/>
                  </a:lnTo>
                  <a:lnTo>
                    <a:pt x="1597971" y="1250490"/>
                  </a:lnTo>
                  <a:lnTo>
                    <a:pt x="1531389" y="1275427"/>
                  </a:lnTo>
                  <a:lnTo>
                    <a:pt x="1464807" y="1300439"/>
                  </a:lnTo>
                  <a:lnTo>
                    <a:pt x="1398225" y="1325522"/>
                  </a:lnTo>
                  <a:lnTo>
                    <a:pt x="1331642" y="1350666"/>
                  </a:lnTo>
                  <a:lnTo>
                    <a:pt x="1265060" y="1375867"/>
                  </a:lnTo>
                  <a:lnTo>
                    <a:pt x="1198478" y="1401118"/>
                  </a:lnTo>
                  <a:lnTo>
                    <a:pt x="1131896" y="1426415"/>
                  </a:lnTo>
                  <a:lnTo>
                    <a:pt x="1065314" y="1451754"/>
                  </a:lnTo>
                  <a:lnTo>
                    <a:pt x="998732" y="1477129"/>
                  </a:lnTo>
                  <a:lnTo>
                    <a:pt x="932150" y="1502538"/>
                  </a:lnTo>
                  <a:lnTo>
                    <a:pt x="865567" y="1527977"/>
                  </a:lnTo>
                  <a:lnTo>
                    <a:pt x="798985" y="1553443"/>
                  </a:lnTo>
                  <a:lnTo>
                    <a:pt x="732403" y="1578934"/>
                  </a:lnTo>
                  <a:lnTo>
                    <a:pt x="665821" y="1604448"/>
                  </a:lnTo>
                  <a:lnTo>
                    <a:pt x="599239" y="1629982"/>
                  </a:lnTo>
                  <a:lnTo>
                    <a:pt x="532657" y="1655535"/>
                  </a:lnTo>
                  <a:lnTo>
                    <a:pt x="466075" y="1681104"/>
                  </a:lnTo>
                  <a:lnTo>
                    <a:pt x="399492" y="1706690"/>
                  </a:lnTo>
                  <a:lnTo>
                    <a:pt x="332910" y="1732289"/>
                  </a:lnTo>
                  <a:lnTo>
                    <a:pt x="266328" y="1757902"/>
                  </a:lnTo>
                  <a:lnTo>
                    <a:pt x="199746" y="1783526"/>
                  </a:lnTo>
                  <a:lnTo>
                    <a:pt x="133164" y="1809162"/>
                  </a:lnTo>
                  <a:lnTo>
                    <a:pt x="66582" y="1834807"/>
                  </a:lnTo>
                  <a:lnTo>
                    <a:pt x="0" y="186046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1985667" y="2921846"/>
              <a:ext cx="5259989" cy="1884802"/>
            </a:xfrm>
            <a:custGeom>
              <a:avLst/>
              <a:pathLst>
                <a:path w="5259989" h="1884802">
                  <a:moveTo>
                    <a:pt x="0" y="1884802"/>
                  </a:moveTo>
                  <a:lnTo>
                    <a:pt x="66582" y="1860944"/>
                  </a:lnTo>
                  <a:lnTo>
                    <a:pt x="133164" y="1837086"/>
                  </a:lnTo>
                  <a:lnTo>
                    <a:pt x="199746" y="1813227"/>
                  </a:lnTo>
                  <a:lnTo>
                    <a:pt x="266328" y="1789369"/>
                  </a:lnTo>
                  <a:lnTo>
                    <a:pt x="332910" y="1765511"/>
                  </a:lnTo>
                  <a:lnTo>
                    <a:pt x="399492" y="1741653"/>
                  </a:lnTo>
                  <a:lnTo>
                    <a:pt x="466075" y="1717794"/>
                  </a:lnTo>
                  <a:lnTo>
                    <a:pt x="532657" y="1693936"/>
                  </a:lnTo>
                  <a:lnTo>
                    <a:pt x="599239" y="1670078"/>
                  </a:lnTo>
                  <a:lnTo>
                    <a:pt x="665821" y="1646220"/>
                  </a:lnTo>
                  <a:lnTo>
                    <a:pt x="732403" y="1622361"/>
                  </a:lnTo>
                  <a:lnTo>
                    <a:pt x="798985" y="1598503"/>
                  </a:lnTo>
                  <a:lnTo>
                    <a:pt x="865567" y="1574645"/>
                  </a:lnTo>
                  <a:lnTo>
                    <a:pt x="932150" y="1550787"/>
                  </a:lnTo>
                  <a:lnTo>
                    <a:pt x="998732" y="1526928"/>
                  </a:lnTo>
                  <a:lnTo>
                    <a:pt x="1065314" y="1503070"/>
                  </a:lnTo>
                  <a:lnTo>
                    <a:pt x="1131896" y="1479212"/>
                  </a:lnTo>
                  <a:lnTo>
                    <a:pt x="1198478" y="1455354"/>
                  </a:lnTo>
                  <a:lnTo>
                    <a:pt x="1265060" y="1431495"/>
                  </a:lnTo>
                  <a:lnTo>
                    <a:pt x="1331642" y="1407637"/>
                  </a:lnTo>
                  <a:lnTo>
                    <a:pt x="1398225" y="1383779"/>
                  </a:lnTo>
                  <a:lnTo>
                    <a:pt x="1464807" y="1359920"/>
                  </a:lnTo>
                  <a:lnTo>
                    <a:pt x="1531389" y="1336062"/>
                  </a:lnTo>
                  <a:lnTo>
                    <a:pt x="1597971" y="1312204"/>
                  </a:lnTo>
                  <a:lnTo>
                    <a:pt x="1664553" y="1288346"/>
                  </a:lnTo>
                  <a:lnTo>
                    <a:pt x="1731135" y="1264487"/>
                  </a:lnTo>
                  <a:lnTo>
                    <a:pt x="1797717" y="1240629"/>
                  </a:lnTo>
                  <a:lnTo>
                    <a:pt x="1864300" y="1216771"/>
                  </a:lnTo>
                  <a:lnTo>
                    <a:pt x="1930882" y="1192913"/>
                  </a:lnTo>
                  <a:lnTo>
                    <a:pt x="1997464" y="1169054"/>
                  </a:lnTo>
                  <a:lnTo>
                    <a:pt x="2064046" y="1145196"/>
                  </a:lnTo>
                  <a:lnTo>
                    <a:pt x="2130628" y="1121338"/>
                  </a:lnTo>
                  <a:lnTo>
                    <a:pt x="2197210" y="1097480"/>
                  </a:lnTo>
                  <a:lnTo>
                    <a:pt x="2263792" y="1073621"/>
                  </a:lnTo>
                  <a:lnTo>
                    <a:pt x="2330375" y="1049763"/>
                  </a:lnTo>
                  <a:lnTo>
                    <a:pt x="2396957" y="1025905"/>
                  </a:lnTo>
                  <a:lnTo>
                    <a:pt x="2463539" y="1002047"/>
                  </a:lnTo>
                  <a:lnTo>
                    <a:pt x="2530121" y="978188"/>
                  </a:lnTo>
                  <a:lnTo>
                    <a:pt x="2596703" y="954330"/>
                  </a:lnTo>
                  <a:lnTo>
                    <a:pt x="2663285" y="930472"/>
                  </a:lnTo>
                  <a:lnTo>
                    <a:pt x="2729867" y="906613"/>
                  </a:lnTo>
                  <a:lnTo>
                    <a:pt x="2796450" y="882755"/>
                  </a:lnTo>
                  <a:lnTo>
                    <a:pt x="2863032" y="858897"/>
                  </a:lnTo>
                  <a:lnTo>
                    <a:pt x="2929614" y="835039"/>
                  </a:lnTo>
                  <a:lnTo>
                    <a:pt x="2996196" y="811180"/>
                  </a:lnTo>
                  <a:lnTo>
                    <a:pt x="3062778" y="787322"/>
                  </a:lnTo>
                  <a:lnTo>
                    <a:pt x="3129360" y="763464"/>
                  </a:lnTo>
                  <a:lnTo>
                    <a:pt x="3195942" y="739606"/>
                  </a:lnTo>
                  <a:lnTo>
                    <a:pt x="3262525" y="715747"/>
                  </a:lnTo>
                  <a:lnTo>
                    <a:pt x="3329107" y="691889"/>
                  </a:lnTo>
                  <a:lnTo>
                    <a:pt x="3395689" y="668031"/>
                  </a:lnTo>
                  <a:lnTo>
                    <a:pt x="3462271" y="644173"/>
                  </a:lnTo>
                  <a:lnTo>
                    <a:pt x="3528853" y="620314"/>
                  </a:lnTo>
                  <a:lnTo>
                    <a:pt x="3595435" y="596456"/>
                  </a:lnTo>
                  <a:lnTo>
                    <a:pt x="3662017" y="572598"/>
                  </a:lnTo>
                  <a:lnTo>
                    <a:pt x="3728600" y="548740"/>
                  </a:lnTo>
                  <a:lnTo>
                    <a:pt x="3795182" y="524881"/>
                  </a:lnTo>
                  <a:lnTo>
                    <a:pt x="3861764" y="501023"/>
                  </a:lnTo>
                  <a:lnTo>
                    <a:pt x="3928346" y="477165"/>
                  </a:lnTo>
                  <a:lnTo>
                    <a:pt x="3994928" y="453306"/>
                  </a:lnTo>
                  <a:lnTo>
                    <a:pt x="4061510" y="429448"/>
                  </a:lnTo>
                  <a:lnTo>
                    <a:pt x="4128092" y="405590"/>
                  </a:lnTo>
                  <a:lnTo>
                    <a:pt x="4194675" y="381732"/>
                  </a:lnTo>
                  <a:lnTo>
                    <a:pt x="4261257" y="357873"/>
                  </a:lnTo>
                  <a:lnTo>
                    <a:pt x="4327839" y="334015"/>
                  </a:lnTo>
                  <a:lnTo>
                    <a:pt x="4394421" y="310157"/>
                  </a:lnTo>
                  <a:lnTo>
                    <a:pt x="4461003" y="286299"/>
                  </a:lnTo>
                  <a:lnTo>
                    <a:pt x="4527585" y="262440"/>
                  </a:lnTo>
                  <a:lnTo>
                    <a:pt x="4594167" y="238582"/>
                  </a:lnTo>
                  <a:lnTo>
                    <a:pt x="4660750" y="214724"/>
                  </a:lnTo>
                  <a:lnTo>
                    <a:pt x="4727332" y="190866"/>
                  </a:lnTo>
                  <a:lnTo>
                    <a:pt x="4793914" y="167007"/>
                  </a:lnTo>
                  <a:lnTo>
                    <a:pt x="4860496" y="143149"/>
                  </a:lnTo>
                  <a:lnTo>
                    <a:pt x="4927078" y="119291"/>
                  </a:lnTo>
                  <a:lnTo>
                    <a:pt x="4993660" y="95433"/>
                  </a:lnTo>
                  <a:lnTo>
                    <a:pt x="5060243" y="71574"/>
                  </a:lnTo>
                  <a:lnTo>
                    <a:pt x="5126825" y="47716"/>
                  </a:lnTo>
                  <a:lnTo>
                    <a:pt x="5193407" y="23858"/>
                  </a:lnTo>
                  <a:lnTo>
                    <a:pt x="5259989" y="0"/>
                  </a:lnTo>
                </a:path>
              </a:pathLst>
            </a:custGeom>
            <a:ln w="27101" cap="flat">
              <a:solidFill>
                <a:srgbClr val="9999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g348"/>
            <p:cNvSpPr/>
            <p:nvPr/>
          </p:nvSpPr>
          <p:spPr>
            <a:xfrm>
              <a:off x="2456926" y="2616333"/>
              <a:ext cx="6094633" cy="2248395"/>
            </a:xfrm>
            <a:custGeom>
              <a:avLst/>
              <a:pathLst>
                <a:path w="6094633" h="224839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  <a:lnTo>
                    <a:pt x="6094633" y="309099"/>
                  </a:lnTo>
                  <a:lnTo>
                    <a:pt x="6017486" y="330803"/>
                  </a:lnTo>
                  <a:lnTo>
                    <a:pt x="5940339" y="352514"/>
                  </a:lnTo>
                  <a:lnTo>
                    <a:pt x="5863191" y="374233"/>
                  </a:lnTo>
                  <a:lnTo>
                    <a:pt x="5786044" y="395962"/>
                  </a:lnTo>
                  <a:lnTo>
                    <a:pt x="5708897" y="417700"/>
                  </a:lnTo>
                  <a:lnTo>
                    <a:pt x="5631750" y="439448"/>
                  </a:lnTo>
                  <a:lnTo>
                    <a:pt x="5554602" y="461207"/>
                  </a:lnTo>
                  <a:lnTo>
                    <a:pt x="5477455" y="482978"/>
                  </a:lnTo>
                  <a:lnTo>
                    <a:pt x="5400308" y="504762"/>
                  </a:lnTo>
                  <a:lnTo>
                    <a:pt x="5323161" y="526559"/>
                  </a:lnTo>
                  <a:lnTo>
                    <a:pt x="5246013" y="548370"/>
                  </a:lnTo>
                  <a:lnTo>
                    <a:pt x="5168866" y="570198"/>
                  </a:lnTo>
                  <a:lnTo>
                    <a:pt x="5091719" y="592042"/>
                  </a:lnTo>
                  <a:lnTo>
                    <a:pt x="5014571" y="613905"/>
                  </a:lnTo>
                  <a:lnTo>
                    <a:pt x="4937424" y="635788"/>
                  </a:lnTo>
                  <a:lnTo>
                    <a:pt x="4860277" y="657692"/>
                  </a:lnTo>
                  <a:lnTo>
                    <a:pt x="4783130" y="679620"/>
                  </a:lnTo>
                  <a:lnTo>
                    <a:pt x="4705982" y="701573"/>
                  </a:lnTo>
                  <a:lnTo>
                    <a:pt x="4628835" y="723555"/>
                  </a:lnTo>
                  <a:lnTo>
                    <a:pt x="4551688" y="745567"/>
                  </a:lnTo>
                  <a:lnTo>
                    <a:pt x="4474541" y="767613"/>
                  </a:lnTo>
                  <a:lnTo>
                    <a:pt x="4397393" y="789695"/>
                  </a:lnTo>
                  <a:lnTo>
                    <a:pt x="4320246" y="811817"/>
                  </a:lnTo>
                  <a:lnTo>
                    <a:pt x="4243099" y="833985"/>
                  </a:lnTo>
                  <a:lnTo>
                    <a:pt x="4165952" y="856201"/>
                  </a:lnTo>
                  <a:lnTo>
                    <a:pt x="4088804" y="878471"/>
                  </a:lnTo>
                  <a:lnTo>
                    <a:pt x="4011657" y="900800"/>
                  </a:lnTo>
                  <a:lnTo>
                    <a:pt x="3934510" y="923196"/>
                  </a:lnTo>
                  <a:lnTo>
                    <a:pt x="3857363" y="945665"/>
                  </a:lnTo>
                  <a:lnTo>
                    <a:pt x="3780215" y="968215"/>
                  </a:lnTo>
                  <a:lnTo>
                    <a:pt x="3703068" y="990854"/>
                  </a:lnTo>
                  <a:lnTo>
                    <a:pt x="3625921" y="1013593"/>
                  </a:lnTo>
                  <a:lnTo>
                    <a:pt x="3548774" y="1036441"/>
                  </a:lnTo>
                  <a:lnTo>
                    <a:pt x="3471626" y="1059411"/>
                  </a:lnTo>
                  <a:lnTo>
                    <a:pt x="3394479" y="1082513"/>
                  </a:lnTo>
                  <a:lnTo>
                    <a:pt x="3317332" y="1105762"/>
                  </a:lnTo>
                  <a:lnTo>
                    <a:pt x="3240184" y="1129170"/>
                  </a:lnTo>
                  <a:lnTo>
                    <a:pt x="3163037" y="1152750"/>
                  </a:lnTo>
                  <a:lnTo>
                    <a:pt x="3085890" y="1176516"/>
                  </a:lnTo>
                  <a:lnTo>
                    <a:pt x="3008743" y="1200480"/>
                  </a:lnTo>
                  <a:lnTo>
                    <a:pt x="2931595" y="1224652"/>
                  </a:lnTo>
                  <a:lnTo>
                    <a:pt x="2854448" y="1249042"/>
                  </a:lnTo>
                  <a:lnTo>
                    <a:pt x="2777301" y="1273655"/>
                  </a:lnTo>
                  <a:lnTo>
                    <a:pt x="2700154" y="1298497"/>
                  </a:lnTo>
                  <a:lnTo>
                    <a:pt x="2623006" y="1323566"/>
                  </a:lnTo>
                  <a:lnTo>
                    <a:pt x="2545859" y="1348862"/>
                  </a:lnTo>
                  <a:lnTo>
                    <a:pt x="2468712" y="1374377"/>
                  </a:lnTo>
                  <a:lnTo>
                    <a:pt x="2391565" y="1400104"/>
                  </a:lnTo>
                  <a:lnTo>
                    <a:pt x="2314417" y="1426032"/>
                  </a:lnTo>
                  <a:lnTo>
                    <a:pt x="2237270" y="1452151"/>
                  </a:lnTo>
                  <a:lnTo>
                    <a:pt x="2160123" y="1478446"/>
                  </a:lnTo>
                  <a:lnTo>
                    <a:pt x="2082976" y="1504905"/>
                  </a:lnTo>
                  <a:lnTo>
                    <a:pt x="2005828" y="1531514"/>
                  </a:lnTo>
                  <a:lnTo>
                    <a:pt x="1928681" y="1558261"/>
                  </a:lnTo>
                  <a:lnTo>
                    <a:pt x="1851534" y="1585132"/>
                  </a:lnTo>
                  <a:lnTo>
                    <a:pt x="1774387" y="1612117"/>
                  </a:lnTo>
                  <a:lnTo>
                    <a:pt x="1697239" y="1639205"/>
                  </a:lnTo>
                  <a:lnTo>
                    <a:pt x="1620092" y="1666386"/>
                  </a:lnTo>
                  <a:lnTo>
                    <a:pt x="1542945" y="1693650"/>
                  </a:lnTo>
                  <a:lnTo>
                    <a:pt x="1465797" y="1720990"/>
                  </a:lnTo>
                  <a:lnTo>
                    <a:pt x="1388650" y="1748398"/>
                  </a:lnTo>
                  <a:lnTo>
                    <a:pt x="1311503" y="1775868"/>
                  </a:lnTo>
                  <a:lnTo>
                    <a:pt x="1234356" y="1803394"/>
                  </a:lnTo>
                  <a:lnTo>
                    <a:pt x="1157208" y="1830970"/>
                  </a:lnTo>
                  <a:lnTo>
                    <a:pt x="1080061" y="1858592"/>
                  </a:lnTo>
                  <a:lnTo>
                    <a:pt x="1002914" y="1886256"/>
                  </a:lnTo>
                  <a:lnTo>
                    <a:pt x="925767" y="1913958"/>
                  </a:lnTo>
                  <a:lnTo>
                    <a:pt x="848619" y="1941694"/>
                  </a:lnTo>
                  <a:lnTo>
                    <a:pt x="771472" y="1969462"/>
                  </a:lnTo>
                  <a:lnTo>
                    <a:pt x="694325" y="1997259"/>
                  </a:lnTo>
                  <a:lnTo>
                    <a:pt x="617178" y="2025082"/>
                  </a:lnTo>
                  <a:lnTo>
                    <a:pt x="540030" y="2052929"/>
                  </a:lnTo>
                  <a:lnTo>
                    <a:pt x="462883" y="2080799"/>
                  </a:lnTo>
                  <a:lnTo>
                    <a:pt x="385736" y="2108688"/>
                  </a:lnTo>
                  <a:lnTo>
                    <a:pt x="308589" y="2136597"/>
                  </a:lnTo>
                  <a:lnTo>
                    <a:pt x="231441" y="2164524"/>
                  </a:lnTo>
                  <a:lnTo>
                    <a:pt x="154294" y="2192466"/>
                  </a:lnTo>
                  <a:lnTo>
                    <a:pt x="77147" y="2220424"/>
                  </a:lnTo>
                  <a:lnTo>
                    <a:pt x="0" y="2248395"/>
                  </a:lnTo>
                  <a:close/>
                </a:path>
              </a:pathLst>
            </a:custGeom>
            <a:solidFill>
              <a:srgbClr val="E31A1C">
                <a:alpha val="14901"/>
              </a:srgbClr>
            </a:solidFill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2456926" y="2616333"/>
              <a:ext cx="6094633" cy="1991685"/>
            </a:xfrm>
            <a:custGeom>
              <a:avLst/>
              <a:pathLst>
                <a:path w="6094633" h="1991685">
                  <a:moveTo>
                    <a:pt x="0" y="1991685"/>
                  </a:moveTo>
                  <a:lnTo>
                    <a:pt x="77147" y="1969897"/>
                  </a:lnTo>
                  <a:lnTo>
                    <a:pt x="154294" y="1948095"/>
                  </a:lnTo>
                  <a:lnTo>
                    <a:pt x="231441" y="1926278"/>
                  </a:lnTo>
                  <a:lnTo>
                    <a:pt x="308589" y="1904445"/>
                  </a:lnTo>
                  <a:lnTo>
                    <a:pt x="385736" y="1882595"/>
                  </a:lnTo>
                  <a:lnTo>
                    <a:pt x="462883" y="1860726"/>
                  </a:lnTo>
                  <a:lnTo>
                    <a:pt x="540030" y="1838836"/>
                  </a:lnTo>
                  <a:lnTo>
                    <a:pt x="617178" y="1816924"/>
                  </a:lnTo>
                  <a:lnTo>
                    <a:pt x="694325" y="1794988"/>
                  </a:lnTo>
                  <a:lnTo>
                    <a:pt x="771472" y="1773025"/>
                  </a:lnTo>
                  <a:lnTo>
                    <a:pt x="848619" y="1751034"/>
                  </a:lnTo>
                  <a:lnTo>
                    <a:pt x="925767" y="1729011"/>
                  </a:lnTo>
                  <a:lnTo>
                    <a:pt x="1002914" y="1706953"/>
                  </a:lnTo>
                  <a:lnTo>
                    <a:pt x="1080061" y="1684858"/>
                  </a:lnTo>
                  <a:lnTo>
                    <a:pt x="1157208" y="1662721"/>
                  </a:lnTo>
                  <a:lnTo>
                    <a:pt x="1234356" y="1640538"/>
                  </a:lnTo>
                  <a:lnTo>
                    <a:pt x="1311503" y="1618305"/>
                  </a:lnTo>
                  <a:lnTo>
                    <a:pt x="1388650" y="1596015"/>
                  </a:lnTo>
                  <a:lnTo>
                    <a:pt x="1465797" y="1573664"/>
                  </a:lnTo>
                  <a:lnTo>
                    <a:pt x="1542945" y="1551245"/>
                  </a:lnTo>
                  <a:lnTo>
                    <a:pt x="1620092" y="1528750"/>
                  </a:lnTo>
                  <a:lnTo>
                    <a:pt x="1697239" y="1506171"/>
                  </a:lnTo>
                  <a:lnTo>
                    <a:pt x="1774387" y="1483500"/>
                  </a:lnTo>
                  <a:lnTo>
                    <a:pt x="1851534" y="1460725"/>
                  </a:lnTo>
                  <a:lnTo>
                    <a:pt x="1928681" y="1437838"/>
                  </a:lnTo>
                  <a:lnTo>
                    <a:pt x="2005828" y="1414825"/>
                  </a:lnTo>
                  <a:lnTo>
                    <a:pt x="2082976" y="1391675"/>
                  </a:lnTo>
                  <a:lnTo>
                    <a:pt x="2160123" y="1368375"/>
                  </a:lnTo>
                  <a:lnTo>
                    <a:pt x="2237270" y="1344911"/>
                  </a:lnTo>
                  <a:lnTo>
                    <a:pt x="2314417" y="1321270"/>
                  </a:lnTo>
                  <a:lnTo>
                    <a:pt x="2391565" y="1297439"/>
                  </a:lnTo>
                  <a:lnTo>
                    <a:pt x="2468712" y="1273407"/>
                  </a:lnTo>
                  <a:lnTo>
                    <a:pt x="2545859" y="1249163"/>
                  </a:lnTo>
                  <a:lnTo>
                    <a:pt x="2623006" y="1224699"/>
                  </a:lnTo>
                  <a:lnTo>
                    <a:pt x="2700154" y="1200009"/>
                  </a:lnTo>
                  <a:lnTo>
                    <a:pt x="2777301" y="1175091"/>
                  </a:lnTo>
                  <a:lnTo>
                    <a:pt x="2854448" y="1149946"/>
                  </a:lnTo>
                  <a:lnTo>
                    <a:pt x="2931595" y="1124576"/>
                  </a:lnTo>
                  <a:lnTo>
                    <a:pt x="3008743" y="1098989"/>
                  </a:lnTo>
                  <a:lnTo>
                    <a:pt x="3085890" y="1073194"/>
                  </a:lnTo>
                  <a:lnTo>
                    <a:pt x="3163037" y="1047200"/>
                  </a:lnTo>
                  <a:lnTo>
                    <a:pt x="3240184" y="1021021"/>
                  </a:lnTo>
                  <a:lnTo>
                    <a:pt x="3317332" y="994670"/>
                  </a:lnTo>
                  <a:lnTo>
                    <a:pt x="3394479" y="968159"/>
                  </a:lnTo>
                  <a:lnTo>
                    <a:pt x="3471626" y="941503"/>
                  </a:lnTo>
                  <a:lnTo>
                    <a:pt x="3548774" y="914713"/>
                  </a:lnTo>
                  <a:lnTo>
                    <a:pt x="3625921" y="887802"/>
                  </a:lnTo>
                  <a:lnTo>
                    <a:pt x="3703068" y="860782"/>
                  </a:lnTo>
                  <a:lnTo>
                    <a:pt x="3780215" y="833662"/>
                  </a:lnTo>
                  <a:lnTo>
                    <a:pt x="3857363" y="806452"/>
                  </a:lnTo>
                  <a:lnTo>
                    <a:pt x="3934510" y="779162"/>
                  </a:lnTo>
                  <a:lnTo>
                    <a:pt x="4011657" y="751798"/>
                  </a:lnTo>
                  <a:lnTo>
                    <a:pt x="4088804" y="724369"/>
                  </a:lnTo>
                  <a:lnTo>
                    <a:pt x="4165952" y="696880"/>
                  </a:lnTo>
                  <a:lnTo>
                    <a:pt x="4243099" y="669336"/>
                  </a:lnTo>
                  <a:lnTo>
                    <a:pt x="4320246" y="641744"/>
                  </a:lnTo>
                  <a:lnTo>
                    <a:pt x="4397393" y="614108"/>
                  </a:lnTo>
                  <a:lnTo>
                    <a:pt x="4474541" y="586431"/>
                  </a:lnTo>
                  <a:lnTo>
                    <a:pt x="4551688" y="558717"/>
                  </a:lnTo>
                  <a:lnTo>
                    <a:pt x="4628835" y="530970"/>
                  </a:lnTo>
                  <a:lnTo>
                    <a:pt x="4705982" y="503192"/>
                  </a:lnTo>
                  <a:lnTo>
                    <a:pt x="4783130" y="475386"/>
                  </a:lnTo>
                  <a:lnTo>
                    <a:pt x="4860277" y="447555"/>
                  </a:lnTo>
                  <a:lnTo>
                    <a:pt x="4937424" y="419700"/>
                  </a:lnTo>
                  <a:lnTo>
                    <a:pt x="5014571" y="391824"/>
                  </a:lnTo>
                  <a:lnTo>
                    <a:pt x="5091719" y="363927"/>
                  </a:lnTo>
                  <a:lnTo>
                    <a:pt x="5168866" y="336012"/>
                  </a:lnTo>
                  <a:lnTo>
                    <a:pt x="5246013" y="308080"/>
                  </a:lnTo>
                  <a:lnTo>
                    <a:pt x="5323161" y="280133"/>
                  </a:lnTo>
                  <a:lnTo>
                    <a:pt x="5400308" y="252171"/>
                  </a:lnTo>
                  <a:lnTo>
                    <a:pt x="5477455" y="224195"/>
                  </a:lnTo>
                  <a:lnTo>
                    <a:pt x="5554602" y="196207"/>
                  </a:lnTo>
                  <a:lnTo>
                    <a:pt x="5631750" y="168206"/>
                  </a:lnTo>
                  <a:lnTo>
                    <a:pt x="5708897" y="140195"/>
                  </a:lnTo>
                  <a:lnTo>
                    <a:pt x="5786044" y="112174"/>
                  </a:lnTo>
                  <a:lnTo>
                    <a:pt x="5863191" y="84143"/>
                  </a:lnTo>
                  <a:lnTo>
                    <a:pt x="5940339" y="56104"/>
                  </a:lnTo>
                  <a:lnTo>
                    <a:pt x="6017486" y="28055"/>
                  </a:lnTo>
                  <a:lnTo>
                    <a:pt x="6094633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2456926" y="2925433"/>
              <a:ext cx="6094633" cy="1939295"/>
            </a:xfrm>
            <a:custGeom>
              <a:avLst/>
              <a:pathLst>
                <a:path w="6094633" h="1939295">
                  <a:moveTo>
                    <a:pt x="6094633" y="0"/>
                  </a:moveTo>
                  <a:lnTo>
                    <a:pt x="6017486" y="21703"/>
                  </a:lnTo>
                  <a:lnTo>
                    <a:pt x="5940339" y="43414"/>
                  </a:lnTo>
                  <a:lnTo>
                    <a:pt x="5863191" y="65133"/>
                  </a:lnTo>
                  <a:lnTo>
                    <a:pt x="5786044" y="86862"/>
                  </a:lnTo>
                  <a:lnTo>
                    <a:pt x="5708897" y="108600"/>
                  </a:lnTo>
                  <a:lnTo>
                    <a:pt x="5631750" y="130348"/>
                  </a:lnTo>
                  <a:lnTo>
                    <a:pt x="5554602" y="152107"/>
                  </a:lnTo>
                  <a:lnTo>
                    <a:pt x="5477455" y="173878"/>
                  </a:lnTo>
                  <a:lnTo>
                    <a:pt x="5400308" y="195662"/>
                  </a:lnTo>
                  <a:lnTo>
                    <a:pt x="5323161" y="217459"/>
                  </a:lnTo>
                  <a:lnTo>
                    <a:pt x="5246013" y="239270"/>
                  </a:lnTo>
                  <a:lnTo>
                    <a:pt x="5168866" y="261098"/>
                  </a:lnTo>
                  <a:lnTo>
                    <a:pt x="5091719" y="282942"/>
                  </a:lnTo>
                  <a:lnTo>
                    <a:pt x="5014571" y="304805"/>
                  </a:lnTo>
                  <a:lnTo>
                    <a:pt x="4937424" y="326688"/>
                  </a:lnTo>
                  <a:lnTo>
                    <a:pt x="4860277" y="348592"/>
                  </a:lnTo>
                  <a:lnTo>
                    <a:pt x="4783130" y="370520"/>
                  </a:lnTo>
                  <a:lnTo>
                    <a:pt x="4705982" y="392473"/>
                  </a:lnTo>
                  <a:lnTo>
                    <a:pt x="4628835" y="414455"/>
                  </a:lnTo>
                  <a:lnTo>
                    <a:pt x="4551688" y="436467"/>
                  </a:lnTo>
                  <a:lnTo>
                    <a:pt x="4474541" y="458513"/>
                  </a:lnTo>
                  <a:lnTo>
                    <a:pt x="4397393" y="480595"/>
                  </a:lnTo>
                  <a:lnTo>
                    <a:pt x="4320246" y="502718"/>
                  </a:lnTo>
                  <a:lnTo>
                    <a:pt x="4243099" y="524885"/>
                  </a:lnTo>
                  <a:lnTo>
                    <a:pt x="4165952" y="547101"/>
                  </a:lnTo>
                  <a:lnTo>
                    <a:pt x="4088804" y="569371"/>
                  </a:lnTo>
                  <a:lnTo>
                    <a:pt x="4011657" y="591700"/>
                  </a:lnTo>
                  <a:lnTo>
                    <a:pt x="3934510" y="614096"/>
                  </a:lnTo>
                  <a:lnTo>
                    <a:pt x="3857363" y="636565"/>
                  </a:lnTo>
                  <a:lnTo>
                    <a:pt x="3780215" y="659115"/>
                  </a:lnTo>
                  <a:lnTo>
                    <a:pt x="3703068" y="681754"/>
                  </a:lnTo>
                  <a:lnTo>
                    <a:pt x="3625921" y="704493"/>
                  </a:lnTo>
                  <a:lnTo>
                    <a:pt x="3548774" y="727341"/>
                  </a:lnTo>
                  <a:lnTo>
                    <a:pt x="3471626" y="750311"/>
                  </a:lnTo>
                  <a:lnTo>
                    <a:pt x="3394479" y="773413"/>
                  </a:lnTo>
                  <a:lnTo>
                    <a:pt x="3317332" y="796662"/>
                  </a:lnTo>
                  <a:lnTo>
                    <a:pt x="3240184" y="820070"/>
                  </a:lnTo>
                  <a:lnTo>
                    <a:pt x="3163037" y="843650"/>
                  </a:lnTo>
                  <a:lnTo>
                    <a:pt x="3085890" y="867416"/>
                  </a:lnTo>
                  <a:lnTo>
                    <a:pt x="3008743" y="891380"/>
                  </a:lnTo>
                  <a:lnTo>
                    <a:pt x="2931595" y="915552"/>
                  </a:lnTo>
                  <a:lnTo>
                    <a:pt x="2854448" y="939942"/>
                  </a:lnTo>
                  <a:lnTo>
                    <a:pt x="2777301" y="964555"/>
                  </a:lnTo>
                  <a:lnTo>
                    <a:pt x="2700154" y="989397"/>
                  </a:lnTo>
                  <a:lnTo>
                    <a:pt x="2623006" y="1014466"/>
                  </a:lnTo>
                  <a:lnTo>
                    <a:pt x="2545859" y="1039762"/>
                  </a:lnTo>
                  <a:lnTo>
                    <a:pt x="2468712" y="1065277"/>
                  </a:lnTo>
                  <a:lnTo>
                    <a:pt x="2391565" y="1091004"/>
                  </a:lnTo>
                  <a:lnTo>
                    <a:pt x="2314417" y="1116932"/>
                  </a:lnTo>
                  <a:lnTo>
                    <a:pt x="2237270" y="1143051"/>
                  </a:lnTo>
                  <a:lnTo>
                    <a:pt x="2160123" y="1169346"/>
                  </a:lnTo>
                  <a:lnTo>
                    <a:pt x="2082976" y="1195805"/>
                  </a:lnTo>
                  <a:lnTo>
                    <a:pt x="2005828" y="1222414"/>
                  </a:lnTo>
                  <a:lnTo>
                    <a:pt x="1928681" y="1249161"/>
                  </a:lnTo>
                  <a:lnTo>
                    <a:pt x="1851534" y="1276032"/>
                  </a:lnTo>
                  <a:lnTo>
                    <a:pt x="1774387" y="1303017"/>
                  </a:lnTo>
                  <a:lnTo>
                    <a:pt x="1697239" y="1330105"/>
                  </a:lnTo>
                  <a:lnTo>
                    <a:pt x="1620092" y="1357286"/>
                  </a:lnTo>
                  <a:lnTo>
                    <a:pt x="1542945" y="1384550"/>
                  </a:lnTo>
                  <a:lnTo>
                    <a:pt x="1465797" y="1411890"/>
                  </a:lnTo>
                  <a:lnTo>
                    <a:pt x="1388650" y="1439298"/>
                  </a:lnTo>
                  <a:lnTo>
                    <a:pt x="1311503" y="1466768"/>
                  </a:lnTo>
                  <a:lnTo>
                    <a:pt x="1234356" y="1494294"/>
                  </a:lnTo>
                  <a:lnTo>
                    <a:pt x="1157208" y="1521870"/>
                  </a:lnTo>
                  <a:lnTo>
                    <a:pt x="1080061" y="1549492"/>
                  </a:lnTo>
                  <a:lnTo>
                    <a:pt x="1002914" y="1577156"/>
                  </a:lnTo>
                  <a:lnTo>
                    <a:pt x="925767" y="1604858"/>
                  </a:lnTo>
                  <a:lnTo>
                    <a:pt x="848619" y="1632594"/>
                  </a:lnTo>
                  <a:lnTo>
                    <a:pt x="771472" y="1660362"/>
                  </a:lnTo>
                  <a:lnTo>
                    <a:pt x="694325" y="1688159"/>
                  </a:lnTo>
                  <a:lnTo>
                    <a:pt x="617178" y="1715982"/>
                  </a:lnTo>
                  <a:lnTo>
                    <a:pt x="540030" y="1743829"/>
                  </a:lnTo>
                  <a:lnTo>
                    <a:pt x="462883" y="1771699"/>
                  </a:lnTo>
                  <a:lnTo>
                    <a:pt x="385736" y="1799589"/>
                  </a:lnTo>
                  <a:lnTo>
                    <a:pt x="308589" y="1827497"/>
                  </a:lnTo>
                  <a:lnTo>
                    <a:pt x="231441" y="1855424"/>
                  </a:lnTo>
                  <a:lnTo>
                    <a:pt x="154294" y="1883366"/>
                  </a:lnTo>
                  <a:lnTo>
                    <a:pt x="77147" y="1911324"/>
                  </a:lnTo>
                  <a:lnTo>
                    <a:pt x="0" y="193929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2456926" y="2770883"/>
              <a:ext cx="6094633" cy="1965490"/>
            </a:xfrm>
            <a:custGeom>
              <a:avLst/>
              <a:pathLst>
                <a:path w="6094633" h="1965490">
                  <a:moveTo>
                    <a:pt x="0" y="1965490"/>
                  </a:moveTo>
                  <a:lnTo>
                    <a:pt x="77147" y="1940610"/>
                  </a:lnTo>
                  <a:lnTo>
                    <a:pt x="154294" y="1915731"/>
                  </a:lnTo>
                  <a:lnTo>
                    <a:pt x="231441" y="1890851"/>
                  </a:lnTo>
                  <a:lnTo>
                    <a:pt x="308589" y="1865971"/>
                  </a:lnTo>
                  <a:lnTo>
                    <a:pt x="385736" y="1841092"/>
                  </a:lnTo>
                  <a:lnTo>
                    <a:pt x="462883" y="1816212"/>
                  </a:lnTo>
                  <a:lnTo>
                    <a:pt x="540030" y="1791333"/>
                  </a:lnTo>
                  <a:lnTo>
                    <a:pt x="617178" y="1766453"/>
                  </a:lnTo>
                  <a:lnTo>
                    <a:pt x="694325" y="1741573"/>
                  </a:lnTo>
                  <a:lnTo>
                    <a:pt x="771472" y="1716694"/>
                  </a:lnTo>
                  <a:lnTo>
                    <a:pt x="848619" y="1691814"/>
                  </a:lnTo>
                  <a:lnTo>
                    <a:pt x="925767" y="1666934"/>
                  </a:lnTo>
                  <a:lnTo>
                    <a:pt x="1002914" y="1642055"/>
                  </a:lnTo>
                  <a:lnTo>
                    <a:pt x="1080061" y="1617175"/>
                  </a:lnTo>
                  <a:lnTo>
                    <a:pt x="1157208" y="1592296"/>
                  </a:lnTo>
                  <a:lnTo>
                    <a:pt x="1234356" y="1567416"/>
                  </a:lnTo>
                  <a:lnTo>
                    <a:pt x="1311503" y="1542536"/>
                  </a:lnTo>
                  <a:lnTo>
                    <a:pt x="1388650" y="1517657"/>
                  </a:lnTo>
                  <a:lnTo>
                    <a:pt x="1465797" y="1492777"/>
                  </a:lnTo>
                  <a:lnTo>
                    <a:pt x="1542945" y="1467897"/>
                  </a:lnTo>
                  <a:lnTo>
                    <a:pt x="1620092" y="1443018"/>
                  </a:lnTo>
                  <a:lnTo>
                    <a:pt x="1697239" y="1418138"/>
                  </a:lnTo>
                  <a:lnTo>
                    <a:pt x="1774387" y="1393259"/>
                  </a:lnTo>
                  <a:lnTo>
                    <a:pt x="1851534" y="1368379"/>
                  </a:lnTo>
                  <a:lnTo>
                    <a:pt x="1928681" y="1343499"/>
                  </a:lnTo>
                  <a:lnTo>
                    <a:pt x="2005828" y="1318620"/>
                  </a:lnTo>
                  <a:lnTo>
                    <a:pt x="2082976" y="1293740"/>
                  </a:lnTo>
                  <a:lnTo>
                    <a:pt x="2160123" y="1268860"/>
                  </a:lnTo>
                  <a:lnTo>
                    <a:pt x="2237270" y="1243981"/>
                  </a:lnTo>
                  <a:lnTo>
                    <a:pt x="2314417" y="1219101"/>
                  </a:lnTo>
                  <a:lnTo>
                    <a:pt x="2391565" y="1194222"/>
                  </a:lnTo>
                  <a:lnTo>
                    <a:pt x="2468712" y="1169342"/>
                  </a:lnTo>
                  <a:lnTo>
                    <a:pt x="2545859" y="1144462"/>
                  </a:lnTo>
                  <a:lnTo>
                    <a:pt x="2623006" y="1119583"/>
                  </a:lnTo>
                  <a:lnTo>
                    <a:pt x="2700154" y="1094703"/>
                  </a:lnTo>
                  <a:lnTo>
                    <a:pt x="2777301" y="1069823"/>
                  </a:lnTo>
                  <a:lnTo>
                    <a:pt x="2854448" y="1044944"/>
                  </a:lnTo>
                  <a:lnTo>
                    <a:pt x="2931595" y="1020064"/>
                  </a:lnTo>
                  <a:lnTo>
                    <a:pt x="3008743" y="995185"/>
                  </a:lnTo>
                  <a:lnTo>
                    <a:pt x="3085890" y="970305"/>
                  </a:lnTo>
                  <a:lnTo>
                    <a:pt x="3163037" y="945425"/>
                  </a:lnTo>
                  <a:lnTo>
                    <a:pt x="3240184" y="920546"/>
                  </a:lnTo>
                  <a:lnTo>
                    <a:pt x="3317332" y="895666"/>
                  </a:lnTo>
                  <a:lnTo>
                    <a:pt x="3394479" y="870786"/>
                  </a:lnTo>
                  <a:lnTo>
                    <a:pt x="3471626" y="845907"/>
                  </a:lnTo>
                  <a:lnTo>
                    <a:pt x="3548774" y="821027"/>
                  </a:lnTo>
                  <a:lnTo>
                    <a:pt x="3625921" y="796148"/>
                  </a:lnTo>
                  <a:lnTo>
                    <a:pt x="3703068" y="771268"/>
                  </a:lnTo>
                  <a:lnTo>
                    <a:pt x="3780215" y="746388"/>
                  </a:lnTo>
                  <a:lnTo>
                    <a:pt x="3857363" y="721509"/>
                  </a:lnTo>
                  <a:lnTo>
                    <a:pt x="3934510" y="696629"/>
                  </a:lnTo>
                  <a:lnTo>
                    <a:pt x="4011657" y="671749"/>
                  </a:lnTo>
                  <a:lnTo>
                    <a:pt x="4088804" y="646870"/>
                  </a:lnTo>
                  <a:lnTo>
                    <a:pt x="4165952" y="621990"/>
                  </a:lnTo>
                  <a:lnTo>
                    <a:pt x="4243099" y="597111"/>
                  </a:lnTo>
                  <a:lnTo>
                    <a:pt x="4320246" y="572231"/>
                  </a:lnTo>
                  <a:lnTo>
                    <a:pt x="4397393" y="547351"/>
                  </a:lnTo>
                  <a:lnTo>
                    <a:pt x="4474541" y="522472"/>
                  </a:lnTo>
                  <a:lnTo>
                    <a:pt x="4551688" y="497592"/>
                  </a:lnTo>
                  <a:lnTo>
                    <a:pt x="4628835" y="472712"/>
                  </a:lnTo>
                  <a:lnTo>
                    <a:pt x="4705982" y="447833"/>
                  </a:lnTo>
                  <a:lnTo>
                    <a:pt x="4783130" y="422953"/>
                  </a:lnTo>
                  <a:lnTo>
                    <a:pt x="4860277" y="398074"/>
                  </a:lnTo>
                  <a:lnTo>
                    <a:pt x="4937424" y="373194"/>
                  </a:lnTo>
                  <a:lnTo>
                    <a:pt x="5014571" y="348314"/>
                  </a:lnTo>
                  <a:lnTo>
                    <a:pt x="5091719" y="323435"/>
                  </a:lnTo>
                  <a:lnTo>
                    <a:pt x="5168866" y="298555"/>
                  </a:lnTo>
                  <a:lnTo>
                    <a:pt x="5246013" y="273675"/>
                  </a:lnTo>
                  <a:lnTo>
                    <a:pt x="5323161" y="248796"/>
                  </a:lnTo>
                  <a:lnTo>
                    <a:pt x="5400308" y="223916"/>
                  </a:lnTo>
                  <a:lnTo>
                    <a:pt x="5477455" y="199037"/>
                  </a:lnTo>
                  <a:lnTo>
                    <a:pt x="5554602" y="174157"/>
                  </a:lnTo>
                  <a:lnTo>
                    <a:pt x="5631750" y="149277"/>
                  </a:lnTo>
                  <a:lnTo>
                    <a:pt x="5708897" y="124398"/>
                  </a:lnTo>
                  <a:lnTo>
                    <a:pt x="5786044" y="99518"/>
                  </a:lnTo>
                  <a:lnTo>
                    <a:pt x="5863191" y="74638"/>
                  </a:lnTo>
                  <a:lnTo>
                    <a:pt x="5940339" y="49759"/>
                  </a:lnTo>
                  <a:lnTo>
                    <a:pt x="6017486" y="24879"/>
                  </a:lnTo>
                  <a:lnTo>
                    <a:pt x="6094633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tx352"/>
            <p:cNvSpPr/>
            <p:nvPr/>
          </p:nvSpPr>
          <p:spPr>
            <a:xfrm>
              <a:off x="1465194" y="2113392"/>
              <a:ext cx="2324221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E31A1C">
                      <a:alpha val="100000"/>
                    </a:srgbClr>
                  </a:solidFill>
                  <a:latin typeface="Helvetica"/>
                  <a:cs typeface="Helvetica"/>
                </a:rPr>
                <a:t>&gt;= threshold: y = 0.65 x +25.1   (R² = 0.68)</a:t>
              </a:r>
            </a:p>
          </p:txBody>
        </p:sp>
        <p:sp>
          <p:nvSpPr>
            <p:cNvPr id="353" name="tx353"/>
            <p:cNvSpPr/>
            <p:nvPr/>
          </p:nvSpPr>
          <p:spPr>
            <a:xfrm>
              <a:off x="1465194" y="2339508"/>
              <a:ext cx="2286640" cy="8814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67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67">
                  <a:solidFill>
                    <a:srgbClr val="666666">
                      <a:alpha val="100000"/>
                    </a:srgbClr>
                  </a:solidFill>
                  <a:latin typeface="Helvetica"/>
                  <a:cs typeface="Helvetica"/>
                </a:rPr>
                <a:t>&lt; threshold:  y = 0.72 x +28.4   (R² = 0.73)</a:t>
              </a:r>
            </a:p>
          </p:txBody>
        </p:sp>
        <p:sp>
          <p:nvSpPr>
            <p:cNvPr id="354" name="tx354"/>
            <p:cNvSpPr/>
            <p:nvPr/>
          </p:nvSpPr>
          <p:spPr>
            <a:xfrm>
              <a:off x="817066" y="5509156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55" name="tx355"/>
            <p:cNvSpPr/>
            <p:nvPr/>
          </p:nvSpPr>
          <p:spPr>
            <a:xfrm>
              <a:off x="754887" y="4639479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56" name="tx356"/>
            <p:cNvSpPr/>
            <p:nvPr/>
          </p:nvSpPr>
          <p:spPr>
            <a:xfrm>
              <a:off x="692708" y="376980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57" name="tx357"/>
            <p:cNvSpPr/>
            <p:nvPr/>
          </p:nvSpPr>
          <p:spPr>
            <a:xfrm>
              <a:off x="692708" y="2900125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58" name="tx358"/>
            <p:cNvSpPr/>
            <p:nvPr/>
          </p:nvSpPr>
          <p:spPr>
            <a:xfrm>
              <a:off x="692708" y="2030448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59" name="tx359"/>
            <p:cNvSpPr/>
            <p:nvPr/>
          </p:nvSpPr>
          <p:spPr>
            <a:xfrm>
              <a:off x="1259665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60" name="tx360"/>
            <p:cNvSpPr/>
            <p:nvPr/>
          </p:nvSpPr>
          <p:spPr>
            <a:xfrm>
              <a:off x="2972970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61" name="tx361"/>
            <p:cNvSpPr/>
            <p:nvPr/>
          </p:nvSpPr>
          <p:spPr>
            <a:xfrm>
              <a:off x="4686274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362" name="tx362"/>
            <p:cNvSpPr/>
            <p:nvPr/>
          </p:nvSpPr>
          <p:spPr>
            <a:xfrm>
              <a:off x="6430669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363" name="tx363"/>
            <p:cNvSpPr/>
            <p:nvPr/>
          </p:nvSpPr>
          <p:spPr>
            <a:xfrm>
              <a:off x="8175063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364" name="tx364"/>
            <p:cNvSpPr/>
            <p:nvPr/>
          </p:nvSpPr>
          <p:spPr>
            <a:xfrm>
              <a:off x="3793774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365" name="tx365"/>
            <p:cNvSpPr/>
            <p:nvPr/>
          </p:nvSpPr>
          <p:spPr>
            <a:xfrm rot="-5400000">
              <a:off x="-804851" y="3759743"/>
              <a:ext cx="2763499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eGFR, unindexed (mL/min)</a:t>
              </a:r>
            </a:p>
          </p:txBody>
        </p:sp>
        <p:sp>
          <p:nvSpPr>
            <p:cNvPr id="366" name="tx366"/>
            <p:cNvSpPr/>
            <p:nvPr/>
          </p:nvSpPr>
          <p:spPr>
            <a:xfrm>
              <a:off x="941876" y="1669789"/>
              <a:ext cx="267919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BMI &gt;= 30   |   N = 322, n_red = 105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2026-10-27T15:59:53Z</dcterms:modified>
  <cp:category/>
</cp:coreProperties>
</file>