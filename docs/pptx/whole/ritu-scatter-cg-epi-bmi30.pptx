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7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2608516"/>
              <a:ext cx="6094633" cy="2266659"/>
            </a:xfrm>
            <a:custGeom>
              <a:avLst/>
              <a:pathLst>
                <a:path w="6094633" h="2266659">
                  <a:moveTo>
                    <a:pt x="0" y="2012486"/>
                  </a:moveTo>
                  <a:lnTo>
                    <a:pt x="77147" y="1990424"/>
                  </a:lnTo>
                  <a:lnTo>
                    <a:pt x="154294" y="1968349"/>
                  </a:lnTo>
                  <a:lnTo>
                    <a:pt x="231441" y="1946258"/>
                  </a:lnTo>
                  <a:lnTo>
                    <a:pt x="308589" y="1924151"/>
                  </a:lnTo>
                  <a:lnTo>
                    <a:pt x="385736" y="1902026"/>
                  </a:lnTo>
                  <a:lnTo>
                    <a:pt x="462883" y="1879882"/>
                  </a:lnTo>
                  <a:lnTo>
                    <a:pt x="540030" y="1857717"/>
                  </a:lnTo>
                  <a:lnTo>
                    <a:pt x="617178" y="1835529"/>
                  </a:lnTo>
                  <a:lnTo>
                    <a:pt x="694325" y="1813317"/>
                  </a:lnTo>
                  <a:lnTo>
                    <a:pt x="771472" y="1791079"/>
                  </a:lnTo>
                  <a:lnTo>
                    <a:pt x="848619" y="1768811"/>
                  </a:lnTo>
                  <a:lnTo>
                    <a:pt x="925767" y="1746511"/>
                  </a:lnTo>
                  <a:lnTo>
                    <a:pt x="1002914" y="1724176"/>
                  </a:lnTo>
                  <a:lnTo>
                    <a:pt x="1080061" y="1701803"/>
                  </a:lnTo>
                  <a:lnTo>
                    <a:pt x="1157208" y="1679387"/>
                  </a:lnTo>
                  <a:lnTo>
                    <a:pt x="1234356" y="1656925"/>
                  </a:lnTo>
                  <a:lnTo>
                    <a:pt x="1311503" y="1634412"/>
                  </a:lnTo>
                  <a:lnTo>
                    <a:pt x="1388650" y="1611842"/>
                  </a:lnTo>
                  <a:lnTo>
                    <a:pt x="1465797" y="1589209"/>
                  </a:lnTo>
                  <a:lnTo>
                    <a:pt x="1542945" y="1566507"/>
                  </a:lnTo>
                  <a:lnTo>
                    <a:pt x="1620092" y="1543728"/>
                  </a:lnTo>
                  <a:lnTo>
                    <a:pt x="1697239" y="1520865"/>
                  </a:lnTo>
                  <a:lnTo>
                    <a:pt x="1774387" y="1497907"/>
                  </a:lnTo>
                  <a:lnTo>
                    <a:pt x="1851534" y="1474845"/>
                  </a:lnTo>
                  <a:lnTo>
                    <a:pt x="1928681" y="1451669"/>
                  </a:lnTo>
                  <a:lnTo>
                    <a:pt x="2005828" y="1428366"/>
                  </a:lnTo>
                  <a:lnTo>
                    <a:pt x="2082976" y="1404925"/>
                  </a:lnTo>
                  <a:lnTo>
                    <a:pt x="2160123" y="1381331"/>
                  </a:lnTo>
                  <a:lnTo>
                    <a:pt x="2237270" y="1357573"/>
                  </a:lnTo>
                  <a:lnTo>
                    <a:pt x="2314417" y="1333637"/>
                  </a:lnTo>
                  <a:lnTo>
                    <a:pt x="2391565" y="1309511"/>
                  </a:lnTo>
                  <a:lnTo>
                    <a:pt x="2468712" y="1285183"/>
                  </a:lnTo>
                  <a:lnTo>
                    <a:pt x="2545859" y="1260643"/>
                  </a:lnTo>
                  <a:lnTo>
                    <a:pt x="2623006" y="1235884"/>
                  </a:lnTo>
                  <a:lnTo>
                    <a:pt x="2700154" y="1210901"/>
                  </a:lnTo>
                  <a:lnTo>
                    <a:pt x="2777301" y="1185692"/>
                  </a:lnTo>
                  <a:lnTo>
                    <a:pt x="2854448" y="1160257"/>
                  </a:lnTo>
                  <a:lnTo>
                    <a:pt x="2931595" y="1134601"/>
                  </a:lnTo>
                  <a:lnTo>
                    <a:pt x="3008743" y="1108732"/>
                  </a:lnTo>
                  <a:lnTo>
                    <a:pt x="3085890" y="1082657"/>
                  </a:lnTo>
                  <a:lnTo>
                    <a:pt x="3163037" y="1056388"/>
                  </a:lnTo>
                  <a:lnTo>
                    <a:pt x="3240184" y="1029937"/>
                  </a:lnTo>
                  <a:lnTo>
                    <a:pt x="3317332" y="1003318"/>
                  </a:lnTo>
                  <a:lnTo>
                    <a:pt x="3394479" y="976543"/>
                  </a:lnTo>
                  <a:lnTo>
                    <a:pt x="3471626" y="949625"/>
                  </a:lnTo>
                  <a:lnTo>
                    <a:pt x="3548774" y="922577"/>
                  </a:lnTo>
                  <a:lnTo>
                    <a:pt x="3625921" y="895411"/>
                  </a:lnTo>
                  <a:lnTo>
                    <a:pt x="3703068" y="868138"/>
                  </a:lnTo>
                  <a:lnTo>
                    <a:pt x="3780215" y="840767"/>
                  </a:lnTo>
                  <a:lnTo>
                    <a:pt x="3857363" y="813309"/>
                  </a:lnTo>
                  <a:lnTo>
                    <a:pt x="3934510" y="785772"/>
                  </a:lnTo>
                  <a:lnTo>
                    <a:pt x="4011657" y="758164"/>
                  </a:lnTo>
                  <a:lnTo>
                    <a:pt x="4088804" y="730490"/>
                  </a:lnTo>
                  <a:lnTo>
                    <a:pt x="4165952" y="702759"/>
                  </a:lnTo>
                  <a:lnTo>
                    <a:pt x="4243099" y="674974"/>
                  </a:lnTo>
                  <a:lnTo>
                    <a:pt x="4320246" y="647142"/>
                  </a:lnTo>
                  <a:lnTo>
                    <a:pt x="4397393" y="619266"/>
                  </a:lnTo>
                  <a:lnTo>
                    <a:pt x="4474541" y="591351"/>
                  </a:lnTo>
                  <a:lnTo>
                    <a:pt x="4551688" y="563399"/>
                  </a:lnTo>
                  <a:lnTo>
                    <a:pt x="4628835" y="535415"/>
                  </a:lnTo>
                  <a:lnTo>
                    <a:pt x="4705982" y="507400"/>
                  </a:lnTo>
                  <a:lnTo>
                    <a:pt x="4783130" y="479359"/>
                  </a:lnTo>
                  <a:lnTo>
                    <a:pt x="4860277" y="451292"/>
                  </a:lnTo>
                  <a:lnTo>
                    <a:pt x="4937424" y="423201"/>
                  </a:lnTo>
                  <a:lnTo>
                    <a:pt x="5014571" y="395090"/>
                  </a:lnTo>
                  <a:lnTo>
                    <a:pt x="5091719" y="366959"/>
                  </a:lnTo>
                  <a:lnTo>
                    <a:pt x="5168866" y="338810"/>
                  </a:lnTo>
                  <a:lnTo>
                    <a:pt x="5246013" y="310644"/>
                  </a:lnTo>
                  <a:lnTo>
                    <a:pt x="5323161" y="282462"/>
                  </a:lnTo>
                  <a:lnTo>
                    <a:pt x="5400308" y="254266"/>
                  </a:lnTo>
                  <a:lnTo>
                    <a:pt x="5477455" y="226057"/>
                  </a:lnTo>
                  <a:lnTo>
                    <a:pt x="5554602" y="197836"/>
                  </a:lnTo>
                  <a:lnTo>
                    <a:pt x="5631750" y="169602"/>
                  </a:lnTo>
                  <a:lnTo>
                    <a:pt x="5708897" y="141358"/>
                  </a:lnTo>
                  <a:lnTo>
                    <a:pt x="5786044" y="113104"/>
                  </a:lnTo>
                  <a:lnTo>
                    <a:pt x="5863191" y="84841"/>
                  </a:lnTo>
                  <a:lnTo>
                    <a:pt x="5940339" y="56568"/>
                  </a:lnTo>
                  <a:lnTo>
                    <a:pt x="6017486" y="28288"/>
                  </a:lnTo>
                  <a:lnTo>
                    <a:pt x="6094633" y="0"/>
                  </a:lnTo>
                  <a:lnTo>
                    <a:pt x="6094633" y="308469"/>
                  </a:lnTo>
                  <a:lnTo>
                    <a:pt x="6017486" y="330443"/>
                  </a:lnTo>
                  <a:lnTo>
                    <a:pt x="5940339" y="352424"/>
                  </a:lnTo>
                  <a:lnTo>
                    <a:pt x="5863191" y="374413"/>
                  </a:lnTo>
                  <a:lnTo>
                    <a:pt x="5786044" y="396411"/>
                  </a:lnTo>
                  <a:lnTo>
                    <a:pt x="5708897" y="418419"/>
                  </a:lnTo>
                  <a:lnTo>
                    <a:pt x="5631750" y="440437"/>
                  </a:lnTo>
                  <a:lnTo>
                    <a:pt x="5554602" y="462465"/>
                  </a:lnTo>
                  <a:lnTo>
                    <a:pt x="5477455" y="484505"/>
                  </a:lnTo>
                  <a:lnTo>
                    <a:pt x="5400308" y="506558"/>
                  </a:lnTo>
                  <a:lnTo>
                    <a:pt x="5323161" y="528624"/>
                  </a:lnTo>
                  <a:lnTo>
                    <a:pt x="5246013" y="550704"/>
                  </a:lnTo>
                  <a:lnTo>
                    <a:pt x="5168866" y="572800"/>
                  </a:lnTo>
                  <a:lnTo>
                    <a:pt x="5091719" y="594912"/>
                  </a:lnTo>
                  <a:lnTo>
                    <a:pt x="5014571" y="617043"/>
                  </a:lnTo>
                  <a:lnTo>
                    <a:pt x="4937424" y="639193"/>
                  </a:lnTo>
                  <a:lnTo>
                    <a:pt x="4860277" y="661365"/>
                  </a:lnTo>
                  <a:lnTo>
                    <a:pt x="4783130" y="683560"/>
                  </a:lnTo>
                  <a:lnTo>
                    <a:pt x="4705982" y="705779"/>
                  </a:lnTo>
                  <a:lnTo>
                    <a:pt x="4628835" y="728027"/>
                  </a:lnTo>
                  <a:lnTo>
                    <a:pt x="4551688" y="750304"/>
                  </a:lnTo>
                  <a:lnTo>
                    <a:pt x="4474541" y="772614"/>
                  </a:lnTo>
                  <a:lnTo>
                    <a:pt x="4397393" y="794961"/>
                  </a:lnTo>
                  <a:lnTo>
                    <a:pt x="4320246" y="817346"/>
                  </a:lnTo>
                  <a:lnTo>
                    <a:pt x="4243099" y="839776"/>
                  </a:lnTo>
                  <a:lnTo>
                    <a:pt x="4165952" y="862253"/>
                  </a:lnTo>
                  <a:lnTo>
                    <a:pt x="4088804" y="884783"/>
                  </a:lnTo>
                  <a:lnTo>
                    <a:pt x="4011657" y="907372"/>
                  </a:lnTo>
                  <a:lnTo>
                    <a:pt x="3934510" y="930025"/>
                  </a:lnTo>
                  <a:lnTo>
                    <a:pt x="3857363" y="952750"/>
                  </a:lnTo>
                  <a:lnTo>
                    <a:pt x="3780215" y="975553"/>
                  </a:lnTo>
                  <a:lnTo>
                    <a:pt x="3703068" y="998445"/>
                  </a:lnTo>
                  <a:lnTo>
                    <a:pt x="3625921" y="1021433"/>
                  </a:lnTo>
                  <a:lnTo>
                    <a:pt x="3548774" y="1044529"/>
                  </a:lnTo>
                  <a:lnTo>
                    <a:pt x="3471626" y="1067742"/>
                  </a:lnTo>
                  <a:lnTo>
                    <a:pt x="3394479" y="1091086"/>
                  </a:lnTo>
                  <a:lnTo>
                    <a:pt x="3317332" y="1114573"/>
                  </a:lnTo>
                  <a:lnTo>
                    <a:pt x="3240184" y="1138215"/>
                  </a:lnTo>
                  <a:lnTo>
                    <a:pt x="3163037" y="1162026"/>
                  </a:lnTo>
                  <a:lnTo>
                    <a:pt x="3085890" y="1186019"/>
                  </a:lnTo>
                  <a:lnTo>
                    <a:pt x="3008743" y="1210206"/>
                  </a:lnTo>
                  <a:lnTo>
                    <a:pt x="2931595" y="1234598"/>
                  </a:lnTo>
                  <a:lnTo>
                    <a:pt x="2854448" y="1259204"/>
                  </a:lnTo>
                  <a:lnTo>
                    <a:pt x="2777301" y="1284031"/>
                  </a:lnTo>
                  <a:lnTo>
                    <a:pt x="2700154" y="1309084"/>
                  </a:lnTo>
                  <a:lnTo>
                    <a:pt x="2623006" y="1334362"/>
                  </a:lnTo>
                  <a:lnTo>
                    <a:pt x="2545859" y="1359865"/>
                  </a:lnTo>
                  <a:lnTo>
                    <a:pt x="2468712" y="1385587"/>
                  </a:lnTo>
                  <a:lnTo>
                    <a:pt x="2391565" y="1411521"/>
                  </a:lnTo>
                  <a:lnTo>
                    <a:pt x="2314417" y="1437656"/>
                  </a:lnTo>
                  <a:lnTo>
                    <a:pt x="2237270" y="1463982"/>
                  </a:lnTo>
                  <a:lnTo>
                    <a:pt x="2160123" y="1490486"/>
                  </a:lnTo>
                  <a:lnTo>
                    <a:pt x="2082976" y="1517154"/>
                  </a:lnTo>
                  <a:lnTo>
                    <a:pt x="2005828" y="1543974"/>
                  </a:lnTo>
                  <a:lnTo>
                    <a:pt x="1928681" y="1570933"/>
                  </a:lnTo>
                  <a:lnTo>
                    <a:pt x="1851534" y="1598019"/>
                  </a:lnTo>
                  <a:lnTo>
                    <a:pt x="1774387" y="1625219"/>
                  </a:lnTo>
                  <a:lnTo>
                    <a:pt x="1697239" y="1652523"/>
                  </a:lnTo>
                  <a:lnTo>
                    <a:pt x="1620092" y="1679921"/>
                  </a:lnTo>
                  <a:lnTo>
                    <a:pt x="1542945" y="1707404"/>
                  </a:lnTo>
                  <a:lnTo>
                    <a:pt x="1465797" y="1734964"/>
                  </a:lnTo>
                  <a:lnTo>
                    <a:pt x="1388650" y="1762593"/>
                  </a:lnTo>
                  <a:lnTo>
                    <a:pt x="1311503" y="1790284"/>
                  </a:lnTo>
                  <a:lnTo>
                    <a:pt x="1234356" y="1818033"/>
                  </a:lnTo>
                  <a:lnTo>
                    <a:pt x="1157208" y="1845832"/>
                  </a:lnTo>
                  <a:lnTo>
                    <a:pt x="1080061" y="1873678"/>
                  </a:lnTo>
                  <a:lnTo>
                    <a:pt x="1002914" y="1901567"/>
                  </a:lnTo>
                  <a:lnTo>
                    <a:pt x="925767" y="1929494"/>
                  </a:lnTo>
                  <a:lnTo>
                    <a:pt x="848619" y="1957456"/>
                  </a:lnTo>
                  <a:lnTo>
                    <a:pt x="771472" y="1985449"/>
                  </a:lnTo>
                  <a:lnTo>
                    <a:pt x="694325" y="2013472"/>
                  </a:lnTo>
                  <a:lnTo>
                    <a:pt x="617178" y="2041522"/>
                  </a:lnTo>
                  <a:lnTo>
                    <a:pt x="540030" y="2069597"/>
                  </a:lnTo>
                  <a:lnTo>
                    <a:pt x="462883" y="2097693"/>
                  </a:lnTo>
                  <a:lnTo>
                    <a:pt x="385736" y="2125811"/>
                  </a:lnTo>
                  <a:lnTo>
                    <a:pt x="308589" y="2153948"/>
                  </a:lnTo>
                  <a:lnTo>
                    <a:pt x="231441" y="2182102"/>
                  </a:lnTo>
                  <a:lnTo>
                    <a:pt x="154294" y="2210273"/>
                  </a:lnTo>
                  <a:lnTo>
                    <a:pt x="77147" y="2238459"/>
                  </a:lnTo>
                  <a:lnTo>
                    <a:pt x="0" y="226665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608516"/>
              <a:ext cx="6094633" cy="2012486"/>
            </a:xfrm>
            <a:custGeom>
              <a:avLst/>
              <a:pathLst>
                <a:path w="6094633" h="2012486">
                  <a:moveTo>
                    <a:pt x="0" y="2012486"/>
                  </a:moveTo>
                  <a:lnTo>
                    <a:pt x="77147" y="1990424"/>
                  </a:lnTo>
                  <a:lnTo>
                    <a:pt x="154294" y="1968349"/>
                  </a:lnTo>
                  <a:lnTo>
                    <a:pt x="231441" y="1946258"/>
                  </a:lnTo>
                  <a:lnTo>
                    <a:pt x="308589" y="1924151"/>
                  </a:lnTo>
                  <a:lnTo>
                    <a:pt x="385736" y="1902026"/>
                  </a:lnTo>
                  <a:lnTo>
                    <a:pt x="462883" y="1879882"/>
                  </a:lnTo>
                  <a:lnTo>
                    <a:pt x="540030" y="1857717"/>
                  </a:lnTo>
                  <a:lnTo>
                    <a:pt x="617178" y="1835529"/>
                  </a:lnTo>
                  <a:lnTo>
                    <a:pt x="694325" y="1813317"/>
                  </a:lnTo>
                  <a:lnTo>
                    <a:pt x="771472" y="1791079"/>
                  </a:lnTo>
                  <a:lnTo>
                    <a:pt x="848619" y="1768811"/>
                  </a:lnTo>
                  <a:lnTo>
                    <a:pt x="925767" y="1746511"/>
                  </a:lnTo>
                  <a:lnTo>
                    <a:pt x="1002914" y="1724176"/>
                  </a:lnTo>
                  <a:lnTo>
                    <a:pt x="1080061" y="1701803"/>
                  </a:lnTo>
                  <a:lnTo>
                    <a:pt x="1157208" y="1679387"/>
                  </a:lnTo>
                  <a:lnTo>
                    <a:pt x="1234356" y="1656925"/>
                  </a:lnTo>
                  <a:lnTo>
                    <a:pt x="1311503" y="1634412"/>
                  </a:lnTo>
                  <a:lnTo>
                    <a:pt x="1388650" y="1611842"/>
                  </a:lnTo>
                  <a:lnTo>
                    <a:pt x="1465797" y="1589209"/>
                  </a:lnTo>
                  <a:lnTo>
                    <a:pt x="1542945" y="1566507"/>
                  </a:lnTo>
                  <a:lnTo>
                    <a:pt x="1620092" y="1543728"/>
                  </a:lnTo>
                  <a:lnTo>
                    <a:pt x="1697239" y="1520865"/>
                  </a:lnTo>
                  <a:lnTo>
                    <a:pt x="1774387" y="1497907"/>
                  </a:lnTo>
                  <a:lnTo>
                    <a:pt x="1851534" y="1474845"/>
                  </a:lnTo>
                  <a:lnTo>
                    <a:pt x="1928681" y="1451669"/>
                  </a:lnTo>
                  <a:lnTo>
                    <a:pt x="2005828" y="1428366"/>
                  </a:lnTo>
                  <a:lnTo>
                    <a:pt x="2082976" y="1404925"/>
                  </a:lnTo>
                  <a:lnTo>
                    <a:pt x="2160123" y="1381331"/>
                  </a:lnTo>
                  <a:lnTo>
                    <a:pt x="2237270" y="1357573"/>
                  </a:lnTo>
                  <a:lnTo>
                    <a:pt x="2314417" y="1333637"/>
                  </a:lnTo>
                  <a:lnTo>
                    <a:pt x="2391565" y="1309511"/>
                  </a:lnTo>
                  <a:lnTo>
                    <a:pt x="2468712" y="1285183"/>
                  </a:lnTo>
                  <a:lnTo>
                    <a:pt x="2545859" y="1260643"/>
                  </a:lnTo>
                  <a:lnTo>
                    <a:pt x="2623006" y="1235884"/>
                  </a:lnTo>
                  <a:lnTo>
                    <a:pt x="2700154" y="1210901"/>
                  </a:lnTo>
                  <a:lnTo>
                    <a:pt x="2777301" y="1185692"/>
                  </a:lnTo>
                  <a:lnTo>
                    <a:pt x="2854448" y="1160257"/>
                  </a:lnTo>
                  <a:lnTo>
                    <a:pt x="2931595" y="1134601"/>
                  </a:lnTo>
                  <a:lnTo>
                    <a:pt x="3008743" y="1108732"/>
                  </a:lnTo>
                  <a:lnTo>
                    <a:pt x="3085890" y="1082657"/>
                  </a:lnTo>
                  <a:lnTo>
                    <a:pt x="3163037" y="1056388"/>
                  </a:lnTo>
                  <a:lnTo>
                    <a:pt x="3240184" y="1029937"/>
                  </a:lnTo>
                  <a:lnTo>
                    <a:pt x="3317332" y="1003318"/>
                  </a:lnTo>
                  <a:lnTo>
                    <a:pt x="3394479" y="976543"/>
                  </a:lnTo>
                  <a:lnTo>
                    <a:pt x="3471626" y="949625"/>
                  </a:lnTo>
                  <a:lnTo>
                    <a:pt x="3548774" y="922577"/>
                  </a:lnTo>
                  <a:lnTo>
                    <a:pt x="3625921" y="895411"/>
                  </a:lnTo>
                  <a:lnTo>
                    <a:pt x="3703068" y="868138"/>
                  </a:lnTo>
                  <a:lnTo>
                    <a:pt x="3780215" y="840767"/>
                  </a:lnTo>
                  <a:lnTo>
                    <a:pt x="3857363" y="813309"/>
                  </a:lnTo>
                  <a:lnTo>
                    <a:pt x="3934510" y="785772"/>
                  </a:lnTo>
                  <a:lnTo>
                    <a:pt x="4011657" y="758164"/>
                  </a:lnTo>
                  <a:lnTo>
                    <a:pt x="4088804" y="730490"/>
                  </a:lnTo>
                  <a:lnTo>
                    <a:pt x="4165952" y="702759"/>
                  </a:lnTo>
                  <a:lnTo>
                    <a:pt x="4243099" y="674974"/>
                  </a:lnTo>
                  <a:lnTo>
                    <a:pt x="4320246" y="647142"/>
                  </a:lnTo>
                  <a:lnTo>
                    <a:pt x="4397393" y="619266"/>
                  </a:lnTo>
                  <a:lnTo>
                    <a:pt x="4474541" y="591351"/>
                  </a:lnTo>
                  <a:lnTo>
                    <a:pt x="4551688" y="563399"/>
                  </a:lnTo>
                  <a:lnTo>
                    <a:pt x="4628835" y="535415"/>
                  </a:lnTo>
                  <a:lnTo>
                    <a:pt x="4705982" y="507400"/>
                  </a:lnTo>
                  <a:lnTo>
                    <a:pt x="4783130" y="479359"/>
                  </a:lnTo>
                  <a:lnTo>
                    <a:pt x="4860277" y="451292"/>
                  </a:lnTo>
                  <a:lnTo>
                    <a:pt x="4937424" y="423201"/>
                  </a:lnTo>
                  <a:lnTo>
                    <a:pt x="5014571" y="395090"/>
                  </a:lnTo>
                  <a:lnTo>
                    <a:pt x="5091719" y="366959"/>
                  </a:lnTo>
                  <a:lnTo>
                    <a:pt x="5168866" y="338810"/>
                  </a:lnTo>
                  <a:lnTo>
                    <a:pt x="5246013" y="310644"/>
                  </a:lnTo>
                  <a:lnTo>
                    <a:pt x="5323161" y="282462"/>
                  </a:lnTo>
                  <a:lnTo>
                    <a:pt x="5400308" y="254266"/>
                  </a:lnTo>
                  <a:lnTo>
                    <a:pt x="5477455" y="226057"/>
                  </a:lnTo>
                  <a:lnTo>
                    <a:pt x="5554602" y="197836"/>
                  </a:lnTo>
                  <a:lnTo>
                    <a:pt x="5631750" y="169602"/>
                  </a:lnTo>
                  <a:lnTo>
                    <a:pt x="5708897" y="141358"/>
                  </a:lnTo>
                  <a:lnTo>
                    <a:pt x="5786044" y="113104"/>
                  </a:lnTo>
                  <a:lnTo>
                    <a:pt x="5863191" y="84841"/>
                  </a:lnTo>
                  <a:lnTo>
                    <a:pt x="5940339" y="56568"/>
                  </a:lnTo>
                  <a:lnTo>
                    <a:pt x="6017486" y="28288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916986"/>
              <a:ext cx="6094633" cy="1958189"/>
            </a:xfrm>
            <a:custGeom>
              <a:avLst/>
              <a:pathLst>
                <a:path w="6094633" h="1958189">
                  <a:moveTo>
                    <a:pt x="6094633" y="0"/>
                  </a:moveTo>
                  <a:lnTo>
                    <a:pt x="6017486" y="21973"/>
                  </a:lnTo>
                  <a:lnTo>
                    <a:pt x="5940339" y="43954"/>
                  </a:lnTo>
                  <a:lnTo>
                    <a:pt x="5863191" y="65943"/>
                  </a:lnTo>
                  <a:lnTo>
                    <a:pt x="5786044" y="87942"/>
                  </a:lnTo>
                  <a:lnTo>
                    <a:pt x="5708897" y="109949"/>
                  </a:lnTo>
                  <a:lnTo>
                    <a:pt x="5631750" y="131967"/>
                  </a:lnTo>
                  <a:lnTo>
                    <a:pt x="5554602" y="153996"/>
                  </a:lnTo>
                  <a:lnTo>
                    <a:pt x="5477455" y="176036"/>
                  </a:lnTo>
                  <a:lnTo>
                    <a:pt x="5400308" y="198088"/>
                  </a:lnTo>
                  <a:lnTo>
                    <a:pt x="5323161" y="220154"/>
                  </a:lnTo>
                  <a:lnTo>
                    <a:pt x="5246013" y="242234"/>
                  </a:lnTo>
                  <a:lnTo>
                    <a:pt x="5168866" y="264330"/>
                  </a:lnTo>
                  <a:lnTo>
                    <a:pt x="5091719" y="286443"/>
                  </a:lnTo>
                  <a:lnTo>
                    <a:pt x="5014571" y="308573"/>
                  </a:lnTo>
                  <a:lnTo>
                    <a:pt x="4937424" y="330724"/>
                  </a:lnTo>
                  <a:lnTo>
                    <a:pt x="4860277" y="352895"/>
                  </a:lnTo>
                  <a:lnTo>
                    <a:pt x="4783130" y="375090"/>
                  </a:lnTo>
                  <a:lnTo>
                    <a:pt x="4705982" y="397310"/>
                  </a:lnTo>
                  <a:lnTo>
                    <a:pt x="4628835" y="419557"/>
                  </a:lnTo>
                  <a:lnTo>
                    <a:pt x="4551688" y="441834"/>
                  </a:lnTo>
                  <a:lnTo>
                    <a:pt x="4474541" y="464145"/>
                  </a:lnTo>
                  <a:lnTo>
                    <a:pt x="4397393" y="486491"/>
                  </a:lnTo>
                  <a:lnTo>
                    <a:pt x="4320246" y="508877"/>
                  </a:lnTo>
                  <a:lnTo>
                    <a:pt x="4243099" y="531306"/>
                  </a:lnTo>
                  <a:lnTo>
                    <a:pt x="4165952" y="553783"/>
                  </a:lnTo>
                  <a:lnTo>
                    <a:pt x="4088804" y="576313"/>
                  </a:lnTo>
                  <a:lnTo>
                    <a:pt x="4011657" y="598902"/>
                  </a:lnTo>
                  <a:lnTo>
                    <a:pt x="3934510" y="621555"/>
                  </a:lnTo>
                  <a:lnTo>
                    <a:pt x="3857363" y="644280"/>
                  </a:lnTo>
                  <a:lnTo>
                    <a:pt x="3780215" y="667084"/>
                  </a:lnTo>
                  <a:lnTo>
                    <a:pt x="3703068" y="689975"/>
                  </a:lnTo>
                  <a:lnTo>
                    <a:pt x="3625921" y="712963"/>
                  </a:lnTo>
                  <a:lnTo>
                    <a:pt x="3548774" y="736059"/>
                  </a:lnTo>
                  <a:lnTo>
                    <a:pt x="3471626" y="759273"/>
                  </a:lnTo>
                  <a:lnTo>
                    <a:pt x="3394479" y="782617"/>
                  </a:lnTo>
                  <a:lnTo>
                    <a:pt x="3317332" y="806103"/>
                  </a:lnTo>
                  <a:lnTo>
                    <a:pt x="3240184" y="829745"/>
                  </a:lnTo>
                  <a:lnTo>
                    <a:pt x="3163037" y="853557"/>
                  </a:lnTo>
                  <a:lnTo>
                    <a:pt x="3085890" y="877550"/>
                  </a:lnTo>
                  <a:lnTo>
                    <a:pt x="3008743" y="901736"/>
                  </a:lnTo>
                  <a:lnTo>
                    <a:pt x="2931595" y="926128"/>
                  </a:lnTo>
                  <a:lnTo>
                    <a:pt x="2854448" y="950735"/>
                  </a:lnTo>
                  <a:lnTo>
                    <a:pt x="2777301" y="975562"/>
                  </a:lnTo>
                  <a:lnTo>
                    <a:pt x="2700154" y="1000614"/>
                  </a:lnTo>
                  <a:lnTo>
                    <a:pt x="2623006" y="1025893"/>
                  </a:lnTo>
                  <a:lnTo>
                    <a:pt x="2545859" y="1051395"/>
                  </a:lnTo>
                  <a:lnTo>
                    <a:pt x="2468712" y="1077117"/>
                  </a:lnTo>
                  <a:lnTo>
                    <a:pt x="2391565" y="1103051"/>
                  </a:lnTo>
                  <a:lnTo>
                    <a:pt x="2314417" y="1129186"/>
                  </a:lnTo>
                  <a:lnTo>
                    <a:pt x="2237270" y="1155512"/>
                  </a:lnTo>
                  <a:lnTo>
                    <a:pt x="2160123" y="1182016"/>
                  </a:lnTo>
                  <a:lnTo>
                    <a:pt x="2082976" y="1208684"/>
                  </a:lnTo>
                  <a:lnTo>
                    <a:pt x="2005828" y="1235504"/>
                  </a:lnTo>
                  <a:lnTo>
                    <a:pt x="1928681" y="1262463"/>
                  </a:lnTo>
                  <a:lnTo>
                    <a:pt x="1851534" y="1289549"/>
                  </a:lnTo>
                  <a:lnTo>
                    <a:pt x="1774387" y="1316749"/>
                  </a:lnTo>
                  <a:lnTo>
                    <a:pt x="1697239" y="1344053"/>
                  </a:lnTo>
                  <a:lnTo>
                    <a:pt x="1620092" y="1371451"/>
                  </a:lnTo>
                  <a:lnTo>
                    <a:pt x="1542945" y="1398934"/>
                  </a:lnTo>
                  <a:lnTo>
                    <a:pt x="1465797" y="1426494"/>
                  </a:lnTo>
                  <a:lnTo>
                    <a:pt x="1388650" y="1454123"/>
                  </a:lnTo>
                  <a:lnTo>
                    <a:pt x="1311503" y="1481815"/>
                  </a:lnTo>
                  <a:lnTo>
                    <a:pt x="1234356" y="1509563"/>
                  </a:lnTo>
                  <a:lnTo>
                    <a:pt x="1157208" y="1537362"/>
                  </a:lnTo>
                  <a:lnTo>
                    <a:pt x="1080061" y="1565209"/>
                  </a:lnTo>
                  <a:lnTo>
                    <a:pt x="1002914" y="1593097"/>
                  </a:lnTo>
                  <a:lnTo>
                    <a:pt x="925767" y="1621024"/>
                  </a:lnTo>
                  <a:lnTo>
                    <a:pt x="848619" y="1648986"/>
                  </a:lnTo>
                  <a:lnTo>
                    <a:pt x="771472" y="1676980"/>
                  </a:lnTo>
                  <a:lnTo>
                    <a:pt x="694325" y="1705003"/>
                  </a:lnTo>
                  <a:lnTo>
                    <a:pt x="617178" y="1733052"/>
                  </a:lnTo>
                  <a:lnTo>
                    <a:pt x="540030" y="1761127"/>
                  </a:lnTo>
                  <a:lnTo>
                    <a:pt x="462883" y="1789224"/>
                  </a:lnTo>
                  <a:lnTo>
                    <a:pt x="385736" y="1817341"/>
                  </a:lnTo>
                  <a:lnTo>
                    <a:pt x="308589" y="1845478"/>
                  </a:lnTo>
                  <a:lnTo>
                    <a:pt x="231441" y="1873633"/>
                  </a:lnTo>
                  <a:lnTo>
                    <a:pt x="154294" y="1901803"/>
                  </a:lnTo>
                  <a:lnTo>
                    <a:pt x="77147" y="1929989"/>
                  </a:lnTo>
                  <a:lnTo>
                    <a:pt x="0" y="19581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2762751"/>
              <a:ext cx="6094633" cy="1985338"/>
            </a:xfrm>
            <a:custGeom>
              <a:avLst/>
              <a:pathLst>
                <a:path w="6094633" h="1985338">
                  <a:moveTo>
                    <a:pt x="0" y="1985338"/>
                  </a:moveTo>
                  <a:lnTo>
                    <a:pt x="77147" y="1960207"/>
                  </a:lnTo>
                  <a:lnTo>
                    <a:pt x="154294" y="1935076"/>
                  </a:lnTo>
                  <a:lnTo>
                    <a:pt x="231441" y="1909945"/>
                  </a:lnTo>
                  <a:lnTo>
                    <a:pt x="308589" y="1884814"/>
                  </a:lnTo>
                  <a:lnTo>
                    <a:pt x="385736" y="1859683"/>
                  </a:lnTo>
                  <a:lnTo>
                    <a:pt x="462883" y="1834553"/>
                  </a:lnTo>
                  <a:lnTo>
                    <a:pt x="540030" y="1809422"/>
                  </a:lnTo>
                  <a:lnTo>
                    <a:pt x="617178" y="1784291"/>
                  </a:lnTo>
                  <a:lnTo>
                    <a:pt x="694325" y="1759160"/>
                  </a:lnTo>
                  <a:lnTo>
                    <a:pt x="771472" y="1734029"/>
                  </a:lnTo>
                  <a:lnTo>
                    <a:pt x="848619" y="1708898"/>
                  </a:lnTo>
                  <a:lnTo>
                    <a:pt x="925767" y="1683767"/>
                  </a:lnTo>
                  <a:lnTo>
                    <a:pt x="1002914" y="1658637"/>
                  </a:lnTo>
                  <a:lnTo>
                    <a:pt x="1080061" y="1633506"/>
                  </a:lnTo>
                  <a:lnTo>
                    <a:pt x="1157208" y="1608375"/>
                  </a:lnTo>
                  <a:lnTo>
                    <a:pt x="1234356" y="1583244"/>
                  </a:lnTo>
                  <a:lnTo>
                    <a:pt x="1311503" y="1558113"/>
                  </a:lnTo>
                  <a:lnTo>
                    <a:pt x="1388650" y="1532982"/>
                  </a:lnTo>
                  <a:lnTo>
                    <a:pt x="1465797" y="1507851"/>
                  </a:lnTo>
                  <a:lnTo>
                    <a:pt x="1542945" y="1482720"/>
                  </a:lnTo>
                  <a:lnTo>
                    <a:pt x="1620092" y="1457590"/>
                  </a:lnTo>
                  <a:lnTo>
                    <a:pt x="1697239" y="1432459"/>
                  </a:lnTo>
                  <a:lnTo>
                    <a:pt x="1774387" y="1407328"/>
                  </a:lnTo>
                  <a:lnTo>
                    <a:pt x="1851534" y="1382197"/>
                  </a:lnTo>
                  <a:lnTo>
                    <a:pt x="1928681" y="1357066"/>
                  </a:lnTo>
                  <a:lnTo>
                    <a:pt x="2005828" y="1331935"/>
                  </a:lnTo>
                  <a:lnTo>
                    <a:pt x="2082976" y="1306804"/>
                  </a:lnTo>
                  <a:lnTo>
                    <a:pt x="2160123" y="1281674"/>
                  </a:lnTo>
                  <a:lnTo>
                    <a:pt x="2237270" y="1256543"/>
                  </a:lnTo>
                  <a:lnTo>
                    <a:pt x="2314417" y="1231412"/>
                  </a:lnTo>
                  <a:lnTo>
                    <a:pt x="2391565" y="1206281"/>
                  </a:lnTo>
                  <a:lnTo>
                    <a:pt x="2468712" y="1181150"/>
                  </a:lnTo>
                  <a:lnTo>
                    <a:pt x="2545859" y="1156019"/>
                  </a:lnTo>
                  <a:lnTo>
                    <a:pt x="2623006" y="1130888"/>
                  </a:lnTo>
                  <a:lnTo>
                    <a:pt x="2700154" y="1105758"/>
                  </a:lnTo>
                  <a:lnTo>
                    <a:pt x="2777301" y="1080627"/>
                  </a:lnTo>
                  <a:lnTo>
                    <a:pt x="2854448" y="1055496"/>
                  </a:lnTo>
                  <a:lnTo>
                    <a:pt x="2931595" y="1030365"/>
                  </a:lnTo>
                  <a:lnTo>
                    <a:pt x="3008743" y="1005234"/>
                  </a:lnTo>
                  <a:lnTo>
                    <a:pt x="3085890" y="980103"/>
                  </a:lnTo>
                  <a:lnTo>
                    <a:pt x="3163037" y="954972"/>
                  </a:lnTo>
                  <a:lnTo>
                    <a:pt x="3240184" y="929841"/>
                  </a:lnTo>
                  <a:lnTo>
                    <a:pt x="3317332" y="904711"/>
                  </a:lnTo>
                  <a:lnTo>
                    <a:pt x="3394479" y="879580"/>
                  </a:lnTo>
                  <a:lnTo>
                    <a:pt x="3471626" y="854449"/>
                  </a:lnTo>
                  <a:lnTo>
                    <a:pt x="3548774" y="829318"/>
                  </a:lnTo>
                  <a:lnTo>
                    <a:pt x="3625921" y="804187"/>
                  </a:lnTo>
                  <a:lnTo>
                    <a:pt x="3703068" y="779056"/>
                  </a:lnTo>
                  <a:lnTo>
                    <a:pt x="3780215" y="753925"/>
                  </a:lnTo>
                  <a:lnTo>
                    <a:pt x="3857363" y="728795"/>
                  </a:lnTo>
                  <a:lnTo>
                    <a:pt x="3934510" y="703664"/>
                  </a:lnTo>
                  <a:lnTo>
                    <a:pt x="4011657" y="678533"/>
                  </a:lnTo>
                  <a:lnTo>
                    <a:pt x="4088804" y="653402"/>
                  </a:lnTo>
                  <a:lnTo>
                    <a:pt x="4165952" y="628271"/>
                  </a:lnTo>
                  <a:lnTo>
                    <a:pt x="4243099" y="603140"/>
                  </a:lnTo>
                  <a:lnTo>
                    <a:pt x="4320246" y="578009"/>
                  </a:lnTo>
                  <a:lnTo>
                    <a:pt x="4397393" y="552879"/>
                  </a:lnTo>
                  <a:lnTo>
                    <a:pt x="4474541" y="527748"/>
                  </a:lnTo>
                  <a:lnTo>
                    <a:pt x="4551688" y="502617"/>
                  </a:lnTo>
                  <a:lnTo>
                    <a:pt x="4628835" y="477486"/>
                  </a:lnTo>
                  <a:lnTo>
                    <a:pt x="4705982" y="452355"/>
                  </a:lnTo>
                  <a:lnTo>
                    <a:pt x="4783130" y="427224"/>
                  </a:lnTo>
                  <a:lnTo>
                    <a:pt x="4860277" y="402093"/>
                  </a:lnTo>
                  <a:lnTo>
                    <a:pt x="4937424" y="376962"/>
                  </a:lnTo>
                  <a:lnTo>
                    <a:pt x="5014571" y="351832"/>
                  </a:lnTo>
                  <a:lnTo>
                    <a:pt x="5091719" y="326701"/>
                  </a:lnTo>
                  <a:lnTo>
                    <a:pt x="5168866" y="301570"/>
                  </a:lnTo>
                  <a:lnTo>
                    <a:pt x="5246013" y="276439"/>
                  </a:lnTo>
                  <a:lnTo>
                    <a:pt x="5323161" y="251308"/>
                  </a:lnTo>
                  <a:lnTo>
                    <a:pt x="5400308" y="226177"/>
                  </a:lnTo>
                  <a:lnTo>
                    <a:pt x="5477455" y="201046"/>
                  </a:lnTo>
                  <a:lnTo>
                    <a:pt x="5554602" y="175916"/>
                  </a:lnTo>
                  <a:lnTo>
                    <a:pt x="5631750" y="150785"/>
                  </a:lnTo>
                  <a:lnTo>
                    <a:pt x="5708897" y="125654"/>
                  </a:lnTo>
                  <a:lnTo>
                    <a:pt x="5786044" y="100523"/>
                  </a:lnTo>
                  <a:lnTo>
                    <a:pt x="5863191" y="75392"/>
                  </a:lnTo>
                  <a:lnTo>
                    <a:pt x="5940339" y="50261"/>
                  </a:lnTo>
                  <a:lnTo>
                    <a:pt x="6017486" y="25130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+24.2   (R² = 0.68)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323, n_red = 106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2026-08-06T10:29:41Z</dcterms:modified>
  <cp:category/>
</cp:coreProperties>
</file>