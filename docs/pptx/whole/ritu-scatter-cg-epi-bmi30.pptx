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827027"/>
              <a:ext cx="5259989" cy="2050100"/>
            </a:xfrm>
            <a:custGeom>
              <a:avLst/>
              <a:pathLst>
                <a:path w="5259989" h="2050100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  <a:lnTo>
                    <a:pt x="5259989" y="189637"/>
                  </a:lnTo>
                  <a:lnTo>
                    <a:pt x="5193407" y="211621"/>
                  </a:lnTo>
                  <a:lnTo>
                    <a:pt x="5126825" y="233609"/>
                  </a:lnTo>
                  <a:lnTo>
                    <a:pt x="5060243" y="255601"/>
                  </a:lnTo>
                  <a:lnTo>
                    <a:pt x="4993660" y="277597"/>
                  </a:lnTo>
                  <a:lnTo>
                    <a:pt x="4927078" y="299598"/>
                  </a:lnTo>
                  <a:lnTo>
                    <a:pt x="4860496" y="321603"/>
                  </a:lnTo>
                  <a:lnTo>
                    <a:pt x="4793914" y="343614"/>
                  </a:lnTo>
                  <a:lnTo>
                    <a:pt x="4727332" y="365631"/>
                  </a:lnTo>
                  <a:lnTo>
                    <a:pt x="4660750" y="387653"/>
                  </a:lnTo>
                  <a:lnTo>
                    <a:pt x="4594167" y="409682"/>
                  </a:lnTo>
                  <a:lnTo>
                    <a:pt x="4527585" y="431718"/>
                  </a:lnTo>
                  <a:lnTo>
                    <a:pt x="4461003" y="453761"/>
                  </a:lnTo>
                  <a:lnTo>
                    <a:pt x="4394421" y="475812"/>
                  </a:lnTo>
                  <a:lnTo>
                    <a:pt x="4327839" y="497871"/>
                  </a:lnTo>
                  <a:lnTo>
                    <a:pt x="4261257" y="519940"/>
                  </a:lnTo>
                  <a:lnTo>
                    <a:pt x="4194675" y="542019"/>
                  </a:lnTo>
                  <a:lnTo>
                    <a:pt x="4128092" y="564109"/>
                  </a:lnTo>
                  <a:lnTo>
                    <a:pt x="4061510" y="586210"/>
                  </a:lnTo>
                  <a:lnTo>
                    <a:pt x="3994928" y="608325"/>
                  </a:lnTo>
                  <a:lnTo>
                    <a:pt x="3928346" y="630453"/>
                  </a:lnTo>
                  <a:lnTo>
                    <a:pt x="3861764" y="652597"/>
                  </a:lnTo>
                  <a:lnTo>
                    <a:pt x="3795182" y="674757"/>
                  </a:lnTo>
                  <a:lnTo>
                    <a:pt x="3728600" y="696936"/>
                  </a:lnTo>
                  <a:lnTo>
                    <a:pt x="3662017" y="719134"/>
                  </a:lnTo>
                  <a:lnTo>
                    <a:pt x="3595435" y="741355"/>
                  </a:lnTo>
                  <a:lnTo>
                    <a:pt x="3528853" y="763600"/>
                  </a:lnTo>
                  <a:lnTo>
                    <a:pt x="3462271" y="785872"/>
                  </a:lnTo>
                  <a:lnTo>
                    <a:pt x="3395689" y="808174"/>
                  </a:lnTo>
                  <a:lnTo>
                    <a:pt x="3329107" y="830508"/>
                  </a:lnTo>
                  <a:lnTo>
                    <a:pt x="3262525" y="852878"/>
                  </a:lnTo>
                  <a:lnTo>
                    <a:pt x="3195942" y="875289"/>
                  </a:lnTo>
                  <a:lnTo>
                    <a:pt x="3129360" y="897745"/>
                  </a:lnTo>
                  <a:lnTo>
                    <a:pt x="3062778" y="920250"/>
                  </a:lnTo>
                  <a:lnTo>
                    <a:pt x="2996196" y="942811"/>
                  </a:lnTo>
                  <a:lnTo>
                    <a:pt x="2929614" y="965432"/>
                  </a:lnTo>
                  <a:lnTo>
                    <a:pt x="2863032" y="988122"/>
                  </a:lnTo>
                  <a:lnTo>
                    <a:pt x="2796450" y="1010886"/>
                  </a:lnTo>
                  <a:lnTo>
                    <a:pt x="2729867" y="1033733"/>
                  </a:lnTo>
                  <a:lnTo>
                    <a:pt x="2663285" y="1056670"/>
                  </a:lnTo>
                  <a:lnTo>
                    <a:pt x="2596703" y="1079706"/>
                  </a:lnTo>
                  <a:lnTo>
                    <a:pt x="2530121" y="1102849"/>
                  </a:lnTo>
                  <a:lnTo>
                    <a:pt x="2463539" y="1126107"/>
                  </a:lnTo>
                  <a:lnTo>
                    <a:pt x="2396957" y="1149486"/>
                  </a:lnTo>
                  <a:lnTo>
                    <a:pt x="2330375" y="1172993"/>
                  </a:lnTo>
                  <a:lnTo>
                    <a:pt x="2263792" y="1196634"/>
                  </a:lnTo>
                  <a:lnTo>
                    <a:pt x="2197210" y="1220410"/>
                  </a:lnTo>
                  <a:lnTo>
                    <a:pt x="2130628" y="1244323"/>
                  </a:lnTo>
                  <a:lnTo>
                    <a:pt x="2064046" y="1268373"/>
                  </a:lnTo>
                  <a:lnTo>
                    <a:pt x="1997464" y="1292556"/>
                  </a:lnTo>
                  <a:lnTo>
                    <a:pt x="1930882" y="1316868"/>
                  </a:lnTo>
                  <a:lnTo>
                    <a:pt x="1864300" y="1341303"/>
                  </a:lnTo>
                  <a:lnTo>
                    <a:pt x="1797717" y="1365855"/>
                  </a:lnTo>
                  <a:lnTo>
                    <a:pt x="1731135" y="1390515"/>
                  </a:lnTo>
                  <a:lnTo>
                    <a:pt x="1664553" y="1415275"/>
                  </a:lnTo>
                  <a:lnTo>
                    <a:pt x="1597971" y="1440128"/>
                  </a:lnTo>
                  <a:lnTo>
                    <a:pt x="1531389" y="1465064"/>
                  </a:lnTo>
                  <a:lnTo>
                    <a:pt x="1464807" y="1490077"/>
                  </a:lnTo>
                  <a:lnTo>
                    <a:pt x="1398225" y="1515159"/>
                  </a:lnTo>
                  <a:lnTo>
                    <a:pt x="1331642" y="1540304"/>
                  </a:lnTo>
                  <a:lnTo>
                    <a:pt x="1265060" y="1565505"/>
                  </a:lnTo>
                  <a:lnTo>
                    <a:pt x="1198478" y="1590756"/>
                  </a:lnTo>
                  <a:lnTo>
                    <a:pt x="1131896" y="1616053"/>
                  </a:lnTo>
                  <a:lnTo>
                    <a:pt x="1065314" y="1641391"/>
                  </a:lnTo>
                  <a:lnTo>
                    <a:pt x="998732" y="1666767"/>
                  </a:lnTo>
                  <a:lnTo>
                    <a:pt x="932150" y="1692176"/>
                  </a:lnTo>
                  <a:lnTo>
                    <a:pt x="865567" y="1717615"/>
                  </a:lnTo>
                  <a:lnTo>
                    <a:pt x="798985" y="1743081"/>
                  </a:lnTo>
                  <a:lnTo>
                    <a:pt x="732403" y="1768572"/>
                  </a:lnTo>
                  <a:lnTo>
                    <a:pt x="665821" y="1794086"/>
                  </a:lnTo>
                  <a:lnTo>
                    <a:pt x="599239" y="1819620"/>
                  </a:lnTo>
                  <a:lnTo>
                    <a:pt x="532657" y="1845173"/>
                  </a:lnTo>
                  <a:lnTo>
                    <a:pt x="466075" y="1870742"/>
                  </a:lnTo>
                  <a:lnTo>
                    <a:pt x="399492" y="1896327"/>
                  </a:lnTo>
                  <a:lnTo>
                    <a:pt x="332910" y="1921927"/>
                  </a:lnTo>
                  <a:lnTo>
                    <a:pt x="266328" y="1947539"/>
                  </a:lnTo>
                  <a:lnTo>
                    <a:pt x="199746" y="1973164"/>
                  </a:lnTo>
                  <a:lnTo>
                    <a:pt x="133164" y="1998799"/>
                  </a:lnTo>
                  <a:lnTo>
                    <a:pt x="66582" y="2024445"/>
                  </a:lnTo>
                  <a:lnTo>
                    <a:pt x="0" y="205010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827027"/>
              <a:ext cx="5259989" cy="1909142"/>
            </a:xfrm>
            <a:custGeom>
              <a:avLst/>
              <a:pathLst>
                <a:path w="5259989" h="1909142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3016665"/>
              <a:ext cx="5259989" cy="1860462"/>
            </a:xfrm>
            <a:custGeom>
              <a:avLst/>
              <a:pathLst>
                <a:path w="5259989" h="1860462">
                  <a:moveTo>
                    <a:pt x="5259989" y="0"/>
                  </a:moveTo>
                  <a:lnTo>
                    <a:pt x="5193407" y="21984"/>
                  </a:lnTo>
                  <a:lnTo>
                    <a:pt x="5126825" y="43971"/>
                  </a:lnTo>
                  <a:lnTo>
                    <a:pt x="5060243" y="65963"/>
                  </a:lnTo>
                  <a:lnTo>
                    <a:pt x="4993660" y="87959"/>
                  </a:lnTo>
                  <a:lnTo>
                    <a:pt x="4927078" y="109960"/>
                  </a:lnTo>
                  <a:lnTo>
                    <a:pt x="4860496" y="131966"/>
                  </a:lnTo>
                  <a:lnTo>
                    <a:pt x="4793914" y="153976"/>
                  </a:lnTo>
                  <a:lnTo>
                    <a:pt x="4727332" y="175993"/>
                  </a:lnTo>
                  <a:lnTo>
                    <a:pt x="4660750" y="198015"/>
                  </a:lnTo>
                  <a:lnTo>
                    <a:pt x="4594167" y="220044"/>
                  </a:lnTo>
                  <a:lnTo>
                    <a:pt x="4527585" y="242080"/>
                  </a:lnTo>
                  <a:lnTo>
                    <a:pt x="4461003" y="264123"/>
                  </a:lnTo>
                  <a:lnTo>
                    <a:pt x="4394421" y="286174"/>
                  </a:lnTo>
                  <a:lnTo>
                    <a:pt x="4327839" y="308233"/>
                  </a:lnTo>
                  <a:lnTo>
                    <a:pt x="4261257" y="330302"/>
                  </a:lnTo>
                  <a:lnTo>
                    <a:pt x="4194675" y="352381"/>
                  </a:lnTo>
                  <a:lnTo>
                    <a:pt x="4128092" y="374471"/>
                  </a:lnTo>
                  <a:lnTo>
                    <a:pt x="4061510" y="396572"/>
                  </a:lnTo>
                  <a:lnTo>
                    <a:pt x="3994928" y="418687"/>
                  </a:lnTo>
                  <a:lnTo>
                    <a:pt x="3928346" y="440815"/>
                  </a:lnTo>
                  <a:lnTo>
                    <a:pt x="3861764" y="462959"/>
                  </a:lnTo>
                  <a:lnTo>
                    <a:pt x="3795182" y="485119"/>
                  </a:lnTo>
                  <a:lnTo>
                    <a:pt x="3728600" y="507298"/>
                  </a:lnTo>
                  <a:lnTo>
                    <a:pt x="3662017" y="529497"/>
                  </a:lnTo>
                  <a:lnTo>
                    <a:pt x="3595435" y="551717"/>
                  </a:lnTo>
                  <a:lnTo>
                    <a:pt x="3528853" y="573962"/>
                  </a:lnTo>
                  <a:lnTo>
                    <a:pt x="3462271" y="596234"/>
                  </a:lnTo>
                  <a:lnTo>
                    <a:pt x="3395689" y="618536"/>
                  </a:lnTo>
                  <a:lnTo>
                    <a:pt x="3329107" y="640870"/>
                  </a:lnTo>
                  <a:lnTo>
                    <a:pt x="3262525" y="663241"/>
                  </a:lnTo>
                  <a:lnTo>
                    <a:pt x="3195942" y="685652"/>
                  </a:lnTo>
                  <a:lnTo>
                    <a:pt x="3129360" y="708107"/>
                  </a:lnTo>
                  <a:lnTo>
                    <a:pt x="3062778" y="730612"/>
                  </a:lnTo>
                  <a:lnTo>
                    <a:pt x="2996196" y="753173"/>
                  </a:lnTo>
                  <a:lnTo>
                    <a:pt x="2929614" y="775795"/>
                  </a:lnTo>
                  <a:lnTo>
                    <a:pt x="2863032" y="798484"/>
                  </a:lnTo>
                  <a:lnTo>
                    <a:pt x="2796450" y="821248"/>
                  </a:lnTo>
                  <a:lnTo>
                    <a:pt x="2729867" y="844095"/>
                  </a:lnTo>
                  <a:lnTo>
                    <a:pt x="2663285" y="867032"/>
                  </a:lnTo>
                  <a:lnTo>
                    <a:pt x="2596703" y="890068"/>
                  </a:lnTo>
                  <a:lnTo>
                    <a:pt x="2530121" y="913211"/>
                  </a:lnTo>
                  <a:lnTo>
                    <a:pt x="2463539" y="936469"/>
                  </a:lnTo>
                  <a:lnTo>
                    <a:pt x="2396957" y="959848"/>
                  </a:lnTo>
                  <a:lnTo>
                    <a:pt x="2330375" y="983356"/>
                  </a:lnTo>
                  <a:lnTo>
                    <a:pt x="2263792" y="1006996"/>
                  </a:lnTo>
                  <a:lnTo>
                    <a:pt x="2197210" y="1030772"/>
                  </a:lnTo>
                  <a:lnTo>
                    <a:pt x="2130628" y="1054685"/>
                  </a:lnTo>
                  <a:lnTo>
                    <a:pt x="2064046" y="1078735"/>
                  </a:lnTo>
                  <a:lnTo>
                    <a:pt x="1997464" y="1102918"/>
                  </a:lnTo>
                  <a:lnTo>
                    <a:pt x="1930882" y="1127230"/>
                  </a:lnTo>
                  <a:lnTo>
                    <a:pt x="1864300" y="1151666"/>
                  </a:lnTo>
                  <a:lnTo>
                    <a:pt x="1797717" y="1176217"/>
                  </a:lnTo>
                  <a:lnTo>
                    <a:pt x="1731135" y="1200877"/>
                  </a:lnTo>
                  <a:lnTo>
                    <a:pt x="1664553" y="1225638"/>
                  </a:lnTo>
                  <a:lnTo>
                    <a:pt x="1597971" y="1250490"/>
                  </a:lnTo>
                  <a:lnTo>
                    <a:pt x="1531389" y="1275427"/>
                  </a:lnTo>
                  <a:lnTo>
                    <a:pt x="1464807" y="1300439"/>
                  </a:lnTo>
                  <a:lnTo>
                    <a:pt x="1398225" y="1325522"/>
                  </a:lnTo>
                  <a:lnTo>
                    <a:pt x="1331642" y="1350666"/>
                  </a:lnTo>
                  <a:lnTo>
                    <a:pt x="1265060" y="1375867"/>
                  </a:lnTo>
                  <a:lnTo>
                    <a:pt x="1198478" y="1401118"/>
                  </a:lnTo>
                  <a:lnTo>
                    <a:pt x="1131896" y="1426415"/>
                  </a:lnTo>
                  <a:lnTo>
                    <a:pt x="1065314" y="1451754"/>
                  </a:lnTo>
                  <a:lnTo>
                    <a:pt x="998732" y="1477129"/>
                  </a:lnTo>
                  <a:lnTo>
                    <a:pt x="932150" y="1502538"/>
                  </a:lnTo>
                  <a:lnTo>
                    <a:pt x="865567" y="1527977"/>
                  </a:lnTo>
                  <a:lnTo>
                    <a:pt x="798985" y="1553443"/>
                  </a:lnTo>
                  <a:lnTo>
                    <a:pt x="732403" y="1578934"/>
                  </a:lnTo>
                  <a:lnTo>
                    <a:pt x="665821" y="1604448"/>
                  </a:lnTo>
                  <a:lnTo>
                    <a:pt x="599239" y="1629982"/>
                  </a:lnTo>
                  <a:lnTo>
                    <a:pt x="532657" y="1655535"/>
                  </a:lnTo>
                  <a:lnTo>
                    <a:pt x="466075" y="1681104"/>
                  </a:lnTo>
                  <a:lnTo>
                    <a:pt x="399492" y="1706690"/>
                  </a:lnTo>
                  <a:lnTo>
                    <a:pt x="332910" y="1732289"/>
                  </a:lnTo>
                  <a:lnTo>
                    <a:pt x="266328" y="1757902"/>
                  </a:lnTo>
                  <a:lnTo>
                    <a:pt x="199746" y="1783526"/>
                  </a:lnTo>
                  <a:lnTo>
                    <a:pt x="133164" y="1809162"/>
                  </a:lnTo>
                  <a:lnTo>
                    <a:pt x="66582" y="1834807"/>
                  </a:lnTo>
                  <a:lnTo>
                    <a:pt x="0" y="18604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921846"/>
              <a:ext cx="5259989" cy="1884802"/>
            </a:xfrm>
            <a:custGeom>
              <a:avLst/>
              <a:pathLst>
                <a:path w="5259989" h="1884802">
                  <a:moveTo>
                    <a:pt x="0" y="1884802"/>
                  </a:moveTo>
                  <a:lnTo>
                    <a:pt x="66582" y="1860944"/>
                  </a:lnTo>
                  <a:lnTo>
                    <a:pt x="133164" y="1837086"/>
                  </a:lnTo>
                  <a:lnTo>
                    <a:pt x="199746" y="1813227"/>
                  </a:lnTo>
                  <a:lnTo>
                    <a:pt x="266328" y="1789369"/>
                  </a:lnTo>
                  <a:lnTo>
                    <a:pt x="332910" y="1765511"/>
                  </a:lnTo>
                  <a:lnTo>
                    <a:pt x="399492" y="1741653"/>
                  </a:lnTo>
                  <a:lnTo>
                    <a:pt x="466075" y="1717794"/>
                  </a:lnTo>
                  <a:lnTo>
                    <a:pt x="532657" y="1693936"/>
                  </a:lnTo>
                  <a:lnTo>
                    <a:pt x="599239" y="1670078"/>
                  </a:lnTo>
                  <a:lnTo>
                    <a:pt x="665821" y="1646220"/>
                  </a:lnTo>
                  <a:lnTo>
                    <a:pt x="732403" y="1622361"/>
                  </a:lnTo>
                  <a:lnTo>
                    <a:pt x="798985" y="1598503"/>
                  </a:lnTo>
                  <a:lnTo>
                    <a:pt x="865567" y="1574645"/>
                  </a:lnTo>
                  <a:lnTo>
                    <a:pt x="932150" y="1550787"/>
                  </a:lnTo>
                  <a:lnTo>
                    <a:pt x="998732" y="1526928"/>
                  </a:lnTo>
                  <a:lnTo>
                    <a:pt x="1065314" y="1503070"/>
                  </a:lnTo>
                  <a:lnTo>
                    <a:pt x="1131896" y="1479212"/>
                  </a:lnTo>
                  <a:lnTo>
                    <a:pt x="1198478" y="1455354"/>
                  </a:lnTo>
                  <a:lnTo>
                    <a:pt x="1265060" y="1431495"/>
                  </a:lnTo>
                  <a:lnTo>
                    <a:pt x="1331642" y="1407637"/>
                  </a:lnTo>
                  <a:lnTo>
                    <a:pt x="1398225" y="1383779"/>
                  </a:lnTo>
                  <a:lnTo>
                    <a:pt x="1464807" y="1359920"/>
                  </a:lnTo>
                  <a:lnTo>
                    <a:pt x="1531389" y="1336062"/>
                  </a:lnTo>
                  <a:lnTo>
                    <a:pt x="1597971" y="1312204"/>
                  </a:lnTo>
                  <a:lnTo>
                    <a:pt x="1664553" y="1288346"/>
                  </a:lnTo>
                  <a:lnTo>
                    <a:pt x="1731135" y="1264487"/>
                  </a:lnTo>
                  <a:lnTo>
                    <a:pt x="1797717" y="1240629"/>
                  </a:lnTo>
                  <a:lnTo>
                    <a:pt x="1864300" y="1216771"/>
                  </a:lnTo>
                  <a:lnTo>
                    <a:pt x="1930882" y="1192913"/>
                  </a:lnTo>
                  <a:lnTo>
                    <a:pt x="1997464" y="1169054"/>
                  </a:lnTo>
                  <a:lnTo>
                    <a:pt x="2064046" y="1145196"/>
                  </a:lnTo>
                  <a:lnTo>
                    <a:pt x="2130628" y="1121338"/>
                  </a:lnTo>
                  <a:lnTo>
                    <a:pt x="2197210" y="1097480"/>
                  </a:lnTo>
                  <a:lnTo>
                    <a:pt x="2263792" y="1073621"/>
                  </a:lnTo>
                  <a:lnTo>
                    <a:pt x="2330375" y="1049763"/>
                  </a:lnTo>
                  <a:lnTo>
                    <a:pt x="2396957" y="1025905"/>
                  </a:lnTo>
                  <a:lnTo>
                    <a:pt x="2463539" y="1002047"/>
                  </a:lnTo>
                  <a:lnTo>
                    <a:pt x="2530121" y="978188"/>
                  </a:lnTo>
                  <a:lnTo>
                    <a:pt x="2596703" y="954330"/>
                  </a:lnTo>
                  <a:lnTo>
                    <a:pt x="2663285" y="930472"/>
                  </a:lnTo>
                  <a:lnTo>
                    <a:pt x="2729867" y="906613"/>
                  </a:lnTo>
                  <a:lnTo>
                    <a:pt x="2796450" y="882755"/>
                  </a:lnTo>
                  <a:lnTo>
                    <a:pt x="2863032" y="858897"/>
                  </a:lnTo>
                  <a:lnTo>
                    <a:pt x="2929614" y="835039"/>
                  </a:lnTo>
                  <a:lnTo>
                    <a:pt x="2996196" y="811180"/>
                  </a:lnTo>
                  <a:lnTo>
                    <a:pt x="3062778" y="787322"/>
                  </a:lnTo>
                  <a:lnTo>
                    <a:pt x="3129360" y="763464"/>
                  </a:lnTo>
                  <a:lnTo>
                    <a:pt x="3195942" y="739606"/>
                  </a:lnTo>
                  <a:lnTo>
                    <a:pt x="3262525" y="715747"/>
                  </a:lnTo>
                  <a:lnTo>
                    <a:pt x="3329107" y="691889"/>
                  </a:lnTo>
                  <a:lnTo>
                    <a:pt x="3395689" y="668031"/>
                  </a:lnTo>
                  <a:lnTo>
                    <a:pt x="3462271" y="644173"/>
                  </a:lnTo>
                  <a:lnTo>
                    <a:pt x="3528853" y="620314"/>
                  </a:lnTo>
                  <a:lnTo>
                    <a:pt x="3595435" y="596456"/>
                  </a:lnTo>
                  <a:lnTo>
                    <a:pt x="3662017" y="572598"/>
                  </a:lnTo>
                  <a:lnTo>
                    <a:pt x="3728600" y="548740"/>
                  </a:lnTo>
                  <a:lnTo>
                    <a:pt x="3795182" y="524881"/>
                  </a:lnTo>
                  <a:lnTo>
                    <a:pt x="3861764" y="501023"/>
                  </a:lnTo>
                  <a:lnTo>
                    <a:pt x="3928346" y="477165"/>
                  </a:lnTo>
                  <a:lnTo>
                    <a:pt x="3994928" y="453306"/>
                  </a:lnTo>
                  <a:lnTo>
                    <a:pt x="4061510" y="429448"/>
                  </a:lnTo>
                  <a:lnTo>
                    <a:pt x="4128092" y="405590"/>
                  </a:lnTo>
                  <a:lnTo>
                    <a:pt x="4194675" y="381732"/>
                  </a:lnTo>
                  <a:lnTo>
                    <a:pt x="4261257" y="357873"/>
                  </a:lnTo>
                  <a:lnTo>
                    <a:pt x="4327839" y="334015"/>
                  </a:lnTo>
                  <a:lnTo>
                    <a:pt x="4394421" y="310157"/>
                  </a:lnTo>
                  <a:lnTo>
                    <a:pt x="4461003" y="286299"/>
                  </a:lnTo>
                  <a:lnTo>
                    <a:pt x="4527585" y="262440"/>
                  </a:lnTo>
                  <a:lnTo>
                    <a:pt x="4594167" y="238582"/>
                  </a:lnTo>
                  <a:lnTo>
                    <a:pt x="4660750" y="214724"/>
                  </a:lnTo>
                  <a:lnTo>
                    <a:pt x="4727332" y="190866"/>
                  </a:lnTo>
                  <a:lnTo>
                    <a:pt x="4793914" y="167007"/>
                  </a:lnTo>
                  <a:lnTo>
                    <a:pt x="4860496" y="143149"/>
                  </a:lnTo>
                  <a:lnTo>
                    <a:pt x="4927078" y="119291"/>
                  </a:lnTo>
                  <a:lnTo>
                    <a:pt x="4993660" y="95433"/>
                  </a:lnTo>
                  <a:lnTo>
                    <a:pt x="5060243" y="71574"/>
                  </a:lnTo>
                  <a:lnTo>
                    <a:pt x="5126825" y="47716"/>
                  </a:lnTo>
                  <a:lnTo>
                    <a:pt x="5193407" y="23858"/>
                  </a:lnTo>
                  <a:lnTo>
                    <a:pt x="525998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2616333"/>
              <a:ext cx="6094633" cy="2248395"/>
            </a:xfrm>
            <a:custGeom>
              <a:avLst/>
              <a:pathLst>
                <a:path w="6094633" h="2248395">
                  <a:moveTo>
                    <a:pt x="0" y="1991685"/>
                  </a:moveTo>
                  <a:lnTo>
                    <a:pt x="77147" y="1969897"/>
                  </a:lnTo>
                  <a:lnTo>
                    <a:pt x="154294" y="1948095"/>
                  </a:lnTo>
                  <a:lnTo>
                    <a:pt x="231441" y="1926278"/>
                  </a:lnTo>
                  <a:lnTo>
                    <a:pt x="308589" y="1904445"/>
                  </a:lnTo>
                  <a:lnTo>
                    <a:pt x="385736" y="1882595"/>
                  </a:lnTo>
                  <a:lnTo>
                    <a:pt x="462883" y="1860726"/>
                  </a:lnTo>
                  <a:lnTo>
                    <a:pt x="540030" y="1838836"/>
                  </a:lnTo>
                  <a:lnTo>
                    <a:pt x="617178" y="1816924"/>
                  </a:lnTo>
                  <a:lnTo>
                    <a:pt x="694325" y="1794988"/>
                  </a:lnTo>
                  <a:lnTo>
                    <a:pt x="771472" y="1773025"/>
                  </a:lnTo>
                  <a:lnTo>
                    <a:pt x="848619" y="1751034"/>
                  </a:lnTo>
                  <a:lnTo>
                    <a:pt x="925767" y="1729011"/>
                  </a:lnTo>
                  <a:lnTo>
                    <a:pt x="1002914" y="1706953"/>
                  </a:lnTo>
                  <a:lnTo>
                    <a:pt x="1080061" y="1684858"/>
                  </a:lnTo>
                  <a:lnTo>
                    <a:pt x="1157208" y="1662721"/>
                  </a:lnTo>
                  <a:lnTo>
                    <a:pt x="1234356" y="1640538"/>
                  </a:lnTo>
                  <a:lnTo>
                    <a:pt x="1311503" y="1618305"/>
                  </a:lnTo>
                  <a:lnTo>
                    <a:pt x="1388650" y="1596015"/>
                  </a:lnTo>
                  <a:lnTo>
                    <a:pt x="1465797" y="1573664"/>
                  </a:lnTo>
                  <a:lnTo>
                    <a:pt x="1542945" y="1551245"/>
                  </a:lnTo>
                  <a:lnTo>
                    <a:pt x="1620092" y="1528750"/>
                  </a:lnTo>
                  <a:lnTo>
                    <a:pt x="1697239" y="1506171"/>
                  </a:lnTo>
                  <a:lnTo>
                    <a:pt x="1774387" y="1483500"/>
                  </a:lnTo>
                  <a:lnTo>
                    <a:pt x="1851534" y="1460725"/>
                  </a:lnTo>
                  <a:lnTo>
                    <a:pt x="1928681" y="1437838"/>
                  </a:lnTo>
                  <a:lnTo>
                    <a:pt x="2005828" y="1414825"/>
                  </a:lnTo>
                  <a:lnTo>
                    <a:pt x="2082976" y="1391675"/>
                  </a:lnTo>
                  <a:lnTo>
                    <a:pt x="2160123" y="1368375"/>
                  </a:lnTo>
                  <a:lnTo>
                    <a:pt x="2237270" y="1344911"/>
                  </a:lnTo>
                  <a:lnTo>
                    <a:pt x="2314417" y="1321270"/>
                  </a:lnTo>
                  <a:lnTo>
                    <a:pt x="2391565" y="1297439"/>
                  </a:lnTo>
                  <a:lnTo>
                    <a:pt x="2468712" y="1273407"/>
                  </a:lnTo>
                  <a:lnTo>
                    <a:pt x="2545859" y="1249163"/>
                  </a:lnTo>
                  <a:lnTo>
                    <a:pt x="2623006" y="1224699"/>
                  </a:lnTo>
                  <a:lnTo>
                    <a:pt x="2700154" y="1200009"/>
                  </a:lnTo>
                  <a:lnTo>
                    <a:pt x="2777301" y="1175091"/>
                  </a:lnTo>
                  <a:lnTo>
                    <a:pt x="2854448" y="1149946"/>
                  </a:lnTo>
                  <a:lnTo>
                    <a:pt x="2931595" y="1124576"/>
                  </a:lnTo>
                  <a:lnTo>
                    <a:pt x="3008743" y="1098989"/>
                  </a:lnTo>
                  <a:lnTo>
                    <a:pt x="3085890" y="1073194"/>
                  </a:lnTo>
                  <a:lnTo>
                    <a:pt x="3163037" y="1047200"/>
                  </a:lnTo>
                  <a:lnTo>
                    <a:pt x="3240184" y="1021021"/>
                  </a:lnTo>
                  <a:lnTo>
                    <a:pt x="3317332" y="994670"/>
                  </a:lnTo>
                  <a:lnTo>
                    <a:pt x="3394479" y="968159"/>
                  </a:lnTo>
                  <a:lnTo>
                    <a:pt x="3471626" y="941503"/>
                  </a:lnTo>
                  <a:lnTo>
                    <a:pt x="3548774" y="914713"/>
                  </a:lnTo>
                  <a:lnTo>
                    <a:pt x="3625921" y="887802"/>
                  </a:lnTo>
                  <a:lnTo>
                    <a:pt x="3703068" y="860782"/>
                  </a:lnTo>
                  <a:lnTo>
                    <a:pt x="3780215" y="833662"/>
                  </a:lnTo>
                  <a:lnTo>
                    <a:pt x="3857363" y="806452"/>
                  </a:lnTo>
                  <a:lnTo>
                    <a:pt x="3934510" y="779162"/>
                  </a:lnTo>
                  <a:lnTo>
                    <a:pt x="4011657" y="751798"/>
                  </a:lnTo>
                  <a:lnTo>
                    <a:pt x="4088804" y="724369"/>
                  </a:lnTo>
                  <a:lnTo>
                    <a:pt x="4165952" y="696880"/>
                  </a:lnTo>
                  <a:lnTo>
                    <a:pt x="4243099" y="669336"/>
                  </a:lnTo>
                  <a:lnTo>
                    <a:pt x="4320246" y="641744"/>
                  </a:lnTo>
                  <a:lnTo>
                    <a:pt x="4397393" y="614108"/>
                  </a:lnTo>
                  <a:lnTo>
                    <a:pt x="4474541" y="586431"/>
                  </a:lnTo>
                  <a:lnTo>
                    <a:pt x="4551688" y="558717"/>
                  </a:lnTo>
                  <a:lnTo>
                    <a:pt x="4628835" y="530970"/>
                  </a:lnTo>
                  <a:lnTo>
                    <a:pt x="4705982" y="503192"/>
                  </a:lnTo>
                  <a:lnTo>
                    <a:pt x="4783130" y="475386"/>
                  </a:lnTo>
                  <a:lnTo>
                    <a:pt x="4860277" y="447555"/>
                  </a:lnTo>
                  <a:lnTo>
                    <a:pt x="4937424" y="419700"/>
                  </a:lnTo>
                  <a:lnTo>
                    <a:pt x="5014571" y="391824"/>
                  </a:lnTo>
                  <a:lnTo>
                    <a:pt x="5091719" y="363927"/>
                  </a:lnTo>
                  <a:lnTo>
                    <a:pt x="5168866" y="336012"/>
                  </a:lnTo>
                  <a:lnTo>
                    <a:pt x="5246013" y="308080"/>
                  </a:lnTo>
                  <a:lnTo>
                    <a:pt x="5323161" y="280133"/>
                  </a:lnTo>
                  <a:lnTo>
                    <a:pt x="5400308" y="252171"/>
                  </a:lnTo>
                  <a:lnTo>
                    <a:pt x="5477455" y="224195"/>
                  </a:lnTo>
                  <a:lnTo>
                    <a:pt x="5554602" y="196207"/>
                  </a:lnTo>
                  <a:lnTo>
                    <a:pt x="5631750" y="168206"/>
                  </a:lnTo>
                  <a:lnTo>
                    <a:pt x="5708897" y="140195"/>
                  </a:lnTo>
                  <a:lnTo>
                    <a:pt x="5786044" y="112174"/>
                  </a:lnTo>
                  <a:lnTo>
                    <a:pt x="5863191" y="84143"/>
                  </a:lnTo>
                  <a:lnTo>
                    <a:pt x="5940339" y="56104"/>
                  </a:lnTo>
                  <a:lnTo>
                    <a:pt x="6017486" y="28055"/>
                  </a:lnTo>
                  <a:lnTo>
                    <a:pt x="6094633" y="0"/>
                  </a:lnTo>
                  <a:lnTo>
                    <a:pt x="6094633" y="309099"/>
                  </a:lnTo>
                  <a:lnTo>
                    <a:pt x="6017486" y="330803"/>
                  </a:lnTo>
                  <a:lnTo>
                    <a:pt x="5940339" y="352514"/>
                  </a:lnTo>
                  <a:lnTo>
                    <a:pt x="5863191" y="374233"/>
                  </a:lnTo>
                  <a:lnTo>
                    <a:pt x="5786044" y="395962"/>
                  </a:lnTo>
                  <a:lnTo>
                    <a:pt x="5708897" y="417700"/>
                  </a:lnTo>
                  <a:lnTo>
                    <a:pt x="5631750" y="439448"/>
                  </a:lnTo>
                  <a:lnTo>
                    <a:pt x="5554602" y="461207"/>
                  </a:lnTo>
                  <a:lnTo>
                    <a:pt x="5477455" y="482978"/>
                  </a:lnTo>
                  <a:lnTo>
                    <a:pt x="5400308" y="504762"/>
                  </a:lnTo>
                  <a:lnTo>
                    <a:pt x="5323161" y="526559"/>
                  </a:lnTo>
                  <a:lnTo>
                    <a:pt x="5246013" y="548370"/>
                  </a:lnTo>
                  <a:lnTo>
                    <a:pt x="5168866" y="570198"/>
                  </a:lnTo>
                  <a:lnTo>
                    <a:pt x="5091719" y="592042"/>
                  </a:lnTo>
                  <a:lnTo>
                    <a:pt x="5014571" y="613905"/>
                  </a:lnTo>
                  <a:lnTo>
                    <a:pt x="4937424" y="635788"/>
                  </a:lnTo>
                  <a:lnTo>
                    <a:pt x="4860277" y="657692"/>
                  </a:lnTo>
                  <a:lnTo>
                    <a:pt x="4783130" y="679620"/>
                  </a:lnTo>
                  <a:lnTo>
                    <a:pt x="4705982" y="701573"/>
                  </a:lnTo>
                  <a:lnTo>
                    <a:pt x="4628835" y="723555"/>
                  </a:lnTo>
                  <a:lnTo>
                    <a:pt x="4551688" y="745567"/>
                  </a:lnTo>
                  <a:lnTo>
                    <a:pt x="4474541" y="767613"/>
                  </a:lnTo>
                  <a:lnTo>
                    <a:pt x="4397393" y="789695"/>
                  </a:lnTo>
                  <a:lnTo>
                    <a:pt x="4320246" y="811817"/>
                  </a:lnTo>
                  <a:lnTo>
                    <a:pt x="4243099" y="833985"/>
                  </a:lnTo>
                  <a:lnTo>
                    <a:pt x="4165952" y="856201"/>
                  </a:lnTo>
                  <a:lnTo>
                    <a:pt x="4088804" y="878471"/>
                  </a:lnTo>
                  <a:lnTo>
                    <a:pt x="4011657" y="900800"/>
                  </a:lnTo>
                  <a:lnTo>
                    <a:pt x="3934510" y="923196"/>
                  </a:lnTo>
                  <a:lnTo>
                    <a:pt x="3857363" y="945665"/>
                  </a:lnTo>
                  <a:lnTo>
                    <a:pt x="3780215" y="968215"/>
                  </a:lnTo>
                  <a:lnTo>
                    <a:pt x="3703068" y="990854"/>
                  </a:lnTo>
                  <a:lnTo>
                    <a:pt x="3625921" y="1013593"/>
                  </a:lnTo>
                  <a:lnTo>
                    <a:pt x="3548774" y="1036441"/>
                  </a:lnTo>
                  <a:lnTo>
                    <a:pt x="3471626" y="1059411"/>
                  </a:lnTo>
                  <a:lnTo>
                    <a:pt x="3394479" y="1082513"/>
                  </a:lnTo>
                  <a:lnTo>
                    <a:pt x="3317332" y="1105762"/>
                  </a:lnTo>
                  <a:lnTo>
                    <a:pt x="3240184" y="1129170"/>
                  </a:lnTo>
                  <a:lnTo>
                    <a:pt x="3163037" y="1152750"/>
                  </a:lnTo>
                  <a:lnTo>
                    <a:pt x="3085890" y="1176516"/>
                  </a:lnTo>
                  <a:lnTo>
                    <a:pt x="3008743" y="1200480"/>
                  </a:lnTo>
                  <a:lnTo>
                    <a:pt x="2931595" y="1224652"/>
                  </a:lnTo>
                  <a:lnTo>
                    <a:pt x="2854448" y="1249042"/>
                  </a:lnTo>
                  <a:lnTo>
                    <a:pt x="2777301" y="1273655"/>
                  </a:lnTo>
                  <a:lnTo>
                    <a:pt x="2700154" y="1298497"/>
                  </a:lnTo>
                  <a:lnTo>
                    <a:pt x="2623006" y="1323566"/>
                  </a:lnTo>
                  <a:lnTo>
                    <a:pt x="2545859" y="1348862"/>
                  </a:lnTo>
                  <a:lnTo>
                    <a:pt x="2468712" y="1374377"/>
                  </a:lnTo>
                  <a:lnTo>
                    <a:pt x="2391565" y="1400104"/>
                  </a:lnTo>
                  <a:lnTo>
                    <a:pt x="2314417" y="1426032"/>
                  </a:lnTo>
                  <a:lnTo>
                    <a:pt x="2237270" y="1452151"/>
                  </a:lnTo>
                  <a:lnTo>
                    <a:pt x="2160123" y="1478446"/>
                  </a:lnTo>
                  <a:lnTo>
                    <a:pt x="2082976" y="1504905"/>
                  </a:lnTo>
                  <a:lnTo>
                    <a:pt x="2005828" y="1531514"/>
                  </a:lnTo>
                  <a:lnTo>
                    <a:pt x="1928681" y="1558261"/>
                  </a:lnTo>
                  <a:lnTo>
                    <a:pt x="1851534" y="1585132"/>
                  </a:lnTo>
                  <a:lnTo>
                    <a:pt x="1774387" y="1612117"/>
                  </a:lnTo>
                  <a:lnTo>
                    <a:pt x="1697239" y="1639205"/>
                  </a:lnTo>
                  <a:lnTo>
                    <a:pt x="1620092" y="1666386"/>
                  </a:lnTo>
                  <a:lnTo>
                    <a:pt x="1542945" y="1693650"/>
                  </a:lnTo>
                  <a:lnTo>
                    <a:pt x="1465797" y="1720990"/>
                  </a:lnTo>
                  <a:lnTo>
                    <a:pt x="1388650" y="1748398"/>
                  </a:lnTo>
                  <a:lnTo>
                    <a:pt x="1311503" y="1775868"/>
                  </a:lnTo>
                  <a:lnTo>
                    <a:pt x="1234356" y="1803394"/>
                  </a:lnTo>
                  <a:lnTo>
                    <a:pt x="1157208" y="1830970"/>
                  </a:lnTo>
                  <a:lnTo>
                    <a:pt x="1080061" y="1858592"/>
                  </a:lnTo>
                  <a:lnTo>
                    <a:pt x="1002914" y="1886256"/>
                  </a:lnTo>
                  <a:lnTo>
                    <a:pt x="925767" y="1913958"/>
                  </a:lnTo>
                  <a:lnTo>
                    <a:pt x="848619" y="1941694"/>
                  </a:lnTo>
                  <a:lnTo>
                    <a:pt x="771472" y="1969462"/>
                  </a:lnTo>
                  <a:lnTo>
                    <a:pt x="694325" y="1997259"/>
                  </a:lnTo>
                  <a:lnTo>
                    <a:pt x="617178" y="2025082"/>
                  </a:lnTo>
                  <a:lnTo>
                    <a:pt x="540030" y="2052929"/>
                  </a:lnTo>
                  <a:lnTo>
                    <a:pt x="462883" y="2080799"/>
                  </a:lnTo>
                  <a:lnTo>
                    <a:pt x="385736" y="2108688"/>
                  </a:lnTo>
                  <a:lnTo>
                    <a:pt x="308589" y="2136597"/>
                  </a:lnTo>
                  <a:lnTo>
                    <a:pt x="231441" y="2164524"/>
                  </a:lnTo>
                  <a:lnTo>
                    <a:pt x="154294" y="2192466"/>
                  </a:lnTo>
                  <a:lnTo>
                    <a:pt x="77147" y="2220424"/>
                  </a:lnTo>
                  <a:lnTo>
                    <a:pt x="0" y="2248395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2616333"/>
              <a:ext cx="6094633" cy="1991685"/>
            </a:xfrm>
            <a:custGeom>
              <a:avLst/>
              <a:pathLst>
                <a:path w="6094633" h="1991685">
                  <a:moveTo>
                    <a:pt x="0" y="1991685"/>
                  </a:moveTo>
                  <a:lnTo>
                    <a:pt x="77147" y="1969897"/>
                  </a:lnTo>
                  <a:lnTo>
                    <a:pt x="154294" y="1948095"/>
                  </a:lnTo>
                  <a:lnTo>
                    <a:pt x="231441" y="1926278"/>
                  </a:lnTo>
                  <a:lnTo>
                    <a:pt x="308589" y="1904445"/>
                  </a:lnTo>
                  <a:lnTo>
                    <a:pt x="385736" y="1882595"/>
                  </a:lnTo>
                  <a:lnTo>
                    <a:pt x="462883" y="1860726"/>
                  </a:lnTo>
                  <a:lnTo>
                    <a:pt x="540030" y="1838836"/>
                  </a:lnTo>
                  <a:lnTo>
                    <a:pt x="617178" y="1816924"/>
                  </a:lnTo>
                  <a:lnTo>
                    <a:pt x="694325" y="1794988"/>
                  </a:lnTo>
                  <a:lnTo>
                    <a:pt x="771472" y="1773025"/>
                  </a:lnTo>
                  <a:lnTo>
                    <a:pt x="848619" y="1751034"/>
                  </a:lnTo>
                  <a:lnTo>
                    <a:pt x="925767" y="1729011"/>
                  </a:lnTo>
                  <a:lnTo>
                    <a:pt x="1002914" y="1706953"/>
                  </a:lnTo>
                  <a:lnTo>
                    <a:pt x="1080061" y="1684858"/>
                  </a:lnTo>
                  <a:lnTo>
                    <a:pt x="1157208" y="1662721"/>
                  </a:lnTo>
                  <a:lnTo>
                    <a:pt x="1234356" y="1640538"/>
                  </a:lnTo>
                  <a:lnTo>
                    <a:pt x="1311503" y="1618305"/>
                  </a:lnTo>
                  <a:lnTo>
                    <a:pt x="1388650" y="1596015"/>
                  </a:lnTo>
                  <a:lnTo>
                    <a:pt x="1465797" y="1573664"/>
                  </a:lnTo>
                  <a:lnTo>
                    <a:pt x="1542945" y="1551245"/>
                  </a:lnTo>
                  <a:lnTo>
                    <a:pt x="1620092" y="1528750"/>
                  </a:lnTo>
                  <a:lnTo>
                    <a:pt x="1697239" y="1506171"/>
                  </a:lnTo>
                  <a:lnTo>
                    <a:pt x="1774387" y="1483500"/>
                  </a:lnTo>
                  <a:lnTo>
                    <a:pt x="1851534" y="1460725"/>
                  </a:lnTo>
                  <a:lnTo>
                    <a:pt x="1928681" y="1437838"/>
                  </a:lnTo>
                  <a:lnTo>
                    <a:pt x="2005828" y="1414825"/>
                  </a:lnTo>
                  <a:lnTo>
                    <a:pt x="2082976" y="1391675"/>
                  </a:lnTo>
                  <a:lnTo>
                    <a:pt x="2160123" y="1368375"/>
                  </a:lnTo>
                  <a:lnTo>
                    <a:pt x="2237270" y="1344911"/>
                  </a:lnTo>
                  <a:lnTo>
                    <a:pt x="2314417" y="1321270"/>
                  </a:lnTo>
                  <a:lnTo>
                    <a:pt x="2391565" y="1297439"/>
                  </a:lnTo>
                  <a:lnTo>
                    <a:pt x="2468712" y="1273407"/>
                  </a:lnTo>
                  <a:lnTo>
                    <a:pt x="2545859" y="1249163"/>
                  </a:lnTo>
                  <a:lnTo>
                    <a:pt x="2623006" y="1224699"/>
                  </a:lnTo>
                  <a:lnTo>
                    <a:pt x="2700154" y="1200009"/>
                  </a:lnTo>
                  <a:lnTo>
                    <a:pt x="2777301" y="1175091"/>
                  </a:lnTo>
                  <a:lnTo>
                    <a:pt x="2854448" y="1149946"/>
                  </a:lnTo>
                  <a:lnTo>
                    <a:pt x="2931595" y="1124576"/>
                  </a:lnTo>
                  <a:lnTo>
                    <a:pt x="3008743" y="1098989"/>
                  </a:lnTo>
                  <a:lnTo>
                    <a:pt x="3085890" y="1073194"/>
                  </a:lnTo>
                  <a:lnTo>
                    <a:pt x="3163037" y="1047200"/>
                  </a:lnTo>
                  <a:lnTo>
                    <a:pt x="3240184" y="1021021"/>
                  </a:lnTo>
                  <a:lnTo>
                    <a:pt x="3317332" y="994670"/>
                  </a:lnTo>
                  <a:lnTo>
                    <a:pt x="3394479" y="968159"/>
                  </a:lnTo>
                  <a:lnTo>
                    <a:pt x="3471626" y="941503"/>
                  </a:lnTo>
                  <a:lnTo>
                    <a:pt x="3548774" y="914713"/>
                  </a:lnTo>
                  <a:lnTo>
                    <a:pt x="3625921" y="887802"/>
                  </a:lnTo>
                  <a:lnTo>
                    <a:pt x="3703068" y="860782"/>
                  </a:lnTo>
                  <a:lnTo>
                    <a:pt x="3780215" y="833662"/>
                  </a:lnTo>
                  <a:lnTo>
                    <a:pt x="3857363" y="806452"/>
                  </a:lnTo>
                  <a:lnTo>
                    <a:pt x="3934510" y="779162"/>
                  </a:lnTo>
                  <a:lnTo>
                    <a:pt x="4011657" y="751798"/>
                  </a:lnTo>
                  <a:lnTo>
                    <a:pt x="4088804" y="724369"/>
                  </a:lnTo>
                  <a:lnTo>
                    <a:pt x="4165952" y="696880"/>
                  </a:lnTo>
                  <a:lnTo>
                    <a:pt x="4243099" y="669336"/>
                  </a:lnTo>
                  <a:lnTo>
                    <a:pt x="4320246" y="641744"/>
                  </a:lnTo>
                  <a:lnTo>
                    <a:pt x="4397393" y="614108"/>
                  </a:lnTo>
                  <a:lnTo>
                    <a:pt x="4474541" y="586431"/>
                  </a:lnTo>
                  <a:lnTo>
                    <a:pt x="4551688" y="558717"/>
                  </a:lnTo>
                  <a:lnTo>
                    <a:pt x="4628835" y="530970"/>
                  </a:lnTo>
                  <a:lnTo>
                    <a:pt x="4705982" y="503192"/>
                  </a:lnTo>
                  <a:lnTo>
                    <a:pt x="4783130" y="475386"/>
                  </a:lnTo>
                  <a:lnTo>
                    <a:pt x="4860277" y="447555"/>
                  </a:lnTo>
                  <a:lnTo>
                    <a:pt x="4937424" y="419700"/>
                  </a:lnTo>
                  <a:lnTo>
                    <a:pt x="5014571" y="391824"/>
                  </a:lnTo>
                  <a:lnTo>
                    <a:pt x="5091719" y="363927"/>
                  </a:lnTo>
                  <a:lnTo>
                    <a:pt x="5168866" y="336012"/>
                  </a:lnTo>
                  <a:lnTo>
                    <a:pt x="5246013" y="308080"/>
                  </a:lnTo>
                  <a:lnTo>
                    <a:pt x="5323161" y="280133"/>
                  </a:lnTo>
                  <a:lnTo>
                    <a:pt x="5400308" y="252171"/>
                  </a:lnTo>
                  <a:lnTo>
                    <a:pt x="5477455" y="224195"/>
                  </a:lnTo>
                  <a:lnTo>
                    <a:pt x="5554602" y="196207"/>
                  </a:lnTo>
                  <a:lnTo>
                    <a:pt x="5631750" y="168206"/>
                  </a:lnTo>
                  <a:lnTo>
                    <a:pt x="5708897" y="140195"/>
                  </a:lnTo>
                  <a:lnTo>
                    <a:pt x="5786044" y="112174"/>
                  </a:lnTo>
                  <a:lnTo>
                    <a:pt x="5863191" y="84143"/>
                  </a:lnTo>
                  <a:lnTo>
                    <a:pt x="5940339" y="56104"/>
                  </a:lnTo>
                  <a:lnTo>
                    <a:pt x="6017486" y="28055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925433"/>
              <a:ext cx="6094633" cy="1939295"/>
            </a:xfrm>
            <a:custGeom>
              <a:avLst/>
              <a:pathLst>
                <a:path w="6094633" h="1939295">
                  <a:moveTo>
                    <a:pt x="6094633" y="0"/>
                  </a:moveTo>
                  <a:lnTo>
                    <a:pt x="6017486" y="21703"/>
                  </a:lnTo>
                  <a:lnTo>
                    <a:pt x="5940339" y="43414"/>
                  </a:lnTo>
                  <a:lnTo>
                    <a:pt x="5863191" y="65133"/>
                  </a:lnTo>
                  <a:lnTo>
                    <a:pt x="5786044" y="86862"/>
                  </a:lnTo>
                  <a:lnTo>
                    <a:pt x="5708897" y="108600"/>
                  </a:lnTo>
                  <a:lnTo>
                    <a:pt x="5631750" y="130348"/>
                  </a:lnTo>
                  <a:lnTo>
                    <a:pt x="5554602" y="152107"/>
                  </a:lnTo>
                  <a:lnTo>
                    <a:pt x="5477455" y="173878"/>
                  </a:lnTo>
                  <a:lnTo>
                    <a:pt x="5400308" y="195662"/>
                  </a:lnTo>
                  <a:lnTo>
                    <a:pt x="5323161" y="217459"/>
                  </a:lnTo>
                  <a:lnTo>
                    <a:pt x="5246013" y="239270"/>
                  </a:lnTo>
                  <a:lnTo>
                    <a:pt x="5168866" y="261098"/>
                  </a:lnTo>
                  <a:lnTo>
                    <a:pt x="5091719" y="282942"/>
                  </a:lnTo>
                  <a:lnTo>
                    <a:pt x="5014571" y="304805"/>
                  </a:lnTo>
                  <a:lnTo>
                    <a:pt x="4937424" y="326688"/>
                  </a:lnTo>
                  <a:lnTo>
                    <a:pt x="4860277" y="348592"/>
                  </a:lnTo>
                  <a:lnTo>
                    <a:pt x="4783130" y="370520"/>
                  </a:lnTo>
                  <a:lnTo>
                    <a:pt x="4705982" y="392473"/>
                  </a:lnTo>
                  <a:lnTo>
                    <a:pt x="4628835" y="414455"/>
                  </a:lnTo>
                  <a:lnTo>
                    <a:pt x="4551688" y="436467"/>
                  </a:lnTo>
                  <a:lnTo>
                    <a:pt x="4474541" y="458513"/>
                  </a:lnTo>
                  <a:lnTo>
                    <a:pt x="4397393" y="480595"/>
                  </a:lnTo>
                  <a:lnTo>
                    <a:pt x="4320246" y="502718"/>
                  </a:lnTo>
                  <a:lnTo>
                    <a:pt x="4243099" y="524885"/>
                  </a:lnTo>
                  <a:lnTo>
                    <a:pt x="4165952" y="547101"/>
                  </a:lnTo>
                  <a:lnTo>
                    <a:pt x="4088804" y="569371"/>
                  </a:lnTo>
                  <a:lnTo>
                    <a:pt x="4011657" y="591700"/>
                  </a:lnTo>
                  <a:lnTo>
                    <a:pt x="3934510" y="614096"/>
                  </a:lnTo>
                  <a:lnTo>
                    <a:pt x="3857363" y="636565"/>
                  </a:lnTo>
                  <a:lnTo>
                    <a:pt x="3780215" y="659115"/>
                  </a:lnTo>
                  <a:lnTo>
                    <a:pt x="3703068" y="681754"/>
                  </a:lnTo>
                  <a:lnTo>
                    <a:pt x="3625921" y="704493"/>
                  </a:lnTo>
                  <a:lnTo>
                    <a:pt x="3548774" y="727341"/>
                  </a:lnTo>
                  <a:lnTo>
                    <a:pt x="3471626" y="750311"/>
                  </a:lnTo>
                  <a:lnTo>
                    <a:pt x="3394479" y="773413"/>
                  </a:lnTo>
                  <a:lnTo>
                    <a:pt x="3317332" y="796662"/>
                  </a:lnTo>
                  <a:lnTo>
                    <a:pt x="3240184" y="820070"/>
                  </a:lnTo>
                  <a:lnTo>
                    <a:pt x="3163037" y="843650"/>
                  </a:lnTo>
                  <a:lnTo>
                    <a:pt x="3085890" y="867416"/>
                  </a:lnTo>
                  <a:lnTo>
                    <a:pt x="3008743" y="891380"/>
                  </a:lnTo>
                  <a:lnTo>
                    <a:pt x="2931595" y="915552"/>
                  </a:lnTo>
                  <a:lnTo>
                    <a:pt x="2854448" y="939942"/>
                  </a:lnTo>
                  <a:lnTo>
                    <a:pt x="2777301" y="964555"/>
                  </a:lnTo>
                  <a:lnTo>
                    <a:pt x="2700154" y="989397"/>
                  </a:lnTo>
                  <a:lnTo>
                    <a:pt x="2623006" y="1014466"/>
                  </a:lnTo>
                  <a:lnTo>
                    <a:pt x="2545859" y="1039762"/>
                  </a:lnTo>
                  <a:lnTo>
                    <a:pt x="2468712" y="1065277"/>
                  </a:lnTo>
                  <a:lnTo>
                    <a:pt x="2391565" y="1091004"/>
                  </a:lnTo>
                  <a:lnTo>
                    <a:pt x="2314417" y="1116932"/>
                  </a:lnTo>
                  <a:lnTo>
                    <a:pt x="2237270" y="1143051"/>
                  </a:lnTo>
                  <a:lnTo>
                    <a:pt x="2160123" y="1169346"/>
                  </a:lnTo>
                  <a:lnTo>
                    <a:pt x="2082976" y="1195805"/>
                  </a:lnTo>
                  <a:lnTo>
                    <a:pt x="2005828" y="1222414"/>
                  </a:lnTo>
                  <a:lnTo>
                    <a:pt x="1928681" y="1249161"/>
                  </a:lnTo>
                  <a:lnTo>
                    <a:pt x="1851534" y="1276032"/>
                  </a:lnTo>
                  <a:lnTo>
                    <a:pt x="1774387" y="1303017"/>
                  </a:lnTo>
                  <a:lnTo>
                    <a:pt x="1697239" y="1330105"/>
                  </a:lnTo>
                  <a:lnTo>
                    <a:pt x="1620092" y="1357286"/>
                  </a:lnTo>
                  <a:lnTo>
                    <a:pt x="1542945" y="1384550"/>
                  </a:lnTo>
                  <a:lnTo>
                    <a:pt x="1465797" y="1411890"/>
                  </a:lnTo>
                  <a:lnTo>
                    <a:pt x="1388650" y="1439298"/>
                  </a:lnTo>
                  <a:lnTo>
                    <a:pt x="1311503" y="1466768"/>
                  </a:lnTo>
                  <a:lnTo>
                    <a:pt x="1234356" y="1494294"/>
                  </a:lnTo>
                  <a:lnTo>
                    <a:pt x="1157208" y="1521870"/>
                  </a:lnTo>
                  <a:lnTo>
                    <a:pt x="1080061" y="1549492"/>
                  </a:lnTo>
                  <a:lnTo>
                    <a:pt x="1002914" y="1577156"/>
                  </a:lnTo>
                  <a:lnTo>
                    <a:pt x="925767" y="1604858"/>
                  </a:lnTo>
                  <a:lnTo>
                    <a:pt x="848619" y="1632594"/>
                  </a:lnTo>
                  <a:lnTo>
                    <a:pt x="771472" y="1660362"/>
                  </a:lnTo>
                  <a:lnTo>
                    <a:pt x="694325" y="1688159"/>
                  </a:lnTo>
                  <a:lnTo>
                    <a:pt x="617178" y="1715982"/>
                  </a:lnTo>
                  <a:lnTo>
                    <a:pt x="540030" y="1743829"/>
                  </a:lnTo>
                  <a:lnTo>
                    <a:pt x="462883" y="1771699"/>
                  </a:lnTo>
                  <a:lnTo>
                    <a:pt x="385736" y="1799589"/>
                  </a:lnTo>
                  <a:lnTo>
                    <a:pt x="308589" y="1827497"/>
                  </a:lnTo>
                  <a:lnTo>
                    <a:pt x="231441" y="1855424"/>
                  </a:lnTo>
                  <a:lnTo>
                    <a:pt x="154294" y="1883366"/>
                  </a:lnTo>
                  <a:lnTo>
                    <a:pt x="77147" y="1911324"/>
                  </a:lnTo>
                  <a:lnTo>
                    <a:pt x="0" y="19392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770883"/>
              <a:ext cx="6094633" cy="1965490"/>
            </a:xfrm>
            <a:custGeom>
              <a:avLst/>
              <a:pathLst>
                <a:path w="6094633" h="1965490">
                  <a:moveTo>
                    <a:pt x="0" y="1965490"/>
                  </a:moveTo>
                  <a:lnTo>
                    <a:pt x="77147" y="1940610"/>
                  </a:lnTo>
                  <a:lnTo>
                    <a:pt x="154294" y="1915731"/>
                  </a:lnTo>
                  <a:lnTo>
                    <a:pt x="231441" y="1890851"/>
                  </a:lnTo>
                  <a:lnTo>
                    <a:pt x="308589" y="1865971"/>
                  </a:lnTo>
                  <a:lnTo>
                    <a:pt x="385736" y="1841092"/>
                  </a:lnTo>
                  <a:lnTo>
                    <a:pt x="462883" y="1816212"/>
                  </a:lnTo>
                  <a:lnTo>
                    <a:pt x="540030" y="1791333"/>
                  </a:lnTo>
                  <a:lnTo>
                    <a:pt x="617178" y="1766453"/>
                  </a:lnTo>
                  <a:lnTo>
                    <a:pt x="694325" y="1741573"/>
                  </a:lnTo>
                  <a:lnTo>
                    <a:pt x="771472" y="1716694"/>
                  </a:lnTo>
                  <a:lnTo>
                    <a:pt x="848619" y="1691814"/>
                  </a:lnTo>
                  <a:lnTo>
                    <a:pt x="925767" y="1666934"/>
                  </a:lnTo>
                  <a:lnTo>
                    <a:pt x="1002914" y="1642055"/>
                  </a:lnTo>
                  <a:lnTo>
                    <a:pt x="1080061" y="1617175"/>
                  </a:lnTo>
                  <a:lnTo>
                    <a:pt x="1157208" y="1592296"/>
                  </a:lnTo>
                  <a:lnTo>
                    <a:pt x="1234356" y="1567416"/>
                  </a:lnTo>
                  <a:lnTo>
                    <a:pt x="1311503" y="1542536"/>
                  </a:lnTo>
                  <a:lnTo>
                    <a:pt x="1388650" y="1517657"/>
                  </a:lnTo>
                  <a:lnTo>
                    <a:pt x="1465797" y="1492777"/>
                  </a:lnTo>
                  <a:lnTo>
                    <a:pt x="1542945" y="1467897"/>
                  </a:lnTo>
                  <a:lnTo>
                    <a:pt x="1620092" y="1443018"/>
                  </a:lnTo>
                  <a:lnTo>
                    <a:pt x="1697239" y="1418138"/>
                  </a:lnTo>
                  <a:lnTo>
                    <a:pt x="1774387" y="1393259"/>
                  </a:lnTo>
                  <a:lnTo>
                    <a:pt x="1851534" y="1368379"/>
                  </a:lnTo>
                  <a:lnTo>
                    <a:pt x="1928681" y="1343499"/>
                  </a:lnTo>
                  <a:lnTo>
                    <a:pt x="2005828" y="1318620"/>
                  </a:lnTo>
                  <a:lnTo>
                    <a:pt x="2082976" y="1293740"/>
                  </a:lnTo>
                  <a:lnTo>
                    <a:pt x="2160123" y="1268860"/>
                  </a:lnTo>
                  <a:lnTo>
                    <a:pt x="2237270" y="1243981"/>
                  </a:lnTo>
                  <a:lnTo>
                    <a:pt x="2314417" y="1219101"/>
                  </a:lnTo>
                  <a:lnTo>
                    <a:pt x="2391565" y="1194222"/>
                  </a:lnTo>
                  <a:lnTo>
                    <a:pt x="2468712" y="1169342"/>
                  </a:lnTo>
                  <a:lnTo>
                    <a:pt x="2545859" y="1144462"/>
                  </a:lnTo>
                  <a:lnTo>
                    <a:pt x="2623006" y="1119583"/>
                  </a:lnTo>
                  <a:lnTo>
                    <a:pt x="2700154" y="1094703"/>
                  </a:lnTo>
                  <a:lnTo>
                    <a:pt x="2777301" y="1069823"/>
                  </a:lnTo>
                  <a:lnTo>
                    <a:pt x="2854448" y="1044944"/>
                  </a:lnTo>
                  <a:lnTo>
                    <a:pt x="2931595" y="1020064"/>
                  </a:lnTo>
                  <a:lnTo>
                    <a:pt x="3008743" y="995185"/>
                  </a:lnTo>
                  <a:lnTo>
                    <a:pt x="3085890" y="970305"/>
                  </a:lnTo>
                  <a:lnTo>
                    <a:pt x="3163037" y="945425"/>
                  </a:lnTo>
                  <a:lnTo>
                    <a:pt x="3240184" y="920546"/>
                  </a:lnTo>
                  <a:lnTo>
                    <a:pt x="3317332" y="895666"/>
                  </a:lnTo>
                  <a:lnTo>
                    <a:pt x="3394479" y="870786"/>
                  </a:lnTo>
                  <a:lnTo>
                    <a:pt x="3471626" y="845907"/>
                  </a:lnTo>
                  <a:lnTo>
                    <a:pt x="3548774" y="821027"/>
                  </a:lnTo>
                  <a:lnTo>
                    <a:pt x="3625921" y="796148"/>
                  </a:lnTo>
                  <a:lnTo>
                    <a:pt x="3703068" y="771268"/>
                  </a:lnTo>
                  <a:lnTo>
                    <a:pt x="3780215" y="746388"/>
                  </a:lnTo>
                  <a:lnTo>
                    <a:pt x="3857363" y="721509"/>
                  </a:lnTo>
                  <a:lnTo>
                    <a:pt x="3934510" y="696629"/>
                  </a:lnTo>
                  <a:lnTo>
                    <a:pt x="4011657" y="671749"/>
                  </a:lnTo>
                  <a:lnTo>
                    <a:pt x="4088804" y="646870"/>
                  </a:lnTo>
                  <a:lnTo>
                    <a:pt x="4165952" y="621990"/>
                  </a:lnTo>
                  <a:lnTo>
                    <a:pt x="4243099" y="597111"/>
                  </a:lnTo>
                  <a:lnTo>
                    <a:pt x="4320246" y="572231"/>
                  </a:lnTo>
                  <a:lnTo>
                    <a:pt x="4397393" y="547351"/>
                  </a:lnTo>
                  <a:lnTo>
                    <a:pt x="4474541" y="522472"/>
                  </a:lnTo>
                  <a:lnTo>
                    <a:pt x="4551688" y="497592"/>
                  </a:lnTo>
                  <a:lnTo>
                    <a:pt x="4628835" y="472712"/>
                  </a:lnTo>
                  <a:lnTo>
                    <a:pt x="4705982" y="447833"/>
                  </a:lnTo>
                  <a:lnTo>
                    <a:pt x="4783130" y="422953"/>
                  </a:lnTo>
                  <a:lnTo>
                    <a:pt x="4860277" y="398074"/>
                  </a:lnTo>
                  <a:lnTo>
                    <a:pt x="4937424" y="373194"/>
                  </a:lnTo>
                  <a:lnTo>
                    <a:pt x="5014571" y="348314"/>
                  </a:lnTo>
                  <a:lnTo>
                    <a:pt x="5091719" y="323435"/>
                  </a:lnTo>
                  <a:lnTo>
                    <a:pt x="5168866" y="298555"/>
                  </a:lnTo>
                  <a:lnTo>
                    <a:pt x="5246013" y="273675"/>
                  </a:lnTo>
                  <a:lnTo>
                    <a:pt x="5323161" y="248796"/>
                  </a:lnTo>
                  <a:lnTo>
                    <a:pt x="5400308" y="223916"/>
                  </a:lnTo>
                  <a:lnTo>
                    <a:pt x="5477455" y="199037"/>
                  </a:lnTo>
                  <a:lnTo>
                    <a:pt x="5554602" y="174157"/>
                  </a:lnTo>
                  <a:lnTo>
                    <a:pt x="5631750" y="149277"/>
                  </a:lnTo>
                  <a:lnTo>
                    <a:pt x="5708897" y="124398"/>
                  </a:lnTo>
                  <a:lnTo>
                    <a:pt x="5786044" y="99518"/>
                  </a:lnTo>
                  <a:lnTo>
                    <a:pt x="5863191" y="74638"/>
                  </a:lnTo>
                  <a:lnTo>
                    <a:pt x="5940339" y="49759"/>
                  </a:lnTo>
                  <a:lnTo>
                    <a:pt x="6017486" y="24879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0.65 x +25.1   (R² = 0.68)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0.72 x +28.4   (R² = 0.73)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322, n_red = 105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2026-10-16T11:36:59Z</dcterms:modified>
  <cp:category/>
</cp:coreProperties>
</file>