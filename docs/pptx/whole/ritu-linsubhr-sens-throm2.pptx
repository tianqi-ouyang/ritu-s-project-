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3198948"/>
              <a:ext cx="7090630" cy="2126837"/>
            </a:xfrm>
            <a:custGeom>
              <a:avLst/>
              <a:pathLst>
                <a:path w="7090630" h="2126837">
                  <a:moveTo>
                    <a:pt x="0" y="0"/>
                  </a:moveTo>
                  <a:lnTo>
                    <a:pt x="71622" y="54652"/>
                  </a:lnTo>
                  <a:lnTo>
                    <a:pt x="143245" y="108038"/>
                  </a:lnTo>
                  <a:lnTo>
                    <a:pt x="214867" y="160186"/>
                  </a:lnTo>
                  <a:lnTo>
                    <a:pt x="286490" y="211127"/>
                  </a:lnTo>
                  <a:lnTo>
                    <a:pt x="358112" y="260886"/>
                  </a:lnTo>
                  <a:lnTo>
                    <a:pt x="429735" y="309493"/>
                  </a:lnTo>
                  <a:lnTo>
                    <a:pt x="501357" y="356973"/>
                  </a:lnTo>
                  <a:lnTo>
                    <a:pt x="572980" y="403352"/>
                  </a:lnTo>
                  <a:lnTo>
                    <a:pt x="644602" y="448657"/>
                  </a:lnTo>
                  <a:lnTo>
                    <a:pt x="716225" y="492912"/>
                  </a:lnTo>
                  <a:lnTo>
                    <a:pt x="787847" y="536142"/>
                  </a:lnTo>
                  <a:lnTo>
                    <a:pt x="859470" y="578369"/>
                  </a:lnTo>
                  <a:lnTo>
                    <a:pt x="931092" y="619618"/>
                  </a:lnTo>
                  <a:lnTo>
                    <a:pt x="1002715" y="659911"/>
                  </a:lnTo>
                  <a:lnTo>
                    <a:pt x="1074337" y="699270"/>
                  </a:lnTo>
                  <a:lnTo>
                    <a:pt x="1145960" y="737718"/>
                  </a:lnTo>
                  <a:lnTo>
                    <a:pt x="1217582" y="775274"/>
                  </a:lnTo>
                  <a:lnTo>
                    <a:pt x="1289205" y="811960"/>
                  </a:lnTo>
                  <a:lnTo>
                    <a:pt x="1360827" y="847795"/>
                  </a:lnTo>
                  <a:lnTo>
                    <a:pt x="1432450" y="882800"/>
                  </a:lnTo>
                  <a:lnTo>
                    <a:pt x="1504073" y="916994"/>
                  </a:lnTo>
                  <a:lnTo>
                    <a:pt x="1575695" y="950396"/>
                  </a:lnTo>
                  <a:lnTo>
                    <a:pt x="1647318" y="983023"/>
                  </a:lnTo>
                  <a:lnTo>
                    <a:pt x="1718940" y="1014895"/>
                  </a:lnTo>
                  <a:lnTo>
                    <a:pt x="1790563" y="1046027"/>
                  </a:lnTo>
                  <a:lnTo>
                    <a:pt x="1862185" y="1076439"/>
                  </a:lnTo>
                  <a:lnTo>
                    <a:pt x="1933808" y="1106145"/>
                  </a:lnTo>
                  <a:lnTo>
                    <a:pt x="2005430" y="1135163"/>
                  </a:lnTo>
                  <a:lnTo>
                    <a:pt x="2077053" y="1163509"/>
                  </a:lnTo>
                  <a:lnTo>
                    <a:pt x="2148675" y="1191197"/>
                  </a:lnTo>
                  <a:lnTo>
                    <a:pt x="2220298" y="1218244"/>
                  </a:lnTo>
                  <a:lnTo>
                    <a:pt x="2291920" y="1244665"/>
                  </a:lnTo>
                  <a:lnTo>
                    <a:pt x="2363543" y="1270472"/>
                  </a:lnTo>
                  <a:lnTo>
                    <a:pt x="2435165" y="1295682"/>
                  </a:lnTo>
                  <a:lnTo>
                    <a:pt x="2506788" y="1320308"/>
                  </a:lnTo>
                  <a:lnTo>
                    <a:pt x="2578410" y="1344363"/>
                  </a:lnTo>
                  <a:lnTo>
                    <a:pt x="2650033" y="1367860"/>
                  </a:lnTo>
                  <a:lnTo>
                    <a:pt x="2721655" y="1390813"/>
                  </a:lnTo>
                  <a:lnTo>
                    <a:pt x="2793278" y="1413234"/>
                  </a:lnTo>
                  <a:lnTo>
                    <a:pt x="2864901" y="1435136"/>
                  </a:lnTo>
                  <a:lnTo>
                    <a:pt x="2936523" y="1456530"/>
                  </a:lnTo>
                  <a:lnTo>
                    <a:pt x="3008146" y="1477428"/>
                  </a:lnTo>
                  <a:lnTo>
                    <a:pt x="3079768" y="1497841"/>
                  </a:lnTo>
                  <a:lnTo>
                    <a:pt x="3151391" y="1517782"/>
                  </a:lnTo>
                  <a:lnTo>
                    <a:pt x="3223013" y="1523706"/>
                  </a:lnTo>
                  <a:lnTo>
                    <a:pt x="3294636" y="1511798"/>
                  </a:lnTo>
                  <a:lnTo>
                    <a:pt x="3366258" y="1499720"/>
                  </a:lnTo>
                  <a:lnTo>
                    <a:pt x="3437881" y="1487470"/>
                  </a:lnTo>
                  <a:lnTo>
                    <a:pt x="3509503" y="1475045"/>
                  </a:lnTo>
                  <a:lnTo>
                    <a:pt x="3581126" y="1462443"/>
                  </a:lnTo>
                  <a:lnTo>
                    <a:pt x="3652748" y="1449661"/>
                  </a:lnTo>
                  <a:lnTo>
                    <a:pt x="3724371" y="1436697"/>
                  </a:lnTo>
                  <a:lnTo>
                    <a:pt x="3795993" y="1423548"/>
                  </a:lnTo>
                  <a:lnTo>
                    <a:pt x="3867616" y="1410211"/>
                  </a:lnTo>
                  <a:lnTo>
                    <a:pt x="3939238" y="1396684"/>
                  </a:lnTo>
                  <a:lnTo>
                    <a:pt x="4010861" y="1382964"/>
                  </a:lnTo>
                  <a:lnTo>
                    <a:pt x="4082483" y="1369048"/>
                  </a:lnTo>
                  <a:lnTo>
                    <a:pt x="4154106" y="1354933"/>
                  </a:lnTo>
                  <a:lnTo>
                    <a:pt x="4225729" y="1340618"/>
                  </a:lnTo>
                  <a:lnTo>
                    <a:pt x="4297351" y="1326098"/>
                  </a:lnTo>
                  <a:lnTo>
                    <a:pt x="4368974" y="1311370"/>
                  </a:lnTo>
                  <a:lnTo>
                    <a:pt x="4440596" y="1296433"/>
                  </a:lnTo>
                  <a:lnTo>
                    <a:pt x="4512219" y="1281282"/>
                  </a:lnTo>
                  <a:lnTo>
                    <a:pt x="4583841" y="1265916"/>
                  </a:lnTo>
                  <a:lnTo>
                    <a:pt x="4655464" y="1250330"/>
                  </a:lnTo>
                  <a:lnTo>
                    <a:pt x="4727086" y="1234522"/>
                  </a:lnTo>
                  <a:lnTo>
                    <a:pt x="4798709" y="1218488"/>
                  </a:lnTo>
                  <a:lnTo>
                    <a:pt x="4870331" y="1202225"/>
                  </a:lnTo>
                  <a:lnTo>
                    <a:pt x="4941954" y="1185731"/>
                  </a:lnTo>
                  <a:lnTo>
                    <a:pt x="5013576" y="1169001"/>
                  </a:lnTo>
                  <a:lnTo>
                    <a:pt x="5085199" y="1152032"/>
                  </a:lnTo>
                  <a:lnTo>
                    <a:pt x="5156821" y="1134821"/>
                  </a:lnTo>
                  <a:lnTo>
                    <a:pt x="5228444" y="1117365"/>
                  </a:lnTo>
                  <a:lnTo>
                    <a:pt x="5300066" y="1099659"/>
                  </a:lnTo>
                  <a:lnTo>
                    <a:pt x="5371689" y="1081701"/>
                  </a:lnTo>
                  <a:lnTo>
                    <a:pt x="5443311" y="1063487"/>
                  </a:lnTo>
                  <a:lnTo>
                    <a:pt x="5514934" y="1045013"/>
                  </a:lnTo>
                  <a:lnTo>
                    <a:pt x="5586557" y="1026275"/>
                  </a:lnTo>
                  <a:lnTo>
                    <a:pt x="5658179" y="1007270"/>
                  </a:lnTo>
                  <a:lnTo>
                    <a:pt x="5729802" y="987994"/>
                  </a:lnTo>
                  <a:lnTo>
                    <a:pt x="5801424" y="968443"/>
                  </a:lnTo>
                  <a:lnTo>
                    <a:pt x="5873047" y="948613"/>
                  </a:lnTo>
                  <a:lnTo>
                    <a:pt x="5944669" y="928500"/>
                  </a:lnTo>
                  <a:lnTo>
                    <a:pt x="6016292" y="908100"/>
                  </a:lnTo>
                  <a:lnTo>
                    <a:pt x="6087914" y="887408"/>
                  </a:lnTo>
                  <a:lnTo>
                    <a:pt x="6159537" y="866422"/>
                  </a:lnTo>
                  <a:lnTo>
                    <a:pt x="6231159" y="845136"/>
                  </a:lnTo>
                  <a:lnTo>
                    <a:pt x="6302782" y="823547"/>
                  </a:lnTo>
                  <a:lnTo>
                    <a:pt x="6374404" y="801649"/>
                  </a:lnTo>
                  <a:lnTo>
                    <a:pt x="6446027" y="779439"/>
                  </a:lnTo>
                  <a:lnTo>
                    <a:pt x="6517649" y="756912"/>
                  </a:lnTo>
                  <a:lnTo>
                    <a:pt x="6589272" y="734064"/>
                  </a:lnTo>
                  <a:lnTo>
                    <a:pt x="6660894" y="710890"/>
                  </a:lnTo>
                  <a:lnTo>
                    <a:pt x="6732517" y="687385"/>
                  </a:lnTo>
                  <a:lnTo>
                    <a:pt x="6804139" y="663545"/>
                  </a:lnTo>
                  <a:lnTo>
                    <a:pt x="6875762" y="639364"/>
                  </a:lnTo>
                  <a:lnTo>
                    <a:pt x="6947385" y="614839"/>
                  </a:lnTo>
                  <a:lnTo>
                    <a:pt x="7019007" y="589964"/>
                  </a:lnTo>
                  <a:lnTo>
                    <a:pt x="7090630" y="564733"/>
                  </a:lnTo>
                  <a:lnTo>
                    <a:pt x="7090630" y="2126837"/>
                  </a:lnTo>
                  <a:lnTo>
                    <a:pt x="7019007" y="2121346"/>
                  </a:lnTo>
                  <a:lnTo>
                    <a:pt x="6947385" y="2115724"/>
                  </a:lnTo>
                  <a:lnTo>
                    <a:pt x="6875762" y="2109969"/>
                  </a:lnTo>
                  <a:lnTo>
                    <a:pt x="6804139" y="2104078"/>
                  </a:lnTo>
                  <a:lnTo>
                    <a:pt x="6732517" y="2098047"/>
                  </a:lnTo>
                  <a:lnTo>
                    <a:pt x="6660894" y="2091872"/>
                  </a:lnTo>
                  <a:lnTo>
                    <a:pt x="6589272" y="2085552"/>
                  </a:lnTo>
                  <a:lnTo>
                    <a:pt x="6517649" y="2079081"/>
                  </a:lnTo>
                  <a:lnTo>
                    <a:pt x="6446027" y="2072456"/>
                  </a:lnTo>
                  <a:lnTo>
                    <a:pt x="6374404" y="2065675"/>
                  </a:lnTo>
                  <a:lnTo>
                    <a:pt x="6302782" y="2058733"/>
                  </a:lnTo>
                  <a:lnTo>
                    <a:pt x="6231159" y="2051626"/>
                  </a:lnTo>
                  <a:lnTo>
                    <a:pt x="6159537" y="2044350"/>
                  </a:lnTo>
                  <a:lnTo>
                    <a:pt x="6087914" y="2036902"/>
                  </a:lnTo>
                  <a:lnTo>
                    <a:pt x="6016292" y="2029277"/>
                  </a:lnTo>
                  <a:lnTo>
                    <a:pt x="5944669" y="2021471"/>
                  </a:lnTo>
                  <a:lnTo>
                    <a:pt x="5873047" y="2013480"/>
                  </a:lnTo>
                  <a:lnTo>
                    <a:pt x="5801424" y="2005299"/>
                  </a:lnTo>
                  <a:lnTo>
                    <a:pt x="5729802" y="1996925"/>
                  </a:lnTo>
                  <a:lnTo>
                    <a:pt x="5658179" y="1988351"/>
                  </a:lnTo>
                  <a:lnTo>
                    <a:pt x="5586557" y="1979574"/>
                  </a:lnTo>
                  <a:lnTo>
                    <a:pt x="5514934" y="1970589"/>
                  </a:lnTo>
                  <a:lnTo>
                    <a:pt x="5443311" y="1961391"/>
                  </a:lnTo>
                  <a:lnTo>
                    <a:pt x="5371689" y="1951975"/>
                  </a:lnTo>
                  <a:lnTo>
                    <a:pt x="5300066" y="1942335"/>
                  </a:lnTo>
                  <a:lnTo>
                    <a:pt x="5228444" y="1932467"/>
                  </a:lnTo>
                  <a:lnTo>
                    <a:pt x="5156821" y="1922364"/>
                  </a:lnTo>
                  <a:lnTo>
                    <a:pt x="5085199" y="1912022"/>
                  </a:lnTo>
                  <a:lnTo>
                    <a:pt x="5013576" y="1901434"/>
                  </a:lnTo>
                  <a:lnTo>
                    <a:pt x="4941954" y="1890595"/>
                  </a:lnTo>
                  <a:lnTo>
                    <a:pt x="4870331" y="1879499"/>
                  </a:lnTo>
                  <a:lnTo>
                    <a:pt x="4798709" y="1868140"/>
                  </a:lnTo>
                  <a:lnTo>
                    <a:pt x="4727086" y="1856511"/>
                  </a:lnTo>
                  <a:lnTo>
                    <a:pt x="4655464" y="1844607"/>
                  </a:lnTo>
                  <a:lnTo>
                    <a:pt x="4583841" y="1832420"/>
                  </a:lnTo>
                  <a:lnTo>
                    <a:pt x="4512219" y="1819944"/>
                  </a:lnTo>
                  <a:lnTo>
                    <a:pt x="4440596" y="1807172"/>
                  </a:lnTo>
                  <a:lnTo>
                    <a:pt x="4368974" y="1794096"/>
                  </a:lnTo>
                  <a:lnTo>
                    <a:pt x="4297351" y="1780711"/>
                  </a:lnTo>
                  <a:lnTo>
                    <a:pt x="4225729" y="1767008"/>
                  </a:lnTo>
                  <a:lnTo>
                    <a:pt x="4154106" y="1752980"/>
                  </a:lnTo>
                  <a:lnTo>
                    <a:pt x="4082483" y="1738619"/>
                  </a:lnTo>
                  <a:lnTo>
                    <a:pt x="4010861" y="1723918"/>
                  </a:lnTo>
                  <a:lnTo>
                    <a:pt x="3939238" y="1708868"/>
                  </a:lnTo>
                  <a:lnTo>
                    <a:pt x="3867616" y="1693460"/>
                  </a:lnTo>
                  <a:lnTo>
                    <a:pt x="3795993" y="1677688"/>
                  </a:lnTo>
                  <a:lnTo>
                    <a:pt x="3724371" y="1661540"/>
                  </a:lnTo>
                  <a:lnTo>
                    <a:pt x="3652748" y="1645010"/>
                  </a:lnTo>
                  <a:lnTo>
                    <a:pt x="3581126" y="1628088"/>
                  </a:lnTo>
                  <a:lnTo>
                    <a:pt x="3509503" y="1610764"/>
                  </a:lnTo>
                  <a:lnTo>
                    <a:pt x="3437881" y="1593030"/>
                  </a:lnTo>
                  <a:lnTo>
                    <a:pt x="3366258" y="1574874"/>
                  </a:lnTo>
                  <a:lnTo>
                    <a:pt x="3294636" y="1556288"/>
                  </a:lnTo>
                  <a:lnTo>
                    <a:pt x="3223013" y="1537261"/>
                  </a:lnTo>
                  <a:lnTo>
                    <a:pt x="3151391" y="1535446"/>
                  </a:lnTo>
                  <a:lnTo>
                    <a:pt x="3079768" y="1547021"/>
                  </a:lnTo>
                  <a:lnTo>
                    <a:pt x="3008146" y="1558433"/>
                  </a:lnTo>
                  <a:lnTo>
                    <a:pt x="2936523" y="1569685"/>
                  </a:lnTo>
                  <a:lnTo>
                    <a:pt x="2864901" y="1580779"/>
                  </a:lnTo>
                  <a:lnTo>
                    <a:pt x="2793278" y="1591716"/>
                  </a:lnTo>
                  <a:lnTo>
                    <a:pt x="2721655" y="1602500"/>
                  </a:lnTo>
                  <a:lnTo>
                    <a:pt x="2650033" y="1613132"/>
                  </a:lnTo>
                  <a:lnTo>
                    <a:pt x="2578410" y="1623614"/>
                  </a:lnTo>
                  <a:lnTo>
                    <a:pt x="2506788" y="1633949"/>
                  </a:lnTo>
                  <a:lnTo>
                    <a:pt x="2435165" y="1644138"/>
                  </a:lnTo>
                  <a:lnTo>
                    <a:pt x="2363543" y="1654185"/>
                  </a:lnTo>
                  <a:lnTo>
                    <a:pt x="2291920" y="1664089"/>
                  </a:lnTo>
                  <a:lnTo>
                    <a:pt x="2220298" y="1673855"/>
                  </a:lnTo>
                  <a:lnTo>
                    <a:pt x="2148675" y="1683483"/>
                  </a:lnTo>
                  <a:lnTo>
                    <a:pt x="2077053" y="1692976"/>
                  </a:lnTo>
                  <a:lnTo>
                    <a:pt x="2005430" y="1702335"/>
                  </a:lnTo>
                  <a:lnTo>
                    <a:pt x="1933808" y="1711563"/>
                  </a:lnTo>
                  <a:lnTo>
                    <a:pt x="1862185" y="1720660"/>
                  </a:lnTo>
                  <a:lnTo>
                    <a:pt x="1790563" y="1729630"/>
                  </a:lnTo>
                  <a:lnTo>
                    <a:pt x="1718940" y="1738474"/>
                  </a:lnTo>
                  <a:lnTo>
                    <a:pt x="1647318" y="1747193"/>
                  </a:lnTo>
                  <a:lnTo>
                    <a:pt x="1575695" y="1755789"/>
                  </a:lnTo>
                  <a:lnTo>
                    <a:pt x="1504073" y="1764265"/>
                  </a:lnTo>
                  <a:lnTo>
                    <a:pt x="1432450" y="1772621"/>
                  </a:lnTo>
                  <a:lnTo>
                    <a:pt x="1360827" y="1780860"/>
                  </a:lnTo>
                  <a:lnTo>
                    <a:pt x="1289205" y="1788983"/>
                  </a:lnTo>
                  <a:lnTo>
                    <a:pt x="1217582" y="1796991"/>
                  </a:lnTo>
                  <a:lnTo>
                    <a:pt x="1145960" y="1804887"/>
                  </a:lnTo>
                  <a:lnTo>
                    <a:pt x="1074337" y="1812672"/>
                  </a:lnTo>
                  <a:lnTo>
                    <a:pt x="1002715" y="1820348"/>
                  </a:lnTo>
                  <a:lnTo>
                    <a:pt x="931092" y="1827915"/>
                  </a:lnTo>
                  <a:lnTo>
                    <a:pt x="859470" y="1835376"/>
                  </a:lnTo>
                  <a:lnTo>
                    <a:pt x="787847" y="1842732"/>
                  </a:lnTo>
                  <a:lnTo>
                    <a:pt x="716225" y="1849985"/>
                  </a:lnTo>
                  <a:lnTo>
                    <a:pt x="644602" y="1857135"/>
                  </a:lnTo>
                  <a:lnTo>
                    <a:pt x="572980" y="1864185"/>
                  </a:lnTo>
                  <a:lnTo>
                    <a:pt x="501357" y="1871136"/>
                  </a:lnTo>
                  <a:lnTo>
                    <a:pt x="429735" y="1877989"/>
                  </a:lnTo>
                  <a:lnTo>
                    <a:pt x="358112" y="1884745"/>
                  </a:lnTo>
                  <a:lnTo>
                    <a:pt x="286490" y="1891407"/>
                  </a:lnTo>
                  <a:lnTo>
                    <a:pt x="214867" y="1897975"/>
                  </a:lnTo>
                  <a:lnTo>
                    <a:pt x="143245" y="1904450"/>
                  </a:lnTo>
                  <a:lnTo>
                    <a:pt x="71622" y="1910835"/>
                  </a:lnTo>
                  <a:lnTo>
                    <a:pt x="0" y="191712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198948"/>
              <a:ext cx="7090630" cy="1523706"/>
            </a:xfrm>
            <a:custGeom>
              <a:avLst/>
              <a:pathLst>
                <a:path w="7090630" h="1523706">
                  <a:moveTo>
                    <a:pt x="0" y="0"/>
                  </a:moveTo>
                  <a:lnTo>
                    <a:pt x="71622" y="54652"/>
                  </a:lnTo>
                  <a:lnTo>
                    <a:pt x="143245" y="108038"/>
                  </a:lnTo>
                  <a:lnTo>
                    <a:pt x="214867" y="160186"/>
                  </a:lnTo>
                  <a:lnTo>
                    <a:pt x="286490" y="211127"/>
                  </a:lnTo>
                  <a:lnTo>
                    <a:pt x="358112" y="260886"/>
                  </a:lnTo>
                  <a:lnTo>
                    <a:pt x="429735" y="309493"/>
                  </a:lnTo>
                  <a:lnTo>
                    <a:pt x="501357" y="356973"/>
                  </a:lnTo>
                  <a:lnTo>
                    <a:pt x="572980" y="403352"/>
                  </a:lnTo>
                  <a:lnTo>
                    <a:pt x="644602" y="448657"/>
                  </a:lnTo>
                  <a:lnTo>
                    <a:pt x="716225" y="492912"/>
                  </a:lnTo>
                  <a:lnTo>
                    <a:pt x="787847" y="536142"/>
                  </a:lnTo>
                  <a:lnTo>
                    <a:pt x="859470" y="578369"/>
                  </a:lnTo>
                  <a:lnTo>
                    <a:pt x="931092" y="619618"/>
                  </a:lnTo>
                  <a:lnTo>
                    <a:pt x="1002715" y="659911"/>
                  </a:lnTo>
                  <a:lnTo>
                    <a:pt x="1074337" y="699270"/>
                  </a:lnTo>
                  <a:lnTo>
                    <a:pt x="1145960" y="737718"/>
                  </a:lnTo>
                  <a:lnTo>
                    <a:pt x="1217582" y="775274"/>
                  </a:lnTo>
                  <a:lnTo>
                    <a:pt x="1289205" y="811960"/>
                  </a:lnTo>
                  <a:lnTo>
                    <a:pt x="1360827" y="847795"/>
                  </a:lnTo>
                  <a:lnTo>
                    <a:pt x="1432450" y="882800"/>
                  </a:lnTo>
                  <a:lnTo>
                    <a:pt x="1504073" y="916994"/>
                  </a:lnTo>
                  <a:lnTo>
                    <a:pt x="1575695" y="950396"/>
                  </a:lnTo>
                  <a:lnTo>
                    <a:pt x="1647318" y="983023"/>
                  </a:lnTo>
                  <a:lnTo>
                    <a:pt x="1718940" y="1014895"/>
                  </a:lnTo>
                  <a:lnTo>
                    <a:pt x="1790563" y="1046027"/>
                  </a:lnTo>
                  <a:lnTo>
                    <a:pt x="1862185" y="1076439"/>
                  </a:lnTo>
                  <a:lnTo>
                    <a:pt x="1933808" y="1106145"/>
                  </a:lnTo>
                  <a:lnTo>
                    <a:pt x="2005430" y="1135163"/>
                  </a:lnTo>
                  <a:lnTo>
                    <a:pt x="2077053" y="1163509"/>
                  </a:lnTo>
                  <a:lnTo>
                    <a:pt x="2148675" y="1191197"/>
                  </a:lnTo>
                  <a:lnTo>
                    <a:pt x="2220298" y="1218244"/>
                  </a:lnTo>
                  <a:lnTo>
                    <a:pt x="2291920" y="1244665"/>
                  </a:lnTo>
                  <a:lnTo>
                    <a:pt x="2363543" y="1270472"/>
                  </a:lnTo>
                  <a:lnTo>
                    <a:pt x="2435165" y="1295682"/>
                  </a:lnTo>
                  <a:lnTo>
                    <a:pt x="2506788" y="1320308"/>
                  </a:lnTo>
                  <a:lnTo>
                    <a:pt x="2578410" y="1344363"/>
                  </a:lnTo>
                  <a:lnTo>
                    <a:pt x="2650033" y="1367860"/>
                  </a:lnTo>
                  <a:lnTo>
                    <a:pt x="2721655" y="1390813"/>
                  </a:lnTo>
                  <a:lnTo>
                    <a:pt x="2793278" y="1413234"/>
                  </a:lnTo>
                  <a:lnTo>
                    <a:pt x="2864901" y="1435136"/>
                  </a:lnTo>
                  <a:lnTo>
                    <a:pt x="2936523" y="1456530"/>
                  </a:lnTo>
                  <a:lnTo>
                    <a:pt x="3008146" y="1477428"/>
                  </a:lnTo>
                  <a:lnTo>
                    <a:pt x="3079768" y="1497841"/>
                  </a:lnTo>
                  <a:lnTo>
                    <a:pt x="3151391" y="1517782"/>
                  </a:lnTo>
                  <a:lnTo>
                    <a:pt x="3223013" y="1523706"/>
                  </a:lnTo>
                  <a:lnTo>
                    <a:pt x="3294636" y="1511798"/>
                  </a:lnTo>
                  <a:lnTo>
                    <a:pt x="3366258" y="1499720"/>
                  </a:lnTo>
                  <a:lnTo>
                    <a:pt x="3437881" y="1487470"/>
                  </a:lnTo>
                  <a:lnTo>
                    <a:pt x="3509503" y="1475045"/>
                  </a:lnTo>
                  <a:lnTo>
                    <a:pt x="3581126" y="1462443"/>
                  </a:lnTo>
                  <a:lnTo>
                    <a:pt x="3652748" y="1449661"/>
                  </a:lnTo>
                  <a:lnTo>
                    <a:pt x="3724371" y="1436697"/>
                  </a:lnTo>
                  <a:lnTo>
                    <a:pt x="3795993" y="1423548"/>
                  </a:lnTo>
                  <a:lnTo>
                    <a:pt x="3867616" y="1410211"/>
                  </a:lnTo>
                  <a:lnTo>
                    <a:pt x="3939238" y="1396684"/>
                  </a:lnTo>
                  <a:lnTo>
                    <a:pt x="4010861" y="1382964"/>
                  </a:lnTo>
                  <a:lnTo>
                    <a:pt x="4082483" y="1369048"/>
                  </a:lnTo>
                  <a:lnTo>
                    <a:pt x="4154106" y="1354933"/>
                  </a:lnTo>
                  <a:lnTo>
                    <a:pt x="4225729" y="1340618"/>
                  </a:lnTo>
                  <a:lnTo>
                    <a:pt x="4297351" y="1326098"/>
                  </a:lnTo>
                  <a:lnTo>
                    <a:pt x="4368974" y="1311370"/>
                  </a:lnTo>
                  <a:lnTo>
                    <a:pt x="4440596" y="1296433"/>
                  </a:lnTo>
                  <a:lnTo>
                    <a:pt x="4512219" y="1281282"/>
                  </a:lnTo>
                  <a:lnTo>
                    <a:pt x="4583841" y="1265916"/>
                  </a:lnTo>
                  <a:lnTo>
                    <a:pt x="4655464" y="1250330"/>
                  </a:lnTo>
                  <a:lnTo>
                    <a:pt x="4727086" y="1234522"/>
                  </a:lnTo>
                  <a:lnTo>
                    <a:pt x="4798709" y="1218488"/>
                  </a:lnTo>
                  <a:lnTo>
                    <a:pt x="4870331" y="1202225"/>
                  </a:lnTo>
                  <a:lnTo>
                    <a:pt x="4941954" y="1185731"/>
                  </a:lnTo>
                  <a:lnTo>
                    <a:pt x="5013576" y="1169001"/>
                  </a:lnTo>
                  <a:lnTo>
                    <a:pt x="5085199" y="1152032"/>
                  </a:lnTo>
                  <a:lnTo>
                    <a:pt x="5156821" y="1134821"/>
                  </a:lnTo>
                  <a:lnTo>
                    <a:pt x="5228444" y="1117365"/>
                  </a:lnTo>
                  <a:lnTo>
                    <a:pt x="5300066" y="1099659"/>
                  </a:lnTo>
                  <a:lnTo>
                    <a:pt x="5371689" y="1081701"/>
                  </a:lnTo>
                  <a:lnTo>
                    <a:pt x="5443311" y="1063487"/>
                  </a:lnTo>
                  <a:lnTo>
                    <a:pt x="5514934" y="1045013"/>
                  </a:lnTo>
                  <a:lnTo>
                    <a:pt x="5586557" y="1026275"/>
                  </a:lnTo>
                  <a:lnTo>
                    <a:pt x="5658179" y="1007270"/>
                  </a:lnTo>
                  <a:lnTo>
                    <a:pt x="5729802" y="987994"/>
                  </a:lnTo>
                  <a:lnTo>
                    <a:pt x="5801424" y="968443"/>
                  </a:lnTo>
                  <a:lnTo>
                    <a:pt x="5873047" y="948613"/>
                  </a:lnTo>
                  <a:lnTo>
                    <a:pt x="5944669" y="928500"/>
                  </a:lnTo>
                  <a:lnTo>
                    <a:pt x="6016292" y="908100"/>
                  </a:lnTo>
                  <a:lnTo>
                    <a:pt x="6087914" y="887408"/>
                  </a:lnTo>
                  <a:lnTo>
                    <a:pt x="6159537" y="866422"/>
                  </a:lnTo>
                  <a:lnTo>
                    <a:pt x="6231159" y="845136"/>
                  </a:lnTo>
                  <a:lnTo>
                    <a:pt x="6302782" y="823547"/>
                  </a:lnTo>
                  <a:lnTo>
                    <a:pt x="6374404" y="801649"/>
                  </a:lnTo>
                  <a:lnTo>
                    <a:pt x="6446027" y="779439"/>
                  </a:lnTo>
                  <a:lnTo>
                    <a:pt x="6517649" y="756912"/>
                  </a:lnTo>
                  <a:lnTo>
                    <a:pt x="6589272" y="734064"/>
                  </a:lnTo>
                  <a:lnTo>
                    <a:pt x="6660894" y="710890"/>
                  </a:lnTo>
                  <a:lnTo>
                    <a:pt x="6732517" y="687385"/>
                  </a:lnTo>
                  <a:lnTo>
                    <a:pt x="6804139" y="663545"/>
                  </a:lnTo>
                  <a:lnTo>
                    <a:pt x="6875762" y="639364"/>
                  </a:lnTo>
                  <a:lnTo>
                    <a:pt x="6947385" y="614839"/>
                  </a:lnTo>
                  <a:lnTo>
                    <a:pt x="7019007" y="589964"/>
                  </a:lnTo>
                  <a:lnTo>
                    <a:pt x="7090630" y="5647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4395"/>
              <a:ext cx="7090630" cy="591391"/>
            </a:xfrm>
            <a:custGeom>
              <a:avLst/>
              <a:pathLst>
                <a:path w="7090630" h="591391">
                  <a:moveTo>
                    <a:pt x="7090630" y="591391"/>
                  </a:moveTo>
                  <a:lnTo>
                    <a:pt x="7019007" y="585899"/>
                  </a:lnTo>
                  <a:lnTo>
                    <a:pt x="6947385" y="580278"/>
                  </a:lnTo>
                  <a:lnTo>
                    <a:pt x="6875762" y="574523"/>
                  </a:lnTo>
                  <a:lnTo>
                    <a:pt x="6804139" y="568631"/>
                  </a:lnTo>
                  <a:lnTo>
                    <a:pt x="6732517" y="562600"/>
                  </a:lnTo>
                  <a:lnTo>
                    <a:pt x="6660894" y="556426"/>
                  </a:lnTo>
                  <a:lnTo>
                    <a:pt x="6589272" y="550105"/>
                  </a:lnTo>
                  <a:lnTo>
                    <a:pt x="6517649" y="543634"/>
                  </a:lnTo>
                  <a:lnTo>
                    <a:pt x="6446027" y="537010"/>
                  </a:lnTo>
                  <a:lnTo>
                    <a:pt x="6374404" y="530229"/>
                  </a:lnTo>
                  <a:lnTo>
                    <a:pt x="6302782" y="523286"/>
                  </a:lnTo>
                  <a:lnTo>
                    <a:pt x="6231159" y="516179"/>
                  </a:lnTo>
                  <a:lnTo>
                    <a:pt x="6159537" y="508904"/>
                  </a:lnTo>
                  <a:lnTo>
                    <a:pt x="6087914" y="501455"/>
                  </a:lnTo>
                  <a:lnTo>
                    <a:pt x="6016292" y="493830"/>
                  </a:lnTo>
                  <a:lnTo>
                    <a:pt x="5944669" y="486024"/>
                  </a:lnTo>
                  <a:lnTo>
                    <a:pt x="5873047" y="478033"/>
                  </a:lnTo>
                  <a:lnTo>
                    <a:pt x="5801424" y="469853"/>
                  </a:lnTo>
                  <a:lnTo>
                    <a:pt x="5729802" y="461478"/>
                  </a:lnTo>
                  <a:lnTo>
                    <a:pt x="5658179" y="452905"/>
                  </a:lnTo>
                  <a:lnTo>
                    <a:pt x="5586557" y="444128"/>
                  </a:lnTo>
                  <a:lnTo>
                    <a:pt x="5514934" y="435143"/>
                  </a:lnTo>
                  <a:lnTo>
                    <a:pt x="5443311" y="425945"/>
                  </a:lnTo>
                  <a:lnTo>
                    <a:pt x="5371689" y="416528"/>
                  </a:lnTo>
                  <a:lnTo>
                    <a:pt x="5300066" y="406889"/>
                  </a:lnTo>
                  <a:lnTo>
                    <a:pt x="5228444" y="397020"/>
                  </a:lnTo>
                  <a:lnTo>
                    <a:pt x="5156821" y="386918"/>
                  </a:lnTo>
                  <a:lnTo>
                    <a:pt x="5085199" y="376575"/>
                  </a:lnTo>
                  <a:lnTo>
                    <a:pt x="5013576" y="365988"/>
                  </a:lnTo>
                  <a:lnTo>
                    <a:pt x="4941954" y="355149"/>
                  </a:lnTo>
                  <a:lnTo>
                    <a:pt x="4870331" y="344053"/>
                  </a:lnTo>
                  <a:lnTo>
                    <a:pt x="4798709" y="332694"/>
                  </a:lnTo>
                  <a:lnTo>
                    <a:pt x="4727086" y="321065"/>
                  </a:lnTo>
                  <a:lnTo>
                    <a:pt x="4655464" y="309160"/>
                  </a:lnTo>
                  <a:lnTo>
                    <a:pt x="4583841" y="296973"/>
                  </a:lnTo>
                  <a:lnTo>
                    <a:pt x="4512219" y="284497"/>
                  </a:lnTo>
                  <a:lnTo>
                    <a:pt x="4440596" y="271725"/>
                  </a:lnTo>
                  <a:lnTo>
                    <a:pt x="4368974" y="258650"/>
                  </a:lnTo>
                  <a:lnTo>
                    <a:pt x="4297351" y="245265"/>
                  </a:lnTo>
                  <a:lnTo>
                    <a:pt x="4225729" y="231562"/>
                  </a:lnTo>
                  <a:lnTo>
                    <a:pt x="4154106" y="217534"/>
                  </a:lnTo>
                  <a:lnTo>
                    <a:pt x="4082483" y="203173"/>
                  </a:lnTo>
                  <a:lnTo>
                    <a:pt x="4010861" y="188471"/>
                  </a:lnTo>
                  <a:lnTo>
                    <a:pt x="3939238" y="173421"/>
                  </a:lnTo>
                  <a:lnTo>
                    <a:pt x="3867616" y="158014"/>
                  </a:lnTo>
                  <a:lnTo>
                    <a:pt x="3795993" y="142241"/>
                  </a:lnTo>
                  <a:lnTo>
                    <a:pt x="3724371" y="126094"/>
                  </a:lnTo>
                  <a:lnTo>
                    <a:pt x="3652748" y="109564"/>
                  </a:lnTo>
                  <a:lnTo>
                    <a:pt x="3581126" y="92642"/>
                  </a:lnTo>
                  <a:lnTo>
                    <a:pt x="3509503" y="75318"/>
                  </a:lnTo>
                  <a:lnTo>
                    <a:pt x="3437881" y="57583"/>
                  </a:lnTo>
                  <a:lnTo>
                    <a:pt x="3366258" y="39428"/>
                  </a:lnTo>
                  <a:lnTo>
                    <a:pt x="3294636" y="20841"/>
                  </a:lnTo>
                  <a:lnTo>
                    <a:pt x="3223013" y="1814"/>
                  </a:lnTo>
                  <a:lnTo>
                    <a:pt x="3151391" y="0"/>
                  </a:lnTo>
                  <a:lnTo>
                    <a:pt x="3079768" y="11575"/>
                  </a:lnTo>
                  <a:lnTo>
                    <a:pt x="3008146" y="22987"/>
                  </a:lnTo>
                  <a:lnTo>
                    <a:pt x="2936523" y="34239"/>
                  </a:lnTo>
                  <a:lnTo>
                    <a:pt x="2864901" y="45332"/>
                  </a:lnTo>
                  <a:lnTo>
                    <a:pt x="2793278" y="56270"/>
                  </a:lnTo>
                  <a:lnTo>
                    <a:pt x="2721655" y="67053"/>
                  </a:lnTo>
                  <a:lnTo>
                    <a:pt x="2650033" y="77685"/>
                  </a:lnTo>
                  <a:lnTo>
                    <a:pt x="2578410" y="88168"/>
                  </a:lnTo>
                  <a:lnTo>
                    <a:pt x="2506788" y="98502"/>
                  </a:lnTo>
                  <a:lnTo>
                    <a:pt x="2435165" y="108692"/>
                  </a:lnTo>
                  <a:lnTo>
                    <a:pt x="2363543" y="118738"/>
                  </a:lnTo>
                  <a:lnTo>
                    <a:pt x="2291920" y="128643"/>
                  </a:lnTo>
                  <a:lnTo>
                    <a:pt x="2220298" y="138408"/>
                  </a:lnTo>
                  <a:lnTo>
                    <a:pt x="2148675" y="148037"/>
                  </a:lnTo>
                  <a:lnTo>
                    <a:pt x="2077053" y="157529"/>
                  </a:lnTo>
                  <a:lnTo>
                    <a:pt x="2005430" y="166889"/>
                  </a:lnTo>
                  <a:lnTo>
                    <a:pt x="1933808" y="176116"/>
                  </a:lnTo>
                  <a:lnTo>
                    <a:pt x="1862185" y="185214"/>
                  </a:lnTo>
                  <a:lnTo>
                    <a:pt x="1790563" y="194183"/>
                  </a:lnTo>
                  <a:lnTo>
                    <a:pt x="1718940" y="203027"/>
                  </a:lnTo>
                  <a:lnTo>
                    <a:pt x="1647318" y="211746"/>
                  </a:lnTo>
                  <a:lnTo>
                    <a:pt x="1575695" y="220343"/>
                  </a:lnTo>
                  <a:lnTo>
                    <a:pt x="1504073" y="228818"/>
                  </a:lnTo>
                  <a:lnTo>
                    <a:pt x="1432450" y="237175"/>
                  </a:lnTo>
                  <a:lnTo>
                    <a:pt x="1360827" y="245413"/>
                  </a:lnTo>
                  <a:lnTo>
                    <a:pt x="1289205" y="253536"/>
                  </a:lnTo>
                  <a:lnTo>
                    <a:pt x="1217582" y="261545"/>
                  </a:lnTo>
                  <a:lnTo>
                    <a:pt x="1145960" y="269441"/>
                  </a:lnTo>
                  <a:lnTo>
                    <a:pt x="1074337" y="277226"/>
                  </a:lnTo>
                  <a:lnTo>
                    <a:pt x="1002715" y="284901"/>
                  </a:lnTo>
                  <a:lnTo>
                    <a:pt x="931092" y="292469"/>
                  </a:lnTo>
                  <a:lnTo>
                    <a:pt x="859470" y="299930"/>
                  </a:lnTo>
                  <a:lnTo>
                    <a:pt x="787847" y="307286"/>
                  </a:lnTo>
                  <a:lnTo>
                    <a:pt x="716225" y="314538"/>
                  </a:lnTo>
                  <a:lnTo>
                    <a:pt x="644602" y="321689"/>
                  </a:lnTo>
                  <a:lnTo>
                    <a:pt x="572980" y="328739"/>
                  </a:lnTo>
                  <a:lnTo>
                    <a:pt x="501357" y="335689"/>
                  </a:lnTo>
                  <a:lnTo>
                    <a:pt x="429735" y="342542"/>
                  </a:lnTo>
                  <a:lnTo>
                    <a:pt x="358112" y="349299"/>
                  </a:lnTo>
                  <a:lnTo>
                    <a:pt x="286490" y="355960"/>
                  </a:lnTo>
                  <a:lnTo>
                    <a:pt x="214867" y="362528"/>
                  </a:lnTo>
                  <a:lnTo>
                    <a:pt x="143245" y="369004"/>
                  </a:lnTo>
                  <a:lnTo>
                    <a:pt x="71622" y="375388"/>
                  </a:lnTo>
                  <a:lnTo>
                    <a:pt x="0" y="3816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37242"/>
              <a:ext cx="7090630" cy="375689"/>
            </a:xfrm>
            <a:custGeom>
              <a:avLst/>
              <a:pathLst>
                <a:path w="7090630" h="375689">
                  <a:moveTo>
                    <a:pt x="0" y="0"/>
                  </a:moveTo>
                  <a:lnTo>
                    <a:pt x="71622" y="4722"/>
                  </a:lnTo>
                  <a:lnTo>
                    <a:pt x="143245" y="9422"/>
                  </a:lnTo>
                  <a:lnTo>
                    <a:pt x="214867" y="14100"/>
                  </a:lnTo>
                  <a:lnTo>
                    <a:pt x="286490" y="18757"/>
                  </a:lnTo>
                  <a:lnTo>
                    <a:pt x="358112" y="23392"/>
                  </a:lnTo>
                  <a:lnTo>
                    <a:pt x="429735" y="28006"/>
                  </a:lnTo>
                  <a:lnTo>
                    <a:pt x="501357" y="32598"/>
                  </a:lnTo>
                  <a:lnTo>
                    <a:pt x="572980" y="37169"/>
                  </a:lnTo>
                  <a:lnTo>
                    <a:pt x="644602" y="41719"/>
                  </a:lnTo>
                  <a:lnTo>
                    <a:pt x="716225" y="46248"/>
                  </a:lnTo>
                  <a:lnTo>
                    <a:pt x="787847" y="50756"/>
                  </a:lnTo>
                  <a:lnTo>
                    <a:pt x="859470" y="55243"/>
                  </a:lnTo>
                  <a:lnTo>
                    <a:pt x="931092" y="59709"/>
                  </a:lnTo>
                  <a:lnTo>
                    <a:pt x="1002715" y="64155"/>
                  </a:lnTo>
                  <a:lnTo>
                    <a:pt x="1074337" y="68580"/>
                  </a:lnTo>
                  <a:lnTo>
                    <a:pt x="1145960" y="72984"/>
                  </a:lnTo>
                  <a:lnTo>
                    <a:pt x="1217582" y="77368"/>
                  </a:lnTo>
                  <a:lnTo>
                    <a:pt x="1289205" y="81732"/>
                  </a:lnTo>
                  <a:lnTo>
                    <a:pt x="1360827" y="86076"/>
                  </a:lnTo>
                  <a:lnTo>
                    <a:pt x="1432450" y="90399"/>
                  </a:lnTo>
                  <a:lnTo>
                    <a:pt x="1504073" y="94703"/>
                  </a:lnTo>
                  <a:lnTo>
                    <a:pt x="1575695" y="98987"/>
                  </a:lnTo>
                  <a:lnTo>
                    <a:pt x="1647318" y="103250"/>
                  </a:lnTo>
                  <a:lnTo>
                    <a:pt x="1718940" y="107494"/>
                  </a:lnTo>
                  <a:lnTo>
                    <a:pt x="1790563" y="111719"/>
                  </a:lnTo>
                  <a:lnTo>
                    <a:pt x="1862185" y="115924"/>
                  </a:lnTo>
                  <a:lnTo>
                    <a:pt x="1933808" y="120109"/>
                  </a:lnTo>
                  <a:lnTo>
                    <a:pt x="2005430" y="124275"/>
                  </a:lnTo>
                  <a:lnTo>
                    <a:pt x="2077053" y="128422"/>
                  </a:lnTo>
                  <a:lnTo>
                    <a:pt x="2148675" y="132549"/>
                  </a:lnTo>
                  <a:lnTo>
                    <a:pt x="2220298" y="136657"/>
                  </a:lnTo>
                  <a:lnTo>
                    <a:pt x="2291920" y="140747"/>
                  </a:lnTo>
                  <a:lnTo>
                    <a:pt x="2363543" y="144817"/>
                  </a:lnTo>
                  <a:lnTo>
                    <a:pt x="2435165" y="148869"/>
                  </a:lnTo>
                  <a:lnTo>
                    <a:pt x="2506788" y="152902"/>
                  </a:lnTo>
                  <a:lnTo>
                    <a:pt x="2578410" y="156916"/>
                  </a:lnTo>
                  <a:lnTo>
                    <a:pt x="2650033" y="160911"/>
                  </a:lnTo>
                  <a:lnTo>
                    <a:pt x="2721655" y="164888"/>
                  </a:lnTo>
                  <a:lnTo>
                    <a:pt x="2793278" y="168847"/>
                  </a:lnTo>
                  <a:lnTo>
                    <a:pt x="2864901" y="172788"/>
                  </a:lnTo>
                  <a:lnTo>
                    <a:pt x="2936523" y="176710"/>
                  </a:lnTo>
                  <a:lnTo>
                    <a:pt x="3008146" y="180614"/>
                  </a:lnTo>
                  <a:lnTo>
                    <a:pt x="3079768" y="184499"/>
                  </a:lnTo>
                  <a:lnTo>
                    <a:pt x="3151391" y="188367"/>
                  </a:lnTo>
                  <a:lnTo>
                    <a:pt x="3223013" y="192217"/>
                  </a:lnTo>
                  <a:lnTo>
                    <a:pt x="3294636" y="196049"/>
                  </a:lnTo>
                  <a:lnTo>
                    <a:pt x="3366258" y="199864"/>
                  </a:lnTo>
                  <a:lnTo>
                    <a:pt x="3437881" y="203661"/>
                  </a:lnTo>
                  <a:lnTo>
                    <a:pt x="3509503" y="207440"/>
                  </a:lnTo>
                  <a:lnTo>
                    <a:pt x="3581126" y="211202"/>
                  </a:lnTo>
                  <a:lnTo>
                    <a:pt x="3652748" y="214946"/>
                  </a:lnTo>
                  <a:lnTo>
                    <a:pt x="3724371" y="218673"/>
                  </a:lnTo>
                  <a:lnTo>
                    <a:pt x="3795993" y="222382"/>
                  </a:lnTo>
                  <a:lnTo>
                    <a:pt x="3867616" y="226075"/>
                  </a:lnTo>
                  <a:lnTo>
                    <a:pt x="3939238" y="229750"/>
                  </a:lnTo>
                  <a:lnTo>
                    <a:pt x="4010861" y="233409"/>
                  </a:lnTo>
                  <a:lnTo>
                    <a:pt x="4082483" y="237050"/>
                  </a:lnTo>
                  <a:lnTo>
                    <a:pt x="4154106" y="240675"/>
                  </a:lnTo>
                  <a:lnTo>
                    <a:pt x="4225729" y="244283"/>
                  </a:lnTo>
                  <a:lnTo>
                    <a:pt x="4297351" y="247874"/>
                  </a:lnTo>
                  <a:lnTo>
                    <a:pt x="4368974" y="251448"/>
                  </a:lnTo>
                  <a:lnTo>
                    <a:pt x="4440596" y="255006"/>
                  </a:lnTo>
                  <a:lnTo>
                    <a:pt x="4512219" y="258548"/>
                  </a:lnTo>
                  <a:lnTo>
                    <a:pt x="4583841" y="262073"/>
                  </a:lnTo>
                  <a:lnTo>
                    <a:pt x="4655464" y="265582"/>
                  </a:lnTo>
                  <a:lnTo>
                    <a:pt x="4727086" y="269074"/>
                  </a:lnTo>
                  <a:lnTo>
                    <a:pt x="4798709" y="272550"/>
                  </a:lnTo>
                  <a:lnTo>
                    <a:pt x="4870331" y="276011"/>
                  </a:lnTo>
                  <a:lnTo>
                    <a:pt x="4941954" y="279455"/>
                  </a:lnTo>
                  <a:lnTo>
                    <a:pt x="5013576" y="282883"/>
                  </a:lnTo>
                  <a:lnTo>
                    <a:pt x="5085199" y="286296"/>
                  </a:lnTo>
                  <a:lnTo>
                    <a:pt x="5156821" y="289692"/>
                  </a:lnTo>
                  <a:lnTo>
                    <a:pt x="5228444" y="293073"/>
                  </a:lnTo>
                  <a:lnTo>
                    <a:pt x="5300066" y="296439"/>
                  </a:lnTo>
                  <a:lnTo>
                    <a:pt x="5371689" y="299788"/>
                  </a:lnTo>
                  <a:lnTo>
                    <a:pt x="5443311" y="303122"/>
                  </a:lnTo>
                  <a:lnTo>
                    <a:pt x="5514934" y="306441"/>
                  </a:lnTo>
                  <a:lnTo>
                    <a:pt x="5586557" y="309745"/>
                  </a:lnTo>
                  <a:lnTo>
                    <a:pt x="5658179" y="313033"/>
                  </a:lnTo>
                  <a:lnTo>
                    <a:pt x="5729802" y="316305"/>
                  </a:lnTo>
                  <a:lnTo>
                    <a:pt x="5801424" y="319563"/>
                  </a:lnTo>
                  <a:lnTo>
                    <a:pt x="5873047" y="322806"/>
                  </a:lnTo>
                  <a:lnTo>
                    <a:pt x="5944669" y="326033"/>
                  </a:lnTo>
                  <a:lnTo>
                    <a:pt x="6016292" y="329246"/>
                  </a:lnTo>
                  <a:lnTo>
                    <a:pt x="6087914" y="332444"/>
                  </a:lnTo>
                  <a:lnTo>
                    <a:pt x="6159537" y="335627"/>
                  </a:lnTo>
                  <a:lnTo>
                    <a:pt x="6231159" y="338795"/>
                  </a:lnTo>
                  <a:lnTo>
                    <a:pt x="6302782" y="341949"/>
                  </a:lnTo>
                  <a:lnTo>
                    <a:pt x="6374404" y="345088"/>
                  </a:lnTo>
                  <a:lnTo>
                    <a:pt x="6446027" y="348212"/>
                  </a:lnTo>
                  <a:lnTo>
                    <a:pt x="6517649" y="351322"/>
                  </a:lnTo>
                  <a:lnTo>
                    <a:pt x="6589272" y="354418"/>
                  </a:lnTo>
                  <a:lnTo>
                    <a:pt x="6660894" y="357499"/>
                  </a:lnTo>
                  <a:lnTo>
                    <a:pt x="6732517" y="360566"/>
                  </a:lnTo>
                  <a:lnTo>
                    <a:pt x="6804139" y="363619"/>
                  </a:lnTo>
                  <a:lnTo>
                    <a:pt x="6875762" y="366658"/>
                  </a:lnTo>
                  <a:lnTo>
                    <a:pt x="6947385" y="369682"/>
                  </a:lnTo>
                  <a:lnTo>
                    <a:pt x="7019007" y="372693"/>
                  </a:lnTo>
                  <a:lnTo>
                    <a:pt x="7090630" y="37568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1.06 (0.84-1.34), p_Bonf = 1.000 (n = 6)  |  per IQR decline (Δ = 24.3 %): 1.15 (0.65-2.05)  |  IQR: [-22.7, 1.6]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2026-10-08T10:08:00Z</dcterms:modified>
  <cp:category/>
</cp:coreProperties>
</file>