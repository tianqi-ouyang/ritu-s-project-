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652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685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718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751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85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818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851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48849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3918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68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201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235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68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2301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335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368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40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3704579"/>
              <a:ext cx="7090630" cy="1541860"/>
            </a:xfrm>
            <a:custGeom>
              <a:avLst/>
              <a:pathLst>
                <a:path w="7090630" h="1541860">
                  <a:moveTo>
                    <a:pt x="0" y="0"/>
                  </a:moveTo>
                  <a:lnTo>
                    <a:pt x="71622" y="33108"/>
                  </a:lnTo>
                  <a:lnTo>
                    <a:pt x="143245" y="65625"/>
                  </a:lnTo>
                  <a:lnTo>
                    <a:pt x="214867" y="97561"/>
                  </a:lnTo>
                  <a:lnTo>
                    <a:pt x="286490" y="128926"/>
                  </a:lnTo>
                  <a:lnTo>
                    <a:pt x="358112" y="159730"/>
                  </a:lnTo>
                  <a:lnTo>
                    <a:pt x="429735" y="189984"/>
                  </a:lnTo>
                  <a:lnTo>
                    <a:pt x="501357" y="219698"/>
                  </a:lnTo>
                  <a:lnTo>
                    <a:pt x="572980" y="248880"/>
                  </a:lnTo>
                  <a:lnTo>
                    <a:pt x="644602" y="277541"/>
                  </a:lnTo>
                  <a:lnTo>
                    <a:pt x="716225" y="305690"/>
                  </a:lnTo>
                  <a:lnTo>
                    <a:pt x="787847" y="333335"/>
                  </a:lnTo>
                  <a:lnTo>
                    <a:pt x="859470" y="360487"/>
                  </a:lnTo>
                  <a:lnTo>
                    <a:pt x="931092" y="387153"/>
                  </a:lnTo>
                  <a:lnTo>
                    <a:pt x="1002715" y="413343"/>
                  </a:lnTo>
                  <a:lnTo>
                    <a:pt x="1074337" y="439065"/>
                  </a:lnTo>
                  <a:lnTo>
                    <a:pt x="1145960" y="464327"/>
                  </a:lnTo>
                  <a:lnTo>
                    <a:pt x="1217582" y="489138"/>
                  </a:lnTo>
                  <a:lnTo>
                    <a:pt x="1289205" y="513505"/>
                  </a:lnTo>
                  <a:lnTo>
                    <a:pt x="1360827" y="537437"/>
                  </a:lnTo>
                  <a:lnTo>
                    <a:pt x="1432450" y="560941"/>
                  </a:lnTo>
                  <a:lnTo>
                    <a:pt x="1504073" y="584025"/>
                  </a:lnTo>
                  <a:lnTo>
                    <a:pt x="1575695" y="606697"/>
                  </a:lnTo>
                  <a:lnTo>
                    <a:pt x="1647318" y="628963"/>
                  </a:lnTo>
                  <a:lnTo>
                    <a:pt x="1718940" y="650832"/>
                  </a:lnTo>
                  <a:lnTo>
                    <a:pt x="1790563" y="672309"/>
                  </a:lnTo>
                  <a:lnTo>
                    <a:pt x="1862185" y="693403"/>
                  </a:lnTo>
                  <a:lnTo>
                    <a:pt x="1933808" y="714120"/>
                  </a:lnTo>
                  <a:lnTo>
                    <a:pt x="2005430" y="734467"/>
                  </a:lnTo>
                  <a:lnTo>
                    <a:pt x="2077053" y="754450"/>
                  </a:lnTo>
                  <a:lnTo>
                    <a:pt x="2148675" y="774076"/>
                  </a:lnTo>
                  <a:lnTo>
                    <a:pt x="2220298" y="793351"/>
                  </a:lnTo>
                  <a:lnTo>
                    <a:pt x="2291920" y="812282"/>
                  </a:lnTo>
                  <a:lnTo>
                    <a:pt x="2363543" y="830875"/>
                  </a:lnTo>
                  <a:lnTo>
                    <a:pt x="2435165" y="849135"/>
                  </a:lnTo>
                  <a:lnTo>
                    <a:pt x="2506788" y="867069"/>
                  </a:lnTo>
                  <a:lnTo>
                    <a:pt x="2578410" y="884682"/>
                  </a:lnTo>
                  <a:lnTo>
                    <a:pt x="2650033" y="901981"/>
                  </a:lnTo>
                  <a:lnTo>
                    <a:pt x="2721655" y="918970"/>
                  </a:lnTo>
                  <a:lnTo>
                    <a:pt x="2793278" y="935656"/>
                  </a:lnTo>
                  <a:lnTo>
                    <a:pt x="2864901" y="952044"/>
                  </a:lnTo>
                  <a:lnTo>
                    <a:pt x="2936523" y="968139"/>
                  </a:lnTo>
                  <a:lnTo>
                    <a:pt x="3008146" y="983946"/>
                  </a:lnTo>
                  <a:lnTo>
                    <a:pt x="3079768" y="999471"/>
                  </a:lnTo>
                  <a:lnTo>
                    <a:pt x="3151391" y="1014718"/>
                  </a:lnTo>
                  <a:lnTo>
                    <a:pt x="3223013" y="1023425"/>
                  </a:lnTo>
                  <a:lnTo>
                    <a:pt x="3294636" y="1023926"/>
                  </a:lnTo>
                  <a:lnTo>
                    <a:pt x="3366258" y="1024427"/>
                  </a:lnTo>
                  <a:lnTo>
                    <a:pt x="3437881" y="1024927"/>
                  </a:lnTo>
                  <a:lnTo>
                    <a:pt x="3509503" y="1025427"/>
                  </a:lnTo>
                  <a:lnTo>
                    <a:pt x="3581126" y="1025927"/>
                  </a:lnTo>
                  <a:lnTo>
                    <a:pt x="3652748" y="1026426"/>
                  </a:lnTo>
                  <a:lnTo>
                    <a:pt x="3724371" y="1026925"/>
                  </a:lnTo>
                  <a:lnTo>
                    <a:pt x="3795993" y="1027424"/>
                  </a:lnTo>
                  <a:lnTo>
                    <a:pt x="3867616" y="1027922"/>
                  </a:lnTo>
                  <a:lnTo>
                    <a:pt x="3939238" y="1028420"/>
                  </a:lnTo>
                  <a:lnTo>
                    <a:pt x="4010861" y="1028918"/>
                  </a:lnTo>
                  <a:lnTo>
                    <a:pt x="4082483" y="1029416"/>
                  </a:lnTo>
                  <a:lnTo>
                    <a:pt x="4154106" y="1029913"/>
                  </a:lnTo>
                  <a:lnTo>
                    <a:pt x="4225729" y="1030410"/>
                  </a:lnTo>
                  <a:lnTo>
                    <a:pt x="4297351" y="1030907"/>
                  </a:lnTo>
                  <a:lnTo>
                    <a:pt x="4368974" y="1031403"/>
                  </a:lnTo>
                  <a:lnTo>
                    <a:pt x="4440596" y="1031899"/>
                  </a:lnTo>
                  <a:lnTo>
                    <a:pt x="4512219" y="1032395"/>
                  </a:lnTo>
                  <a:lnTo>
                    <a:pt x="4583841" y="1032891"/>
                  </a:lnTo>
                  <a:lnTo>
                    <a:pt x="4655464" y="1033386"/>
                  </a:lnTo>
                  <a:lnTo>
                    <a:pt x="4727086" y="1033881"/>
                  </a:lnTo>
                  <a:lnTo>
                    <a:pt x="4798709" y="1034375"/>
                  </a:lnTo>
                  <a:lnTo>
                    <a:pt x="4870331" y="1034870"/>
                  </a:lnTo>
                  <a:lnTo>
                    <a:pt x="4941954" y="1035364"/>
                  </a:lnTo>
                  <a:lnTo>
                    <a:pt x="5013576" y="1035857"/>
                  </a:lnTo>
                  <a:lnTo>
                    <a:pt x="5085199" y="1036351"/>
                  </a:lnTo>
                  <a:lnTo>
                    <a:pt x="5156821" y="1036844"/>
                  </a:lnTo>
                  <a:lnTo>
                    <a:pt x="5228444" y="1037337"/>
                  </a:lnTo>
                  <a:lnTo>
                    <a:pt x="5300066" y="1037829"/>
                  </a:lnTo>
                  <a:lnTo>
                    <a:pt x="5371689" y="1038321"/>
                  </a:lnTo>
                  <a:lnTo>
                    <a:pt x="5443311" y="1038813"/>
                  </a:lnTo>
                  <a:lnTo>
                    <a:pt x="5514934" y="1039305"/>
                  </a:lnTo>
                  <a:lnTo>
                    <a:pt x="5586557" y="1039796"/>
                  </a:lnTo>
                  <a:lnTo>
                    <a:pt x="5658179" y="1040287"/>
                  </a:lnTo>
                  <a:lnTo>
                    <a:pt x="5729802" y="1040778"/>
                  </a:lnTo>
                  <a:lnTo>
                    <a:pt x="5801424" y="1041268"/>
                  </a:lnTo>
                  <a:lnTo>
                    <a:pt x="5873047" y="1041758"/>
                  </a:lnTo>
                  <a:lnTo>
                    <a:pt x="5944669" y="1042248"/>
                  </a:lnTo>
                  <a:lnTo>
                    <a:pt x="6016292" y="1042738"/>
                  </a:lnTo>
                  <a:lnTo>
                    <a:pt x="6087914" y="1043227"/>
                  </a:lnTo>
                  <a:lnTo>
                    <a:pt x="6159537" y="1043716"/>
                  </a:lnTo>
                  <a:lnTo>
                    <a:pt x="6231159" y="1044205"/>
                  </a:lnTo>
                  <a:lnTo>
                    <a:pt x="6302782" y="1044693"/>
                  </a:lnTo>
                  <a:lnTo>
                    <a:pt x="6374404" y="1045181"/>
                  </a:lnTo>
                  <a:lnTo>
                    <a:pt x="6446027" y="1045669"/>
                  </a:lnTo>
                  <a:lnTo>
                    <a:pt x="6517649" y="1046156"/>
                  </a:lnTo>
                  <a:lnTo>
                    <a:pt x="6589272" y="1046643"/>
                  </a:lnTo>
                  <a:lnTo>
                    <a:pt x="6660894" y="1047130"/>
                  </a:lnTo>
                  <a:lnTo>
                    <a:pt x="6732517" y="1047617"/>
                  </a:lnTo>
                  <a:lnTo>
                    <a:pt x="6804139" y="1048103"/>
                  </a:lnTo>
                  <a:lnTo>
                    <a:pt x="6875762" y="1048589"/>
                  </a:lnTo>
                  <a:lnTo>
                    <a:pt x="6947385" y="1049075"/>
                  </a:lnTo>
                  <a:lnTo>
                    <a:pt x="7019007" y="1049560"/>
                  </a:lnTo>
                  <a:lnTo>
                    <a:pt x="7090630" y="1050045"/>
                  </a:lnTo>
                  <a:lnTo>
                    <a:pt x="7090630" y="1541860"/>
                  </a:lnTo>
                  <a:lnTo>
                    <a:pt x="7019007" y="1536204"/>
                  </a:lnTo>
                  <a:lnTo>
                    <a:pt x="6947385" y="1530446"/>
                  </a:lnTo>
                  <a:lnTo>
                    <a:pt x="6875762" y="1524583"/>
                  </a:lnTo>
                  <a:lnTo>
                    <a:pt x="6804139" y="1518613"/>
                  </a:lnTo>
                  <a:lnTo>
                    <a:pt x="6732517" y="1512535"/>
                  </a:lnTo>
                  <a:lnTo>
                    <a:pt x="6660894" y="1506345"/>
                  </a:lnTo>
                  <a:lnTo>
                    <a:pt x="6589272" y="1500044"/>
                  </a:lnTo>
                  <a:lnTo>
                    <a:pt x="6517649" y="1493627"/>
                  </a:lnTo>
                  <a:lnTo>
                    <a:pt x="6446027" y="1487094"/>
                  </a:lnTo>
                  <a:lnTo>
                    <a:pt x="6374404" y="1480442"/>
                  </a:lnTo>
                  <a:lnTo>
                    <a:pt x="6302782" y="1473669"/>
                  </a:lnTo>
                  <a:lnTo>
                    <a:pt x="6231159" y="1466773"/>
                  </a:lnTo>
                  <a:lnTo>
                    <a:pt x="6159537" y="1459751"/>
                  </a:lnTo>
                  <a:lnTo>
                    <a:pt x="6087914" y="1452602"/>
                  </a:lnTo>
                  <a:lnTo>
                    <a:pt x="6016292" y="1445322"/>
                  </a:lnTo>
                  <a:lnTo>
                    <a:pt x="5944669" y="1437910"/>
                  </a:lnTo>
                  <a:lnTo>
                    <a:pt x="5873047" y="1430363"/>
                  </a:lnTo>
                  <a:lnTo>
                    <a:pt x="5801424" y="1422679"/>
                  </a:lnTo>
                  <a:lnTo>
                    <a:pt x="5729802" y="1414855"/>
                  </a:lnTo>
                  <a:lnTo>
                    <a:pt x="5658179" y="1406888"/>
                  </a:lnTo>
                  <a:lnTo>
                    <a:pt x="5586557" y="1398777"/>
                  </a:lnTo>
                  <a:lnTo>
                    <a:pt x="5514934" y="1390518"/>
                  </a:lnTo>
                  <a:lnTo>
                    <a:pt x="5443311" y="1382109"/>
                  </a:lnTo>
                  <a:lnTo>
                    <a:pt x="5371689" y="1373546"/>
                  </a:lnTo>
                  <a:lnTo>
                    <a:pt x="5300066" y="1364828"/>
                  </a:lnTo>
                  <a:lnTo>
                    <a:pt x="5228444" y="1355952"/>
                  </a:lnTo>
                  <a:lnTo>
                    <a:pt x="5156821" y="1346913"/>
                  </a:lnTo>
                  <a:lnTo>
                    <a:pt x="5085199" y="1337711"/>
                  </a:lnTo>
                  <a:lnTo>
                    <a:pt x="5013576" y="1328341"/>
                  </a:lnTo>
                  <a:lnTo>
                    <a:pt x="4941954" y="1318800"/>
                  </a:lnTo>
                  <a:lnTo>
                    <a:pt x="4870331" y="1309086"/>
                  </a:lnTo>
                  <a:lnTo>
                    <a:pt x="4798709" y="1299195"/>
                  </a:lnTo>
                  <a:lnTo>
                    <a:pt x="4727086" y="1289124"/>
                  </a:lnTo>
                  <a:lnTo>
                    <a:pt x="4655464" y="1278869"/>
                  </a:lnTo>
                  <a:lnTo>
                    <a:pt x="4583841" y="1268429"/>
                  </a:lnTo>
                  <a:lnTo>
                    <a:pt x="4512219" y="1257798"/>
                  </a:lnTo>
                  <a:lnTo>
                    <a:pt x="4440596" y="1246974"/>
                  </a:lnTo>
                  <a:lnTo>
                    <a:pt x="4368974" y="1235952"/>
                  </a:lnTo>
                  <a:lnTo>
                    <a:pt x="4297351" y="1224731"/>
                  </a:lnTo>
                  <a:lnTo>
                    <a:pt x="4225729" y="1213305"/>
                  </a:lnTo>
                  <a:lnTo>
                    <a:pt x="4154106" y="1201671"/>
                  </a:lnTo>
                  <a:lnTo>
                    <a:pt x="4082483" y="1189825"/>
                  </a:lnTo>
                  <a:lnTo>
                    <a:pt x="4010861" y="1177764"/>
                  </a:lnTo>
                  <a:lnTo>
                    <a:pt x="3939238" y="1165484"/>
                  </a:lnTo>
                  <a:lnTo>
                    <a:pt x="3867616" y="1152980"/>
                  </a:lnTo>
                  <a:lnTo>
                    <a:pt x="3795993" y="1140248"/>
                  </a:lnTo>
                  <a:lnTo>
                    <a:pt x="3724371" y="1127285"/>
                  </a:lnTo>
                  <a:lnTo>
                    <a:pt x="3652748" y="1114086"/>
                  </a:lnTo>
                  <a:lnTo>
                    <a:pt x="3581126" y="1100647"/>
                  </a:lnTo>
                  <a:lnTo>
                    <a:pt x="3509503" y="1086963"/>
                  </a:lnTo>
                  <a:lnTo>
                    <a:pt x="3437881" y="1073031"/>
                  </a:lnTo>
                  <a:lnTo>
                    <a:pt x="3366258" y="1058844"/>
                  </a:lnTo>
                  <a:lnTo>
                    <a:pt x="3294636" y="1044400"/>
                  </a:lnTo>
                  <a:lnTo>
                    <a:pt x="3223013" y="1029693"/>
                  </a:lnTo>
                  <a:lnTo>
                    <a:pt x="3151391" y="1022924"/>
                  </a:lnTo>
                  <a:lnTo>
                    <a:pt x="3079768" y="1022422"/>
                  </a:lnTo>
                  <a:lnTo>
                    <a:pt x="3008146" y="1021921"/>
                  </a:lnTo>
                  <a:lnTo>
                    <a:pt x="2936523" y="1021418"/>
                  </a:lnTo>
                  <a:lnTo>
                    <a:pt x="2864901" y="1020916"/>
                  </a:lnTo>
                  <a:lnTo>
                    <a:pt x="2793278" y="1020413"/>
                  </a:lnTo>
                  <a:lnTo>
                    <a:pt x="2721655" y="1019910"/>
                  </a:lnTo>
                  <a:lnTo>
                    <a:pt x="2650033" y="1019407"/>
                  </a:lnTo>
                  <a:lnTo>
                    <a:pt x="2578410" y="1018903"/>
                  </a:lnTo>
                  <a:lnTo>
                    <a:pt x="2506788" y="1018399"/>
                  </a:lnTo>
                  <a:lnTo>
                    <a:pt x="2435165" y="1017895"/>
                  </a:lnTo>
                  <a:lnTo>
                    <a:pt x="2363543" y="1017391"/>
                  </a:lnTo>
                  <a:lnTo>
                    <a:pt x="2291920" y="1016886"/>
                  </a:lnTo>
                  <a:lnTo>
                    <a:pt x="2220298" y="1016381"/>
                  </a:lnTo>
                  <a:lnTo>
                    <a:pt x="2148675" y="1015875"/>
                  </a:lnTo>
                  <a:lnTo>
                    <a:pt x="2077053" y="1015369"/>
                  </a:lnTo>
                  <a:lnTo>
                    <a:pt x="2005430" y="1014863"/>
                  </a:lnTo>
                  <a:lnTo>
                    <a:pt x="1933808" y="1014357"/>
                  </a:lnTo>
                  <a:lnTo>
                    <a:pt x="1862185" y="1013850"/>
                  </a:lnTo>
                  <a:lnTo>
                    <a:pt x="1790563" y="1013343"/>
                  </a:lnTo>
                  <a:lnTo>
                    <a:pt x="1718940" y="1012836"/>
                  </a:lnTo>
                  <a:lnTo>
                    <a:pt x="1647318" y="1012328"/>
                  </a:lnTo>
                  <a:lnTo>
                    <a:pt x="1575695" y="1011820"/>
                  </a:lnTo>
                  <a:lnTo>
                    <a:pt x="1504073" y="1011312"/>
                  </a:lnTo>
                  <a:lnTo>
                    <a:pt x="1432450" y="1010804"/>
                  </a:lnTo>
                  <a:lnTo>
                    <a:pt x="1360827" y="1010295"/>
                  </a:lnTo>
                  <a:lnTo>
                    <a:pt x="1289205" y="1009786"/>
                  </a:lnTo>
                  <a:lnTo>
                    <a:pt x="1217582" y="1009276"/>
                  </a:lnTo>
                  <a:lnTo>
                    <a:pt x="1145960" y="1008766"/>
                  </a:lnTo>
                  <a:lnTo>
                    <a:pt x="1074337" y="1008256"/>
                  </a:lnTo>
                  <a:lnTo>
                    <a:pt x="1002715" y="1007746"/>
                  </a:lnTo>
                  <a:lnTo>
                    <a:pt x="931092" y="1007235"/>
                  </a:lnTo>
                  <a:lnTo>
                    <a:pt x="859470" y="1006724"/>
                  </a:lnTo>
                  <a:lnTo>
                    <a:pt x="787847" y="1006213"/>
                  </a:lnTo>
                  <a:lnTo>
                    <a:pt x="716225" y="1005701"/>
                  </a:lnTo>
                  <a:lnTo>
                    <a:pt x="644602" y="1005189"/>
                  </a:lnTo>
                  <a:lnTo>
                    <a:pt x="572980" y="1004677"/>
                  </a:lnTo>
                  <a:lnTo>
                    <a:pt x="501357" y="1004165"/>
                  </a:lnTo>
                  <a:lnTo>
                    <a:pt x="429735" y="1003652"/>
                  </a:lnTo>
                  <a:lnTo>
                    <a:pt x="358112" y="1003139"/>
                  </a:lnTo>
                  <a:lnTo>
                    <a:pt x="286490" y="1002625"/>
                  </a:lnTo>
                  <a:lnTo>
                    <a:pt x="214867" y="1002111"/>
                  </a:lnTo>
                  <a:lnTo>
                    <a:pt x="143245" y="1001597"/>
                  </a:lnTo>
                  <a:lnTo>
                    <a:pt x="71622" y="1001083"/>
                  </a:lnTo>
                  <a:lnTo>
                    <a:pt x="0" y="100056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3704579"/>
              <a:ext cx="7090630" cy="1050045"/>
            </a:xfrm>
            <a:custGeom>
              <a:avLst/>
              <a:pathLst>
                <a:path w="7090630" h="1050045">
                  <a:moveTo>
                    <a:pt x="0" y="0"/>
                  </a:moveTo>
                  <a:lnTo>
                    <a:pt x="71622" y="33108"/>
                  </a:lnTo>
                  <a:lnTo>
                    <a:pt x="143245" y="65625"/>
                  </a:lnTo>
                  <a:lnTo>
                    <a:pt x="214867" y="97561"/>
                  </a:lnTo>
                  <a:lnTo>
                    <a:pt x="286490" y="128926"/>
                  </a:lnTo>
                  <a:lnTo>
                    <a:pt x="358112" y="159730"/>
                  </a:lnTo>
                  <a:lnTo>
                    <a:pt x="429735" y="189984"/>
                  </a:lnTo>
                  <a:lnTo>
                    <a:pt x="501357" y="219698"/>
                  </a:lnTo>
                  <a:lnTo>
                    <a:pt x="572980" y="248880"/>
                  </a:lnTo>
                  <a:lnTo>
                    <a:pt x="644602" y="277541"/>
                  </a:lnTo>
                  <a:lnTo>
                    <a:pt x="716225" y="305690"/>
                  </a:lnTo>
                  <a:lnTo>
                    <a:pt x="787847" y="333335"/>
                  </a:lnTo>
                  <a:lnTo>
                    <a:pt x="859470" y="360487"/>
                  </a:lnTo>
                  <a:lnTo>
                    <a:pt x="931092" y="387153"/>
                  </a:lnTo>
                  <a:lnTo>
                    <a:pt x="1002715" y="413343"/>
                  </a:lnTo>
                  <a:lnTo>
                    <a:pt x="1074337" y="439065"/>
                  </a:lnTo>
                  <a:lnTo>
                    <a:pt x="1145960" y="464327"/>
                  </a:lnTo>
                  <a:lnTo>
                    <a:pt x="1217582" y="489138"/>
                  </a:lnTo>
                  <a:lnTo>
                    <a:pt x="1289205" y="513505"/>
                  </a:lnTo>
                  <a:lnTo>
                    <a:pt x="1360827" y="537437"/>
                  </a:lnTo>
                  <a:lnTo>
                    <a:pt x="1432450" y="560941"/>
                  </a:lnTo>
                  <a:lnTo>
                    <a:pt x="1504073" y="584025"/>
                  </a:lnTo>
                  <a:lnTo>
                    <a:pt x="1575695" y="606697"/>
                  </a:lnTo>
                  <a:lnTo>
                    <a:pt x="1647318" y="628963"/>
                  </a:lnTo>
                  <a:lnTo>
                    <a:pt x="1718940" y="650832"/>
                  </a:lnTo>
                  <a:lnTo>
                    <a:pt x="1790563" y="672309"/>
                  </a:lnTo>
                  <a:lnTo>
                    <a:pt x="1862185" y="693403"/>
                  </a:lnTo>
                  <a:lnTo>
                    <a:pt x="1933808" y="714120"/>
                  </a:lnTo>
                  <a:lnTo>
                    <a:pt x="2005430" y="734467"/>
                  </a:lnTo>
                  <a:lnTo>
                    <a:pt x="2077053" y="754450"/>
                  </a:lnTo>
                  <a:lnTo>
                    <a:pt x="2148675" y="774076"/>
                  </a:lnTo>
                  <a:lnTo>
                    <a:pt x="2220298" y="793351"/>
                  </a:lnTo>
                  <a:lnTo>
                    <a:pt x="2291920" y="812282"/>
                  </a:lnTo>
                  <a:lnTo>
                    <a:pt x="2363543" y="830875"/>
                  </a:lnTo>
                  <a:lnTo>
                    <a:pt x="2435165" y="849135"/>
                  </a:lnTo>
                  <a:lnTo>
                    <a:pt x="2506788" y="867069"/>
                  </a:lnTo>
                  <a:lnTo>
                    <a:pt x="2578410" y="884682"/>
                  </a:lnTo>
                  <a:lnTo>
                    <a:pt x="2650033" y="901981"/>
                  </a:lnTo>
                  <a:lnTo>
                    <a:pt x="2721655" y="918970"/>
                  </a:lnTo>
                  <a:lnTo>
                    <a:pt x="2793278" y="935656"/>
                  </a:lnTo>
                  <a:lnTo>
                    <a:pt x="2864901" y="952044"/>
                  </a:lnTo>
                  <a:lnTo>
                    <a:pt x="2936523" y="968139"/>
                  </a:lnTo>
                  <a:lnTo>
                    <a:pt x="3008146" y="983946"/>
                  </a:lnTo>
                  <a:lnTo>
                    <a:pt x="3079768" y="999471"/>
                  </a:lnTo>
                  <a:lnTo>
                    <a:pt x="3151391" y="1014718"/>
                  </a:lnTo>
                  <a:lnTo>
                    <a:pt x="3223013" y="1023425"/>
                  </a:lnTo>
                  <a:lnTo>
                    <a:pt x="3294636" y="1023926"/>
                  </a:lnTo>
                  <a:lnTo>
                    <a:pt x="3366258" y="1024427"/>
                  </a:lnTo>
                  <a:lnTo>
                    <a:pt x="3437881" y="1024927"/>
                  </a:lnTo>
                  <a:lnTo>
                    <a:pt x="3509503" y="1025427"/>
                  </a:lnTo>
                  <a:lnTo>
                    <a:pt x="3581126" y="1025927"/>
                  </a:lnTo>
                  <a:lnTo>
                    <a:pt x="3652748" y="1026426"/>
                  </a:lnTo>
                  <a:lnTo>
                    <a:pt x="3724371" y="1026925"/>
                  </a:lnTo>
                  <a:lnTo>
                    <a:pt x="3795993" y="1027424"/>
                  </a:lnTo>
                  <a:lnTo>
                    <a:pt x="3867616" y="1027922"/>
                  </a:lnTo>
                  <a:lnTo>
                    <a:pt x="3939238" y="1028420"/>
                  </a:lnTo>
                  <a:lnTo>
                    <a:pt x="4010861" y="1028918"/>
                  </a:lnTo>
                  <a:lnTo>
                    <a:pt x="4082483" y="1029416"/>
                  </a:lnTo>
                  <a:lnTo>
                    <a:pt x="4154106" y="1029913"/>
                  </a:lnTo>
                  <a:lnTo>
                    <a:pt x="4225729" y="1030410"/>
                  </a:lnTo>
                  <a:lnTo>
                    <a:pt x="4297351" y="1030907"/>
                  </a:lnTo>
                  <a:lnTo>
                    <a:pt x="4368974" y="1031403"/>
                  </a:lnTo>
                  <a:lnTo>
                    <a:pt x="4440596" y="1031899"/>
                  </a:lnTo>
                  <a:lnTo>
                    <a:pt x="4512219" y="1032395"/>
                  </a:lnTo>
                  <a:lnTo>
                    <a:pt x="4583841" y="1032891"/>
                  </a:lnTo>
                  <a:lnTo>
                    <a:pt x="4655464" y="1033386"/>
                  </a:lnTo>
                  <a:lnTo>
                    <a:pt x="4727086" y="1033881"/>
                  </a:lnTo>
                  <a:lnTo>
                    <a:pt x="4798709" y="1034375"/>
                  </a:lnTo>
                  <a:lnTo>
                    <a:pt x="4870331" y="1034870"/>
                  </a:lnTo>
                  <a:lnTo>
                    <a:pt x="4941954" y="1035364"/>
                  </a:lnTo>
                  <a:lnTo>
                    <a:pt x="5013576" y="1035857"/>
                  </a:lnTo>
                  <a:lnTo>
                    <a:pt x="5085199" y="1036351"/>
                  </a:lnTo>
                  <a:lnTo>
                    <a:pt x="5156821" y="1036844"/>
                  </a:lnTo>
                  <a:lnTo>
                    <a:pt x="5228444" y="1037337"/>
                  </a:lnTo>
                  <a:lnTo>
                    <a:pt x="5300066" y="1037829"/>
                  </a:lnTo>
                  <a:lnTo>
                    <a:pt x="5371689" y="1038321"/>
                  </a:lnTo>
                  <a:lnTo>
                    <a:pt x="5443311" y="1038813"/>
                  </a:lnTo>
                  <a:lnTo>
                    <a:pt x="5514934" y="1039305"/>
                  </a:lnTo>
                  <a:lnTo>
                    <a:pt x="5586557" y="1039796"/>
                  </a:lnTo>
                  <a:lnTo>
                    <a:pt x="5658179" y="1040287"/>
                  </a:lnTo>
                  <a:lnTo>
                    <a:pt x="5729802" y="1040778"/>
                  </a:lnTo>
                  <a:lnTo>
                    <a:pt x="5801424" y="1041268"/>
                  </a:lnTo>
                  <a:lnTo>
                    <a:pt x="5873047" y="1041758"/>
                  </a:lnTo>
                  <a:lnTo>
                    <a:pt x="5944669" y="1042248"/>
                  </a:lnTo>
                  <a:lnTo>
                    <a:pt x="6016292" y="1042738"/>
                  </a:lnTo>
                  <a:lnTo>
                    <a:pt x="6087914" y="1043227"/>
                  </a:lnTo>
                  <a:lnTo>
                    <a:pt x="6159537" y="1043716"/>
                  </a:lnTo>
                  <a:lnTo>
                    <a:pt x="6231159" y="1044205"/>
                  </a:lnTo>
                  <a:lnTo>
                    <a:pt x="6302782" y="1044693"/>
                  </a:lnTo>
                  <a:lnTo>
                    <a:pt x="6374404" y="1045181"/>
                  </a:lnTo>
                  <a:lnTo>
                    <a:pt x="6446027" y="1045669"/>
                  </a:lnTo>
                  <a:lnTo>
                    <a:pt x="6517649" y="1046156"/>
                  </a:lnTo>
                  <a:lnTo>
                    <a:pt x="6589272" y="1046643"/>
                  </a:lnTo>
                  <a:lnTo>
                    <a:pt x="6660894" y="1047130"/>
                  </a:lnTo>
                  <a:lnTo>
                    <a:pt x="6732517" y="1047617"/>
                  </a:lnTo>
                  <a:lnTo>
                    <a:pt x="6804139" y="1048103"/>
                  </a:lnTo>
                  <a:lnTo>
                    <a:pt x="6875762" y="1048589"/>
                  </a:lnTo>
                  <a:lnTo>
                    <a:pt x="6947385" y="1049075"/>
                  </a:lnTo>
                  <a:lnTo>
                    <a:pt x="7019007" y="1049560"/>
                  </a:lnTo>
                  <a:lnTo>
                    <a:pt x="7090630" y="105004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05147"/>
              <a:ext cx="7090630" cy="541291"/>
            </a:xfrm>
            <a:custGeom>
              <a:avLst/>
              <a:pathLst>
                <a:path w="7090630" h="541291">
                  <a:moveTo>
                    <a:pt x="7090630" y="541291"/>
                  </a:moveTo>
                  <a:lnTo>
                    <a:pt x="7019007" y="535636"/>
                  </a:lnTo>
                  <a:lnTo>
                    <a:pt x="6947385" y="529877"/>
                  </a:lnTo>
                  <a:lnTo>
                    <a:pt x="6875762" y="524014"/>
                  </a:lnTo>
                  <a:lnTo>
                    <a:pt x="6804139" y="518044"/>
                  </a:lnTo>
                  <a:lnTo>
                    <a:pt x="6732517" y="511966"/>
                  </a:lnTo>
                  <a:lnTo>
                    <a:pt x="6660894" y="505777"/>
                  </a:lnTo>
                  <a:lnTo>
                    <a:pt x="6589272" y="499475"/>
                  </a:lnTo>
                  <a:lnTo>
                    <a:pt x="6517649" y="493059"/>
                  </a:lnTo>
                  <a:lnTo>
                    <a:pt x="6446027" y="486526"/>
                  </a:lnTo>
                  <a:lnTo>
                    <a:pt x="6374404" y="479874"/>
                  </a:lnTo>
                  <a:lnTo>
                    <a:pt x="6302782" y="473101"/>
                  </a:lnTo>
                  <a:lnTo>
                    <a:pt x="6231159" y="466204"/>
                  </a:lnTo>
                  <a:lnTo>
                    <a:pt x="6159537" y="459183"/>
                  </a:lnTo>
                  <a:lnTo>
                    <a:pt x="6087914" y="452033"/>
                  </a:lnTo>
                  <a:lnTo>
                    <a:pt x="6016292" y="444753"/>
                  </a:lnTo>
                  <a:lnTo>
                    <a:pt x="5944669" y="437341"/>
                  </a:lnTo>
                  <a:lnTo>
                    <a:pt x="5873047" y="429794"/>
                  </a:lnTo>
                  <a:lnTo>
                    <a:pt x="5801424" y="422110"/>
                  </a:lnTo>
                  <a:lnTo>
                    <a:pt x="5729802" y="414286"/>
                  </a:lnTo>
                  <a:lnTo>
                    <a:pt x="5658179" y="406320"/>
                  </a:lnTo>
                  <a:lnTo>
                    <a:pt x="5586557" y="398208"/>
                  </a:lnTo>
                  <a:lnTo>
                    <a:pt x="5514934" y="389949"/>
                  </a:lnTo>
                  <a:lnTo>
                    <a:pt x="5443311" y="381540"/>
                  </a:lnTo>
                  <a:lnTo>
                    <a:pt x="5371689" y="372978"/>
                  </a:lnTo>
                  <a:lnTo>
                    <a:pt x="5300066" y="364260"/>
                  </a:lnTo>
                  <a:lnTo>
                    <a:pt x="5228444" y="355383"/>
                  </a:lnTo>
                  <a:lnTo>
                    <a:pt x="5156821" y="346345"/>
                  </a:lnTo>
                  <a:lnTo>
                    <a:pt x="5085199" y="337142"/>
                  </a:lnTo>
                  <a:lnTo>
                    <a:pt x="5013576" y="327772"/>
                  </a:lnTo>
                  <a:lnTo>
                    <a:pt x="4941954" y="318231"/>
                  </a:lnTo>
                  <a:lnTo>
                    <a:pt x="4870331" y="308517"/>
                  </a:lnTo>
                  <a:lnTo>
                    <a:pt x="4798709" y="298626"/>
                  </a:lnTo>
                  <a:lnTo>
                    <a:pt x="4727086" y="288555"/>
                  </a:lnTo>
                  <a:lnTo>
                    <a:pt x="4655464" y="278301"/>
                  </a:lnTo>
                  <a:lnTo>
                    <a:pt x="4583841" y="267860"/>
                  </a:lnTo>
                  <a:lnTo>
                    <a:pt x="4512219" y="257229"/>
                  </a:lnTo>
                  <a:lnTo>
                    <a:pt x="4440596" y="246405"/>
                  </a:lnTo>
                  <a:lnTo>
                    <a:pt x="4368974" y="235384"/>
                  </a:lnTo>
                  <a:lnTo>
                    <a:pt x="4297351" y="224162"/>
                  </a:lnTo>
                  <a:lnTo>
                    <a:pt x="4225729" y="212736"/>
                  </a:lnTo>
                  <a:lnTo>
                    <a:pt x="4154106" y="201102"/>
                  </a:lnTo>
                  <a:lnTo>
                    <a:pt x="4082483" y="189257"/>
                  </a:lnTo>
                  <a:lnTo>
                    <a:pt x="4010861" y="177196"/>
                  </a:lnTo>
                  <a:lnTo>
                    <a:pt x="3939238" y="164915"/>
                  </a:lnTo>
                  <a:lnTo>
                    <a:pt x="3867616" y="152411"/>
                  </a:lnTo>
                  <a:lnTo>
                    <a:pt x="3795993" y="139680"/>
                  </a:lnTo>
                  <a:lnTo>
                    <a:pt x="3724371" y="126717"/>
                  </a:lnTo>
                  <a:lnTo>
                    <a:pt x="3652748" y="113518"/>
                  </a:lnTo>
                  <a:lnTo>
                    <a:pt x="3581126" y="100078"/>
                  </a:lnTo>
                  <a:lnTo>
                    <a:pt x="3509503" y="86395"/>
                  </a:lnTo>
                  <a:lnTo>
                    <a:pt x="3437881" y="72462"/>
                  </a:lnTo>
                  <a:lnTo>
                    <a:pt x="3366258" y="58276"/>
                  </a:lnTo>
                  <a:lnTo>
                    <a:pt x="3294636" y="43831"/>
                  </a:lnTo>
                  <a:lnTo>
                    <a:pt x="3223013" y="29124"/>
                  </a:lnTo>
                  <a:lnTo>
                    <a:pt x="3151391" y="22355"/>
                  </a:lnTo>
                  <a:lnTo>
                    <a:pt x="3079768" y="21854"/>
                  </a:lnTo>
                  <a:lnTo>
                    <a:pt x="3008146" y="21352"/>
                  </a:lnTo>
                  <a:lnTo>
                    <a:pt x="2936523" y="20850"/>
                  </a:lnTo>
                  <a:lnTo>
                    <a:pt x="2864901" y="20347"/>
                  </a:lnTo>
                  <a:lnTo>
                    <a:pt x="2793278" y="19845"/>
                  </a:lnTo>
                  <a:lnTo>
                    <a:pt x="2721655" y="19342"/>
                  </a:lnTo>
                  <a:lnTo>
                    <a:pt x="2650033" y="18838"/>
                  </a:lnTo>
                  <a:lnTo>
                    <a:pt x="2578410" y="18335"/>
                  </a:lnTo>
                  <a:lnTo>
                    <a:pt x="2506788" y="17831"/>
                  </a:lnTo>
                  <a:lnTo>
                    <a:pt x="2435165" y="17326"/>
                  </a:lnTo>
                  <a:lnTo>
                    <a:pt x="2363543" y="16822"/>
                  </a:lnTo>
                  <a:lnTo>
                    <a:pt x="2291920" y="16317"/>
                  </a:lnTo>
                  <a:lnTo>
                    <a:pt x="2220298" y="15812"/>
                  </a:lnTo>
                  <a:lnTo>
                    <a:pt x="2148675" y="15306"/>
                  </a:lnTo>
                  <a:lnTo>
                    <a:pt x="2077053" y="14801"/>
                  </a:lnTo>
                  <a:lnTo>
                    <a:pt x="2005430" y="14294"/>
                  </a:lnTo>
                  <a:lnTo>
                    <a:pt x="1933808" y="13788"/>
                  </a:lnTo>
                  <a:lnTo>
                    <a:pt x="1862185" y="13281"/>
                  </a:lnTo>
                  <a:lnTo>
                    <a:pt x="1790563" y="12774"/>
                  </a:lnTo>
                  <a:lnTo>
                    <a:pt x="1718940" y="12267"/>
                  </a:lnTo>
                  <a:lnTo>
                    <a:pt x="1647318" y="11760"/>
                  </a:lnTo>
                  <a:lnTo>
                    <a:pt x="1575695" y="11252"/>
                  </a:lnTo>
                  <a:lnTo>
                    <a:pt x="1504073" y="10743"/>
                  </a:lnTo>
                  <a:lnTo>
                    <a:pt x="1432450" y="10235"/>
                  </a:lnTo>
                  <a:lnTo>
                    <a:pt x="1360827" y="9726"/>
                  </a:lnTo>
                  <a:lnTo>
                    <a:pt x="1289205" y="9217"/>
                  </a:lnTo>
                  <a:lnTo>
                    <a:pt x="1217582" y="8707"/>
                  </a:lnTo>
                  <a:lnTo>
                    <a:pt x="1145960" y="8198"/>
                  </a:lnTo>
                  <a:lnTo>
                    <a:pt x="1074337" y="7688"/>
                  </a:lnTo>
                  <a:lnTo>
                    <a:pt x="1002715" y="7177"/>
                  </a:lnTo>
                  <a:lnTo>
                    <a:pt x="931092" y="6667"/>
                  </a:lnTo>
                  <a:lnTo>
                    <a:pt x="859470" y="6156"/>
                  </a:lnTo>
                  <a:lnTo>
                    <a:pt x="787847" y="5644"/>
                  </a:lnTo>
                  <a:lnTo>
                    <a:pt x="716225" y="5133"/>
                  </a:lnTo>
                  <a:lnTo>
                    <a:pt x="644602" y="4621"/>
                  </a:lnTo>
                  <a:lnTo>
                    <a:pt x="572980" y="4108"/>
                  </a:lnTo>
                  <a:lnTo>
                    <a:pt x="501357" y="3596"/>
                  </a:lnTo>
                  <a:lnTo>
                    <a:pt x="429735" y="3083"/>
                  </a:lnTo>
                  <a:lnTo>
                    <a:pt x="358112" y="2570"/>
                  </a:lnTo>
                  <a:lnTo>
                    <a:pt x="286490" y="2056"/>
                  </a:lnTo>
                  <a:lnTo>
                    <a:pt x="214867" y="1543"/>
                  </a:lnTo>
                  <a:lnTo>
                    <a:pt x="143245" y="1029"/>
                  </a:lnTo>
                  <a:lnTo>
                    <a:pt x="71622" y="51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300800"/>
              <a:ext cx="7090630" cy="756985"/>
            </a:xfrm>
            <a:custGeom>
              <a:avLst/>
              <a:pathLst>
                <a:path w="7090630" h="756985">
                  <a:moveTo>
                    <a:pt x="0" y="0"/>
                  </a:moveTo>
                  <a:lnTo>
                    <a:pt x="71622" y="11653"/>
                  </a:lnTo>
                  <a:lnTo>
                    <a:pt x="143245" y="23199"/>
                  </a:lnTo>
                  <a:lnTo>
                    <a:pt x="214867" y="34637"/>
                  </a:lnTo>
                  <a:lnTo>
                    <a:pt x="286490" y="45969"/>
                  </a:lnTo>
                  <a:lnTo>
                    <a:pt x="358112" y="57196"/>
                  </a:lnTo>
                  <a:lnTo>
                    <a:pt x="429735" y="68319"/>
                  </a:lnTo>
                  <a:lnTo>
                    <a:pt x="501357" y="79339"/>
                  </a:lnTo>
                  <a:lnTo>
                    <a:pt x="572980" y="90257"/>
                  </a:lnTo>
                  <a:lnTo>
                    <a:pt x="644602" y="101073"/>
                  </a:lnTo>
                  <a:lnTo>
                    <a:pt x="716225" y="111790"/>
                  </a:lnTo>
                  <a:lnTo>
                    <a:pt x="787847" y="122406"/>
                  </a:lnTo>
                  <a:lnTo>
                    <a:pt x="859470" y="132925"/>
                  </a:lnTo>
                  <a:lnTo>
                    <a:pt x="931092" y="143345"/>
                  </a:lnTo>
                  <a:lnTo>
                    <a:pt x="1002715" y="153669"/>
                  </a:lnTo>
                  <a:lnTo>
                    <a:pt x="1074337" y="163898"/>
                  </a:lnTo>
                  <a:lnTo>
                    <a:pt x="1145960" y="174031"/>
                  </a:lnTo>
                  <a:lnTo>
                    <a:pt x="1217582" y="184070"/>
                  </a:lnTo>
                  <a:lnTo>
                    <a:pt x="1289205" y="194017"/>
                  </a:lnTo>
                  <a:lnTo>
                    <a:pt x="1360827" y="203871"/>
                  </a:lnTo>
                  <a:lnTo>
                    <a:pt x="1432450" y="213633"/>
                  </a:lnTo>
                  <a:lnTo>
                    <a:pt x="1504073" y="223306"/>
                  </a:lnTo>
                  <a:lnTo>
                    <a:pt x="1575695" y="232888"/>
                  </a:lnTo>
                  <a:lnTo>
                    <a:pt x="1647318" y="242381"/>
                  </a:lnTo>
                  <a:lnTo>
                    <a:pt x="1718940" y="251787"/>
                  </a:lnTo>
                  <a:lnTo>
                    <a:pt x="1790563" y="261105"/>
                  </a:lnTo>
                  <a:lnTo>
                    <a:pt x="1862185" y="270337"/>
                  </a:lnTo>
                  <a:lnTo>
                    <a:pt x="1933808" y="279483"/>
                  </a:lnTo>
                  <a:lnTo>
                    <a:pt x="2005430" y="288544"/>
                  </a:lnTo>
                  <a:lnTo>
                    <a:pt x="2077053" y="297522"/>
                  </a:lnTo>
                  <a:lnTo>
                    <a:pt x="2148675" y="306416"/>
                  </a:lnTo>
                  <a:lnTo>
                    <a:pt x="2220298" y="315227"/>
                  </a:lnTo>
                  <a:lnTo>
                    <a:pt x="2291920" y="323957"/>
                  </a:lnTo>
                  <a:lnTo>
                    <a:pt x="2363543" y="332606"/>
                  </a:lnTo>
                  <a:lnTo>
                    <a:pt x="2435165" y="341175"/>
                  </a:lnTo>
                  <a:lnTo>
                    <a:pt x="2506788" y="349664"/>
                  </a:lnTo>
                  <a:lnTo>
                    <a:pt x="2578410" y="358074"/>
                  </a:lnTo>
                  <a:lnTo>
                    <a:pt x="2650033" y="366407"/>
                  </a:lnTo>
                  <a:lnTo>
                    <a:pt x="2721655" y="374662"/>
                  </a:lnTo>
                  <a:lnTo>
                    <a:pt x="2793278" y="382840"/>
                  </a:lnTo>
                  <a:lnTo>
                    <a:pt x="2864901" y="390943"/>
                  </a:lnTo>
                  <a:lnTo>
                    <a:pt x="2936523" y="398971"/>
                  </a:lnTo>
                  <a:lnTo>
                    <a:pt x="3008146" y="406924"/>
                  </a:lnTo>
                  <a:lnTo>
                    <a:pt x="3079768" y="414803"/>
                  </a:lnTo>
                  <a:lnTo>
                    <a:pt x="3151391" y="422609"/>
                  </a:lnTo>
                  <a:lnTo>
                    <a:pt x="3223013" y="430343"/>
                  </a:lnTo>
                  <a:lnTo>
                    <a:pt x="3294636" y="438005"/>
                  </a:lnTo>
                  <a:lnTo>
                    <a:pt x="3366258" y="445596"/>
                  </a:lnTo>
                  <a:lnTo>
                    <a:pt x="3437881" y="453117"/>
                  </a:lnTo>
                  <a:lnTo>
                    <a:pt x="3509503" y="460568"/>
                  </a:lnTo>
                  <a:lnTo>
                    <a:pt x="3581126" y="467950"/>
                  </a:lnTo>
                  <a:lnTo>
                    <a:pt x="3652748" y="475263"/>
                  </a:lnTo>
                  <a:lnTo>
                    <a:pt x="3724371" y="482509"/>
                  </a:lnTo>
                  <a:lnTo>
                    <a:pt x="3795993" y="489687"/>
                  </a:lnTo>
                  <a:lnTo>
                    <a:pt x="3867616" y="496799"/>
                  </a:lnTo>
                  <a:lnTo>
                    <a:pt x="3939238" y="503844"/>
                  </a:lnTo>
                  <a:lnTo>
                    <a:pt x="4010861" y="510825"/>
                  </a:lnTo>
                  <a:lnTo>
                    <a:pt x="4082483" y="517740"/>
                  </a:lnTo>
                  <a:lnTo>
                    <a:pt x="4154106" y="524592"/>
                  </a:lnTo>
                  <a:lnTo>
                    <a:pt x="4225729" y="531380"/>
                  </a:lnTo>
                  <a:lnTo>
                    <a:pt x="4297351" y="538105"/>
                  </a:lnTo>
                  <a:lnTo>
                    <a:pt x="4368974" y="544768"/>
                  </a:lnTo>
                  <a:lnTo>
                    <a:pt x="4440596" y="551368"/>
                  </a:lnTo>
                  <a:lnTo>
                    <a:pt x="4512219" y="557908"/>
                  </a:lnTo>
                  <a:lnTo>
                    <a:pt x="4583841" y="564387"/>
                  </a:lnTo>
                  <a:lnTo>
                    <a:pt x="4655464" y="570806"/>
                  </a:lnTo>
                  <a:lnTo>
                    <a:pt x="4727086" y="577165"/>
                  </a:lnTo>
                  <a:lnTo>
                    <a:pt x="4798709" y="583466"/>
                  </a:lnTo>
                  <a:lnTo>
                    <a:pt x="4870331" y="589708"/>
                  </a:lnTo>
                  <a:lnTo>
                    <a:pt x="4941954" y="595892"/>
                  </a:lnTo>
                  <a:lnTo>
                    <a:pt x="5013576" y="602018"/>
                  </a:lnTo>
                  <a:lnTo>
                    <a:pt x="5085199" y="608088"/>
                  </a:lnTo>
                  <a:lnTo>
                    <a:pt x="5156821" y="614102"/>
                  </a:lnTo>
                  <a:lnTo>
                    <a:pt x="5228444" y="620059"/>
                  </a:lnTo>
                  <a:lnTo>
                    <a:pt x="5300066" y="625962"/>
                  </a:lnTo>
                  <a:lnTo>
                    <a:pt x="5371689" y="631810"/>
                  </a:lnTo>
                  <a:lnTo>
                    <a:pt x="5443311" y="637603"/>
                  </a:lnTo>
                  <a:lnTo>
                    <a:pt x="5514934" y="643343"/>
                  </a:lnTo>
                  <a:lnTo>
                    <a:pt x="5586557" y="649029"/>
                  </a:lnTo>
                  <a:lnTo>
                    <a:pt x="5658179" y="654663"/>
                  </a:lnTo>
                  <a:lnTo>
                    <a:pt x="5729802" y="660245"/>
                  </a:lnTo>
                  <a:lnTo>
                    <a:pt x="5801424" y="665775"/>
                  </a:lnTo>
                  <a:lnTo>
                    <a:pt x="5873047" y="671253"/>
                  </a:lnTo>
                  <a:lnTo>
                    <a:pt x="5944669" y="676681"/>
                  </a:lnTo>
                  <a:lnTo>
                    <a:pt x="6016292" y="682058"/>
                  </a:lnTo>
                  <a:lnTo>
                    <a:pt x="6087914" y="687386"/>
                  </a:lnTo>
                  <a:lnTo>
                    <a:pt x="6159537" y="692664"/>
                  </a:lnTo>
                  <a:lnTo>
                    <a:pt x="6231159" y="697893"/>
                  </a:lnTo>
                  <a:lnTo>
                    <a:pt x="6302782" y="703073"/>
                  </a:lnTo>
                  <a:lnTo>
                    <a:pt x="6374404" y="708206"/>
                  </a:lnTo>
                  <a:lnTo>
                    <a:pt x="6446027" y="713291"/>
                  </a:lnTo>
                  <a:lnTo>
                    <a:pt x="6517649" y="718329"/>
                  </a:lnTo>
                  <a:lnTo>
                    <a:pt x="6589272" y="723320"/>
                  </a:lnTo>
                  <a:lnTo>
                    <a:pt x="6660894" y="728265"/>
                  </a:lnTo>
                  <a:lnTo>
                    <a:pt x="6732517" y="733163"/>
                  </a:lnTo>
                  <a:lnTo>
                    <a:pt x="6804139" y="738017"/>
                  </a:lnTo>
                  <a:lnTo>
                    <a:pt x="6875762" y="742825"/>
                  </a:lnTo>
                  <a:lnTo>
                    <a:pt x="6947385" y="747589"/>
                  </a:lnTo>
                  <a:lnTo>
                    <a:pt x="7019007" y="752309"/>
                  </a:lnTo>
                  <a:lnTo>
                    <a:pt x="7090630" y="75698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638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789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739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36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43940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3427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24606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19908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07132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7465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877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1.12 (1.01-1.26), p_Bonf = 0.217 (n = 6)  |  per IQR decline (Δ = 24.3 %): 1.33 (1.02-1.74)  |  IQR: [-22.7, 1.6]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21321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2026-10-08T10:07:59Z</dcterms:modified>
  <cp:category/>
</cp:coreProperties>
</file>