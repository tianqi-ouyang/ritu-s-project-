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165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068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971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8751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785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81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85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4884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391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43940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424606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607132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877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2" name="tx52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2026-08-17T08:26:35Z</dcterms:modified>
  <cp:category/>
</cp:coreProperties>
</file>