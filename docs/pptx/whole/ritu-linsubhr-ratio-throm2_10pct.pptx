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54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7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73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4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41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91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6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537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01332"/>
            </a:xfrm>
            <a:custGeom>
              <a:avLst/>
              <a:pathLst>
                <a:path w="7090630" h="3401332">
                  <a:moveTo>
                    <a:pt x="687603" y="0"/>
                  </a:moveTo>
                  <a:lnTo>
                    <a:pt x="716225" y="58539"/>
                  </a:lnTo>
                  <a:lnTo>
                    <a:pt x="787847" y="199018"/>
                  </a:lnTo>
                  <a:lnTo>
                    <a:pt x="859470" y="333736"/>
                  </a:lnTo>
                  <a:lnTo>
                    <a:pt x="931092" y="462928"/>
                  </a:lnTo>
                  <a:lnTo>
                    <a:pt x="1002715" y="586822"/>
                  </a:lnTo>
                  <a:lnTo>
                    <a:pt x="1074337" y="705635"/>
                  </a:lnTo>
                  <a:lnTo>
                    <a:pt x="1145960" y="819574"/>
                  </a:lnTo>
                  <a:lnTo>
                    <a:pt x="1217582" y="928841"/>
                  </a:lnTo>
                  <a:lnTo>
                    <a:pt x="1289205" y="1033626"/>
                  </a:lnTo>
                  <a:lnTo>
                    <a:pt x="1360827" y="1134114"/>
                  </a:lnTo>
                  <a:lnTo>
                    <a:pt x="1432450" y="1230480"/>
                  </a:lnTo>
                  <a:lnTo>
                    <a:pt x="1504073" y="1322894"/>
                  </a:lnTo>
                  <a:lnTo>
                    <a:pt x="1575695" y="1411518"/>
                  </a:lnTo>
                  <a:lnTo>
                    <a:pt x="1647318" y="1496507"/>
                  </a:lnTo>
                  <a:lnTo>
                    <a:pt x="1718940" y="1578010"/>
                  </a:lnTo>
                  <a:lnTo>
                    <a:pt x="1790563" y="1656171"/>
                  </a:lnTo>
                  <a:lnTo>
                    <a:pt x="1862185" y="1731126"/>
                  </a:lnTo>
                  <a:lnTo>
                    <a:pt x="1933808" y="1803007"/>
                  </a:lnTo>
                  <a:lnTo>
                    <a:pt x="2005430" y="1871939"/>
                  </a:lnTo>
                  <a:lnTo>
                    <a:pt x="2077053" y="1938045"/>
                  </a:lnTo>
                  <a:lnTo>
                    <a:pt x="2148675" y="2001439"/>
                  </a:lnTo>
                  <a:lnTo>
                    <a:pt x="2220298" y="2062234"/>
                  </a:lnTo>
                  <a:lnTo>
                    <a:pt x="2291920" y="2120535"/>
                  </a:lnTo>
                  <a:lnTo>
                    <a:pt x="2363543" y="2176444"/>
                  </a:lnTo>
                  <a:lnTo>
                    <a:pt x="2435165" y="2230061"/>
                  </a:lnTo>
                  <a:lnTo>
                    <a:pt x="2506788" y="2281479"/>
                  </a:lnTo>
                  <a:lnTo>
                    <a:pt x="2578410" y="2330788"/>
                  </a:lnTo>
                  <a:lnTo>
                    <a:pt x="2650033" y="2378075"/>
                  </a:lnTo>
                  <a:lnTo>
                    <a:pt x="2721655" y="2423422"/>
                  </a:lnTo>
                  <a:lnTo>
                    <a:pt x="2793278" y="2466909"/>
                  </a:lnTo>
                  <a:lnTo>
                    <a:pt x="2864901" y="2508613"/>
                  </a:lnTo>
                  <a:lnTo>
                    <a:pt x="2936523" y="2548607"/>
                  </a:lnTo>
                  <a:lnTo>
                    <a:pt x="3008146" y="2586960"/>
                  </a:lnTo>
                  <a:lnTo>
                    <a:pt x="3079768" y="2623740"/>
                  </a:lnTo>
                  <a:lnTo>
                    <a:pt x="3151391" y="2653158"/>
                  </a:lnTo>
                  <a:lnTo>
                    <a:pt x="3223013" y="2644872"/>
                  </a:lnTo>
                  <a:lnTo>
                    <a:pt x="3294636" y="2636503"/>
                  </a:lnTo>
                  <a:lnTo>
                    <a:pt x="3366258" y="2628051"/>
                  </a:lnTo>
                  <a:lnTo>
                    <a:pt x="3437881" y="2619514"/>
                  </a:lnTo>
                  <a:lnTo>
                    <a:pt x="3509503" y="2610893"/>
                  </a:lnTo>
                  <a:lnTo>
                    <a:pt x="3581126" y="2602185"/>
                  </a:lnTo>
                  <a:lnTo>
                    <a:pt x="3652748" y="2593390"/>
                  </a:lnTo>
                  <a:lnTo>
                    <a:pt x="3724371" y="2584508"/>
                  </a:lnTo>
                  <a:lnTo>
                    <a:pt x="3795993" y="2575537"/>
                  </a:lnTo>
                  <a:lnTo>
                    <a:pt x="3867616" y="2566477"/>
                  </a:lnTo>
                  <a:lnTo>
                    <a:pt x="3939238" y="2557326"/>
                  </a:lnTo>
                  <a:lnTo>
                    <a:pt x="4010861" y="2548084"/>
                  </a:lnTo>
                  <a:lnTo>
                    <a:pt x="4082483" y="2538749"/>
                  </a:lnTo>
                  <a:lnTo>
                    <a:pt x="4154106" y="2529322"/>
                  </a:lnTo>
                  <a:lnTo>
                    <a:pt x="4225729" y="2519800"/>
                  </a:lnTo>
                  <a:lnTo>
                    <a:pt x="4297351" y="2510184"/>
                  </a:lnTo>
                  <a:lnTo>
                    <a:pt x="4368974" y="2500472"/>
                  </a:lnTo>
                  <a:lnTo>
                    <a:pt x="4440596" y="2490662"/>
                  </a:lnTo>
                  <a:lnTo>
                    <a:pt x="4512219" y="2480755"/>
                  </a:lnTo>
                  <a:lnTo>
                    <a:pt x="4583841" y="2470749"/>
                  </a:lnTo>
                  <a:lnTo>
                    <a:pt x="4655464" y="2460643"/>
                  </a:lnTo>
                  <a:lnTo>
                    <a:pt x="4727086" y="2450437"/>
                  </a:lnTo>
                  <a:lnTo>
                    <a:pt x="4798709" y="2440128"/>
                  </a:lnTo>
                  <a:lnTo>
                    <a:pt x="4870331" y="2429717"/>
                  </a:lnTo>
                  <a:lnTo>
                    <a:pt x="4941954" y="2419202"/>
                  </a:lnTo>
                  <a:lnTo>
                    <a:pt x="5013576" y="2408582"/>
                  </a:lnTo>
                  <a:lnTo>
                    <a:pt x="5085199" y="2397856"/>
                  </a:lnTo>
                  <a:lnTo>
                    <a:pt x="5156821" y="2387023"/>
                  </a:lnTo>
                  <a:lnTo>
                    <a:pt x="5228444" y="2376082"/>
                  </a:lnTo>
                  <a:lnTo>
                    <a:pt x="5300066" y="2365031"/>
                  </a:lnTo>
                  <a:lnTo>
                    <a:pt x="5371689" y="2353871"/>
                  </a:lnTo>
                  <a:lnTo>
                    <a:pt x="5443311" y="2342599"/>
                  </a:lnTo>
                  <a:lnTo>
                    <a:pt x="5514934" y="2331215"/>
                  </a:lnTo>
                  <a:lnTo>
                    <a:pt x="5586557" y="2319717"/>
                  </a:lnTo>
                  <a:lnTo>
                    <a:pt x="5658179" y="2308104"/>
                  </a:lnTo>
                  <a:lnTo>
                    <a:pt x="5729802" y="2296376"/>
                  </a:lnTo>
                  <a:lnTo>
                    <a:pt x="5801424" y="2284531"/>
                  </a:lnTo>
                  <a:lnTo>
                    <a:pt x="5873047" y="2272567"/>
                  </a:lnTo>
                  <a:lnTo>
                    <a:pt x="5944669" y="2260484"/>
                  </a:lnTo>
                  <a:lnTo>
                    <a:pt x="6016292" y="2248281"/>
                  </a:lnTo>
                  <a:lnTo>
                    <a:pt x="6087914" y="2235955"/>
                  </a:lnTo>
                  <a:lnTo>
                    <a:pt x="6159537" y="2223507"/>
                  </a:lnTo>
                  <a:lnTo>
                    <a:pt x="6231159" y="2210935"/>
                  </a:lnTo>
                  <a:lnTo>
                    <a:pt x="6302782" y="2198237"/>
                  </a:lnTo>
                  <a:lnTo>
                    <a:pt x="6374404" y="2185413"/>
                  </a:lnTo>
                  <a:lnTo>
                    <a:pt x="6446027" y="2172460"/>
                  </a:lnTo>
                  <a:lnTo>
                    <a:pt x="6517649" y="2159379"/>
                  </a:lnTo>
                  <a:lnTo>
                    <a:pt x="6589272" y="2146167"/>
                  </a:lnTo>
                  <a:lnTo>
                    <a:pt x="6660894" y="2132823"/>
                  </a:lnTo>
                  <a:lnTo>
                    <a:pt x="6732517" y="2119346"/>
                  </a:lnTo>
                  <a:lnTo>
                    <a:pt x="6804139" y="2105734"/>
                  </a:lnTo>
                  <a:lnTo>
                    <a:pt x="6875762" y="2091987"/>
                  </a:lnTo>
                  <a:lnTo>
                    <a:pt x="6947385" y="2078103"/>
                  </a:lnTo>
                  <a:lnTo>
                    <a:pt x="7019007" y="2064080"/>
                  </a:lnTo>
                  <a:lnTo>
                    <a:pt x="7090630" y="2049917"/>
                  </a:lnTo>
                  <a:lnTo>
                    <a:pt x="7090630" y="3401332"/>
                  </a:lnTo>
                  <a:lnTo>
                    <a:pt x="7019007" y="3397807"/>
                  </a:lnTo>
                  <a:lnTo>
                    <a:pt x="6947385" y="3394131"/>
                  </a:lnTo>
                  <a:lnTo>
                    <a:pt x="6875762" y="3390299"/>
                  </a:lnTo>
                  <a:lnTo>
                    <a:pt x="6804139" y="3386302"/>
                  </a:lnTo>
                  <a:lnTo>
                    <a:pt x="6732517" y="3382135"/>
                  </a:lnTo>
                  <a:lnTo>
                    <a:pt x="6660894" y="3377789"/>
                  </a:lnTo>
                  <a:lnTo>
                    <a:pt x="6589272" y="3373258"/>
                  </a:lnTo>
                  <a:lnTo>
                    <a:pt x="6517649" y="3368533"/>
                  </a:lnTo>
                  <a:lnTo>
                    <a:pt x="6446027" y="3363605"/>
                  </a:lnTo>
                  <a:lnTo>
                    <a:pt x="6374404" y="3358467"/>
                  </a:lnTo>
                  <a:lnTo>
                    <a:pt x="6302782" y="3353109"/>
                  </a:lnTo>
                  <a:lnTo>
                    <a:pt x="6231159" y="3347522"/>
                  </a:lnTo>
                  <a:lnTo>
                    <a:pt x="6159537" y="3341696"/>
                  </a:lnTo>
                  <a:lnTo>
                    <a:pt x="6087914" y="3335621"/>
                  </a:lnTo>
                  <a:lnTo>
                    <a:pt x="6016292" y="3329286"/>
                  </a:lnTo>
                  <a:lnTo>
                    <a:pt x="5944669" y="3322680"/>
                  </a:lnTo>
                  <a:lnTo>
                    <a:pt x="5873047" y="3315792"/>
                  </a:lnTo>
                  <a:lnTo>
                    <a:pt x="5801424" y="3308609"/>
                  </a:lnTo>
                  <a:lnTo>
                    <a:pt x="5729802" y="3301119"/>
                  </a:lnTo>
                  <a:lnTo>
                    <a:pt x="5658179" y="3293308"/>
                  </a:lnTo>
                  <a:lnTo>
                    <a:pt x="5586557" y="3285164"/>
                  </a:lnTo>
                  <a:lnTo>
                    <a:pt x="5514934" y="3276671"/>
                  </a:lnTo>
                  <a:lnTo>
                    <a:pt x="5443311" y="3267815"/>
                  </a:lnTo>
                  <a:lnTo>
                    <a:pt x="5371689" y="3258580"/>
                  </a:lnTo>
                  <a:lnTo>
                    <a:pt x="5300066" y="3248950"/>
                  </a:lnTo>
                  <a:lnTo>
                    <a:pt x="5228444" y="3238909"/>
                  </a:lnTo>
                  <a:lnTo>
                    <a:pt x="5156821" y="3228437"/>
                  </a:lnTo>
                  <a:lnTo>
                    <a:pt x="5085199" y="3217519"/>
                  </a:lnTo>
                  <a:lnTo>
                    <a:pt x="5013576" y="3206133"/>
                  </a:lnTo>
                  <a:lnTo>
                    <a:pt x="4941954" y="3194260"/>
                  </a:lnTo>
                  <a:lnTo>
                    <a:pt x="4870331" y="3181879"/>
                  </a:lnTo>
                  <a:lnTo>
                    <a:pt x="4798709" y="3168969"/>
                  </a:lnTo>
                  <a:lnTo>
                    <a:pt x="4727086" y="3155507"/>
                  </a:lnTo>
                  <a:lnTo>
                    <a:pt x="4655464" y="3141469"/>
                  </a:lnTo>
                  <a:lnTo>
                    <a:pt x="4583841" y="3126831"/>
                  </a:lnTo>
                  <a:lnTo>
                    <a:pt x="4512219" y="3111566"/>
                  </a:lnTo>
                  <a:lnTo>
                    <a:pt x="4440596" y="3095649"/>
                  </a:lnTo>
                  <a:lnTo>
                    <a:pt x="4368974" y="3079051"/>
                  </a:lnTo>
                  <a:lnTo>
                    <a:pt x="4297351" y="3061744"/>
                  </a:lnTo>
                  <a:lnTo>
                    <a:pt x="4225729" y="3043696"/>
                  </a:lnTo>
                  <a:lnTo>
                    <a:pt x="4154106" y="3024876"/>
                  </a:lnTo>
                  <a:lnTo>
                    <a:pt x="4082483" y="3005251"/>
                  </a:lnTo>
                  <a:lnTo>
                    <a:pt x="4010861" y="2984787"/>
                  </a:lnTo>
                  <a:lnTo>
                    <a:pt x="3939238" y="2963448"/>
                  </a:lnTo>
                  <a:lnTo>
                    <a:pt x="3867616" y="2941196"/>
                  </a:lnTo>
                  <a:lnTo>
                    <a:pt x="3795993" y="2917993"/>
                  </a:lnTo>
                  <a:lnTo>
                    <a:pt x="3724371" y="2893797"/>
                  </a:lnTo>
                  <a:lnTo>
                    <a:pt x="3652748" y="2868566"/>
                  </a:lnTo>
                  <a:lnTo>
                    <a:pt x="3581126" y="2842257"/>
                  </a:lnTo>
                  <a:lnTo>
                    <a:pt x="3509503" y="2814822"/>
                  </a:lnTo>
                  <a:lnTo>
                    <a:pt x="3437881" y="2786214"/>
                  </a:lnTo>
                  <a:lnTo>
                    <a:pt x="3366258" y="2756382"/>
                  </a:lnTo>
                  <a:lnTo>
                    <a:pt x="3294636" y="2725275"/>
                  </a:lnTo>
                  <a:lnTo>
                    <a:pt x="3223013" y="2692837"/>
                  </a:lnTo>
                  <a:lnTo>
                    <a:pt x="3151391" y="2659012"/>
                  </a:lnTo>
                  <a:lnTo>
                    <a:pt x="3079768" y="2661362"/>
                  </a:lnTo>
                  <a:lnTo>
                    <a:pt x="3008146" y="2669485"/>
                  </a:lnTo>
                  <a:lnTo>
                    <a:pt x="2936523" y="2677528"/>
                  </a:lnTo>
                  <a:lnTo>
                    <a:pt x="2864901" y="2685492"/>
                  </a:lnTo>
                  <a:lnTo>
                    <a:pt x="2793278" y="2693377"/>
                  </a:lnTo>
                  <a:lnTo>
                    <a:pt x="2721655" y="2701184"/>
                  </a:lnTo>
                  <a:lnTo>
                    <a:pt x="2650033" y="2708913"/>
                  </a:lnTo>
                  <a:lnTo>
                    <a:pt x="2578410" y="2716567"/>
                  </a:lnTo>
                  <a:lnTo>
                    <a:pt x="2506788" y="2724145"/>
                  </a:lnTo>
                  <a:lnTo>
                    <a:pt x="2435165" y="2731648"/>
                  </a:lnTo>
                  <a:lnTo>
                    <a:pt x="2363543" y="2739077"/>
                  </a:lnTo>
                  <a:lnTo>
                    <a:pt x="2291920" y="2746432"/>
                  </a:lnTo>
                  <a:lnTo>
                    <a:pt x="2220298" y="2753715"/>
                  </a:lnTo>
                  <a:lnTo>
                    <a:pt x="2148675" y="2760926"/>
                  </a:lnTo>
                  <a:lnTo>
                    <a:pt x="2077053" y="2768066"/>
                  </a:lnTo>
                  <a:lnTo>
                    <a:pt x="2005430" y="2775135"/>
                  </a:lnTo>
                  <a:lnTo>
                    <a:pt x="1933808" y="2782135"/>
                  </a:lnTo>
                  <a:lnTo>
                    <a:pt x="1862185" y="2789065"/>
                  </a:lnTo>
                  <a:lnTo>
                    <a:pt x="1790563" y="2795927"/>
                  </a:lnTo>
                  <a:lnTo>
                    <a:pt x="1718940" y="2802721"/>
                  </a:lnTo>
                  <a:lnTo>
                    <a:pt x="1647318" y="2809448"/>
                  </a:lnTo>
                  <a:lnTo>
                    <a:pt x="1575695" y="2816108"/>
                  </a:lnTo>
                  <a:lnTo>
                    <a:pt x="1504073" y="2822703"/>
                  </a:lnTo>
                  <a:lnTo>
                    <a:pt x="1432450" y="2829232"/>
                  </a:lnTo>
                  <a:lnTo>
                    <a:pt x="1360827" y="2835697"/>
                  </a:lnTo>
                  <a:lnTo>
                    <a:pt x="1289205" y="2842099"/>
                  </a:lnTo>
                  <a:lnTo>
                    <a:pt x="1217582" y="2848436"/>
                  </a:lnTo>
                  <a:lnTo>
                    <a:pt x="1145960" y="2854712"/>
                  </a:lnTo>
                  <a:lnTo>
                    <a:pt x="1074337" y="2860925"/>
                  </a:lnTo>
                  <a:lnTo>
                    <a:pt x="1002715" y="2867077"/>
                  </a:lnTo>
                  <a:lnTo>
                    <a:pt x="931092" y="2873168"/>
                  </a:lnTo>
                  <a:lnTo>
                    <a:pt x="859470" y="2879199"/>
                  </a:lnTo>
                  <a:lnTo>
                    <a:pt x="787847" y="2885171"/>
                  </a:lnTo>
                  <a:lnTo>
                    <a:pt x="716225" y="2891083"/>
                  </a:lnTo>
                  <a:lnTo>
                    <a:pt x="644602" y="2896938"/>
                  </a:lnTo>
                  <a:lnTo>
                    <a:pt x="572980" y="2902734"/>
                  </a:lnTo>
                  <a:lnTo>
                    <a:pt x="501357" y="2908473"/>
                  </a:lnTo>
                  <a:lnTo>
                    <a:pt x="429735" y="2914155"/>
                  </a:lnTo>
                  <a:lnTo>
                    <a:pt x="358112" y="2919781"/>
                  </a:lnTo>
                  <a:lnTo>
                    <a:pt x="286490" y="2925352"/>
                  </a:lnTo>
                  <a:lnTo>
                    <a:pt x="214867" y="2930868"/>
                  </a:lnTo>
                  <a:lnTo>
                    <a:pt x="143245" y="2936329"/>
                  </a:lnTo>
                  <a:lnTo>
                    <a:pt x="71622" y="2941736"/>
                  </a:lnTo>
                  <a:lnTo>
                    <a:pt x="0" y="29470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59652" y="2073503"/>
              <a:ext cx="6403026" cy="2653158"/>
            </a:xfrm>
            <a:custGeom>
              <a:avLst/>
              <a:pathLst>
                <a:path w="6403026" h="2653158">
                  <a:moveTo>
                    <a:pt x="0" y="0"/>
                  </a:moveTo>
                  <a:lnTo>
                    <a:pt x="28622" y="58539"/>
                  </a:lnTo>
                  <a:lnTo>
                    <a:pt x="100244" y="199018"/>
                  </a:lnTo>
                  <a:lnTo>
                    <a:pt x="171867" y="333736"/>
                  </a:lnTo>
                  <a:lnTo>
                    <a:pt x="243489" y="462928"/>
                  </a:lnTo>
                  <a:lnTo>
                    <a:pt x="315112" y="586822"/>
                  </a:lnTo>
                  <a:lnTo>
                    <a:pt x="386734" y="705635"/>
                  </a:lnTo>
                  <a:lnTo>
                    <a:pt x="458357" y="819574"/>
                  </a:lnTo>
                  <a:lnTo>
                    <a:pt x="529979" y="928841"/>
                  </a:lnTo>
                  <a:lnTo>
                    <a:pt x="601602" y="1033626"/>
                  </a:lnTo>
                  <a:lnTo>
                    <a:pt x="673224" y="1134114"/>
                  </a:lnTo>
                  <a:lnTo>
                    <a:pt x="744847" y="1230480"/>
                  </a:lnTo>
                  <a:lnTo>
                    <a:pt x="816469" y="1322894"/>
                  </a:lnTo>
                  <a:lnTo>
                    <a:pt x="888092" y="1411518"/>
                  </a:lnTo>
                  <a:lnTo>
                    <a:pt x="959714" y="1496507"/>
                  </a:lnTo>
                  <a:lnTo>
                    <a:pt x="1031337" y="1578010"/>
                  </a:lnTo>
                  <a:lnTo>
                    <a:pt x="1102959" y="1656171"/>
                  </a:lnTo>
                  <a:lnTo>
                    <a:pt x="1174582" y="1731126"/>
                  </a:lnTo>
                  <a:lnTo>
                    <a:pt x="1246205" y="1803007"/>
                  </a:lnTo>
                  <a:lnTo>
                    <a:pt x="1317827" y="1871939"/>
                  </a:lnTo>
                  <a:lnTo>
                    <a:pt x="1389450" y="1938045"/>
                  </a:lnTo>
                  <a:lnTo>
                    <a:pt x="1461072" y="2001439"/>
                  </a:lnTo>
                  <a:lnTo>
                    <a:pt x="1532695" y="2062234"/>
                  </a:lnTo>
                  <a:lnTo>
                    <a:pt x="1604317" y="2120535"/>
                  </a:lnTo>
                  <a:lnTo>
                    <a:pt x="1675940" y="2176444"/>
                  </a:lnTo>
                  <a:lnTo>
                    <a:pt x="1747562" y="2230061"/>
                  </a:lnTo>
                  <a:lnTo>
                    <a:pt x="1819185" y="2281479"/>
                  </a:lnTo>
                  <a:lnTo>
                    <a:pt x="1890807" y="2330788"/>
                  </a:lnTo>
                  <a:lnTo>
                    <a:pt x="1962430" y="2378075"/>
                  </a:lnTo>
                  <a:lnTo>
                    <a:pt x="2034052" y="2423422"/>
                  </a:lnTo>
                  <a:lnTo>
                    <a:pt x="2105675" y="2466909"/>
                  </a:lnTo>
                  <a:lnTo>
                    <a:pt x="2177297" y="2508613"/>
                  </a:lnTo>
                  <a:lnTo>
                    <a:pt x="2248920" y="2548607"/>
                  </a:lnTo>
                  <a:lnTo>
                    <a:pt x="2320542" y="2586960"/>
                  </a:lnTo>
                  <a:lnTo>
                    <a:pt x="2392165" y="2623740"/>
                  </a:lnTo>
                  <a:lnTo>
                    <a:pt x="2463787" y="2653158"/>
                  </a:lnTo>
                  <a:lnTo>
                    <a:pt x="2535410" y="2644872"/>
                  </a:lnTo>
                  <a:lnTo>
                    <a:pt x="2607033" y="2636503"/>
                  </a:lnTo>
                  <a:lnTo>
                    <a:pt x="2678655" y="2628051"/>
                  </a:lnTo>
                  <a:lnTo>
                    <a:pt x="2750278" y="2619514"/>
                  </a:lnTo>
                  <a:lnTo>
                    <a:pt x="2821900" y="2610893"/>
                  </a:lnTo>
                  <a:lnTo>
                    <a:pt x="2893523" y="2602185"/>
                  </a:lnTo>
                  <a:lnTo>
                    <a:pt x="2965145" y="2593390"/>
                  </a:lnTo>
                  <a:lnTo>
                    <a:pt x="3036768" y="2584508"/>
                  </a:lnTo>
                  <a:lnTo>
                    <a:pt x="3108390" y="2575537"/>
                  </a:lnTo>
                  <a:lnTo>
                    <a:pt x="3180013" y="2566477"/>
                  </a:lnTo>
                  <a:lnTo>
                    <a:pt x="3251635" y="2557326"/>
                  </a:lnTo>
                  <a:lnTo>
                    <a:pt x="3323258" y="2548084"/>
                  </a:lnTo>
                  <a:lnTo>
                    <a:pt x="3394880" y="2538749"/>
                  </a:lnTo>
                  <a:lnTo>
                    <a:pt x="3466503" y="2529322"/>
                  </a:lnTo>
                  <a:lnTo>
                    <a:pt x="3538125" y="2519800"/>
                  </a:lnTo>
                  <a:lnTo>
                    <a:pt x="3609748" y="2510184"/>
                  </a:lnTo>
                  <a:lnTo>
                    <a:pt x="3681370" y="2500472"/>
                  </a:lnTo>
                  <a:lnTo>
                    <a:pt x="3752993" y="2490662"/>
                  </a:lnTo>
                  <a:lnTo>
                    <a:pt x="3824615" y="2480755"/>
                  </a:lnTo>
                  <a:lnTo>
                    <a:pt x="3896238" y="2470749"/>
                  </a:lnTo>
                  <a:lnTo>
                    <a:pt x="3967861" y="2460643"/>
                  </a:lnTo>
                  <a:lnTo>
                    <a:pt x="4039483" y="2450437"/>
                  </a:lnTo>
                  <a:lnTo>
                    <a:pt x="4111106" y="2440128"/>
                  </a:lnTo>
                  <a:lnTo>
                    <a:pt x="4182728" y="2429717"/>
                  </a:lnTo>
                  <a:lnTo>
                    <a:pt x="4254351" y="2419202"/>
                  </a:lnTo>
                  <a:lnTo>
                    <a:pt x="4325973" y="2408582"/>
                  </a:lnTo>
                  <a:lnTo>
                    <a:pt x="4397596" y="2397856"/>
                  </a:lnTo>
                  <a:lnTo>
                    <a:pt x="4469218" y="2387023"/>
                  </a:lnTo>
                  <a:lnTo>
                    <a:pt x="4540841" y="2376082"/>
                  </a:lnTo>
                  <a:lnTo>
                    <a:pt x="4612463" y="2365031"/>
                  </a:lnTo>
                  <a:lnTo>
                    <a:pt x="4684086" y="2353871"/>
                  </a:lnTo>
                  <a:lnTo>
                    <a:pt x="4755708" y="2342599"/>
                  </a:lnTo>
                  <a:lnTo>
                    <a:pt x="4827331" y="2331215"/>
                  </a:lnTo>
                  <a:lnTo>
                    <a:pt x="4898953" y="2319717"/>
                  </a:lnTo>
                  <a:lnTo>
                    <a:pt x="4970576" y="2308104"/>
                  </a:lnTo>
                  <a:lnTo>
                    <a:pt x="5042198" y="2296376"/>
                  </a:lnTo>
                  <a:lnTo>
                    <a:pt x="5113821" y="2284531"/>
                  </a:lnTo>
                  <a:lnTo>
                    <a:pt x="5185443" y="2272567"/>
                  </a:lnTo>
                  <a:lnTo>
                    <a:pt x="5257066" y="2260484"/>
                  </a:lnTo>
                  <a:lnTo>
                    <a:pt x="5328689" y="2248281"/>
                  </a:lnTo>
                  <a:lnTo>
                    <a:pt x="5400311" y="2235955"/>
                  </a:lnTo>
                  <a:lnTo>
                    <a:pt x="5471934" y="2223507"/>
                  </a:lnTo>
                  <a:lnTo>
                    <a:pt x="5543556" y="2210935"/>
                  </a:lnTo>
                  <a:lnTo>
                    <a:pt x="5615179" y="2198237"/>
                  </a:lnTo>
                  <a:lnTo>
                    <a:pt x="5686801" y="2185413"/>
                  </a:lnTo>
                  <a:lnTo>
                    <a:pt x="5758424" y="2172460"/>
                  </a:lnTo>
                  <a:lnTo>
                    <a:pt x="5830046" y="2159379"/>
                  </a:lnTo>
                  <a:lnTo>
                    <a:pt x="5901669" y="2146167"/>
                  </a:lnTo>
                  <a:lnTo>
                    <a:pt x="5973291" y="2132823"/>
                  </a:lnTo>
                  <a:lnTo>
                    <a:pt x="6044914" y="2119346"/>
                  </a:lnTo>
                  <a:lnTo>
                    <a:pt x="6116536" y="2105734"/>
                  </a:lnTo>
                  <a:lnTo>
                    <a:pt x="6188159" y="2091987"/>
                  </a:lnTo>
                  <a:lnTo>
                    <a:pt x="6259781" y="2078103"/>
                  </a:lnTo>
                  <a:lnTo>
                    <a:pt x="6331404" y="2064080"/>
                  </a:lnTo>
                  <a:lnTo>
                    <a:pt x="6403026" y="2049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2515"/>
              <a:ext cx="7090630" cy="742319"/>
            </a:xfrm>
            <a:custGeom>
              <a:avLst/>
              <a:pathLst>
                <a:path w="7090630" h="742319">
                  <a:moveTo>
                    <a:pt x="7090630" y="742319"/>
                  </a:moveTo>
                  <a:lnTo>
                    <a:pt x="7019007" y="738795"/>
                  </a:lnTo>
                  <a:lnTo>
                    <a:pt x="6947385" y="735119"/>
                  </a:lnTo>
                  <a:lnTo>
                    <a:pt x="6875762" y="731287"/>
                  </a:lnTo>
                  <a:lnTo>
                    <a:pt x="6804139" y="727290"/>
                  </a:lnTo>
                  <a:lnTo>
                    <a:pt x="6732517" y="723123"/>
                  </a:lnTo>
                  <a:lnTo>
                    <a:pt x="6660894" y="718777"/>
                  </a:lnTo>
                  <a:lnTo>
                    <a:pt x="6589272" y="714245"/>
                  </a:lnTo>
                  <a:lnTo>
                    <a:pt x="6517649" y="709520"/>
                  </a:lnTo>
                  <a:lnTo>
                    <a:pt x="6446027" y="704593"/>
                  </a:lnTo>
                  <a:lnTo>
                    <a:pt x="6374404" y="699455"/>
                  </a:lnTo>
                  <a:lnTo>
                    <a:pt x="6302782" y="694097"/>
                  </a:lnTo>
                  <a:lnTo>
                    <a:pt x="6231159" y="688510"/>
                  </a:lnTo>
                  <a:lnTo>
                    <a:pt x="6159537" y="682684"/>
                  </a:lnTo>
                  <a:lnTo>
                    <a:pt x="6087914" y="676609"/>
                  </a:lnTo>
                  <a:lnTo>
                    <a:pt x="6016292" y="670274"/>
                  </a:lnTo>
                  <a:lnTo>
                    <a:pt x="5944669" y="663668"/>
                  </a:lnTo>
                  <a:lnTo>
                    <a:pt x="5873047" y="656779"/>
                  </a:lnTo>
                  <a:lnTo>
                    <a:pt x="5801424" y="649596"/>
                  </a:lnTo>
                  <a:lnTo>
                    <a:pt x="5729802" y="642106"/>
                  </a:lnTo>
                  <a:lnTo>
                    <a:pt x="5658179" y="634296"/>
                  </a:lnTo>
                  <a:lnTo>
                    <a:pt x="5586557" y="626151"/>
                  </a:lnTo>
                  <a:lnTo>
                    <a:pt x="5514934" y="617658"/>
                  </a:lnTo>
                  <a:lnTo>
                    <a:pt x="5443311" y="608802"/>
                  </a:lnTo>
                  <a:lnTo>
                    <a:pt x="5371689" y="599568"/>
                  </a:lnTo>
                  <a:lnTo>
                    <a:pt x="5300066" y="589938"/>
                  </a:lnTo>
                  <a:lnTo>
                    <a:pt x="5228444" y="579896"/>
                  </a:lnTo>
                  <a:lnTo>
                    <a:pt x="5156821" y="569425"/>
                  </a:lnTo>
                  <a:lnTo>
                    <a:pt x="5085199" y="558506"/>
                  </a:lnTo>
                  <a:lnTo>
                    <a:pt x="5013576" y="547120"/>
                  </a:lnTo>
                  <a:lnTo>
                    <a:pt x="4941954" y="535247"/>
                  </a:lnTo>
                  <a:lnTo>
                    <a:pt x="4870331" y="522867"/>
                  </a:lnTo>
                  <a:lnTo>
                    <a:pt x="4798709" y="509957"/>
                  </a:lnTo>
                  <a:lnTo>
                    <a:pt x="4727086" y="496495"/>
                  </a:lnTo>
                  <a:lnTo>
                    <a:pt x="4655464" y="482457"/>
                  </a:lnTo>
                  <a:lnTo>
                    <a:pt x="4583841" y="467818"/>
                  </a:lnTo>
                  <a:lnTo>
                    <a:pt x="4512219" y="452554"/>
                  </a:lnTo>
                  <a:lnTo>
                    <a:pt x="4440596" y="436637"/>
                  </a:lnTo>
                  <a:lnTo>
                    <a:pt x="4368974" y="420039"/>
                  </a:lnTo>
                  <a:lnTo>
                    <a:pt x="4297351" y="402731"/>
                  </a:lnTo>
                  <a:lnTo>
                    <a:pt x="4225729" y="384683"/>
                  </a:lnTo>
                  <a:lnTo>
                    <a:pt x="4154106" y="365864"/>
                  </a:lnTo>
                  <a:lnTo>
                    <a:pt x="4082483" y="346239"/>
                  </a:lnTo>
                  <a:lnTo>
                    <a:pt x="4010861" y="325775"/>
                  </a:lnTo>
                  <a:lnTo>
                    <a:pt x="3939238" y="304436"/>
                  </a:lnTo>
                  <a:lnTo>
                    <a:pt x="3867616" y="282184"/>
                  </a:lnTo>
                  <a:lnTo>
                    <a:pt x="3795993" y="258980"/>
                  </a:lnTo>
                  <a:lnTo>
                    <a:pt x="3724371" y="234785"/>
                  </a:lnTo>
                  <a:lnTo>
                    <a:pt x="3652748" y="209554"/>
                  </a:lnTo>
                  <a:lnTo>
                    <a:pt x="3581126" y="183244"/>
                  </a:lnTo>
                  <a:lnTo>
                    <a:pt x="3509503" y="155810"/>
                  </a:lnTo>
                  <a:lnTo>
                    <a:pt x="3437881" y="127202"/>
                  </a:lnTo>
                  <a:lnTo>
                    <a:pt x="3366258" y="97370"/>
                  </a:lnTo>
                  <a:lnTo>
                    <a:pt x="3294636" y="66262"/>
                  </a:lnTo>
                  <a:lnTo>
                    <a:pt x="3223013" y="33825"/>
                  </a:lnTo>
                  <a:lnTo>
                    <a:pt x="3151391" y="0"/>
                  </a:lnTo>
                  <a:lnTo>
                    <a:pt x="3079768" y="2350"/>
                  </a:lnTo>
                  <a:lnTo>
                    <a:pt x="3008146" y="10473"/>
                  </a:lnTo>
                  <a:lnTo>
                    <a:pt x="2936523" y="18516"/>
                  </a:lnTo>
                  <a:lnTo>
                    <a:pt x="2864901" y="26479"/>
                  </a:lnTo>
                  <a:lnTo>
                    <a:pt x="2793278" y="34364"/>
                  </a:lnTo>
                  <a:lnTo>
                    <a:pt x="2721655" y="42171"/>
                  </a:lnTo>
                  <a:lnTo>
                    <a:pt x="2650033" y="49901"/>
                  </a:lnTo>
                  <a:lnTo>
                    <a:pt x="2578410" y="57555"/>
                  </a:lnTo>
                  <a:lnTo>
                    <a:pt x="2506788" y="65133"/>
                  </a:lnTo>
                  <a:lnTo>
                    <a:pt x="2435165" y="72636"/>
                  </a:lnTo>
                  <a:lnTo>
                    <a:pt x="2363543" y="80065"/>
                  </a:lnTo>
                  <a:lnTo>
                    <a:pt x="2291920" y="87420"/>
                  </a:lnTo>
                  <a:lnTo>
                    <a:pt x="2220298" y="94703"/>
                  </a:lnTo>
                  <a:lnTo>
                    <a:pt x="2148675" y="101914"/>
                  </a:lnTo>
                  <a:lnTo>
                    <a:pt x="2077053" y="109054"/>
                  </a:lnTo>
                  <a:lnTo>
                    <a:pt x="2005430" y="116123"/>
                  </a:lnTo>
                  <a:lnTo>
                    <a:pt x="1933808" y="123122"/>
                  </a:lnTo>
                  <a:lnTo>
                    <a:pt x="1862185" y="130053"/>
                  </a:lnTo>
                  <a:lnTo>
                    <a:pt x="1790563" y="136914"/>
                  </a:lnTo>
                  <a:lnTo>
                    <a:pt x="1718940" y="143708"/>
                  </a:lnTo>
                  <a:lnTo>
                    <a:pt x="1647318" y="150435"/>
                  </a:lnTo>
                  <a:lnTo>
                    <a:pt x="1575695" y="157096"/>
                  </a:lnTo>
                  <a:lnTo>
                    <a:pt x="1504073" y="163690"/>
                  </a:lnTo>
                  <a:lnTo>
                    <a:pt x="1432450" y="170220"/>
                  </a:lnTo>
                  <a:lnTo>
                    <a:pt x="1360827" y="176685"/>
                  </a:lnTo>
                  <a:lnTo>
                    <a:pt x="1289205" y="183086"/>
                  </a:lnTo>
                  <a:lnTo>
                    <a:pt x="1217582" y="189424"/>
                  </a:lnTo>
                  <a:lnTo>
                    <a:pt x="1145960" y="195699"/>
                  </a:lnTo>
                  <a:lnTo>
                    <a:pt x="1074337" y="201913"/>
                  </a:lnTo>
                  <a:lnTo>
                    <a:pt x="1002715" y="208065"/>
                  </a:lnTo>
                  <a:lnTo>
                    <a:pt x="931092" y="214156"/>
                  </a:lnTo>
                  <a:lnTo>
                    <a:pt x="859470" y="220187"/>
                  </a:lnTo>
                  <a:lnTo>
                    <a:pt x="787847" y="226159"/>
                  </a:lnTo>
                  <a:lnTo>
                    <a:pt x="716225" y="232071"/>
                  </a:lnTo>
                  <a:lnTo>
                    <a:pt x="644602" y="237925"/>
                  </a:lnTo>
                  <a:lnTo>
                    <a:pt x="572980" y="243721"/>
                  </a:lnTo>
                  <a:lnTo>
                    <a:pt x="501357" y="249460"/>
                  </a:lnTo>
                  <a:lnTo>
                    <a:pt x="429735" y="255143"/>
                  </a:lnTo>
                  <a:lnTo>
                    <a:pt x="358112" y="260769"/>
                  </a:lnTo>
                  <a:lnTo>
                    <a:pt x="286490" y="266340"/>
                  </a:lnTo>
                  <a:lnTo>
                    <a:pt x="214867" y="271855"/>
                  </a:lnTo>
                  <a:lnTo>
                    <a:pt x="143245" y="277316"/>
                  </a:lnTo>
                  <a:lnTo>
                    <a:pt x="71622" y="282723"/>
                  </a:lnTo>
                  <a:lnTo>
                    <a:pt x="0" y="2880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85663"/>
              <a:ext cx="7090630" cy="1327829"/>
            </a:xfrm>
            <a:custGeom>
              <a:avLst/>
              <a:pathLst>
                <a:path w="7090630" h="1327829">
                  <a:moveTo>
                    <a:pt x="0" y="0"/>
                  </a:moveTo>
                  <a:lnTo>
                    <a:pt x="71622" y="26492"/>
                  </a:lnTo>
                  <a:lnTo>
                    <a:pt x="143245" y="52565"/>
                  </a:lnTo>
                  <a:lnTo>
                    <a:pt x="214867" y="78224"/>
                  </a:lnTo>
                  <a:lnTo>
                    <a:pt x="286490" y="103477"/>
                  </a:lnTo>
                  <a:lnTo>
                    <a:pt x="358112" y="128330"/>
                  </a:lnTo>
                  <a:lnTo>
                    <a:pt x="429735" y="152788"/>
                  </a:lnTo>
                  <a:lnTo>
                    <a:pt x="501357" y="176859"/>
                  </a:lnTo>
                  <a:lnTo>
                    <a:pt x="572980" y="200549"/>
                  </a:lnTo>
                  <a:lnTo>
                    <a:pt x="644602" y="223863"/>
                  </a:lnTo>
                  <a:lnTo>
                    <a:pt x="716225" y="246808"/>
                  </a:lnTo>
                  <a:lnTo>
                    <a:pt x="787847" y="269389"/>
                  </a:lnTo>
                  <a:lnTo>
                    <a:pt x="859470" y="291612"/>
                  </a:lnTo>
                  <a:lnTo>
                    <a:pt x="931092" y="313483"/>
                  </a:lnTo>
                  <a:lnTo>
                    <a:pt x="1002715" y="335007"/>
                  </a:lnTo>
                  <a:lnTo>
                    <a:pt x="1074337" y="356190"/>
                  </a:lnTo>
                  <a:lnTo>
                    <a:pt x="1145960" y="377037"/>
                  </a:lnTo>
                  <a:lnTo>
                    <a:pt x="1217582" y="397554"/>
                  </a:lnTo>
                  <a:lnTo>
                    <a:pt x="1289205" y="417746"/>
                  </a:lnTo>
                  <a:lnTo>
                    <a:pt x="1360827" y="437618"/>
                  </a:lnTo>
                  <a:lnTo>
                    <a:pt x="1432450" y="457175"/>
                  </a:lnTo>
                  <a:lnTo>
                    <a:pt x="1504073" y="476422"/>
                  </a:lnTo>
                  <a:lnTo>
                    <a:pt x="1575695" y="495364"/>
                  </a:lnTo>
                  <a:lnTo>
                    <a:pt x="1647318" y="514005"/>
                  </a:lnTo>
                  <a:lnTo>
                    <a:pt x="1718940" y="532352"/>
                  </a:lnTo>
                  <a:lnTo>
                    <a:pt x="1790563" y="550407"/>
                  </a:lnTo>
                  <a:lnTo>
                    <a:pt x="1862185" y="568176"/>
                  </a:lnTo>
                  <a:lnTo>
                    <a:pt x="1933808" y="585664"/>
                  </a:lnTo>
                  <a:lnTo>
                    <a:pt x="2005430" y="602874"/>
                  </a:lnTo>
                  <a:lnTo>
                    <a:pt x="2077053" y="619812"/>
                  </a:lnTo>
                  <a:lnTo>
                    <a:pt x="2148675" y="636482"/>
                  </a:lnTo>
                  <a:lnTo>
                    <a:pt x="2220298" y="652887"/>
                  </a:lnTo>
                  <a:lnTo>
                    <a:pt x="2291920" y="669032"/>
                  </a:lnTo>
                  <a:lnTo>
                    <a:pt x="2363543" y="684921"/>
                  </a:lnTo>
                  <a:lnTo>
                    <a:pt x="2435165" y="700558"/>
                  </a:lnTo>
                  <a:lnTo>
                    <a:pt x="2506788" y="715948"/>
                  </a:lnTo>
                  <a:lnTo>
                    <a:pt x="2578410" y="731094"/>
                  </a:lnTo>
                  <a:lnTo>
                    <a:pt x="2650033" y="745999"/>
                  </a:lnTo>
                  <a:lnTo>
                    <a:pt x="2721655" y="760669"/>
                  </a:lnTo>
                  <a:lnTo>
                    <a:pt x="2793278" y="775106"/>
                  </a:lnTo>
                  <a:lnTo>
                    <a:pt x="2864901" y="789314"/>
                  </a:lnTo>
                  <a:lnTo>
                    <a:pt x="2936523" y="803297"/>
                  </a:lnTo>
                  <a:lnTo>
                    <a:pt x="3008146" y="817058"/>
                  </a:lnTo>
                  <a:lnTo>
                    <a:pt x="3079768" y="830601"/>
                  </a:lnTo>
                  <a:lnTo>
                    <a:pt x="3151391" y="843930"/>
                  </a:lnTo>
                  <a:lnTo>
                    <a:pt x="3223013" y="857047"/>
                  </a:lnTo>
                  <a:lnTo>
                    <a:pt x="3294636" y="869957"/>
                  </a:lnTo>
                  <a:lnTo>
                    <a:pt x="3366258" y="882661"/>
                  </a:lnTo>
                  <a:lnTo>
                    <a:pt x="3437881" y="895165"/>
                  </a:lnTo>
                  <a:lnTo>
                    <a:pt x="3509503" y="907470"/>
                  </a:lnTo>
                  <a:lnTo>
                    <a:pt x="3581126" y="919580"/>
                  </a:lnTo>
                  <a:lnTo>
                    <a:pt x="3652748" y="931499"/>
                  </a:lnTo>
                  <a:lnTo>
                    <a:pt x="3724371" y="943228"/>
                  </a:lnTo>
                  <a:lnTo>
                    <a:pt x="3795993" y="954772"/>
                  </a:lnTo>
                  <a:lnTo>
                    <a:pt x="3867616" y="966132"/>
                  </a:lnTo>
                  <a:lnTo>
                    <a:pt x="3939238" y="977313"/>
                  </a:lnTo>
                  <a:lnTo>
                    <a:pt x="4010861" y="988316"/>
                  </a:lnTo>
                  <a:lnTo>
                    <a:pt x="4082483" y="999145"/>
                  </a:lnTo>
                  <a:lnTo>
                    <a:pt x="4154106" y="1009803"/>
                  </a:lnTo>
                  <a:lnTo>
                    <a:pt x="4225729" y="1020291"/>
                  </a:lnTo>
                  <a:lnTo>
                    <a:pt x="4297351" y="1030613"/>
                  </a:lnTo>
                  <a:lnTo>
                    <a:pt x="4368974" y="1040772"/>
                  </a:lnTo>
                  <a:lnTo>
                    <a:pt x="4440596" y="1050770"/>
                  </a:lnTo>
                  <a:lnTo>
                    <a:pt x="4512219" y="1060609"/>
                  </a:lnTo>
                  <a:lnTo>
                    <a:pt x="4583841" y="1070292"/>
                  </a:lnTo>
                  <a:lnTo>
                    <a:pt x="4655464" y="1079822"/>
                  </a:lnTo>
                  <a:lnTo>
                    <a:pt x="4727086" y="1089201"/>
                  </a:lnTo>
                  <a:lnTo>
                    <a:pt x="4798709" y="1098431"/>
                  </a:lnTo>
                  <a:lnTo>
                    <a:pt x="4870331" y="1107514"/>
                  </a:lnTo>
                  <a:lnTo>
                    <a:pt x="4941954" y="1116454"/>
                  </a:lnTo>
                  <a:lnTo>
                    <a:pt x="5013576" y="1125252"/>
                  </a:lnTo>
                  <a:lnTo>
                    <a:pt x="5085199" y="1133911"/>
                  </a:lnTo>
                  <a:lnTo>
                    <a:pt x="5156821" y="1142433"/>
                  </a:lnTo>
                  <a:lnTo>
                    <a:pt x="5228444" y="1150819"/>
                  </a:lnTo>
                  <a:lnTo>
                    <a:pt x="5300066" y="1159073"/>
                  </a:lnTo>
                  <a:lnTo>
                    <a:pt x="5371689" y="1167195"/>
                  </a:lnTo>
                  <a:lnTo>
                    <a:pt x="5443311" y="1175189"/>
                  </a:lnTo>
                  <a:lnTo>
                    <a:pt x="5514934" y="1183056"/>
                  </a:lnTo>
                  <a:lnTo>
                    <a:pt x="5586557" y="1190799"/>
                  </a:lnTo>
                  <a:lnTo>
                    <a:pt x="5658179" y="1198419"/>
                  </a:lnTo>
                  <a:lnTo>
                    <a:pt x="5729802" y="1205918"/>
                  </a:lnTo>
                  <a:lnTo>
                    <a:pt x="5801424" y="1213298"/>
                  </a:lnTo>
                  <a:lnTo>
                    <a:pt x="5873047" y="1220562"/>
                  </a:lnTo>
                  <a:lnTo>
                    <a:pt x="5944669" y="1227710"/>
                  </a:lnTo>
                  <a:lnTo>
                    <a:pt x="6016292" y="1234745"/>
                  </a:lnTo>
                  <a:lnTo>
                    <a:pt x="6087914" y="1241668"/>
                  </a:lnTo>
                  <a:lnTo>
                    <a:pt x="6159537" y="1248482"/>
                  </a:lnTo>
                  <a:lnTo>
                    <a:pt x="6231159" y="1255187"/>
                  </a:lnTo>
                  <a:lnTo>
                    <a:pt x="6302782" y="1261787"/>
                  </a:lnTo>
                  <a:lnTo>
                    <a:pt x="6374404" y="1268282"/>
                  </a:lnTo>
                  <a:lnTo>
                    <a:pt x="6446027" y="1274674"/>
                  </a:lnTo>
                  <a:lnTo>
                    <a:pt x="6517649" y="1280964"/>
                  </a:lnTo>
                  <a:lnTo>
                    <a:pt x="6589272" y="1287155"/>
                  </a:lnTo>
                  <a:lnTo>
                    <a:pt x="6660894" y="1293248"/>
                  </a:lnTo>
                  <a:lnTo>
                    <a:pt x="6732517" y="1299244"/>
                  </a:lnTo>
                  <a:lnTo>
                    <a:pt x="6804139" y="1305145"/>
                  </a:lnTo>
                  <a:lnTo>
                    <a:pt x="6875762" y="1310953"/>
                  </a:lnTo>
                  <a:lnTo>
                    <a:pt x="6947385" y="1316668"/>
                  </a:lnTo>
                  <a:lnTo>
                    <a:pt x="7019007" y="1322293"/>
                  </a:lnTo>
                  <a:lnTo>
                    <a:pt x="7090630" y="13278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33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89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10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56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(0.88-1.73), p_Bonf = 1.000 (n = 6)  |  per IQR decline (Δ = 25.8 %): 1.72 (0.71-4.12)  |  IQR: [-10.7, 15.1]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2026-10-08T10:07:47Z</dcterms:modified>
  <cp:category/>
</cp:coreProperties>
</file>