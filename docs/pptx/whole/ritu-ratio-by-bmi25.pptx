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5923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8244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10565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52886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95208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7083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9405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81726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24047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87269" y="266368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597355"/>
                  </a:moveTo>
                  <a:lnTo>
                    <a:pt x="13384" y="2593323"/>
                  </a:lnTo>
                  <a:lnTo>
                    <a:pt x="26769" y="2589436"/>
                  </a:lnTo>
                  <a:lnTo>
                    <a:pt x="40154" y="2585741"/>
                  </a:lnTo>
                  <a:lnTo>
                    <a:pt x="53539" y="2582258"/>
                  </a:lnTo>
                  <a:lnTo>
                    <a:pt x="66924" y="2578940"/>
                  </a:lnTo>
                  <a:lnTo>
                    <a:pt x="80308" y="2575790"/>
                  </a:lnTo>
                  <a:lnTo>
                    <a:pt x="93693" y="2572871"/>
                  </a:lnTo>
                  <a:lnTo>
                    <a:pt x="107078" y="2570152"/>
                  </a:lnTo>
                  <a:lnTo>
                    <a:pt x="120463" y="2567600"/>
                  </a:lnTo>
                  <a:lnTo>
                    <a:pt x="133848" y="2565213"/>
                  </a:lnTo>
                  <a:lnTo>
                    <a:pt x="147233" y="2563061"/>
                  </a:lnTo>
                  <a:lnTo>
                    <a:pt x="160617" y="2561067"/>
                  </a:lnTo>
                  <a:lnTo>
                    <a:pt x="174002" y="2559213"/>
                  </a:lnTo>
                  <a:lnTo>
                    <a:pt x="187387" y="2557501"/>
                  </a:lnTo>
                  <a:lnTo>
                    <a:pt x="200772" y="2555964"/>
                  </a:lnTo>
                  <a:lnTo>
                    <a:pt x="214157" y="2554526"/>
                  </a:lnTo>
                  <a:lnTo>
                    <a:pt x="227542" y="2553175"/>
                  </a:lnTo>
                  <a:lnTo>
                    <a:pt x="240926" y="2551912"/>
                  </a:lnTo>
                  <a:lnTo>
                    <a:pt x="254311" y="2550714"/>
                  </a:lnTo>
                  <a:lnTo>
                    <a:pt x="267696" y="2549541"/>
                  </a:lnTo>
                  <a:lnTo>
                    <a:pt x="281081" y="2548380"/>
                  </a:lnTo>
                  <a:lnTo>
                    <a:pt x="294466" y="2547205"/>
                  </a:lnTo>
                  <a:lnTo>
                    <a:pt x="307851" y="2545975"/>
                  </a:lnTo>
                  <a:lnTo>
                    <a:pt x="321235" y="2544678"/>
                  </a:lnTo>
                  <a:lnTo>
                    <a:pt x="334620" y="2543300"/>
                  </a:lnTo>
                  <a:lnTo>
                    <a:pt x="348005" y="2541760"/>
                  </a:lnTo>
                  <a:lnTo>
                    <a:pt x="361390" y="2540055"/>
                  </a:lnTo>
                  <a:lnTo>
                    <a:pt x="374775" y="2538182"/>
                  </a:lnTo>
                  <a:lnTo>
                    <a:pt x="388160" y="2536126"/>
                  </a:lnTo>
                  <a:lnTo>
                    <a:pt x="401544" y="2533730"/>
                  </a:lnTo>
                  <a:lnTo>
                    <a:pt x="414929" y="2531082"/>
                  </a:lnTo>
                  <a:lnTo>
                    <a:pt x="428314" y="2528168"/>
                  </a:lnTo>
                  <a:lnTo>
                    <a:pt x="441699" y="2524930"/>
                  </a:lnTo>
                  <a:lnTo>
                    <a:pt x="455084" y="2521239"/>
                  </a:lnTo>
                  <a:lnTo>
                    <a:pt x="468469" y="2517207"/>
                  </a:lnTo>
                  <a:lnTo>
                    <a:pt x="481853" y="2512820"/>
                  </a:lnTo>
                  <a:lnTo>
                    <a:pt x="495238" y="2507965"/>
                  </a:lnTo>
                  <a:lnTo>
                    <a:pt x="508623" y="2502592"/>
                  </a:lnTo>
                  <a:lnTo>
                    <a:pt x="522008" y="2496807"/>
                  </a:lnTo>
                  <a:lnTo>
                    <a:pt x="535393" y="2490601"/>
                  </a:lnTo>
                  <a:lnTo>
                    <a:pt x="548778" y="2483793"/>
                  </a:lnTo>
                  <a:lnTo>
                    <a:pt x="562162" y="2476457"/>
                  </a:lnTo>
                  <a:lnTo>
                    <a:pt x="575547" y="2468665"/>
                  </a:lnTo>
                  <a:lnTo>
                    <a:pt x="588932" y="2460414"/>
                  </a:lnTo>
                  <a:lnTo>
                    <a:pt x="602317" y="2451459"/>
                  </a:lnTo>
                  <a:lnTo>
                    <a:pt x="615702" y="2442011"/>
                  </a:lnTo>
                  <a:lnTo>
                    <a:pt x="629087" y="2432096"/>
                  </a:lnTo>
                  <a:lnTo>
                    <a:pt x="642471" y="2421678"/>
                  </a:lnTo>
                  <a:lnTo>
                    <a:pt x="655856" y="2410572"/>
                  </a:lnTo>
                  <a:lnTo>
                    <a:pt x="669241" y="2399012"/>
                  </a:lnTo>
                  <a:lnTo>
                    <a:pt x="682626" y="2387001"/>
                  </a:lnTo>
                  <a:lnTo>
                    <a:pt x="696011" y="2374459"/>
                  </a:lnTo>
                  <a:lnTo>
                    <a:pt x="709396" y="2361336"/>
                  </a:lnTo>
                  <a:lnTo>
                    <a:pt x="722780" y="2347799"/>
                  </a:lnTo>
                  <a:lnTo>
                    <a:pt x="736165" y="2333858"/>
                  </a:lnTo>
                  <a:lnTo>
                    <a:pt x="749550" y="2319400"/>
                  </a:lnTo>
                  <a:lnTo>
                    <a:pt x="762935" y="2304490"/>
                  </a:lnTo>
                  <a:lnTo>
                    <a:pt x="776320" y="2289231"/>
                  </a:lnTo>
                  <a:lnTo>
                    <a:pt x="789705" y="2273633"/>
                  </a:lnTo>
                  <a:lnTo>
                    <a:pt x="803089" y="2257578"/>
                  </a:lnTo>
                  <a:lnTo>
                    <a:pt x="816474" y="2241204"/>
                  </a:lnTo>
                  <a:lnTo>
                    <a:pt x="829859" y="2224559"/>
                  </a:lnTo>
                  <a:lnTo>
                    <a:pt x="843244" y="2207650"/>
                  </a:lnTo>
                  <a:lnTo>
                    <a:pt x="856629" y="2190386"/>
                  </a:lnTo>
                  <a:lnTo>
                    <a:pt x="870014" y="2172921"/>
                  </a:lnTo>
                  <a:lnTo>
                    <a:pt x="883398" y="2155266"/>
                  </a:lnTo>
                  <a:lnTo>
                    <a:pt x="896783" y="2137414"/>
                  </a:lnTo>
                  <a:lnTo>
                    <a:pt x="910168" y="2119356"/>
                  </a:lnTo>
                  <a:lnTo>
                    <a:pt x="923553" y="2101176"/>
                  </a:lnTo>
                  <a:lnTo>
                    <a:pt x="936938" y="2082885"/>
                  </a:lnTo>
                  <a:lnTo>
                    <a:pt x="950323" y="2064475"/>
                  </a:lnTo>
                  <a:lnTo>
                    <a:pt x="963707" y="2045975"/>
                  </a:lnTo>
                  <a:lnTo>
                    <a:pt x="977092" y="2027419"/>
                  </a:lnTo>
                  <a:lnTo>
                    <a:pt x="990477" y="2008818"/>
                  </a:lnTo>
                  <a:lnTo>
                    <a:pt x="1003862" y="1990174"/>
                  </a:lnTo>
                  <a:lnTo>
                    <a:pt x="1017247" y="1971514"/>
                  </a:lnTo>
                  <a:lnTo>
                    <a:pt x="1030632" y="1952848"/>
                  </a:lnTo>
                  <a:lnTo>
                    <a:pt x="1044016" y="1934181"/>
                  </a:lnTo>
                  <a:lnTo>
                    <a:pt x="1057401" y="1915530"/>
                  </a:lnTo>
                  <a:lnTo>
                    <a:pt x="1070786" y="1896898"/>
                  </a:lnTo>
                  <a:lnTo>
                    <a:pt x="1084171" y="1878286"/>
                  </a:lnTo>
                  <a:lnTo>
                    <a:pt x="1097556" y="1859699"/>
                  </a:lnTo>
                  <a:lnTo>
                    <a:pt x="1110941" y="1841148"/>
                  </a:lnTo>
                  <a:lnTo>
                    <a:pt x="1124325" y="1822621"/>
                  </a:lnTo>
                  <a:lnTo>
                    <a:pt x="1137710" y="1804117"/>
                  </a:lnTo>
                  <a:lnTo>
                    <a:pt x="1151095" y="1785638"/>
                  </a:lnTo>
                  <a:lnTo>
                    <a:pt x="1164480" y="1767179"/>
                  </a:lnTo>
                  <a:lnTo>
                    <a:pt x="1177865" y="1748727"/>
                  </a:lnTo>
                  <a:lnTo>
                    <a:pt x="1191250" y="1730280"/>
                  </a:lnTo>
                  <a:lnTo>
                    <a:pt x="1204634" y="1711828"/>
                  </a:lnTo>
                  <a:lnTo>
                    <a:pt x="1218019" y="1693357"/>
                  </a:lnTo>
                  <a:lnTo>
                    <a:pt x="1231404" y="1674861"/>
                  </a:lnTo>
                  <a:lnTo>
                    <a:pt x="1244789" y="1656335"/>
                  </a:lnTo>
                  <a:lnTo>
                    <a:pt x="1258174" y="1637746"/>
                  </a:lnTo>
                  <a:lnTo>
                    <a:pt x="1271559" y="1619094"/>
                  </a:lnTo>
                  <a:lnTo>
                    <a:pt x="1284943" y="1600375"/>
                  </a:lnTo>
                  <a:lnTo>
                    <a:pt x="1298328" y="1581582"/>
                  </a:lnTo>
                  <a:lnTo>
                    <a:pt x="1311713" y="1562655"/>
                  </a:lnTo>
                  <a:lnTo>
                    <a:pt x="1325098" y="1543626"/>
                  </a:lnTo>
                  <a:lnTo>
                    <a:pt x="1338483" y="1524491"/>
                  </a:lnTo>
                  <a:lnTo>
                    <a:pt x="1351868" y="1505222"/>
                  </a:lnTo>
                  <a:lnTo>
                    <a:pt x="1365252" y="1485775"/>
                  </a:lnTo>
                  <a:lnTo>
                    <a:pt x="1378637" y="1466193"/>
                  </a:lnTo>
                  <a:lnTo>
                    <a:pt x="1392022" y="1446471"/>
                  </a:lnTo>
                  <a:lnTo>
                    <a:pt x="1405407" y="1426563"/>
                  </a:lnTo>
                  <a:lnTo>
                    <a:pt x="1418792" y="1406461"/>
                  </a:lnTo>
                  <a:lnTo>
                    <a:pt x="1432177" y="1386205"/>
                  </a:lnTo>
                  <a:lnTo>
                    <a:pt x="1445561" y="1365794"/>
                  </a:lnTo>
                  <a:lnTo>
                    <a:pt x="1458946" y="1345163"/>
                  </a:lnTo>
                  <a:lnTo>
                    <a:pt x="1472331" y="1324355"/>
                  </a:lnTo>
                  <a:lnTo>
                    <a:pt x="1485716" y="1303395"/>
                  </a:lnTo>
                  <a:lnTo>
                    <a:pt x="1499101" y="1282287"/>
                  </a:lnTo>
                  <a:lnTo>
                    <a:pt x="1512486" y="1260960"/>
                  </a:lnTo>
                  <a:lnTo>
                    <a:pt x="1525870" y="1239498"/>
                  </a:lnTo>
                  <a:lnTo>
                    <a:pt x="1539255" y="1217911"/>
                  </a:lnTo>
                  <a:lnTo>
                    <a:pt x="1552640" y="1196194"/>
                  </a:lnTo>
                  <a:lnTo>
                    <a:pt x="1566025" y="1174326"/>
                  </a:lnTo>
                  <a:lnTo>
                    <a:pt x="1579410" y="1152371"/>
                  </a:lnTo>
                  <a:lnTo>
                    <a:pt x="1592795" y="1130339"/>
                  </a:lnTo>
                  <a:lnTo>
                    <a:pt x="1606179" y="1108227"/>
                  </a:lnTo>
                  <a:lnTo>
                    <a:pt x="1619564" y="1086058"/>
                  </a:lnTo>
                  <a:lnTo>
                    <a:pt x="1632949" y="1063865"/>
                  </a:lnTo>
                  <a:lnTo>
                    <a:pt x="1646334" y="1041659"/>
                  </a:lnTo>
                  <a:lnTo>
                    <a:pt x="1659719" y="1019461"/>
                  </a:lnTo>
                  <a:lnTo>
                    <a:pt x="1673104" y="997301"/>
                  </a:lnTo>
                  <a:lnTo>
                    <a:pt x="1686488" y="975191"/>
                  </a:lnTo>
                  <a:lnTo>
                    <a:pt x="1699873" y="953141"/>
                  </a:lnTo>
                  <a:lnTo>
                    <a:pt x="1713258" y="931217"/>
                  </a:lnTo>
                  <a:lnTo>
                    <a:pt x="1726643" y="909414"/>
                  </a:lnTo>
                  <a:lnTo>
                    <a:pt x="1740028" y="887736"/>
                  </a:lnTo>
                  <a:lnTo>
                    <a:pt x="1753413" y="866200"/>
                  </a:lnTo>
                  <a:lnTo>
                    <a:pt x="1766797" y="844911"/>
                  </a:lnTo>
                  <a:lnTo>
                    <a:pt x="1780182" y="823806"/>
                  </a:lnTo>
                  <a:lnTo>
                    <a:pt x="1793567" y="802896"/>
                  </a:lnTo>
                  <a:lnTo>
                    <a:pt x="1806952" y="782228"/>
                  </a:lnTo>
                  <a:lnTo>
                    <a:pt x="1820337" y="761877"/>
                  </a:lnTo>
                  <a:lnTo>
                    <a:pt x="1833722" y="741769"/>
                  </a:lnTo>
                  <a:lnTo>
                    <a:pt x="1847106" y="721910"/>
                  </a:lnTo>
                  <a:lnTo>
                    <a:pt x="1860491" y="702391"/>
                  </a:lnTo>
                  <a:lnTo>
                    <a:pt x="1873876" y="683218"/>
                  </a:lnTo>
                  <a:lnTo>
                    <a:pt x="1887261" y="664328"/>
                  </a:lnTo>
                  <a:lnTo>
                    <a:pt x="1900646" y="645723"/>
                  </a:lnTo>
                  <a:lnTo>
                    <a:pt x="1914031" y="627535"/>
                  </a:lnTo>
                  <a:lnTo>
                    <a:pt x="1927415" y="609687"/>
                  </a:lnTo>
                  <a:lnTo>
                    <a:pt x="1940800" y="592137"/>
                  </a:lnTo>
                  <a:lnTo>
                    <a:pt x="1954185" y="574888"/>
                  </a:lnTo>
                  <a:lnTo>
                    <a:pt x="1967570" y="558105"/>
                  </a:lnTo>
                  <a:lnTo>
                    <a:pt x="1980955" y="541622"/>
                  </a:lnTo>
                  <a:lnTo>
                    <a:pt x="1994340" y="525434"/>
                  </a:lnTo>
                  <a:lnTo>
                    <a:pt x="2007724" y="509573"/>
                  </a:lnTo>
                  <a:lnTo>
                    <a:pt x="2021109" y="494124"/>
                  </a:lnTo>
                  <a:lnTo>
                    <a:pt x="2034494" y="478953"/>
                  </a:lnTo>
                  <a:lnTo>
                    <a:pt x="2047879" y="464054"/>
                  </a:lnTo>
                  <a:lnTo>
                    <a:pt x="2061264" y="449485"/>
                  </a:lnTo>
                  <a:lnTo>
                    <a:pt x="2074649" y="435250"/>
                  </a:lnTo>
                  <a:lnTo>
                    <a:pt x="2088033" y="421258"/>
                  </a:lnTo>
                  <a:lnTo>
                    <a:pt x="2101418" y="407503"/>
                  </a:lnTo>
                  <a:lnTo>
                    <a:pt x="2114803" y="394057"/>
                  </a:lnTo>
                  <a:lnTo>
                    <a:pt x="2128188" y="380862"/>
                  </a:lnTo>
                  <a:lnTo>
                    <a:pt x="2141573" y="367870"/>
                  </a:lnTo>
                  <a:lnTo>
                    <a:pt x="2154958" y="355073"/>
                  </a:lnTo>
                  <a:lnTo>
                    <a:pt x="2168342" y="342548"/>
                  </a:lnTo>
                  <a:lnTo>
                    <a:pt x="2181727" y="330202"/>
                  </a:lnTo>
                  <a:lnTo>
                    <a:pt x="2195112" y="318016"/>
                  </a:lnTo>
                  <a:lnTo>
                    <a:pt x="2208497" y="305994"/>
                  </a:lnTo>
                  <a:lnTo>
                    <a:pt x="2221882" y="294185"/>
                  </a:lnTo>
                  <a:lnTo>
                    <a:pt x="2235267" y="282509"/>
                  </a:lnTo>
                  <a:lnTo>
                    <a:pt x="2248651" y="270959"/>
                  </a:lnTo>
                  <a:lnTo>
                    <a:pt x="2262036" y="259554"/>
                  </a:lnTo>
                  <a:lnTo>
                    <a:pt x="2275421" y="248306"/>
                  </a:lnTo>
                  <a:lnTo>
                    <a:pt x="2288806" y="237167"/>
                  </a:lnTo>
                  <a:lnTo>
                    <a:pt x="2302191" y="226136"/>
                  </a:lnTo>
                  <a:lnTo>
                    <a:pt x="2315576" y="215243"/>
                  </a:lnTo>
                  <a:lnTo>
                    <a:pt x="2328960" y="204481"/>
                  </a:lnTo>
                  <a:lnTo>
                    <a:pt x="2342345" y="193824"/>
                  </a:lnTo>
                  <a:lnTo>
                    <a:pt x="2355730" y="183273"/>
                  </a:lnTo>
                  <a:lnTo>
                    <a:pt x="2369115" y="172880"/>
                  </a:lnTo>
                  <a:lnTo>
                    <a:pt x="2382500" y="162620"/>
                  </a:lnTo>
                  <a:lnTo>
                    <a:pt x="2395885" y="152482"/>
                  </a:lnTo>
                  <a:lnTo>
                    <a:pt x="2409269" y="142471"/>
                  </a:lnTo>
                  <a:lnTo>
                    <a:pt x="2422654" y="132678"/>
                  </a:lnTo>
                  <a:lnTo>
                    <a:pt x="2436039" y="123040"/>
                  </a:lnTo>
                  <a:lnTo>
                    <a:pt x="2449424" y="113565"/>
                  </a:lnTo>
                  <a:lnTo>
                    <a:pt x="2462809" y="104286"/>
                  </a:lnTo>
                  <a:lnTo>
                    <a:pt x="2476194" y="95287"/>
                  </a:lnTo>
                  <a:lnTo>
                    <a:pt x="2489578" y="86503"/>
                  </a:lnTo>
                  <a:lnTo>
                    <a:pt x="2502963" y="77947"/>
                  </a:lnTo>
                  <a:lnTo>
                    <a:pt x="2516348" y="69698"/>
                  </a:lnTo>
                  <a:lnTo>
                    <a:pt x="2529733" y="61809"/>
                  </a:lnTo>
                  <a:lnTo>
                    <a:pt x="2543118" y="54218"/>
                  </a:lnTo>
                  <a:lnTo>
                    <a:pt x="2556503" y="46939"/>
                  </a:lnTo>
                  <a:lnTo>
                    <a:pt x="2569887" y="40129"/>
                  </a:lnTo>
                  <a:lnTo>
                    <a:pt x="2583272" y="33764"/>
                  </a:lnTo>
                  <a:lnTo>
                    <a:pt x="2596657" y="27796"/>
                  </a:lnTo>
                  <a:lnTo>
                    <a:pt x="2610042" y="22243"/>
                  </a:lnTo>
                  <a:lnTo>
                    <a:pt x="2623427" y="17370"/>
                  </a:lnTo>
                  <a:lnTo>
                    <a:pt x="2636812" y="13013"/>
                  </a:lnTo>
                  <a:lnTo>
                    <a:pt x="2650196" y="9166"/>
                  </a:lnTo>
                  <a:lnTo>
                    <a:pt x="2663581" y="5887"/>
                  </a:lnTo>
                  <a:lnTo>
                    <a:pt x="2676966" y="3456"/>
                  </a:lnTo>
                  <a:lnTo>
                    <a:pt x="2690351" y="1631"/>
                  </a:lnTo>
                  <a:lnTo>
                    <a:pt x="2703736" y="428"/>
                  </a:lnTo>
                  <a:lnTo>
                    <a:pt x="2717121" y="0"/>
                  </a:lnTo>
                  <a:lnTo>
                    <a:pt x="2730505" y="503"/>
                  </a:lnTo>
                  <a:lnTo>
                    <a:pt x="2743890" y="1718"/>
                  </a:lnTo>
                  <a:lnTo>
                    <a:pt x="2757275" y="3657"/>
                  </a:lnTo>
                  <a:lnTo>
                    <a:pt x="2770660" y="6590"/>
                  </a:lnTo>
                  <a:lnTo>
                    <a:pt x="2784045" y="10486"/>
                  </a:lnTo>
                  <a:lnTo>
                    <a:pt x="2797430" y="15176"/>
                  </a:lnTo>
                  <a:lnTo>
                    <a:pt x="2810814" y="20672"/>
                  </a:lnTo>
                  <a:lnTo>
                    <a:pt x="2824199" y="27364"/>
                  </a:lnTo>
                  <a:lnTo>
                    <a:pt x="2837584" y="34989"/>
                  </a:lnTo>
                  <a:lnTo>
                    <a:pt x="2850969" y="43460"/>
                  </a:lnTo>
                  <a:lnTo>
                    <a:pt x="2864354" y="52794"/>
                  </a:lnTo>
                  <a:lnTo>
                    <a:pt x="2877739" y="63453"/>
                  </a:lnTo>
                  <a:lnTo>
                    <a:pt x="2891123" y="74966"/>
                  </a:lnTo>
                  <a:lnTo>
                    <a:pt x="2904508" y="87332"/>
                  </a:lnTo>
                  <a:lnTo>
                    <a:pt x="2917893" y="100666"/>
                  </a:lnTo>
                  <a:lnTo>
                    <a:pt x="2931278" y="115186"/>
                  </a:lnTo>
                  <a:lnTo>
                    <a:pt x="2944663" y="130524"/>
                  </a:lnTo>
                  <a:lnTo>
                    <a:pt x="2958048" y="146668"/>
                  </a:lnTo>
                  <a:lnTo>
                    <a:pt x="2971432" y="163813"/>
                  </a:lnTo>
                  <a:lnTo>
                    <a:pt x="2984817" y="181937"/>
                  </a:lnTo>
                  <a:lnTo>
                    <a:pt x="2998202" y="200787"/>
                  </a:lnTo>
                  <a:lnTo>
                    <a:pt x="3011587" y="220347"/>
                  </a:lnTo>
                  <a:lnTo>
                    <a:pt x="3024972" y="240843"/>
                  </a:lnTo>
                  <a:lnTo>
                    <a:pt x="3038357" y="262065"/>
                  </a:lnTo>
                  <a:lnTo>
                    <a:pt x="3051741" y="283874"/>
                  </a:lnTo>
                  <a:lnTo>
                    <a:pt x="3065126" y="306245"/>
                  </a:lnTo>
                  <a:lnTo>
                    <a:pt x="3078511" y="329385"/>
                  </a:lnTo>
                  <a:lnTo>
                    <a:pt x="3091896" y="352983"/>
                  </a:lnTo>
                  <a:lnTo>
                    <a:pt x="3105281" y="376989"/>
                  </a:lnTo>
                  <a:lnTo>
                    <a:pt x="3118666" y="401399"/>
                  </a:lnTo>
                  <a:lnTo>
                    <a:pt x="3132050" y="426257"/>
                  </a:lnTo>
                  <a:lnTo>
                    <a:pt x="3145435" y="451350"/>
                  </a:lnTo>
                  <a:lnTo>
                    <a:pt x="3158820" y="476649"/>
                  </a:lnTo>
                  <a:lnTo>
                    <a:pt x="3172205" y="502140"/>
                  </a:lnTo>
                  <a:lnTo>
                    <a:pt x="3185590" y="527745"/>
                  </a:lnTo>
                  <a:lnTo>
                    <a:pt x="3198975" y="553380"/>
                  </a:lnTo>
                  <a:lnTo>
                    <a:pt x="3212359" y="579013"/>
                  </a:lnTo>
                  <a:lnTo>
                    <a:pt x="3225744" y="604571"/>
                  </a:lnTo>
                  <a:lnTo>
                    <a:pt x="3239129" y="629979"/>
                  </a:lnTo>
                  <a:lnTo>
                    <a:pt x="3252514" y="655223"/>
                  </a:lnTo>
                  <a:lnTo>
                    <a:pt x="3265899" y="680275"/>
                  </a:lnTo>
                  <a:lnTo>
                    <a:pt x="3279284" y="704969"/>
                  </a:lnTo>
                  <a:lnTo>
                    <a:pt x="3292668" y="729337"/>
                  </a:lnTo>
                  <a:lnTo>
                    <a:pt x="3306053" y="753381"/>
                  </a:lnTo>
                  <a:lnTo>
                    <a:pt x="3319438" y="777071"/>
                  </a:lnTo>
                  <a:lnTo>
                    <a:pt x="3332823" y="800167"/>
                  </a:lnTo>
                  <a:lnTo>
                    <a:pt x="3346208" y="822844"/>
                  </a:lnTo>
                  <a:lnTo>
                    <a:pt x="3359593" y="845090"/>
                  </a:lnTo>
                  <a:lnTo>
                    <a:pt x="3372977" y="866820"/>
                  </a:lnTo>
                  <a:lnTo>
                    <a:pt x="3386362" y="887893"/>
                  </a:lnTo>
                  <a:lnTo>
                    <a:pt x="3399747" y="908490"/>
                  </a:lnTo>
                  <a:lnTo>
                    <a:pt x="3413132" y="928608"/>
                  </a:lnTo>
                  <a:lnTo>
                    <a:pt x="3426517" y="948109"/>
                  </a:lnTo>
                  <a:lnTo>
                    <a:pt x="3439902" y="966998"/>
                  </a:lnTo>
                  <a:lnTo>
                    <a:pt x="3453286" y="985418"/>
                  </a:lnTo>
                  <a:lnTo>
                    <a:pt x="3466671" y="1003374"/>
                  </a:lnTo>
                  <a:lnTo>
                    <a:pt x="3480056" y="1020698"/>
                  </a:lnTo>
                  <a:lnTo>
                    <a:pt x="3493441" y="1037534"/>
                  </a:lnTo>
                  <a:lnTo>
                    <a:pt x="3506826" y="1053964"/>
                  </a:lnTo>
                  <a:lnTo>
                    <a:pt x="3520211" y="1070002"/>
                  </a:lnTo>
                  <a:lnTo>
                    <a:pt x="3533595" y="1085492"/>
                  </a:lnTo>
                  <a:lnTo>
                    <a:pt x="3546980" y="1100656"/>
                  </a:lnTo>
                  <a:lnTo>
                    <a:pt x="3560365" y="1115523"/>
                  </a:lnTo>
                  <a:lnTo>
                    <a:pt x="3573750" y="1130091"/>
                  </a:lnTo>
                  <a:lnTo>
                    <a:pt x="3587135" y="1144327"/>
                  </a:lnTo>
                  <a:lnTo>
                    <a:pt x="3600520" y="1158380"/>
                  </a:lnTo>
                  <a:lnTo>
                    <a:pt x="3613904" y="1172271"/>
                  </a:lnTo>
                  <a:lnTo>
                    <a:pt x="3627289" y="1186005"/>
                  </a:lnTo>
                  <a:lnTo>
                    <a:pt x="3640674" y="1199633"/>
                  </a:lnTo>
                  <a:lnTo>
                    <a:pt x="3654059" y="1213218"/>
                  </a:lnTo>
                  <a:lnTo>
                    <a:pt x="3667444" y="1226782"/>
                  </a:lnTo>
                  <a:lnTo>
                    <a:pt x="3680829" y="1240366"/>
                  </a:lnTo>
                  <a:lnTo>
                    <a:pt x="3694213" y="1254021"/>
                  </a:lnTo>
                  <a:lnTo>
                    <a:pt x="3707598" y="1267761"/>
                  </a:lnTo>
                  <a:lnTo>
                    <a:pt x="3720983" y="1281603"/>
                  </a:lnTo>
                  <a:lnTo>
                    <a:pt x="3734368" y="1295644"/>
                  </a:lnTo>
                  <a:lnTo>
                    <a:pt x="3747753" y="1309865"/>
                  </a:lnTo>
                  <a:lnTo>
                    <a:pt x="3761138" y="1324266"/>
                  </a:lnTo>
                  <a:lnTo>
                    <a:pt x="3774522" y="1338867"/>
                  </a:lnTo>
                  <a:lnTo>
                    <a:pt x="3787907" y="1353792"/>
                  </a:lnTo>
                  <a:lnTo>
                    <a:pt x="3801292" y="1368943"/>
                  </a:lnTo>
                  <a:lnTo>
                    <a:pt x="3814677" y="1384324"/>
                  </a:lnTo>
                  <a:lnTo>
                    <a:pt x="3828062" y="1399980"/>
                  </a:lnTo>
                  <a:lnTo>
                    <a:pt x="3841447" y="1415968"/>
                  </a:lnTo>
                  <a:lnTo>
                    <a:pt x="3854831" y="1432192"/>
                  </a:lnTo>
                  <a:lnTo>
                    <a:pt x="3868216" y="1448647"/>
                  </a:lnTo>
                  <a:lnTo>
                    <a:pt x="3881601" y="1465395"/>
                  </a:lnTo>
                  <a:lnTo>
                    <a:pt x="3894986" y="1482409"/>
                  </a:lnTo>
                  <a:lnTo>
                    <a:pt x="3908371" y="1499620"/>
                  </a:lnTo>
                  <a:lnTo>
                    <a:pt x="3921756" y="1517018"/>
                  </a:lnTo>
                  <a:lnTo>
                    <a:pt x="3935140" y="1534654"/>
                  </a:lnTo>
                  <a:lnTo>
                    <a:pt x="3948525" y="1552447"/>
                  </a:lnTo>
                  <a:lnTo>
                    <a:pt x="3961910" y="1570361"/>
                  </a:lnTo>
                  <a:lnTo>
                    <a:pt x="3975295" y="1588381"/>
                  </a:lnTo>
                  <a:lnTo>
                    <a:pt x="3988680" y="1606514"/>
                  </a:lnTo>
                  <a:lnTo>
                    <a:pt x="4002065" y="1624683"/>
                  </a:lnTo>
                  <a:lnTo>
                    <a:pt x="4015449" y="1642873"/>
                  </a:lnTo>
                  <a:lnTo>
                    <a:pt x="4028834" y="1661061"/>
                  </a:lnTo>
                  <a:lnTo>
                    <a:pt x="4042219" y="1679192"/>
                  </a:lnTo>
                  <a:lnTo>
                    <a:pt x="4055604" y="1697251"/>
                  </a:lnTo>
                  <a:lnTo>
                    <a:pt x="4068989" y="1715220"/>
                  </a:lnTo>
                  <a:lnTo>
                    <a:pt x="4082374" y="1733049"/>
                  </a:lnTo>
                  <a:lnTo>
                    <a:pt x="4095758" y="1750680"/>
                  </a:lnTo>
                  <a:lnTo>
                    <a:pt x="4109143" y="1768136"/>
                  </a:lnTo>
                  <a:lnTo>
                    <a:pt x="4122528" y="1785403"/>
                  </a:lnTo>
                  <a:lnTo>
                    <a:pt x="4135913" y="1802379"/>
                  </a:lnTo>
                  <a:lnTo>
                    <a:pt x="4149298" y="1819065"/>
                  </a:lnTo>
                  <a:lnTo>
                    <a:pt x="4162683" y="1835495"/>
                  </a:lnTo>
                  <a:lnTo>
                    <a:pt x="4176067" y="1851658"/>
                  </a:lnTo>
                  <a:lnTo>
                    <a:pt x="4189452" y="1867394"/>
                  </a:lnTo>
                  <a:lnTo>
                    <a:pt x="4202837" y="1882807"/>
                  </a:lnTo>
                  <a:lnTo>
                    <a:pt x="4216222" y="1897912"/>
                  </a:lnTo>
                  <a:lnTo>
                    <a:pt x="4229607" y="1912685"/>
                  </a:lnTo>
                  <a:lnTo>
                    <a:pt x="4242992" y="1926972"/>
                  </a:lnTo>
                  <a:lnTo>
                    <a:pt x="4256376" y="1940934"/>
                  </a:lnTo>
                  <a:lnTo>
                    <a:pt x="4269761" y="1954571"/>
                  </a:lnTo>
                  <a:lnTo>
                    <a:pt x="4283146" y="1967824"/>
                  </a:lnTo>
                  <a:lnTo>
                    <a:pt x="4296531" y="1980635"/>
                  </a:lnTo>
                  <a:lnTo>
                    <a:pt x="4309916" y="1993132"/>
                  </a:lnTo>
                  <a:lnTo>
                    <a:pt x="4323301" y="2005322"/>
                  </a:lnTo>
                  <a:lnTo>
                    <a:pt x="4336685" y="2017119"/>
                  </a:lnTo>
                  <a:lnTo>
                    <a:pt x="4350070" y="2028561"/>
                  </a:lnTo>
                  <a:lnTo>
                    <a:pt x="4363455" y="2039731"/>
                  </a:lnTo>
                  <a:lnTo>
                    <a:pt x="4376840" y="2050637"/>
                  </a:lnTo>
                  <a:lnTo>
                    <a:pt x="4390225" y="2061193"/>
                  </a:lnTo>
                  <a:lnTo>
                    <a:pt x="4403610" y="2071497"/>
                  </a:lnTo>
                  <a:lnTo>
                    <a:pt x="4416994" y="2081592"/>
                  </a:lnTo>
                  <a:lnTo>
                    <a:pt x="4430379" y="2091488"/>
                  </a:lnTo>
                  <a:lnTo>
                    <a:pt x="4443764" y="2101115"/>
                  </a:lnTo>
                  <a:lnTo>
                    <a:pt x="4457149" y="2110593"/>
                  </a:lnTo>
                  <a:lnTo>
                    <a:pt x="4470534" y="2119936"/>
                  </a:lnTo>
                  <a:lnTo>
                    <a:pt x="4483919" y="2129141"/>
                  </a:lnTo>
                  <a:lnTo>
                    <a:pt x="4497303" y="2138209"/>
                  </a:lnTo>
                  <a:lnTo>
                    <a:pt x="4510688" y="2147202"/>
                  </a:lnTo>
                  <a:lnTo>
                    <a:pt x="4524073" y="2156131"/>
                  </a:lnTo>
                  <a:lnTo>
                    <a:pt x="4537458" y="2164999"/>
                  </a:lnTo>
                  <a:lnTo>
                    <a:pt x="4550843" y="2173834"/>
                  </a:lnTo>
                  <a:lnTo>
                    <a:pt x="4564228" y="2182658"/>
                  </a:lnTo>
                  <a:lnTo>
                    <a:pt x="4577612" y="2191480"/>
                  </a:lnTo>
                  <a:lnTo>
                    <a:pt x="4590997" y="2200318"/>
                  </a:lnTo>
                  <a:lnTo>
                    <a:pt x="4604382" y="2209189"/>
                  </a:lnTo>
                  <a:lnTo>
                    <a:pt x="4617767" y="2218096"/>
                  </a:lnTo>
                  <a:lnTo>
                    <a:pt x="4631152" y="2227044"/>
                  </a:lnTo>
                  <a:lnTo>
                    <a:pt x="4644537" y="2236068"/>
                  </a:lnTo>
                  <a:lnTo>
                    <a:pt x="4657921" y="2245155"/>
                  </a:lnTo>
                  <a:lnTo>
                    <a:pt x="4671306" y="2254303"/>
                  </a:lnTo>
                  <a:lnTo>
                    <a:pt x="4684691" y="2263518"/>
                  </a:lnTo>
                  <a:lnTo>
                    <a:pt x="4698076" y="2272830"/>
                  </a:lnTo>
                  <a:lnTo>
                    <a:pt x="4711461" y="2282207"/>
                  </a:lnTo>
                  <a:lnTo>
                    <a:pt x="4724846" y="2291647"/>
                  </a:lnTo>
                  <a:lnTo>
                    <a:pt x="4738230" y="2301160"/>
                  </a:lnTo>
                  <a:lnTo>
                    <a:pt x="4751615" y="2310749"/>
                  </a:lnTo>
                  <a:lnTo>
                    <a:pt x="4765000" y="2320387"/>
                  </a:lnTo>
                  <a:lnTo>
                    <a:pt x="4778385" y="2330070"/>
                  </a:lnTo>
                  <a:lnTo>
                    <a:pt x="4791770" y="2339803"/>
                  </a:lnTo>
                  <a:lnTo>
                    <a:pt x="4805155" y="2349567"/>
                  </a:lnTo>
                  <a:lnTo>
                    <a:pt x="4818539" y="2359348"/>
                  </a:lnTo>
                  <a:lnTo>
                    <a:pt x="4831924" y="2369140"/>
                  </a:lnTo>
                  <a:lnTo>
                    <a:pt x="4845309" y="2378930"/>
                  </a:lnTo>
                  <a:lnTo>
                    <a:pt x="4858694" y="2388701"/>
                  </a:lnTo>
                  <a:lnTo>
                    <a:pt x="4872079" y="2398446"/>
                  </a:lnTo>
                  <a:lnTo>
                    <a:pt x="4885464" y="2408157"/>
                  </a:lnTo>
                  <a:lnTo>
                    <a:pt x="4898848" y="2417793"/>
                  </a:lnTo>
                  <a:lnTo>
                    <a:pt x="4912233" y="2427364"/>
                  </a:lnTo>
                  <a:lnTo>
                    <a:pt x="4925618" y="2436863"/>
                  </a:lnTo>
                  <a:lnTo>
                    <a:pt x="4939003" y="2446269"/>
                  </a:lnTo>
                  <a:lnTo>
                    <a:pt x="4952388" y="2455539"/>
                  </a:lnTo>
                  <a:lnTo>
                    <a:pt x="4965773" y="2464699"/>
                  </a:lnTo>
                  <a:lnTo>
                    <a:pt x="4979157" y="2473744"/>
                  </a:lnTo>
                  <a:lnTo>
                    <a:pt x="4992542" y="2482631"/>
                  </a:lnTo>
                  <a:lnTo>
                    <a:pt x="5005927" y="2491339"/>
                  </a:lnTo>
                  <a:lnTo>
                    <a:pt x="5019312" y="2499901"/>
                  </a:lnTo>
                  <a:lnTo>
                    <a:pt x="5032697" y="2508313"/>
                  </a:lnTo>
                  <a:lnTo>
                    <a:pt x="5046082" y="2516503"/>
                  </a:lnTo>
                  <a:lnTo>
                    <a:pt x="5059466" y="2524498"/>
                  </a:lnTo>
                  <a:lnTo>
                    <a:pt x="5072851" y="2532320"/>
                  </a:lnTo>
                  <a:lnTo>
                    <a:pt x="5086236" y="2539967"/>
                  </a:lnTo>
                  <a:lnTo>
                    <a:pt x="5099621" y="2547341"/>
                  </a:lnTo>
                  <a:lnTo>
                    <a:pt x="5113006" y="2554523"/>
                  </a:lnTo>
                  <a:lnTo>
                    <a:pt x="5126391" y="2561520"/>
                  </a:lnTo>
                  <a:lnTo>
                    <a:pt x="5139775" y="2568315"/>
                  </a:lnTo>
                  <a:lnTo>
                    <a:pt x="5153160" y="2574832"/>
                  </a:lnTo>
                  <a:lnTo>
                    <a:pt x="5166545" y="2581163"/>
                  </a:lnTo>
                  <a:lnTo>
                    <a:pt x="5179930" y="2587308"/>
                  </a:lnTo>
                  <a:lnTo>
                    <a:pt x="5193315" y="2593229"/>
                  </a:lnTo>
                  <a:lnTo>
                    <a:pt x="5206700" y="2598905"/>
                  </a:lnTo>
                  <a:lnTo>
                    <a:pt x="5220084" y="2604402"/>
                  </a:lnTo>
                  <a:lnTo>
                    <a:pt x="5233469" y="2609724"/>
                  </a:lnTo>
                  <a:lnTo>
                    <a:pt x="5246854" y="2614815"/>
                  </a:lnTo>
                  <a:lnTo>
                    <a:pt x="5260239" y="2619704"/>
                  </a:lnTo>
                  <a:lnTo>
                    <a:pt x="5273624" y="2624432"/>
                  </a:lnTo>
                  <a:lnTo>
                    <a:pt x="5287009" y="2629002"/>
                  </a:lnTo>
                  <a:lnTo>
                    <a:pt x="5300393" y="2633351"/>
                  </a:lnTo>
                  <a:lnTo>
                    <a:pt x="5313778" y="2637544"/>
                  </a:lnTo>
                  <a:lnTo>
                    <a:pt x="5327163" y="2641599"/>
                  </a:lnTo>
                  <a:lnTo>
                    <a:pt x="5340548" y="2645517"/>
                  </a:lnTo>
                  <a:lnTo>
                    <a:pt x="5353933" y="2649243"/>
                  </a:lnTo>
                  <a:lnTo>
                    <a:pt x="5367318" y="2652853"/>
                  </a:lnTo>
                  <a:lnTo>
                    <a:pt x="5380702" y="2656351"/>
                  </a:lnTo>
                  <a:lnTo>
                    <a:pt x="5394087" y="2659726"/>
                  </a:lnTo>
                  <a:lnTo>
                    <a:pt x="5407472" y="2662963"/>
                  </a:lnTo>
                  <a:lnTo>
                    <a:pt x="5420857" y="2666110"/>
                  </a:lnTo>
                  <a:lnTo>
                    <a:pt x="5434242" y="2669170"/>
                  </a:lnTo>
                  <a:lnTo>
                    <a:pt x="5447627" y="2672128"/>
                  </a:lnTo>
                  <a:lnTo>
                    <a:pt x="5461011" y="2674994"/>
                  </a:lnTo>
                  <a:lnTo>
                    <a:pt x="5474396" y="2677793"/>
                  </a:lnTo>
                  <a:lnTo>
                    <a:pt x="5487781" y="2680528"/>
                  </a:lnTo>
                  <a:lnTo>
                    <a:pt x="5501166" y="2683184"/>
                  </a:lnTo>
                  <a:lnTo>
                    <a:pt x="5514551" y="2685781"/>
                  </a:lnTo>
                  <a:lnTo>
                    <a:pt x="5527936" y="2688332"/>
                  </a:lnTo>
                  <a:lnTo>
                    <a:pt x="5541320" y="2690838"/>
                  </a:lnTo>
                  <a:lnTo>
                    <a:pt x="5554705" y="2693285"/>
                  </a:lnTo>
                  <a:lnTo>
                    <a:pt x="5568090" y="2695696"/>
                  </a:lnTo>
                  <a:lnTo>
                    <a:pt x="5581475" y="2698076"/>
                  </a:lnTo>
                  <a:lnTo>
                    <a:pt x="5594860" y="2700422"/>
                  </a:lnTo>
                  <a:lnTo>
                    <a:pt x="5608245" y="2702730"/>
                  </a:lnTo>
                  <a:lnTo>
                    <a:pt x="5621629" y="2705013"/>
                  </a:lnTo>
                  <a:lnTo>
                    <a:pt x="5635014" y="2707274"/>
                  </a:lnTo>
                  <a:lnTo>
                    <a:pt x="5648399" y="2709508"/>
                  </a:lnTo>
                  <a:lnTo>
                    <a:pt x="5661784" y="2711714"/>
                  </a:lnTo>
                  <a:lnTo>
                    <a:pt x="5675169" y="2713902"/>
                  </a:lnTo>
                  <a:lnTo>
                    <a:pt x="5688554" y="2716069"/>
                  </a:lnTo>
                  <a:lnTo>
                    <a:pt x="5701938" y="2718211"/>
                  </a:lnTo>
                  <a:lnTo>
                    <a:pt x="5715323" y="2720330"/>
                  </a:lnTo>
                  <a:lnTo>
                    <a:pt x="5728708" y="2722429"/>
                  </a:lnTo>
                  <a:lnTo>
                    <a:pt x="5742093" y="2724508"/>
                  </a:lnTo>
                  <a:lnTo>
                    <a:pt x="5755478" y="2726556"/>
                  </a:lnTo>
                  <a:lnTo>
                    <a:pt x="5768863" y="2728580"/>
                  </a:lnTo>
                  <a:lnTo>
                    <a:pt x="5782247" y="2730580"/>
                  </a:lnTo>
                  <a:lnTo>
                    <a:pt x="5795632" y="2732556"/>
                  </a:lnTo>
                  <a:lnTo>
                    <a:pt x="5809017" y="2734492"/>
                  </a:lnTo>
                  <a:lnTo>
                    <a:pt x="5822402" y="2736400"/>
                  </a:lnTo>
                  <a:lnTo>
                    <a:pt x="5835787" y="2738279"/>
                  </a:lnTo>
                  <a:lnTo>
                    <a:pt x="5849172" y="2740123"/>
                  </a:lnTo>
                  <a:lnTo>
                    <a:pt x="5862556" y="2741923"/>
                  </a:lnTo>
                  <a:lnTo>
                    <a:pt x="5875941" y="2743688"/>
                  </a:lnTo>
                  <a:lnTo>
                    <a:pt x="5889326" y="2745419"/>
                  </a:lnTo>
                  <a:lnTo>
                    <a:pt x="5902711" y="2747103"/>
                  </a:lnTo>
                  <a:lnTo>
                    <a:pt x="5916096" y="2748738"/>
                  </a:lnTo>
                  <a:lnTo>
                    <a:pt x="5929481" y="2750334"/>
                  </a:lnTo>
                  <a:lnTo>
                    <a:pt x="5942865" y="2751890"/>
                  </a:lnTo>
                  <a:lnTo>
                    <a:pt x="5956250" y="2753387"/>
                  </a:lnTo>
                  <a:lnTo>
                    <a:pt x="5969635" y="2754835"/>
                  </a:lnTo>
                  <a:lnTo>
                    <a:pt x="5983020" y="2756240"/>
                  </a:lnTo>
                  <a:lnTo>
                    <a:pt x="5996405" y="2757602"/>
                  </a:lnTo>
                  <a:lnTo>
                    <a:pt x="6009790" y="2758895"/>
                  </a:lnTo>
                  <a:lnTo>
                    <a:pt x="6023174" y="2760142"/>
                  </a:lnTo>
                  <a:lnTo>
                    <a:pt x="6036559" y="2761345"/>
                  </a:lnTo>
                  <a:lnTo>
                    <a:pt x="6049944" y="2762498"/>
                  </a:lnTo>
                  <a:lnTo>
                    <a:pt x="6063329" y="2763585"/>
                  </a:lnTo>
                  <a:lnTo>
                    <a:pt x="6076714" y="2764628"/>
                  </a:lnTo>
                  <a:lnTo>
                    <a:pt x="6090099" y="2765627"/>
                  </a:lnTo>
                  <a:lnTo>
                    <a:pt x="6103483" y="2766572"/>
                  </a:lnTo>
                  <a:lnTo>
                    <a:pt x="6116868" y="2767460"/>
                  </a:lnTo>
                  <a:lnTo>
                    <a:pt x="6130253" y="2768306"/>
                  </a:lnTo>
                  <a:lnTo>
                    <a:pt x="6143638" y="2769110"/>
                  </a:lnTo>
                  <a:lnTo>
                    <a:pt x="6157023" y="2769860"/>
                  </a:lnTo>
                  <a:lnTo>
                    <a:pt x="6170408" y="2770563"/>
                  </a:lnTo>
                  <a:lnTo>
                    <a:pt x="6183792" y="2771228"/>
                  </a:lnTo>
                  <a:lnTo>
                    <a:pt x="6197177" y="2771856"/>
                  </a:lnTo>
                  <a:lnTo>
                    <a:pt x="6210562" y="2772432"/>
                  </a:lnTo>
                  <a:lnTo>
                    <a:pt x="6223947" y="2772971"/>
                  </a:lnTo>
                  <a:lnTo>
                    <a:pt x="6237332" y="2773478"/>
                  </a:lnTo>
                  <a:lnTo>
                    <a:pt x="6250717" y="2773951"/>
                  </a:lnTo>
                  <a:lnTo>
                    <a:pt x="6264101" y="2774380"/>
                  </a:lnTo>
                  <a:lnTo>
                    <a:pt x="6277486" y="2774780"/>
                  </a:lnTo>
                  <a:lnTo>
                    <a:pt x="6290871" y="2775154"/>
                  </a:lnTo>
                  <a:lnTo>
                    <a:pt x="6304256" y="2775498"/>
                  </a:lnTo>
                  <a:lnTo>
                    <a:pt x="6317641" y="2775809"/>
                  </a:lnTo>
                  <a:lnTo>
                    <a:pt x="6331026" y="2776097"/>
                  </a:lnTo>
                  <a:lnTo>
                    <a:pt x="6344410" y="2776364"/>
                  </a:lnTo>
                  <a:lnTo>
                    <a:pt x="6357795" y="2776605"/>
                  </a:lnTo>
                  <a:lnTo>
                    <a:pt x="6371180" y="2776824"/>
                  </a:lnTo>
                  <a:lnTo>
                    <a:pt x="6384565" y="2777025"/>
                  </a:lnTo>
                  <a:lnTo>
                    <a:pt x="6397950" y="2777210"/>
                  </a:lnTo>
                  <a:lnTo>
                    <a:pt x="6411335" y="2777373"/>
                  </a:lnTo>
                  <a:lnTo>
                    <a:pt x="6424719" y="2777522"/>
                  </a:lnTo>
                  <a:lnTo>
                    <a:pt x="6438104" y="2777658"/>
                  </a:lnTo>
                  <a:lnTo>
                    <a:pt x="6451489" y="2777782"/>
                  </a:lnTo>
                  <a:lnTo>
                    <a:pt x="6464874" y="2777889"/>
                  </a:lnTo>
                  <a:lnTo>
                    <a:pt x="6478259" y="2777987"/>
                  </a:lnTo>
                  <a:lnTo>
                    <a:pt x="6491644" y="2778076"/>
                  </a:lnTo>
                  <a:lnTo>
                    <a:pt x="6505028" y="2778155"/>
                  </a:lnTo>
                  <a:lnTo>
                    <a:pt x="6518413" y="2778224"/>
                  </a:lnTo>
                  <a:lnTo>
                    <a:pt x="6531798" y="2778287"/>
                  </a:lnTo>
                  <a:lnTo>
                    <a:pt x="6545183" y="2778343"/>
                  </a:lnTo>
                  <a:lnTo>
                    <a:pt x="6558568" y="2778392"/>
                  </a:lnTo>
                  <a:lnTo>
                    <a:pt x="6571953" y="2778435"/>
                  </a:lnTo>
                  <a:lnTo>
                    <a:pt x="6585337" y="2778474"/>
                  </a:lnTo>
                  <a:lnTo>
                    <a:pt x="6598722" y="2778508"/>
                  </a:lnTo>
                  <a:lnTo>
                    <a:pt x="6612107" y="2778538"/>
                  </a:lnTo>
                  <a:lnTo>
                    <a:pt x="6625492" y="2778564"/>
                  </a:lnTo>
                  <a:lnTo>
                    <a:pt x="6638877" y="2778587"/>
                  </a:lnTo>
                  <a:lnTo>
                    <a:pt x="6652262" y="2778608"/>
                  </a:lnTo>
                  <a:lnTo>
                    <a:pt x="6665646" y="2778625"/>
                  </a:lnTo>
                  <a:lnTo>
                    <a:pt x="6679031" y="2778640"/>
                  </a:lnTo>
                  <a:lnTo>
                    <a:pt x="6692416" y="2778653"/>
                  </a:lnTo>
                  <a:lnTo>
                    <a:pt x="6705801" y="2778665"/>
                  </a:lnTo>
                  <a:lnTo>
                    <a:pt x="6719186" y="2778675"/>
                  </a:lnTo>
                  <a:lnTo>
                    <a:pt x="6732571" y="2778683"/>
                  </a:lnTo>
                  <a:lnTo>
                    <a:pt x="6745955" y="2778691"/>
                  </a:lnTo>
                  <a:lnTo>
                    <a:pt x="6759340" y="2778697"/>
                  </a:lnTo>
                  <a:lnTo>
                    <a:pt x="6772725" y="2778703"/>
                  </a:lnTo>
                  <a:lnTo>
                    <a:pt x="6786110" y="2778707"/>
                  </a:lnTo>
                  <a:lnTo>
                    <a:pt x="6799495" y="2778712"/>
                  </a:lnTo>
                  <a:lnTo>
                    <a:pt x="6812880" y="2778715"/>
                  </a:lnTo>
                  <a:lnTo>
                    <a:pt x="6826264" y="2778718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29252" y="2768891"/>
              <a:ext cx="6839649" cy="2778720"/>
            </a:xfrm>
            <a:custGeom>
              <a:avLst/>
              <a:pathLst>
                <a:path w="6839649" h="2778720">
                  <a:moveTo>
                    <a:pt x="0" y="2597355"/>
                  </a:moveTo>
                  <a:lnTo>
                    <a:pt x="13384" y="2593323"/>
                  </a:lnTo>
                  <a:lnTo>
                    <a:pt x="26769" y="2589436"/>
                  </a:lnTo>
                  <a:lnTo>
                    <a:pt x="40154" y="2585741"/>
                  </a:lnTo>
                  <a:lnTo>
                    <a:pt x="53539" y="2582258"/>
                  </a:lnTo>
                  <a:lnTo>
                    <a:pt x="66924" y="2578940"/>
                  </a:lnTo>
                  <a:lnTo>
                    <a:pt x="80308" y="2575790"/>
                  </a:lnTo>
                  <a:lnTo>
                    <a:pt x="93693" y="2572871"/>
                  </a:lnTo>
                  <a:lnTo>
                    <a:pt x="107078" y="2570152"/>
                  </a:lnTo>
                  <a:lnTo>
                    <a:pt x="120463" y="2567600"/>
                  </a:lnTo>
                  <a:lnTo>
                    <a:pt x="133848" y="2565213"/>
                  </a:lnTo>
                  <a:lnTo>
                    <a:pt x="147233" y="2563061"/>
                  </a:lnTo>
                  <a:lnTo>
                    <a:pt x="160617" y="2561067"/>
                  </a:lnTo>
                  <a:lnTo>
                    <a:pt x="174002" y="2559213"/>
                  </a:lnTo>
                  <a:lnTo>
                    <a:pt x="187387" y="2557501"/>
                  </a:lnTo>
                  <a:lnTo>
                    <a:pt x="200772" y="2555964"/>
                  </a:lnTo>
                  <a:lnTo>
                    <a:pt x="214157" y="2554526"/>
                  </a:lnTo>
                  <a:lnTo>
                    <a:pt x="227542" y="2553175"/>
                  </a:lnTo>
                  <a:lnTo>
                    <a:pt x="240926" y="2551912"/>
                  </a:lnTo>
                  <a:lnTo>
                    <a:pt x="254311" y="2550714"/>
                  </a:lnTo>
                  <a:lnTo>
                    <a:pt x="267696" y="2549541"/>
                  </a:lnTo>
                  <a:lnTo>
                    <a:pt x="281081" y="2548380"/>
                  </a:lnTo>
                  <a:lnTo>
                    <a:pt x="294466" y="2547205"/>
                  </a:lnTo>
                  <a:lnTo>
                    <a:pt x="307851" y="2545975"/>
                  </a:lnTo>
                  <a:lnTo>
                    <a:pt x="321235" y="2544678"/>
                  </a:lnTo>
                  <a:lnTo>
                    <a:pt x="334620" y="2543300"/>
                  </a:lnTo>
                  <a:lnTo>
                    <a:pt x="348005" y="2541760"/>
                  </a:lnTo>
                  <a:lnTo>
                    <a:pt x="361390" y="2540055"/>
                  </a:lnTo>
                  <a:lnTo>
                    <a:pt x="374775" y="2538182"/>
                  </a:lnTo>
                  <a:lnTo>
                    <a:pt x="388160" y="2536126"/>
                  </a:lnTo>
                  <a:lnTo>
                    <a:pt x="401544" y="2533730"/>
                  </a:lnTo>
                  <a:lnTo>
                    <a:pt x="414929" y="2531082"/>
                  </a:lnTo>
                  <a:lnTo>
                    <a:pt x="428314" y="2528168"/>
                  </a:lnTo>
                  <a:lnTo>
                    <a:pt x="441699" y="2524930"/>
                  </a:lnTo>
                  <a:lnTo>
                    <a:pt x="455084" y="2521239"/>
                  </a:lnTo>
                  <a:lnTo>
                    <a:pt x="468469" y="2517207"/>
                  </a:lnTo>
                  <a:lnTo>
                    <a:pt x="481853" y="2512820"/>
                  </a:lnTo>
                  <a:lnTo>
                    <a:pt x="495238" y="2507965"/>
                  </a:lnTo>
                  <a:lnTo>
                    <a:pt x="508623" y="2502592"/>
                  </a:lnTo>
                  <a:lnTo>
                    <a:pt x="522008" y="2496807"/>
                  </a:lnTo>
                  <a:lnTo>
                    <a:pt x="535393" y="2490601"/>
                  </a:lnTo>
                  <a:lnTo>
                    <a:pt x="548778" y="2483793"/>
                  </a:lnTo>
                  <a:lnTo>
                    <a:pt x="562162" y="2476457"/>
                  </a:lnTo>
                  <a:lnTo>
                    <a:pt x="575547" y="2468665"/>
                  </a:lnTo>
                  <a:lnTo>
                    <a:pt x="588932" y="2460414"/>
                  </a:lnTo>
                  <a:lnTo>
                    <a:pt x="602317" y="2451459"/>
                  </a:lnTo>
                  <a:lnTo>
                    <a:pt x="615702" y="2442011"/>
                  </a:lnTo>
                  <a:lnTo>
                    <a:pt x="629087" y="2432096"/>
                  </a:lnTo>
                  <a:lnTo>
                    <a:pt x="642471" y="2421678"/>
                  </a:lnTo>
                  <a:lnTo>
                    <a:pt x="655856" y="2410572"/>
                  </a:lnTo>
                  <a:lnTo>
                    <a:pt x="669241" y="2399012"/>
                  </a:lnTo>
                  <a:lnTo>
                    <a:pt x="682626" y="2387001"/>
                  </a:lnTo>
                  <a:lnTo>
                    <a:pt x="696011" y="2374459"/>
                  </a:lnTo>
                  <a:lnTo>
                    <a:pt x="709396" y="2361336"/>
                  </a:lnTo>
                  <a:lnTo>
                    <a:pt x="722780" y="2347799"/>
                  </a:lnTo>
                  <a:lnTo>
                    <a:pt x="736165" y="2333858"/>
                  </a:lnTo>
                  <a:lnTo>
                    <a:pt x="749550" y="2319400"/>
                  </a:lnTo>
                  <a:lnTo>
                    <a:pt x="762935" y="2304490"/>
                  </a:lnTo>
                  <a:lnTo>
                    <a:pt x="776320" y="2289231"/>
                  </a:lnTo>
                  <a:lnTo>
                    <a:pt x="789705" y="2273633"/>
                  </a:lnTo>
                  <a:lnTo>
                    <a:pt x="803089" y="2257578"/>
                  </a:lnTo>
                  <a:lnTo>
                    <a:pt x="816474" y="2241204"/>
                  </a:lnTo>
                  <a:lnTo>
                    <a:pt x="829859" y="2224559"/>
                  </a:lnTo>
                  <a:lnTo>
                    <a:pt x="843244" y="2207650"/>
                  </a:lnTo>
                  <a:lnTo>
                    <a:pt x="856629" y="2190386"/>
                  </a:lnTo>
                  <a:lnTo>
                    <a:pt x="870014" y="2172921"/>
                  </a:lnTo>
                  <a:lnTo>
                    <a:pt x="883398" y="2155266"/>
                  </a:lnTo>
                  <a:lnTo>
                    <a:pt x="896783" y="2137414"/>
                  </a:lnTo>
                  <a:lnTo>
                    <a:pt x="910168" y="2119356"/>
                  </a:lnTo>
                  <a:lnTo>
                    <a:pt x="923553" y="2101176"/>
                  </a:lnTo>
                  <a:lnTo>
                    <a:pt x="936938" y="2082885"/>
                  </a:lnTo>
                  <a:lnTo>
                    <a:pt x="950323" y="2064475"/>
                  </a:lnTo>
                  <a:lnTo>
                    <a:pt x="963707" y="2045975"/>
                  </a:lnTo>
                  <a:lnTo>
                    <a:pt x="977092" y="2027419"/>
                  </a:lnTo>
                  <a:lnTo>
                    <a:pt x="990477" y="2008818"/>
                  </a:lnTo>
                  <a:lnTo>
                    <a:pt x="1003862" y="1990174"/>
                  </a:lnTo>
                  <a:lnTo>
                    <a:pt x="1017247" y="1971514"/>
                  </a:lnTo>
                  <a:lnTo>
                    <a:pt x="1030632" y="1952848"/>
                  </a:lnTo>
                  <a:lnTo>
                    <a:pt x="1044016" y="1934181"/>
                  </a:lnTo>
                  <a:lnTo>
                    <a:pt x="1057401" y="1915530"/>
                  </a:lnTo>
                  <a:lnTo>
                    <a:pt x="1070786" y="1896898"/>
                  </a:lnTo>
                  <a:lnTo>
                    <a:pt x="1084171" y="1878286"/>
                  </a:lnTo>
                  <a:lnTo>
                    <a:pt x="1097556" y="1859699"/>
                  </a:lnTo>
                  <a:lnTo>
                    <a:pt x="1110941" y="1841148"/>
                  </a:lnTo>
                  <a:lnTo>
                    <a:pt x="1124325" y="1822621"/>
                  </a:lnTo>
                  <a:lnTo>
                    <a:pt x="1137710" y="1804117"/>
                  </a:lnTo>
                  <a:lnTo>
                    <a:pt x="1151095" y="1785638"/>
                  </a:lnTo>
                  <a:lnTo>
                    <a:pt x="1164480" y="1767179"/>
                  </a:lnTo>
                  <a:lnTo>
                    <a:pt x="1177865" y="1748727"/>
                  </a:lnTo>
                  <a:lnTo>
                    <a:pt x="1191250" y="1730280"/>
                  </a:lnTo>
                  <a:lnTo>
                    <a:pt x="1204634" y="1711828"/>
                  </a:lnTo>
                  <a:lnTo>
                    <a:pt x="1218019" y="1693357"/>
                  </a:lnTo>
                  <a:lnTo>
                    <a:pt x="1231404" y="1674861"/>
                  </a:lnTo>
                  <a:lnTo>
                    <a:pt x="1244789" y="1656335"/>
                  </a:lnTo>
                  <a:lnTo>
                    <a:pt x="1258174" y="1637746"/>
                  </a:lnTo>
                  <a:lnTo>
                    <a:pt x="1271559" y="1619094"/>
                  </a:lnTo>
                  <a:lnTo>
                    <a:pt x="1284943" y="1600375"/>
                  </a:lnTo>
                  <a:lnTo>
                    <a:pt x="1298328" y="1581582"/>
                  </a:lnTo>
                  <a:lnTo>
                    <a:pt x="1311713" y="1562655"/>
                  </a:lnTo>
                  <a:lnTo>
                    <a:pt x="1325098" y="1543626"/>
                  </a:lnTo>
                  <a:lnTo>
                    <a:pt x="1338483" y="1524491"/>
                  </a:lnTo>
                  <a:lnTo>
                    <a:pt x="1351868" y="1505222"/>
                  </a:lnTo>
                  <a:lnTo>
                    <a:pt x="1365252" y="1485775"/>
                  </a:lnTo>
                  <a:lnTo>
                    <a:pt x="1378637" y="1466193"/>
                  </a:lnTo>
                  <a:lnTo>
                    <a:pt x="1392022" y="1446471"/>
                  </a:lnTo>
                  <a:lnTo>
                    <a:pt x="1405407" y="1426563"/>
                  </a:lnTo>
                  <a:lnTo>
                    <a:pt x="1418792" y="1406461"/>
                  </a:lnTo>
                  <a:lnTo>
                    <a:pt x="1432177" y="1386205"/>
                  </a:lnTo>
                  <a:lnTo>
                    <a:pt x="1445561" y="1365794"/>
                  </a:lnTo>
                  <a:lnTo>
                    <a:pt x="1458946" y="1345163"/>
                  </a:lnTo>
                  <a:lnTo>
                    <a:pt x="1472331" y="1324355"/>
                  </a:lnTo>
                  <a:lnTo>
                    <a:pt x="1485716" y="1303395"/>
                  </a:lnTo>
                  <a:lnTo>
                    <a:pt x="1499101" y="1282287"/>
                  </a:lnTo>
                  <a:lnTo>
                    <a:pt x="1512486" y="1260960"/>
                  </a:lnTo>
                  <a:lnTo>
                    <a:pt x="1525870" y="1239498"/>
                  </a:lnTo>
                  <a:lnTo>
                    <a:pt x="1539255" y="1217911"/>
                  </a:lnTo>
                  <a:lnTo>
                    <a:pt x="1552640" y="1196194"/>
                  </a:lnTo>
                  <a:lnTo>
                    <a:pt x="1566025" y="1174326"/>
                  </a:lnTo>
                  <a:lnTo>
                    <a:pt x="1579410" y="1152371"/>
                  </a:lnTo>
                  <a:lnTo>
                    <a:pt x="1592795" y="1130339"/>
                  </a:lnTo>
                  <a:lnTo>
                    <a:pt x="1606179" y="1108227"/>
                  </a:lnTo>
                  <a:lnTo>
                    <a:pt x="1619564" y="1086058"/>
                  </a:lnTo>
                  <a:lnTo>
                    <a:pt x="1632949" y="1063865"/>
                  </a:lnTo>
                  <a:lnTo>
                    <a:pt x="1646334" y="1041659"/>
                  </a:lnTo>
                  <a:lnTo>
                    <a:pt x="1659719" y="1019461"/>
                  </a:lnTo>
                  <a:lnTo>
                    <a:pt x="1673104" y="997301"/>
                  </a:lnTo>
                  <a:lnTo>
                    <a:pt x="1686488" y="975191"/>
                  </a:lnTo>
                  <a:lnTo>
                    <a:pt x="1699873" y="953141"/>
                  </a:lnTo>
                  <a:lnTo>
                    <a:pt x="1713258" y="931217"/>
                  </a:lnTo>
                  <a:lnTo>
                    <a:pt x="1726643" y="909414"/>
                  </a:lnTo>
                  <a:lnTo>
                    <a:pt x="1740028" y="887736"/>
                  </a:lnTo>
                  <a:lnTo>
                    <a:pt x="1753413" y="866200"/>
                  </a:lnTo>
                  <a:lnTo>
                    <a:pt x="1766797" y="844911"/>
                  </a:lnTo>
                  <a:lnTo>
                    <a:pt x="1780182" y="823806"/>
                  </a:lnTo>
                  <a:lnTo>
                    <a:pt x="1793567" y="802896"/>
                  </a:lnTo>
                  <a:lnTo>
                    <a:pt x="1806952" y="782228"/>
                  </a:lnTo>
                  <a:lnTo>
                    <a:pt x="1820337" y="761877"/>
                  </a:lnTo>
                  <a:lnTo>
                    <a:pt x="1833722" y="741769"/>
                  </a:lnTo>
                  <a:lnTo>
                    <a:pt x="1847106" y="721910"/>
                  </a:lnTo>
                  <a:lnTo>
                    <a:pt x="1860491" y="702391"/>
                  </a:lnTo>
                  <a:lnTo>
                    <a:pt x="1873876" y="683218"/>
                  </a:lnTo>
                  <a:lnTo>
                    <a:pt x="1887261" y="664328"/>
                  </a:lnTo>
                  <a:lnTo>
                    <a:pt x="1900646" y="645723"/>
                  </a:lnTo>
                  <a:lnTo>
                    <a:pt x="1914031" y="627535"/>
                  </a:lnTo>
                  <a:lnTo>
                    <a:pt x="1927415" y="609687"/>
                  </a:lnTo>
                  <a:lnTo>
                    <a:pt x="1940800" y="592137"/>
                  </a:lnTo>
                  <a:lnTo>
                    <a:pt x="1954185" y="574888"/>
                  </a:lnTo>
                  <a:lnTo>
                    <a:pt x="1967570" y="558105"/>
                  </a:lnTo>
                  <a:lnTo>
                    <a:pt x="1980955" y="541622"/>
                  </a:lnTo>
                  <a:lnTo>
                    <a:pt x="1994340" y="525434"/>
                  </a:lnTo>
                  <a:lnTo>
                    <a:pt x="2007724" y="509573"/>
                  </a:lnTo>
                  <a:lnTo>
                    <a:pt x="2021109" y="494124"/>
                  </a:lnTo>
                  <a:lnTo>
                    <a:pt x="2034494" y="478953"/>
                  </a:lnTo>
                  <a:lnTo>
                    <a:pt x="2047879" y="464054"/>
                  </a:lnTo>
                  <a:lnTo>
                    <a:pt x="2061264" y="449485"/>
                  </a:lnTo>
                  <a:lnTo>
                    <a:pt x="2074649" y="435250"/>
                  </a:lnTo>
                  <a:lnTo>
                    <a:pt x="2088033" y="421258"/>
                  </a:lnTo>
                  <a:lnTo>
                    <a:pt x="2101418" y="407503"/>
                  </a:lnTo>
                  <a:lnTo>
                    <a:pt x="2114803" y="394057"/>
                  </a:lnTo>
                  <a:lnTo>
                    <a:pt x="2128188" y="380862"/>
                  </a:lnTo>
                  <a:lnTo>
                    <a:pt x="2141573" y="367870"/>
                  </a:lnTo>
                  <a:lnTo>
                    <a:pt x="2154958" y="355073"/>
                  </a:lnTo>
                  <a:lnTo>
                    <a:pt x="2168342" y="342548"/>
                  </a:lnTo>
                  <a:lnTo>
                    <a:pt x="2181727" y="330202"/>
                  </a:lnTo>
                  <a:lnTo>
                    <a:pt x="2195112" y="318016"/>
                  </a:lnTo>
                  <a:lnTo>
                    <a:pt x="2208497" y="305994"/>
                  </a:lnTo>
                  <a:lnTo>
                    <a:pt x="2221882" y="294185"/>
                  </a:lnTo>
                  <a:lnTo>
                    <a:pt x="2235267" y="282509"/>
                  </a:lnTo>
                  <a:lnTo>
                    <a:pt x="2248651" y="270959"/>
                  </a:lnTo>
                  <a:lnTo>
                    <a:pt x="2262036" y="259554"/>
                  </a:lnTo>
                  <a:lnTo>
                    <a:pt x="2275421" y="248306"/>
                  </a:lnTo>
                  <a:lnTo>
                    <a:pt x="2288806" y="237167"/>
                  </a:lnTo>
                  <a:lnTo>
                    <a:pt x="2302191" y="226136"/>
                  </a:lnTo>
                  <a:lnTo>
                    <a:pt x="2315576" y="215243"/>
                  </a:lnTo>
                  <a:lnTo>
                    <a:pt x="2328960" y="204481"/>
                  </a:lnTo>
                  <a:lnTo>
                    <a:pt x="2342345" y="193824"/>
                  </a:lnTo>
                  <a:lnTo>
                    <a:pt x="2355730" y="183273"/>
                  </a:lnTo>
                  <a:lnTo>
                    <a:pt x="2369115" y="172880"/>
                  </a:lnTo>
                  <a:lnTo>
                    <a:pt x="2382500" y="162620"/>
                  </a:lnTo>
                  <a:lnTo>
                    <a:pt x="2395885" y="152482"/>
                  </a:lnTo>
                  <a:lnTo>
                    <a:pt x="2409269" y="142471"/>
                  </a:lnTo>
                  <a:lnTo>
                    <a:pt x="2422654" y="132678"/>
                  </a:lnTo>
                  <a:lnTo>
                    <a:pt x="2436039" y="123040"/>
                  </a:lnTo>
                  <a:lnTo>
                    <a:pt x="2449424" y="113565"/>
                  </a:lnTo>
                  <a:lnTo>
                    <a:pt x="2462809" y="104286"/>
                  </a:lnTo>
                  <a:lnTo>
                    <a:pt x="2476194" y="95287"/>
                  </a:lnTo>
                  <a:lnTo>
                    <a:pt x="2489578" y="86503"/>
                  </a:lnTo>
                  <a:lnTo>
                    <a:pt x="2502963" y="77947"/>
                  </a:lnTo>
                  <a:lnTo>
                    <a:pt x="2516348" y="69698"/>
                  </a:lnTo>
                  <a:lnTo>
                    <a:pt x="2529733" y="61809"/>
                  </a:lnTo>
                  <a:lnTo>
                    <a:pt x="2543118" y="54218"/>
                  </a:lnTo>
                  <a:lnTo>
                    <a:pt x="2556503" y="46939"/>
                  </a:lnTo>
                  <a:lnTo>
                    <a:pt x="2569887" y="40129"/>
                  </a:lnTo>
                  <a:lnTo>
                    <a:pt x="2583272" y="33764"/>
                  </a:lnTo>
                  <a:lnTo>
                    <a:pt x="2596657" y="27796"/>
                  </a:lnTo>
                  <a:lnTo>
                    <a:pt x="2610042" y="22243"/>
                  </a:lnTo>
                  <a:lnTo>
                    <a:pt x="2623427" y="17370"/>
                  </a:lnTo>
                  <a:lnTo>
                    <a:pt x="2636812" y="13013"/>
                  </a:lnTo>
                  <a:lnTo>
                    <a:pt x="2650196" y="9166"/>
                  </a:lnTo>
                  <a:lnTo>
                    <a:pt x="2663581" y="5887"/>
                  </a:lnTo>
                  <a:lnTo>
                    <a:pt x="2676966" y="3456"/>
                  </a:lnTo>
                  <a:lnTo>
                    <a:pt x="2690351" y="1631"/>
                  </a:lnTo>
                  <a:lnTo>
                    <a:pt x="2703736" y="428"/>
                  </a:lnTo>
                  <a:lnTo>
                    <a:pt x="2717121" y="0"/>
                  </a:lnTo>
                  <a:lnTo>
                    <a:pt x="2730505" y="503"/>
                  </a:lnTo>
                  <a:lnTo>
                    <a:pt x="2743890" y="1718"/>
                  </a:lnTo>
                  <a:lnTo>
                    <a:pt x="2757275" y="3657"/>
                  </a:lnTo>
                  <a:lnTo>
                    <a:pt x="2770660" y="6590"/>
                  </a:lnTo>
                  <a:lnTo>
                    <a:pt x="2784045" y="10486"/>
                  </a:lnTo>
                  <a:lnTo>
                    <a:pt x="2797430" y="15176"/>
                  </a:lnTo>
                  <a:lnTo>
                    <a:pt x="2810814" y="20672"/>
                  </a:lnTo>
                  <a:lnTo>
                    <a:pt x="2824199" y="27364"/>
                  </a:lnTo>
                  <a:lnTo>
                    <a:pt x="2837584" y="34989"/>
                  </a:lnTo>
                  <a:lnTo>
                    <a:pt x="2850969" y="43460"/>
                  </a:lnTo>
                  <a:lnTo>
                    <a:pt x="2864354" y="52794"/>
                  </a:lnTo>
                  <a:lnTo>
                    <a:pt x="2877739" y="63453"/>
                  </a:lnTo>
                  <a:lnTo>
                    <a:pt x="2891123" y="74966"/>
                  </a:lnTo>
                  <a:lnTo>
                    <a:pt x="2904508" y="87332"/>
                  </a:lnTo>
                  <a:lnTo>
                    <a:pt x="2917893" y="100666"/>
                  </a:lnTo>
                  <a:lnTo>
                    <a:pt x="2931278" y="115186"/>
                  </a:lnTo>
                  <a:lnTo>
                    <a:pt x="2944663" y="130524"/>
                  </a:lnTo>
                  <a:lnTo>
                    <a:pt x="2958048" y="146668"/>
                  </a:lnTo>
                  <a:lnTo>
                    <a:pt x="2971432" y="163813"/>
                  </a:lnTo>
                  <a:lnTo>
                    <a:pt x="2984817" y="181937"/>
                  </a:lnTo>
                  <a:lnTo>
                    <a:pt x="2998202" y="200787"/>
                  </a:lnTo>
                  <a:lnTo>
                    <a:pt x="3011587" y="220347"/>
                  </a:lnTo>
                  <a:lnTo>
                    <a:pt x="3024972" y="240843"/>
                  </a:lnTo>
                  <a:lnTo>
                    <a:pt x="3038357" y="262065"/>
                  </a:lnTo>
                  <a:lnTo>
                    <a:pt x="3051741" y="283874"/>
                  </a:lnTo>
                  <a:lnTo>
                    <a:pt x="3065126" y="306245"/>
                  </a:lnTo>
                  <a:lnTo>
                    <a:pt x="3078511" y="329385"/>
                  </a:lnTo>
                  <a:lnTo>
                    <a:pt x="3091896" y="352983"/>
                  </a:lnTo>
                  <a:lnTo>
                    <a:pt x="3105281" y="376989"/>
                  </a:lnTo>
                  <a:lnTo>
                    <a:pt x="3118666" y="401399"/>
                  </a:lnTo>
                  <a:lnTo>
                    <a:pt x="3132050" y="426257"/>
                  </a:lnTo>
                  <a:lnTo>
                    <a:pt x="3145435" y="451350"/>
                  </a:lnTo>
                  <a:lnTo>
                    <a:pt x="3158820" y="476649"/>
                  </a:lnTo>
                  <a:lnTo>
                    <a:pt x="3172205" y="502140"/>
                  </a:lnTo>
                  <a:lnTo>
                    <a:pt x="3185590" y="527745"/>
                  </a:lnTo>
                  <a:lnTo>
                    <a:pt x="3198975" y="553380"/>
                  </a:lnTo>
                  <a:lnTo>
                    <a:pt x="3212359" y="579013"/>
                  </a:lnTo>
                  <a:lnTo>
                    <a:pt x="3225744" y="604571"/>
                  </a:lnTo>
                  <a:lnTo>
                    <a:pt x="3239129" y="629979"/>
                  </a:lnTo>
                  <a:lnTo>
                    <a:pt x="3252514" y="655223"/>
                  </a:lnTo>
                  <a:lnTo>
                    <a:pt x="3265899" y="680275"/>
                  </a:lnTo>
                  <a:lnTo>
                    <a:pt x="3279284" y="704969"/>
                  </a:lnTo>
                  <a:lnTo>
                    <a:pt x="3292668" y="729337"/>
                  </a:lnTo>
                  <a:lnTo>
                    <a:pt x="3306053" y="753381"/>
                  </a:lnTo>
                  <a:lnTo>
                    <a:pt x="3319438" y="777071"/>
                  </a:lnTo>
                  <a:lnTo>
                    <a:pt x="3332823" y="800167"/>
                  </a:lnTo>
                  <a:lnTo>
                    <a:pt x="3346208" y="822844"/>
                  </a:lnTo>
                  <a:lnTo>
                    <a:pt x="3359593" y="845090"/>
                  </a:lnTo>
                  <a:lnTo>
                    <a:pt x="3372977" y="866820"/>
                  </a:lnTo>
                  <a:lnTo>
                    <a:pt x="3386362" y="887893"/>
                  </a:lnTo>
                  <a:lnTo>
                    <a:pt x="3399747" y="908490"/>
                  </a:lnTo>
                  <a:lnTo>
                    <a:pt x="3413132" y="928608"/>
                  </a:lnTo>
                  <a:lnTo>
                    <a:pt x="3426517" y="948109"/>
                  </a:lnTo>
                  <a:lnTo>
                    <a:pt x="3439902" y="966998"/>
                  </a:lnTo>
                  <a:lnTo>
                    <a:pt x="3453286" y="985418"/>
                  </a:lnTo>
                  <a:lnTo>
                    <a:pt x="3466671" y="1003374"/>
                  </a:lnTo>
                  <a:lnTo>
                    <a:pt x="3480056" y="1020698"/>
                  </a:lnTo>
                  <a:lnTo>
                    <a:pt x="3493441" y="1037534"/>
                  </a:lnTo>
                  <a:lnTo>
                    <a:pt x="3506826" y="1053964"/>
                  </a:lnTo>
                  <a:lnTo>
                    <a:pt x="3520211" y="1070002"/>
                  </a:lnTo>
                  <a:lnTo>
                    <a:pt x="3533595" y="1085492"/>
                  </a:lnTo>
                  <a:lnTo>
                    <a:pt x="3546980" y="1100656"/>
                  </a:lnTo>
                  <a:lnTo>
                    <a:pt x="3560365" y="1115523"/>
                  </a:lnTo>
                  <a:lnTo>
                    <a:pt x="3573750" y="1130091"/>
                  </a:lnTo>
                  <a:lnTo>
                    <a:pt x="3587135" y="1144327"/>
                  </a:lnTo>
                  <a:lnTo>
                    <a:pt x="3600520" y="1158380"/>
                  </a:lnTo>
                  <a:lnTo>
                    <a:pt x="3613904" y="1172271"/>
                  </a:lnTo>
                  <a:lnTo>
                    <a:pt x="3627289" y="1186005"/>
                  </a:lnTo>
                  <a:lnTo>
                    <a:pt x="3640674" y="1199633"/>
                  </a:lnTo>
                  <a:lnTo>
                    <a:pt x="3654059" y="1213218"/>
                  </a:lnTo>
                  <a:lnTo>
                    <a:pt x="3667444" y="1226782"/>
                  </a:lnTo>
                  <a:lnTo>
                    <a:pt x="3680829" y="1240366"/>
                  </a:lnTo>
                  <a:lnTo>
                    <a:pt x="3694213" y="1254021"/>
                  </a:lnTo>
                  <a:lnTo>
                    <a:pt x="3707598" y="1267761"/>
                  </a:lnTo>
                  <a:lnTo>
                    <a:pt x="3720983" y="1281603"/>
                  </a:lnTo>
                  <a:lnTo>
                    <a:pt x="3734368" y="1295644"/>
                  </a:lnTo>
                  <a:lnTo>
                    <a:pt x="3747753" y="1309865"/>
                  </a:lnTo>
                  <a:lnTo>
                    <a:pt x="3761138" y="1324266"/>
                  </a:lnTo>
                  <a:lnTo>
                    <a:pt x="3774522" y="1338867"/>
                  </a:lnTo>
                  <a:lnTo>
                    <a:pt x="3787907" y="1353792"/>
                  </a:lnTo>
                  <a:lnTo>
                    <a:pt x="3801292" y="1368943"/>
                  </a:lnTo>
                  <a:lnTo>
                    <a:pt x="3814677" y="1384324"/>
                  </a:lnTo>
                  <a:lnTo>
                    <a:pt x="3828062" y="1399980"/>
                  </a:lnTo>
                  <a:lnTo>
                    <a:pt x="3841447" y="1415968"/>
                  </a:lnTo>
                  <a:lnTo>
                    <a:pt x="3854831" y="1432192"/>
                  </a:lnTo>
                  <a:lnTo>
                    <a:pt x="3868216" y="1448647"/>
                  </a:lnTo>
                  <a:lnTo>
                    <a:pt x="3881601" y="1465395"/>
                  </a:lnTo>
                  <a:lnTo>
                    <a:pt x="3894986" y="1482409"/>
                  </a:lnTo>
                  <a:lnTo>
                    <a:pt x="3908371" y="1499620"/>
                  </a:lnTo>
                  <a:lnTo>
                    <a:pt x="3921756" y="1517018"/>
                  </a:lnTo>
                  <a:lnTo>
                    <a:pt x="3935140" y="1534654"/>
                  </a:lnTo>
                  <a:lnTo>
                    <a:pt x="3948525" y="1552447"/>
                  </a:lnTo>
                  <a:lnTo>
                    <a:pt x="3961910" y="1570361"/>
                  </a:lnTo>
                  <a:lnTo>
                    <a:pt x="3975295" y="1588381"/>
                  </a:lnTo>
                  <a:lnTo>
                    <a:pt x="3988680" y="1606514"/>
                  </a:lnTo>
                  <a:lnTo>
                    <a:pt x="4002065" y="1624683"/>
                  </a:lnTo>
                  <a:lnTo>
                    <a:pt x="4015449" y="1642873"/>
                  </a:lnTo>
                  <a:lnTo>
                    <a:pt x="4028834" y="1661061"/>
                  </a:lnTo>
                  <a:lnTo>
                    <a:pt x="4042219" y="1679192"/>
                  </a:lnTo>
                  <a:lnTo>
                    <a:pt x="4055604" y="1697251"/>
                  </a:lnTo>
                  <a:lnTo>
                    <a:pt x="4068989" y="1715220"/>
                  </a:lnTo>
                  <a:lnTo>
                    <a:pt x="4082374" y="1733049"/>
                  </a:lnTo>
                  <a:lnTo>
                    <a:pt x="4095758" y="1750680"/>
                  </a:lnTo>
                  <a:lnTo>
                    <a:pt x="4109143" y="1768136"/>
                  </a:lnTo>
                  <a:lnTo>
                    <a:pt x="4122528" y="1785403"/>
                  </a:lnTo>
                  <a:lnTo>
                    <a:pt x="4135913" y="1802379"/>
                  </a:lnTo>
                  <a:lnTo>
                    <a:pt x="4149298" y="1819065"/>
                  </a:lnTo>
                  <a:lnTo>
                    <a:pt x="4162683" y="1835495"/>
                  </a:lnTo>
                  <a:lnTo>
                    <a:pt x="4176067" y="1851658"/>
                  </a:lnTo>
                  <a:lnTo>
                    <a:pt x="4189452" y="1867394"/>
                  </a:lnTo>
                  <a:lnTo>
                    <a:pt x="4202837" y="1882807"/>
                  </a:lnTo>
                  <a:lnTo>
                    <a:pt x="4216222" y="1897912"/>
                  </a:lnTo>
                  <a:lnTo>
                    <a:pt x="4229607" y="1912685"/>
                  </a:lnTo>
                  <a:lnTo>
                    <a:pt x="4242992" y="1926972"/>
                  </a:lnTo>
                  <a:lnTo>
                    <a:pt x="4256376" y="1940934"/>
                  </a:lnTo>
                  <a:lnTo>
                    <a:pt x="4269761" y="1954571"/>
                  </a:lnTo>
                  <a:lnTo>
                    <a:pt x="4283146" y="1967824"/>
                  </a:lnTo>
                  <a:lnTo>
                    <a:pt x="4296531" y="1980635"/>
                  </a:lnTo>
                  <a:lnTo>
                    <a:pt x="4309916" y="1993132"/>
                  </a:lnTo>
                  <a:lnTo>
                    <a:pt x="4323301" y="2005322"/>
                  </a:lnTo>
                  <a:lnTo>
                    <a:pt x="4336685" y="2017119"/>
                  </a:lnTo>
                  <a:lnTo>
                    <a:pt x="4350070" y="2028561"/>
                  </a:lnTo>
                  <a:lnTo>
                    <a:pt x="4363455" y="2039731"/>
                  </a:lnTo>
                  <a:lnTo>
                    <a:pt x="4376840" y="2050637"/>
                  </a:lnTo>
                  <a:lnTo>
                    <a:pt x="4390225" y="2061193"/>
                  </a:lnTo>
                  <a:lnTo>
                    <a:pt x="4403610" y="2071497"/>
                  </a:lnTo>
                  <a:lnTo>
                    <a:pt x="4416994" y="2081592"/>
                  </a:lnTo>
                  <a:lnTo>
                    <a:pt x="4430379" y="2091488"/>
                  </a:lnTo>
                  <a:lnTo>
                    <a:pt x="4443764" y="2101115"/>
                  </a:lnTo>
                  <a:lnTo>
                    <a:pt x="4457149" y="2110593"/>
                  </a:lnTo>
                  <a:lnTo>
                    <a:pt x="4470534" y="2119936"/>
                  </a:lnTo>
                  <a:lnTo>
                    <a:pt x="4483919" y="2129141"/>
                  </a:lnTo>
                  <a:lnTo>
                    <a:pt x="4497303" y="2138209"/>
                  </a:lnTo>
                  <a:lnTo>
                    <a:pt x="4510688" y="2147202"/>
                  </a:lnTo>
                  <a:lnTo>
                    <a:pt x="4524073" y="2156131"/>
                  </a:lnTo>
                  <a:lnTo>
                    <a:pt x="4537458" y="2164999"/>
                  </a:lnTo>
                  <a:lnTo>
                    <a:pt x="4550843" y="2173834"/>
                  </a:lnTo>
                  <a:lnTo>
                    <a:pt x="4564228" y="2182658"/>
                  </a:lnTo>
                  <a:lnTo>
                    <a:pt x="4577612" y="2191480"/>
                  </a:lnTo>
                  <a:lnTo>
                    <a:pt x="4590997" y="2200318"/>
                  </a:lnTo>
                  <a:lnTo>
                    <a:pt x="4604382" y="2209189"/>
                  </a:lnTo>
                  <a:lnTo>
                    <a:pt x="4617767" y="2218096"/>
                  </a:lnTo>
                  <a:lnTo>
                    <a:pt x="4631152" y="2227044"/>
                  </a:lnTo>
                  <a:lnTo>
                    <a:pt x="4644537" y="2236068"/>
                  </a:lnTo>
                  <a:lnTo>
                    <a:pt x="4657921" y="2245155"/>
                  </a:lnTo>
                  <a:lnTo>
                    <a:pt x="4671306" y="2254303"/>
                  </a:lnTo>
                  <a:lnTo>
                    <a:pt x="4684691" y="2263518"/>
                  </a:lnTo>
                  <a:lnTo>
                    <a:pt x="4698076" y="2272830"/>
                  </a:lnTo>
                  <a:lnTo>
                    <a:pt x="4711461" y="2282207"/>
                  </a:lnTo>
                  <a:lnTo>
                    <a:pt x="4724846" y="2291647"/>
                  </a:lnTo>
                  <a:lnTo>
                    <a:pt x="4738230" y="2301160"/>
                  </a:lnTo>
                  <a:lnTo>
                    <a:pt x="4751615" y="2310749"/>
                  </a:lnTo>
                  <a:lnTo>
                    <a:pt x="4765000" y="2320387"/>
                  </a:lnTo>
                  <a:lnTo>
                    <a:pt x="4778385" y="2330070"/>
                  </a:lnTo>
                  <a:lnTo>
                    <a:pt x="4791770" y="2339803"/>
                  </a:lnTo>
                  <a:lnTo>
                    <a:pt x="4805155" y="2349567"/>
                  </a:lnTo>
                  <a:lnTo>
                    <a:pt x="4818539" y="2359348"/>
                  </a:lnTo>
                  <a:lnTo>
                    <a:pt x="4831924" y="2369140"/>
                  </a:lnTo>
                  <a:lnTo>
                    <a:pt x="4845309" y="2378930"/>
                  </a:lnTo>
                  <a:lnTo>
                    <a:pt x="4858694" y="2388701"/>
                  </a:lnTo>
                  <a:lnTo>
                    <a:pt x="4872079" y="2398446"/>
                  </a:lnTo>
                  <a:lnTo>
                    <a:pt x="4885464" y="2408157"/>
                  </a:lnTo>
                  <a:lnTo>
                    <a:pt x="4898848" y="2417793"/>
                  </a:lnTo>
                  <a:lnTo>
                    <a:pt x="4912233" y="2427364"/>
                  </a:lnTo>
                  <a:lnTo>
                    <a:pt x="4925618" y="2436863"/>
                  </a:lnTo>
                  <a:lnTo>
                    <a:pt x="4939003" y="2446269"/>
                  </a:lnTo>
                  <a:lnTo>
                    <a:pt x="4952388" y="2455539"/>
                  </a:lnTo>
                  <a:lnTo>
                    <a:pt x="4965773" y="2464699"/>
                  </a:lnTo>
                  <a:lnTo>
                    <a:pt x="4979157" y="2473744"/>
                  </a:lnTo>
                  <a:lnTo>
                    <a:pt x="4992542" y="2482631"/>
                  </a:lnTo>
                  <a:lnTo>
                    <a:pt x="5005927" y="2491339"/>
                  </a:lnTo>
                  <a:lnTo>
                    <a:pt x="5019312" y="2499901"/>
                  </a:lnTo>
                  <a:lnTo>
                    <a:pt x="5032697" y="2508313"/>
                  </a:lnTo>
                  <a:lnTo>
                    <a:pt x="5046082" y="2516503"/>
                  </a:lnTo>
                  <a:lnTo>
                    <a:pt x="5059466" y="2524498"/>
                  </a:lnTo>
                  <a:lnTo>
                    <a:pt x="5072851" y="2532320"/>
                  </a:lnTo>
                  <a:lnTo>
                    <a:pt x="5086236" y="2539967"/>
                  </a:lnTo>
                  <a:lnTo>
                    <a:pt x="5099621" y="2547341"/>
                  </a:lnTo>
                  <a:lnTo>
                    <a:pt x="5113006" y="2554523"/>
                  </a:lnTo>
                  <a:lnTo>
                    <a:pt x="5126391" y="2561520"/>
                  </a:lnTo>
                  <a:lnTo>
                    <a:pt x="5139775" y="2568315"/>
                  </a:lnTo>
                  <a:lnTo>
                    <a:pt x="5153160" y="2574832"/>
                  </a:lnTo>
                  <a:lnTo>
                    <a:pt x="5166545" y="2581163"/>
                  </a:lnTo>
                  <a:lnTo>
                    <a:pt x="5179930" y="2587308"/>
                  </a:lnTo>
                  <a:lnTo>
                    <a:pt x="5193315" y="2593229"/>
                  </a:lnTo>
                  <a:lnTo>
                    <a:pt x="5206700" y="2598905"/>
                  </a:lnTo>
                  <a:lnTo>
                    <a:pt x="5220084" y="2604402"/>
                  </a:lnTo>
                  <a:lnTo>
                    <a:pt x="5233469" y="2609724"/>
                  </a:lnTo>
                  <a:lnTo>
                    <a:pt x="5246854" y="2614815"/>
                  </a:lnTo>
                  <a:lnTo>
                    <a:pt x="5260239" y="2619704"/>
                  </a:lnTo>
                  <a:lnTo>
                    <a:pt x="5273624" y="2624432"/>
                  </a:lnTo>
                  <a:lnTo>
                    <a:pt x="5287009" y="2629002"/>
                  </a:lnTo>
                  <a:lnTo>
                    <a:pt x="5300393" y="2633351"/>
                  </a:lnTo>
                  <a:lnTo>
                    <a:pt x="5313778" y="2637544"/>
                  </a:lnTo>
                  <a:lnTo>
                    <a:pt x="5327163" y="2641599"/>
                  </a:lnTo>
                  <a:lnTo>
                    <a:pt x="5340548" y="2645517"/>
                  </a:lnTo>
                  <a:lnTo>
                    <a:pt x="5353933" y="2649243"/>
                  </a:lnTo>
                  <a:lnTo>
                    <a:pt x="5367318" y="2652853"/>
                  </a:lnTo>
                  <a:lnTo>
                    <a:pt x="5380702" y="2656351"/>
                  </a:lnTo>
                  <a:lnTo>
                    <a:pt x="5394087" y="2659726"/>
                  </a:lnTo>
                  <a:lnTo>
                    <a:pt x="5407472" y="2662963"/>
                  </a:lnTo>
                  <a:lnTo>
                    <a:pt x="5420857" y="2666110"/>
                  </a:lnTo>
                  <a:lnTo>
                    <a:pt x="5434242" y="2669170"/>
                  </a:lnTo>
                  <a:lnTo>
                    <a:pt x="5447627" y="2672128"/>
                  </a:lnTo>
                  <a:lnTo>
                    <a:pt x="5461011" y="2674994"/>
                  </a:lnTo>
                  <a:lnTo>
                    <a:pt x="5474396" y="2677793"/>
                  </a:lnTo>
                  <a:lnTo>
                    <a:pt x="5487781" y="2680528"/>
                  </a:lnTo>
                  <a:lnTo>
                    <a:pt x="5501166" y="2683184"/>
                  </a:lnTo>
                  <a:lnTo>
                    <a:pt x="5514551" y="2685781"/>
                  </a:lnTo>
                  <a:lnTo>
                    <a:pt x="5527936" y="2688332"/>
                  </a:lnTo>
                  <a:lnTo>
                    <a:pt x="5541320" y="2690838"/>
                  </a:lnTo>
                  <a:lnTo>
                    <a:pt x="5554705" y="2693285"/>
                  </a:lnTo>
                  <a:lnTo>
                    <a:pt x="5568090" y="2695696"/>
                  </a:lnTo>
                  <a:lnTo>
                    <a:pt x="5581475" y="2698076"/>
                  </a:lnTo>
                  <a:lnTo>
                    <a:pt x="5594860" y="2700422"/>
                  </a:lnTo>
                  <a:lnTo>
                    <a:pt x="5608245" y="2702730"/>
                  </a:lnTo>
                  <a:lnTo>
                    <a:pt x="5621629" y="2705013"/>
                  </a:lnTo>
                  <a:lnTo>
                    <a:pt x="5635014" y="2707274"/>
                  </a:lnTo>
                  <a:lnTo>
                    <a:pt x="5648399" y="2709508"/>
                  </a:lnTo>
                  <a:lnTo>
                    <a:pt x="5661784" y="2711714"/>
                  </a:lnTo>
                  <a:lnTo>
                    <a:pt x="5675169" y="2713902"/>
                  </a:lnTo>
                  <a:lnTo>
                    <a:pt x="5688554" y="2716069"/>
                  </a:lnTo>
                  <a:lnTo>
                    <a:pt x="5701938" y="2718211"/>
                  </a:lnTo>
                  <a:lnTo>
                    <a:pt x="5715323" y="2720330"/>
                  </a:lnTo>
                  <a:lnTo>
                    <a:pt x="5728708" y="2722429"/>
                  </a:lnTo>
                  <a:lnTo>
                    <a:pt x="5742093" y="2724508"/>
                  </a:lnTo>
                  <a:lnTo>
                    <a:pt x="5755478" y="2726556"/>
                  </a:lnTo>
                  <a:lnTo>
                    <a:pt x="5768863" y="2728580"/>
                  </a:lnTo>
                  <a:lnTo>
                    <a:pt x="5782247" y="2730580"/>
                  </a:lnTo>
                  <a:lnTo>
                    <a:pt x="5795632" y="2732556"/>
                  </a:lnTo>
                  <a:lnTo>
                    <a:pt x="5809017" y="2734492"/>
                  </a:lnTo>
                  <a:lnTo>
                    <a:pt x="5822402" y="2736400"/>
                  </a:lnTo>
                  <a:lnTo>
                    <a:pt x="5835787" y="2738279"/>
                  </a:lnTo>
                  <a:lnTo>
                    <a:pt x="5849172" y="2740123"/>
                  </a:lnTo>
                  <a:lnTo>
                    <a:pt x="5862556" y="2741923"/>
                  </a:lnTo>
                  <a:lnTo>
                    <a:pt x="5875941" y="2743688"/>
                  </a:lnTo>
                  <a:lnTo>
                    <a:pt x="5889326" y="2745419"/>
                  </a:lnTo>
                  <a:lnTo>
                    <a:pt x="5902711" y="2747103"/>
                  </a:lnTo>
                  <a:lnTo>
                    <a:pt x="5916096" y="2748738"/>
                  </a:lnTo>
                  <a:lnTo>
                    <a:pt x="5929481" y="2750334"/>
                  </a:lnTo>
                  <a:lnTo>
                    <a:pt x="5942865" y="2751890"/>
                  </a:lnTo>
                  <a:lnTo>
                    <a:pt x="5956250" y="2753387"/>
                  </a:lnTo>
                  <a:lnTo>
                    <a:pt x="5969635" y="2754835"/>
                  </a:lnTo>
                  <a:lnTo>
                    <a:pt x="5983020" y="2756240"/>
                  </a:lnTo>
                  <a:lnTo>
                    <a:pt x="5996405" y="2757602"/>
                  </a:lnTo>
                  <a:lnTo>
                    <a:pt x="6009790" y="2758895"/>
                  </a:lnTo>
                  <a:lnTo>
                    <a:pt x="6023174" y="2760142"/>
                  </a:lnTo>
                  <a:lnTo>
                    <a:pt x="6036559" y="2761345"/>
                  </a:lnTo>
                  <a:lnTo>
                    <a:pt x="6049944" y="2762498"/>
                  </a:lnTo>
                  <a:lnTo>
                    <a:pt x="6063329" y="2763585"/>
                  </a:lnTo>
                  <a:lnTo>
                    <a:pt x="6076714" y="2764628"/>
                  </a:lnTo>
                  <a:lnTo>
                    <a:pt x="6090099" y="2765627"/>
                  </a:lnTo>
                  <a:lnTo>
                    <a:pt x="6103483" y="2766572"/>
                  </a:lnTo>
                  <a:lnTo>
                    <a:pt x="6116868" y="2767460"/>
                  </a:lnTo>
                  <a:lnTo>
                    <a:pt x="6130253" y="2768306"/>
                  </a:lnTo>
                  <a:lnTo>
                    <a:pt x="6143638" y="2769110"/>
                  </a:lnTo>
                  <a:lnTo>
                    <a:pt x="6157023" y="2769860"/>
                  </a:lnTo>
                  <a:lnTo>
                    <a:pt x="6170408" y="2770563"/>
                  </a:lnTo>
                  <a:lnTo>
                    <a:pt x="6183792" y="2771228"/>
                  </a:lnTo>
                  <a:lnTo>
                    <a:pt x="6197177" y="2771856"/>
                  </a:lnTo>
                  <a:lnTo>
                    <a:pt x="6210562" y="2772432"/>
                  </a:lnTo>
                  <a:lnTo>
                    <a:pt x="6223947" y="2772971"/>
                  </a:lnTo>
                  <a:lnTo>
                    <a:pt x="6237332" y="2773478"/>
                  </a:lnTo>
                  <a:lnTo>
                    <a:pt x="6250717" y="2773951"/>
                  </a:lnTo>
                  <a:lnTo>
                    <a:pt x="6264101" y="2774380"/>
                  </a:lnTo>
                  <a:lnTo>
                    <a:pt x="6277486" y="2774780"/>
                  </a:lnTo>
                  <a:lnTo>
                    <a:pt x="6290871" y="2775154"/>
                  </a:lnTo>
                  <a:lnTo>
                    <a:pt x="6304256" y="2775498"/>
                  </a:lnTo>
                  <a:lnTo>
                    <a:pt x="6317641" y="2775809"/>
                  </a:lnTo>
                  <a:lnTo>
                    <a:pt x="6331026" y="2776097"/>
                  </a:lnTo>
                  <a:lnTo>
                    <a:pt x="6344410" y="2776364"/>
                  </a:lnTo>
                  <a:lnTo>
                    <a:pt x="6357795" y="2776605"/>
                  </a:lnTo>
                  <a:lnTo>
                    <a:pt x="6371180" y="2776824"/>
                  </a:lnTo>
                  <a:lnTo>
                    <a:pt x="6384565" y="2777025"/>
                  </a:lnTo>
                  <a:lnTo>
                    <a:pt x="6397950" y="2777210"/>
                  </a:lnTo>
                  <a:lnTo>
                    <a:pt x="6411335" y="2777373"/>
                  </a:lnTo>
                  <a:lnTo>
                    <a:pt x="6424719" y="2777522"/>
                  </a:lnTo>
                  <a:lnTo>
                    <a:pt x="6438104" y="2777658"/>
                  </a:lnTo>
                  <a:lnTo>
                    <a:pt x="6451489" y="2777782"/>
                  </a:lnTo>
                  <a:lnTo>
                    <a:pt x="6464874" y="2777889"/>
                  </a:lnTo>
                  <a:lnTo>
                    <a:pt x="6478259" y="2777987"/>
                  </a:lnTo>
                  <a:lnTo>
                    <a:pt x="6491644" y="2778076"/>
                  </a:lnTo>
                  <a:lnTo>
                    <a:pt x="6505028" y="2778155"/>
                  </a:lnTo>
                  <a:lnTo>
                    <a:pt x="6518413" y="2778224"/>
                  </a:lnTo>
                  <a:lnTo>
                    <a:pt x="6531798" y="2778287"/>
                  </a:lnTo>
                  <a:lnTo>
                    <a:pt x="6545183" y="2778343"/>
                  </a:lnTo>
                  <a:lnTo>
                    <a:pt x="6558568" y="2778392"/>
                  </a:lnTo>
                  <a:lnTo>
                    <a:pt x="6571953" y="2778435"/>
                  </a:lnTo>
                  <a:lnTo>
                    <a:pt x="6585337" y="2778474"/>
                  </a:lnTo>
                  <a:lnTo>
                    <a:pt x="6598722" y="2778508"/>
                  </a:lnTo>
                  <a:lnTo>
                    <a:pt x="6612107" y="2778538"/>
                  </a:lnTo>
                  <a:lnTo>
                    <a:pt x="6625492" y="2778564"/>
                  </a:lnTo>
                  <a:lnTo>
                    <a:pt x="6638877" y="2778587"/>
                  </a:lnTo>
                  <a:lnTo>
                    <a:pt x="6652262" y="2778608"/>
                  </a:lnTo>
                  <a:lnTo>
                    <a:pt x="6665646" y="2778625"/>
                  </a:lnTo>
                  <a:lnTo>
                    <a:pt x="6679031" y="2778640"/>
                  </a:lnTo>
                  <a:lnTo>
                    <a:pt x="6692416" y="2778653"/>
                  </a:lnTo>
                  <a:lnTo>
                    <a:pt x="6705801" y="2778665"/>
                  </a:lnTo>
                  <a:lnTo>
                    <a:pt x="6719186" y="2778675"/>
                  </a:lnTo>
                  <a:lnTo>
                    <a:pt x="6732571" y="2778683"/>
                  </a:lnTo>
                  <a:lnTo>
                    <a:pt x="6745955" y="2778691"/>
                  </a:lnTo>
                  <a:lnTo>
                    <a:pt x="6759340" y="2778697"/>
                  </a:lnTo>
                  <a:lnTo>
                    <a:pt x="6772725" y="2778703"/>
                  </a:lnTo>
                  <a:lnTo>
                    <a:pt x="6786110" y="2778707"/>
                  </a:lnTo>
                  <a:lnTo>
                    <a:pt x="6799495" y="2778712"/>
                  </a:lnTo>
                  <a:lnTo>
                    <a:pt x="6812880" y="2778715"/>
                  </a:lnTo>
                  <a:lnTo>
                    <a:pt x="6826264" y="2778718"/>
                  </a:lnTo>
                  <a:lnTo>
                    <a:pt x="6839649" y="2778720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429252" y="3314889"/>
              <a:ext cx="6839649" cy="2232736"/>
            </a:xfrm>
            <a:custGeom>
              <a:avLst/>
              <a:pathLst>
                <a:path w="6839649" h="2232736">
                  <a:moveTo>
                    <a:pt x="0" y="2207994"/>
                  </a:moveTo>
                  <a:lnTo>
                    <a:pt x="13384" y="2206656"/>
                  </a:lnTo>
                  <a:lnTo>
                    <a:pt x="26769" y="2205273"/>
                  </a:lnTo>
                  <a:lnTo>
                    <a:pt x="40154" y="2203824"/>
                  </a:lnTo>
                  <a:lnTo>
                    <a:pt x="53539" y="2202337"/>
                  </a:lnTo>
                  <a:lnTo>
                    <a:pt x="66924" y="2200806"/>
                  </a:lnTo>
                  <a:lnTo>
                    <a:pt x="80308" y="2199208"/>
                  </a:lnTo>
                  <a:lnTo>
                    <a:pt x="93693" y="2197572"/>
                  </a:lnTo>
                  <a:lnTo>
                    <a:pt x="107078" y="2195892"/>
                  </a:lnTo>
                  <a:lnTo>
                    <a:pt x="120463" y="2194146"/>
                  </a:lnTo>
                  <a:lnTo>
                    <a:pt x="133848" y="2192362"/>
                  </a:lnTo>
                  <a:lnTo>
                    <a:pt x="147233" y="2190538"/>
                  </a:lnTo>
                  <a:lnTo>
                    <a:pt x="160617" y="2188647"/>
                  </a:lnTo>
                  <a:lnTo>
                    <a:pt x="174002" y="2186721"/>
                  </a:lnTo>
                  <a:lnTo>
                    <a:pt x="187387" y="2184757"/>
                  </a:lnTo>
                  <a:lnTo>
                    <a:pt x="200772" y="2182730"/>
                  </a:lnTo>
                  <a:lnTo>
                    <a:pt x="214157" y="2180670"/>
                  </a:lnTo>
                  <a:lnTo>
                    <a:pt x="227542" y="2178575"/>
                  </a:lnTo>
                  <a:lnTo>
                    <a:pt x="240926" y="2176422"/>
                  </a:lnTo>
                  <a:lnTo>
                    <a:pt x="254311" y="2174239"/>
                  </a:lnTo>
                  <a:lnTo>
                    <a:pt x="267696" y="2172026"/>
                  </a:lnTo>
                  <a:lnTo>
                    <a:pt x="281081" y="2169760"/>
                  </a:lnTo>
                  <a:lnTo>
                    <a:pt x="294466" y="2167468"/>
                  </a:lnTo>
                  <a:lnTo>
                    <a:pt x="307851" y="2165151"/>
                  </a:lnTo>
                  <a:lnTo>
                    <a:pt x="321235" y="2162789"/>
                  </a:lnTo>
                  <a:lnTo>
                    <a:pt x="334620" y="2160406"/>
                  </a:lnTo>
                  <a:lnTo>
                    <a:pt x="348005" y="2158001"/>
                  </a:lnTo>
                  <a:lnTo>
                    <a:pt x="361390" y="2155562"/>
                  </a:lnTo>
                  <a:lnTo>
                    <a:pt x="374775" y="2153106"/>
                  </a:lnTo>
                  <a:lnTo>
                    <a:pt x="388160" y="2150635"/>
                  </a:lnTo>
                  <a:lnTo>
                    <a:pt x="401544" y="2148138"/>
                  </a:lnTo>
                  <a:lnTo>
                    <a:pt x="414929" y="2145631"/>
                  </a:lnTo>
                  <a:lnTo>
                    <a:pt x="428314" y="2143113"/>
                  </a:lnTo>
                  <a:lnTo>
                    <a:pt x="441699" y="2140581"/>
                  </a:lnTo>
                  <a:lnTo>
                    <a:pt x="455084" y="2138044"/>
                  </a:lnTo>
                  <a:lnTo>
                    <a:pt x="468469" y="2135502"/>
                  </a:lnTo>
                  <a:lnTo>
                    <a:pt x="481853" y="2132957"/>
                  </a:lnTo>
                  <a:lnTo>
                    <a:pt x="495238" y="2130413"/>
                  </a:lnTo>
                  <a:lnTo>
                    <a:pt x="508623" y="2127869"/>
                  </a:lnTo>
                  <a:lnTo>
                    <a:pt x="522008" y="2125333"/>
                  </a:lnTo>
                  <a:lnTo>
                    <a:pt x="535393" y="2122803"/>
                  </a:lnTo>
                  <a:lnTo>
                    <a:pt x="548778" y="2120280"/>
                  </a:lnTo>
                  <a:lnTo>
                    <a:pt x="562162" y="2117773"/>
                  </a:lnTo>
                  <a:lnTo>
                    <a:pt x="575547" y="2115278"/>
                  </a:lnTo>
                  <a:lnTo>
                    <a:pt x="588932" y="2112795"/>
                  </a:lnTo>
                  <a:lnTo>
                    <a:pt x="602317" y="2110337"/>
                  </a:lnTo>
                  <a:lnTo>
                    <a:pt x="615702" y="2107895"/>
                  </a:lnTo>
                  <a:lnTo>
                    <a:pt x="629087" y="2105470"/>
                  </a:lnTo>
                  <a:lnTo>
                    <a:pt x="642471" y="2103076"/>
                  </a:lnTo>
                  <a:lnTo>
                    <a:pt x="655856" y="2100704"/>
                  </a:lnTo>
                  <a:lnTo>
                    <a:pt x="669241" y="2098351"/>
                  </a:lnTo>
                  <a:lnTo>
                    <a:pt x="682626" y="2096035"/>
                  </a:lnTo>
                  <a:lnTo>
                    <a:pt x="696011" y="2093743"/>
                  </a:lnTo>
                  <a:lnTo>
                    <a:pt x="709396" y="2091472"/>
                  </a:lnTo>
                  <a:lnTo>
                    <a:pt x="722780" y="2089241"/>
                  </a:lnTo>
                  <a:lnTo>
                    <a:pt x="736165" y="2087036"/>
                  </a:lnTo>
                  <a:lnTo>
                    <a:pt x="749550" y="2084853"/>
                  </a:lnTo>
                  <a:lnTo>
                    <a:pt x="762935" y="2082710"/>
                  </a:lnTo>
                  <a:lnTo>
                    <a:pt x="776320" y="2080593"/>
                  </a:lnTo>
                  <a:lnTo>
                    <a:pt x="789705" y="2078498"/>
                  </a:lnTo>
                  <a:lnTo>
                    <a:pt x="803089" y="2076440"/>
                  </a:lnTo>
                  <a:lnTo>
                    <a:pt x="816474" y="2074406"/>
                  </a:lnTo>
                  <a:lnTo>
                    <a:pt x="829859" y="2072391"/>
                  </a:lnTo>
                  <a:lnTo>
                    <a:pt x="843244" y="2070408"/>
                  </a:lnTo>
                  <a:lnTo>
                    <a:pt x="856629" y="2068444"/>
                  </a:lnTo>
                  <a:lnTo>
                    <a:pt x="870014" y="2066495"/>
                  </a:lnTo>
                  <a:lnTo>
                    <a:pt x="883398" y="2064570"/>
                  </a:lnTo>
                  <a:lnTo>
                    <a:pt x="896783" y="2062657"/>
                  </a:lnTo>
                  <a:lnTo>
                    <a:pt x="910168" y="2060753"/>
                  </a:lnTo>
                  <a:lnTo>
                    <a:pt x="923553" y="2058859"/>
                  </a:lnTo>
                  <a:lnTo>
                    <a:pt x="936938" y="2056969"/>
                  </a:lnTo>
                  <a:lnTo>
                    <a:pt x="950323" y="2055079"/>
                  </a:lnTo>
                  <a:lnTo>
                    <a:pt x="963707" y="2053185"/>
                  </a:lnTo>
                  <a:lnTo>
                    <a:pt x="977092" y="2051281"/>
                  </a:lnTo>
                  <a:lnTo>
                    <a:pt x="990477" y="2049367"/>
                  </a:lnTo>
                  <a:lnTo>
                    <a:pt x="1003862" y="2047431"/>
                  </a:lnTo>
                  <a:lnTo>
                    <a:pt x="1017247" y="2045468"/>
                  </a:lnTo>
                  <a:lnTo>
                    <a:pt x="1030632" y="2043484"/>
                  </a:lnTo>
                  <a:lnTo>
                    <a:pt x="1044016" y="2041454"/>
                  </a:lnTo>
                  <a:lnTo>
                    <a:pt x="1057401" y="2039380"/>
                  </a:lnTo>
                  <a:lnTo>
                    <a:pt x="1070786" y="2037270"/>
                  </a:lnTo>
                  <a:lnTo>
                    <a:pt x="1084171" y="2035090"/>
                  </a:lnTo>
                  <a:lnTo>
                    <a:pt x="1097556" y="2032844"/>
                  </a:lnTo>
                  <a:lnTo>
                    <a:pt x="1110941" y="2030544"/>
                  </a:lnTo>
                  <a:lnTo>
                    <a:pt x="1124325" y="2028149"/>
                  </a:lnTo>
                  <a:lnTo>
                    <a:pt x="1137710" y="2025661"/>
                  </a:lnTo>
                  <a:lnTo>
                    <a:pt x="1151095" y="2023103"/>
                  </a:lnTo>
                  <a:lnTo>
                    <a:pt x="1164480" y="2020419"/>
                  </a:lnTo>
                  <a:lnTo>
                    <a:pt x="1177865" y="2017617"/>
                  </a:lnTo>
                  <a:lnTo>
                    <a:pt x="1191250" y="2014723"/>
                  </a:lnTo>
                  <a:lnTo>
                    <a:pt x="1204634" y="2011674"/>
                  </a:lnTo>
                  <a:lnTo>
                    <a:pt x="1218019" y="2008476"/>
                  </a:lnTo>
                  <a:lnTo>
                    <a:pt x="1231404" y="2005167"/>
                  </a:lnTo>
                  <a:lnTo>
                    <a:pt x="1244789" y="2001672"/>
                  </a:lnTo>
                  <a:lnTo>
                    <a:pt x="1258174" y="1997996"/>
                  </a:lnTo>
                  <a:lnTo>
                    <a:pt x="1271559" y="1994188"/>
                  </a:lnTo>
                  <a:lnTo>
                    <a:pt x="1284943" y="1990164"/>
                  </a:lnTo>
                  <a:lnTo>
                    <a:pt x="1298328" y="1985927"/>
                  </a:lnTo>
                  <a:lnTo>
                    <a:pt x="1311713" y="1981536"/>
                  </a:lnTo>
                  <a:lnTo>
                    <a:pt x="1325098" y="1976901"/>
                  </a:lnTo>
                  <a:lnTo>
                    <a:pt x="1338483" y="1972020"/>
                  </a:lnTo>
                  <a:lnTo>
                    <a:pt x="1351868" y="1966965"/>
                  </a:lnTo>
                  <a:lnTo>
                    <a:pt x="1365252" y="1961639"/>
                  </a:lnTo>
                  <a:lnTo>
                    <a:pt x="1378637" y="1956036"/>
                  </a:lnTo>
                  <a:lnTo>
                    <a:pt x="1392022" y="1950240"/>
                  </a:lnTo>
                  <a:lnTo>
                    <a:pt x="1405407" y="1944149"/>
                  </a:lnTo>
                  <a:lnTo>
                    <a:pt x="1418792" y="1937753"/>
                  </a:lnTo>
                  <a:lnTo>
                    <a:pt x="1432177" y="1931147"/>
                  </a:lnTo>
                  <a:lnTo>
                    <a:pt x="1445561" y="1924226"/>
                  </a:lnTo>
                  <a:lnTo>
                    <a:pt x="1458946" y="1916974"/>
                  </a:lnTo>
                  <a:lnTo>
                    <a:pt x="1472331" y="1909498"/>
                  </a:lnTo>
                  <a:lnTo>
                    <a:pt x="1485716" y="1901693"/>
                  </a:lnTo>
                  <a:lnTo>
                    <a:pt x="1499101" y="1893535"/>
                  </a:lnTo>
                  <a:lnTo>
                    <a:pt x="1512486" y="1885144"/>
                  </a:lnTo>
                  <a:lnTo>
                    <a:pt x="1525870" y="1876414"/>
                  </a:lnTo>
                  <a:lnTo>
                    <a:pt x="1539255" y="1867316"/>
                  </a:lnTo>
                  <a:lnTo>
                    <a:pt x="1552640" y="1857978"/>
                  </a:lnTo>
                  <a:lnTo>
                    <a:pt x="1566025" y="1848299"/>
                  </a:lnTo>
                  <a:lnTo>
                    <a:pt x="1579410" y="1838242"/>
                  </a:lnTo>
                  <a:lnTo>
                    <a:pt x="1592795" y="1827943"/>
                  </a:lnTo>
                  <a:lnTo>
                    <a:pt x="1606179" y="1817306"/>
                  </a:lnTo>
                  <a:lnTo>
                    <a:pt x="1619564" y="1806289"/>
                  </a:lnTo>
                  <a:lnTo>
                    <a:pt x="1632949" y="1795033"/>
                  </a:lnTo>
                  <a:lnTo>
                    <a:pt x="1646334" y="1783449"/>
                  </a:lnTo>
                  <a:lnTo>
                    <a:pt x="1659719" y="1771490"/>
                  </a:lnTo>
                  <a:lnTo>
                    <a:pt x="1673104" y="1759299"/>
                  </a:lnTo>
                  <a:lnTo>
                    <a:pt x="1686488" y="1746797"/>
                  </a:lnTo>
                  <a:lnTo>
                    <a:pt x="1699873" y="1733932"/>
                  </a:lnTo>
                  <a:lnTo>
                    <a:pt x="1713258" y="1720848"/>
                  </a:lnTo>
                  <a:lnTo>
                    <a:pt x="1726643" y="1707474"/>
                  </a:lnTo>
                  <a:lnTo>
                    <a:pt x="1740028" y="1693757"/>
                  </a:lnTo>
                  <a:lnTo>
                    <a:pt x="1753413" y="1679836"/>
                  </a:lnTo>
                  <a:lnTo>
                    <a:pt x="1766797" y="1665652"/>
                  </a:lnTo>
                  <a:lnTo>
                    <a:pt x="1780182" y="1651151"/>
                  </a:lnTo>
                  <a:lnTo>
                    <a:pt x="1793567" y="1636467"/>
                  </a:lnTo>
                  <a:lnTo>
                    <a:pt x="1806952" y="1621549"/>
                  </a:lnTo>
                  <a:lnTo>
                    <a:pt x="1820337" y="1606346"/>
                  </a:lnTo>
                  <a:lnTo>
                    <a:pt x="1833722" y="1590982"/>
                  </a:lnTo>
                  <a:lnTo>
                    <a:pt x="1847106" y="1575417"/>
                  </a:lnTo>
                  <a:lnTo>
                    <a:pt x="1860491" y="1559603"/>
                  </a:lnTo>
                  <a:lnTo>
                    <a:pt x="1873876" y="1543653"/>
                  </a:lnTo>
                  <a:lnTo>
                    <a:pt x="1887261" y="1527534"/>
                  </a:lnTo>
                  <a:lnTo>
                    <a:pt x="1900646" y="1511206"/>
                  </a:lnTo>
                  <a:lnTo>
                    <a:pt x="1914031" y="1494767"/>
                  </a:lnTo>
                  <a:lnTo>
                    <a:pt x="1927415" y="1478192"/>
                  </a:lnTo>
                  <a:lnTo>
                    <a:pt x="1940800" y="1461449"/>
                  </a:lnTo>
                  <a:lnTo>
                    <a:pt x="1954185" y="1444618"/>
                  </a:lnTo>
                  <a:lnTo>
                    <a:pt x="1967570" y="1427685"/>
                  </a:lnTo>
                  <a:lnTo>
                    <a:pt x="1980955" y="1410623"/>
                  </a:lnTo>
                  <a:lnTo>
                    <a:pt x="1994340" y="1393497"/>
                  </a:lnTo>
                  <a:lnTo>
                    <a:pt x="2007724" y="1376298"/>
                  </a:lnTo>
                  <a:lnTo>
                    <a:pt x="2021109" y="1359009"/>
                  </a:lnTo>
                  <a:lnTo>
                    <a:pt x="2034494" y="1341677"/>
                  </a:lnTo>
                  <a:lnTo>
                    <a:pt x="2047879" y="1324298"/>
                  </a:lnTo>
                  <a:lnTo>
                    <a:pt x="2061264" y="1306864"/>
                  </a:lnTo>
                  <a:lnTo>
                    <a:pt x="2074649" y="1289407"/>
                  </a:lnTo>
                  <a:lnTo>
                    <a:pt x="2088033" y="1271925"/>
                  </a:lnTo>
                  <a:lnTo>
                    <a:pt x="2101418" y="1254419"/>
                  </a:lnTo>
                  <a:lnTo>
                    <a:pt x="2114803" y="1236907"/>
                  </a:lnTo>
                  <a:lnTo>
                    <a:pt x="2128188" y="1219387"/>
                  </a:lnTo>
                  <a:lnTo>
                    <a:pt x="2141573" y="1201871"/>
                  </a:lnTo>
                  <a:lnTo>
                    <a:pt x="2154958" y="1184361"/>
                  </a:lnTo>
                  <a:lnTo>
                    <a:pt x="2168342" y="1166860"/>
                  </a:lnTo>
                  <a:lnTo>
                    <a:pt x="2181727" y="1149383"/>
                  </a:lnTo>
                  <a:lnTo>
                    <a:pt x="2195112" y="1131924"/>
                  </a:lnTo>
                  <a:lnTo>
                    <a:pt x="2208497" y="1114484"/>
                  </a:lnTo>
                  <a:lnTo>
                    <a:pt x="2221882" y="1097088"/>
                  </a:lnTo>
                  <a:lnTo>
                    <a:pt x="2235267" y="1079718"/>
                  </a:lnTo>
                  <a:lnTo>
                    <a:pt x="2248651" y="1062377"/>
                  </a:lnTo>
                  <a:lnTo>
                    <a:pt x="2262036" y="1045094"/>
                  </a:lnTo>
                  <a:lnTo>
                    <a:pt x="2275421" y="1027844"/>
                  </a:lnTo>
                  <a:lnTo>
                    <a:pt x="2288806" y="1010631"/>
                  </a:lnTo>
                  <a:lnTo>
                    <a:pt x="2302191" y="993490"/>
                  </a:lnTo>
                  <a:lnTo>
                    <a:pt x="2315576" y="976390"/>
                  </a:lnTo>
                  <a:lnTo>
                    <a:pt x="2328960" y="959332"/>
                  </a:lnTo>
                  <a:lnTo>
                    <a:pt x="2342345" y="942361"/>
                  </a:lnTo>
                  <a:lnTo>
                    <a:pt x="2355730" y="925437"/>
                  </a:lnTo>
                  <a:lnTo>
                    <a:pt x="2369115" y="908564"/>
                  </a:lnTo>
                  <a:lnTo>
                    <a:pt x="2382500" y="891793"/>
                  </a:lnTo>
                  <a:lnTo>
                    <a:pt x="2395885" y="875079"/>
                  </a:lnTo>
                  <a:lnTo>
                    <a:pt x="2409269" y="858423"/>
                  </a:lnTo>
                  <a:lnTo>
                    <a:pt x="2422654" y="841890"/>
                  </a:lnTo>
                  <a:lnTo>
                    <a:pt x="2436039" y="825425"/>
                  </a:lnTo>
                  <a:lnTo>
                    <a:pt x="2449424" y="809028"/>
                  </a:lnTo>
                  <a:lnTo>
                    <a:pt x="2462809" y="792778"/>
                  </a:lnTo>
                  <a:lnTo>
                    <a:pt x="2476194" y="776612"/>
                  </a:lnTo>
                  <a:lnTo>
                    <a:pt x="2489578" y="760527"/>
                  </a:lnTo>
                  <a:lnTo>
                    <a:pt x="2502963" y="744618"/>
                  </a:lnTo>
                  <a:lnTo>
                    <a:pt x="2516348" y="728811"/>
                  </a:lnTo>
                  <a:lnTo>
                    <a:pt x="2529733" y="713103"/>
                  </a:lnTo>
                  <a:lnTo>
                    <a:pt x="2543118" y="697604"/>
                  </a:lnTo>
                  <a:lnTo>
                    <a:pt x="2556503" y="682231"/>
                  </a:lnTo>
                  <a:lnTo>
                    <a:pt x="2569887" y="666976"/>
                  </a:lnTo>
                  <a:lnTo>
                    <a:pt x="2583272" y="651969"/>
                  </a:lnTo>
                  <a:lnTo>
                    <a:pt x="2596657" y="637113"/>
                  </a:lnTo>
                  <a:lnTo>
                    <a:pt x="2610042" y="622400"/>
                  </a:lnTo>
                  <a:lnTo>
                    <a:pt x="2623427" y="607975"/>
                  </a:lnTo>
                  <a:lnTo>
                    <a:pt x="2636812" y="593731"/>
                  </a:lnTo>
                  <a:lnTo>
                    <a:pt x="2650196" y="579655"/>
                  </a:lnTo>
                  <a:lnTo>
                    <a:pt x="2663581" y="565910"/>
                  </a:lnTo>
                  <a:lnTo>
                    <a:pt x="2676966" y="552377"/>
                  </a:lnTo>
                  <a:lnTo>
                    <a:pt x="2690351" y="539037"/>
                  </a:lnTo>
                  <a:lnTo>
                    <a:pt x="2703736" y="526071"/>
                  </a:lnTo>
                  <a:lnTo>
                    <a:pt x="2717121" y="513348"/>
                  </a:lnTo>
                  <a:lnTo>
                    <a:pt x="2730505" y="500843"/>
                  </a:lnTo>
                  <a:lnTo>
                    <a:pt x="2743890" y="488751"/>
                  </a:lnTo>
                  <a:lnTo>
                    <a:pt x="2757275" y="476934"/>
                  </a:lnTo>
                  <a:lnTo>
                    <a:pt x="2770660" y="465356"/>
                  </a:lnTo>
                  <a:lnTo>
                    <a:pt x="2784045" y="454225"/>
                  </a:lnTo>
                  <a:lnTo>
                    <a:pt x="2797430" y="443395"/>
                  </a:lnTo>
                  <a:lnTo>
                    <a:pt x="2810814" y="432823"/>
                  </a:lnTo>
                  <a:lnTo>
                    <a:pt x="2824199" y="422723"/>
                  </a:lnTo>
                  <a:lnTo>
                    <a:pt x="2837584" y="412946"/>
                  </a:lnTo>
                  <a:lnTo>
                    <a:pt x="2850969" y="403441"/>
                  </a:lnTo>
                  <a:lnTo>
                    <a:pt x="2864354" y="394422"/>
                  </a:lnTo>
                  <a:lnTo>
                    <a:pt x="2877739" y="385741"/>
                  </a:lnTo>
                  <a:lnTo>
                    <a:pt x="2891123" y="377339"/>
                  </a:lnTo>
                  <a:lnTo>
                    <a:pt x="2904508" y="369426"/>
                  </a:lnTo>
                  <a:lnTo>
                    <a:pt x="2917893" y="361858"/>
                  </a:lnTo>
                  <a:lnTo>
                    <a:pt x="2931278" y="354568"/>
                  </a:lnTo>
                  <a:lnTo>
                    <a:pt x="2944663" y="347756"/>
                  </a:lnTo>
                  <a:lnTo>
                    <a:pt x="2958048" y="341285"/>
                  </a:lnTo>
                  <a:lnTo>
                    <a:pt x="2971432" y="335086"/>
                  </a:lnTo>
                  <a:lnTo>
                    <a:pt x="2984817" y="329340"/>
                  </a:lnTo>
                  <a:lnTo>
                    <a:pt x="2998202" y="323923"/>
                  </a:lnTo>
                  <a:lnTo>
                    <a:pt x="3011587" y="318760"/>
                  </a:lnTo>
                  <a:lnTo>
                    <a:pt x="3024972" y="314015"/>
                  </a:lnTo>
                  <a:lnTo>
                    <a:pt x="3038357" y="309575"/>
                  </a:lnTo>
                  <a:lnTo>
                    <a:pt x="3051741" y="305366"/>
                  </a:lnTo>
                  <a:lnTo>
                    <a:pt x="3065126" y="301527"/>
                  </a:lnTo>
                  <a:lnTo>
                    <a:pt x="3078511" y="297960"/>
                  </a:lnTo>
                  <a:lnTo>
                    <a:pt x="3091896" y="294593"/>
                  </a:lnTo>
                  <a:lnTo>
                    <a:pt x="3105281" y="291540"/>
                  </a:lnTo>
                  <a:lnTo>
                    <a:pt x="3118666" y="288716"/>
                  </a:lnTo>
                  <a:lnTo>
                    <a:pt x="3132050" y="286058"/>
                  </a:lnTo>
                  <a:lnTo>
                    <a:pt x="3145435" y="283649"/>
                  </a:lnTo>
                  <a:lnTo>
                    <a:pt x="3158820" y="281421"/>
                  </a:lnTo>
                  <a:lnTo>
                    <a:pt x="3172205" y="279319"/>
                  </a:lnTo>
                  <a:lnTo>
                    <a:pt x="3185590" y="277399"/>
                  </a:lnTo>
                  <a:lnTo>
                    <a:pt x="3198975" y="275606"/>
                  </a:lnTo>
                  <a:lnTo>
                    <a:pt x="3212359" y="273897"/>
                  </a:lnTo>
                  <a:lnTo>
                    <a:pt x="3225744" y="272302"/>
                  </a:lnTo>
                  <a:lnTo>
                    <a:pt x="3239129" y="270778"/>
                  </a:lnTo>
                  <a:lnTo>
                    <a:pt x="3252514" y="269296"/>
                  </a:lnTo>
                  <a:lnTo>
                    <a:pt x="3265899" y="267862"/>
                  </a:lnTo>
                  <a:lnTo>
                    <a:pt x="3279284" y="266442"/>
                  </a:lnTo>
                  <a:lnTo>
                    <a:pt x="3292668" y="265024"/>
                  </a:lnTo>
                  <a:lnTo>
                    <a:pt x="3306053" y="263592"/>
                  </a:lnTo>
                  <a:lnTo>
                    <a:pt x="3319438" y="262121"/>
                  </a:lnTo>
                  <a:lnTo>
                    <a:pt x="3332823" y="260615"/>
                  </a:lnTo>
                  <a:lnTo>
                    <a:pt x="3346208" y="259039"/>
                  </a:lnTo>
                  <a:lnTo>
                    <a:pt x="3359593" y="257376"/>
                  </a:lnTo>
                  <a:lnTo>
                    <a:pt x="3372977" y="255645"/>
                  </a:lnTo>
                  <a:lnTo>
                    <a:pt x="3386362" y="253799"/>
                  </a:lnTo>
                  <a:lnTo>
                    <a:pt x="3399747" y="251823"/>
                  </a:lnTo>
                  <a:lnTo>
                    <a:pt x="3413132" y="249752"/>
                  </a:lnTo>
                  <a:lnTo>
                    <a:pt x="3426517" y="247532"/>
                  </a:lnTo>
                  <a:lnTo>
                    <a:pt x="3439902" y="245147"/>
                  </a:lnTo>
                  <a:lnTo>
                    <a:pt x="3453286" y="242647"/>
                  </a:lnTo>
                  <a:lnTo>
                    <a:pt x="3466671" y="239973"/>
                  </a:lnTo>
                  <a:lnTo>
                    <a:pt x="3480056" y="237110"/>
                  </a:lnTo>
                  <a:lnTo>
                    <a:pt x="3493441" y="234119"/>
                  </a:lnTo>
                  <a:lnTo>
                    <a:pt x="3506826" y="230940"/>
                  </a:lnTo>
                  <a:lnTo>
                    <a:pt x="3520211" y="227557"/>
                  </a:lnTo>
                  <a:lnTo>
                    <a:pt x="3533595" y="224041"/>
                  </a:lnTo>
                  <a:lnTo>
                    <a:pt x="3546980" y="220332"/>
                  </a:lnTo>
                  <a:lnTo>
                    <a:pt x="3560365" y="216417"/>
                  </a:lnTo>
                  <a:lnTo>
                    <a:pt x="3573750" y="212369"/>
                  </a:lnTo>
                  <a:lnTo>
                    <a:pt x="3587135" y="208135"/>
                  </a:lnTo>
                  <a:lnTo>
                    <a:pt x="3600520" y="203700"/>
                  </a:lnTo>
                  <a:lnTo>
                    <a:pt x="3613904" y="199141"/>
                  </a:lnTo>
                  <a:lnTo>
                    <a:pt x="3627289" y="194410"/>
                  </a:lnTo>
                  <a:lnTo>
                    <a:pt x="3640674" y="189494"/>
                  </a:lnTo>
                  <a:lnTo>
                    <a:pt x="3654059" y="184467"/>
                  </a:lnTo>
                  <a:lnTo>
                    <a:pt x="3667444" y="179291"/>
                  </a:lnTo>
                  <a:lnTo>
                    <a:pt x="3680829" y="173955"/>
                  </a:lnTo>
                  <a:lnTo>
                    <a:pt x="3694213" y="168527"/>
                  </a:lnTo>
                  <a:lnTo>
                    <a:pt x="3707598" y="162977"/>
                  </a:lnTo>
                  <a:lnTo>
                    <a:pt x="3720983" y="157301"/>
                  </a:lnTo>
                  <a:lnTo>
                    <a:pt x="3734368" y="151555"/>
                  </a:lnTo>
                  <a:lnTo>
                    <a:pt x="3747753" y="145722"/>
                  </a:lnTo>
                  <a:lnTo>
                    <a:pt x="3761138" y="139802"/>
                  </a:lnTo>
                  <a:lnTo>
                    <a:pt x="3774522" y="133838"/>
                  </a:lnTo>
                  <a:lnTo>
                    <a:pt x="3787907" y="127825"/>
                  </a:lnTo>
                  <a:lnTo>
                    <a:pt x="3801292" y="121771"/>
                  </a:lnTo>
                  <a:lnTo>
                    <a:pt x="3814677" y="115704"/>
                  </a:lnTo>
                  <a:lnTo>
                    <a:pt x="3828062" y="109626"/>
                  </a:lnTo>
                  <a:lnTo>
                    <a:pt x="3841447" y="103561"/>
                  </a:lnTo>
                  <a:lnTo>
                    <a:pt x="3854831" y="97515"/>
                  </a:lnTo>
                  <a:lnTo>
                    <a:pt x="3868216" y="91499"/>
                  </a:lnTo>
                  <a:lnTo>
                    <a:pt x="3881601" y="85553"/>
                  </a:lnTo>
                  <a:lnTo>
                    <a:pt x="3894986" y="79660"/>
                  </a:lnTo>
                  <a:lnTo>
                    <a:pt x="3908371" y="73841"/>
                  </a:lnTo>
                  <a:lnTo>
                    <a:pt x="3921756" y="68153"/>
                  </a:lnTo>
                  <a:lnTo>
                    <a:pt x="3935140" y="62554"/>
                  </a:lnTo>
                  <a:lnTo>
                    <a:pt x="3948525" y="57072"/>
                  </a:lnTo>
                  <a:lnTo>
                    <a:pt x="3961910" y="51786"/>
                  </a:lnTo>
                  <a:lnTo>
                    <a:pt x="3975295" y="46627"/>
                  </a:lnTo>
                  <a:lnTo>
                    <a:pt x="3988680" y="41627"/>
                  </a:lnTo>
                  <a:lnTo>
                    <a:pt x="4002065" y="36893"/>
                  </a:lnTo>
                  <a:lnTo>
                    <a:pt x="4015449" y="32323"/>
                  </a:lnTo>
                  <a:lnTo>
                    <a:pt x="4028834" y="27955"/>
                  </a:lnTo>
                  <a:lnTo>
                    <a:pt x="4042219" y="23923"/>
                  </a:lnTo>
                  <a:lnTo>
                    <a:pt x="4055604" y="20095"/>
                  </a:lnTo>
                  <a:lnTo>
                    <a:pt x="4068989" y="16509"/>
                  </a:lnTo>
                  <a:lnTo>
                    <a:pt x="4082374" y="13331"/>
                  </a:lnTo>
                  <a:lnTo>
                    <a:pt x="4095758" y="10395"/>
                  </a:lnTo>
                  <a:lnTo>
                    <a:pt x="4109143" y="7741"/>
                  </a:lnTo>
                  <a:lnTo>
                    <a:pt x="4122528" y="5568"/>
                  </a:lnTo>
                  <a:lnTo>
                    <a:pt x="4135913" y="3672"/>
                  </a:lnTo>
                  <a:lnTo>
                    <a:pt x="4149298" y="2096"/>
                  </a:lnTo>
                  <a:lnTo>
                    <a:pt x="4162683" y="1071"/>
                  </a:lnTo>
                  <a:lnTo>
                    <a:pt x="4176067" y="359"/>
                  </a:lnTo>
                  <a:lnTo>
                    <a:pt x="4189452" y="0"/>
                  </a:lnTo>
                  <a:lnTo>
                    <a:pt x="4202837" y="259"/>
                  </a:lnTo>
                  <a:lnTo>
                    <a:pt x="4216222" y="863"/>
                  </a:lnTo>
                  <a:lnTo>
                    <a:pt x="4229607" y="1848"/>
                  </a:lnTo>
                  <a:lnTo>
                    <a:pt x="4242992" y="3514"/>
                  </a:lnTo>
                  <a:lnTo>
                    <a:pt x="4256376" y="5554"/>
                  </a:lnTo>
                  <a:lnTo>
                    <a:pt x="4269761" y="7997"/>
                  </a:lnTo>
                  <a:lnTo>
                    <a:pt x="4283146" y="11176"/>
                  </a:lnTo>
                  <a:lnTo>
                    <a:pt x="4296531" y="14752"/>
                  </a:lnTo>
                  <a:lnTo>
                    <a:pt x="4309916" y="18747"/>
                  </a:lnTo>
                  <a:lnTo>
                    <a:pt x="4323301" y="23524"/>
                  </a:lnTo>
                  <a:lnTo>
                    <a:pt x="4336685" y="28713"/>
                  </a:lnTo>
                  <a:lnTo>
                    <a:pt x="4350070" y="34332"/>
                  </a:lnTo>
                  <a:lnTo>
                    <a:pt x="4363455" y="40765"/>
                  </a:lnTo>
                  <a:lnTo>
                    <a:pt x="4376840" y="47621"/>
                  </a:lnTo>
                  <a:lnTo>
                    <a:pt x="4390225" y="54907"/>
                  </a:lnTo>
                  <a:lnTo>
                    <a:pt x="4403610" y="63027"/>
                  </a:lnTo>
                  <a:lnTo>
                    <a:pt x="4416994" y="71572"/>
                  </a:lnTo>
                  <a:lnTo>
                    <a:pt x="4430379" y="80541"/>
                  </a:lnTo>
                  <a:lnTo>
                    <a:pt x="4443764" y="90345"/>
                  </a:lnTo>
                  <a:lnTo>
                    <a:pt x="4457149" y="100568"/>
                  </a:lnTo>
                  <a:lnTo>
                    <a:pt x="4470534" y="111210"/>
                  </a:lnTo>
                  <a:lnTo>
                    <a:pt x="4483919" y="122657"/>
                  </a:lnTo>
                  <a:lnTo>
                    <a:pt x="4497303" y="134516"/>
                  </a:lnTo>
                  <a:lnTo>
                    <a:pt x="4510688" y="146778"/>
                  </a:lnTo>
                  <a:lnTo>
                    <a:pt x="4524073" y="159801"/>
                  </a:lnTo>
                  <a:lnTo>
                    <a:pt x="4537458" y="173220"/>
                  </a:lnTo>
                  <a:lnTo>
                    <a:pt x="4550843" y="187019"/>
                  </a:lnTo>
                  <a:lnTo>
                    <a:pt x="4564228" y="201519"/>
                  </a:lnTo>
                  <a:lnTo>
                    <a:pt x="4577612" y="216390"/>
                  </a:lnTo>
                  <a:lnTo>
                    <a:pt x="4590997" y="231609"/>
                  </a:lnTo>
                  <a:lnTo>
                    <a:pt x="4604382" y="247458"/>
                  </a:lnTo>
                  <a:lnTo>
                    <a:pt x="4617767" y="263645"/>
                  </a:lnTo>
                  <a:lnTo>
                    <a:pt x="4631152" y="280142"/>
                  </a:lnTo>
                  <a:lnTo>
                    <a:pt x="4644537" y="297186"/>
                  </a:lnTo>
                  <a:lnTo>
                    <a:pt x="4657921" y="314527"/>
                  </a:lnTo>
                  <a:lnTo>
                    <a:pt x="4671306" y="332134"/>
                  </a:lnTo>
                  <a:lnTo>
                    <a:pt x="4684691" y="350199"/>
                  </a:lnTo>
                  <a:lnTo>
                    <a:pt x="4698076" y="368513"/>
                  </a:lnTo>
                  <a:lnTo>
                    <a:pt x="4711461" y="387046"/>
                  </a:lnTo>
                  <a:lnTo>
                    <a:pt x="4724846" y="405943"/>
                  </a:lnTo>
                  <a:lnTo>
                    <a:pt x="4738230" y="425036"/>
                  </a:lnTo>
                  <a:lnTo>
                    <a:pt x="4751615" y="444299"/>
                  </a:lnTo>
                  <a:lnTo>
                    <a:pt x="4765000" y="463829"/>
                  </a:lnTo>
                  <a:lnTo>
                    <a:pt x="4778385" y="483501"/>
                  </a:lnTo>
                  <a:lnTo>
                    <a:pt x="4791770" y="503290"/>
                  </a:lnTo>
                  <a:lnTo>
                    <a:pt x="4805155" y="523254"/>
                  </a:lnTo>
                  <a:lnTo>
                    <a:pt x="4818539" y="543303"/>
                  </a:lnTo>
                  <a:lnTo>
                    <a:pt x="4831924" y="563420"/>
                  </a:lnTo>
                  <a:lnTo>
                    <a:pt x="4845309" y="583622"/>
                  </a:lnTo>
                  <a:lnTo>
                    <a:pt x="4858694" y="603853"/>
                  </a:lnTo>
                  <a:lnTo>
                    <a:pt x="4872079" y="624105"/>
                  </a:lnTo>
                  <a:lnTo>
                    <a:pt x="4885464" y="644359"/>
                  </a:lnTo>
                  <a:lnTo>
                    <a:pt x="4898848" y="664590"/>
                  </a:lnTo>
                  <a:lnTo>
                    <a:pt x="4912233" y="684797"/>
                  </a:lnTo>
                  <a:lnTo>
                    <a:pt x="4925618" y="704935"/>
                  </a:lnTo>
                  <a:lnTo>
                    <a:pt x="4939003" y="725000"/>
                  </a:lnTo>
                  <a:lnTo>
                    <a:pt x="4952388" y="745002"/>
                  </a:lnTo>
                  <a:lnTo>
                    <a:pt x="4965773" y="764873"/>
                  </a:lnTo>
                  <a:lnTo>
                    <a:pt x="4979157" y="784628"/>
                  </a:lnTo>
                  <a:lnTo>
                    <a:pt x="4992542" y="804287"/>
                  </a:lnTo>
                  <a:lnTo>
                    <a:pt x="5005927" y="823765"/>
                  </a:lnTo>
                  <a:lnTo>
                    <a:pt x="5019312" y="843089"/>
                  </a:lnTo>
                  <a:lnTo>
                    <a:pt x="5032697" y="862291"/>
                  </a:lnTo>
                  <a:lnTo>
                    <a:pt x="5046082" y="881273"/>
                  </a:lnTo>
                  <a:lnTo>
                    <a:pt x="5059466" y="900072"/>
                  </a:lnTo>
                  <a:lnTo>
                    <a:pt x="5072851" y="918729"/>
                  </a:lnTo>
                  <a:lnTo>
                    <a:pt x="5086236" y="937139"/>
                  </a:lnTo>
                  <a:lnTo>
                    <a:pt x="5099621" y="955345"/>
                  </a:lnTo>
                  <a:lnTo>
                    <a:pt x="5113006" y="973394"/>
                  </a:lnTo>
                  <a:lnTo>
                    <a:pt x="5126391" y="991181"/>
                  </a:lnTo>
                  <a:lnTo>
                    <a:pt x="5139775" y="1008750"/>
                  </a:lnTo>
                  <a:lnTo>
                    <a:pt x="5153160" y="1026155"/>
                  </a:lnTo>
                  <a:lnTo>
                    <a:pt x="5166545" y="1043291"/>
                  </a:lnTo>
                  <a:lnTo>
                    <a:pt x="5179930" y="1060202"/>
                  </a:lnTo>
                  <a:lnTo>
                    <a:pt x="5193315" y="1076947"/>
                  </a:lnTo>
                  <a:lnTo>
                    <a:pt x="5206700" y="1093427"/>
                  </a:lnTo>
                  <a:lnTo>
                    <a:pt x="5220084" y="1109680"/>
                  </a:lnTo>
                  <a:lnTo>
                    <a:pt x="5233469" y="1125770"/>
                  </a:lnTo>
                  <a:lnTo>
                    <a:pt x="5246854" y="1141604"/>
                  </a:lnTo>
                  <a:lnTo>
                    <a:pt x="5260239" y="1157216"/>
                  </a:lnTo>
                  <a:lnTo>
                    <a:pt x="5273624" y="1172672"/>
                  </a:lnTo>
                  <a:lnTo>
                    <a:pt x="5287009" y="1187886"/>
                  </a:lnTo>
                  <a:lnTo>
                    <a:pt x="5300393" y="1202888"/>
                  </a:lnTo>
                  <a:lnTo>
                    <a:pt x="5313778" y="1217742"/>
                  </a:lnTo>
                  <a:lnTo>
                    <a:pt x="5327163" y="1232374"/>
                  </a:lnTo>
                  <a:lnTo>
                    <a:pt x="5340548" y="1246805"/>
                  </a:lnTo>
                  <a:lnTo>
                    <a:pt x="5353933" y="1261100"/>
                  </a:lnTo>
                  <a:lnTo>
                    <a:pt x="5367318" y="1275191"/>
                  </a:lnTo>
                  <a:lnTo>
                    <a:pt x="5380702" y="1289097"/>
                  </a:lnTo>
                  <a:lnTo>
                    <a:pt x="5394087" y="1302878"/>
                  </a:lnTo>
                  <a:lnTo>
                    <a:pt x="5407472" y="1316476"/>
                  </a:lnTo>
                  <a:lnTo>
                    <a:pt x="5420857" y="1329903"/>
                  </a:lnTo>
                  <a:lnTo>
                    <a:pt x="5434242" y="1343217"/>
                  </a:lnTo>
                  <a:lnTo>
                    <a:pt x="5447627" y="1356369"/>
                  </a:lnTo>
                  <a:lnTo>
                    <a:pt x="5461011" y="1369363"/>
                  </a:lnTo>
                  <a:lnTo>
                    <a:pt x="5474396" y="1382256"/>
                  </a:lnTo>
                  <a:lnTo>
                    <a:pt x="5487781" y="1395003"/>
                  </a:lnTo>
                  <a:lnTo>
                    <a:pt x="5501166" y="1407607"/>
                  </a:lnTo>
                  <a:lnTo>
                    <a:pt x="5514551" y="1420119"/>
                  </a:lnTo>
                  <a:lnTo>
                    <a:pt x="5527936" y="1432500"/>
                  </a:lnTo>
                  <a:lnTo>
                    <a:pt x="5541320" y="1444749"/>
                  </a:lnTo>
                  <a:lnTo>
                    <a:pt x="5554705" y="1456913"/>
                  </a:lnTo>
                  <a:lnTo>
                    <a:pt x="5568090" y="1468959"/>
                  </a:lnTo>
                  <a:lnTo>
                    <a:pt x="5581475" y="1480881"/>
                  </a:lnTo>
                  <a:lnTo>
                    <a:pt x="5594860" y="1492724"/>
                  </a:lnTo>
                  <a:lnTo>
                    <a:pt x="5608245" y="1504458"/>
                  </a:lnTo>
                  <a:lnTo>
                    <a:pt x="5621629" y="1516072"/>
                  </a:lnTo>
                  <a:lnTo>
                    <a:pt x="5635014" y="1527611"/>
                  </a:lnTo>
                  <a:lnTo>
                    <a:pt x="5648399" y="1539047"/>
                  </a:lnTo>
                  <a:lnTo>
                    <a:pt x="5661784" y="1550364"/>
                  </a:lnTo>
                  <a:lnTo>
                    <a:pt x="5675169" y="1561608"/>
                  </a:lnTo>
                  <a:lnTo>
                    <a:pt x="5688554" y="1572751"/>
                  </a:lnTo>
                  <a:lnTo>
                    <a:pt x="5701938" y="1583774"/>
                  </a:lnTo>
                  <a:lnTo>
                    <a:pt x="5715323" y="1594723"/>
                  </a:lnTo>
                  <a:lnTo>
                    <a:pt x="5728708" y="1605571"/>
                  </a:lnTo>
                  <a:lnTo>
                    <a:pt x="5742093" y="1616294"/>
                  </a:lnTo>
                  <a:lnTo>
                    <a:pt x="5755478" y="1626940"/>
                  </a:lnTo>
                  <a:lnTo>
                    <a:pt x="5768863" y="1637483"/>
                  </a:lnTo>
                  <a:lnTo>
                    <a:pt x="5782247" y="1647894"/>
                  </a:lnTo>
                  <a:lnTo>
                    <a:pt x="5795632" y="1658224"/>
                  </a:lnTo>
                  <a:lnTo>
                    <a:pt x="5809017" y="1668447"/>
                  </a:lnTo>
                  <a:lnTo>
                    <a:pt x="5822402" y="1678529"/>
                  </a:lnTo>
                  <a:lnTo>
                    <a:pt x="5835787" y="1688524"/>
                  </a:lnTo>
                  <a:lnTo>
                    <a:pt x="5849172" y="1698407"/>
                  </a:lnTo>
                  <a:lnTo>
                    <a:pt x="5862556" y="1708137"/>
                  </a:lnTo>
                  <a:lnTo>
                    <a:pt x="5875941" y="1717775"/>
                  </a:lnTo>
                  <a:lnTo>
                    <a:pt x="5889326" y="1727295"/>
                  </a:lnTo>
                  <a:lnTo>
                    <a:pt x="5902711" y="1736651"/>
                  </a:lnTo>
                  <a:lnTo>
                    <a:pt x="5916096" y="1745908"/>
                  </a:lnTo>
                  <a:lnTo>
                    <a:pt x="5929481" y="1755041"/>
                  </a:lnTo>
                  <a:lnTo>
                    <a:pt x="5942865" y="1763998"/>
                  </a:lnTo>
                  <a:lnTo>
                    <a:pt x="5956250" y="1772850"/>
                  </a:lnTo>
                  <a:lnTo>
                    <a:pt x="5969635" y="1781573"/>
                  </a:lnTo>
                  <a:lnTo>
                    <a:pt x="5983020" y="1790107"/>
                  </a:lnTo>
                  <a:lnTo>
                    <a:pt x="5996405" y="1798532"/>
                  </a:lnTo>
                  <a:lnTo>
                    <a:pt x="6009790" y="1806823"/>
                  </a:lnTo>
                  <a:lnTo>
                    <a:pt x="6023174" y="1814915"/>
                  </a:lnTo>
                  <a:lnTo>
                    <a:pt x="6036559" y="1822892"/>
                  </a:lnTo>
                  <a:lnTo>
                    <a:pt x="6049944" y="1830734"/>
                  </a:lnTo>
                  <a:lnTo>
                    <a:pt x="6063329" y="1838366"/>
                  </a:lnTo>
                  <a:lnTo>
                    <a:pt x="6076714" y="1845881"/>
                  </a:lnTo>
                  <a:lnTo>
                    <a:pt x="6090099" y="1853259"/>
                  </a:lnTo>
                  <a:lnTo>
                    <a:pt x="6103483" y="1860421"/>
                  </a:lnTo>
                  <a:lnTo>
                    <a:pt x="6116868" y="1867464"/>
                  </a:lnTo>
                  <a:lnTo>
                    <a:pt x="6130253" y="1874370"/>
                  </a:lnTo>
                  <a:lnTo>
                    <a:pt x="6143638" y="1881056"/>
                  </a:lnTo>
                  <a:lnTo>
                    <a:pt x="6157023" y="1887623"/>
                  </a:lnTo>
                  <a:lnTo>
                    <a:pt x="6170408" y="1894055"/>
                  </a:lnTo>
                  <a:lnTo>
                    <a:pt x="6183792" y="1900267"/>
                  </a:lnTo>
                  <a:lnTo>
                    <a:pt x="6197177" y="1906361"/>
                  </a:lnTo>
                  <a:lnTo>
                    <a:pt x="6210562" y="1912325"/>
                  </a:lnTo>
                  <a:lnTo>
                    <a:pt x="6223947" y="1918071"/>
                  </a:lnTo>
                  <a:lnTo>
                    <a:pt x="6237332" y="1923703"/>
                  </a:lnTo>
                  <a:lnTo>
                    <a:pt x="6250717" y="1929211"/>
                  </a:lnTo>
                  <a:lnTo>
                    <a:pt x="6264101" y="1934508"/>
                  </a:lnTo>
                  <a:lnTo>
                    <a:pt x="6277486" y="1939695"/>
                  </a:lnTo>
                  <a:lnTo>
                    <a:pt x="6290871" y="1944766"/>
                  </a:lnTo>
                  <a:lnTo>
                    <a:pt x="6304256" y="1949635"/>
                  </a:lnTo>
                  <a:lnTo>
                    <a:pt x="6317641" y="1954402"/>
                  </a:lnTo>
                  <a:lnTo>
                    <a:pt x="6331026" y="1959063"/>
                  </a:lnTo>
                  <a:lnTo>
                    <a:pt x="6344410" y="1963534"/>
                  </a:lnTo>
                  <a:lnTo>
                    <a:pt x="6357795" y="1967912"/>
                  </a:lnTo>
                  <a:lnTo>
                    <a:pt x="6371180" y="1972194"/>
                  </a:lnTo>
                  <a:lnTo>
                    <a:pt x="6384565" y="1976304"/>
                  </a:lnTo>
                  <a:lnTo>
                    <a:pt x="6397950" y="1980329"/>
                  </a:lnTo>
                  <a:lnTo>
                    <a:pt x="6411335" y="1984270"/>
                  </a:lnTo>
                  <a:lnTo>
                    <a:pt x="6424719" y="1988056"/>
                  </a:lnTo>
                  <a:lnTo>
                    <a:pt x="6438104" y="1991770"/>
                  </a:lnTo>
                  <a:lnTo>
                    <a:pt x="6451489" y="1995411"/>
                  </a:lnTo>
                  <a:lnTo>
                    <a:pt x="6464874" y="1998919"/>
                  </a:lnTo>
                  <a:lnTo>
                    <a:pt x="6478259" y="2002365"/>
                  </a:lnTo>
                  <a:lnTo>
                    <a:pt x="6491644" y="2005749"/>
                  </a:lnTo>
                  <a:lnTo>
                    <a:pt x="6505028" y="2009025"/>
                  </a:lnTo>
                  <a:lnTo>
                    <a:pt x="6518413" y="2012249"/>
                  </a:lnTo>
                  <a:lnTo>
                    <a:pt x="6531798" y="2015423"/>
                  </a:lnTo>
                  <a:lnTo>
                    <a:pt x="6545183" y="2018512"/>
                  </a:lnTo>
                  <a:lnTo>
                    <a:pt x="6558568" y="2021561"/>
                  </a:lnTo>
                  <a:lnTo>
                    <a:pt x="6571953" y="2024571"/>
                  </a:lnTo>
                  <a:lnTo>
                    <a:pt x="6585337" y="2027518"/>
                  </a:lnTo>
                  <a:lnTo>
                    <a:pt x="6598722" y="2030435"/>
                  </a:lnTo>
                  <a:lnTo>
                    <a:pt x="6612107" y="2033325"/>
                  </a:lnTo>
                  <a:lnTo>
                    <a:pt x="6625492" y="2036172"/>
                  </a:lnTo>
                  <a:lnTo>
                    <a:pt x="6638877" y="2039000"/>
                  </a:lnTo>
                  <a:lnTo>
                    <a:pt x="6652262" y="2041811"/>
                  </a:lnTo>
                  <a:lnTo>
                    <a:pt x="6665646" y="2044597"/>
                  </a:lnTo>
                  <a:lnTo>
                    <a:pt x="6679031" y="2047373"/>
                  </a:lnTo>
                  <a:lnTo>
                    <a:pt x="6692416" y="2050141"/>
                  </a:lnTo>
                  <a:lnTo>
                    <a:pt x="6705801" y="2052899"/>
                  </a:lnTo>
                  <a:lnTo>
                    <a:pt x="6719186" y="2055655"/>
                  </a:lnTo>
                  <a:lnTo>
                    <a:pt x="6732571" y="2058410"/>
                  </a:lnTo>
                  <a:lnTo>
                    <a:pt x="6745955" y="2061168"/>
                  </a:lnTo>
                  <a:lnTo>
                    <a:pt x="6759340" y="2063930"/>
                  </a:lnTo>
                  <a:lnTo>
                    <a:pt x="6772725" y="2066697"/>
                  </a:lnTo>
                  <a:lnTo>
                    <a:pt x="6786110" y="2069474"/>
                  </a:lnTo>
                  <a:lnTo>
                    <a:pt x="6799495" y="2072261"/>
                  </a:lnTo>
                  <a:lnTo>
                    <a:pt x="6812880" y="2075056"/>
                  </a:lnTo>
                  <a:lnTo>
                    <a:pt x="6826264" y="2077867"/>
                  </a:lnTo>
                  <a:lnTo>
                    <a:pt x="6839649" y="2080689"/>
                  </a:lnTo>
                  <a:lnTo>
                    <a:pt x="6839649" y="2232736"/>
                  </a:lnTo>
                  <a:lnTo>
                    <a:pt x="6826264" y="2232736"/>
                  </a:lnTo>
                  <a:lnTo>
                    <a:pt x="6812880" y="2232736"/>
                  </a:lnTo>
                  <a:lnTo>
                    <a:pt x="6799495" y="2232736"/>
                  </a:lnTo>
                  <a:lnTo>
                    <a:pt x="6786110" y="2232736"/>
                  </a:lnTo>
                  <a:lnTo>
                    <a:pt x="6772725" y="2232736"/>
                  </a:lnTo>
                  <a:lnTo>
                    <a:pt x="6759340" y="2232736"/>
                  </a:lnTo>
                  <a:lnTo>
                    <a:pt x="6745955" y="2232736"/>
                  </a:lnTo>
                  <a:lnTo>
                    <a:pt x="6732571" y="2232736"/>
                  </a:lnTo>
                  <a:lnTo>
                    <a:pt x="6719186" y="2232736"/>
                  </a:lnTo>
                  <a:lnTo>
                    <a:pt x="6705801" y="2232736"/>
                  </a:lnTo>
                  <a:lnTo>
                    <a:pt x="6692416" y="2232736"/>
                  </a:lnTo>
                  <a:lnTo>
                    <a:pt x="6679031" y="2232736"/>
                  </a:lnTo>
                  <a:lnTo>
                    <a:pt x="6665646" y="2232736"/>
                  </a:lnTo>
                  <a:lnTo>
                    <a:pt x="6652262" y="2232736"/>
                  </a:lnTo>
                  <a:lnTo>
                    <a:pt x="6638877" y="2232736"/>
                  </a:lnTo>
                  <a:lnTo>
                    <a:pt x="6625492" y="2232736"/>
                  </a:lnTo>
                  <a:lnTo>
                    <a:pt x="6612107" y="2232736"/>
                  </a:lnTo>
                  <a:lnTo>
                    <a:pt x="6598722" y="2232736"/>
                  </a:lnTo>
                  <a:lnTo>
                    <a:pt x="6585337" y="2232736"/>
                  </a:lnTo>
                  <a:lnTo>
                    <a:pt x="6571953" y="2232736"/>
                  </a:lnTo>
                  <a:lnTo>
                    <a:pt x="6558568" y="2232736"/>
                  </a:lnTo>
                  <a:lnTo>
                    <a:pt x="6545183" y="2232736"/>
                  </a:lnTo>
                  <a:lnTo>
                    <a:pt x="6531798" y="2232736"/>
                  </a:lnTo>
                  <a:lnTo>
                    <a:pt x="6518413" y="2232736"/>
                  </a:lnTo>
                  <a:lnTo>
                    <a:pt x="6505028" y="2232736"/>
                  </a:lnTo>
                  <a:lnTo>
                    <a:pt x="6491644" y="2232736"/>
                  </a:lnTo>
                  <a:lnTo>
                    <a:pt x="6478259" y="2232736"/>
                  </a:lnTo>
                  <a:lnTo>
                    <a:pt x="6464874" y="2232736"/>
                  </a:lnTo>
                  <a:lnTo>
                    <a:pt x="6451489" y="2232736"/>
                  </a:lnTo>
                  <a:lnTo>
                    <a:pt x="6438104" y="2232736"/>
                  </a:lnTo>
                  <a:lnTo>
                    <a:pt x="6424719" y="2232736"/>
                  </a:lnTo>
                  <a:lnTo>
                    <a:pt x="6411335" y="2232736"/>
                  </a:lnTo>
                  <a:lnTo>
                    <a:pt x="6397950" y="2232736"/>
                  </a:lnTo>
                  <a:lnTo>
                    <a:pt x="6384565" y="2232736"/>
                  </a:lnTo>
                  <a:lnTo>
                    <a:pt x="6371180" y="2232736"/>
                  </a:lnTo>
                  <a:lnTo>
                    <a:pt x="6357795" y="2232736"/>
                  </a:lnTo>
                  <a:lnTo>
                    <a:pt x="6344410" y="2232736"/>
                  </a:lnTo>
                  <a:lnTo>
                    <a:pt x="6331026" y="2232736"/>
                  </a:lnTo>
                  <a:lnTo>
                    <a:pt x="6317641" y="2232736"/>
                  </a:lnTo>
                  <a:lnTo>
                    <a:pt x="6304256" y="2232736"/>
                  </a:lnTo>
                  <a:lnTo>
                    <a:pt x="6290871" y="2232736"/>
                  </a:lnTo>
                  <a:lnTo>
                    <a:pt x="6277486" y="2232736"/>
                  </a:lnTo>
                  <a:lnTo>
                    <a:pt x="6264101" y="2232736"/>
                  </a:lnTo>
                  <a:lnTo>
                    <a:pt x="6250717" y="2232736"/>
                  </a:lnTo>
                  <a:lnTo>
                    <a:pt x="6237332" y="2232736"/>
                  </a:lnTo>
                  <a:lnTo>
                    <a:pt x="6223947" y="2232736"/>
                  </a:lnTo>
                  <a:lnTo>
                    <a:pt x="6210562" y="2232736"/>
                  </a:lnTo>
                  <a:lnTo>
                    <a:pt x="6197177" y="2232736"/>
                  </a:lnTo>
                  <a:lnTo>
                    <a:pt x="6183792" y="2232736"/>
                  </a:lnTo>
                  <a:lnTo>
                    <a:pt x="6170408" y="2232736"/>
                  </a:lnTo>
                  <a:lnTo>
                    <a:pt x="6157023" y="2232736"/>
                  </a:lnTo>
                  <a:lnTo>
                    <a:pt x="6143638" y="2232736"/>
                  </a:lnTo>
                  <a:lnTo>
                    <a:pt x="6130253" y="2232736"/>
                  </a:lnTo>
                  <a:lnTo>
                    <a:pt x="6116868" y="2232736"/>
                  </a:lnTo>
                  <a:lnTo>
                    <a:pt x="6103483" y="2232736"/>
                  </a:lnTo>
                  <a:lnTo>
                    <a:pt x="6090099" y="2232736"/>
                  </a:lnTo>
                  <a:lnTo>
                    <a:pt x="6076714" y="2232736"/>
                  </a:lnTo>
                  <a:lnTo>
                    <a:pt x="6063329" y="2232736"/>
                  </a:lnTo>
                  <a:lnTo>
                    <a:pt x="6049944" y="2232736"/>
                  </a:lnTo>
                  <a:lnTo>
                    <a:pt x="6036559" y="2232736"/>
                  </a:lnTo>
                  <a:lnTo>
                    <a:pt x="6023174" y="2232736"/>
                  </a:lnTo>
                  <a:lnTo>
                    <a:pt x="6009790" y="2232736"/>
                  </a:lnTo>
                  <a:lnTo>
                    <a:pt x="5996405" y="2232736"/>
                  </a:lnTo>
                  <a:lnTo>
                    <a:pt x="5983020" y="2232736"/>
                  </a:lnTo>
                  <a:lnTo>
                    <a:pt x="5969635" y="2232736"/>
                  </a:lnTo>
                  <a:lnTo>
                    <a:pt x="5956250" y="2232736"/>
                  </a:lnTo>
                  <a:lnTo>
                    <a:pt x="5942865" y="2232736"/>
                  </a:lnTo>
                  <a:lnTo>
                    <a:pt x="5929481" y="2232736"/>
                  </a:lnTo>
                  <a:lnTo>
                    <a:pt x="5916096" y="2232736"/>
                  </a:lnTo>
                  <a:lnTo>
                    <a:pt x="5902711" y="2232736"/>
                  </a:lnTo>
                  <a:lnTo>
                    <a:pt x="5889326" y="2232736"/>
                  </a:lnTo>
                  <a:lnTo>
                    <a:pt x="5875941" y="2232736"/>
                  </a:lnTo>
                  <a:lnTo>
                    <a:pt x="5862556" y="2232736"/>
                  </a:lnTo>
                  <a:lnTo>
                    <a:pt x="5849172" y="2232736"/>
                  </a:lnTo>
                  <a:lnTo>
                    <a:pt x="5835787" y="2232736"/>
                  </a:lnTo>
                  <a:lnTo>
                    <a:pt x="5822402" y="2232736"/>
                  </a:lnTo>
                  <a:lnTo>
                    <a:pt x="5809017" y="2232736"/>
                  </a:lnTo>
                  <a:lnTo>
                    <a:pt x="5795632" y="2232736"/>
                  </a:lnTo>
                  <a:lnTo>
                    <a:pt x="5782247" y="2232736"/>
                  </a:lnTo>
                  <a:lnTo>
                    <a:pt x="5768863" y="2232736"/>
                  </a:lnTo>
                  <a:lnTo>
                    <a:pt x="5755478" y="2232736"/>
                  </a:lnTo>
                  <a:lnTo>
                    <a:pt x="5742093" y="2232736"/>
                  </a:lnTo>
                  <a:lnTo>
                    <a:pt x="5728708" y="2232736"/>
                  </a:lnTo>
                  <a:lnTo>
                    <a:pt x="5715323" y="2232736"/>
                  </a:lnTo>
                  <a:lnTo>
                    <a:pt x="5701938" y="2232736"/>
                  </a:lnTo>
                  <a:lnTo>
                    <a:pt x="5688554" y="2232736"/>
                  </a:lnTo>
                  <a:lnTo>
                    <a:pt x="5675169" y="2232736"/>
                  </a:lnTo>
                  <a:lnTo>
                    <a:pt x="5661784" y="2232736"/>
                  </a:lnTo>
                  <a:lnTo>
                    <a:pt x="5648399" y="2232736"/>
                  </a:lnTo>
                  <a:lnTo>
                    <a:pt x="5635014" y="2232736"/>
                  </a:lnTo>
                  <a:lnTo>
                    <a:pt x="5621629" y="2232736"/>
                  </a:lnTo>
                  <a:lnTo>
                    <a:pt x="5608245" y="2232736"/>
                  </a:lnTo>
                  <a:lnTo>
                    <a:pt x="5594860" y="2232736"/>
                  </a:lnTo>
                  <a:lnTo>
                    <a:pt x="5581475" y="2232736"/>
                  </a:lnTo>
                  <a:lnTo>
                    <a:pt x="5568090" y="2232736"/>
                  </a:lnTo>
                  <a:lnTo>
                    <a:pt x="5554705" y="2232736"/>
                  </a:lnTo>
                  <a:lnTo>
                    <a:pt x="5541320" y="2232736"/>
                  </a:lnTo>
                  <a:lnTo>
                    <a:pt x="5527936" y="2232736"/>
                  </a:lnTo>
                  <a:lnTo>
                    <a:pt x="5514551" y="2232736"/>
                  </a:lnTo>
                  <a:lnTo>
                    <a:pt x="5501166" y="2232736"/>
                  </a:lnTo>
                  <a:lnTo>
                    <a:pt x="5487781" y="2232736"/>
                  </a:lnTo>
                  <a:lnTo>
                    <a:pt x="5474396" y="2232736"/>
                  </a:lnTo>
                  <a:lnTo>
                    <a:pt x="5461011" y="2232736"/>
                  </a:lnTo>
                  <a:lnTo>
                    <a:pt x="5447627" y="2232736"/>
                  </a:lnTo>
                  <a:lnTo>
                    <a:pt x="5434242" y="2232736"/>
                  </a:lnTo>
                  <a:lnTo>
                    <a:pt x="5420857" y="2232736"/>
                  </a:lnTo>
                  <a:lnTo>
                    <a:pt x="5407472" y="2232736"/>
                  </a:lnTo>
                  <a:lnTo>
                    <a:pt x="5394087" y="2232736"/>
                  </a:lnTo>
                  <a:lnTo>
                    <a:pt x="5380702" y="2232736"/>
                  </a:lnTo>
                  <a:lnTo>
                    <a:pt x="5367318" y="2232736"/>
                  </a:lnTo>
                  <a:lnTo>
                    <a:pt x="5353933" y="2232736"/>
                  </a:lnTo>
                  <a:lnTo>
                    <a:pt x="5340548" y="2232736"/>
                  </a:lnTo>
                  <a:lnTo>
                    <a:pt x="5327163" y="2232736"/>
                  </a:lnTo>
                  <a:lnTo>
                    <a:pt x="5313778" y="2232736"/>
                  </a:lnTo>
                  <a:lnTo>
                    <a:pt x="5300393" y="2232736"/>
                  </a:lnTo>
                  <a:lnTo>
                    <a:pt x="5287009" y="2232736"/>
                  </a:lnTo>
                  <a:lnTo>
                    <a:pt x="5273624" y="2232736"/>
                  </a:lnTo>
                  <a:lnTo>
                    <a:pt x="5260239" y="2232736"/>
                  </a:lnTo>
                  <a:lnTo>
                    <a:pt x="5246854" y="2232736"/>
                  </a:lnTo>
                  <a:lnTo>
                    <a:pt x="5233469" y="2232736"/>
                  </a:lnTo>
                  <a:lnTo>
                    <a:pt x="5220084" y="2232736"/>
                  </a:lnTo>
                  <a:lnTo>
                    <a:pt x="5206700" y="2232736"/>
                  </a:lnTo>
                  <a:lnTo>
                    <a:pt x="5193315" y="2232736"/>
                  </a:lnTo>
                  <a:lnTo>
                    <a:pt x="5179930" y="2232736"/>
                  </a:lnTo>
                  <a:lnTo>
                    <a:pt x="5166545" y="2232736"/>
                  </a:lnTo>
                  <a:lnTo>
                    <a:pt x="5153160" y="2232736"/>
                  </a:lnTo>
                  <a:lnTo>
                    <a:pt x="5139775" y="2232736"/>
                  </a:lnTo>
                  <a:lnTo>
                    <a:pt x="5126391" y="2232736"/>
                  </a:lnTo>
                  <a:lnTo>
                    <a:pt x="5113006" y="2232736"/>
                  </a:lnTo>
                  <a:lnTo>
                    <a:pt x="5099621" y="2232736"/>
                  </a:lnTo>
                  <a:lnTo>
                    <a:pt x="5086236" y="2232736"/>
                  </a:lnTo>
                  <a:lnTo>
                    <a:pt x="5072851" y="2232736"/>
                  </a:lnTo>
                  <a:lnTo>
                    <a:pt x="5059466" y="2232736"/>
                  </a:lnTo>
                  <a:lnTo>
                    <a:pt x="5046082" y="2232736"/>
                  </a:lnTo>
                  <a:lnTo>
                    <a:pt x="5032697" y="2232736"/>
                  </a:lnTo>
                  <a:lnTo>
                    <a:pt x="5019312" y="2232736"/>
                  </a:lnTo>
                  <a:lnTo>
                    <a:pt x="5005927" y="2232736"/>
                  </a:lnTo>
                  <a:lnTo>
                    <a:pt x="4992542" y="2232736"/>
                  </a:lnTo>
                  <a:lnTo>
                    <a:pt x="4979157" y="2232736"/>
                  </a:lnTo>
                  <a:lnTo>
                    <a:pt x="4965773" y="2232736"/>
                  </a:lnTo>
                  <a:lnTo>
                    <a:pt x="4952388" y="2232736"/>
                  </a:lnTo>
                  <a:lnTo>
                    <a:pt x="4939003" y="2232736"/>
                  </a:lnTo>
                  <a:lnTo>
                    <a:pt x="4925618" y="2232736"/>
                  </a:lnTo>
                  <a:lnTo>
                    <a:pt x="4912233" y="2232736"/>
                  </a:lnTo>
                  <a:lnTo>
                    <a:pt x="4898848" y="2232736"/>
                  </a:lnTo>
                  <a:lnTo>
                    <a:pt x="4885464" y="2232736"/>
                  </a:lnTo>
                  <a:lnTo>
                    <a:pt x="4872079" y="2232736"/>
                  </a:lnTo>
                  <a:lnTo>
                    <a:pt x="4858694" y="2232736"/>
                  </a:lnTo>
                  <a:lnTo>
                    <a:pt x="4845309" y="2232736"/>
                  </a:lnTo>
                  <a:lnTo>
                    <a:pt x="4831924" y="2232736"/>
                  </a:lnTo>
                  <a:lnTo>
                    <a:pt x="4818539" y="2232736"/>
                  </a:lnTo>
                  <a:lnTo>
                    <a:pt x="4805155" y="2232736"/>
                  </a:lnTo>
                  <a:lnTo>
                    <a:pt x="4791770" y="2232736"/>
                  </a:lnTo>
                  <a:lnTo>
                    <a:pt x="4778385" y="2232736"/>
                  </a:lnTo>
                  <a:lnTo>
                    <a:pt x="4765000" y="2232736"/>
                  </a:lnTo>
                  <a:lnTo>
                    <a:pt x="4751615" y="2232736"/>
                  </a:lnTo>
                  <a:lnTo>
                    <a:pt x="4738230" y="2232736"/>
                  </a:lnTo>
                  <a:lnTo>
                    <a:pt x="4724846" y="2232736"/>
                  </a:lnTo>
                  <a:lnTo>
                    <a:pt x="4711461" y="2232736"/>
                  </a:lnTo>
                  <a:lnTo>
                    <a:pt x="4698076" y="2232736"/>
                  </a:lnTo>
                  <a:lnTo>
                    <a:pt x="4684691" y="2232736"/>
                  </a:lnTo>
                  <a:lnTo>
                    <a:pt x="4671306" y="2232736"/>
                  </a:lnTo>
                  <a:lnTo>
                    <a:pt x="4657921" y="2232736"/>
                  </a:lnTo>
                  <a:lnTo>
                    <a:pt x="4644537" y="2232736"/>
                  </a:lnTo>
                  <a:lnTo>
                    <a:pt x="4631152" y="2232736"/>
                  </a:lnTo>
                  <a:lnTo>
                    <a:pt x="4617767" y="2232736"/>
                  </a:lnTo>
                  <a:lnTo>
                    <a:pt x="4604382" y="2232736"/>
                  </a:lnTo>
                  <a:lnTo>
                    <a:pt x="4590997" y="2232736"/>
                  </a:lnTo>
                  <a:lnTo>
                    <a:pt x="4577612" y="2232736"/>
                  </a:lnTo>
                  <a:lnTo>
                    <a:pt x="4564228" y="2232736"/>
                  </a:lnTo>
                  <a:lnTo>
                    <a:pt x="4550843" y="2232736"/>
                  </a:lnTo>
                  <a:lnTo>
                    <a:pt x="4537458" y="2232736"/>
                  </a:lnTo>
                  <a:lnTo>
                    <a:pt x="4524073" y="2232736"/>
                  </a:lnTo>
                  <a:lnTo>
                    <a:pt x="4510688" y="2232736"/>
                  </a:lnTo>
                  <a:lnTo>
                    <a:pt x="4497303" y="2232736"/>
                  </a:lnTo>
                  <a:lnTo>
                    <a:pt x="4483919" y="2232736"/>
                  </a:lnTo>
                  <a:lnTo>
                    <a:pt x="4470534" y="2232736"/>
                  </a:lnTo>
                  <a:lnTo>
                    <a:pt x="4457149" y="2232736"/>
                  </a:lnTo>
                  <a:lnTo>
                    <a:pt x="4443764" y="2232736"/>
                  </a:lnTo>
                  <a:lnTo>
                    <a:pt x="4430379" y="2232736"/>
                  </a:lnTo>
                  <a:lnTo>
                    <a:pt x="4416994" y="2232736"/>
                  </a:lnTo>
                  <a:lnTo>
                    <a:pt x="4403610" y="2232736"/>
                  </a:lnTo>
                  <a:lnTo>
                    <a:pt x="4390225" y="2232736"/>
                  </a:lnTo>
                  <a:lnTo>
                    <a:pt x="4376840" y="2232736"/>
                  </a:lnTo>
                  <a:lnTo>
                    <a:pt x="4363455" y="2232736"/>
                  </a:lnTo>
                  <a:lnTo>
                    <a:pt x="4350070" y="2232736"/>
                  </a:lnTo>
                  <a:lnTo>
                    <a:pt x="4336685" y="2232736"/>
                  </a:lnTo>
                  <a:lnTo>
                    <a:pt x="4323301" y="2232736"/>
                  </a:lnTo>
                  <a:lnTo>
                    <a:pt x="4309916" y="2232736"/>
                  </a:lnTo>
                  <a:lnTo>
                    <a:pt x="4296531" y="2232736"/>
                  </a:lnTo>
                  <a:lnTo>
                    <a:pt x="4283146" y="2232736"/>
                  </a:lnTo>
                  <a:lnTo>
                    <a:pt x="4269761" y="2232736"/>
                  </a:lnTo>
                  <a:lnTo>
                    <a:pt x="4256376" y="2232736"/>
                  </a:lnTo>
                  <a:lnTo>
                    <a:pt x="4242992" y="2232736"/>
                  </a:lnTo>
                  <a:lnTo>
                    <a:pt x="4229607" y="2232736"/>
                  </a:lnTo>
                  <a:lnTo>
                    <a:pt x="4216222" y="2232736"/>
                  </a:lnTo>
                  <a:lnTo>
                    <a:pt x="4202837" y="2232736"/>
                  </a:lnTo>
                  <a:lnTo>
                    <a:pt x="4189452" y="2232736"/>
                  </a:lnTo>
                  <a:lnTo>
                    <a:pt x="4176067" y="2232736"/>
                  </a:lnTo>
                  <a:lnTo>
                    <a:pt x="4162683" y="2232736"/>
                  </a:lnTo>
                  <a:lnTo>
                    <a:pt x="4149298" y="2232736"/>
                  </a:lnTo>
                  <a:lnTo>
                    <a:pt x="4135913" y="2232736"/>
                  </a:lnTo>
                  <a:lnTo>
                    <a:pt x="4122528" y="2232736"/>
                  </a:lnTo>
                  <a:lnTo>
                    <a:pt x="4109143" y="2232736"/>
                  </a:lnTo>
                  <a:lnTo>
                    <a:pt x="4095758" y="2232736"/>
                  </a:lnTo>
                  <a:lnTo>
                    <a:pt x="4082374" y="2232736"/>
                  </a:lnTo>
                  <a:lnTo>
                    <a:pt x="4068989" y="2232736"/>
                  </a:lnTo>
                  <a:lnTo>
                    <a:pt x="4055604" y="2232736"/>
                  </a:lnTo>
                  <a:lnTo>
                    <a:pt x="4042219" y="2232736"/>
                  </a:lnTo>
                  <a:lnTo>
                    <a:pt x="4028834" y="2232736"/>
                  </a:lnTo>
                  <a:lnTo>
                    <a:pt x="4015449" y="2232736"/>
                  </a:lnTo>
                  <a:lnTo>
                    <a:pt x="4002065" y="2232736"/>
                  </a:lnTo>
                  <a:lnTo>
                    <a:pt x="3988680" y="2232736"/>
                  </a:lnTo>
                  <a:lnTo>
                    <a:pt x="3975295" y="2232736"/>
                  </a:lnTo>
                  <a:lnTo>
                    <a:pt x="3961910" y="2232736"/>
                  </a:lnTo>
                  <a:lnTo>
                    <a:pt x="3948525" y="2232736"/>
                  </a:lnTo>
                  <a:lnTo>
                    <a:pt x="3935140" y="2232736"/>
                  </a:lnTo>
                  <a:lnTo>
                    <a:pt x="3921756" y="2232736"/>
                  </a:lnTo>
                  <a:lnTo>
                    <a:pt x="3908371" y="2232736"/>
                  </a:lnTo>
                  <a:lnTo>
                    <a:pt x="3894986" y="2232736"/>
                  </a:lnTo>
                  <a:lnTo>
                    <a:pt x="3881601" y="2232736"/>
                  </a:lnTo>
                  <a:lnTo>
                    <a:pt x="3868216" y="2232736"/>
                  </a:lnTo>
                  <a:lnTo>
                    <a:pt x="3854831" y="2232736"/>
                  </a:lnTo>
                  <a:lnTo>
                    <a:pt x="3841447" y="2232736"/>
                  </a:lnTo>
                  <a:lnTo>
                    <a:pt x="3828062" y="2232736"/>
                  </a:lnTo>
                  <a:lnTo>
                    <a:pt x="3814677" y="2232736"/>
                  </a:lnTo>
                  <a:lnTo>
                    <a:pt x="3801292" y="2232736"/>
                  </a:lnTo>
                  <a:lnTo>
                    <a:pt x="3787907" y="2232736"/>
                  </a:lnTo>
                  <a:lnTo>
                    <a:pt x="3774522" y="2232736"/>
                  </a:lnTo>
                  <a:lnTo>
                    <a:pt x="3761138" y="2232736"/>
                  </a:lnTo>
                  <a:lnTo>
                    <a:pt x="3747753" y="2232736"/>
                  </a:lnTo>
                  <a:lnTo>
                    <a:pt x="3734368" y="2232736"/>
                  </a:lnTo>
                  <a:lnTo>
                    <a:pt x="3720983" y="2232736"/>
                  </a:lnTo>
                  <a:lnTo>
                    <a:pt x="3707598" y="2232736"/>
                  </a:lnTo>
                  <a:lnTo>
                    <a:pt x="3694213" y="2232736"/>
                  </a:lnTo>
                  <a:lnTo>
                    <a:pt x="3680829" y="2232736"/>
                  </a:lnTo>
                  <a:lnTo>
                    <a:pt x="3667444" y="2232736"/>
                  </a:lnTo>
                  <a:lnTo>
                    <a:pt x="3654059" y="2232736"/>
                  </a:lnTo>
                  <a:lnTo>
                    <a:pt x="3640674" y="2232736"/>
                  </a:lnTo>
                  <a:lnTo>
                    <a:pt x="3627289" y="2232736"/>
                  </a:lnTo>
                  <a:lnTo>
                    <a:pt x="3613904" y="2232736"/>
                  </a:lnTo>
                  <a:lnTo>
                    <a:pt x="3600520" y="2232736"/>
                  </a:lnTo>
                  <a:lnTo>
                    <a:pt x="3587135" y="2232736"/>
                  </a:lnTo>
                  <a:lnTo>
                    <a:pt x="3573750" y="2232736"/>
                  </a:lnTo>
                  <a:lnTo>
                    <a:pt x="3560365" y="2232736"/>
                  </a:lnTo>
                  <a:lnTo>
                    <a:pt x="3546980" y="2232736"/>
                  </a:lnTo>
                  <a:lnTo>
                    <a:pt x="3533595" y="2232736"/>
                  </a:lnTo>
                  <a:lnTo>
                    <a:pt x="3520211" y="2232736"/>
                  </a:lnTo>
                  <a:lnTo>
                    <a:pt x="3506826" y="2232736"/>
                  </a:lnTo>
                  <a:lnTo>
                    <a:pt x="3493441" y="2232736"/>
                  </a:lnTo>
                  <a:lnTo>
                    <a:pt x="3480056" y="2232736"/>
                  </a:lnTo>
                  <a:lnTo>
                    <a:pt x="3466671" y="2232736"/>
                  </a:lnTo>
                  <a:lnTo>
                    <a:pt x="3453286" y="2232736"/>
                  </a:lnTo>
                  <a:lnTo>
                    <a:pt x="3439902" y="2232736"/>
                  </a:lnTo>
                  <a:lnTo>
                    <a:pt x="3426517" y="2232736"/>
                  </a:lnTo>
                  <a:lnTo>
                    <a:pt x="3413132" y="2232736"/>
                  </a:lnTo>
                  <a:lnTo>
                    <a:pt x="3399747" y="2232736"/>
                  </a:lnTo>
                  <a:lnTo>
                    <a:pt x="3386362" y="2232736"/>
                  </a:lnTo>
                  <a:lnTo>
                    <a:pt x="3372977" y="2232736"/>
                  </a:lnTo>
                  <a:lnTo>
                    <a:pt x="3359593" y="2232736"/>
                  </a:lnTo>
                  <a:lnTo>
                    <a:pt x="3346208" y="2232736"/>
                  </a:lnTo>
                  <a:lnTo>
                    <a:pt x="3332823" y="2232736"/>
                  </a:lnTo>
                  <a:lnTo>
                    <a:pt x="3319438" y="2232736"/>
                  </a:lnTo>
                  <a:lnTo>
                    <a:pt x="3306053" y="2232736"/>
                  </a:lnTo>
                  <a:lnTo>
                    <a:pt x="3292668" y="2232736"/>
                  </a:lnTo>
                  <a:lnTo>
                    <a:pt x="3279284" y="2232736"/>
                  </a:lnTo>
                  <a:lnTo>
                    <a:pt x="3265899" y="2232736"/>
                  </a:lnTo>
                  <a:lnTo>
                    <a:pt x="3252514" y="2232736"/>
                  </a:lnTo>
                  <a:lnTo>
                    <a:pt x="3239129" y="2232736"/>
                  </a:lnTo>
                  <a:lnTo>
                    <a:pt x="3225744" y="2232736"/>
                  </a:lnTo>
                  <a:lnTo>
                    <a:pt x="3212359" y="2232736"/>
                  </a:lnTo>
                  <a:lnTo>
                    <a:pt x="3198975" y="2232736"/>
                  </a:lnTo>
                  <a:lnTo>
                    <a:pt x="3185590" y="2232736"/>
                  </a:lnTo>
                  <a:lnTo>
                    <a:pt x="3172205" y="2232736"/>
                  </a:lnTo>
                  <a:lnTo>
                    <a:pt x="3158820" y="2232736"/>
                  </a:lnTo>
                  <a:lnTo>
                    <a:pt x="3145435" y="2232736"/>
                  </a:lnTo>
                  <a:lnTo>
                    <a:pt x="3132050" y="2232736"/>
                  </a:lnTo>
                  <a:lnTo>
                    <a:pt x="3118666" y="2232736"/>
                  </a:lnTo>
                  <a:lnTo>
                    <a:pt x="3105281" y="2232736"/>
                  </a:lnTo>
                  <a:lnTo>
                    <a:pt x="3091896" y="2232736"/>
                  </a:lnTo>
                  <a:lnTo>
                    <a:pt x="3078511" y="2232736"/>
                  </a:lnTo>
                  <a:lnTo>
                    <a:pt x="3065126" y="2232736"/>
                  </a:lnTo>
                  <a:lnTo>
                    <a:pt x="3051741" y="2232736"/>
                  </a:lnTo>
                  <a:lnTo>
                    <a:pt x="3038357" y="2232736"/>
                  </a:lnTo>
                  <a:lnTo>
                    <a:pt x="3024972" y="2232736"/>
                  </a:lnTo>
                  <a:lnTo>
                    <a:pt x="3011587" y="2232736"/>
                  </a:lnTo>
                  <a:lnTo>
                    <a:pt x="2998202" y="2232736"/>
                  </a:lnTo>
                  <a:lnTo>
                    <a:pt x="2984817" y="2232736"/>
                  </a:lnTo>
                  <a:lnTo>
                    <a:pt x="2971432" y="2232736"/>
                  </a:lnTo>
                  <a:lnTo>
                    <a:pt x="2958048" y="2232736"/>
                  </a:lnTo>
                  <a:lnTo>
                    <a:pt x="2944663" y="2232736"/>
                  </a:lnTo>
                  <a:lnTo>
                    <a:pt x="2931278" y="2232736"/>
                  </a:lnTo>
                  <a:lnTo>
                    <a:pt x="2917893" y="2232736"/>
                  </a:lnTo>
                  <a:lnTo>
                    <a:pt x="2904508" y="2232736"/>
                  </a:lnTo>
                  <a:lnTo>
                    <a:pt x="2891123" y="2232736"/>
                  </a:lnTo>
                  <a:lnTo>
                    <a:pt x="2877739" y="2232736"/>
                  </a:lnTo>
                  <a:lnTo>
                    <a:pt x="2864354" y="2232736"/>
                  </a:lnTo>
                  <a:lnTo>
                    <a:pt x="2850969" y="2232736"/>
                  </a:lnTo>
                  <a:lnTo>
                    <a:pt x="2837584" y="2232736"/>
                  </a:lnTo>
                  <a:lnTo>
                    <a:pt x="2824199" y="2232736"/>
                  </a:lnTo>
                  <a:lnTo>
                    <a:pt x="2810814" y="2232736"/>
                  </a:lnTo>
                  <a:lnTo>
                    <a:pt x="2797430" y="2232736"/>
                  </a:lnTo>
                  <a:lnTo>
                    <a:pt x="2784045" y="2232736"/>
                  </a:lnTo>
                  <a:lnTo>
                    <a:pt x="2770660" y="2232736"/>
                  </a:lnTo>
                  <a:lnTo>
                    <a:pt x="2757275" y="2232736"/>
                  </a:lnTo>
                  <a:lnTo>
                    <a:pt x="2743890" y="2232736"/>
                  </a:lnTo>
                  <a:lnTo>
                    <a:pt x="2730505" y="2232736"/>
                  </a:lnTo>
                  <a:lnTo>
                    <a:pt x="2717121" y="2232736"/>
                  </a:lnTo>
                  <a:lnTo>
                    <a:pt x="2703736" y="2232736"/>
                  </a:lnTo>
                  <a:lnTo>
                    <a:pt x="2690351" y="2232736"/>
                  </a:lnTo>
                  <a:lnTo>
                    <a:pt x="2676966" y="2232736"/>
                  </a:lnTo>
                  <a:lnTo>
                    <a:pt x="2663581" y="2232736"/>
                  </a:lnTo>
                  <a:lnTo>
                    <a:pt x="2650196" y="2232736"/>
                  </a:lnTo>
                  <a:lnTo>
                    <a:pt x="2636812" y="2232736"/>
                  </a:lnTo>
                  <a:lnTo>
                    <a:pt x="2623427" y="2232736"/>
                  </a:lnTo>
                  <a:lnTo>
                    <a:pt x="2610042" y="2232736"/>
                  </a:lnTo>
                  <a:lnTo>
                    <a:pt x="2596657" y="2232736"/>
                  </a:lnTo>
                  <a:lnTo>
                    <a:pt x="2583272" y="2232736"/>
                  </a:lnTo>
                  <a:lnTo>
                    <a:pt x="2569887" y="2232736"/>
                  </a:lnTo>
                  <a:lnTo>
                    <a:pt x="2556503" y="2232736"/>
                  </a:lnTo>
                  <a:lnTo>
                    <a:pt x="2543118" y="2232736"/>
                  </a:lnTo>
                  <a:lnTo>
                    <a:pt x="2529733" y="2232736"/>
                  </a:lnTo>
                  <a:lnTo>
                    <a:pt x="2516348" y="2232736"/>
                  </a:lnTo>
                  <a:lnTo>
                    <a:pt x="2502963" y="2232736"/>
                  </a:lnTo>
                  <a:lnTo>
                    <a:pt x="2489578" y="2232736"/>
                  </a:lnTo>
                  <a:lnTo>
                    <a:pt x="2476194" y="2232736"/>
                  </a:lnTo>
                  <a:lnTo>
                    <a:pt x="2462809" y="2232736"/>
                  </a:lnTo>
                  <a:lnTo>
                    <a:pt x="2449424" y="2232736"/>
                  </a:lnTo>
                  <a:lnTo>
                    <a:pt x="2436039" y="2232736"/>
                  </a:lnTo>
                  <a:lnTo>
                    <a:pt x="2422654" y="2232736"/>
                  </a:lnTo>
                  <a:lnTo>
                    <a:pt x="2409269" y="2232736"/>
                  </a:lnTo>
                  <a:lnTo>
                    <a:pt x="2395885" y="2232736"/>
                  </a:lnTo>
                  <a:lnTo>
                    <a:pt x="2382500" y="2232736"/>
                  </a:lnTo>
                  <a:lnTo>
                    <a:pt x="2369115" y="2232736"/>
                  </a:lnTo>
                  <a:lnTo>
                    <a:pt x="2355730" y="2232736"/>
                  </a:lnTo>
                  <a:lnTo>
                    <a:pt x="2342345" y="2232736"/>
                  </a:lnTo>
                  <a:lnTo>
                    <a:pt x="2328960" y="2232736"/>
                  </a:lnTo>
                  <a:lnTo>
                    <a:pt x="2315576" y="2232736"/>
                  </a:lnTo>
                  <a:lnTo>
                    <a:pt x="2302191" y="2232736"/>
                  </a:lnTo>
                  <a:lnTo>
                    <a:pt x="2288806" y="2232736"/>
                  </a:lnTo>
                  <a:lnTo>
                    <a:pt x="2275421" y="2232736"/>
                  </a:lnTo>
                  <a:lnTo>
                    <a:pt x="2262036" y="2232736"/>
                  </a:lnTo>
                  <a:lnTo>
                    <a:pt x="2248651" y="2232736"/>
                  </a:lnTo>
                  <a:lnTo>
                    <a:pt x="2235267" y="2232736"/>
                  </a:lnTo>
                  <a:lnTo>
                    <a:pt x="2221882" y="2232736"/>
                  </a:lnTo>
                  <a:lnTo>
                    <a:pt x="2208497" y="2232736"/>
                  </a:lnTo>
                  <a:lnTo>
                    <a:pt x="2195112" y="2232736"/>
                  </a:lnTo>
                  <a:lnTo>
                    <a:pt x="2181727" y="2232736"/>
                  </a:lnTo>
                  <a:lnTo>
                    <a:pt x="2168342" y="2232736"/>
                  </a:lnTo>
                  <a:lnTo>
                    <a:pt x="2154958" y="2232736"/>
                  </a:lnTo>
                  <a:lnTo>
                    <a:pt x="2141573" y="2232736"/>
                  </a:lnTo>
                  <a:lnTo>
                    <a:pt x="2128188" y="2232736"/>
                  </a:lnTo>
                  <a:lnTo>
                    <a:pt x="2114803" y="2232736"/>
                  </a:lnTo>
                  <a:lnTo>
                    <a:pt x="2101418" y="2232736"/>
                  </a:lnTo>
                  <a:lnTo>
                    <a:pt x="2088033" y="2232736"/>
                  </a:lnTo>
                  <a:lnTo>
                    <a:pt x="2074649" y="2232736"/>
                  </a:lnTo>
                  <a:lnTo>
                    <a:pt x="2061264" y="2232736"/>
                  </a:lnTo>
                  <a:lnTo>
                    <a:pt x="2047879" y="2232736"/>
                  </a:lnTo>
                  <a:lnTo>
                    <a:pt x="2034494" y="2232736"/>
                  </a:lnTo>
                  <a:lnTo>
                    <a:pt x="2021109" y="2232736"/>
                  </a:lnTo>
                  <a:lnTo>
                    <a:pt x="2007724" y="2232736"/>
                  </a:lnTo>
                  <a:lnTo>
                    <a:pt x="1994340" y="2232736"/>
                  </a:lnTo>
                  <a:lnTo>
                    <a:pt x="1980955" y="2232736"/>
                  </a:lnTo>
                  <a:lnTo>
                    <a:pt x="1967570" y="2232736"/>
                  </a:lnTo>
                  <a:lnTo>
                    <a:pt x="1954185" y="2232736"/>
                  </a:lnTo>
                  <a:lnTo>
                    <a:pt x="1940800" y="2232736"/>
                  </a:lnTo>
                  <a:lnTo>
                    <a:pt x="1927415" y="2232736"/>
                  </a:lnTo>
                  <a:lnTo>
                    <a:pt x="1914031" y="2232736"/>
                  </a:lnTo>
                  <a:lnTo>
                    <a:pt x="1900646" y="2232736"/>
                  </a:lnTo>
                  <a:lnTo>
                    <a:pt x="1887261" y="2232736"/>
                  </a:lnTo>
                  <a:lnTo>
                    <a:pt x="1873876" y="2232736"/>
                  </a:lnTo>
                  <a:lnTo>
                    <a:pt x="1860491" y="2232736"/>
                  </a:lnTo>
                  <a:lnTo>
                    <a:pt x="1847106" y="2232736"/>
                  </a:lnTo>
                  <a:lnTo>
                    <a:pt x="1833722" y="2232736"/>
                  </a:lnTo>
                  <a:lnTo>
                    <a:pt x="1820337" y="2232736"/>
                  </a:lnTo>
                  <a:lnTo>
                    <a:pt x="1806952" y="2232736"/>
                  </a:lnTo>
                  <a:lnTo>
                    <a:pt x="1793567" y="2232736"/>
                  </a:lnTo>
                  <a:lnTo>
                    <a:pt x="1780182" y="2232736"/>
                  </a:lnTo>
                  <a:lnTo>
                    <a:pt x="1766797" y="2232736"/>
                  </a:lnTo>
                  <a:lnTo>
                    <a:pt x="1753413" y="2232736"/>
                  </a:lnTo>
                  <a:lnTo>
                    <a:pt x="1740028" y="2232736"/>
                  </a:lnTo>
                  <a:lnTo>
                    <a:pt x="1726643" y="2232736"/>
                  </a:lnTo>
                  <a:lnTo>
                    <a:pt x="1713258" y="2232736"/>
                  </a:lnTo>
                  <a:lnTo>
                    <a:pt x="1699873" y="2232736"/>
                  </a:lnTo>
                  <a:lnTo>
                    <a:pt x="1686488" y="2232736"/>
                  </a:lnTo>
                  <a:lnTo>
                    <a:pt x="1673104" y="2232736"/>
                  </a:lnTo>
                  <a:lnTo>
                    <a:pt x="1659719" y="2232736"/>
                  </a:lnTo>
                  <a:lnTo>
                    <a:pt x="1646334" y="2232736"/>
                  </a:lnTo>
                  <a:lnTo>
                    <a:pt x="1632949" y="2232736"/>
                  </a:lnTo>
                  <a:lnTo>
                    <a:pt x="1619564" y="2232736"/>
                  </a:lnTo>
                  <a:lnTo>
                    <a:pt x="1606179" y="2232736"/>
                  </a:lnTo>
                  <a:lnTo>
                    <a:pt x="1592795" y="2232736"/>
                  </a:lnTo>
                  <a:lnTo>
                    <a:pt x="1579410" y="2232736"/>
                  </a:lnTo>
                  <a:lnTo>
                    <a:pt x="1566025" y="2232736"/>
                  </a:lnTo>
                  <a:lnTo>
                    <a:pt x="1552640" y="2232736"/>
                  </a:lnTo>
                  <a:lnTo>
                    <a:pt x="1539255" y="2232736"/>
                  </a:lnTo>
                  <a:lnTo>
                    <a:pt x="1525870" y="2232736"/>
                  </a:lnTo>
                  <a:lnTo>
                    <a:pt x="1512486" y="2232736"/>
                  </a:lnTo>
                  <a:lnTo>
                    <a:pt x="1499101" y="2232736"/>
                  </a:lnTo>
                  <a:lnTo>
                    <a:pt x="1485716" y="2232736"/>
                  </a:lnTo>
                  <a:lnTo>
                    <a:pt x="1472331" y="2232736"/>
                  </a:lnTo>
                  <a:lnTo>
                    <a:pt x="1458946" y="2232736"/>
                  </a:lnTo>
                  <a:lnTo>
                    <a:pt x="1445561" y="2232736"/>
                  </a:lnTo>
                  <a:lnTo>
                    <a:pt x="1432177" y="2232736"/>
                  </a:lnTo>
                  <a:lnTo>
                    <a:pt x="1418792" y="2232736"/>
                  </a:lnTo>
                  <a:lnTo>
                    <a:pt x="1405407" y="2232736"/>
                  </a:lnTo>
                  <a:lnTo>
                    <a:pt x="1392022" y="2232736"/>
                  </a:lnTo>
                  <a:lnTo>
                    <a:pt x="1378637" y="2232736"/>
                  </a:lnTo>
                  <a:lnTo>
                    <a:pt x="1365252" y="2232736"/>
                  </a:lnTo>
                  <a:lnTo>
                    <a:pt x="1351868" y="2232736"/>
                  </a:lnTo>
                  <a:lnTo>
                    <a:pt x="1338483" y="2232736"/>
                  </a:lnTo>
                  <a:lnTo>
                    <a:pt x="1325098" y="2232736"/>
                  </a:lnTo>
                  <a:lnTo>
                    <a:pt x="1311713" y="2232736"/>
                  </a:lnTo>
                  <a:lnTo>
                    <a:pt x="1298328" y="2232736"/>
                  </a:lnTo>
                  <a:lnTo>
                    <a:pt x="1284943" y="2232736"/>
                  </a:lnTo>
                  <a:lnTo>
                    <a:pt x="1271559" y="2232736"/>
                  </a:lnTo>
                  <a:lnTo>
                    <a:pt x="1258174" y="2232736"/>
                  </a:lnTo>
                  <a:lnTo>
                    <a:pt x="1244789" y="2232736"/>
                  </a:lnTo>
                  <a:lnTo>
                    <a:pt x="1231404" y="2232736"/>
                  </a:lnTo>
                  <a:lnTo>
                    <a:pt x="1218019" y="2232736"/>
                  </a:lnTo>
                  <a:lnTo>
                    <a:pt x="1204634" y="2232736"/>
                  </a:lnTo>
                  <a:lnTo>
                    <a:pt x="1191250" y="2232736"/>
                  </a:lnTo>
                  <a:lnTo>
                    <a:pt x="1177865" y="2232736"/>
                  </a:lnTo>
                  <a:lnTo>
                    <a:pt x="1164480" y="2232736"/>
                  </a:lnTo>
                  <a:lnTo>
                    <a:pt x="1151095" y="2232736"/>
                  </a:lnTo>
                  <a:lnTo>
                    <a:pt x="1137710" y="2232736"/>
                  </a:lnTo>
                  <a:lnTo>
                    <a:pt x="1124325" y="2232736"/>
                  </a:lnTo>
                  <a:lnTo>
                    <a:pt x="1110941" y="2232736"/>
                  </a:lnTo>
                  <a:lnTo>
                    <a:pt x="1097556" y="2232736"/>
                  </a:lnTo>
                  <a:lnTo>
                    <a:pt x="1084171" y="2232736"/>
                  </a:lnTo>
                  <a:lnTo>
                    <a:pt x="1070786" y="2232736"/>
                  </a:lnTo>
                  <a:lnTo>
                    <a:pt x="1057401" y="2232736"/>
                  </a:lnTo>
                  <a:lnTo>
                    <a:pt x="1044016" y="2232736"/>
                  </a:lnTo>
                  <a:lnTo>
                    <a:pt x="1030632" y="2232736"/>
                  </a:lnTo>
                  <a:lnTo>
                    <a:pt x="1017247" y="2232736"/>
                  </a:lnTo>
                  <a:lnTo>
                    <a:pt x="1003862" y="2232736"/>
                  </a:lnTo>
                  <a:lnTo>
                    <a:pt x="990477" y="2232736"/>
                  </a:lnTo>
                  <a:lnTo>
                    <a:pt x="977092" y="2232736"/>
                  </a:lnTo>
                  <a:lnTo>
                    <a:pt x="963707" y="2232736"/>
                  </a:lnTo>
                  <a:lnTo>
                    <a:pt x="950323" y="2232736"/>
                  </a:lnTo>
                  <a:lnTo>
                    <a:pt x="936938" y="2232736"/>
                  </a:lnTo>
                  <a:lnTo>
                    <a:pt x="923553" y="2232736"/>
                  </a:lnTo>
                  <a:lnTo>
                    <a:pt x="910168" y="2232736"/>
                  </a:lnTo>
                  <a:lnTo>
                    <a:pt x="896783" y="2232736"/>
                  </a:lnTo>
                  <a:lnTo>
                    <a:pt x="883398" y="2232736"/>
                  </a:lnTo>
                  <a:lnTo>
                    <a:pt x="870014" y="2232736"/>
                  </a:lnTo>
                  <a:lnTo>
                    <a:pt x="856629" y="2232736"/>
                  </a:lnTo>
                  <a:lnTo>
                    <a:pt x="843244" y="2232736"/>
                  </a:lnTo>
                  <a:lnTo>
                    <a:pt x="829859" y="2232736"/>
                  </a:lnTo>
                  <a:lnTo>
                    <a:pt x="816474" y="2232736"/>
                  </a:lnTo>
                  <a:lnTo>
                    <a:pt x="803089" y="2232736"/>
                  </a:lnTo>
                  <a:lnTo>
                    <a:pt x="789705" y="2232736"/>
                  </a:lnTo>
                  <a:lnTo>
                    <a:pt x="776320" y="2232736"/>
                  </a:lnTo>
                  <a:lnTo>
                    <a:pt x="762935" y="2232736"/>
                  </a:lnTo>
                  <a:lnTo>
                    <a:pt x="749550" y="2232736"/>
                  </a:lnTo>
                  <a:lnTo>
                    <a:pt x="736165" y="2232736"/>
                  </a:lnTo>
                  <a:lnTo>
                    <a:pt x="722780" y="2232736"/>
                  </a:lnTo>
                  <a:lnTo>
                    <a:pt x="709396" y="2232736"/>
                  </a:lnTo>
                  <a:lnTo>
                    <a:pt x="696011" y="2232736"/>
                  </a:lnTo>
                  <a:lnTo>
                    <a:pt x="682626" y="2232736"/>
                  </a:lnTo>
                  <a:lnTo>
                    <a:pt x="669241" y="2232736"/>
                  </a:lnTo>
                  <a:lnTo>
                    <a:pt x="655856" y="2232736"/>
                  </a:lnTo>
                  <a:lnTo>
                    <a:pt x="642471" y="2232736"/>
                  </a:lnTo>
                  <a:lnTo>
                    <a:pt x="629087" y="2232736"/>
                  </a:lnTo>
                  <a:lnTo>
                    <a:pt x="615702" y="2232736"/>
                  </a:lnTo>
                  <a:lnTo>
                    <a:pt x="602317" y="2232736"/>
                  </a:lnTo>
                  <a:lnTo>
                    <a:pt x="588932" y="2232736"/>
                  </a:lnTo>
                  <a:lnTo>
                    <a:pt x="575547" y="2232736"/>
                  </a:lnTo>
                  <a:lnTo>
                    <a:pt x="562162" y="2232736"/>
                  </a:lnTo>
                  <a:lnTo>
                    <a:pt x="548778" y="2232736"/>
                  </a:lnTo>
                  <a:lnTo>
                    <a:pt x="535393" y="2232736"/>
                  </a:lnTo>
                  <a:lnTo>
                    <a:pt x="522008" y="2232736"/>
                  </a:lnTo>
                  <a:lnTo>
                    <a:pt x="508623" y="2232736"/>
                  </a:lnTo>
                  <a:lnTo>
                    <a:pt x="495238" y="2232736"/>
                  </a:lnTo>
                  <a:lnTo>
                    <a:pt x="481853" y="2232736"/>
                  </a:lnTo>
                  <a:lnTo>
                    <a:pt x="468469" y="2232736"/>
                  </a:lnTo>
                  <a:lnTo>
                    <a:pt x="455084" y="2232736"/>
                  </a:lnTo>
                  <a:lnTo>
                    <a:pt x="441699" y="2232736"/>
                  </a:lnTo>
                  <a:lnTo>
                    <a:pt x="428314" y="2232736"/>
                  </a:lnTo>
                  <a:lnTo>
                    <a:pt x="414929" y="2232736"/>
                  </a:lnTo>
                  <a:lnTo>
                    <a:pt x="401544" y="2232736"/>
                  </a:lnTo>
                  <a:lnTo>
                    <a:pt x="388160" y="2232736"/>
                  </a:lnTo>
                  <a:lnTo>
                    <a:pt x="374775" y="2232736"/>
                  </a:lnTo>
                  <a:lnTo>
                    <a:pt x="361390" y="2232736"/>
                  </a:lnTo>
                  <a:lnTo>
                    <a:pt x="348005" y="2232736"/>
                  </a:lnTo>
                  <a:lnTo>
                    <a:pt x="334620" y="2232736"/>
                  </a:lnTo>
                  <a:lnTo>
                    <a:pt x="321235" y="2232736"/>
                  </a:lnTo>
                  <a:lnTo>
                    <a:pt x="307851" y="2232736"/>
                  </a:lnTo>
                  <a:lnTo>
                    <a:pt x="294466" y="2232736"/>
                  </a:lnTo>
                  <a:lnTo>
                    <a:pt x="281081" y="2232736"/>
                  </a:lnTo>
                  <a:lnTo>
                    <a:pt x="267696" y="2232736"/>
                  </a:lnTo>
                  <a:lnTo>
                    <a:pt x="254311" y="2232736"/>
                  </a:lnTo>
                  <a:lnTo>
                    <a:pt x="240926" y="2232736"/>
                  </a:lnTo>
                  <a:lnTo>
                    <a:pt x="227542" y="2232736"/>
                  </a:lnTo>
                  <a:lnTo>
                    <a:pt x="214157" y="2232736"/>
                  </a:lnTo>
                  <a:lnTo>
                    <a:pt x="200772" y="2232736"/>
                  </a:lnTo>
                  <a:lnTo>
                    <a:pt x="187387" y="2232736"/>
                  </a:lnTo>
                  <a:lnTo>
                    <a:pt x="174002" y="2232736"/>
                  </a:lnTo>
                  <a:lnTo>
                    <a:pt x="160617" y="2232736"/>
                  </a:lnTo>
                  <a:lnTo>
                    <a:pt x="147233" y="2232736"/>
                  </a:lnTo>
                  <a:lnTo>
                    <a:pt x="133848" y="2232736"/>
                  </a:lnTo>
                  <a:lnTo>
                    <a:pt x="120463" y="2232736"/>
                  </a:lnTo>
                  <a:lnTo>
                    <a:pt x="107078" y="2232736"/>
                  </a:lnTo>
                  <a:lnTo>
                    <a:pt x="93693" y="2232736"/>
                  </a:lnTo>
                  <a:lnTo>
                    <a:pt x="80308" y="2232736"/>
                  </a:lnTo>
                  <a:lnTo>
                    <a:pt x="66924" y="2232736"/>
                  </a:lnTo>
                  <a:lnTo>
                    <a:pt x="53539" y="2232736"/>
                  </a:lnTo>
                  <a:lnTo>
                    <a:pt x="40154" y="2232736"/>
                  </a:lnTo>
                  <a:lnTo>
                    <a:pt x="26769" y="2232736"/>
                  </a:lnTo>
                  <a:lnTo>
                    <a:pt x="13384" y="2232736"/>
                  </a:lnTo>
                  <a:lnTo>
                    <a:pt x="0" y="2232736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429252" y="3314889"/>
              <a:ext cx="6839649" cy="2207994"/>
            </a:xfrm>
            <a:custGeom>
              <a:avLst/>
              <a:pathLst>
                <a:path w="6839649" h="2207994">
                  <a:moveTo>
                    <a:pt x="0" y="2207994"/>
                  </a:moveTo>
                  <a:lnTo>
                    <a:pt x="13384" y="2206656"/>
                  </a:lnTo>
                  <a:lnTo>
                    <a:pt x="26769" y="2205273"/>
                  </a:lnTo>
                  <a:lnTo>
                    <a:pt x="40154" y="2203824"/>
                  </a:lnTo>
                  <a:lnTo>
                    <a:pt x="53539" y="2202337"/>
                  </a:lnTo>
                  <a:lnTo>
                    <a:pt x="66924" y="2200806"/>
                  </a:lnTo>
                  <a:lnTo>
                    <a:pt x="80308" y="2199208"/>
                  </a:lnTo>
                  <a:lnTo>
                    <a:pt x="93693" y="2197572"/>
                  </a:lnTo>
                  <a:lnTo>
                    <a:pt x="107078" y="2195892"/>
                  </a:lnTo>
                  <a:lnTo>
                    <a:pt x="120463" y="2194146"/>
                  </a:lnTo>
                  <a:lnTo>
                    <a:pt x="133848" y="2192362"/>
                  </a:lnTo>
                  <a:lnTo>
                    <a:pt x="147233" y="2190538"/>
                  </a:lnTo>
                  <a:lnTo>
                    <a:pt x="160617" y="2188647"/>
                  </a:lnTo>
                  <a:lnTo>
                    <a:pt x="174002" y="2186721"/>
                  </a:lnTo>
                  <a:lnTo>
                    <a:pt x="187387" y="2184757"/>
                  </a:lnTo>
                  <a:lnTo>
                    <a:pt x="200772" y="2182730"/>
                  </a:lnTo>
                  <a:lnTo>
                    <a:pt x="214157" y="2180670"/>
                  </a:lnTo>
                  <a:lnTo>
                    <a:pt x="227542" y="2178575"/>
                  </a:lnTo>
                  <a:lnTo>
                    <a:pt x="240926" y="2176422"/>
                  </a:lnTo>
                  <a:lnTo>
                    <a:pt x="254311" y="2174239"/>
                  </a:lnTo>
                  <a:lnTo>
                    <a:pt x="267696" y="2172026"/>
                  </a:lnTo>
                  <a:lnTo>
                    <a:pt x="281081" y="2169760"/>
                  </a:lnTo>
                  <a:lnTo>
                    <a:pt x="294466" y="2167468"/>
                  </a:lnTo>
                  <a:lnTo>
                    <a:pt x="307851" y="2165151"/>
                  </a:lnTo>
                  <a:lnTo>
                    <a:pt x="321235" y="2162789"/>
                  </a:lnTo>
                  <a:lnTo>
                    <a:pt x="334620" y="2160406"/>
                  </a:lnTo>
                  <a:lnTo>
                    <a:pt x="348005" y="2158001"/>
                  </a:lnTo>
                  <a:lnTo>
                    <a:pt x="361390" y="2155562"/>
                  </a:lnTo>
                  <a:lnTo>
                    <a:pt x="374775" y="2153106"/>
                  </a:lnTo>
                  <a:lnTo>
                    <a:pt x="388160" y="2150635"/>
                  </a:lnTo>
                  <a:lnTo>
                    <a:pt x="401544" y="2148138"/>
                  </a:lnTo>
                  <a:lnTo>
                    <a:pt x="414929" y="2145631"/>
                  </a:lnTo>
                  <a:lnTo>
                    <a:pt x="428314" y="2143113"/>
                  </a:lnTo>
                  <a:lnTo>
                    <a:pt x="441699" y="2140581"/>
                  </a:lnTo>
                  <a:lnTo>
                    <a:pt x="455084" y="2138044"/>
                  </a:lnTo>
                  <a:lnTo>
                    <a:pt x="468469" y="2135502"/>
                  </a:lnTo>
                  <a:lnTo>
                    <a:pt x="481853" y="2132957"/>
                  </a:lnTo>
                  <a:lnTo>
                    <a:pt x="495238" y="2130413"/>
                  </a:lnTo>
                  <a:lnTo>
                    <a:pt x="508623" y="2127869"/>
                  </a:lnTo>
                  <a:lnTo>
                    <a:pt x="522008" y="2125333"/>
                  </a:lnTo>
                  <a:lnTo>
                    <a:pt x="535393" y="2122803"/>
                  </a:lnTo>
                  <a:lnTo>
                    <a:pt x="548778" y="2120280"/>
                  </a:lnTo>
                  <a:lnTo>
                    <a:pt x="562162" y="2117773"/>
                  </a:lnTo>
                  <a:lnTo>
                    <a:pt x="575547" y="2115278"/>
                  </a:lnTo>
                  <a:lnTo>
                    <a:pt x="588932" y="2112795"/>
                  </a:lnTo>
                  <a:lnTo>
                    <a:pt x="602317" y="2110337"/>
                  </a:lnTo>
                  <a:lnTo>
                    <a:pt x="615702" y="2107895"/>
                  </a:lnTo>
                  <a:lnTo>
                    <a:pt x="629087" y="2105470"/>
                  </a:lnTo>
                  <a:lnTo>
                    <a:pt x="642471" y="2103076"/>
                  </a:lnTo>
                  <a:lnTo>
                    <a:pt x="655856" y="2100704"/>
                  </a:lnTo>
                  <a:lnTo>
                    <a:pt x="669241" y="2098351"/>
                  </a:lnTo>
                  <a:lnTo>
                    <a:pt x="682626" y="2096035"/>
                  </a:lnTo>
                  <a:lnTo>
                    <a:pt x="696011" y="2093743"/>
                  </a:lnTo>
                  <a:lnTo>
                    <a:pt x="709396" y="2091472"/>
                  </a:lnTo>
                  <a:lnTo>
                    <a:pt x="722780" y="2089241"/>
                  </a:lnTo>
                  <a:lnTo>
                    <a:pt x="736165" y="2087036"/>
                  </a:lnTo>
                  <a:lnTo>
                    <a:pt x="749550" y="2084853"/>
                  </a:lnTo>
                  <a:lnTo>
                    <a:pt x="762935" y="2082710"/>
                  </a:lnTo>
                  <a:lnTo>
                    <a:pt x="776320" y="2080593"/>
                  </a:lnTo>
                  <a:lnTo>
                    <a:pt x="789705" y="2078498"/>
                  </a:lnTo>
                  <a:lnTo>
                    <a:pt x="803089" y="2076440"/>
                  </a:lnTo>
                  <a:lnTo>
                    <a:pt x="816474" y="2074406"/>
                  </a:lnTo>
                  <a:lnTo>
                    <a:pt x="829859" y="2072391"/>
                  </a:lnTo>
                  <a:lnTo>
                    <a:pt x="843244" y="2070408"/>
                  </a:lnTo>
                  <a:lnTo>
                    <a:pt x="856629" y="2068444"/>
                  </a:lnTo>
                  <a:lnTo>
                    <a:pt x="870014" y="2066495"/>
                  </a:lnTo>
                  <a:lnTo>
                    <a:pt x="883398" y="2064570"/>
                  </a:lnTo>
                  <a:lnTo>
                    <a:pt x="896783" y="2062657"/>
                  </a:lnTo>
                  <a:lnTo>
                    <a:pt x="910168" y="2060753"/>
                  </a:lnTo>
                  <a:lnTo>
                    <a:pt x="923553" y="2058859"/>
                  </a:lnTo>
                  <a:lnTo>
                    <a:pt x="936938" y="2056969"/>
                  </a:lnTo>
                  <a:lnTo>
                    <a:pt x="950323" y="2055079"/>
                  </a:lnTo>
                  <a:lnTo>
                    <a:pt x="963707" y="2053185"/>
                  </a:lnTo>
                  <a:lnTo>
                    <a:pt x="977092" y="2051281"/>
                  </a:lnTo>
                  <a:lnTo>
                    <a:pt x="990477" y="2049367"/>
                  </a:lnTo>
                  <a:lnTo>
                    <a:pt x="1003862" y="2047431"/>
                  </a:lnTo>
                  <a:lnTo>
                    <a:pt x="1017247" y="2045468"/>
                  </a:lnTo>
                  <a:lnTo>
                    <a:pt x="1030632" y="2043484"/>
                  </a:lnTo>
                  <a:lnTo>
                    <a:pt x="1044016" y="2041454"/>
                  </a:lnTo>
                  <a:lnTo>
                    <a:pt x="1057401" y="2039380"/>
                  </a:lnTo>
                  <a:lnTo>
                    <a:pt x="1070786" y="2037270"/>
                  </a:lnTo>
                  <a:lnTo>
                    <a:pt x="1084171" y="2035090"/>
                  </a:lnTo>
                  <a:lnTo>
                    <a:pt x="1097556" y="2032844"/>
                  </a:lnTo>
                  <a:lnTo>
                    <a:pt x="1110941" y="2030544"/>
                  </a:lnTo>
                  <a:lnTo>
                    <a:pt x="1124325" y="2028149"/>
                  </a:lnTo>
                  <a:lnTo>
                    <a:pt x="1137710" y="2025661"/>
                  </a:lnTo>
                  <a:lnTo>
                    <a:pt x="1151095" y="2023103"/>
                  </a:lnTo>
                  <a:lnTo>
                    <a:pt x="1164480" y="2020419"/>
                  </a:lnTo>
                  <a:lnTo>
                    <a:pt x="1177865" y="2017617"/>
                  </a:lnTo>
                  <a:lnTo>
                    <a:pt x="1191250" y="2014723"/>
                  </a:lnTo>
                  <a:lnTo>
                    <a:pt x="1204634" y="2011674"/>
                  </a:lnTo>
                  <a:lnTo>
                    <a:pt x="1218019" y="2008476"/>
                  </a:lnTo>
                  <a:lnTo>
                    <a:pt x="1231404" y="2005167"/>
                  </a:lnTo>
                  <a:lnTo>
                    <a:pt x="1244789" y="2001672"/>
                  </a:lnTo>
                  <a:lnTo>
                    <a:pt x="1258174" y="1997996"/>
                  </a:lnTo>
                  <a:lnTo>
                    <a:pt x="1271559" y="1994188"/>
                  </a:lnTo>
                  <a:lnTo>
                    <a:pt x="1284943" y="1990164"/>
                  </a:lnTo>
                  <a:lnTo>
                    <a:pt x="1298328" y="1985927"/>
                  </a:lnTo>
                  <a:lnTo>
                    <a:pt x="1311713" y="1981536"/>
                  </a:lnTo>
                  <a:lnTo>
                    <a:pt x="1325098" y="1976901"/>
                  </a:lnTo>
                  <a:lnTo>
                    <a:pt x="1338483" y="1972020"/>
                  </a:lnTo>
                  <a:lnTo>
                    <a:pt x="1351868" y="1966965"/>
                  </a:lnTo>
                  <a:lnTo>
                    <a:pt x="1365252" y="1961639"/>
                  </a:lnTo>
                  <a:lnTo>
                    <a:pt x="1378637" y="1956036"/>
                  </a:lnTo>
                  <a:lnTo>
                    <a:pt x="1392022" y="1950240"/>
                  </a:lnTo>
                  <a:lnTo>
                    <a:pt x="1405407" y="1944149"/>
                  </a:lnTo>
                  <a:lnTo>
                    <a:pt x="1418792" y="1937753"/>
                  </a:lnTo>
                  <a:lnTo>
                    <a:pt x="1432177" y="1931147"/>
                  </a:lnTo>
                  <a:lnTo>
                    <a:pt x="1445561" y="1924226"/>
                  </a:lnTo>
                  <a:lnTo>
                    <a:pt x="1458946" y="1916974"/>
                  </a:lnTo>
                  <a:lnTo>
                    <a:pt x="1472331" y="1909498"/>
                  </a:lnTo>
                  <a:lnTo>
                    <a:pt x="1485716" y="1901693"/>
                  </a:lnTo>
                  <a:lnTo>
                    <a:pt x="1499101" y="1893535"/>
                  </a:lnTo>
                  <a:lnTo>
                    <a:pt x="1512486" y="1885144"/>
                  </a:lnTo>
                  <a:lnTo>
                    <a:pt x="1525870" y="1876414"/>
                  </a:lnTo>
                  <a:lnTo>
                    <a:pt x="1539255" y="1867316"/>
                  </a:lnTo>
                  <a:lnTo>
                    <a:pt x="1552640" y="1857978"/>
                  </a:lnTo>
                  <a:lnTo>
                    <a:pt x="1566025" y="1848299"/>
                  </a:lnTo>
                  <a:lnTo>
                    <a:pt x="1579410" y="1838242"/>
                  </a:lnTo>
                  <a:lnTo>
                    <a:pt x="1592795" y="1827943"/>
                  </a:lnTo>
                  <a:lnTo>
                    <a:pt x="1606179" y="1817306"/>
                  </a:lnTo>
                  <a:lnTo>
                    <a:pt x="1619564" y="1806289"/>
                  </a:lnTo>
                  <a:lnTo>
                    <a:pt x="1632949" y="1795033"/>
                  </a:lnTo>
                  <a:lnTo>
                    <a:pt x="1646334" y="1783449"/>
                  </a:lnTo>
                  <a:lnTo>
                    <a:pt x="1659719" y="1771490"/>
                  </a:lnTo>
                  <a:lnTo>
                    <a:pt x="1673104" y="1759299"/>
                  </a:lnTo>
                  <a:lnTo>
                    <a:pt x="1686488" y="1746797"/>
                  </a:lnTo>
                  <a:lnTo>
                    <a:pt x="1699873" y="1733932"/>
                  </a:lnTo>
                  <a:lnTo>
                    <a:pt x="1713258" y="1720848"/>
                  </a:lnTo>
                  <a:lnTo>
                    <a:pt x="1726643" y="1707474"/>
                  </a:lnTo>
                  <a:lnTo>
                    <a:pt x="1740028" y="1693757"/>
                  </a:lnTo>
                  <a:lnTo>
                    <a:pt x="1753413" y="1679836"/>
                  </a:lnTo>
                  <a:lnTo>
                    <a:pt x="1766797" y="1665652"/>
                  </a:lnTo>
                  <a:lnTo>
                    <a:pt x="1780182" y="1651151"/>
                  </a:lnTo>
                  <a:lnTo>
                    <a:pt x="1793567" y="1636467"/>
                  </a:lnTo>
                  <a:lnTo>
                    <a:pt x="1806952" y="1621549"/>
                  </a:lnTo>
                  <a:lnTo>
                    <a:pt x="1820337" y="1606346"/>
                  </a:lnTo>
                  <a:lnTo>
                    <a:pt x="1833722" y="1590982"/>
                  </a:lnTo>
                  <a:lnTo>
                    <a:pt x="1847106" y="1575417"/>
                  </a:lnTo>
                  <a:lnTo>
                    <a:pt x="1860491" y="1559603"/>
                  </a:lnTo>
                  <a:lnTo>
                    <a:pt x="1873876" y="1543653"/>
                  </a:lnTo>
                  <a:lnTo>
                    <a:pt x="1887261" y="1527534"/>
                  </a:lnTo>
                  <a:lnTo>
                    <a:pt x="1900646" y="1511206"/>
                  </a:lnTo>
                  <a:lnTo>
                    <a:pt x="1914031" y="1494767"/>
                  </a:lnTo>
                  <a:lnTo>
                    <a:pt x="1927415" y="1478192"/>
                  </a:lnTo>
                  <a:lnTo>
                    <a:pt x="1940800" y="1461449"/>
                  </a:lnTo>
                  <a:lnTo>
                    <a:pt x="1954185" y="1444618"/>
                  </a:lnTo>
                  <a:lnTo>
                    <a:pt x="1967570" y="1427685"/>
                  </a:lnTo>
                  <a:lnTo>
                    <a:pt x="1980955" y="1410623"/>
                  </a:lnTo>
                  <a:lnTo>
                    <a:pt x="1994340" y="1393497"/>
                  </a:lnTo>
                  <a:lnTo>
                    <a:pt x="2007724" y="1376298"/>
                  </a:lnTo>
                  <a:lnTo>
                    <a:pt x="2021109" y="1359009"/>
                  </a:lnTo>
                  <a:lnTo>
                    <a:pt x="2034494" y="1341677"/>
                  </a:lnTo>
                  <a:lnTo>
                    <a:pt x="2047879" y="1324298"/>
                  </a:lnTo>
                  <a:lnTo>
                    <a:pt x="2061264" y="1306864"/>
                  </a:lnTo>
                  <a:lnTo>
                    <a:pt x="2074649" y="1289407"/>
                  </a:lnTo>
                  <a:lnTo>
                    <a:pt x="2088033" y="1271925"/>
                  </a:lnTo>
                  <a:lnTo>
                    <a:pt x="2101418" y="1254419"/>
                  </a:lnTo>
                  <a:lnTo>
                    <a:pt x="2114803" y="1236907"/>
                  </a:lnTo>
                  <a:lnTo>
                    <a:pt x="2128188" y="1219387"/>
                  </a:lnTo>
                  <a:lnTo>
                    <a:pt x="2141573" y="1201871"/>
                  </a:lnTo>
                  <a:lnTo>
                    <a:pt x="2154958" y="1184361"/>
                  </a:lnTo>
                  <a:lnTo>
                    <a:pt x="2168342" y="1166860"/>
                  </a:lnTo>
                  <a:lnTo>
                    <a:pt x="2181727" y="1149383"/>
                  </a:lnTo>
                  <a:lnTo>
                    <a:pt x="2195112" y="1131924"/>
                  </a:lnTo>
                  <a:lnTo>
                    <a:pt x="2208497" y="1114484"/>
                  </a:lnTo>
                  <a:lnTo>
                    <a:pt x="2221882" y="1097088"/>
                  </a:lnTo>
                  <a:lnTo>
                    <a:pt x="2235267" y="1079718"/>
                  </a:lnTo>
                  <a:lnTo>
                    <a:pt x="2248651" y="1062377"/>
                  </a:lnTo>
                  <a:lnTo>
                    <a:pt x="2262036" y="1045094"/>
                  </a:lnTo>
                  <a:lnTo>
                    <a:pt x="2275421" y="1027844"/>
                  </a:lnTo>
                  <a:lnTo>
                    <a:pt x="2288806" y="1010631"/>
                  </a:lnTo>
                  <a:lnTo>
                    <a:pt x="2302191" y="993490"/>
                  </a:lnTo>
                  <a:lnTo>
                    <a:pt x="2315576" y="976390"/>
                  </a:lnTo>
                  <a:lnTo>
                    <a:pt x="2328960" y="959332"/>
                  </a:lnTo>
                  <a:lnTo>
                    <a:pt x="2342345" y="942361"/>
                  </a:lnTo>
                  <a:lnTo>
                    <a:pt x="2355730" y="925437"/>
                  </a:lnTo>
                  <a:lnTo>
                    <a:pt x="2369115" y="908564"/>
                  </a:lnTo>
                  <a:lnTo>
                    <a:pt x="2382500" y="891793"/>
                  </a:lnTo>
                  <a:lnTo>
                    <a:pt x="2395885" y="875079"/>
                  </a:lnTo>
                  <a:lnTo>
                    <a:pt x="2409269" y="858423"/>
                  </a:lnTo>
                  <a:lnTo>
                    <a:pt x="2422654" y="841890"/>
                  </a:lnTo>
                  <a:lnTo>
                    <a:pt x="2436039" y="825425"/>
                  </a:lnTo>
                  <a:lnTo>
                    <a:pt x="2449424" y="809028"/>
                  </a:lnTo>
                  <a:lnTo>
                    <a:pt x="2462809" y="792778"/>
                  </a:lnTo>
                  <a:lnTo>
                    <a:pt x="2476194" y="776612"/>
                  </a:lnTo>
                  <a:lnTo>
                    <a:pt x="2489578" y="760527"/>
                  </a:lnTo>
                  <a:lnTo>
                    <a:pt x="2502963" y="744618"/>
                  </a:lnTo>
                  <a:lnTo>
                    <a:pt x="2516348" y="728811"/>
                  </a:lnTo>
                  <a:lnTo>
                    <a:pt x="2529733" y="713103"/>
                  </a:lnTo>
                  <a:lnTo>
                    <a:pt x="2543118" y="697604"/>
                  </a:lnTo>
                  <a:lnTo>
                    <a:pt x="2556503" y="682231"/>
                  </a:lnTo>
                  <a:lnTo>
                    <a:pt x="2569887" y="666976"/>
                  </a:lnTo>
                  <a:lnTo>
                    <a:pt x="2583272" y="651969"/>
                  </a:lnTo>
                  <a:lnTo>
                    <a:pt x="2596657" y="637113"/>
                  </a:lnTo>
                  <a:lnTo>
                    <a:pt x="2610042" y="622400"/>
                  </a:lnTo>
                  <a:lnTo>
                    <a:pt x="2623427" y="607975"/>
                  </a:lnTo>
                  <a:lnTo>
                    <a:pt x="2636812" y="593731"/>
                  </a:lnTo>
                  <a:lnTo>
                    <a:pt x="2650196" y="579655"/>
                  </a:lnTo>
                  <a:lnTo>
                    <a:pt x="2663581" y="565910"/>
                  </a:lnTo>
                  <a:lnTo>
                    <a:pt x="2676966" y="552377"/>
                  </a:lnTo>
                  <a:lnTo>
                    <a:pt x="2690351" y="539037"/>
                  </a:lnTo>
                  <a:lnTo>
                    <a:pt x="2703736" y="526071"/>
                  </a:lnTo>
                  <a:lnTo>
                    <a:pt x="2717121" y="513348"/>
                  </a:lnTo>
                  <a:lnTo>
                    <a:pt x="2730505" y="500843"/>
                  </a:lnTo>
                  <a:lnTo>
                    <a:pt x="2743890" y="488751"/>
                  </a:lnTo>
                  <a:lnTo>
                    <a:pt x="2757275" y="476934"/>
                  </a:lnTo>
                  <a:lnTo>
                    <a:pt x="2770660" y="465356"/>
                  </a:lnTo>
                  <a:lnTo>
                    <a:pt x="2784045" y="454225"/>
                  </a:lnTo>
                  <a:lnTo>
                    <a:pt x="2797430" y="443395"/>
                  </a:lnTo>
                  <a:lnTo>
                    <a:pt x="2810814" y="432823"/>
                  </a:lnTo>
                  <a:lnTo>
                    <a:pt x="2824199" y="422723"/>
                  </a:lnTo>
                  <a:lnTo>
                    <a:pt x="2837584" y="412946"/>
                  </a:lnTo>
                  <a:lnTo>
                    <a:pt x="2850969" y="403441"/>
                  </a:lnTo>
                  <a:lnTo>
                    <a:pt x="2864354" y="394422"/>
                  </a:lnTo>
                  <a:lnTo>
                    <a:pt x="2877739" y="385741"/>
                  </a:lnTo>
                  <a:lnTo>
                    <a:pt x="2891123" y="377339"/>
                  </a:lnTo>
                  <a:lnTo>
                    <a:pt x="2904508" y="369426"/>
                  </a:lnTo>
                  <a:lnTo>
                    <a:pt x="2917893" y="361858"/>
                  </a:lnTo>
                  <a:lnTo>
                    <a:pt x="2931278" y="354568"/>
                  </a:lnTo>
                  <a:lnTo>
                    <a:pt x="2944663" y="347756"/>
                  </a:lnTo>
                  <a:lnTo>
                    <a:pt x="2958048" y="341285"/>
                  </a:lnTo>
                  <a:lnTo>
                    <a:pt x="2971432" y="335086"/>
                  </a:lnTo>
                  <a:lnTo>
                    <a:pt x="2984817" y="329340"/>
                  </a:lnTo>
                  <a:lnTo>
                    <a:pt x="2998202" y="323923"/>
                  </a:lnTo>
                  <a:lnTo>
                    <a:pt x="3011587" y="318760"/>
                  </a:lnTo>
                  <a:lnTo>
                    <a:pt x="3024972" y="314015"/>
                  </a:lnTo>
                  <a:lnTo>
                    <a:pt x="3038357" y="309575"/>
                  </a:lnTo>
                  <a:lnTo>
                    <a:pt x="3051741" y="305366"/>
                  </a:lnTo>
                  <a:lnTo>
                    <a:pt x="3065126" y="301527"/>
                  </a:lnTo>
                  <a:lnTo>
                    <a:pt x="3078511" y="297960"/>
                  </a:lnTo>
                  <a:lnTo>
                    <a:pt x="3091896" y="294593"/>
                  </a:lnTo>
                  <a:lnTo>
                    <a:pt x="3105281" y="291540"/>
                  </a:lnTo>
                  <a:lnTo>
                    <a:pt x="3118666" y="288716"/>
                  </a:lnTo>
                  <a:lnTo>
                    <a:pt x="3132050" y="286058"/>
                  </a:lnTo>
                  <a:lnTo>
                    <a:pt x="3145435" y="283649"/>
                  </a:lnTo>
                  <a:lnTo>
                    <a:pt x="3158820" y="281421"/>
                  </a:lnTo>
                  <a:lnTo>
                    <a:pt x="3172205" y="279319"/>
                  </a:lnTo>
                  <a:lnTo>
                    <a:pt x="3185590" y="277399"/>
                  </a:lnTo>
                  <a:lnTo>
                    <a:pt x="3198975" y="275606"/>
                  </a:lnTo>
                  <a:lnTo>
                    <a:pt x="3212359" y="273897"/>
                  </a:lnTo>
                  <a:lnTo>
                    <a:pt x="3225744" y="272302"/>
                  </a:lnTo>
                  <a:lnTo>
                    <a:pt x="3239129" y="270778"/>
                  </a:lnTo>
                  <a:lnTo>
                    <a:pt x="3252514" y="269296"/>
                  </a:lnTo>
                  <a:lnTo>
                    <a:pt x="3265899" y="267862"/>
                  </a:lnTo>
                  <a:lnTo>
                    <a:pt x="3279284" y="266442"/>
                  </a:lnTo>
                  <a:lnTo>
                    <a:pt x="3292668" y="265024"/>
                  </a:lnTo>
                  <a:lnTo>
                    <a:pt x="3306053" y="263592"/>
                  </a:lnTo>
                  <a:lnTo>
                    <a:pt x="3319438" y="262121"/>
                  </a:lnTo>
                  <a:lnTo>
                    <a:pt x="3332823" y="260615"/>
                  </a:lnTo>
                  <a:lnTo>
                    <a:pt x="3346208" y="259039"/>
                  </a:lnTo>
                  <a:lnTo>
                    <a:pt x="3359593" y="257376"/>
                  </a:lnTo>
                  <a:lnTo>
                    <a:pt x="3372977" y="255645"/>
                  </a:lnTo>
                  <a:lnTo>
                    <a:pt x="3386362" y="253799"/>
                  </a:lnTo>
                  <a:lnTo>
                    <a:pt x="3399747" y="251823"/>
                  </a:lnTo>
                  <a:lnTo>
                    <a:pt x="3413132" y="249752"/>
                  </a:lnTo>
                  <a:lnTo>
                    <a:pt x="3426517" y="247532"/>
                  </a:lnTo>
                  <a:lnTo>
                    <a:pt x="3439902" y="245147"/>
                  </a:lnTo>
                  <a:lnTo>
                    <a:pt x="3453286" y="242647"/>
                  </a:lnTo>
                  <a:lnTo>
                    <a:pt x="3466671" y="239973"/>
                  </a:lnTo>
                  <a:lnTo>
                    <a:pt x="3480056" y="237110"/>
                  </a:lnTo>
                  <a:lnTo>
                    <a:pt x="3493441" y="234119"/>
                  </a:lnTo>
                  <a:lnTo>
                    <a:pt x="3506826" y="230940"/>
                  </a:lnTo>
                  <a:lnTo>
                    <a:pt x="3520211" y="227557"/>
                  </a:lnTo>
                  <a:lnTo>
                    <a:pt x="3533595" y="224041"/>
                  </a:lnTo>
                  <a:lnTo>
                    <a:pt x="3546980" y="220332"/>
                  </a:lnTo>
                  <a:lnTo>
                    <a:pt x="3560365" y="216417"/>
                  </a:lnTo>
                  <a:lnTo>
                    <a:pt x="3573750" y="212369"/>
                  </a:lnTo>
                  <a:lnTo>
                    <a:pt x="3587135" y="208135"/>
                  </a:lnTo>
                  <a:lnTo>
                    <a:pt x="3600520" y="203700"/>
                  </a:lnTo>
                  <a:lnTo>
                    <a:pt x="3613904" y="199141"/>
                  </a:lnTo>
                  <a:lnTo>
                    <a:pt x="3627289" y="194410"/>
                  </a:lnTo>
                  <a:lnTo>
                    <a:pt x="3640674" y="189494"/>
                  </a:lnTo>
                  <a:lnTo>
                    <a:pt x="3654059" y="184467"/>
                  </a:lnTo>
                  <a:lnTo>
                    <a:pt x="3667444" y="179291"/>
                  </a:lnTo>
                  <a:lnTo>
                    <a:pt x="3680829" y="173955"/>
                  </a:lnTo>
                  <a:lnTo>
                    <a:pt x="3694213" y="168527"/>
                  </a:lnTo>
                  <a:lnTo>
                    <a:pt x="3707598" y="162977"/>
                  </a:lnTo>
                  <a:lnTo>
                    <a:pt x="3720983" y="157301"/>
                  </a:lnTo>
                  <a:lnTo>
                    <a:pt x="3734368" y="151555"/>
                  </a:lnTo>
                  <a:lnTo>
                    <a:pt x="3747753" y="145722"/>
                  </a:lnTo>
                  <a:lnTo>
                    <a:pt x="3761138" y="139802"/>
                  </a:lnTo>
                  <a:lnTo>
                    <a:pt x="3774522" y="133838"/>
                  </a:lnTo>
                  <a:lnTo>
                    <a:pt x="3787907" y="127825"/>
                  </a:lnTo>
                  <a:lnTo>
                    <a:pt x="3801292" y="121771"/>
                  </a:lnTo>
                  <a:lnTo>
                    <a:pt x="3814677" y="115704"/>
                  </a:lnTo>
                  <a:lnTo>
                    <a:pt x="3828062" y="109626"/>
                  </a:lnTo>
                  <a:lnTo>
                    <a:pt x="3841447" y="103561"/>
                  </a:lnTo>
                  <a:lnTo>
                    <a:pt x="3854831" y="97515"/>
                  </a:lnTo>
                  <a:lnTo>
                    <a:pt x="3868216" y="91499"/>
                  </a:lnTo>
                  <a:lnTo>
                    <a:pt x="3881601" y="85553"/>
                  </a:lnTo>
                  <a:lnTo>
                    <a:pt x="3894986" y="79660"/>
                  </a:lnTo>
                  <a:lnTo>
                    <a:pt x="3908371" y="73841"/>
                  </a:lnTo>
                  <a:lnTo>
                    <a:pt x="3921756" y="68153"/>
                  </a:lnTo>
                  <a:lnTo>
                    <a:pt x="3935140" y="62554"/>
                  </a:lnTo>
                  <a:lnTo>
                    <a:pt x="3948525" y="57072"/>
                  </a:lnTo>
                  <a:lnTo>
                    <a:pt x="3961910" y="51786"/>
                  </a:lnTo>
                  <a:lnTo>
                    <a:pt x="3975295" y="46627"/>
                  </a:lnTo>
                  <a:lnTo>
                    <a:pt x="3988680" y="41627"/>
                  </a:lnTo>
                  <a:lnTo>
                    <a:pt x="4002065" y="36893"/>
                  </a:lnTo>
                  <a:lnTo>
                    <a:pt x="4015449" y="32323"/>
                  </a:lnTo>
                  <a:lnTo>
                    <a:pt x="4028834" y="27955"/>
                  </a:lnTo>
                  <a:lnTo>
                    <a:pt x="4042219" y="23923"/>
                  </a:lnTo>
                  <a:lnTo>
                    <a:pt x="4055604" y="20095"/>
                  </a:lnTo>
                  <a:lnTo>
                    <a:pt x="4068989" y="16509"/>
                  </a:lnTo>
                  <a:lnTo>
                    <a:pt x="4082374" y="13331"/>
                  </a:lnTo>
                  <a:lnTo>
                    <a:pt x="4095758" y="10395"/>
                  </a:lnTo>
                  <a:lnTo>
                    <a:pt x="4109143" y="7741"/>
                  </a:lnTo>
                  <a:lnTo>
                    <a:pt x="4122528" y="5568"/>
                  </a:lnTo>
                  <a:lnTo>
                    <a:pt x="4135913" y="3672"/>
                  </a:lnTo>
                  <a:lnTo>
                    <a:pt x="4149298" y="2096"/>
                  </a:lnTo>
                  <a:lnTo>
                    <a:pt x="4162683" y="1071"/>
                  </a:lnTo>
                  <a:lnTo>
                    <a:pt x="4176067" y="359"/>
                  </a:lnTo>
                  <a:lnTo>
                    <a:pt x="4189452" y="0"/>
                  </a:lnTo>
                  <a:lnTo>
                    <a:pt x="4202837" y="259"/>
                  </a:lnTo>
                  <a:lnTo>
                    <a:pt x="4216222" y="863"/>
                  </a:lnTo>
                  <a:lnTo>
                    <a:pt x="4229607" y="1848"/>
                  </a:lnTo>
                  <a:lnTo>
                    <a:pt x="4242992" y="3514"/>
                  </a:lnTo>
                  <a:lnTo>
                    <a:pt x="4256376" y="5554"/>
                  </a:lnTo>
                  <a:lnTo>
                    <a:pt x="4269761" y="7997"/>
                  </a:lnTo>
                  <a:lnTo>
                    <a:pt x="4283146" y="11176"/>
                  </a:lnTo>
                  <a:lnTo>
                    <a:pt x="4296531" y="14752"/>
                  </a:lnTo>
                  <a:lnTo>
                    <a:pt x="4309916" y="18747"/>
                  </a:lnTo>
                  <a:lnTo>
                    <a:pt x="4323301" y="23524"/>
                  </a:lnTo>
                  <a:lnTo>
                    <a:pt x="4336685" y="28713"/>
                  </a:lnTo>
                  <a:lnTo>
                    <a:pt x="4350070" y="34332"/>
                  </a:lnTo>
                  <a:lnTo>
                    <a:pt x="4363455" y="40765"/>
                  </a:lnTo>
                  <a:lnTo>
                    <a:pt x="4376840" y="47621"/>
                  </a:lnTo>
                  <a:lnTo>
                    <a:pt x="4390225" y="54907"/>
                  </a:lnTo>
                  <a:lnTo>
                    <a:pt x="4403610" y="63027"/>
                  </a:lnTo>
                  <a:lnTo>
                    <a:pt x="4416994" y="71572"/>
                  </a:lnTo>
                  <a:lnTo>
                    <a:pt x="4430379" y="80541"/>
                  </a:lnTo>
                  <a:lnTo>
                    <a:pt x="4443764" y="90345"/>
                  </a:lnTo>
                  <a:lnTo>
                    <a:pt x="4457149" y="100568"/>
                  </a:lnTo>
                  <a:lnTo>
                    <a:pt x="4470534" y="111210"/>
                  </a:lnTo>
                  <a:lnTo>
                    <a:pt x="4483919" y="122657"/>
                  </a:lnTo>
                  <a:lnTo>
                    <a:pt x="4497303" y="134516"/>
                  </a:lnTo>
                  <a:lnTo>
                    <a:pt x="4510688" y="146778"/>
                  </a:lnTo>
                  <a:lnTo>
                    <a:pt x="4524073" y="159801"/>
                  </a:lnTo>
                  <a:lnTo>
                    <a:pt x="4537458" y="173220"/>
                  </a:lnTo>
                  <a:lnTo>
                    <a:pt x="4550843" y="187019"/>
                  </a:lnTo>
                  <a:lnTo>
                    <a:pt x="4564228" y="201519"/>
                  </a:lnTo>
                  <a:lnTo>
                    <a:pt x="4577612" y="216390"/>
                  </a:lnTo>
                  <a:lnTo>
                    <a:pt x="4590997" y="231609"/>
                  </a:lnTo>
                  <a:lnTo>
                    <a:pt x="4604382" y="247458"/>
                  </a:lnTo>
                  <a:lnTo>
                    <a:pt x="4617767" y="263645"/>
                  </a:lnTo>
                  <a:lnTo>
                    <a:pt x="4631152" y="280142"/>
                  </a:lnTo>
                  <a:lnTo>
                    <a:pt x="4644537" y="297186"/>
                  </a:lnTo>
                  <a:lnTo>
                    <a:pt x="4657921" y="314527"/>
                  </a:lnTo>
                  <a:lnTo>
                    <a:pt x="4671306" y="332134"/>
                  </a:lnTo>
                  <a:lnTo>
                    <a:pt x="4684691" y="350199"/>
                  </a:lnTo>
                  <a:lnTo>
                    <a:pt x="4698076" y="368513"/>
                  </a:lnTo>
                  <a:lnTo>
                    <a:pt x="4711461" y="387046"/>
                  </a:lnTo>
                  <a:lnTo>
                    <a:pt x="4724846" y="405943"/>
                  </a:lnTo>
                  <a:lnTo>
                    <a:pt x="4738230" y="425036"/>
                  </a:lnTo>
                  <a:lnTo>
                    <a:pt x="4751615" y="444299"/>
                  </a:lnTo>
                  <a:lnTo>
                    <a:pt x="4765000" y="463829"/>
                  </a:lnTo>
                  <a:lnTo>
                    <a:pt x="4778385" y="483501"/>
                  </a:lnTo>
                  <a:lnTo>
                    <a:pt x="4791770" y="503290"/>
                  </a:lnTo>
                  <a:lnTo>
                    <a:pt x="4805155" y="523254"/>
                  </a:lnTo>
                  <a:lnTo>
                    <a:pt x="4818539" y="543303"/>
                  </a:lnTo>
                  <a:lnTo>
                    <a:pt x="4831924" y="563420"/>
                  </a:lnTo>
                  <a:lnTo>
                    <a:pt x="4845309" y="583622"/>
                  </a:lnTo>
                  <a:lnTo>
                    <a:pt x="4858694" y="603853"/>
                  </a:lnTo>
                  <a:lnTo>
                    <a:pt x="4872079" y="624105"/>
                  </a:lnTo>
                  <a:lnTo>
                    <a:pt x="4885464" y="644359"/>
                  </a:lnTo>
                  <a:lnTo>
                    <a:pt x="4898848" y="664590"/>
                  </a:lnTo>
                  <a:lnTo>
                    <a:pt x="4912233" y="684797"/>
                  </a:lnTo>
                  <a:lnTo>
                    <a:pt x="4925618" y="704935"/>
                  </a:lnTo>
                  <a:lnTo>
                    <a:pt x="4939003" y="725000"/>
                  </a:lnTo>
                  <a:lnTo>
                    <a:pt x="4952388" y="745002"/>
                  </a:lnTo>
                  <a:lnTo>
                    <a:pt x="4965773" y="764873"/>
                  </a:lnTo>
                  <a:lnTo>
                    <a:pt x="4979157" y="784628"/>
                  </a:lnTo>
                  <a:lnTo>
                    <a:pt x="4992542" y="804287"/>
                  </a:lnTo>
                  <a:lnTo>
                    <a:pt x="5005927" y="823765"/>
                  </a:lnTo>
                  <a:lnTo>
                    <a:pt x="5019312" y="843089"/>
                  </a:lnTo>
                  <a:lnTo>
                    <a:pt x="5032697" y="862291"/>
                  </a:lnTo>
                  <a:lnTo>
                    <a:pt x="5046082" y="881273"/>
                  </a:lnTo>
                  <a:lnTo>
                    <a:pt x="5059466" y="900072"/>
                  </a:lnTo>
                  <a:lnTo>
                    <a:pt x="5072851" y="918729"/>
                  </a:lnTo>
                  <a:lnTo>
                    <a:pt x="5086236" y="937139"/>
                  </a:lnTo>
                  <a:lnTo>
                    <a:pt x="5099621" y="955345"/>
                  </a:lnTo>
                  <a:lnTo>
                    <a:pt x="5113006" y="973394"/>
                  </a:lnTo>
                  <a:lnTo>
                    <a:pt x="5126391" y="991181"/>
                  </a:lnTo>
                  <a:lnTo>
                    <a:pt x="5139775" y="1008750"/>
                  </a:lnTo>
                  <a:lnTo>
                    <a:pt x="5153160" y="1026155"/>
                  </a:lnTo>
                  <a:lnTo>
                    <a:pt x="5166545" y="1043291"/>
                  </a:lnTo>
                  <a:lnTo>
                    <a:pt x="5179930" y="1060202"/>
                  </a:lnTo>
                  <a:lnTo>
                    <a:pt x="5193315" y="1076947"/>
                  </a:lnTo>
                  <a:lnTo>
                    <a:pt x="5206700" y="1093427"/>
                  </a:lnTo>
                  <a:lnTo>
                    <a:pt x="5220084" y="1109680"/>
                  </a:lnTo>
                  <a:lnTo>
                    <a:pt x="5233469" y="1125770"/>
                  </a:lnTo>
                  <a:lnTo>
                    <a:pt x="5246854" y="1141604"/>
                  </a:lnTo>
                  <a:lnTo>
                    <a:pt x="5260239" y="1157216"/>
                  </a:lnTo>
                  <a:lnTo>
                    <a:pt x="5273624" y="1172672"/>
                  </a:lnTo>
                  <a:lnTo>
                    <a:pt x="5287009" y="1187886"/>
                  </a:lnTo>
                  <a:lnTo>
                    <a:pt x="5300393" y="1202888"/>
                  </a:lnTo>
                  <a:lnTo>
                    <a:pt x="5313778" y="1217742"/>
                  </a:lnTo>
                  <a:lnTo>
                    <a:pt x="5327163" y="1232374"/>
                  </a:lnTo>
                  <a:lnTo>
                    <a:pt x="5340548" y="1246805"/>
                  </a:lnTo>
                  <a:lnTo>
                    <a:pt x="5353933" y="1261100"/>
                  </a:lnTo>
                  <a:lnTo>
                    <a:pt x="5367318" y="1275191"/>
                  </a:lnTo>
                  <a:lnTo>
                    <a:pt x="5380702" y="1289097"/>
                  </a:lnTo>
                  <a:lnTo>
                    <a:pt x="5394087" y="1302878"/>
                  </a:lnTo>
                  <a:lnTo>
                    <a:pt x="5407472" y="1316476"/>
                  </a:lnTo>
                  <a:lnTo>
                    <a:pt x="5420857" y="1329903"/>
                  </a:lnTo>
                  <a:lnTo>
                    <a:pt x="5434242" y="1343217"/>
                  </a:lnTo>
                  <a:lnTo>
                    <a:pt x="5447627" y="1356369"/>
                  </a:lnTo>
                  <a:lnTo>
                    <a:pt x="5461011" y="1369363"/>
                  </a:lnTo>
                  <a:lnTo>
                    <a:pt x="5474396" y="1382256"/>
                  </a:lnTo>
                  <a:lnTo>
                    <a:pt x="5487781" y="1395003"/>
                  </a:lnTo>
                  <a:lnTo>
                    <a:pt x="5501166" y="1407607"/>
                  </a:lnTo>
                  <a:lnTo>
                    <a:pt x="5514551" y="1420119"/>
                  </a:lnTo>
                  <a:lnTo>
                    <a:pt x="5527936" y="1432500"/>
                  </a:lnTo>
                  <a:lnTo>
                    <a:pt x="5541320" y="1444749"/>
                  </a:lnTo>
                  <a:lnTo>
                    <a:pt x="5554705" y="1456913"/>
                  </a:lnTo>
                  <a:lnTo>
                    <a:pt x="5568090" y="1468959"/>
                  </a:lnTo>
                  <a:lnTo>
                    <a:pt x="5581475" y="1480881"/>
                  </a:lnTo>
                  <a:lnTo>
                    <a:pt x="5594860" y="1492724"/>
                  </a:lnTo>
                  <a:lnTo>
                    <a:pt x="5608245" y="1504458"/>
                  </a:lnTo>
                  <a:lnTo>
                    <a:pt x="5621629" y="1516072"/>
                  </a:lnTo>
                  <a:lnTo>
                    <a:pt x="5635014" y="1527611"/>
                  </a:lnTo>
                  <a:lnTo>
                    <a:pt x="5648399" y="1539047"/>
                  </a:lnTo>
                  <a:lnTo>
                    <a:pt x="5661784" y="1550364"/>
                  </a:lnTo>
                  <a:lnTo>
                    <a:pt x="5675169" y="1561608"/>
                  </a:lnTo>
                  <a:lnTo>
                    <a:pt x="5688554" y="1572751"/>
                  </a:lnTo>
                  <a:lnTo>
                    <a:pt x="5701938" y="1583774"/>
                  </a:lnTo>
                  <a:lnTo>
                    <a:pt x="5715323" y="1594723"/>
                  </a:lnTo>
                  <a:lnTo>
                    <a:pt x="5728708" y="1605571"/>
                  </a:lnTo>
                  <a:lnTo>
                    <a:pt x="5742093" y="1616294"/>
                  </a:lnTo>
                  <a:lnTo>
                    <a:pt x="5755478" y="1626940"/>
                  </a:lnTo>
                  <a:lnTo>
                    <a:pt x="5768863" y="1637483"/>
                  </a:lnTo>
                  <a:lnTo>
                    <a:pt x="5782247" y="1647894"/>
                  </a:lnTo>
                  <a:lnTo>
                    <a:pt x="5795632" y="1658224"/>
                  </a:lnTo>
                  <a:lnTo>
                    <a:pt x="5809017" y="1668447"/>
                  </a:lnTo>
                  <a:lnTo>
                    <a:pt x="5822402" y="1678529"/>
                  </a:lnTo>
                  <a:lnTo>
                    <a:pt x="5835787" y="1688524"/>
                  </a:lnTo>
                  <a:lnTo>
                    <a:pt x="5849172" y="1698407"/>
                  </a:lnTo>
                  <a:lnTo>
                    <a:pt x="5862556" y="1708137"/>
                  </a:lnTo>
                  <a:lnTo>
                    <a:pt x="5875941" y="1717775"/>
                  </a:lnTo>
                  <a:lnTo>
                    <a:pt x="5889326" y="1727295"/>
                  </a:lnTo>
                  <a:lnTo>
                    <a:pt x="5902711" y="1736651"/>
                  </a:lnTo>
                  <a:lnTo>
                    <a:pt x="5916096" y="1745908"/>
                  </a:lnTo>
                  <a:lnTo>
                    <a:pt x="5929481" y="1755041"/>
                  </a:lnTo>
                  <a:lnTo>
                    <a:pt x="5942865" y="1763998"/>
                  </a:lnTo>
                  <a:lnTo>
                    <a:pt x="5956250" y="1772850"/>
                  </a:lnTo>
                  <a:lnTo>
                    <a:pt x="5969635" y="1781573"/>
                  </a:lnTo>
                  <a:lnTo>
                    <a:pt x="5983020" y="1790107"/>
                  </a:lnTo>
                  <a:lnTo>
                    <a:pt x="5996405" y="1798532"/>
                  </a:lnTo>
                  <a:lnTo>
                    <a:pt x="6009790" y="1806823"/>
                  </a:lnTo>
                  <a:lnTo>
                    <a:pt x="6023174" y="1814915"/>
                  </a:lnTo>
                  <a:lnTo>
                    <a:pt x="6036559" y="1822892"/>
                  </a:lnTo>
                  <a:lnTo>
                    <a:pt x="6049944" y="1830734"/>
                  </a:lnTo>
                  <a:lnTo>
                    <a:pt x="6063329" y="1838366"/>
                  </a:lnTo>
                  <a:lnTo>
                    <a:pt x="6076714" y="1845881"/>
                  </a:lnTo>
                  <a:lnTo>
                    <a:pt x="6090099" y="1853259"/>
                  </a:lnTo>
                  <a:lnTo>
                    <a:pt x="6103483" y="1860421"/>
                  </a:lnTo>
                  <a:lnTo>
                    <a:pt x="6116868" y="1867464"/>
                  </a:lnTo>
                  <a:lnTo>
                    <a:pt x="6130253" y="1874370"/>
                  </a:lnTo>
                  <a:lnTo>
                    <a:pt x="6143638" y="1881056"/>
                  </a:lnTo>
                  <a:lnTo>
                    <a:pt x="6157023" y="1887623"/>
                  </a:lnTo>
                  <a:lnTo>
                    <a:pt x="6170408" y="1894055"/>
                  </a:lnTo>
                  <a:lnTo>
                    <a:pt x="6183792" y="1900267"/>
                  </a:lnTo>
                  <a:lnTo>
                    <a:pt x="6197177" y="1906361"/>
                  </a:lnTo>
                  <a:lnTo>
                    <a:pt x="6210562" y="1912325"/>
                  </a:lnTo>
                  <a:lnTo>
                    <a:pt x="6223947" y="1918071"/>
                  </a:lnTo>
                  <a:lnTo>
                    <a:pt x="6237332" y="1923703"/>
                  </a:lnTo>
                  <a:lnTo>
                    <a:pt x="6250717" y="1929211"/>
                  </a:lnTo>
                  <a:lnTo>
                    <a:pt x="6264101" y="1934508"/>
                  </a:lnTo>
                  <a:lnTo>
                    <a:pt x="6277486" y="1939695"/>
                  </a:lnTo>
                  <a:lnTo>
                    <a:pt x="6290871" y="1944766"/>
                  </a:lnTo>
                  <a:lnTo>
                    <a:pt x="6304256" y="1949635"/>
                  </a:lnTo>
                  <a:lnTo>
                    <a:pt x="6317641" y="1954402"/>
                  </a:lnTo>
                  <a:lnTo>
                    <a:pt x="6331026" y="1959063"/>
                  </a:lnTo>
                  <a:lnTo>
                    <a:pt x="6344410" y="1963534"/>
                  </a:lnTo>
                  <a:lnTo>
                    <a:pt x="6357795" y="1967912"/>
                  </a:lnTo>
                  <a:lnTo>
                    <a:pt x="6371180" y="1972194"/>
                  </a:lnTo>
                  <a:lnTo>
                    <a:pt x="6384565" y="1976304"/>
                  </a:lnTo>
                  <a:lnTo>
                    <a:pt x="6397950" y="1980329"/>
                  </a:lnTo>
                  <a:lnTo>
                    <a:pt x="6411335" y="1984270"/>
                  </a:lnTo>
                  <a:lnTo>
                    <a:pt x="6424719" y="1988056"/>
                  </a:lnTo>
                  <a:lnTo>
                    <a:pt x="6438104" y="1991770"/>
                  </a:lnTo>
                  <a:lnTo>
                    <a:pt x="6451489" y="1995411"/>
                  </a:lnTo>
                  <a:lnTo>
                    <a:pt x="6464874" y="1998919"/>
                  </a:lnTo>
                  <a:lnTo>
                    <a:pt x="6478259" y="2002365"/>
                  </a:lnTo>
                  <a:lnTo>
                    <a:pt x="6491644" y="2005749"/>
                  </a:lnTo>
                  <a:lnTo>
                    <a:pt x="6505028" y="2009025"/>
                  </a:lnTo>
                  <a:lnTo>
                    <a:pt x="6518413" y="2012249"/>
                  </a:lnTo>
                  <a:lnTo>
                    <a:pt x="6531798" y="2015423"/>
                  </a:lnTo>
                  <a:lnTo>
                    <a:pt x="6545183" y="2018512"/>
                  </a:lnTo>
                  <a:lnTo>
                    <a:pt x="6558568" y="2021561"/>
                  </a:lnTo>
                  <a:lnTo>
                    <a:pt x="6571953" y="2024571"/>
                  </a:lnTo>
                  <a:lnTo>
                    <a:pt x="6585337" y="2027518"/>
                  </a:lnTo>
                  <a:lnTo>
                    <a:pt x="6598722" y="2030435"/>
                  </a:lnTo>
                  <a:lnTo>
                    <a:pt x="6612107" y="2033325"/>
                  </a:lnTo>
                  <a:lnTo>
                    <a:pt x="6625492" y="2036172"/>
                  </a:lnTo>
                  <a:lnTo>
                    <a:pt x="6638877" y="2039000"/>
                  </a:lnTo>
                  <a:lnTo>
                    <a:pt x="6652262" y="2041811"/>
                  </a:lnTo>
                  <a:lnTo>
                    <a:pt x="6665646" y="2044597"/>
                  </a:lnTo>
                  <a:lnTo>
                    <a:pt x="6679031" y="2047373"/>
                  </a:lnTo>
                  <a:lnTo>
                    <a:pt x="6692416" y="2050141"/>
                  </a:lnTo>
                  <a:lnTo>
                    <a:pt x="6705801" y="2052899"/>
                  </a:lnTo>
                  <a:lnTo>
                    <a:pt x="6719186" y="2055655"/>
                  </a:lnTo>
                  <a:lnTo>
                    <a:pt x="6732571" y="2058410"/>
                  </a:lnTo>
                  <a:lnTo>
                    <a:pt x="6745955" y="2061168"/>
                  </a:lnTo>
                  <a:lnTo>
                    <a:pt x="6759340" y="2063930"/>
                  </a:lnTo>
                  <a:lnTo>
                    <a:pt x="6772725" y="2066697"/>
                  </a:lnTo>
                  <a:lnTo>
                    <a:pt x="6786110" y="2069474"/>
                  </a:lnTo>
                  <a:lnTo>
                    <a:pt x="6799495" y="2072261"/>
                  </a:lnTo>
                  <a:lnTo>
                    <a:pt x="6812880" y="2075056"/>
                  </a:lnTo>
                  <a:lnTo>
                    <a:pt x="6826264" y="2077867"/>
                  </a:lnTo>
                  <a:lnTo>
                    <a:pt x="6839649" y="2080689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07756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520866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92713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435034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77355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714085" y="319676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4085" y="261998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5" name="rc45"/>
            <p:cNvSpPr/>
            <p:nvPr/>
          </p:nvSpPr>
          <p:spPr>
            <a:xfrm>
              <a:off x="400543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4284608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217976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25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087269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25: N = 222, median = -3.4 %   |   BMI &lt; 25: N = 101, median = 15.0 %   |   Mann-Whitney U p = &lt;0.001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087269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2026-07-29T17:26:12Z</dcterms:modified>
  <cp:category/>
</cp:coreProperties>
</file>