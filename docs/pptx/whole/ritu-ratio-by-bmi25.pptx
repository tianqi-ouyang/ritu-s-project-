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087269" y="526067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087269" y="468676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087269" y="411285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087269" y="353895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87269" y="2965044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70861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513146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55430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97715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3999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087269" y="554762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087269" y="4973719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087269" y="4399812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087269" y="3825905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87269" y="3251998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087269" y="2678091"/>
              <a:ext cx="7523614" cy="0"/>
            </a:xfrm>
            <a:custGeom>
              <a:avLst/>
              <a:pathLst>
                <a:path w="7523614" h="0">
                  <a:moveTo>
                    <a:pt x="0" y="0"/>
                  </a:moveTo>
                  <a:lnTo>
                    <a:pt x="7523614" y="0"/>
                  </a:lnTo>
                  <a:lnTo>
                    <a:pt x="7523614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99719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4200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826573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36885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1429252" y="2768891"/>
              <a:ext cx="6839649" cy="2778734"/>
            </a:xfrm>
            <a:custGeom>
              <a:avLst/>
              <a:pathLst>
                <a:path w="6839649" h="2778734">
                  <a:moveTo>
                    <a:pt x="0" y="2597185"/>
                  </a:moveTo>
                  <a:lnTo>
                    <a:pt x="13384" y="2593126"/>
                  </a:lnTo>
                  <a:lnTo>
                    <a:pt x="26769" y="2589219"/>
                  </a:lnTo>
                  <a:lnTo>
                    <a:pt x="40154" y="2585551"/>
                  </a:lnTo>
                  <a:lnTo>
                    <a:pt x="53539" y="2582048"/>
                  </a:lnTo>
                  <a:lnTo>
                    <a:pt x="66924" y="2578713"/>
                  </a:lnTo>
                  <a:lnTo>
                    <a:pt x="80308" y="2575573"/>
                  </a:lnTo>
                  <a:lnTo>
                    <a:pt x="93693" y="2572676"/>
                  </a:lnTo>
                  <a:lnTo>
                    <a:pt x="107078" y="2569951"/>
                  </a:lnTo>
                  <a:lnTo>
                    <a:pt x="120463" y="2567395"/>
                  </a:lnTo>
                  <a:lnTo>
                    <a:pt x="133848" y="2565053"/>
                  </a:lnTo>
                  <a:lnTo>
                    <a:pt x="147233" y="2562917"/>
                  </a:lnTo>
                  <a:lnTo>
                    <a:pt x="160617" y="2560933"/>
                  </a:lnTo>
                  <a:lnTo>
                    <a:pt x="174002" y="2559095"/>
                  </a:lnTo>
                  <a:lnTo>
                    <a:pt x="187387" y="2557446"/>
                  </a:lnTo>
                  <a:lnTo>
                    <a:pt x="200772" y="2555934"/>
                  </a:lnTo>
                  <a:lnTo>
                    <a:pt x="214157" y="2554527"/>
                  </a:lnTo>
                  <a:lnTo>
                    <a:pt x="227542" y="2553216"/>
                  </a:lnTo>
                  <a:lnTo>
                    <a:pt x="240926" y="2552016"/>
                  </a:lnTo>
                  <a:lnTo>
                    <a:pt x="254311" y="2550865"/>
                  </a:lnTo>
                  <a:lnTo>
                    <a:pt x="267696" y="2549748"/>
                  </a:lnTo>
                  <a:lnTo>
                    <a:pt x="281081" y="2548650"/>
                  </a:lnTo>
                  <a:lnTo>
                    <a:pt x="294466" y="2547533"/>
                  </a:lnTo>
                  <a:lnTo>
                    <a:pt x="307851" y="2546374"/>
                  </a:lnTo>
                  <a:lnTo>
                    <a:pt x="321235" y="2545158"/>
                  </a:lnTo>
                  <a:lnTo>
                    <a:pt x="334620" y="2543846"/>
                  </a:lnTo>
                  <a:lnTo>
                    <a:pt x="348005" y="2542379"/>
                  </a:lnTo>
                  <a:lnTo>
                    <a:pt x="361390" y="2540770"/>
                  </a:lnTo>
                  <a:lnTo>
                    <a:pt x="374775" y="2539003"/>
                  </a:lnTo>
                  <a:lnTo>
                    <a:pt x="388160" y="2536993"/>
                  </a:lnTo>
                  <a:lnTo>
                    <a:pt x="401544" y="2534710"/>
                  </a:lnTo>
                  <a:lnTo>
                    <a:pt x="414929" y="2532184"/>
                  </a:lnTo>
                  <a:lnTo>
                    <a:pt x="428314" y="2529402"/>
                  </a:lnTo>
                  <a:lnTo>
                    <a:pt x="441699" y="2526208"/>
                  </a:lnTo>
                  <a:lnTo>
                    <a:pt x="455084" y="2522660"/>
                  </a:lnTo>
                  <a:lnTo>
                    <a:pt x="468469" y="2518780"/>
                  </a:lnTo>
                  <a:lnTo>
                    <a:pt x="481853" y="2514555"/>
                  </a:lnTo>
                  <a:lnTo>
                    <a:pt x="495238" y="2509754"/>
                  </a:lnTo>
                  <a:lnTo>
                    <a:pt x="508623" y="2504559"/>
                  </a:lnTo>
                  <a:lnTo>
                    <a:pt x="522008" y="2498963"/>
                  </a:lnTo>
                  <a:lnTo>
                    <a:pt x="535393" y="2492905"/>
                  </a:lnTo>
                  <a:lnTo>
                    <a:pt x="548778" y="2486232"/>
                  </a:lnTo>
                  <a:lnTo>
                    <a:pt x="562162" y="2479119"/>
                  </a:lnTo>
                  <a:lnTo>
                    <a:pt x="575547" y="2471563"/>
                  </a:lnTo>
                  <a:lnTo>
                    <a:pt x="588932" y="2463451"/>
                  </a:lnTo>
                  <a:lnTo>
                    <a:pt x="602317" y="2454741"/>
                  </a:lnTo>
                  <a:lnTo>
                    <a:pt x="615702" y="2445577"/>
                  </a:lnTo>
                  <a:lnTo>
                    <a:pt x="629087" y="2435960"/>
                  </a:lnTo>
                  <a:lnTo>
                    <a:pt x="642471" y="2425730"/>
                  </a:lnTo>
                  <a:lnTo>
                    <a:pt x="655856" y="2414967"/>
                  </a:lnTo>
                  <a:lnTo>
                    <a:pt x="669241" y="2403768"/>
                  </a:lnTo>
                  <a:lnTo>
                    <a:pt x="682626" y="2392137"/>
                  </a:lnTo>
                  <a:lnTo>
                    <a:pt x="696011" y="2379884"/>
                  </a:lnTo>
                  <a:lnTo>
                    <a:pt x="709396" y="2367198"/>
                  </a:lnTo>
                  <a:lnTo>
                    <a:pt x="722780" y="2354120"/>
                  </a:lnTo>
                  <a:lnTo>
                    <a:pt x="736165" y="2340643"/>
                  </a:lnTo>
                  <a:lnTo>
                    <a:pt x="749550" y="2326620"/>
                  </a:lnTo>
                  <a:lnTo>
                    <a:pt x="762935" y="2312260"/>
                  </a:lnTo>
                  <a:lnTo>
                    <a:pt x="776320" y="2297576"/>
                  </a:lnTo>
                  <a:lnTo>
                    <a:pt x="789705" y="2282530"/>
                  </a:lnTo>
                  <a:lnTo>
                    <a:pt x="803089" y="2267092"/>
                  </a:lnTo>
                  <a:lnTo>
                    <a:pt x="816474" y="2251395"/>
                  </a:lnTo>
                  <a:lnTo>
                    <a:pt x="829859" y="2235452"/>
                  </a:lnTo>
                  <a:lnTo>
                    <a:pt x="843244" y="2219221"/>
                  </a:lnTo>
                  <a:lnTo>
                    <a:pt x="856629" y="2202739"/>
                  </a:lnTo>
                  <a:lnTo>
                    <a:pt x="870014" y="2186082"/>
                  </a:lnTo>
                  <a:lnTo>
                    <a:pt x="883398" y="2169262"/>
                  </a:lnTo>
                  <a:lnTo>
                    <a:pt x="896783" y="2152245"/>
                  </a:lnTo>
                  <a:lnTo>
                    <a:pt x="910168" y="2135096"/>
                  </a:lnTo>
                  <a:lnTo>
                    <a:pt x="923553" y="2117848"/>
                  </a:lnTo>
                  <a:lnTo>
                    <a:pt x="936938" y="2100511"/>
                  </a:lnTo>
                  <a:lnTo>
                    <a:pt x="950323" y="2083073"/>
                  </a:lnTo>
                  <a:lnTo>
                    <a:pt x="963707" y="2065587"/>
                  </a:lnTo>
                  <a:lnTo>
                    <a:pt x="977092" y="2048063"/>
                  </a:lnTo>
                  <a:lnTo>
                    <a:pt x="990477" y="2030507"/>
                  </a:lnTo>
                  <a:lnTo>
                    <a:pt x="1003862" y="2012931"/>
                  </a:lnTo>
                  <a:lnTo>
                    <a:pt x="1017247" y="1995352"/>
                  </a:lnTo>
                  <a:lnTo>
                    <a:pt x="1030632" y="1977774"/>
                  </a:lnTo>
                  <a:lnTo>
                    <a:pt x="1044016" y="1960204"/>
                  </a:lnTo>
                  <a:lnTo>
                    <a:pt x="1057401" y="1942650"/>
                  </a:lnTo>
                  <a:lnTo>
                    <a:pt x="1070786" y="1925110"/>
                  </a:lnTo>
                  <a:lnTo>
                    <a:pt x="1084171" y="1907585"/>
                  </a:lnTo>
                  <a:lnTo>
                    <a:pt x="1097556" y="1890077"/>
                  </a:lnTo>
                  <a:lnTo>
                    <a:pt x="1110941" y="1872582"/>
                  </a:lnTo>
                  <a:lnTo>
                    <a:pt x="1124325" y="1855091"/>
                  </a:lnTo>
                  <a:lnTo>
                    <a:pt x="1137710" y="1837601"/>
                  </a:lnTo>
                  <a:lnTo>
                    <a:pt x="1151095" y="1820102"/>
                  </a:lnTo>
                  <a:lnTo>
                    <a:pt x="1164480" y="1802582"/>
                  </a:lnTo>
                  <a:lnTo>
                    <a:pt x="1177865" y="1785035"/>
                  </a:lnTo>
                  <a:lnTo>
                    <a:pt x="1191250" y="1767455"/>
                  </a:lnTo>
                  <a:lnTo>
                    <a:pt x="1204634" y="1749800"/>
                  </a:lnTo>
                  <a:lnTo>
                    <a:pt x="1218019" y="1732079"/>
                  </a:lnTo>
                  <a:lnTo>
                    <a:pt x="1231404" y="1714284"/>
                  </a:lnTo>
                  <a:lnTo>
                    <a:pt x="1244789" y="1696394"/>
                  </a:lnTo>
                  <a:lnTo>
                    <a:pt x="1258174" y="1678359"/>
                  </a:lnTo>
                  <a:lnTo>
                    <a:pt x="1271559" y="1660204"/>
                  </a:lnTo>
                  <a:lnTo>
                    <a:pt x="1284943" y="1641923"/>
                  </a:lnTo>
                  <a:lnTo>
                    <a:pt x="1298328" y="1623468"/>
                  </a:lnTo>
                  <a:lnTo>
                    <a:pt x="1311713" y="1604808"/>
                  </a:lnTo>
                  <a:lnTo>
                    <a:pt x="1325098" y="1585980"/>
                  </a:lnTo>
                  <a:lnTo>
                    <a:pt x="1338483" y="1566977"/>
                  </a:lnTo>
                  <a:lnTo>
                    <a:pt x="1351868" y="1547719"/>
                  </a:lnTo>
                  <a:lnTo>
                    <a:pt x="1365252" y="1528224"/>
                  </a:lnTo>
                  <a:lnTo>
                    <a:pt x="1378637" y="1508525"/>
                  </a:lnTo>
                  <a:lnTo>
                    <a:pt x="1392022" y="1488618"/>
                  </a:lnTo>
                  <a:lnTo>
                    <a:pt x="1405407" y="1468390"/>
                  </a:lnTo>
                  <a:lnTo>
                    <a:pt x="1418792" y="1447928"/>
                  </a:lnTo>
                  <a:lnTo>
                    <a:pt x="1432177" y="1427247"/>
                  </a:lnTo>
                  <a:lnTo>
                    <a:pt x="1445561" y="1406334"/>
                  </a:lnTo>
                  <a:lnTo>
                    <a:pt x="1458946" y="1385095"/>
                  </a:lnTo>
                  <a:lnTo>
                    <a:pt x="1472331" y="1363644"/>
                  </a:lnTo>
                  <a:lnTo>
                    <a:pt x="1485716" y="1341986"/>
                  </a:lnTo>
                  <a:lnTo>
                    <a:pt x="1499101" y="1320091"/>
                  </a:lnTo>
                  <a:lnTo>
                    <a:pt x="1512486" y="1297934"/>
                  </a:lnTo>
                  <a:lnTo>
                    <a:pt x="1525870" y="1275601"/>
                  </a:lnTo>
                  <a:lnTo>
                    <a:pt x="1539255" y="1253099"/>
                  </a:lnTo>
                  <a:lnTo>
                    <a:pt x="1552640" y="1230397"/>
                  </a:lnTo>
                  <a:lnTo>
                    <a:pt x="1566025" y="1207527"/>
                  </a:lnTo>
                  <a:lnTo>
                    <a:pt x="1579410" y="1184541"/>
                  </a:lnTo>
                  <a:lnTo>
                    <a:pt x="1592795" y="1161450"/>
                  </a:lnTo>
                  <a:lnTo>
                    <a:pt x="1606179" y="1138242"/>
                  </a:lnTo>
                  <a:lnTo>
                    <a:pt x="1619564" y="1114972"/>
                  </a:lnTo>
                  <a:lnTo>
                    <a:pt x="1632949" y="1091664"/>
                  </a:lnTo>
                  <a:lnTo>
                    <a:pt x="1646334" y="1068331"/>
                  </a:lnTo>
                  <a:lnTo>
                    <a:pt x="1659719" y="1045008"/>
                  </a:lnTo>
                  <a:lnTo>
                    <a:pt x="1673104" y="1021722"/>
                  </a:lnTo>
                  <a:lnTo>
                    <a:pt x="1686488" y="998487"/>
                  </a:lnTo>
                  <a:lnTo>
                    <a:pt x="1699873" y="975327"/>
                  </a:lnTo>
                  <a:lnTo>
                    <a:pt x="1713258" y="952312"/>
                  </a:lnTo>
                  <a:lnTo>
                    <a:pt x="1726643" y="929424"/>
                  </a:lnTo>
                  <a:lnTo>
                    <a:pt x="1740028" y="906676"/>
                  </a:lnTo>
                  <a:lnTo>
                    <a:pt x="1753413" y="884121"/>
                  </a:lnTo>
                  <a:lnTo>
                    <a:pt x="1766797" y="861819"/>
                  </a:lnTo>
                  <a:lnTo>
                    <a:pt x="1780182" y="839723"/>
                  </a:lnTo>
                  <a:lnTo>
                    <a:pt x="1793567" y="817847"/>
                  </a:lnTo>
                  <a:lnTo>
                    <a:pt x="1806952" y="796289"/>
                  </a:lnTo>
                  <a:lnTo>
                    <a:pt x="1820337" y="775048"/>
                  </a:lnTo>
                  <a:lnTo>
                    <a:pt x="1833722" y="754079"/>
                  </a:lnTo>
                  <a:lnTo>
                    <a:pt x="1847106" y="733390"/>
                  </a:lnTo>
                  <a:lnTo>
                    <a:pt x="1860491" y="713132"/>
                  </a:lnTo>
                  <a:lnTo>
                    <a:pt x="1873876" y="693213"/>
                  </a:lnTo>
                  <a:lnTo>
                    <a:pt x="1887261" y="673609"/>
                  </a:lnTo>
                  <a:lnTo>
                    <a:pt x="1900646" y="654330"/>
                  </a:lnTo>
                  <a:lnTo>
                    <a:pt x="1914031" y="635554"/>
                  </a:lnTo>
                  <a:lnTo>
                    <a:pt x="1927415" y="617108"/>
                  </a:lnTo>
                  <a:lnTo>
                    <a:pt x="1940800" y="598994"/>
                  </a:lnTo>
                  <a:lnTo>
                    <a:pt x="1954185" y="581259"/>
                  </a:lnTo>
                  <a:lnTo>
                    <a:pt x="1967570" y="563993"/>
                  </a:lnTo>
                  <a:lnTo>
                    <a:pt x="1980955" y="547055"/>
                  </a:lnTo>
                  <a:lnTo>
                    <a:pt x="1994340" y="530441"/>
                  </a:lnTo>
                  <a:lnTo>
                    <a:pt x="2007724" y="514231"/>
                  </a:lnTo>
                  <a:lnTo>
                    <a:pt x="2021109" y="498425"/>
                  </a:lnTo>
                  <a:lnTo>
                    <a:pt x="2034494" y="482922"/>
                  </a:lnTo>
                  <a:lnTo>
                    <a:pt x="2047879" y="467716"/>
                  </a:lnTo>
                  <a:lnTo>
                    <a:pt x="2061264" y="452908"/>
                  </a:lnTo>
                  <a:lnTo>
                    <a:pt x="2074649" y="438422"/>
                  </a:lnTo>
                  <a:lnTo>
                    <a:pt x="2088033" y="424200"/>
                  </a:lnTo>
                  <a:lnTo>
                    <a:pt x="2101418" y="410235"/>
                  </a:lnTo>
                  <a:lnTo>
                    <a:pt x="2114803" y="396634"/>
                  </a:lnTo>
                  <a:lnTo>
                    <a:pt x="2128188" y="383272"/>
                  </a:lnTo>
                  <a:lnTo>
                    <a:pt x="2141573" y="370127"/>
                  </a:lnTo>
                  <a:lnTo>
                    <a:pt x="2154958" y="357205"/>
                  </a:lnTo>
                  <a:lnTo>
                    <a:pt x="2168342" y="344573"/>
                  </a:lnTo>
                  <a:lnTo>
                    <a:pt x="2181727" y="332119"/>
                  </a:lnTo>
                  <a:lnTo>
                    <a:pt x="2195112" y="319836"/>
                  </a:lnTo>
                  <a:lnTo>
                    <a:pt x="2208497" y="307747"/>
                  </a:lnTo>
                  <a:lnTo>
                    <a:pt x="2221882" y="295863"/>
                  </a:lnTo>
                  <a:lnTo>
                    <a:pt x="2235267" y="284118"/>
                  </a:lnTo>
                  <a:lnTo>
                    <a:pt x="2248651" y="272507"/>
                  </a:lnTo>
                  <a:lnTo>
                    <a:pt x="2262036" y="261061"/>
                  </a:lnTo>
                  <a:lnTo>
                    <a:pt x="2275421" y="249764"/>
                  </a:lnTo>
                  <a:lnTo>
                    <a:pt x="2288806" y="238580"/>
                  </a:lnTo>
                  <a:lnTo>
                    <a:pt x="2302191" y="227508"/>
                  </a:lnTo>
                  <a:lnTo>
                    <a:pt x="2315576" y="216588"/>
                  </a:lnTo>
                  <a:lnTo>
                    <a:pt x="2328960" y="205789"/>
                  </a:lnTo>
                  <a:lnTo>
                    <a:pt x="2342345" y="195097"/>
                  </a:lnTo>
                  <a:lnTo>
                    <a:pt x="2355730" y="184512"/>
                  </a:lnTo>
                  <a:lnTo>
                    <a:pt x="2369115" y="174098"/>
                  </a:lnTo>
                  <a:lnTo>
                    <a:pt x="2382500" y="163803"/>
                  </a:lnTo>
                  <a:lnTo>
                    <a:pt x="2395885" y="153631"/>
                  </a:lnTo>
                  <a:lnTo>
                    <a:pt x="2409269" y="143598"/>
                  </a:lnTo>
                  <a:lnTo>
                    <a:pt x="2422654" y="133769"/>
                  </a:lnTo>
                  <a:lnTo>
                    <a:pt x="2436039" y="124093"/>
                  </a:lnTo>
                  <a:lnTo>
                    <a:pt x="2449424" y="114577"/>
                  </a:lnTo>
                  <a:lnTo>
                    <a:pt x="2462809" y="105275"/>
                  </a:lnTo>
                  <a:lnTo>
                    <a:pt x="2476194" y="96231"/>
                  </a:lnTo>
                  <a:lnTo>
                    <a:pt x="2489578" y="87401"/>
                  </a:lnTo>
                  <a:lnTo>
                    <a:pt x="2502963" y="78794"/>
                  </a:lnTo>
                  <a:lnTo>
                    <a:pt x="2516348" y="70518"/>
                  </a:lnTo>
                  <a:lnTo>
                    <a:pt x="2529733" y="62575"/>
                  </a:lnTo>
                  <a:lnTo>
                    <a:pt x="2543118" y="54928"/>
                  </a:lnTo>
                  <a:lnTo>
                    <a:pt x="2556503" y="47589"/>
                  </a:lnTo>
                  <a:lnTo>
                    <a:pt x="2569887" y="40750"/>
                  </a:lnTo>
                  <a:lnTo>
                    <a:pt x="2583272" y="34322"/>
                  </a:lnTo>
                  <a:lnTo>
                    <a:pt x="2596657" y="28289"/>
                  </a:lnTo>
                  <a:lnTo>
                    <a:pt x="2610042" y="22681"/>
                  </a:lnTo>
                  <a:lnTo>
                    <a:pt x="2623427" y="17765"/>
                  </a:lnTo>
                  <a:lnTo>
                    <a:pt x="2636812" y="13340"/>
                  </a:lnTo>
                  <a:lnTo>
                    <a:pt x="2650196" y="9422"/>
                  </a:lnTo>
                  <a:lnTo>
                    <a:pt x="2663581" y="6116"/>
                  </a:lnTo>
                  <a:lnTo>
                    <a:pt x="2676966" y="3616"/>
                  </a:lnTo>
                  <a:lnTo>
                    <a:pt x="2690351" y="1720"/>
                  </a:lnTo>
                  <a:lnTo>
                    <a:pt x="2703736" y="447"/>
                  </a:lnTo>
                  <a:lnTo>
                    <a:pt x="2717121" y="0"/>
                  </a:lnTo>
                  <a:lnTo>
                    <a:pt x="2730505" y="437"/>
                  </a:lnTo>
                  <a:lnTo>
                    <a:pt x="2743890" y="1587"/>
                  </a:lnTo>
                  <a:lnTo>
                    <a:pt x="2757275" y="3464"/>
                  </a:lnTo>
                  <a:lnTo>
                    <a:pt x="2770660" y="6390"/>
                  </a:lnTo>
                  <a:lnTo>
                    <a:pt x="2784045" y="10231"/>
                  </a:lnTo>
                  <a:lnTo>
                    <a:pt x="2797430" y="14870"/>
                  </a:lnTo>
                  <a:lnTo>
                    <a:pt x="2810814" y="20319"/>
                  </a:lnTo>
                  <a:lnTo>
                    <a:pt x="2824199" y="27021"/>
                  </a:lnTo>
                  <a:lnTo>
                    <a:pt x="2837584" y="34610"/>
                  </a:lnTo>
                  <a:lnTo>
                    <a:pt x="2850969" y="43050"/>
                  </a:lnTo>
                  <a:lnTo>
                    <a:pt x="2864354" y="52408"/>
                  </a:lnTo>
                  <a:lnTo>
                    <a:pt x="2877739" y="63048"/>
                  </a:lnTo>
                  <a:lnTo>
                    <a:pt x="2891123" y="74550"/>
                  </a:lnTo>
                  <a:lnTo>
                    <a:pt x="2904508" y="86911"/>
                  </a:lnTo>
                  <a:lnTo>
                    <a:pt x="2917893" y="100291"/>
                  </a:lnTo>
                  <a:lnTo>
                    <a:pt x="2931278" y="114820"/>
                  </a:lnTo>
                  <a:lnTo>
                    <a:pt x="2944663" y="130175"/>
                  </a:lnTo>
                  <a:lnTo>
                    <a:pt x="2958048" y="146343"/>
                  </a:lnTo>
                  <a:lnTo>
                    <a:pt x="2971432" y="163556"/>
                  </a:lnTo>
                  <a:lnTo>
                    <a:pt x="2984817" y="181717"/>
                  </a:lnTo>
                  <a:lnTo>
                    <a:pt x="2998202" y="200613"/>
                  </a:lnTo>
                  <a:lnTo>
                    <a:pt x="3011587" y="220225"/>
                  </a:lnTo>
                  <a:lnTo>
                    <a:pt x="3024972" y="240808"/>
                  </a:lnTo>
                  <a:lnTo>
                    <a:pt x="3038357" y="262094"/>
                  </a:lnTo>
                  <a:lnTo>
                    <a:pt x="3051741" y="283973"/>
                  </a:lnTo>
                  <a:lnTo>
                    <a:pt x="3065126" y="306421"/>
                  </a:lnTo>
                  <a:lnTo>
                    <a:pt x="3078511" y="329659"/>
                  </a:lnTo>
                  <a:lnTo>
                    <a:pt x="3091896" y="353341"/>
                  </a:lnTo>
                  <a:lnTo>
                    <a:pt x="3105281" y="377436"/>
                  </a:lnTo>
                  <a:lnTo>
                    <a:pt x="3118666" y="401948"/>
                  </a:lnTo>
                  <a:lnTo>
                    <a:pt x="3132050" y="426897"/>
                  </a:lnTo>
                  <a:lnTo>
                    <a:pt x="3145435" y="452086"/>
                  </a:lnTo>
                  <a:lnTo>
                    <a:pt x="3158820" y="477481"/>
                  </a:lnTo>
                  <a:lnTo>
                    <a:pt x="3172205" y="503070"/>
                  </a:lnTo>
                  <a:lnTo>
                    <a:pt x="3185590" y="528770"/>
                  </a:lnTo>
                  <a:lnTo>
                    <a:pt x="3198975" y="554498"/>
                  </a:lnTo>
                  <a:lnTo>
                    <a:pt x="3212359" y="580224"/>
                  </a:lnTo>
                  <a:lnTo>
                    <a:pt x="3225744" y="605868"/>
                  </a:lnTo>
                  <a:lnTo>
                    <a:pt x="3239129" y="631361"/>
                  </a:lnTo>
                  <a:lnTo>
                    <a:pt x="3252514" y="656685"/>
                  </a:lnTo>
                  <a:lnTo>
                    <a:pt x="3265899" y="681814"/>
                  </a:lnTo>
                  <a:lnTo>
                    <a:pt x="3279284" y="706574"/>
                  </a:lnTo>
                  <a:lnTo>
                    <a:pt x="3292668" y="731005"/>
                  </a:lnTo>
                  <a:lnTo>
                    <a:pt x="3306053" y="755107"/>
                  </a:lnTo>
                  <a:lnTo>
                    <a:pt x="3319438" y="778843"/>
                  </a:lnTo>
                  <a:lnTo>
                    <a:pt x="3332823" y="801981"/>
                  </a:lnTo>
                  <a:lnTo>
                    <a:pt x="3346208" y="824692"/>
                  </a:lnTo>
                  <a:lnTo>
                    <a:pt x="3359593" y="846965"/>
                  </a:lnTo>
                  <a:lnTo>
                    <a:pt x="3372977" y="868711"/>
                  </a:lnTo>
                  <a:lnTo>
                    <a:pt x="3386362" y="889792"/>
                  </a:lnTo>
                  <a:lnTo>
                    <a:pt x="3399747" y="910391"/>
                  </a:lnTo>
                  <a:lnTo>
                    <a:pt x="3413132" y="930502"/>
                  </a:lnTo>
                  <a:lnTo>
                    <a:pt x="3426517" y="949988"/>
                  </a:lnTo>
                  <a:lnTo>
                    <a:pt x="3439902" y="968852"/>
                  </a:lnTo>
                  <a:lnTo>
                    <a:pt x="3453286" y="987241"/>
                  </a:lnTo>
                  <a:lnTo>
                    <a:pt x="3466671" y="1005158"/>
                  </a:lnTo>
                  <a:lnTo>
                    <a:pt x="3480056" y="1022439"/>
                  </a:lnTo>
                  <a:lnTo>
                    <a:pt x="3493441" y="1039222"/>
                  </a:lnTo>
                  <a:lnTo>
                    <a:pt x="3506826" y="1055594"/>
                  </a:lnTo>
                  <a:lnTo>
                    <a:pt x="3520211" y="1071568"/>
                  </a:lnTo>
                  <a:lnTo>
                    <a:pt x="3533595" y="1086993"/>
                  </a:lnTo>
                  <a:lnTo>
                    <a:pt x="3546980" y="1102084"/>
                  </a:lnTo>
                  <a:lnTo>
                    <a:pt x="3560365" y="1116875"/>
                  </a:lnTo>
                  <a:lnTo>
                    <a:pt x="3573750" y="1131368"/>
                  </a:lnTo>
                  <a:lnTo>
                    <a:pt x="3587135" y="1145523"/>
                  </a:lnTo>
                  <a:lnTo>
                    <a:pt x="3600520" y="1159495"/>
                  </a:lnTo>
                  <a:lnTo>
                    <a:pt x="3613904" y="1173305"/>
                  </a:lnTo>
                  <a:lnTo>
                    <a:pt x="3627289" y="1186959"/>
                  </a:lnTo>
                  <a:lnTo>
                    <a:pt x="3640674" y="1200507"/>
                  </a:lnTo>
                  <a:lnTo>
                    <a:pt x="3654059" y="1214014"/>
                  </a:lnTo>
                  <a:lnTo>
                    <a:pt x="3667444" y="1227502"/>
                  </a:lnTo>
                  <a:lnTo>
                    <a:pt x="3680829" y="1241013"/>
                  </a:lnTo>
                  <a:lnTo>
                    <a:pt x="3694213" y="1254600"/>
                  </a:lnTo>
                  <a:lnTo>
                    <a:pt x="3707598" y="1268276"/>
                  </a:lnTo>
                  <a:lnTo>
                    <a:pt x="3720983" y="1282059"/>
                  </a:lnTo>
                  <a:lnTo>
                    <a:pt x="3734368" y="1296043"/>
                  </a:lnTo>
                  <a:lnTo>
                    <a:pt x="3747753" y="1310217"/>
                  </a:lnTo>
                  <a:lnTo>
                    <a:pt x="3761138" y="1324577"/>
                  </a:lnTo>
                  <a:lnTo>
                    <a:pt x="3774522" y="1339135"/>
                  </a:lnTo>
                  <a:lnTo>
                    <a:pt x="3787907" y="1354032"/>
                  </a:lnTo>
                  <a:lnTo>
                    <a:pt x="3801292" y="1369161"/>
                  </a:lnTo>
                  <a:lnTo>
                    <a:pt x="3814677" y="1384527"/>
                  </a:lnTo>
                  <a:lnTo>
                    <a:pt x="3828062" y="1400165"/>
                  </a:lnTo>
                  <a:lnTo>
                    <a:pt x="3841447" y="1416153"/>
                  </a:lnTo>
                  <a:lnTo>
                    <a:pt x="3854831" y="1432381"/>
                  </a:lnTo>
                  <a:lnTo>
                    <a:pt x="3868216" y="1448847"/>
                  </a:lnTo>
                  <a:lnTo>
                    <a:pt x="3881601" y="1465600"/>
                  </a:lnTo>
                  <a:lnTo>
                    <a:pt x="3894986" y="1482638"/>
                  </a:lnTo>
                  <a:lnTo>
                    <a:pt x="3908371" y="1499876"/>
                  </a:lnTo>
                  <a:lnTo>
                    <a:pt x="3921756" y="1517305"/>
                  </a:lnTo>
                  <a:lnTo>
                    <a:pt x="3935140" y="1534968"/>
                  </a:lnTo>
                  <a:lnTo>
                    <a:pt x="3948525" y="1552801"/>
                  </a:lnTo>
                  <a:lnTo>
                    <a:pt x="3961910" y="1570757"/>
                  </a:lnTo>
                  <a:lnTo>
                    <a:pt x="3975295" y="1588820"/>
                  </a:lnTo>
                  <a:lnTo>
                    <a:pt x="3988680" y="1606996"/>
                  </a:lnTo>
                  <a:lnTo>
                    <a:pt x="4002065" y="1625213"/>
                  </a:lnTo>
                  <a:lnTo>
                    <a:pt x="4015449" y="1643450"/>
                  </a:lnTo>
                  <a:lnTo>
                    <a:pt x="4028834" y="1661687"/>
                  </a:lnTo>
                  <a:lnTo>
                    <a:pt x="4042219" y="1679866"/>
                  </a:lnTo>
                  <a:lnTo>
                    <a:pt x="4055604" y="1697971"/>
                  </a:lnTo>
                  <a:lnTo>
                    <a:pt x="4068989" y="1715985"/>
                  </a:lnTo>
                  <a:lnTo>
                    <a:pt x="4082374" y="1733865"/>
                  </a:lnTo>
                  <a:lnTo>
                    <a:pt x="4095758" y="1751535"/>
                  </a:lnTo>
                  <a:lnTo>
                    <a:pt x="4109143" y="1769027"/>
                  </a:lnTo>
                  <a:lnTo>
                    <a:pt x="4122528" y="1786327"/>
                  </a:lnTo>
                  <a:lnTo>
                    <a:pt x="4135913" y="1803348"/>
                  </a:lnTo>
                  <a:lnTo>
                    <a:pt x="4149298" y="1820059"/>
                  </a:lnTo>
                  <a:lnTo>
                    <a:pt x="4162683" y="1836509"/>
                  </a:lnTo>
                  <a:lnTo>
                    <a:pt x="4176067" y="1852688"/>
                  </a:lnTo>
                  <a:lnTo>
                    <a:pt x="4189452" y="1868458"/>
                  </a:lnTo>
                  <a:lnTo>
                    <a:pt x="4202837" y="1883878"/>
                  </a:lnTo>
                  <a:lnTo>
                    <a:pt x="4216222" y="1898984"/>
                  </a:lnTo>
                  <a:lnTo>
                    <a:pt x="4229607" y="1913771"/>
                  </a:lnTo>
                  <a:lnTo>
                    <a:pt x="4242992" y="1928060"/>
                  </a:lnTo>
                  <a:lnTo>
                    <a:pt x="4256376" y="1942009"/>
                  </a:lnTo>
                  <a:lnTo>
                    <a:pt x="4269761" y="1955628"/>
                  </a:lnTo>
                  <a:lnTo>
                    <a:pt x="4283146" y="1968889"/>
                  </a:lnTo>
                  <a:lnTo>
                    <a:pt x="4296531" y="1981673"/>
                  </a:lnTo>
                  <a:lnTo>
                    <a:pt x="4309916" y="1994142"/>
                  </a:lnTo>
                  <a:lnTo>
                    <a:pt x="4323301" y="2006299"/>
                  </a:lnTo>
                  <a:lnTo>
                    <a:pt x="4336685" y="2018088"/>
                  </a:lnTo>
                  <a:lnTo>
                    <a:pt x="4350070" y="2029490"/>
                  </a:lnTo>
                  <a:lnTo>
                    <a:pt x="4363455" y="2040619"/>
                  </a:lnTo>
                  <a:lnTo>
                    <a:pt x="4376840" y="2051483"/>
                  </a:lnTo>
                  <a:lnTo>
                    <a:pt x="4390225" y="2062016"/>
                  </a:lnTo>
                  <a:lnTo>
                    <a:pt x="4403610" y="2072274"/>
                  </a:lnTo>
                  <a:lnTo>
                    <a:pt x="4416994" y="2082322"/>
                  </a:lnTo>
                  <a:lnTo>
                    <a:pt x="4430379" y="2092172"/>
                  </a:lnTo>
                  <a:lnTo>
                    <a:pt x="4443764" y="2101768"/>
                  </a:lnTo>
                  <a:lnTo>
                    <a:pt x="4457149" y="2111199"/>
                  </a:lnTo>
                  <a:lnTo>
                    <a:pt x="4470534" y="2120495"/>
                  </a:lnTo>
                  <a:lnTo>
                    <a:pt x="4483919" y="2129667"/>
                  </a:lnTo>
                  <a:lnTo>
                    <a:pt x="4497303" y="2138689"/>
                  </a:lnTo>
                  <a:lnTo>
                    <a:pt x="4510688" y="2147640"/>
                  </a:lnTo>
                  <a:lnTo>
                    <a:pt x="4524073" y="2156529"/>
                  </a:lnTo>
                  <a:lnTo>
                    <a:pt x="4537458" y="2165364"/>
                  </a:lnTo>
                  <a:lnTo>
                    <a:pt x="4550843" y="2174162"/>
                  </a:lnTo>
                  <a:lnTo>
                    <a:pt x="4564228" y="2182953"/>
                  </a:lnTo>
                  <a:lnTo>
                    <a:pt x="4577612" y="2191745"/>
                  </a:lnTo>
                  <a:lnTo>
                    <a:pt x="4590997" y="2200554"/>
                  </a:lnTo>
                  <a:lnTo>
                    <a:pt x="4604382" y="2209401"/>
                  </a:lnTo>
                  <a:lnTo>
                    <a:pt x="4617767" y="2218287"/>
                  </a:lnTo>
                  <a:lnTo>
                    <a:pt x="4631152" y="2227218"/>
                  </a:lnTo>
                  <a:lnTo>
                    <a:pt x="4644537" y="2236222"/>
                  </a:lnTo>
                  <a:lnTo>
                    <a:pt x="4657921" y="2245298"/>
                  </a:lnTo>
                  <a:lnTo>
                    <a:pt x="4671306" y="2254438"/>
                  </a:lnTo>
                  <a:lnTo>
                    <a:pt x="4684691" y="2263644"/>
                  </a:lnTo>
                  <a:lnTo>
                    <a:pt x="4698076" y="2272951"/>
                  </a:lnTo>
                  <a:lnTo>
                    <a:pt x="4711461" y="2282329"/>
                  </a:lnTo>
                  <a:lnTo>
                    <a:pt x="4724846" y="2291773"/>
                  </a:lnTo>
                  <a:lnTo>
                    <a:pt x="4738230" y="2301284"/>
                  </a:lnTo>
                  <a:lnTo>
                    <a:pt x="4751615" y="2310882"/>
                  </a:lnTo>
                  <a:lnTo>
                    <a:pt x="4765000" y="2320530"/>
                  </a:lnTo>
                  <a:lnTo>
                    <a:pt x="4778385" y="2330225"/>
                  </a:lnTo>
                  <a:lnTo>
                    <a:pt x="4791770" y="2339967"/>
                  </a:lnTo>
                  <a:lnTo>
                    <a:pt x="4805155" y="2349747"/>
                  </a:lnTo>
                  <a:lnTo>
                    <a:pt x="4818539" y="2359544"/>
                  </a:lnTo>
                  <a:lnTo>
                    <a:pt x="4831924" y="2369352"/>
                  </a:lnTo>
                  <a:lnTo>
                    <a:pt x="4845309" y="2379161"/>
                  </a:lnTo>
                  <a:lnTo>
                    <a:pt x="4858694" y="2388950"/>
                  </a:lnTo>
                  <a:lnTo>
                    <a:pt x="4872079" y="2398712"/>
                  </a:lnTo>
                  <a:lnTo>
                    <a:pt x="4885464" y="2408441"/>
                  </a:lnTo>
                  <a:lnTo>
                    <a:pt x="4898848" y="2418102"/>
                  </a:lnTo>
                  <a:lnTo>
                    <a:pt x="4912233" y="2427689"/>
                  </a:lnTo>
                  <a:lnTo>
                    <a:pt x="4925618" y="2437203"/>
                  </a:lnTo>
                  <a:lnTo>
                    <a:pt x="4939003" y="2446636"/>
                  </a:lnTo>
                  <a:lnTo>
                    <a:pt x="4952388" y="2455921"/>
                  </a:lnTo>
                  <a:lnTo>
                    <a:pt x="4965773" y="2465093"/>
                  </a:lnTo>
                  <a:lnTo>
                    <a:pt x="4979157" y="2474148"/>
                  </a:lnTo>
                  <a:lnTo>
                    <a:pt x="4992542" y="2483064"/>
                  </a:lnTo>
                  <a:lnTo>
                    <a:pt x="5005927" y="2491780"/>
                  </a:lnTo>
                  <a:lnTo>
                    <a:pt x="5019312" y="2500347"/>
                  </a:lnTo>
                  <a:lnTo>
                    <a:pt x="5032697" y="2508761"/>
                  </a:lnTo>
                  <a:lnTo>
                    <a:pt x="5046082" y="2516980"/>
                  </a:lnTo>
                  <a:lnTo>
                    <a:pt x="5059466" y="2524974"/>
                  </a:lnTo>
                  <a:lnTo>
                    <a:pt x="5072851" y="2532794"/>
                  </a:lnTo>
                  <a:lnTo>
                    <a:pt x="5086236" y="2540436"/>
                  </a:lnTo>
                  <a:lnTo>
                    <a:pt x="5099621" y="2547835"/>
                  </a:lnTo>
                  <a:lnTo>
                    <a:pt x="5113006" y="2555009"/>
                  </a:lnTo>
                  <a:lnTo>
                    <a:pt x="5126391" y="2561996"/>
                  </a:lnTo>
                  <a:lnTo>
                    <a:pt x="5139775" y="2568795"/>
                  </a:lnTo>
                  <a:lnTo>
                    <a:pt x="5153160" y="2575317"/>
                  </a:lnTo>
                  <a:lnTo>
                    <a:pt x="5166545" y="2581633"/>
                  </a:lnTo>
                  <a:lnTo>
                    <a:pt x="5179930" y="2587763"/>
                  </a:lnTo>
                  <a:lnTo>
                    <a:pt x="5193315" y="2593701"/>
                  </a:lnTo>
                  <a:lnTo>
                    <a:pt x="5206700" y="2599358"/>
                  </a:lnTo>
                  <a:lnTo>
                    <a:pt x="5220084" y="2604836"/>
                  </a:lnTo>
                  <a:lnTo>
                    <a:pt x="5233469" y="2610138"/>
                  </a:lnTo>
                  <a:lnTo>
                    <a:pt x="5246854" y="2615241"/>
                  </a:lnTo>
                  <a:lnTo>
                    <a:pt x="5260239" y="2620108"/>
                  </a:lnTo>
                  <a:lnTo>
                    <a:pt x="5273624" y="2624814"/>
                  </a:lnTo>
                  <a:lnTo>
                    <a:pt x="5287009" y="2629363"/>
                  </a:lnTo>
                  <a:lnTo>
                    <a:pt x="5300393" y="2633719"/>
                  </a:lnTo>
                  <a:lnTo>
                    <a:pt x="5313778" y="2637890"/>
                  </a:lnTo>
                  <a:lnTo>
                    <a:pt x="5327163" y="2641923"/>
                  </a:lnTo>
                  <a:lnTo>
                    <a:pt x="5340548" y="2645822"/>
                  </a:lnTo>
                  <a:lnTo>
                    <a:pt x="5353933" y="2649547"/>
                  </a:lnTo>
                  <a:lnTo>
                    <a:pt x="5367318" y="2653136"/>
                  </a:lnTo>
                  <a:lnTo>
                    <a:pt x="5380702" y="2656613"/>
                  </a:lnTo>
                  <a:lnTo>
                    <a:pt x="5394087" y="2659983"/>
                  </a:lnTo>
                  <a:lnTo>
                    <a:pt x="5407472" y="2663205"/>
                  </a:lnTo>
                  <a:lnTo>
                    <a:pt x="5420857" y="2666333"/>
                  </a:lnTo>
                  <a:lnTo>
                    <a:pt x="5434242" y="2669375"/>
                  </a:lnTo>
                  <a:lnTo>
                    <a:pt x="5447627" y="2672332"/>
                  </a:lnTo>
                  <a:lnTo>
                    <a:pt x="5461011" y="2675180"/>
                  </a:lnTo>
                  <a:lnTo>
                    <a:pt x="5474396" y="2677963"/>
                  </a:lnTo>
                  <a:lnTo>
                    <a:pt x="5487781" y="2680684"/>
                  </a:lnTo>
                  <a:lnTo>
                    <a:pt x="5501166" y="2683337"/>
                  </a:lnTo>
                  <a:lnTo>
                    <a:pt x="5514551" y="2685921"/>
                  </a:lnTo>
                  <a:lnTo>
                    <a:pt x="5527936" y="2688459"/>
                  </a:lnTo>
                  <a:lnTo>
                    <a:pt x="5541320" y="2690955"/>
                  </a:lnTo>
                  <a:lnTo>
                    <a:pt x="5554705" y="2693399"/>
                  </a:lnTo>
                  <a:lnTo>
                    <a:pt x="5568090" y="2695801"/>
                  </a:lnTo>
                  <a:lnTo>
                    <a:pt x="5581475" y="2698172"/>
                  </a:lnTo>
                  <a:lnTo>
                    <a:pt x="5594860" y="2700514"/>
                  </a:lnTo>
                  <a:lnTo>
                    <a:pt x="5608245" y="2702819"/>
                  </a:lnTo>
                  <a:lnTo>
                    <a:pt x="5621629" y="2705096"/>
                  </a:lnTo>
                  <a:lnTo>
                    <a:pt x="5635014" y="2707352"/>
                  </a:lnTo>
                  <a:lnTo>
                    <a:pt x="5648399" y="2709586"/>
                  </a:lnTo>
                  <a:lnTo>
                    <a:pt x="5661784" y="2711789"/>
                  </a:lnTo>
                  <a:lnTo>
                    <a:pt x="5675169" y="2713973"/>
                  </a:lnTo>
                  <a:lnTo>
                    <a:pt x="5688554" y="2716139"/>
                  </a:lnTo>
                  <a:lnTo>
                    <a:pt x="5701938" y="2718283"/>
                  </a:lnTo>
                  <a:lnTo>
                    <a:pt x="5715323" y="2720401"/>
                  </a:lnTo>
                  <a:lnTo>
                    <a:pt x="5728708" y="2722499"/>
                  </a:lnTo>
                  <a:lnTo>
                    <a:pt x="5742093" y="2724577"/>
                  </a:lnTo>
                  <a:lnTo>
                    <a:pt x="5755478" y="2726630"/>
                  </a:lnTo>
                  <a:lnTo>
                    <a:pt x="5768863" y="2728654"/>
                  </a:lnTo>
                  <a:lnTo>
                    <a:pt x="5782247" y="2730655"/>
                  </a:lnTo>
                  <a:lnTo>
                    <a:pt x="5795632" y="2732631"/>
                  </a:lnTo>
                  <a:lnTo>
                    <a:pt x="5809017" y="2734573"/>
                  </a:lnTo>
                  <a:lnTo>
                    <a:pt x="5822402" y="2736481"/>
                  </a:lnTo>
                  <a:lnTo>
                    <a:pt x="5835787" y="2738361"/>
                  </a:lnTo>
                  <a:lnTo>
                    <a:pt x="5849172" y="2740210"/>
                  </a:lnTo>
                  <a:lnTo>
                    <a:pt x="5862556" y="2742013"/>
                  </a:lnTo>
                  <a:lnTo>
                    <a:pt x="5875941" y="2743778"/>
                  </a:lnTo>
                  <a:lnTo>
                    <a:pt x="5889326" y="2745508"/>
                  </a:lnTo>
                  <a:lnTo>
                    <a:pt x="5902711" y="2747201"/>
                  </a:lnTo>
                  <a:lnTo>
                    <a:pt x="5916096" y="2748836"/>
                  </a:lnTo>
                  <a:lnTo>
                    <a:pt x="5929481" y="2750430"/>
                  </a:lnTo>
                  <a:lnTo>
                    <a:pt x="5942865" y="2751985"/>
                  </a:lnTo>
                  <a:lnTo>
                    <a:pt x="5956250" y="2753491"/>
                  </a:lnTo>
                  <a:lnTo>
                    <a:pt x="5969635" y="2754937"/>
                  </a:lnTo>
                  <a:lnTo>
                    <a:pt x="5983020" y="2756340"/>
                  </a:lnTo>
                  <a:lnTo>
                    <a:pt x="5996405" y="2757698"/>
                  </a:lnTo>
                  <a:lnTo>
                    <a:pt x="6009790" y="2759000"/>
                  </a:lnTo>
                  <a:lnTo>
                    <a:pt x="6023174" y="2760244"/>
                  </a:lnTo>
                  <a:lnTo>
                    <a:pt x="6036559" y="2761443"/>
                  </a:lnTo>
                  <a:lnTo>
                    <a:pt x="6049944" y="2762596"/>
                  </a:lnTo>
                  <a:lnTo>
                    <a:pt x="6063329" y="2763686"/>
                  </a:lnTo>
                  <a:lnTo>
                    <a:pt x="6076714" y="2764725"/>
                  </a:lnTo>
                  <a:lnTo>
                    <a:pt x="6090099" y="2765719"/>
                  </a:lnTo>
                  <a:lnTo>
                    <a:pt x="6103483" y="2766669"/>
                  </a:lnTo>
                  <a:lnTo>
                    <a:pt x="6116868" y="2767553"/>
                  </a:lnTo>
                  <a:lnTo>
                    <a:pt x="6130253" y="2768394"/>
                  </a:lnTo>
                  <a:lnTo>
                    <a:pt x="6143638" y="2769193"/>
                  </a:lnTo>
                  <a:lnTo>
                    <a:pt x="6157023" y="2769948"/>
                  </a:lnTo>
                  <a:lnTo>
                    <a:pt x="6170408" y="2770645"/>
                  </a:lnTo>
                  <a:lnTo>
                    <a:pt x="6183792" y="2771305"/>
                  </a:lnTo>
                  <a:lnTo>
                    <a:pt x="6197177" y="2771927"/>
                  </a:lnTo>
                  <a:lnTo>
                    <a:pt x="6210562" y="2772507"/>
                  </a:lnTo>
                  <a:lnTo>
                    <a:pt x="6223947" y="2773040"/>
                  </a:lnTo>
                  <a:lnTo>
                    <a:pt x="6237332" y="2773541"/>
                  </a:lnTo>
                  <a:lnTo>
                    <a:pt x="6250717" y="2774011"/>
                  </a:lnTo>
                  <a:lnTo>
                    <a:pt x="6264101" y="2774441"/>
                  </a:lnTo>
                  <a:lnTo>
                    <a:pt x="6277486" y="2774836"/>
                  </a:lnTo>
                  <a:lnTo>
                    <a:pt x="6290871" y="2775205"/>
                  </a:lnTo>
                  <a:lnTo>
                    <a:pt x="6304256" y="2775548"/>
                  </a:lnTo>
                  <a:lnTo>
                    <a:pt x="6317641" y="2775857"/>
                  </a:lnTo>
                  <a:lnTo>
                    <a:pt x="6331026" y="2776141"/>
                  </a:lnTo>
                  <a:lnTo>
                    <a:pt x="6344410" y="2776403"/>
                  </a:lnTo>
                  <a:lnTo>
                    <a:pt x="6357795" y="2776646"/>
                  </a:lnTo>
                  <a:lnTo>
                    <a:pt x="6371180" y="2776860"/>
                  </a:lnTo>
                  <a:lnTo>
                    <a:pt x="6384565" y="2777057"/>
                  </a:lnTo>
                  <a:lnTo>
                    <a:pt x="6397950" y="2777239"/>
                  </a:lnTo>
                  <a:lnTo>
                    <a:pt x="6411335" y="2777403"/>
                  </a:lnTo>
                  <a:lnTo>
                    <a:pt x="6424719" y="2777548"/>
                  </a:lnTo>
                  <a:lnTo>
                    <a:pt x="6438104" y="2777681"/>
                  </a:lnTo>
                  <a:lnTo>
                    <a:pt x="6451489" y="2777802"/>
                  </a:lnTo>
                  <a:lnTo>
                    <a:pt x="6464874" y="2777910"/>
                  </a:lnTo>
                  <a:lnTo>
                    <a:pt x="6478259" y="2778005"/>
                  </a:lnTo>
                  <a:lnTo>
                    <a:pt x="6491644" y="2778092"/>
                  </a:lnTo>
                  <a:lnTo>
                    <a:pt x="6505028" y="2778170"/>
                  </a:lnTo>
                  <a:lnTo>
                    <a:pt x="6518413" y="2778238"/>
                  </a:lnTo>
                  <a:lnTo>
                    <a:pt x="6531798" y="2778299"/>
                  </a:lnTo>
                  <a:lnTo>
                    <a:pt x="6545183" y="2778354"/>
                  </a:lnTo>
                  <a:lnTo>
                    <a:pt x="6558568" y="2778403"/>
                  </a:lnTo>
                  <a:lnTo>
                    <a:pt x="6571953" y="2778444"/>
                  </a:lnTo>
                  <a:lnTo>
                    <a:pt x="6585337" y="2778482"/>
                  </a:lnTo>
                  <a:lnTo>
                    <a:pt x="6598722" y="2778515"/>
                  </a:lnTo>
                  <a:lnTo>
                    <a:pt x="6612107" y="2778545"/>
                  </a:lnTo>
                  <a:lnTo>
                    <a:pt x="6625492" y="2778570"/>
                  </a:lnTo>
                  <a:lnTo>
                    <a:pt x="6638877" y="2778592"/>
                  </a:lnTo>
                  <a:lnTo>
                    <a:pt x="6652262" y="2778612"/>
                  </a:lnTo>
                  <a:lnTo>
                    <a:pt x="6665646" y="2778629"/>
                  </a:lnTo>
                  <a:lnTo>
                    <a:pt x="6679031" y="2778643"/>
                  </a:lnTo>
                  <a:lnTo>
                    <a:pt x="6692416" y="2778656"/>
                  </a:lnTo>
                  <a:lnTo>
                    <a:pt x="6705801" y="2778668"/>
                  </a:lnTo>
                  <a:lnTo>
                    <a:pt x="6719186" y="2778677"/>
                  </a:lnTo>
                  <a:lnTo>
                    <a:pt x="6732571" y="2778685"/>
                  </a:lnTo>
                  <a:lnTo>
                    <a:pt x="6745955" y="2778693"/>
                  </a:lnTo>
                  <a:lnTo>
                    <a:pt x="6759340" y="2778699"/>
                  </a:lnTo>
                  <a:lnTo>
                    <a:pt x="6772725" y="2778704"/>
                  </a:lnTo>
                  <a:lnTo>
                    <a:pt x="6786110" y="2778709"/>
                  </a:lnTo>
                  <a:lnTo>
                    <a:pt x="6799495" y="2778713"/>
                  </a:lnTo>
                  <a:lnTo>
                    <a:pt x="6812880" y="2778716"/>
                  </a:lnTo>
                  <a:lnTo>
                    <a:pt x="6826264" y="2778719"/>
                  </a:lnTo>
                  <a:lnTo>
                    <a:pt x="6839649" y="2778734"/>
                  </a:lnTo>
                  <a:lnTo>
                    <a:pt x="6826264" y="2778734"/>
                  </a:lnTo>
                  <a:lnTo>
                    <a:pt x="6812880" y="2778734"/>
                  </a:lnTo>
                  <a:lnTo>
                    <a:pt x="6799495" y="2778734"/>
                  </a:lnTo>
                  <a:lnTo>
                    <a:pt x="6786110" y="2778734"/>
                  </a:lnTo>
                  <a:lnTo>
                    <a:pt x="6772725" y="2778734"/>
                  </a:lnTo>
                  <a:lnTo>
                    <a:pt x="6759340" y="2778734"/>
                  </a:lnTo>
                  <a:lnTo>
                    <a:pt x="6745955" y="2778734"/>
                  </a:lnTo>
                  <a:lnTo>
                    <a:pt x="6732571" y="2778734"/>
                  </a:lnTo>
                  <a:lnTo>
                    <a:pt x="6719186" y="2778734"/>
                  </a:lnTo>
                  <a:lnTo>
                    <a:pt x="6705801" y="2778734"/>
                  </a:lnTo>
                  <a:lnTo>
                    <a:pt x="6692416" y="2778734"/>
                  </a:lnTo>
                  <a:lnTo>
                    <a:pt x="6679031" y="2778734"/>
                  </a:lnTo>
                  <a:lnTo>
                    <a:pt x="6665646" y="2778734"/>
                  </a:lnTo>
                  <a:lnTo>
                    <a:pt x="6652262" y="2778734"/>
                  </a:lnTo>
                  <a:lnTo>
                    <a:pt x="6638877" y="2778734"/>
                  </a:lnTo>
                  <a:lnTo>
                    <a:pt x="6625492" y="2778734"/>
                  </a:lnTo>
                  <a:lnTo>
                    <a:pt x="6612107" y="2778734"/>
                  </a:lnTo>
                  <a:lnTo>
                    <a:pt x="6598722" y="2778734"/>
                  </a:lnTo>
                  <a:lnTo>
                    <a:pt x="6585337" y="2778734"/>
                  </a:lnTo>
                  <a:lnTo>
                    <a:pt x="6571953" y="2778734"/>
                  </a:lnTo>
                  <a:lnTo>
                    <a:pt x="6558568" y="2778734"/>
                  </a:lnTo>
                  <a:lnTo>
                    <a:pt x="6545183" y="2778734"/>
                  </a:lnTo>
                  <a:lnTo>
                    <a:pt x="6531798" y="2778734"/>
                  </a:lnTo>
                  <a:lnTo>
                    <a:pt x="6518413" y="2778734"/>
                  </a:lnTo>
                  <a:lnTo>
                    <a:pt x="6505028" y="2778734"/>
                  </a:lnTo>
                  <a:lnTo>
                    <a:pt x="6491644" y="2778734"/>
                  </a:lnTo>
                  <a:lnTo>
                    <a:pt x="6478259" y="2778734"/>
                  </a:lnTo>
                  <a:lnTo>
                    <a:pt x="6464874" y="2778734"/>
                  </a:lnTo>
                  <a:lnTo>
                    <a:pt x="6451489" y="2778734"/>
                  </a:lnTo>
                  <a:lnTo>
                    <a:pt x="6438104" y="2778734"/>
                  </a:lnTo>
                  <a:lnTo>
                    <a:pt x="6424719" y="2778734"/>
                  </a:lnTo>
                  <a:lnTo>
                    <a:pt x="6411335" y="2778734"/>
                  </a:lnTo>
                  <a:lnTo>
                    <a:pt x="6397950" y="2778734"/>
                  </a:lnTo>
                  <a:lnTo>
                    <a:pt x="6384565" y="2778734"/>
                  </a:lnTo>
                  <a:lnTo>
                    <a:pt x="6371180" y="2778734"/>
                  </a:lnTo>
                  <a:lnTo>
                    <a:pt x="6357795" y="2778734"/>
                  </a:lnTo>
                  <a:lnTo>
                    <a:pt x="6344410" y="2778734"/>
                  </a:lnTo>
                  <a:lnTo>
                    <a:pt x="6331026" y="2778734"/>
                  </a:lnTo>
                  <a:lnTo>
                    <a:pt x="6317641" y="2778734"/>
                  </a:lnTo>
                  <a:lnTo>
                    <a:pt x="6304256" y="2778734"/>
                  </a:lnTo>
                  <a:lnTo>
                    <a:pt x="6290871" y="2778734"/>
                  </a:lnTo>
                  <a:lnTo>
                    <a:pt x="6277486" y="2778734"/>
                  </a:lnTo>
                  <a:lnTo>
                    <a:pt x="6264101" y="2778734"/>
                  </a:lnTo>
                  <a:lnTo>
                    <a:pt x="6250717" y="2778734"/>
                  </a:lnTo>
                  <a:lnTo>
                    <a:pt x="6237332" y="2778734"/>
                  </a:lnTo>
                  <a:lnTo>
                    <a:pt x="6223947" y="2778734"/>
                  </a:lnTo>
                  <a:lnTo>
                    <a:pt x="6210562" y="2778734"/>
                  </a:lnTo>
                  <a:lnTo>
                    <a:pt x="6197177" y="2778734"/>
                  </a:lnTo>
                  <a:lnTo>
                    <a:pt x="6183792" y="2778734"/>
                  </a:lnTo>
                  <a:lnTo>
                    <a:pt x="6170408" y="2778734"/>
                  </a:lnTo>
                  <a:lnTo>
                    <a:pt x="6157023" y="2778734"/>
                  </a:lnTo>
                  <a:lnTo>
                    <a:pt x="6143638" y="2778734"/>
                  </a:lnTo>
                  <a:lnTo>
                    <a:pt x="6130253" y="2778734"/>
                  </a:lnTo>
                  <a:lnTo>
                    <a:pt x="6116868" y="2778734"/>
                  </a:lnTo>
                  <a:lnTo>
                    <a:pt x="6103483" y="2778734"/>
                  </a:lnTo>
                  <a:lnTo>
                    <a:pt x="6090099" y="2778734"/>
                  </a:lnTo>
                  <a:lnTo>
                    <a:pt x="6076714" y="2778734"/>
                  </a:lnTo>
                  <a:lnTo>
                    <a:pt x="6063329" y="2778734"/>
                  </a:lnTo>
                  <a:lnTo>
                    <a:pt x="6049944" y="2778734"/>
                  </a:lnTo>
                  <a:lnTo>
                    <a:pt x="6036559" y="2778734"/>
                  </a:lnTo>
                  <a:lnTo>
                    <a:pt x="6023174" y="2778734"/>
                  </a:lnTo>
                  <a:lnTo>
                    <a:pt x="6009790" y="2778734"/>
                  </a:lnTo>
                  <a:lnTo>
                    <a:pt x="5996405" y="2778734"/>
                  </a:lnTo>
                  <a:lnTo>
                    <a:pt x="5983020" y="2778734"/>
                  </a:lnTo>
                  <a:lnTo>
                    <a:pt x="5969635" y="2778734"/>
                  </a:lnTo>
                  <a:lnTo>
                    <a:pt x="5956250" y="2778734"/>
                  </a:lnTo>
                  <a:lnTo>
                    <a:pt x="5942865" y="2778734"/>
                  </a:lnTo>
                  <a:lnTo>
                    <a:pt x="5929481" y="2778734"/>
                  </a:lnTo>
                  <a:lnTo>
                    <a:pt x="5916096" y="2778734"/>
                  </a:lnTo>
                  <a:lnTo>
                    <a:pt x="5902711" y="2778734"/>
                  </a:lnTo>
                  <a:lnTo>
                    <a:pt x="5889326" y="2778734"/>
                  </a:lnTo>
                  <a:lnTo>
                    <a:pt x="5875941" y="2778734"/>
                  </a:lnTo>
                  <a:lnTo>
                    <a:pt x="5862556" y="2778734"/>
                  </a:lnTo>
                  <a:lnTo>
                    <a:pt x="5849172" y="2778734"/>
                  </a:lnTo>
                  <a:lnTo>
                    <a:pt x="5835787" y="2778734"/>
                  </a:lnTo>
                  <a:lnTo>
                    <a:pt x="5822402" y="2778734"/>
                  </a:lnTo>
                  <a:lnTo>
                    <a:pt x="5809017" y="2778734"/>
                  </a:lnTo>
                  <a:lnTo>
                    <a:pt x="5795632" y="2778734"/>
                  </a:lnTo>
                  <a:lnTo>
                    <a:pt x="5782247" y="2778734"/>
                  </a:lnTo>
                  <a:lnTo>
                    <a:pt x="5768863" y="2778734"/>
                  </a:lnTo>
                  <a:lnTo>
                    <a:pt x="5755478" y="2778734"/>
                  </a:lnTo>
                  <a:lnTo>
                    <a:pt x="5742093" y="2778734"/>
                  </a:lnTo>
                  <a:lnTo>
                    <a:pt x="5728708" y="2778734"/>
                  </a:lnTo>
                  <a:lnTo>
                    <a:pt x="5715323" y="2778734"/>
                  </a:lnTo>
                  <a:lnTo>
                    <a:pt x="5701938" y="2778734"/>
                  </a:lnTo>
                  <a:lnTo>
                    <a:pt x="5688554" y="2778734"/>
                  </a:lnTo>
                  <a:lnTo>
                    <a:pt x="5675169" y="2778734"/>
                  </a:lnTo>
                  <a:lnTo>
                    <a:pt x="5661784" y="2778734"/>
                  </a:lnTo>
                  <a:lnTo>
                    <a:pt x="5648399" y="2778734"/>
                  </a:lnTo>
                  <a:lnTo>
                    <a:pt x="5635014" y="2778734"/>
                  </a:lnTo>
                  <a:lnTo>
                    <a:pt x="5621629" y="2778734"/>
                  </a:lnTo>
                  <a:lnTo>
                    <a:pt x="5608245" y="2778734"/>
                  </a:lnTo>
                  <a:lnTo>
                    <a:pt x="5594860" y="2778734"/>
                  </a:lnTo>
                  <a:lnTo>
                    <a:pt x="5581475" y="2778734"/>
                  </a:lnTo>
                  <a:lnTo>
                    <a:pt x="5568090" y="2778734"/>
                  </a:lnTo>
                  <a:lnTo>
                    <a:pt x="5554705" y="2778734"/>
                  </a:lnTo>
                  <a:lnTo>
                    <a:pt x="5541320" y="2778734"/>
                  </a:lnTo>
                  <a:lnTo>
                    <a:pt x="5527936" y="2778734"/>
                  </a:lnTo>
                  <a:lnTo>
                    <a:pt x="5514551" y="2778734"/>
                  </a:lnTo>
                  <a:lnTo>
                    <a:pt x="5501166" y="2778734"/>
                  </a:lnTo>
                  <a:lnTo>
                    <a:pt x="5487781" y="2778734"/>
                  </a:lnTo>
                  <a:lnTo>
                    <a:pt x="5474396" y="2778734"/>
                  </a:lnTo>
                  <a:lnTo>
                    <a:pt x="5461011" y="2778734"/>
                  </a:lnTo>
                  <a:lnTo>
                    <a:pt x="5447627" y="2778734"/>
                  </a:lnTo>
                  <a:lnTo>
                    <a:pt x="5434242" y="2778734"/>
                  </a:lnTo>
                  <a:lnTo>
                    <a:pt x="5420857" y="2778734"/>
                  </a:lnTo>
                  <a:lnTo>
                    <a:pt x="5407472" y="2778734"/>
                  </a:lnTo>
                  <a:lnTo>
                    <a:pt x="5394087" y="2778734"/>
                  </a:lnTo>
                  <a:lnTo>
                    <a:pt x="5380702" y="2778734"/>
                  </a:lnTo>
                  <a:lnTo>
                    <a:pt x="5367318" y="2778734"/>
                  </a:lnTo>
                  <a:lnTo>
                    <a:pt x="5353933" y="2778734"/>
                  </a:lnTo>
                  <a:lnTo>
                    <a:pt x="5340548" y="2778734"/>
                  </a:lnTo>
                  <a:lnTo>
                    <a:pt x="5327163" y="2778734"/>
                  </a:lnTo>
                  <a:lnTo>
                    <a:pt x="5313778" y="2778734"/>
                  </a:lnTo>
                  <a:lnTo>
                    <a:pt x="5300393" y="2778734"/>
                  </a:lnTo>
                  <a:lnTo>
                    <a:pt x="5287009" y="2778734"/>
                  </a:lnTo>
                  <a:lnTo>
                    <a:pt x="5273624" y="2778734"/>
                  </a:lnTo>
                  <a:lnTo>
                    <a:pt x="5260239" y="2778734"/>
                  </a:lnTo>
                  <a:lnTo>
                    <a:pt x="5246854" y="2778734"/>
                  </a:lnTo>
                  <a:lnTo>
                    <a:pt x="5233469" y="2778734"/>
                  </a:lnTo>
                  <a:lnTo>
                    <a:pt x="5220084" y="2778734"/>
                  </a:lnTo>
                  <a:lnTo>
                    <a:pt x="5206700" y="2778734"/>
                  </a:lnTo>
                  <a:lnTo>
                    <a:pt x="5193315" y="2778734"/>
                  </a:lnTo>
                  <a:lnTo>
                    <a:pt x="5179930" y="2778734"/>
                  </a:lnTo>
                  <a:lnTo>
                    <a:pt x="5166545" y="2778734"/>
                  </a:lnTo>
                  <a:lnTo>
                    <a:pt x="5153160" y="2778734"/>
                  </a:lnTo>
                  <a:lnTo>
                    <a:pt x="5139775" y="2778734"/>
                  </a:lnTo>
                  <a:lnTo>
                    <a:pt x="5126391" y="2778734"/>
                  </a:lnTo>
                  <a:lnTo>
                    <a:pt x="5113006" y="2778734"/>
                  </a:lnTo>
                  <a:lnTo>
                    <a:pt x="5099621" y="2778734"/>
                  </a:lnTo>
                  <a:lnTo>
                    <a:pt x="5086236" y="2778734"/>
                  </a:lnTo>
                  <a:lnTo>
                    <a:pt x="5072851" y="2778734"/>
                  </a:lnTo>
                  <a:lnTo>
                    <a:pt x="5059466" y="2778734"/>
                  </a:lnTo>
                  <a:lnTo>
                    <a:pt x="5046082" y="2778734"/>
                  </a:lnTo>
                  <a:lnTo>
                    <a:pt x="5032697" y="2778734"/>
                  </a:lnTo>
                  <a:lnTo>
                    <a:pt x="5019312" y="2778734"/>
                  </a:lnTo>
                  <a:lnTo>
                    <a:pt x="5005927" y="2778734"/>
                  </a:lnTo>
                  <a:lnTo>
                    <a:pt x="4992542" y="2778734"/>
                  </a:lnTo>
                  <a:lnTo>
                    <a:pt x="4979157" y="2778734"/>
                  </a:lnTo>
                  <a:lnTo>
                    <a:pt x="4965773" y="2778734"/>
                  </a:lnTo>
                  <a:lnTo>
                    <a:pt x="4952388" y="2778734"/>
                  </a:lnTo>
                  <a:lnTo>
                    <a:pt x="4939003" y="2778734"/>
                  </a:lnTo>
                  <a:lnTo>
                    <a:pt x="4925618" y="2778734"/>
                  </a:lnTo>
                  <a:lnTo>
                    <a:pt x="4912233" y="2778734"/>
                  </a:lnTo>
                  <a:lnTo>
                    <a:pt x="4898848" y="2778734"/>
                  </a:lnTo>
                  <a:lnTo>
                    <a:pt x="4885464" y="2778734"/>
                  </a:lnTo>
                  <a:lnTo>
                    <a:pt x="4872079" y="2778734"/>
                  </a:lnTo>
                  <a:lnTo>
                    <a:pt x="4858694" y="2778734"/>
                  </a:lnTo>
                  <a:lnTo>
                    <a:pt x="4845309" y="2778734"/>
                  </a:lnTo>
                  <a:lnTo>
                    <a:pt x="4831924" y="2778734"/>
                  </a:lnTo>
                  <a:lnTo>
                    <a:pt x="4818539" y="2778734"/>
                  </a:lnTo>
                  <a:lnTo>
                    <a:pt x="4805155" y="2778734"/>
                  </a:lnTo>
                  <a:lnTo>
                    <a:pt x="4791770" y="2778734"/>
                  </a:lnTo>
                  <a:lnTo>
                    <a:pt x="4778385" y="2778734"/>
                  </a:lnTo>
                  <a:lnTo>
                    <a:pt x="4765000" y="2778734"/>
                  </a:lnTo>
                  <a:lnTo>
                    <a:pt x="4751615" y="2778734"/>
                  </a:lnTo>
                  <a:lnTo>
                    <a:pt x="4738230" y="2778734"/>
                  </a:lnTo>
                  <a:lnTo>
                    <a:pt x="4724846" y="2778734"/>
                  </a:lnTo>
                  <a:lnTo>
                    <a:pt x="4711461" y="2778734"/>
                  </a:lnTo>
                  <a:lnTo>
                    <a:pt x="4698076" y="2778734"/>
                  </a:lnTo>
                  <a:lnTo>
                    <a:pt x="4684691" y="2778734"/>
                  </a:lnTo>
                  <a:lnTo>
                    <a:pt x="4671306" y="2778734"/>
                  </a:lnTo>
                  <a:lnTo>
                    <a:pt x="4657921" y="2778734"/>
                  </a:lnTo>
                  <a:lnTo>
                    <a:pt x="4644537" y="2778734"/>
                  </a:lnTo>
                  <a:lnTo>
                    <a:pt x="4631152" y="2778734"/>
                  </a:lnTo>
                  <a:lnTo>
                    <a:pt x="4617767" y="2778734"/>
                  </a:lnTo>
                  <a:lnTo>
                    <a:pt x="4604382" y="2778734"/>
                  </a:lnTo>
                  <a:lnTo>
                    <a:pt x="4590997" y="2778734"/>
                  </a:lnTo>
                  <a:lnTo>
                    <a:pt x="4577612" y="2778734"/>
                  </a:lnTo>
                  <a:lnTo>
                    <a:pt x="4564228" y="2778734"/>
                  </a:lnTo>
                  <a:lnTo>
                    <a:pt x="4550843" y="2778734"/>
                  </a:lnTo>
                  <a:lnTo>
                    <a:pt x="4537458" y="2778734"/>
                  </a:lnTo>
                  <a:lnTo>
                    <a:pt x="4524073" y="2778734"/>
                  </a:lnTo>
                  <a:lnTo>
                    <a:pt x="4510688" y="2778734"/>
                  </a:lnTo>
                  <a:lnTo>
                    <a:pt x="4497303" y="2778734"/>
                  </a:lnTo>
                  <a:lnTo>
                    <a:pt x="4483919" y="2778734"/>
                  </a:lnTo>
                  <a:lnTo>
                    <a:pt x="4470534" y="2778734"/>
                  </a:lnTo>
                  <a:lnTo>
                    <a:pt x="4457149" y="2778734"/>
                  </a:lnTo>
                  <a:lnTo>
                    <a:pt x="4443764" y="2778734"/>
                  </a:lnTo>
                  <a:lnTo>
                    <a:pt x="4430379" y="2778734"/>
                  </a:lnTo>
                  <a:lnTo>
                    <a:pt x="4416994" y="2778734"/>
                  </a:lnTo>
                  <a:lnTo>
                    <a:pt x="4403610" y="2778734"/>
                  </a:lnTo>
                  <a:lnTo>
                    <a:pt x="4390225" y="2778734"/>
                  </a:lnTo>
                  <a:lnTo>
                    <a:pt x="4376840" y="2778734"/>
                  </a:lnTo>
                  <a:lnTo>
                    <a:pt x="4363455" y="2778734"/>
                  </a:lnTo>
                  <a:lnTo>
                    <a:pt x="4350070" y="2778734"/>
                  </a:lnTo>
                  <a:lnTo>
                    <a:pt x="4336685" y="2778734"/>
                  </a:lnTo>
                  <a:lnTo>
                    <a:pt x="4323301" y="2778734"/>
                  </a:lnTo>
                  <a:lnTo>
                    <a:pt x="4309916" y="2778734"/>
                  </a:lnTo>
                  <a:lnTo>
                    <a:pt x="4296531" y="2778734"/>
                  </a:lnTo>
                  <a:lnTo>
                    <a:pt x="4283146" y="2778734"/>
                  </a:lnTo>
                  <a:lnTo>
                    <a:pt x="4269761" y="2778734"/>
                  </a:lnTo>
                  <a:lnTo>
                    <a:pt x="4256376" y="2778734"/>
                  </a:lnTo>
                  <a:lnTo>
                    <a:pt x="4242992" y="2778734"/>
                  </a:lnTo>
                  <a:lnTo>
                    <a:pt x="4229607" y="2778734"/>
                  </a:lnTo>
                  <a:lnTo>
                    <a:pt x="4216222" y="2778734"/>
                  </a:lnTo>
                  <a:lnTo>
                    <a:pt x="4202837" y="2778734"/>
                  </a:lnTo>
                  <a:lnTo>
                    <a:pt x="4189452" y="2778734"/>
                  </a:lnTo>
                  <a:lnTo>
                    <a:pt x="4176067" y="2778734"/>
                  </a:lnTo>
                  <a:lnTo>
                    <a:pt x="4162683" y="2778734"/>
                  </a:lnTo>
                  <a:lnTo>
                    <a:pt x="4149298" y="2778734"/>
                  </a:lnTo>
                  <a:lnTo>
                    <a:pt x="4135913" y="2778734"/>
                  </a:lnTo>
                  <a:lnTo>
                    <a:pt x="4122528" y="2778734"/>
                  </a:lnTo>
                  <a:lnTo>
                    <a:pt x="4109143" y="2778734"/>
                  </a:lnTo>
                  <a:lnTo>
                    <a:pt x="4095758" y="2778734"/>
                  </a:lnTo>
                  <a:lnTo>
                    <a:pt x="4082374" y="2778734"/>
                  </a:lnTo>
                  <a:lnTo>
                    <a:pt x="4068989" y="2778734"/>
                  </a:lnTo>
                  <a:lnTo>
                    <a:pt x="4055604" y="2778734"/>
                  </a:lnTo>
                  <a:lnTo>
                    <a:pt x="4042219" y="2778734"/>
                  </a:lnTo>
                  <a:lnTo>
                    <a:pt x="4028834" y="2778734"/>
                  </a:lnTo>
                  <a:lnTo>
                    <a:pt x="4015449" y="2778734"/>
                  </a:lnTo>
                  <a:lnTo>
                    <a:pt x="4002065" y="2778734"/>
                  </a:lnTo>
                  <a:lnTo>
                    <a:pt x="3988680" y="2778734"/>
                  </a:lnTo>
                  <a:lnTo>
                    <a:pt x="3975295" y="2778734"/>
                  </a:lnTo>
                  <a:lnTo>
                    <a:pt x="3961910" y="2778734"/>
                  </a:lnTo>
                  <a:lnTo>
                    <a:pt x="3948525" y="2778734"/>
                  </a:lnTo>
                  <a:lnTo>
                    <a:pt x="3935140" y="2778734"/>
                  </a:lnTo>
                  <a:lnTo>
                    <a:pt x="3921756" y="2778734"/>
                  </a:lnTo>
                  <a:lnTo>
                    <a:pt x="3908371" y="2778734"/>
                  </a:lnTo>
                  <a:lnTo>
                    <a:pt x="3894986" y="2778734"/>
                  </a:lnTo>
                  <a:lnTo>
                    <a:pt x="3881601" y="2778734"/>
                  </a:lnTo>
                  <a:lnTo>
                    <a:pt x="3868216" y="2778734"/>
                  </a:lnTo>
                  <a:lnTo>
                    <a:pt x="3854831" y="2778734"/>
                  </a:lnTo>
                  <a:lnTo>
                    <a:pt x="3841447" y="2778734"/>
                  </a:lnTo>
                  <a:lnTo>
                    <a:pt x="3828062" y="2778734"/>
                  </a:lnTo>
                  <a:lnTo>
                    <a:pt x="3814677" y="2778734"/>
                  </a:lnTo>
                  <a:lnTo>
                    <a:pt x="3801292" y="2778734"/>
                  </a:lnTo>
                  <a:lnTo>
                    <a:pt x="3787907" y="2778734"/>
                  </a:lnTo>
                  <a:lnTo>
                    <a:pt x="3774522" y="2778734"/>
                  </a:lnTo>
                  <a:lnTo>
                    <a:pt x="3761138" y="2778734"/>
                  </a:lnTo>
                  <a:lnTo>
                    <a:pt x="3747753" y="2778734"/>
                  </a:lnTo>
                  <a:lnTo>
                    <a:pt x="3734368" y="2778734"/>
                  </a:lnTo>
                  <a:lnTo>
                    <a:pt x="3720983" y="2778734"/>
                  </a:lnTo>
                  <a:lnTo>
                    <a:pt x="3707598" y="2778734"/>
                  </a:lnTo>
                  <a:lnTo>
                    <a:pt x="3694213" y="2778734"/>
                  </a:lnTo>
                  <a:lnTo>
                    <a:pt x="3680829" y="2778734"/>
                  </a:lnTo>
                  <a:lnTo>
                    <a:pt x="3667444" y="2778734"/>
                  </a:lnTo>
                  <a:lnTo>
                    <a:pt x="3654059" y="2778734"/>
                  </a:lnTo>
                  <a:lnTo>
                    <a:pt x="3640674" y="2778734"/>
                  </a:lnTo>
                  <a:lnTo>
                    <a:pt x="3627289" y="2778734"/>
                  </a:lnTo>
                  <a:lnTo>
                    <a:pt x="3613904" y="2778734"/>
                  </a:lnTo>
                  <a:lnTo>
                    <a:pt x="3600520" y="2778734"/>
                  </a:lnTo>
                  <a:lnTo>
                    <a:pt x="3587135" y="2778734"/>
                  </a:lnTo>
                  <a:lnTo>
                    <a:pt x="3573750" y="2778734"/>
                  </a:lnTo>
                  <a:lnTo>
                    <a:pt x="3560365" y="2778734"/>
                  </a:lnTo>
                  <a:lnTo>
                    <a:pt x="3546980" y="2778734"/>
                  </a:lnTo>
                  <a:lnTo>
                    <a:pt x="3533595" y="2778734"/>
                  </a:lnTo>
                  <a:lnTo>
                    <a:pt x="3520211" y="2778734"/>
                  </a:lnTo>
                  <a:lnTo>
                    <a:pt x="3506826" y="2778734"/>
                  </a:lnTo>
                  <a:lnTo>
                    <a:pt x="3493441" y="2778734"/>
                  </a:lnTo>
                  <a:lnTo>
                    <a:pt x="3480056" y="2778734"/>
                  </a:lnTo>
                  <a:lnTo>
                    <a:pt x="3466671" y="2778734"/>
                  </a:lnTo>
                  <a:lnTo>
                    <a:pt x="3453286" y="2778734"/>
                  </a:lnTo>
                  <a:lnTo>
                    <a:pt x="3439902" y="2778734"/>
                  </a:lnTo>
                  <a:lnTo>
                    <a:pt x="3426517" y="2778734"/>
                  </a:lnTo>
                  <a:lnTo>
                    <a:pt x="3413132" y="2778734"/>
                  </a:lnTo>
                  <a:lnTo>
                    <a:pt x="3399747" y="2778734"/>
                  </a:lnTo>
                  <a:lnTo>
                    <a:pt x="3386362" y="2778734"/>
                  </a:lnTo>
                  <a:lnTo>
                    <a:pt x="3372977" y="2778734"/>
                  </a:lnTo>
                  <a:lnTo>
                    <a:pt x="3359593" y="2778734"/>
                  </a:lnTo>
                  <a:lnTo>
                    <a:pt x="3346208" y="2778734"/>
                  </a:lnTo>
                  <a:lnTo>
                    <a:pt x="3332823" y="2778734"/>
                  </a:lnTo>
                  <a:lnTo>
                    <a:pt x="3319438" y="2778734"/>
                  </a:lnTo>
                  <a:lnTo>
                    <a:pt x="3306053" y="2778734"/>
                  </a:lnTo>
                  <a:lnTo>
                    <a:pt x="3292668" y="2778734"/>
                  </a:lnTo>
                  <a:lnTo>
                    <a:pt x="3279284" y="2778734"/>
                  </a:lnTo>
                  <a:lnTo>
                    <a:pt x="3265899" y="2778734"/>
                  </a:lnTo>
                  <a:lnTo>
                    <a:pt x="3252514" y="2778734"/>
                  </a:lnTo>
                  <a:lnTo>
                    <a:pt x="3239129" y="2778734"/>
                  </a:lnTo>
                  <a:lnTo>
                    <a:pt x="3225744" y="2778734"/>
                  </a:lnTo>
                  <a:lnTo>
                    <a:pt x="3212359" y="2778734"/>
                  </a:lnTo>
                  <a:lnTo>
                    <a:pt x="3198975" y="2778734"/>
                  </a:lnTo>
                  <a:lnTo>
                    <a:pt x="3185590" y="2778734"/>
                  </a:lnTo>
                  <a:lnTo>
                    <a:pt x="3172205" y="2778734"/>
                  </a:lnTo>
                  <a:lnTo>
                    <a:pt x="3158820" y="2778734"/>
                  </a:lnTo>
                  <a:lnTo>
                    <a:pt x="3145435" y="2778734"/>
                  </a:lnTo>
                  <a:lnTo>
                    <a:pt x="3132050" y="2778734"/>
                  </a:lnTo>
                  <a:lnTo>
                    <a:pt x="3118666" y="2778734"/>
                  </a:lnTo>
                  <a:lnTo>
                    <a:pt x="3105281" y="2778734"/>
                  </a:lnTo>
                  <a:lnTo>
                    <a:pt x="3091896" y="2778734"/>
                  </a:lnTo>
                  <a:lnTo>
                    <a:pt x="3078511" y="2778734"/>
                  </a:lnTo>
                  <a:lnTo>
                    <a:pt x="3065126" y="2778734"/>
                  </a:lnTo>
                  <a:lnTo>
                    <a:pt x="3051741" y="2778734"/>
                  </a:lnTo>
                  <a:lnTo>
                    <a:pt x="3038357" y="2778734"/>
                  </a:lnTo>
                  <a:lnTo>
                    <a:pt x="3024972" y="2778734"/>
                  </a:lnTo>
                  <a:lnTo>
                    <a:pt x="3011587" y="2778734"/>
                  </a:lnTo>
                  <a:lnTo>
                    <a:pt x="2998202" y="2778734"/>
                  </a:lnTo>
                  <a:lnTo>
                    <a:pt x="2984817" y="2778734"/>
                  </a:lnTo>
                  <a:lnTo>
                    <a:pt x="2971432" y="2778734"/>
                  </a:lnTo>
                  <a:lnTo>
                    <a:pt x="2958048" y="2778734"/>
                  </a:lnTo>
                  <a:lnTo>
                    <a:pt x="2944663" y="2778734"/>
                  </a:lnTo>
                  <a:lnTo>
                    <a:pt x="2931278" y="2778734"/>
                  </a:lnTo>
                  <a:lnTo>
                    <a:pt x="2917893" y="2778734"/>
                  </a:lnTo>
                  <a:lnTo>
                    <a:pt x="2904508" y="2778734"/>
                  </a:lnTo>
                  <a:lnTo>
                    <a:pt x="2891123" y="2778734"/>
                  </a:lnTo>
                  <a:lnTo>
                    <a:pt x="2877739" y="2778734"/>
                  </a:lnTo>
                  <a:lnTo>
                    <a:pt x="2864354" y="2778734"/>
                  </a:lnTo>
                  <a:lnTo>
                    <a:pt x="2850969" y="2778734"/>
                  </a:lnTo>
                  <a:lnTo>
                    <a:pt x="2837584" y="2778734"/>
                  </a:lnTo>
                  <a:lnTo>
                    <a:pt x="2824199" y="2778734"/>
                  </a:lnTo>
                  <a:lnTo>
                    <a:pt x="2810814" y="2778734"/>
                  </a:lnTo>
                  <a:lnTo>
                    <a:pt x="2797430" y="2778734"/>
                  </a:lnTo>
                  <a:lnTo>
                    <a:pt x="2784045" y="2778734"/>
                  </a:lnTo>
                  <a:lnTo>
                    <a:pt x="2770660" y="2778734"/>
                  </a:lnTo>
                  <a:lnTo>
                    <a:pt x="2757275" y="2778734"/>
                  </a:lnTo>
                  <a:lnTo>
                    <a:pt x="2743890" y="2778734"/>
                  </a:lnTo>
                  <a:lnTo>
                    <a:pt x="2730505" y="2778734"/>
                  </a:lnTo>
                  <a:lnTo>
                    <a:pt x="2717121" y="2778734"/>
                  </a:lnTo>
                  <a:lnTo>
                    <a:pt x="2703736" y="2778734"/>
                  </a:lnTo>
                  <a:lnTo>
                    <a:pt x="2690351" y="2778734"/>
                  </a:lnTo>
                  <a:lnTo>
                    <a:pt x="2676966" y="2778734"/>
                  </a:lnTo>
                  <a:lnTo>
                    <a:pt x="2663581" y="2778734"/>
                  </a:lnTo>
                  <a:lnTo>
                    <a:pt x="2650196" y="2778734"/>
                  </a:lnTo>
                  <a:lnTo>
                    <a:pt x="2636812" y="2778734"/>
                  </a:lnTo>
                  <a:lnTo>
                    <a:pt x="2623427" y="2778734"/>
                  </a:lnTo>
                  <a:lnTo>
                    <a:pt x="2610042" y="2778734"/>
                  </a:lnTo>
                  <a:lnTo>
                    <a:pt x="2596657" y="2778734"/>
                  </a:lnTo>
                  <a:lnTo>
                    <a:pt x="2583272" y="2778734"/>
                  </a:lnTo>
                  <a:lnTo>
                    <a:pt x="2569887" y="2778734"/>
                  </a:lnTo>
                  <a:lnTo>
                    <a:pt x="2556503" y="2778734"/>
                  </a:lnTo>
                  <a:lnTo>
                    <a:pt x="2543118" y="2778734"/>
                  </a:lnTo>
                  <a:lnTo>
                    <a:pt x="2529733" y="2778734"/>
                  </a:lnTo>
                  <a:lnTo>
                    <a:pt x="2516348" y="2778734"/>
                  </a:lnTo>
                  <a:lnTo>
                    <a:pt x="2502963" y="2778734"/>
                  </a:lnTo>
                  <a:lnTo>
                    <a:pt x="2489578" y="2778734"/>
                  </a:lnTo>
                  <a:lnTo>
                    <a:pt x="2476194" y="2778734"/>
                  </a:lnTo>
                  <a:lnTo>
                    <a:pt x="2462809" y="2778734"/>
                  </a:lnTo>
                  <a:lnTo>
                    <a:pt x="2449424" y="2778734"/>
                  </a:lnTo>
                  <a:lnTo>
                    <a:pt x="2436039" y="2778734"/>
                  </a:lnTo>
                  <a:lnTo>
                    <a:pt x="2422654" y="2778734"/>
                  </a:lnTo>
                  <a:lnTo>
                    <a:pt x="2409269" y="2778734"/>
                  </a:lnTo>
                  <a:lnTo>
                    <a:pt x="2395885" y="2778734"/>
                  </a:lnTo>
                  <a:lnTo>
                    <a:pt x="2382500" y="2778734"/>
                  </a:lnTo>
                  <a:lnTo>
                    <a:pt x="2369115" y="2778734"/>
                  </a:lnTo>
                  <a:lnTo>
                    <a:pt x="2355730" y="2778734"/>
                  </a:lnTo>
                  <a:lnTo>
                    <a:pt x="2342345" y="2778734"/>
                  </a:lnTo>
                  <a:lnTo>
                    <a:pt x="2328960" y="2778734"/>
                  </a:lnTo>
                  <a:lnTo>
                    <a:pt x="2315576" y="2778734"/>
                  </a:lnTo>
                  <a:lnTo>
                    <a:pt x="2302191" y="2778734"/>
                  </a:lnTo>
                  <a:lnTo>
                    <a:pt x="2288806" y="2778734"/>
                  </a:lnTo>
                  <a:lnTo>
                    <a:pt x="2275421" y="2778734"/>
                  </a:lnTo>
                  <a:lnTo>
                    <a:pt x="2262036" y="2778734"/>
                  </a:lnTo>
                  <a:lnTo>
                    <a:pt x="2248651" y="2778734"/>
                  </a:lnTo>
                  <a:lnTo>
                    <a:pt x="2235267" y="2778734"/>
                  </a:lnTo>
                  <a:lnTo>
                    <a:pt x="2221882" y="2778734"/>
                  </a:lnTo>
                  <a:lnTo>
                    <a:pt x="2208497" y="2778734"/>
                  </a:lnTo>
                  <a:lnTo>
                    <a:pt x="2195112" y="2778734"/>
                  </a:lnTo>
                  <a:lnTo>
                    <a:pt x="2181727" y="2778734"/>
                  </a:lnTo>
                  <a:lnTo>
                    <a:pt x="2168342" y="2778734"/>
                  </a:lnTo>
                  <a:lnTo>
                    <a:pt x="2154958" y="2778734"/>
                  </a:lnTo>
                  <a:lnTo>
                    <a:pt x="2141573" y="2778734"/>
                  </a:lnTo>
                  <a:lnTo>
                    <a:pt x="2128188" y="2778734"/>
                  </a:lnTo>
                  <a:lnTo>
                    <a:pt x="2114803" y="2778734"/>
                  </a:lnTo>
                  <a:lnTo>
                    <a:pt x="2101418" y="2778734"/>
                  </a:lnTo>
                  <a:lnTo>
                    <a:pt x="2088033" y="2778734"/>
                  </a:lnTo>
                  <a:lnTo>
                    <a:pt x="2074649" y="2778734"/>
                  </a:lnTo>
                  <a:lnTo>
                    <a:pt x="2061264" y="2778734"/>
                  </a:lnTo>
                  <a:lnTo>
                    <a:pt x="2047879" y="2778734"/>
                  </a:lnTo>
                  <a:lnTo>
                    <a:pt x="2034494" y="2778734"/>
                  </a:lnTo>
                  <a:lnTo>
                    <a:pt x="2021109" y="2778734"/>
                  </a:lnTo>
                  <a:lnTo>
                    <a:pt x="2007724" y="2778734"/>
                  </a:lnTo>
                  <a:lnTo>
                    <a:pt x="1994340" y="2778734"/>
                  </a:lnTo>
                  <a:lnTo>
                    <a:pt x="1980955" y="2778734"/>
                  </a:lnTo>
                  <a:lnTo>
                    <a:pt x="1967570" y="2778734"/>
                  </a:lnTo>
                  <a:lnTo>
                    <a:pt x="1954185" y="2778734"/>
                  </a:lnTo>
                  <a:lnTo>
                    <a:pt x="1940800" y="2778734"/>
                  </a:lnTo>
                  <a:lnTo>
                    <a:pt x="1927415" y="2778734"/>
                  </a:lnTo>
                  <a:lnTo>
                    <a:pt x="1914031" y="2778734"/>
                  </a:lnTo>
                  <a:lnTo>
                    <a:pt x="1900646" y="2778734"/>
                  </a:lnTo>
                  <a:lnTo>
                    <a:pt x="1887261" y="2778734"/>
                  </a:lnTo>
                  <a:lnTo>
                    <a:pt x="1873876" y="2778734"/>
                  </a:lnTo>
                  <a:lnTo>
                    <a:pt x="1860491" y="2778734"/>
                  </a:lnTo>
                  <a:lnTo>
                    <a:pt x="1847106" y="2778734"/>
                  </a:lnTo>
                  <a:lnTo>
                    <a:pt x="1833722" y="2778734"/>
                  </a:lnTo>
                  <a:lnTo>
                    <a:pt x="1820337" y="2778734"/>
                  </a:lnTo>
                  <a:lnTo>
                    <a:pt x="1806952" y="2778734"/>
                  </a:lnTo>
                  <a:lnTo>
                    <a:pt x="1793567" y="2778734"/>
                  </a:lnTo>
                  <a:lnTo>
                    <a:pt x="1780182" y="2778734"/>
                  </a:lnTo>
                  <a:lnTo>
                    <a:pt x="1766797" y="2778734"/>
                  </a:lnTo>
                  <a:lnTo>
                    <a:pt x="1753413" y="2778734"/>
                  </a:lnTo>
                  <a:lnTo>
                    <a:pt x="1740028" y="2778734"/>
                  </a:lnTo>
                  <a:lnTo>
                    <a:pt x="1726643" y="2778734"/>
                  </a:lnTo>
                  <a:lnTo>
                    <a:pt x="1713258" y="2778734"/>
                  </a:lnTo>
                  <a:lnTo>
                    <a:pt x="1699873" y="2778734"/>
                  </a:lnTo>
                  <a:lnTo>
                    <a:pt x="1686488" y="2778734"/>
                  </a:lnTo>
                  <a:lnTo>
                    <a:pt x="1673104" y="2778734"/>
                  </a:lnTo>
                  <a:lnTo>
                    <a:pt x="1659719" y="2778734"/>
                  </a:lnTo>
                  <a:lnTo>
                    <a:pt x="1646334" y="2778734"/>
                  </a:lnTo>
                  <a:lnTo>
                    <a:pt x="1632949" y="2778734"/>
                  </a:lnTo>
                  <a:lnTo>
                    <a:pt x="1619564" y="2778734"/>
                  </a:lnTo>
                  <a:lnTo>
                    <a:pt x="1606179" y="2778734"/>
                  </a:lnTo>
                  <a:lnTo>
                    <a:pt x="1592795" y="2778734"/>
                  </a:lnTo>
                  <a:lnTo>
                    <a:pt x="1579410" y="2778734"/>
                  </a:lnTo>
                  <a:lnTo>
                    <a:pt x="1566025" y="2778734"/>
                  </a:lnTo>
                  <a:lnTo>
                    <a:pt x="1552640" y="2778734"/>
                  </a:lnTo>
                  <a:lnTo>
                    <a:pt x="1539255" y="2778734"/>
                  </a:lnTo>
                  <a:lnTo>
                    <a:pt x="1525870" y="2778734"/>
                  </a:lnTo>
                  <a:lnTo>
                    <a:pt x="1512486" y="2778734"/>
                  </a:lnTo>
                  <a:lnTo>
                    <a:pt x="1499101" y="2778734"/>
                  </a:lnTo>
                  <a:lnTo>
                    <a:pt x="1485716" y="2778734"/>
                  </a:lnTo>
                  <a:lnTo>
                    <a:pt x="1472331" y="2778734"/>
                  </a:lnTo>
                  <a:lnTo>
                    <a:pt x="1458946" y="2778734"/>
                  </a:lnTo>
                  <a:lnTo>
                    <a:pt x="1445561" y="2778734"/>
                  </a:lnTo>
                  <a:lnTo>
                    <a:pt x="1432177" y="2778734"/>
                  </a:lnTo>
                  <a:lnTo>
                    <a:pt x="1418792" y="2778734"/>
                  </a:lnTo>
                  <a:lnTo>
                    <a:pt x="1405407" y="2778734"/>
                  </a:lnTo>
                  <a:lnTo>
                    <a:pt x="1392022" y="2778734"/>
                  </a:lnTo>
                  <a:lnTo>
                    <a:pt x="1378637" y="2778734"/>
                  </a:lnTo>
                  <a:lnTo>
                    <a:pt x="1365252" y="2778734"/>
                  </a:lnTo>
                  <a:lnTo>
                    <a:pt x="1351868" y="2778734"/>
                  </a:lnTo>
                  <a:lnTo>
                    <a:pt x="1338483" y="2778734"/>
                  </a:lnTo>
                  <a:lnTo>
                    <a:pt x="1325098" y="2778734"/>
                  </a:lnTo>
                  <a:lnTo>
                    <a:pt x="1311713" y="2778734"/>
                  </a:lnTo>
                  <a:lnTo>
                    <a:pt x="1298328" y="2778734"/>
                  </a:lnTo>
                  <a:lnTo>
                    <a:pt x="1284943" y="2778734"/>
                  </a:lnTo>
                  <a:lnTo>
                    <a:pt x="1271559" y="2778734"/>
                  </a:lnTo>
                  <a:lnTo>
                    <a:pt x="1258174" y="2778734"/>
                  </a:lnTo>
                  <a:lnTo>
                    <a:pt x="1244789" y="2778734"/>
                  </a:lnTo>
                  <a:lnTo>
                    <a:pt x="1231404" y="2778734"/>
                  </a:lnTo>
                  <a:lnTo>
                    <a:pt x="1218019" y="2778734"/>
                  </a:lnTo>
                  <a:lnTo>
                    <a:pt x="1204634" y="2778734"/>
                  </a:lnTo>
                  <a:lnTo>
                    <a:pt x="1191250" y="2778734"/>
                  </a:lnTo>
                  <a:lnTo>
                    <a:pt x="1177865" y="2778734"/>
                  </a:lnTo>
                  <a:lnTo>
                    <a:pt x="1164480" y="2778734"/>
                  </a:lnTo>
                  <a:lnTo>
                    <a:pt x="1151095" y="2778734"/>
                  </a:lnTo>
                  <a:lnTo>
                    <a:pt x="1137710" y="2778734"/>
                  </a:lnTo>
                  <a:lnTo>
                    <a:pt x="1124325" y="2778734"/>
                  </a:lnTo>
                  <a:lnTo>
                    <a:pt x="1110941" y="2778734"/>
                  </a:lnTo>
                  <a:lnTo>
                    <a:pt x="1097556" y="2778734"/>
                  </a:lnTo>
                  <a:lnTo>
                    <a:pt x="1084171" y="2778734"/>
                  </a:lnTo>
                  <a:lnTo>
                    <a:pt x="1070786" y="2778734"/>
                  </a:lnTo>
                  <a:lnTo>
                    <a:pt x="1057401" y="2778734"/>
                  </a:lnTo>
                  <a:lnTo>
                    <a:pt x="1044016" y="2778734"/>
                  </a:lnTo>
                  <a:lnTo>
                    <a:pt x="1030632" y="2778734"/>
                  </a:lnTo>
                  <a:lnTo>
                    <a:pt x="1017247" y="2778734"/>
                  </a:lnTo>
                  <a:lnTo>
                    <a:pt x="1003862" y="2778734"/>
                  </a:lnTo>
                  <a:lnTo>
                    <a:pt x="990477" y="2778734"/>
                  </a:lnTo>
                  <a:lnTo>
                    <a:pt x="977092" y="2778734"/>
                  </a:lnTo>
                  <a:lnTo>
                    <a:pt x="963707" y="2778734"/>
                  </a:lnTo>
                  <a:lnTo>
                    <a:pt x="950323" y="2778734"/>
                  </a:lnTo>
                  <a:lnTo>
                    <a:pt x="936938" y="2778734"/>
                  </a:lnTo>
                  <a:lnTo>
                    <a:pt x="923553" y="2778734"/>
                  </a:lnTo>
                  <a:lnTo>
                    <a:pt x="910168" y="2778734"/>
                  </a:lnTo>
                  <a:lnTo>
                    <a:pt x="896783" y="2778734"/>
                  </a:lnTo>
                  <a:lnTo>
                    <a:pt x="883398" y="2778734"/>
                  </a:lnTo>
                  <a:lnTo>
                    <a:pt x="870014" y="2778734"/>
                  </a:lnTo>
                  <a:lnTo>
                    <a:pt x="856629" y="2778734"/>
                  </a:lnTo>
                  <a:lnTo>
                    <a:pt x="843244" y="2778734"/>
                  </a:lnTo>
                  <a:lnTo>
                    <a:pt x="829859" y="2778734"/>
                  </a:lnTo>
                  <a:lnTo>
                    <a:pt x="816474" y="2778734"/>
                  </a:lnTo>
                  <a:lnTo>
                    <a:pt x="803089" y="2778734"/>
                  </a:lnTo>
                  <a:lnTo>
                    <a:pt x="789705" y="2778734"/>
                  </a:lnTo>
                  <a:lnTo>
                    <a:pt x="776320" y="2778734"/>
                  </a:lnTo>
                  <a:lnTo>
                    <a:pt x="762935" y="2778734"/>
                  </a:lnTo>
                  <a:lnTo>
                    <a:pt x="749550" y="2778734"/>
                  </a:lnTo>
                  <a:lnTo>
                    <a:pt x="736165" y="2778734"/>
                  </a:lnTo>
                  <a:lnTo>
                    <a:pt x="722780" y="2778734"/>
                  </a:lnTo>
                  <a:lnTo>
                    <a:pt x="709396" y="2778734"/>
                  </a:lnTo>
                  <a:lnTo>
                    <a:pt x="696011" y="2778734"/>
                  </a:lnTo>
                  <a:lnTo>
                    <a:pt x="682626" y="2778734"/>
                  </a:lnTo>
                  <a:lnTo>
                    <a:pt x="669241" y="2778734"/>
                  </a:lnTo>
                  <a:lnTo>
                    <a:pt x="655856" y="2778734"/>
                  </a:lnTo>
                  <a:lnTo>
                    <a:pt x="642471" y="2778734"/>
                  </a:lnTo>
                  <a:lnTo>
                    <a:pt x="629087" y="2778734"/>
                  </a:lnTo>
                  <a:lnTo>
                    <a:pt x="615702" y="2778734"/>
                  </a:lnTo>
                  <a:lnTo>
                    <a:pt x="602317" y="2778734"/>
                  </a:lnTo>
                  <a:lnTo>
                    <a:pt x="588932" y="2778734"/>
                  </a:lnTo>
                  <a:lnTo>
                    <a:pt x="575547" y="2778734"/>
                  </a:lnTo>
                  <a:lnTo>
                    <a:pt x="562162" y="2778734"/>
                  </a:lnTo>
                  <a:lnTo>
                    <a:pt x="548778" y="2778734"/>
                  </a:lnTo>
                  <a:lnTo>
                    <a:pt x="535393" y="2778734"/>
                  </a:lnTo>
                  <a:lnTo>
                    <a:pt x="522008" y="2778734"/>
                  </a:lnTo>
                  <a:lnTo>
                    <a:pt x="508623" y="2778734"/>
                  </a:lnTo>
                  <a:lnTo>
                    <a:pt x="495238" y="2778734"/>
                  </a:lnTo>
                  <a:lnTo>
                    <a:pt x="481853" y="2778734"/>
                  </a:lnTo>
                  <a:lnTo>
                    <a:pt x="468469" y="2778734"/>
                  </a:lnTo>
                  <a:lnTo>
                    <a:pt x="455084" y="2778734"/>
                  </a:lnTo>
                  <a:lnTo>
                    <a:pt x="441699" y="2778734"/>
                  </a:lnTo>
                  <a:lnTo>
                    <a:pt x="428314" y="2778734"/>
                  </a:lnTo>
                  <a:lnTo>
                    <a:pt x="414929" y="2778734"/>
                  </a:lnTo>
                  <a:lnTo>
                    <a:pt x="401544" y="2778734"/>
                  </a:lnTo>
                  <a:lnTo>
                    <a:pt x="388160" y="2778734"/>
                  </a:lnTo>
                  <a:lnTo>
                    <a:pt x="374775" y="2778734"/>
                  </a:lnTo>
                  <a:lnTo>
                    <a:pt x="361390" y="2778734"/>
                  </a:lnTo>
                  <a:lnTo>
                    <a:pt x="348005" y="2778734"/>
                  </a:lnTo>
                  <a:lnTo>
                    <a:pt x="334620" y="2778734"/>
                  </a:lnTo>
                  <a:lnTo>
                    <a:pt x="321235" y="2778734"/>
                  </a:lnTo>
                  <a:lnTo>
                    <a:pt x="307851" y="2778734"/>
                  </a:lnTo>
                  <a:lnTo>
                    <a:pt x="294466" y="2778734"/>
                  </a:lnTo>
                  <a:lnTo>
                    <a:pt x="281081" y="2778734"/>
                  </a:lnTo>
                  <a:lnTo>
                    <a:pt x="267696" y="2778734"/>
                  </a:lnTo>
                  <a:lnTo>
                    <a:pt x="254311" y="2778734"/>
                  </a:lnTo>
                  <a:lnTo>
                    <a:pt x="240926" y="2778734"/>
                  </a:lnTo>
                  <a:lnTo>
                    <a:pt x="227542" y="2778734"/>
                  </a:lnTo>
                  <a:lnTo>
                    <a:pt x="214157" y="2778734"/>
                  </a:lnTo>
                  <a:lnTo>
                    <a:pt x="200772" y="2778734"/>
                  </a:lnTo>
                  <a:lnTo>
                    <a:pt x="187387" y="2778734"/>
                  </a:lnTo>
                  <a:lnTo>
                    <a:pt x="174002" y="2778734"/>
                  </a:lnTo>
                  <a:lnTo>
                    <a:pt x="160617" y="2778734"/>
                  </a:lnTo>
                  <a:lnTo>
                    <a:pt x="147233" y="2778734"/>
                  </a:lnTo>
                  <a:lnTo>
                    <a:pt x="133848" y="2778734"/>
                  </a:lnTo>
                  <a:lnTo>
                    <a:pt x="120463" y="2778734"/>
                  </a:lnTo>
                  <a:lnTo>
                    <a:pt x="107078" y="2778734"/>
                  </a:lnTo>
                  <a:lnTo>
                    <a:pt x="93693" y="2778734"/>
                  </a:lnTo>
                  <a:lnTo>
                    <a:pt x="80308" y="2778734"/>
                  </a:lnTo>
                  <a:lnTo>
                    <a:pt x="66924" y="2778734"/>
                  </a:lnTo>
                  <a:lnTo>
                    <a:pt x="53539" y="2778734"/>
                  </a:lnTo>
                  <a:lnTo>
                    <a:pt x="40154" y="2778734"/>
                  </a:lnTo>
                  <a:lnTo>
                    <a:pt x="26769" y="2778734"/>
                  </a:lnTo>
                  <a:lnTo>
                    <a:pt x="13384" y="2778734"/>
                  </a:lnTo>
                  <a:lnTo>
                    <a:pt x="0" y="277873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429252" y="2768891"/>
              <a:ext cx="6839649" cy="2778721"/>
            </a:xfrm>
            <a:custGeom>
              <a:avLst/>
              <a:pathLst>
                <a:path w="6839649" h="2778721">
                  <a:moveTo>
                    <a:pt x="0" y="2597185"/>
                  </a:moveTo>
                  <a:lnTo>
                    <a:pt x="13384" y="2593126"/>
                  </a:lnTo>
                  <a:lnTo>
                    <a:pt x="26769" y="2589219"/>
                  </a:lnTo>
                  <a:lnTo>
                    <a:pt x="40154" y="2585551"/>
                  </a:lnTo>
                  <a:lnTo>
                    <a:pt x="53539" y="2582048"/>
                  </a:lnTo>
                  <a:lnTo>
                    <a:pt x="66924" y="2578713"/>
                  </a:lnTo>
                  <a:lnTo>
                    <a:pt x="80308" y="2575573"/>
                  </a:lnTo>
                  <a:lnTo>
                    <a:pt x="93693" y="2572676"/>
                  </a:lnTo>
                  <a:lnTo>
                    <a:pt x="107078" y="2569951"/>
                  </a:lnTo>
                  <a:lnTo>
                    <a:pt x="120463" y="2567395"/>
                  </a:lnTo>
                  <a:lnTo>
                    <a:pt x="133848" y="2565053"/>
                  </a:lnTo>
                  <a:lnTo>
                    <a:pt x="147233" y="2562917"/>
                  </a:lnTo>
                  <a:lnTo>
                    <a:pt x="160617" y="2560933"/>
                  </a:lnTo>
                  <a:lnTo>
                    <a:pt x="174002" y="2559095"/>
                  </a:lnTo>
                  <a:lnTo>
                    <a:pt x="187387" y="2557446"/>
                  </a:lnTo>
                  <a:lnTo>
                    <a:pt x="200772" y="2555934"/>
                  </a:lnTo>
                  <a:lnTo>
                    <a:pt x="214157" y="2554527"/>
                  </a:lnTo>
                  <a:lnTo>
                    <a:pt x="227542" y="2553216"/>
                  </a:lnTo>
                  <a:lnTo>
                    <a:pt x="240926" y="2552016"/>
                  </a:lnTo>
                  <a:lnTo>
                    <a:pt x="254311" y="2550865"/>
                  </a:lnTo>
                  <a:lnTo>
                    <a:pt x="267696" y="2549748"/>
                  </a:lnTo>
                  <a:lnTo>
                    <a:pt x="281081" y="2548650"/>
                  </a:lnTo>
                  <a:lnTo>
                    <a:pt x="294466" y="2547533"/>
                  </a:lnTo>
                  <a:lnTo>
                    <a:pt x="307851" y="2546374"/>
                  </a:lnTo>
                  <a:lnTo>
                    <a:pt x="321235" y="2545158"/>
                  </a:lnTo>
                  <a:lnTo>
                    <a:pt x="334620" y="2543846"/>
                  </a:lnTo>
                  <a:lnTo>
                    <a:pt x="348005" y="2542379"/>
                  </a:lnTo>
                  <a:lnTo>
                    <a:pt x="361390" y="2540770"/>
                  </a:lnTo>
                  <a:lnTo>
                    <a:pt x="374775" y="2539003"/>
                  </a:lnTo>
                  <a:lnTo>
                    <a:pt x="388160" y="2536993"/>
                  </a:lnTo>
                  <a:lnTo>
                    <a:pt x="401544" y="2534710"/>
                  </a:lnTo>
                  <a:lnTo>
                    <a:pt x="414929" y="2532184"/>
                  </a:lnTo>
                  <a:lnTo>
                    <a:pt x="428314" y="2529402"/>
                  </a:lnTo>
                  <a:lnTo>
                    <a:pt x="441699" y="2526208"/>
                  </a:lnTo>
                  <a:lnTo>
                    <a:pt x="455084" y="2522660"/>
                  </a:lnTo>
                  <a:lnTo>
                    <a:pt x="468469" y="2518780"/>
                  </a:lnTo>
                  <a:lnTo>
                    <a:pt x="481853" y="2514555"/>
                  </a:lnTo>
                  <a:lnTo>
                    <a:pt x="495238" y="2509754"/>
                  </a:lnTo>
                  <a:lnTo>
                    <a:pt x="508623" y="2504559"/>
                  </a:lnTo>
                  <a:lnTo>
                    <a:pt x="522008" y="2498963"/>
                  </a:lnTo>
                  <a:lnTo>
                    <a:pt x="535393" y="2492905"/>
                  </a:lnTo>
                  <a:lnTo>
                    <a:pt x="548778" y="2486232"/>
                  </a:lnTo>
                  <a:lnTo>
                    <a:pt x="562162" y="2479119"/>
                  </a:lnTo>
                  <a:lnTo>
                    <a:pt x="575547" y="2471563"/>
                  </a:lnTo>
                  <a:lnTo>
                    <a:pt x="588932" y="2463451"/>
                  </a:lnTo>
                  <a:lnTo>
                    <a:pt x="602317" y="2454741"/>
                  </a:lnTo>
                  <a:lnTo>
                    <a:pt x="615702" y="2445577"/>
                  </a:lnTo>
                  <a:lnTo>
                    <a:pt x="629087" y="2435960"/>
                  </a:lnTo>
                  <a:lnTo>
                    <a:pt x="642471" y="2425730"/>
                  </a:lnTo>
                  <a:lnTo>
                    <a:pt x="655856" y="2414967"/>
                  </a:lnTo>
                  <a:lnTo>
                    <a:pt x="669241" y="2403768"/>
                  </a:lnTo>
                  <a:lnTo>
                    <a:pt x="682626" y="2392137"/>
                  </a:lnTo>
                  <a:lnTo>
                    <a:pt x="696011" y="2379884"/>
                  </a:lnTo>
                  <a:lnTo>
                    <a:pt x="709396" y="2367198"/>
                  </a:lnTo>
                  <a:lnTo>
                    <a:pt x="722780" y="2354120"/>
                  </a:lnTo>
                  <a:lnTo>
                    <a:pt x="736165" y="2340643"/>
                  </a:lnTo>
                  <a:lnTo>
                    <a:pt x="749550" y="2326620"/>
                  </a:lnTo>
                  <a:lnTo>
                    <a:pt x="762935" y="2312260"/>
                  </a:lnTo>
                  <a:lnTo>
                    <a:pt x="776320" y="2297576"/>
                  </a:lnTo>
                  <a:lnTo>
                    <a:pt x="789705" y="2282530"/>
                  </a:lnTo>
                  <a:lnTo>
                    <a:pt x="803089" y="2267092"/>
                  </a:lnTo>
                  <a:lnTo>
                    <a:pt x="816474" y="2251395"/>
                  </a:lnTo>
                  <a:lnTo>
                    <a:pt x="829859" y="2235452"/>
                  </a:lnTo>
                  <a:lnTo>
                    <a:pt x="843244" y="2219221"/>
                  </a:lnTo>
                  <a:lnTo>
                    <a:pt x="856629" y="2202739"/>
                  </a:lnTo>
                  <a:lnTo>
                    <a:pt x="870014" y="2186082"/>
                  </a:lnTo>
                  <a:lnTo>
                    <a:pt x="883398" y="2169262"/>
                  </a:lnTo>
                  <a:lnTo>
                    <a:pt x="896783" y="2152245"/>
                  </a:lnTo>
                  <a:lnTo>
                    <a:pt x="910168" y="2135096"/>
                  </a:lnTo>
                  <a:lnTo>
                    <a:pt x="923553" y="2117848"/>
                  </a:lnTo>
                  <a:lnTo>
                    <a:pt x="936938" y="2100511"/>
                  </a:lnTo>
                  <a:lnTo>
                    <a:pt x="950323" y="2083073"/>
                  </a:lnTo>
                  <a:lnTo>
                    <a:pt x="963707" y="2065587"/>
                  </a:lnTo>
                  <a:lnTo>
                    <a:pt x="977092" y="2048063"/>
                  </a:lnTo>
                  <a:lnTo>
                    <a:pt x="990477" y="2030507"/>
                  </a:lnTo>
                  <a:lnTo>
                    <a:pt x="1003862" y="2012931"/>
                  </a:lnTo>
                  <a:lnTo>
                    <a:pt x="1017247" y="1995352"/>
                  </a:lnTo>
                  <a:lnTo>
                    <a:pt x="1030632" y="1977774"/>
                  </a:lnTo>
                  <a:lnTo>
                    <a:pt x="1044016" y="1960204"/>
                  </a:lnTo>
                  <a:lnTo>
                    <a:pt x="1057401" y="1942650"/>
                  </a:lnTo>
                  <a:lnTo>
                    <a:pt x="1070786" y="1925110"/>
                  </a:lnTo>
                  <a:lnTo>
                    <a:pt x="1084171" y="1907585"/>
                  </a:lnTo>
                  <a:lnTo>
                    <a:pt x="1097556" y="1890077"/>
                  </a:lnTo>
                  <a:lnTo>
                    <a:pt x="1110941" y="1872582"/>
                  </a:lnTo>
                  <a:lnTo>
                    <a:pt x="1124325" y="1855091"/>
                  </a:lnTo>
                  <a:lnTo>
                    <a:pt x="1137710" y="1837601"/>
                  </a:lnTo>
                  <a:lnTo>
                    <a:pt x="1151095" y="1820102"/>
                  </a:lnTo>
                  <a:lnTo>
                    <a:pt x="1164480" y="1802582"/>
                  </a:lnTo>
                  <a:lnTo>
                    <a:pt x="1177865" y="1785035"/>
                  </a:lnTo>
                  <a:lnTo>
                    <a:pt x="1191250" y="1767455"/>
                  </a:lnTo>
                  <a:lnTo>
                    <a:pt x="1204634" y="1749800"/>
                  </a:lnTo>
                  <a:lnTo>
                    <a:pt x="1218019" y="1732079"/>
                  </a:lnTo>
                  <a:lnTo>
                    <a:pt x="1231404" y="1714284"/>
                  </a:lnTo>
                  <a:lnTo>
                    <a:pt x="1244789" y="1696394"/>
                  </a:lnTo>
                  <a:lnTo>
                    <a:pt x="1258174" y="1678359"/>
                  </a:lnTo>
                  <a:lnTo>
                    <a:pt x="1271559" y="1660204"/>
                  </a:lnTo>
                  <a:lnTo>
                    <a:pt x="1284943" y="1641923"/>
                  </a:lnTo>
                  <a:lnTo>
                    <a:pt x="1298328" y="1623468"/>
                  </a:lnTo>
                  <a:lnTo>
                    <a:pt x="1311713" y="1604808"/>
                  </a:lnTo>
                  <a:lnTo>
                    <a:pt x="1325098" y="1585980"/>
                  </a:lnTo>
                  <a:lnTo>
                    <a:pt x="1338483" y="1566977"/>
                  </a:lnTo>
                  <a:lnTo>
                    <a:pt x="1351868" y="1547719"/>
                  </a:lnTo>
                  <a:lnTo>
                    <a:pt x="1365252" y="1528224"/>
                  </a:lnTo>
                  <a:lnTo>
                    <a:pt x="1378637" y="1508525"/>
                  </a:lnTo>
                  <a:lnTo>
                    <a:pt x="1392022" y="1488618"/>
                  </a:lnTo>
                  <a:lnTo>
                    <a:pt x="1405407" y="1468390"/>
                  </a:lnTo>
                  <a:lnTo>
                    <a:pt x="1418792" y="1447928"/>
                  </a:lnTo>
                  <a:lnTo>
                    <a:pt x="1432177" y="1427247"/>
                  </a:lnTo>
                  <a:lnTo>
                    <a:pt x="1445561" y="1406334"/>
                  </a:lnTo>
                  <a:lnTo>
                    <a:pt x="1458946" y="1385095"/>
                  </a:lnTo>
                  <a:lnTo>
                    <a:pt x="1472331" y="1363644"/>
                  </a:lnTo>
                  <a:lnTo>
                    <a:pt x="1485716" y="1341986"/>
                  </a:lnTo>
                  <a:lnTo>
                    <a:pt x="1499101" y="1320091"/>
                  </a:lnTo>
                  <a:lnTo>
                    <a:pt x="1512486" y="1297934"/>
                  </a:lnTo>
                  <a:lnTo>
                    <a:pt x="1525870" y="1275601"/>
                  </a:lnTo>
                  <a:lnTo>
                    <a:pt x="1539255" y="1253099"/>
                  </a:lnTo>
                  <a:lnTo>
                    <a:pt x="1552640" y="1230397"/>
                  </a:lnTo>
                  <a:lnTo>
                    <a:pt x="1566025" y="1207527"/>
                  </a:lnTo>
                  <a:lnTo>
                    <a:pt x="1579410" y="1184541"/>
                  </a:lnTo>
                  <a:lnTo>
                    <a:pt x="1592795" y="1161450"/>
                  </a:lnTo>
                  <a:lnTo>
                    <a:pt x="1606179" y="1138242"/>
                  </a:lnTo>
                  <a:lnTo>
                    <a:pt x="1619564" y="1114972"/>
                  </a:lnTo>
                  <a:lnTo>
                    <a:pt x="1632949" y="1091664"/>
                  </a:lnTo>
                  <a:lnTo>
                    <a:pt x="1646334" y="1068331"/>
                  </a:lnTo>
                  <a:lnTo>
                    <a:pt x="1659719" y="1045008"/>
                  </a:lnTo>
                  <a:lnTo>
                    <a:pt x="1673104" y="1021722"/>
                  </a:lnTo>
                  <a:lnTo>
                    <a:pt x="1686488" y="998487"/>
                  </a:lnTo>
                  <a:lnTo>
                    <a:pt x="1699873" y="975327"/>
                  </a:lnTo>
                  <a:lnTo>
                    <a:pt x="1713258" y="952312"/>
                  </a:lnTo>
                  <a:lnTo>
                    <a:pt x="1726643" y="929424"/>
                  </a:lnTo>
                  <a:lnTo>
                    <a:pt x="1740028" y="906676"/>
                  </a:lnTo>
                  <a:lnTo>
                    <a:pt x="1753413" y="884121"/>
                  </a:lnTo>
                  <a:lnTo>
                    <a:pt x="1766797" y="861819"/>
                  </a:lnTo>
                  <a:lnTo>
                    <a:pt x="1780182" y="839723"/>
                  </a:lnTo>
                  <a:lnTo>
                    <a:pt x="1793567" y="817847"/>
                  </a:lnTo>
                  <a:lnTo>
                    <a:pt x="1806952" y="796289"/>
                  </a:lnTo>
                  <a:lnTo>
                    <a:pt x="1820337" y="775048"/>
                  </a:lnTo>
                  <a:lnTo>
                    <a:pt x="1833722" y="754079"/>
                  </a:lnTo>
                  <a:lnTo>
                    <a:pt x="1847106" y="733390"/>
                  </a:lnTo>
                  <a:lnTo>
                    <a:pt x="1860491" y="713132"/>
                  </a:lnTo>
                  <a:lnTo>
                    <a:pt x="1873876" y="693213"/>
                  </a:lnTo>
                  <a:lnTo>
                    <a:pt x="1887261" y="673609"/>
                  </a:lnTo>
                  <a:lnTo>
                    <a:pt x="1900646" y="654330"/>
                  </a:lnTo>
                  <a:lnTo>
                    <a:pt x="1914031" y="635554"/>
                  </a:lnTo>
                  <a:lnTo>
                    <a:pt x="1927415" y="617108"/>
                  </a:lnTo>
                  <a:lnTo>
                    <a:pt x="1940800" y="598994"/>
                  </a:lnTo>
                  <a:lnTo>
                    <a:pt x="1954185" y="581259"/>
                  </a:lnTo>
                  <a:lnTo>
                    <a:pt x="1967570" y="563993"/>
                  </a:lnTo>
                  <a:lnTo>
                    <a:pt x="1980955" y="547055"/>
                  </a:lnTo>
                  <a:lnTo>
                    <a:pt x="1994340" y="530441"/>
                  </a:lnTo>
                  <a:lnTo>
                    <a:pt x="2007724" y="514231"/>
                  </a:lnTo>
                  <a:lnTo>
                    <a:pt x="2021109" y="498425"/>
                  </a:lnTo>
                  <a:lnTo>
                    <a:pt x="2034494" y="482922"/>
                  </a:lnTo>
                  <a:lnTo>
                    <a:pt x="2047879" y="467716"/>
                  </a:lnTo>
                  <a:lnTo>
                    <a:pt x="2061264" y="452908"/>
                  </a:lnTo>
                  <a:lnTo>
                    <a:pt x="2074649" y="438422"/>
                  </a:lnTo>
                  <a:lnTo>
                    <a:pt x="2088033" y="424200"/>
                  </a:lnTo>
                  <a:lnTo>
                    <a:pt x="2101418" y="410235"/>
                  </a:lnTo>
                  <a:lnTo>
                    <a:pt x="2114803" y="396634"/>
                  </a:lnTo>
                  <a:lnTo>
                    <a:pt x="2128188" y="383272"/>
                  </a:lnTo>
                  <a:lnTo>
                    <a:pt x="2141573" y="370127"/>
                  </a:lnTo>
                  <a:lnTo>
                    <a:pt x="2154958" y="357205"/>
                  </a:lnTo>
                  <a:lnTo>
                    <a:pt x="2168342" y="344573"/>
                  </a:lnTo>
                  <a:lnTo>
                    <a:pt x="2181727" y="332119"/>
                  </a:lnTo>
                  <a:lnTo>
                    <a:pt x="2195112" y="319836"/>
                  </a:lnTo>
                  <a:lnTo>
                    <a:pt x="2208497" y="307747"/>
                  </a:lnTo>
                  <a:lnTo>
                    <a:pt x="2221882" y="295863"/>
                  </a:lnTo>
                  <a:lnTo>
                    <a:pt x="2235267" y="284118"/>
                  </a:lnTo>
                  <a:lnTo>
                    <a:pt x="2248651" y="272507"/>
                  </a:lnTo>
                  <a:lnTo>
                    <a:pt x="2262036" y="261061"/>
                  </a:lnTo>
                  <a:lnTo>
                    <a:pt x="2275421" y="249764"/>
                  </a:lnTo>
                  <a:lnTo>
                    <a:pt x="2288806" y="238580"/>
                  </a:lnTo>
                  <a:lnTo>
                    <a:pt x="2302191" y="227508"/>
                  </a:lnTo>
                  <a:lnTo>
                    <a:pt x="2315576" y="216588"/>
                  </a:lnTo>
                  <a:lnTo>
                    <a:pt x="2328960" y="205789"/>
                  </a:lnTo>
                  <a:lnTo>
                    <a:pt x="2342345" y="195097"/>
                  </a:lnTo>
                  <a:lnTo>
                    <a:pt x="2355730" y="184512"/>
                  </a:lnTo>
                  <a:lnTo>
                    <a:pt x="2369115" y="174098"/>
                  </a:lnTo>
                  <a:lnTo>
                    <a:pt x="2382500" y="163803"/>
                  </a:lnTo>
                  <a:lnTo>
                    <a:pt x="2395885" y="153631"/>
                  </a:lnTo>
                  <a:lnTo>
                    <a:pt x="2409269" y="143598"/>
                  </a:lnTo>
                  <a:lnTo>
                    <a:pt x="2422654" y="133769"/>
                  </a:lnTo>
                  <a:lnTo>
                    <a:pt x="2436039" y="124093"/>
                  </a:lnTo>
                  <a:lnTo>
                    <a:pt x="2449424" y="114577"/>
                  </a:lnTo>
                  <a:lnTo>
                    <a:pt x="2462809" y="105275"/>
                  </a:lnTo>
                  <a:lnTo>
                    <a:pt x="2476194" y="96231"/>
                  </a:lnTo>
                  <a:lnTo>
                    <a:pt x="2489578" y="87401"/>
                  </a:lnTo>
                  <a:lnTo>
                    <a:pt x="2502963" y="78794"/>
                  </a:lnTo>
                  <a:lnTo>
                    <a:pt x="2516348" y="70518"/>
                  </a:lnTo>
                  <a:lnTo>
                    <a:pt x="2529733" y="62575"/>
                  </a:lnTo>
                  <a:lnTo>
                    <a:pt x="2543118" y="54928"/>
                  </a:lnTo>
                  <a:lnTo>
                    <a:pt x="2556503" y="47589"/>
                  </a:lnTo>
                  <a:lnTo>
                    <a:pt x="2569887" y="40750"/>
                  </a:lnTo>
                  <a:lnTo>
                    <a:pt x="2583272" y="34322"/>
                  </a:lnTo>
                  <a:lnTo>
                    <a:pt x="2596657" y="28289"/>
                  </a:lnTo>
                  <a:lnTo>
                    <a:pt x="2610042" y="22681"/>
                  </a:lnTo>
                  <a:lnTo>
                    <a:pt x="2623427" y="17765"/>
                  </a:lnTo>
                  <a:lnTo>
                    <a:pt x="2636812" y="13340"/>
                  </a:lnTo>
                  <a:lnTo>
                    <a:pt x="2650196" y="9422"/>
                  </a:lnTo>
                  <a:lnTo>
                    <a:pt x="2663581" y="6116"/>
                  </a:lnTo>
                  <a:lnTo>
                    <a:pt x="2676966" y="3616"/>
                  </a:lnTo>
                  <a:lnTo>
                    <a:pt x="2690351" y="1720"/>
                  </a:lnTo>
                  <a:lnTo>
                    <a:pt x="2703736" y="447"/>
                  </a:lnTo>
                  <a:lnTo>
                    <a:pt x="2717121" y="0"/>
                  </a:lnTo>
                  <a:lnTo>
                    <a:pt x="2730505" y="437"/>
                  </a:lnTo>
                  <a:lnTo>
                    <a:pt x="2743890" y="1587"/>
                  </a:lnTo>
                  <a:lnTo>
                    <a:pt x="2757275" y="3464"/>
                  </a:lnTo>
                  <a:lnTo>
                    <a:pt x="2770660" y="6390"/>
                  </a:lnTo>
                  <a:lnTo>
                    <a:pt x="2784045" y="10231"/>
                  </a:lnTo>
                  <a:lnTo>
                    <a:pt x="2797430" y="14870"/>
                  </a:lnTo>
                  <a:lnTo>
                    <a:pt x="2810814" y="20319"/>
                  </a:lnTo>
                  <a:lnTo>
                    <a:pt x="2824199" y="27021"/>
                  </a:lnTo>
                  <a:lnTo>
                    <a:pt x="2837584" y="34610"/>
                  </a:lnTo>
                  <a:lnTo>
                    <a:pt x="2850969" y="43050"/>
                  </a:lnTo>
                  <a:lnTo>
                    <a:pt x="2864354" y="52408"/>
                  </a:lnTo>
                  <a:lnTo>
                    <a:pt x="2877739" y="63048"/>
                  </a:lnTo>
                  <a:lnTo>
                    <a:pt x="2891123" y="74550"/>
                  </a:lnTo>
                  <a:lnTo>
                    <a:pt x="2904508" y="86911"/>
                  </a:lnTo>
                  <a:lnTo>
                    <a:pt x="2917893" y="100291"/>
                  </a:lnTo>
                  <a:lnTo>
                    <a:pt x="2931278" y="114820"/>
                  </a:lnTo>
                  <a:lnTo>
                    <a:pt x="2944663" y="130175"/>
                  </a:lnTo>
                  <a:lnTo>
                    <a:pt x="2958048" y="146343"/>
                  </a:lnTo>
                  <a:lnTo>
                    <a:pt x="2971432" y="163556"/>
                  </a:lnTo>
                  <a:lnTo>
                    <a:pt x="2984817" y="181717"/>
                  </a:lnTo>
                  <a:lnTo>
                    <a:pt x="2998202" y="200613"/>
                  </a:lnTo>
                  <a:lnTo>
                    <a:pt x="3011587" y="220225"/>
                  </a:lnTo>
                  <a:lnTo>
                    <a:pt x="3024972" y="240808"/>
                  </a:lnTo>
                  <a:lnTo>
                    <a:pt x="3038357" y="262094"/>
                  </a:lnTo>
                  <a:lnTo>
                    <a:pt x="3051741" y="283973"/>
                  </a:lnTo>
                  <a:lnTo>
                    <a:pt x="3065126" y="306421"/>
                  </a:lnTo>
                  <a:lnTo>
                    <a:pt x="3078511" y="329659"/>
                  </a:lnTo>
                  <a:lnTo>
                    <a:pt x="3091896" y="353341"/>
                  </a:lnTo>
                  <a:lnTo>
                    <a:pt x="3105281" y="377436"/>
                  </a:lnTo>
                  <a:lnTo>
                    <a:pt x="3118666" y="401948"/>
                  </a:lnTo>
                  <a:lnTo>
                    <a:pt x="3132050" y="426897"/>
                  </a:lnTo>
                  <a:lnTo>
                    <a:pt x="3145435" y="452086"/>
                  </a:lnTo>
                  <a:lnTo>
                    <a:pt x="3158820" y="477481"/>
                  </a:lnTo>
                  <a:lnTo>
                    <a:pt x="3172205" y="503070"/>
                  </a:lnTo>
                  <a:lnTo>
                    <a:pt x="3185590" y="528770"/>
                  </a:lnTo>
                  <a:lnTo>
                    <a:pt x="3198975" y="554498"/>
                  </a:lnTo>
                  <a:lnTo>
                    <a:pt x="3212359" y="580224"/>
                  </a:lnTo>
                  <a:lnTo>
                    <a:pt x="3225744" y="605868"/>
                  </a:lnTo>
                  <a:lnTo>
                    <a:pt x="3239129" y="631361"/>
                  </a:lnTo>
                  <a:lnTo>
                    <a:pt x="3252514" y="656685"/>
                  </a:lnTo>
                  <a:lnTo>
                    <a:pt x="3265899" y="681814"/>
                  </a:lnTo>
                  <a:lnTo>
                    <a:pt x="3279284" y="706574"/>
                  </a:lnTo>
                  <a:lnTo>
                    <a:pt x="3292668" y="731005"/>
                  </a:lnTo>
                  <a:lnTo>
                    <a:pt x="3306053" y="755107"/>
                  </a:lnTo>
                  <a:lnTo>
                    <a:pt x="3319438" y="778843"/>
                  </a:lnTo>
                  <a:lnTo>
                    <a:pt x="3332823" y="801981"/>
                  </a:lnTo>
                  <a:lnTo>
                    <a:pt x="3346208" y="824692"/>
                  </a:lnTo>
                  <a:lnTo>
                    <a:pt x="3359593" y="846965"/>
                  </a:lnTo>
                  <a:lnTo>
                    <a:pt x="3372977" y="868711"/>
                  </a:lnTo>
                  <a:lnTo>
                    <a:pt x="3386362" y="889792"/>
                  </a:lnTo>
                  <a:lnTo>
                    <a:pt x="3399747" y="910391"/>
                  </a:lnTo>
                  <a:lnTo>
                    <a:pt x="3413132" y="930502"/>
                  </a:lnTo>
                  <a:lnTo>
                    <a:pt x="3426517" y="949988"/>
                  </a:lnTo>
                  <a:lnTo>
                    <a:pt x="3439902" y="968852"/>
                  </a:lnTo>
                  <a:lnTo>
                    <a:pt x="3453286" y="987241"/>
                  </a:lnTo>
                  <a:lnTo>
                    <a:pt x="3466671" y="1005158"/>
                  </a:lnTo>
                  <a:lnTo>
                    <a:pt x="3480056" y="1022439"/>
                  </a:lnTo>
                  <a:lnTo>
                    <a:pt x="3493441" y="1039222"/>
                  </a:lnTo>
                  <a:lnTo>
                    <a:pt x="3506826" y="1055594"/>
                  </a:lnTo>
                  <a:lnTo>
                    <a:pt x="3520211" y="1071568"/>
                  </a:lnTo>
                  <a:lnTo>
                    <a:pt x="3533595" y="1086993"/>
                  </a:lnTo>
                  <a:lnTo>
                    <a:pt x="3546980" y="1102084"/>
                  </a:lnTo>
                  <a:lnTo>
                    <a:pt x="3560365" y="1116875"/>
                  </a:lnTo>
                  <a:lnTo>
                    <a:pt x="3573750" y="1131368"/>
                  </a:lnTo>
                  <a:lnTo>
                    <a:pt x="3587135" y="1145523"/>
                  </a:lnTo>
                  <a:lnTo>
                    <a:pt x="3600520" y="1159495"/>
                  </a:lnTo>
                  <a:lnTo>
                    <a:pt x="3613904" y="1173305"/>
                  </a:lnTo>
                  <a:lnTo>
                    <a:pt x="3627289" y="1186959"/>
                  </a:lnTo>
                  <a:lnTo>
                    <a:pt x="3640674" y="1200507"/>
                  </a:lnTo>
                  <a:lnTo>
                    <a:pt x="3654059" y="1214014"/>
                  </a:lnTo>
                  <a:lnTo>
                    <a:pt x="3667444" y="1227502"/>
                  </a:lnTo>
                  <a:lnTo>
                    <a:pt x="3680829" y="1241013"/>
                  </a:lnTo>
                  <a:lnTo>
                    <a:pt x="3694213" y="1254600"/>
                  </a:lnTo>
                  <a:lnTo>
                    <a:pt x="3707598" y="1268276"/>
                  </a:lnTo>
                  <a:lnTo>
                    <a:pt x="3720983" y="1282059"/>
                  </a:lnTo>
                  <a:lnTo>
                    <a:pt x="3734368" y="1296043"/>
                  </a:lnTo>
                  <a:lnTo>
                    <a:pt x="3747753" y="1310217"/>
                  </a:lnTo>
                  <a:lnTo>
                    <a:pt x="3761138" y="1324577"/>
                  </a:lnTo>
                  <a:lnTo>
                    <a:pt x="3774522" y="1339135"/>
                  </a:lnTo>
                  <a:lnTo>
                    <a:pt x="3787907" y="1354032"/>
                  </a:lnTo>
                  <a:lnTo>
                    <a:pt x="3801292" y="1369161"/>
                  </a:lnTo>
                  <a:lnTo>
                    <a:pt x="3814677" y="1384527"/>
                  </a:lnTo>
                  <a:lnTo>
                    <a:pt x="3828062" y="1400165"/>
                  </a:lnTo>
                  <a:lnTo>
                    <a:pt x="3841447" y="1416153"/>
                  </a:lnTo>
                  <a:lnTo>
                    <a:pt x="3854831" y="1432381"/>
                  </a:lnTo>
                  <a:lnTo>
                    <a:pt x="3868216" y="1448847"/>
                  </a:lnTo>
                  <a:lnTo>
                    <a:pt x="3881601" y="1465600"/>
                  </a:lnTo>
                  <a:lnTo>
                    <a:pt x="3894986" y="1482638"/>
                  </a:lnTo>
                  <a:lnTo>
                    <a:pt x="3908371" y="1499876"/>
                  </a:lnTo>
                  <a:lnTo>
                    <a:pt x="3921756" y="1517305"/>
                  </a:lnTo>
                  <a:lnTo>
                    <a:pt x="3935140" y="1534968"/>
                  </a:lnTo>
                  <a:lnTo>
                    <a:pt x="3948525" y="1552801"/>
                  </a:lnTo>
                  <a:lnTo>
                    <a:pt x="3961910" y="1570757"/>
                  </a:lnTo>
                  <a:lnTo>
                    <a:pt x="3975295" y="1588820"/>
                  </a:lnTo>
                  <a:lnTo>
                    <a:pt x="3988680" y="1606996"/>
                  </a:lnTo>
                  <a:lnTo>
                    <a:pt x="4002065" y="1625213"/>
                  </a:lnTo>
                  <a:lnTo>
                    <a:pt x="4015449" y="1643450"/>
                  </a:lnTo>
                  <a:lnTo>
                    <a:pt x="4028834" y="1661687"/>
                  </a:lnTo>
                  <a:lnTo>
                    <a:pt x="4042219" y="1679866"/>
                  </a:lnTo>
                  <a:lnTo>
                    <a:pt x="4055604" y="1697971"/>
                  </a:lnTo>
                  <a:lnTo>
                    <a:pt x="4068989" y="1715985"/>
                  </a:lnTo>
                  <a:lnTo>
                    <a:pt x="4082374" y="1733865"/>
                  </a:lnTo>
                  <a:lnTo>
                    <a:pt x="4095758" y="1751535"/>
                  </a:lnTo>
                  <a:lnTo>
                    <a:pt x="4109143" y="1769027"/>
                  </a:lnTo>
                  <a:lnTo>
                    <a:pt x="4122528" y="1786327"/>
                  </a:lnTo>
                  <a:lnTo>
                    <a:pt x="4135913" y="1803348"/>
                  </a:lnTo>
                  <a:lnTo>
                    <a:pt x="4149298" y="1820059"/>
                  </a:lnTo>
                  <a:lnTo>
                    <a:pt x="4162683" y="1836509"/>
                  </a:lnTo>
                  <a:lnTo>
                    <a:pt x="4176067" y="1852688"/>
                  </a:lnTo>
                  <a:lnTo>
                    <a:pt x="4189452" y="1868458"/>
                  </a:lnTo>
                  <a:lnTo>
                    <a:pt x="4202837" y="1883878"/>
                  </a:lnTo>
                  <a:lnTo>
                    <a:pt x="4216222" y="1898984"/>
                  </a:lnTo>
                  <a:lnTo>
                    <a:pt x="4229607" y="1913771"/>
                  </a:lnTo>
                  <a:lnTo>
                    <a:pt x="4242992" y="1928060"/>
                  </a:lnTo>
                  <a:lnTo>
                    <a:pt x="4256376" y="1942009"/>
                  </a:lnTo>
                  <a:lnTo>
                    <a:pt x="4269761" y="1955628"/>
                  </a:lnTo>
                  <a:lnTo>
                    <a:pt x="4283146" y="1968889"/>
                  </a:lnTo>
                  <a:lnTo>
                    <a:pt x="4296531" y="1981673"/>
                  </a:lnTo>
                  <a:lnTo>
                    <a:pt x="4309916" y="1994142"/>
                  </a:lnTo>
                  <a:lnTo>
                    <a:pt x="4323301" y="2006299"/>
                  </a:lnTo>
                  <a:lnTo>
                    <a:pt x="4336685" y="2018088"/>
                  </a:lnTo>
                  <a:lnTo>
                    <a:pt x="4350070" y="2029490"/>
                  </a:lnTo>
                  <a:lnTo>
                    <a:pt x="4363455" y="2040619"/>
                  </a:lnTo>
                  <a:lnTo>
                    <a:pt x="4376840" y="2051483"/>
                  </a:lnTo>
                  <a:lnTo>
                    <a:pt x="4390225" y="2062016"/>
                  </a:lnTo>
                  <a:lnTo>
                    <a:pt x="4403610" y="2072274"/>
                  </a:lnTo>
                  <a:lnTo>
                    <a:pt x="4416994" y="2082322"/>
                  </a:lnTo>
                  <a:lnTo>
                    <a:pt x="4430379" y="2092172"/>
                  </a:lnTo>
                  <a:lnTo>
                    <a:pt x="4443764" y="2101768"/>
                  </a:lnTo>
                  <a:lnTo>
                    <a:pt x="4457149" y="2111199"/>
                  </a:lnTo>
                  <a:lnTo>
                    <a:pt x="4470534" y="2120495"/>
                  </a:lnTo>
                  <a:lnTo>
                    <a:pt x="4483919" y="2129667"/>
                  </a:lnTo>
                  <a:lnTo>
                    <a:pt x="4497303" y="2138689"/>
                  </a:lnTo>
                  <a:lnTo>
                    <a:pt x="4510688" y="2147640"/>
                  </a:lnTo>
                  <a:lnTo>
                    <a:pt x="4524073" y="2156529"/>
                  </a:lnTo>
                  <a:lnTo>
                    <a:pt x="4537458" y="2165364"/>
                  </a:lnTo>
                  <a:lnTo>
                    <a:pt x="4550843" y="2174162"/>
                  </a:lnTo>
                  <a:lnTo>
                    <a:pt x="4564228" y="2182953"/>
                  </a:lnTo>
                  <a:lnTo>
                    <a:pt x="4577612" y="2191745"/>
                  </a:lnTo>
                  <a:lnTo>
                    <a:pt x="4590997" y="2200554"/>
                  </a:lnTo>
                  <a:lnTo>
                    <a:pt x="4604382" y="2209401"/>
                  </a:lnTo>
                  <a:lnTo>
                    <a:pt x="4617767" y="2218287"/>
                  </a:lnTo>
                  <a:lnTo>
                    <a:pt x="4631152" y="2227218"/>
                  </a:lnTo>
                  <a:lnTo>
                    <a:pt x="4644537" y="2236222"/>
                  </a:lnTo>
                  <a:lnTo>
                    <a:pt x="4657921" y="2245298"/>
                  </a:lnTo>
                  <a:lnTo>
                    <a:pt x="4671306" y="2254438"/>
                  </a:lnTo>
                  <a:lnTo>
                    <a:pt x="4684691" y="2263644"/>
                  </a:lnTo>
                  <a:lnTo>
                    <a:pt x="4698076" y="2272951"/>
                  </a:lnTo>
                  <a:lnTo>
                    <a:pt x="4711461" y="2282329"/>
                  </a:lnTo>
                  <a:lnTo>
                    <a:pt x="4724846" y="2291773"/>
                  </a:lnTo>
                  <a:lnTo>
                    <a:pt x="4738230" y="2301284"/>
                  </a:lnTo>
                  <a:lnTo>
                    <a:pt x="4751615" y="2310882"/>
                  </a:lnTo>
                  <a:lnTo>
                    <a:pt x="4765000" y="2320530"/>
                  </a:lnTo>
                  <a:lnTo>
                    <a:pt x="4778385" y="2330225"/>
                  </a:lnTo>
                  <a:lnTo>
                    <a:pt x="4791770" y="2339967"/>
                  </a:lnTo>
                  <a:lnTo>
                    <a:pt x="4805155" y="2349747"/>
                  </a:lnTo>
                  <a:lnTo>
                    <a:pt x="4818539" y="2359544"/>
                  </a:lnTo>
                  <a:lnTo>
                    <a:pt x="4831924" y="2369352"/>
                  </a:lnTo>
                  <a:lnTo>
                    <a:pt x="4845309" y="2379161"/>
                  </a:lnTo>
                  <a:lnTo>
                    <a:pt x="4858694" y="2388950"/>
                  </a:lnTo>
                  <a:lnTo>
                    <a:pt x="4872079" y="2398712"/>
                  </a:lnTo>
                  <a:lnTo>
                    <a:pt x="4885464" y="2408441"/>
                  </a:lnTo>
                  <a:lnTo>
                    <a:pt x="4898848" y="2418102"/>
                  </a:lnTo>
                  <a:lnTo>
                    <a:pt x="4912233" y="2427689"/>
                  </a:lnTo>
                  <a:lnTo>
                    <a:pt x="4925618" y="2437203"/>
                  </a:lnTo>
                  <a:lnTo>
                    <a:pt x="4939003" y="2446636"/>
                  </a:lnTo>
                  <a:lnTo>
                    <a:pt x="4952388" y="2455921"/>
                  </a:lnTo>
                  <a:lnTo>
                    <a:pt x="4965773" y="2465093"/>
                  </a:lnTo>
                  <a:lnTo>
                    <a:pt x="4979157" y="2474148"/>
                  </a:lnTo>
                  <a:lnTo>
                    <a:pt x="4992542" y="2483064"/>
                  </a:lnTo>
                  <a:lnTo>
                    <a:pt x="5005927" y="2491780"/>
                  </a:lnTo>
                  <a:lnTo>
                    <a:pt x="5019312" y="2500347"/>
                  </a:lnTo>
                  <a:lnTo>
                    <a:pt x="5032697" y="2508761"/>
                  </a:lnTo>
                  <a:lnTo>
                    <a:pt x="5046082" y="2516980"/>
                  </a:lnTo>
                  <a:lnTo>
                    <a:pt x="5059466" y="2524974"/>
                  </a:lnTo>
                  <a:lnTo>
                    <a:pt x="5072851" y="2532794"/>
                  </a:lnTo>
                  <a:lnTo>
                    <a:pt x="5086236" y="2540436"/>
                  </a:lnTo>
                  <a:lnTo>
                    <a:pt x="5099621" y="2547835"/>
                  </a:lnTo>
                  <a:lnTo>
                    <a:pt x="5113006" y="2555009"/>
                  </a:lnTo>
                  <a:lnTo>
                    <a:pt x="5126391" y="2561996"/>
                  </a:lnTo>
                  <a:lnTo>
                    <a:pt x="5139775" y="2568795"/>
                  </a:lnTo>
                  <a:lnTo>
                    <a:pt x="5153160" y="2575317"/>
                  </a:lnTo>
                  <a:lnTo>
                    <a:pt x="5166545" y="2581633"/>
                  </a:lnTo>
                  <a:lnTo>
                    <a:pt x="5179930" y="2587763"/>
                  </a:lnTo>
                  <a:lnTo>
                    <a:pt x="5193315" y="2593701"/>
                  </a:lnTo>
                  <a:lnTo>
                    <a:pt x="5206700" y="2599358"/>
                  </a:lnTo>
                  <a:lnTo>
                    <a:pt x="5220084" y="2604836"/>
                  </a:lnTo>
                  <a:lnTo>
                    <a:pt x="5233469" y="2610138"/>
                  </a:lnTo>
                  <a:lnTo>
                    <a:pt x="5246854" y="2615241"/>
                  </a:lnTo>
                  <a:lnTo>
                    <a:pt x="5260239" y="2620108"/>
                  </a:lnTo>
                  <a:lnTo>
                    <a:pt x="5273624" y="2624814"/>
                  </a:lnTo>
                  <a:lnTo>
                    <a:pt x="5287009" y="2629363"/>
                  </a:lnTo>
                  <a:lnTo>
                    <a:pt x="5300393" y="2633719"/>
                  </a:lnTo>
                  <a:lnTo>
                    <a:pt x="5313778" y="2637890"/>
                  </a:lnTo>
                  <a:lnTo>
                    <a:pt x="5327163" y="2641923"/>
                  </a:lnTo>
                  <a:lnTo>
                    <a:pt x="5340548" y="2645822"/>
                  </a:lnTo>
                  <a:lnTo>
                    <a:pt x="5353933" y="2649547"/>
                  </a:lnTo>
                  <a:lnTo>
                    <a:pt x="5367318" y="2653136"/>
                  </a:lnTo>
                  <a:lnTo>
                    <a:pt x="5380702" y="2656613"/>
                  </a:lnTo>
                  <a:lnTo>
                    <a:pt x="5394087" y="2659983"/>
                  </a:lnTo>
                  <a:lnTo>
                    <a:pt x="5407472" y="2663205"/>
                  </a:lnTo>
                  <a:lnTo>
                    <a:pt x="5420857" y="2666333"/>
                  </a:lnTo>
                  <a:lnTo>
                    <a:pt x="5434242" y="2669375"/>
                  </a:lnTo>
                  <a:lnTo>
                    <a:pt x="5447627" y="2672332"/>
                  </a:lnTo>
                  <a:lnTo>
                    <a:pt x="5461011" y="2675180"/>
                  </a:lnTo>
                  <a:lnTo>
                    <a:pt x="5474396" y="2677963"/>
                  </a:lnTo>
                  <a:lnTo>
                    <a:pt x="5487781" y="2680684"/>
                  </a:lnTo>
                  <a:lnTo>
                    <a:pt x="5501166" y="2683337"/>
                  </a:lnTo>
                  <a:lnTo>
                    <a:pt x="5514551" y="2685921"/>
                  </a:lnTo>
                  <a:lnTo>
                    <a:pt x="5527936" y="2688459"/>
                  </a:lnTo>
                  <a:lnTo>
                    <a:pt x="5541320" y="2690955"/>
                  </a:lnTo>
                  <a:lnTo>
                    <a:pt x="5554705" y="2693399"/>
                  </a:lnTo>
                  <a:lnTo>
                    <a:pt x="5568090" y="2695801"/>
                  </a:lnTo>
                  <a:lnTo>
                    <a:pt x="5581475" y="2698172"/>
                  </a:lnTo>
                  <a:lnTo>
                    <a:pt x="5594860" y="2700514"/>
                  </a:lnTo>
                  <a:lnTo>
                    <a:pt x="5608245" y="2702819"/>
                  </a:lnTo>
                  <a:lnTo>
                    <a:pt x="5621629" y="2705096"/>
                  </a:lnTo>
                  <a:lnTo>
                    <a:pt x="5635014" y="2707352"/>
                  </a:lnTo>
                  <a:lnTo>
                    <a:pt x="5648399" y="2709586"/>
                  </a:lnTo>
                  <a:lnTo>
                    <a:pt x="5661784" y="2711789"/>
                  </a:lnTo>
                  <a:lnTo>
                    <a:pt x="5675169" y="2713973"/>
                  </a:lnTo>
                  <a:lnTo>
                    <a:pt x="5688554" y="2716139"/>
                  </a:lnTo>
                  <a:lnTo>
                    <a:pt x="5701938" y="2718283"/>
                  </a:lnTo>
                  <a:lnTo>
                    <a:pt x="5715323" y="2720401"/>
                  </a:lnTo>
                  <a:lnTo>
                    <a:pt x="5728708" y="2722499"/>
                  </a:lnTo>
                  <a:lnTo>
                    <a:pt x="5742093" y="2724577"/>
                  </a:lnTo>
                  <a:lnTo>
                    <a:pt x="5755478" y="2726630"/>
                  </a:lnTo>
                  <a:lnTo>
                    <a:pt x="5768863" y="2728654"/>
                  </a:lnTo>
                  <a:lnTo>
                    <a:pt x="5782247" y="2730655"/>
                  </a:lnTo>
                  <a:lnTo>
                    <a:pt x="5795632" y="2732631"/>
                  </a:lnTo>
                  <a:lnTo>
                    <a:pt x="5809017" y="2734573"/>
                  </a:lnTo>
                  <a:lnTo>
                    <a:pt x="5822402" y="2736481"/>
                  </a:lnTo>
                  <a:lnTo>
                    <a:pt x="5835787" y="2738361"/>
                  </a:lnTo>
                  <a:lnTo>
                    <a:pt x="5849172" y="2740210"/>
                  </a:lnTo>
                  <a:lnTo>
                    <a:pt x="5862556" y="2742013"/>
                  </a:lnTo>
                  <a:lnTo>
                    <a:pt x="5875941" y="2743778"/>
                  </a:lnTo>
                  <a:lnTo>
                    <a:pt x="5889326" y="2745508"/>
                  </a:lnTo>
                  <a:lnTo>
                    <a:pt x="5902711" y="2747201"/>
                  </a:lnTo>
                  <a:lnTo>
                    <a:pt x="5916096" y="2748836"/>
                  </a:lnTo>
                  <a:lnTo>
                    <a:pt x="5929481" y="2750430"/>
                  </a:lnTo>
                  <a:lnTo>
                    <a:pt x="5942865" y="2751985"/>
                  </a:lnTo>
                  <a:lnTo>
                    <a:pt x="5956250" y="2753491"/>
                  </a:lnTo>
                  <a:lnTo>
                    <a:pt x="5969635" y="2754937"/>
                  </a:lnTo>
                  <a:lnTo>
                    <a:pt x="5983020" y="2756340"/>
                  </a:lnTo>
                  <a:lnTo>
                    <a:pt x="5996405" y="2757698"/>
                  </a:lnTo>
                  <a:lnTo>
                    <a:pt x="6009790" y="2759000"/>
                  </a:lnTo>
                  <a:lnTo>
                    <a:pt x="6023174" y="2760244"/>
                  </a:lnTo>
                  <a:lnTo>
                    <a:pt x="6036559" y="2761443"/>
                  </a:lnTo>
                  <a:lnTo>
                    <a:pt x="6049944" y="2762596"/>
                  </a:lnTo>
                  <a:lnTo>
                    <a:pt x="6063329" y="2763686"/>
                  </a:lnTo>
                  <a:lnTo>
                    <a:pt x="6076714" y="2764725"/>
                  </a:lnTo>
                  <a:lnTo>
                    <a:pt x="6090099" y="2765719"/>
                  </a:lnTo>
                  <a:lnTo>
                    <a:pt x="6103483" y="2766669"/>
                  </a:lnTo>
                  <a:lnTo>
                    <a:pt x="6116868" y="2767553"/>
                  </a:lnTo>
                  <a:lnTo>
                    <a:pt x="6130253" y="2768394"/>
                  </a:lnTo>
                  <a:lnTo>
                    <a:pt x="6143638" y="2769193"/>
                  </a:lnTo>
                  <a:lnTo>
                    <a:pt x="6157023" y="2769948"/>
                  </a:lnTo>
                  <a:lnTo>
                    <a:pt x="6170408" y="2770645"/>
                  </a:lnTo>
                  <a:lnTo>
                    <a:pt x="6183792" y="2771305"/>
                  </a:lnTo>
                  <a:lnTo>
                    <a:pt x="6197177" y="2771927"/>
                  </a:lnTo>
                  <a:lnTo>
                    <a:pt x="6210562" y="2772507"/>
                  </a:lnTo>
                  <a:lnTo>
                    <a:pt x="6223947" y="2773040"/>
                  </a:lnTo>
                  <a:lnTo>
                    <a:pt x="6237332" y="2773541"/>
                  </a:lnTo>
                  <a:lnTo>
                    <a:pt x="6250717" y="2774011"/>
                  </a:lnTo>
                  <a:lnTo>
                    <a:pt x="6264101" y="2774441"/>
                  </a:lnTo>
                  <a:lnTo>
                    <a:pt x="6277486" y="2774836"/>
                  </a:lnTo>
                  <a:lnTo>
                    <a:pt x="6290871" y="2775205"/>
                  </a:lnTo>
                  <a:lnTo>
                    <a:pt x="6304256" y="2775548"/>
                  </a:lnTo>
                  <a:lnTo>
                    <a:pt x="6317641" y="2775857"/>
                  </a:lnTo>
                  <a:lnTo>
                    <a:pt x="6331026" y="2776141"/>
                  </a:lnTo>
                  <a:lnTo>
                    <a:pt x="6344410" y="2776403"/>
                  </a:lnTo>
                  <a:lnTo>
                    <a:pt x="6357795" y="2776646"/>
                  </a:lnTo>
                  <a:lnTo>
                    <a:pt x="6371180" y="2776860"/>
                  </a:lnTo>
                  <a:lnTo>
                    <a:pt x="6384565" y="2777057"/>
                  </a:lnTo>
                  <a:lnTo>
                    <a:pt x="6397950" y="2777239"/>
                  </a:lnTo>
                  <a:lnTo>
                    <a:pt x="6411335" y="2777403"/>
                  </a:lnTo>
                  <a:lnTo>
                    <a:pt x="6424719" y="2777548"/>
                  </a:lnTo>
                  <a:lnTo>
                    <a:pt x="6438104" y="2777681"/>
                  </a:lnTo>
                  <a:lnTo>
                    <a:pt x="6451489" y="2777802"/>
                  </a:lnTo>
                  <a:lnTo>
                    <a:pt x="6464874" y="2777910"/>
                  </a:lnTo>
                  <a:lnTo>
                    <a:pt x="6478259" y="2778005"/>
                  </a:lnTo>
                  <a:lnTo>
                    <a:pt x="6491644" y="2778092"/>
                  </a:lnTo>
                  <a:lnTo>
                    <a:pt x="6505028" y="2778170"/>
                  </a:lnTo>
                  <a:lnTo>
                    <a:pt x="6518413" y="2778238"/>
                  </a:lnTo>
                  <a:lnTo>
                    <a:pt x="6531798" y="2778299"/>
                  </a:lnTo>
                  <a:lnTo>
                    <a:pt x="6545183" y="2778354"/>
                  </a:lnTo>
                  <a:lnTo>
                    <a:pt x="6558568" y="2778403"/>
                  </a:lnTo>
                  <a:lnTo>
                    <a:pt x="6571953" y="2778444"/>
                  </a:lnTo>
                  <a:lnTo>
                    <a:pt x="6585337" y="2778482"/>
                  </a:lnTo>
                  <a:lnTo>
                    <a:pt x="6598722" y="2778515"/>
                  </a:lnTo>
                  <a:lnTo>
                    <a:pt x="6612107" y="2778545"/>
                  </a:lnTo>
                  <a:lnTo>
                    <a:pt x="6625492" y="2778570"/>
                  </a:lnTo>
                  <a:lnTo>
                    <a:pt x="6638877" y="2778592"/>
                  </a:lnTo>
                  <a:lnTo>
                    <a:pt x="6652262" y="2778612"/>
                  </a:lnTo>
                  <a:lnTo>
                    <a:pt x="6665646" y="2778629"/>
                  </a:lnTo>
                  <a:lnTo>
                    <a:pt x="6679031" y="2778643"/>
                  </a:lnTo>
                  <a:lnTo>
                    <a:pt x="6692416" y="2778656"/>
                  </a:lnTo>
                  <a:lnTo>
                    <a:pt x="6705801" y="2778668"/>
                  </a:lnTo>
                  <a:lnTo>
                    <a:pt x="6719186" y="2778677"/>
                  </a:lnTo>
                  <a:lnTo>
                    <a:pt x="6732571" y="2778685"/>
                  </a:lnTo>
                  <a:lnTo>
                    <a:pt x="6745955" y="2778693"/>
                  </a:lnTo>
                  <a:lnTo>
                    <a:pt x="6759340" y="2778699"/>
                  </a:lnTo>
                  <a:lnTo>
                    <a:pt x="6772725" y="2778704"/>
                  </a:lnTo>
                  <a:lnTo>
                    <a:pt x="6786110" y="2778709"/>
                  </a:lnTo>
                  <a:lnTo>
                    <a:pt x="6799495" y="2778713"/>
                  </a:lnTo>
                  <a:lnTo>
                    <a:pt x="6812880" y="2778716"/>
                  </a:lnTo>
                  <a:lnTo>
                    <a:pt x="6826264" y="2778719"/>
                  </a:lnTo>
                  <a:lnTo>
                    <a:pt x="6839649" y="2778721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1429252" y="3326040"/>
              <a:ext cx="6839649" cy="2221585"/>
            </a:xfrm>
            <a:custGeom>
              <a:avLst/>
              <a:pathLst>
                <a:path w="6839649" h="2221585">
                  <a:moveTo>
                    <a:pt x="0" y="2196967"/>
                  </a:moveTo>
                  <a:lnTo>
                    <a:pt x="13384" y="2195635"/>
                  </a:lnTo>
                  <a:lnTo>
                    <a:pt x="26769" y="2194259"/>
                  </a:lnTo>
                  <a:lnTo>
                    <a:pt x="40154" y="2192817"/>
                  </a:lnTo>
                  <a:lnTo>
                    <a:pt x="53539" y="2191338"/>
                  </a:lnTo>
                  <a:lnTo>
                    <a:pt x="66924" y="2189815"/>
                  </a:lnTo>
                  <a:lnTo>
                    <a:pt x="80308" y="2188224"/>
                  </a:lnTo>
                  <a:lnTo>
                    <a:pt x="93693" y="2186596"/>
                  </a:lnTo>
                  <a:lnTo>
                    <a:pt x="107078" y="2184926"/>
                  </a:lnTo>
                  <a:lnTo>
                    <a:pt x="120463" y="2183187"/>
                  </a:lnTo>
                  <a:lnTo>
                    <a:pt x="133848" y="2181413"/>
                  </a:lnTo>
                  <a:lnTo>
                    <a:pt x="147233" y="2179598"/>
                  </a:lnTo>
                  <a:lnTo>
                    <a:pt x="160617" y="2177716"/>
                  </a:lnTo>
                  <a:lnTo>
                    <a:pt x="174002" y="2175800"/>
                  </a:lnTo>
                  <a:lnTo>
                    <a:pt x="187387" y="2173846"/>
                  </a:lnTo>
                  <a:lnTo>
                    <a:pt x="200772" y="2171829"/>
                  </a:lnTo>
                  <a:lnTo>
                    <a:pt x="214157" y="2169779"/>
                  </a:lnTo>
                  <a:lnTo>
                    <a:pt x="227542" y="2167695"/>
                  </a:lnTo>
                  <a:lnTo>
                    <a:pt x="240926" y="2165552"/>
                  </a:lnTo>
                  <a:lnTo>
                    <a:pt x="254311" y="2163381"/>
                  </a:lnTo>
                  <a:lnTo>
                    <a:pt x="267696" y="2161178"/>
                  </a:lnTo>
                  <a:lnTo>
                    <a:pt x="281081" y="2158923"/>
                  </a:lnTo>
                  <a:lnTo>
                    <a:pt x="294466" y="2156644"/>
                  </a:lnTo>
                  <a:lnTo>
                    <a:pt x="307851" y="2154337"/>
                  </a:lnTo>
                  <a:lnTo>
                    <a:pt x="321235" y="2151987"/>
                  </a:lnTo>
                  <a:lnTo>
                    <a:pt x="334620" y="2149616"/>
                  </a:lnTo>
                  <a:lnTo>
                    <a:pt x="348005" y="2147224"/>
                  </a:lnTo>
                  <a:lnTo>
                    <a:pt x="361390" y="2144796"/>
                  </a:lnTo>
                  <a:lnTo>
                    <a:pt x="374775" y="2142353"/>
                  </a:lnTo>
                  <a:lnTo>
                    <a:pt x="388160" y="2139894"/>
                  </a:lnTo>
                  <a:lnTo>
                    <a:pt x="401544" y="2137409"/>
                  </a:lnTo>
                  <a:lnTo>
                    <a:pt x="414929" y="2134915"/>
                  </a:lnTo>
                  <a:lnTo>
                    <a:pt x="428314" y="2132410"/>
                  </a:lnTo>
                  <a:lnTo>
                    <a:pt x="441699" y="2129890"/>
                  </a:lnTo>
                  <a:lnTo>
                    <a:pt x="455084" y="2127366"/>
                  </a:lnTo>
                  <a:lnTo>
                    <a:pt x="468469" y="2124837"/>
                  </a:lnTo>
                  <a:lnTo>
                    <a:pt x="481853" y="2122305"/>
                  </a:lnTo>
                  <a:lnTo>
                    <a:pt x="495238" y="2119773"/>
                  </a:lnTo>
                  <a:lnTo>
                    <a:pt x="508623" y="2117242"/>
                  </a:lnTo>
                  <a:lnTo>
                    <a:pt x="522008" y="2114719"/>
                  </a:lnTo>
                  <a:lnTo>
                    <a:pt x="535393" y="2112201"/>
                  </a:lnTo>
                  <a:lnTo>
                    <a:pt x="548778" y="2109690"/>
                  </a:lnTo>
                  <a:lnTo>
                    <a:pt x="562162" y="2107196"/>
                  </a:lnTo>
                  <a:lnTo>
                    <a:pt x="575547" y="2104714"/>
                  </a:lnTo>
                  <a:lnTo>
                    <a:pt x="588932" y="2102243"/>
                  </a:lnTo>
                  <a:lnTo>
                    <a:pt x="602317" y="2099797"/>
                  </a:lnTo>
                  <a:lnTo>
                    <a:pt x="615702" y="2097368"/>
                  </a:lnTo>
                  <a:lnTo>
                    <a:pt x="629087" y="2094955"/>
                  </a:lnTo>
                  <a:lnTo>
                    <a:pt x="642471" y="2092573"/>
                  </a:lnTo>
                  <a:lnTo>
                    <a:pt x="655856" y="2090213"/>
                  </a:lnTo>
                  <a:lnTo>
                    <a:pt x="669241" y="2087871"/>
                  </a:lnTo>
                  <a:lnTo>
                    <a:pt x="682626" y="2085566"/>
                  </a:lnTo>
                  <a:lnTo>
                    <a:pt x="696011" y="2083286"/>
                  </a:lnTo>
                  <a:lnTo>
                    <a:pt x="709396" y="2081026"/>
                  </a:lnTo>
                  <a:lnTo>
                    <a:pt x="722780" y="2078807"/>
                  </a:lnTo>
                  <a:lnTo>
                    <a:pt x="736165" y="2076613"/>
                  </a:lnTo>
                  <a:lnTo>
                    <a:pt x="749550" y="2074441"/>
                  </a:lnTo>
                  <a:lnTo>
                    <a:pt x="762935" y="2072309"/>
                  </a:lnTo>
                  <a:lnTo>
                    <a:pt x="776320" y="2070202"/>
                  </a:lnTo>
                  <a:lnTo>
                    <a:pt x="789705" y="2068117"/>
                  </a:lnTo>
                  <a:lnTo>
                    <a:pt x="803089" y="2066070"/>
                  </a:lnTo>
                  <a:lnTo>
                    <a:pt x="816474" y="2064046"/>
                  </a:lnTo>
                  <a:lnTo>
                    <a:pt x="829859" y="2062041"/>
                  </a:lnTo>
                  <a:lnTo>
                    <a:pt x="843244" y="2060068"/>
                  </a:lnTo>
                  <a:lnTo>
                    <a:pt x="856629" y="2058114"/>
                  </a:lnTo>
                  <a:lnTo>
                    <a:pt x="870014" y="2056175"/>
                  </a:lnTo>
                  <a:lnTo>
                    <a:pt x="883398" y="2054259"/>
                  </a:lnTo>
                  <a:lnTo>
                    <a:pt x="896783" y="2052355"/>
                  </a:lnTo>
                  <a:lnTo>
                    <a:pt x="910168" y="2050461"/>
                  </a:lnTo>
                  <a:lnTo>
                    <a:pt x="923553" y="2048577"/>
                  </a:lnTo>
                  <a:lnTo>
                    <a:pt x="936938" y="2046696"/>
                  </a:lnTo>
                  <a:lnTo>
                    <a:pt x="950323" y="2044816"/>
                  </a:lnTo>
                  <a:lnTo>
                    <a:pt x="963707" y="2042931"/>
                  </a:lnTo>
                  <a:lnTo>
                    <a:pt x="977092" y="2041036"/>
                  </a:lnTo>
                  <a:lnTo>
                    <a:pt x="990477" y="2039132"/>
                  </a:lnTo>
                  <a:lnTo>
                    <a:pt x="1003862" y="2037205"/>
                  </a:lnTo>
                  <a:lnTo>
                    <a:pt x="1017247" y="2035252"/>
                  </a:lnTo>
                  <a:lnTo>
                    <a:pt x="1030632" y="2033278"/>
                  </a:lnTo>
                  <a:lnTo>
                    <a:pt x="1044016" y="2031259"/>
                  </a:lnTo>
                  <a:lnTo>
                    <a:pt x="1057401" y="2029195"/>
                  </a:lnTo>
                  <a:lnTo>
                    <a:pt x="1070786" y="2027095"/>
                  </a:lnTo>
                  <a:lnTo>
                    <a:pt x="1084171" y="2024926"/>
                  </a:lnTo>
                  <a:lnTo>
                    <a:pt x="1097556" y="2022691"/>
                  </a:lnTo>
                  <a:lnTo>
                    <a:pt x="1110941" y="2020403"/>
                  </a:lnTo>
                  <a:lnTo>
                    <a:pt x="1124325" y="2018020"/>
                  </a:lnTo>
                  <a:lnTo>
                    <a:pt x="1137710" y="2015545"/>
                  </a:lnTo>
                  <a:lnTo>
                    <a:pt x="1151095" y="2012999"/>
                  </a:lnTo>
                  <a:lnTo>
                    <a:pt x="1164480" y="2010329"/>
                  </a:lnTo>
                  <a:lnTo>
                    <a:pt x="1177865" y="2007540"/>
                  </a:lnTo>
                  <a:lnTo>
                    <a:pt x="1191250" y="2004661"/>
                  </a:lnTo>
                  <a:lnTo>
                    <a:pt x="1204634" y="2001627"/>
                  </a:lnTo>
                  <a:lnTo>
                    <a:pt x="1218019" y="1998445"/>
                  </a:lnTo>
                  <a:lnTo>
                    <a:pt x="1231404" y="1995153"/>
                  </a:lnTo>
                  <a:lnTo>
                    <a:pt x="1244789" y="1991675"/>
                  </a:lnTo>
                  <a:lnTo>
                    <a:pt x="1258174" y="1988018"/>
                  </a:lnTo>
                  <a:lnTo>
                    <a:pt x="1271559" y="1984229"/>
                  </a:lnTo>
                  <a:lnTo>
                    <a:pt x="1284943" y="1980224"/>
                  </a:lnTo>
                  <a:lnTo>
                    <a:pt x="1298328" y="1976009"/>
                  </a:lnTo>
                  <a:lnTo>
                    <a:pt x="1311713" y="1971640"/>
                  </a:lnTo>
                  <a:lnTo>
                    <a:pt x="1325098" y="1967027"/>
                  </a:lnTo>
                  <a:lnTo>
                    <a:pt x="1338483" y="1962171"/>
                  </a:lnTo>
                  <a:lnTo>
                    <a:pt x="1351868" y="1957142"/>
                  </a:lnTo>
                  <a:lnTo>
                    <a:pt x="1365252" y="1951842"/>
                  </a:lnTo>
                  <a:lnTo>
                    <a:pt x="1378637" y="1946267"/>
                  </a:lnTo>
                  <a:lnTo>
                    <a:pt x="1392022" y="1940500"/>
                  </a:lnTo>
                  <a:lnTo>
                    <a:pt x="1405407" y="1934440"/>
                  </a:lnTo>
                  <a:lnTo>
                    <a:pt x="1418792" y="1928075"/>
                  </a:lnTo>
                  <a:lnTo>
                    <a:pt x="1432177" y="1921502"/>
                  </a:lnTo>
                  <a:lnTo>
                    <a:pt x="1445561" y="1914616"/>
                  </a:lnTo>
                  <a:lnTo>
                    <a:pt x="1458946" y="1907400"/>
                  </a:lnTo>
                  <a:lnTo>
                    <a:pt x="1472331" y="1899962"/>
                  </a:lnTo>
                  <a:lnTo>
                    <a:pt x="1485716" y="1892195"/>
                  </a:lnTo>
                  <a:lnTo>
                    <a:pt x="1499101" y="1884079"/>
                  </a:lnTo>
                  <a:lnTo>
                    <a:pt x="1512486" y="1875729"/>
                  </a:lnTo>
                  <a:lnTo>
                    <a:pt x="1525870" y="1867043"/>
                  </a:lnTo>
                  <a:lnTo>
                    <a:pt x="1539255" y="1857990"/>
                  </a:lnTo>
                  <a:lnTo>
                    <a:pt x="1552640" y="1848699"/>
                  </a:lnTo>
                  <a:lnTo>
                    <a:pt x="1566025" y="1839068"/>
                  </a:lnTo>
                  <a:lnTo>
                    <a:pt x="1579410" y="1829061"/>
                  </a:lnTo>
                  <a:lnTo>
                    <a:pt x="1592795" y="1818813"/>
                  </a:lnTo>
                  <a:lnTo>
                    <a:pt x="1606179" y="1808230"/>
                  </a:lnTo>
                  <a:lnTo>
                    <a:pt x="1619564" y="1797268"/>
                  </a:lnTo>
                  <a:lnTo>
                    <a:pt x="1632949" y="1786068"/>
                  </a:lnTo>
                  <a:lnTo>
                    <a:pt x="1646334" y="1774542"/>
                  </a:lnTo>
                  <a:lnTo>
                    <a:pt x="1659719" y="1762642"/>
                  </a:lnTo>
                  <a:lnTo>
                    <a:pt x="1673104" y="1750513"/>
                  </a:lnTo>
                  <a:lnTo>
                    <a:pt x="1686488" y="1738073"/>
                  </a:lnTo>
                  <a:lnTo>
                    <a:pt x="1699873" y="1725273"/>
                  </a:lnTo>
                  <a:lnTo>
                    <a:pt x="1713258" y="1712254"/>
                  </a:lnTo>
                  <a:lnTo>
                    <a:pt x="1726643" y="1698946"/>
                  </a:lnTo>
                  <a:lnTo>
                    <a:pt x="1740028" y="1685297"/>
                  </a:lnTo>
                  <a:lnTo>
                    <a:pt x="1753413" y="1671447"/>
                  </a:lnTo>
                  <a:lnTo>
                    <a:pt x="1766797" y="1657333"/>
                  </a:lnTo>
                  <a:lnTo>
                    <a:pt x="1780182" y="1642905"/>
                  </a:lnTo>
                  <a:lnTo>
                    <a:pt x="1793567" y="1628294"/>
                  </a:lnTo>
                  <a:lnTo>
                    <a:pt x="1806952" y="1613450"/>
                  </a:lnTo>
                  <a:lnTo>
                    <a:pt x="1820337" y="1598324"/>
                  </a:lnTo>
                  <a:lnTo>
                    <a:pt x="1833722" y="1583036"/>
                  </a:lnTo>
                  <a:lnTo>
                    <a:pt x="1847106" y="1567549"/>
                  </a:lnTo>
                  <a:lnTo>
                    <a:pt x="1860491" y="1551814"/>
                  </a:lnTo>
                  <a:lnTo>
                    <a:pt x="1873876" y="1535943"/>
                  </a:lnTo>
                  <a:lnTo>
                    <a:pt x="1887261" y="1519905"/>
                  </a:lnTo>
                  <a:lnTo>
                    <a:pt x="1900646" y="1503659"/>
                  </a:lnTo>
                  <a:lnTo>
                    <a:pt x="1914031" y="1487301"/>
                  </a:lnTo>
                  <a:lnTo>
                    <a:pt x="1927415" y="1470809"/>
                  </a:lnTo>
                  <a:lnTo>
                    <a:pt x="1940800" y="1454150"/>
                  </a:lnTo>
                  <a:lnTo>
                    <a:pt x="1954185" y="1437404"/>
                  </a:lnTo>
                  <a:lnTo>
                    <a:pt x="1967570" y="1420555"/>
                  </a:lnTo>
                  <a:lnTo>
                    <a:pt x="1980955" y="1403578"/>
                  </a:lnTo>
                  <a:lnTo>
                    <a:pt x="1994340" y="1386538"/>
                  </a:lnTo>
                  <a:lnTo>
                    <a:pt x="2007724" y="1369424"/>
                  </a:lnTo>
                  <a:lnTo>
                    <a:pt x="2021109" y="1352222"/>
                  </a:lnTo>
                  <a:lnTo>
                    <a:pt x="2034494" y="1334977"/>
                  </a:lnTo>
                  <a:lnTo>
                    <a:pt x="2047879" y="1317684"/>
                  </a:lnTo>
                  <a:lnTo>
                    <a:pt x="2061264" y="1300337"/>
                  </a:lnTo>
                  <a:lnTo>
                    <a:pt x="2074649" y="1282968"/>
                  </a:lnTo>
                  <a:lnTo>
                    <a:pt x="2088033" y="1265573"/>
                  </a:lnTo>
                  <a:lnTo>
                    <a:pt x="2101418" y="1248154"/>
                  </a:lnTo>
                  <a:lnTo>
                    <a:pt x="2114803" y="1230729"/>
                  </a:lnTo>
                  <a:lnTo>
                    <a:pt x="2128188" y="1213298"/>
                  </a:lnTo>
                  <a:lnTo>
                    <a:pt x="2141573" y="1195868"/>
                  </a:lnTo>
                  <a:lnTo>
                    <a:pt x="2154958" y="1178446"/>
                  </a:lnTo>
                  <a:lnTo>
                    <a:pt x="2168342" y="1161032"/>
                  </a:lnTo>
                  <a:lnTo>
                    <a:pt x="2181727" y="1143643"/>
                  </a:lnTo>
                  <a:lnTo>
                    <a:pt x="2195112" y="1126271"/>
                  </a:lnTo>
                  <a:lnTo>
                    <a:pt x="2208497" y="1108918"/>
                  </a:lnTo>
                  <a:lnTo>
                    <a:pt x="2221882" y="1091609"/>
                  </a:lnTo>
                  <a:lnTo>
                    <a:pt x="2235267" y="1074325"/>
                  </a:lnTo>
                  <a:lnTo>
                    <a:pt x="2248651" y="1057071"/>
                  </a:lnTo>
                  <a:lnTo>
                    <a:pt x="2262036" y="1039874"/>
                  </a:lnTo>
                  <a:lnTo>
                    <a:pt x="2275421" y="1022711"/>
                  </a:lnTo>
                  <a:lnTo>
                    <a:pt x="2288806" y="1005584"/>
                  </a:lnTo>
                  <a:lnTo>
                    <a:pt x="2302191" y="988528"/>
                  </a:lnTo>
                  <a:lnTo>
                    <a:pt x="2315576" y="971513"/>
                  </a:lnTo>
                  <a:lnTo>
                    <a:pt x="2328960" y="954541"/>
                  </a:lnTo>
                  <a:lnTo>
                    <a:pt x="2342345" y="937654"/>
                  </a:lnTo>
                  <a:lnTo>
                    <a:pt x="2355730" y="920816"/>
                  </a:lnTo>
                  <a:lnTo>
                    <a:pt x="2369115" y="904026"/>
                  </a:lnTo>
                  <a:lnTo>
                    <a:pt x="2382500" y="887339"/>
                  </a:lnTo>
                  <a:lnTo>
                    <a:pt x="2395885" y="870709"/>
                  </a:lnTo>
                  <a:lnTo>
                    <a:pt x="2409269" y="854136"/>
                  </a:lnTo>
                  <a:lnTo>
                    <a:pt x="2422654" y="837685"/>
                  </a:lnTo>
                  <a:lnTo>
                    <a:pt x="2436039" y="821302"/>
                  </a:lnTo>
                  <a:lnTo>
                    <a:pt x="2449424" y="804988"/>
                  </a:lnTo>
                  <a:lnTo>
                    <a:pt x="2462809" y="788819"/>
                  </a:lnTo>
                  <a:lnTo>
                    <a:pt x="2476194" y="772733"/>
                  </a:lnTo>
                  <a:lnTo>
                    <a:pt x="2489578" y="756729"/>
                  </a:lnTo>
                  <a:lnTo>
                    <a:pt x="2502963" y="740899"/>
                  </a:lnTo>
                  <a:lnTo>
                    <a:pt x="2516348" y="725171"/>
                  </a:lnTo>
                  <a:lnTo>
                    <a:pt x="2529733" y="709542"/>
                  </a:lnTo>
                  <a:lnTo>
                    <a:pt x="2543118" y="694120"/>
                  </a:lnTo>
                  <a:lnTo>
                    <a:pt x="2556503" y="678823"/>
                  </a:lnTo>
                  <a:lnTo>
                    <a:pt x="2569887" y="663645"/>
                  </a:lnTo>
                  <a:lnTo>
                    <a:pt x="2583272" y="648713"/>
                  </a:lnTo>
                  <a:lnTo>
                    <a:pt x="2596657" y="633931"/>
                  </a:lnTo>
                  <a:lnTo>
                    <a:pt x="2610042" y="619291"/>
                  </a:lnTo>
                  <a:lnTo>
                    <a:pt x="2623427" y="604939"/>
                  </a:lnTo>
                  <a:lnTo>
                    <a:pt x="2636812" y="590766"/>
                  </a:lnTo>
                  <a:lnTo>
                    <a:pt x="2650196" y="576760"/>
                  </a:lnTo>
                  <a:lnTo>
                    <a:pt x="2663581" y="563083"/>
                  </a:lnTo>
                  <a:lnTo>
                    <a:pt x="2676966" y="549618"/>
                  </a:lnTo>
                  <a:lnTo>
                    <a:pt x="2690351" y="536344"/>
                  </a:lnTo>
                  <a:lnTo>
                    <a:pt x="2703736" y="523443"/>
                  </a:lnTo>
                  <a:lnTo>
                    <a:pt x="2717121" y="510785"/>
                  </a:lnTo>
                  <a:lnTo>
                    <a:pt x="2730505" y="498342"/>
                  </a:lnTo>
                  <a:lnTo>
                    <a:pt x="2743890" y="486311"/>
                  </a:lnTo>
                  <a:lnTo>
                    <a:pt x="2757275" y="474552"/>
                  </a:lnTo>
                  <a:lnTo>
                    <a:pt x="2770660" y="463032"/>
                  </a:lnTo>
                  <a:lnTo>
                    <a:pt x="2784045" y="451956"/>
                  </a:lnTo>
                  <a:lnTo>
                    <a:pt x="2797430" y="441180"/>
                  </a:lnTo>
                  <a:lnTo>
                    <a:pt x="2810814" y="430661"/>
                  </a:lnTo>
                  <a:lnTo>
                    <a:pt x="2824199" y="420612"/>
                  </a:lnTo>
                  <a:lnTo>
                    <a:pt x="2837584" y="410884"/>
                  </a:lnTo>
                  <a:lnTo>
                    <a:pt x="2850969" y="401426"/>
                  </a:lnTo>
                  <a:lnTo>
                    <a:pt x="2864354" y="392452"/>
                  </a:lnTo>
                  <a:lnTo>
                    <a:pt x="2877739" y="383815"/>
                  </a:lnTo>
                  <a:lnTo>
                    <a:pt x="2891123" y="375455"/>
                  </a:lnTo>
                  <a:lnTo>
                    <a:pt x="2904508" y="367581"/>
                  </a:lnTo>
                  <a:lnTo>
                    <a:pt x="2917893" y="360050"/>
                  </a:lnTo>
                  <a:lnTo>
                    <a:pt x="2931278" y="352797"/>
                  </a:lnTo>
                  <a:lnTo>
                    <a:pt x="2944663" y="346019"/>
                  </a:lnTo>
                  <a:lnTo>
                    <a:pt x="2958048" y="339581"/>
                  </a:lnTo>
                  <a:lnTo>
                    <a:pt x="2971432" y="333412"/>
                  </a:lnTo>
                  <a:lnTo>
                    <a:pt x="2984817" y="327695"/>
                  </a:lnTo>
                  <a:lnTo>
                    <a:pt x="2998202" y="322305"/>
                  </a:lnTo>
                  <a:lnTo>
                    <a:pt x="3011587" y="317168"/>
                  </a:lnTo>
                  <a:lnTo>
                    <a:pt x="3024972" y="312447"/>
                  </a:lnTo>
                  <a:lnTo>
                    <a:pt x="3038357" y="308029"/>
                  </a:lnTo>
                  <a:lnTo>
                    <a:pt x="3051741" y="303841"/>
                  </a:lnTo>
                  <a:lnTo>
                    <a:pt x="3065126" y="300021"/>
                  </a:lnTo>
                  <a:lnTo>
                    <a:pt x="3078511" y="296472"/>
                  </a:lnTo>
                  <a:lnTo>
                    <a:pt x="3091896" y="293122"/>
                  </a:lnTo>
                  <a:lnTo>
                    <a:pt x="3105281" y="290084"/>
                  </a:lnTo>
                  <a:lnTo>
                    <a:pt x="3118666" y="287274"/>
                  </a:lnTo>
                  <a:lnTo>
                    <a:pt x="3132050" y="284629"/>
                  </a:lnTo>
                  <a:lnTo>
                    <a:pt x="3145435" y="282233"/>
                  </a:lnTo>
                  <a:lnTo>
                    <a:pt x="3158820" y="280016"/>
                  </a:lnTo>
                  <a:lnTo>
                    <a:pt x="3172205" y="277924"/>
                  </a:lnTo>
                  <a:lnTo>
                    <a:pt x="3185590" y="276014"/>
                  </a:lnTo>
                  <a:lnTo>
                    <a:pt x="3198975" y="274230"/>
                  </a:lnTo>
                  <a:lnTo>
                    <a:pt x="3212359" y="272529"/>
                  </a:lnTo>
                  <a:lnTo>
                    <a:pt x="3225744" y="270942"/>
                  </a:lnTo>
                  <a:lnTo>
                    <a:pt x="3239129" y="269426"/>
                  </a:lnTo>
                  <a:lnTo>
                    <a:pt x="3252514" y="267951"/>
                  </a:lnTo>
                  <a:lnTo>
                    <a:pt x="3265899" y="266524"/>
                  </a:lnTo>
                  <a:lnTo>
                    <a:pt x="3279284" y="265112"/>
                  </a:lnTo>
                  <a:lnTo>
                    <a:pt x="3292668" y="263701"/>
                  </a:lnTo>
                  <a:lnTo>
                    <a:pt x="3306053" y="262276"/>
                  </a:lnTo>
                  <a:lnTo>
                    <a:pt x="3319438" y="260812"/>
                  </a:lnTo>
                  <a:lnTo>
                    <a:pt x="3332823" y="259313"/>
                  </a:lnTo>
                  <a:lnTo>
                    <a:pt x="3346208" y="257746"/>
                  </a:lnTo>
                  <a:lnTo>
                    <a:pt x="3359593" y="256091"/>
                  </a:lnTo>
                  <a:lnTo>
                    <a:pt x="3372977" y="254368"/>
                  </a:lnTo>
                  <a:lnTo>
                    <a:pt x="3386362" y="252532"/>
                  </a:lnTo>
                  <a:lnTo>
                    <a:pt x="3399747" y="250565"/>
                  </a:lnTo>
                  <a:lnTo>
                    <a:pt x="3413132" y="248505"/>
                  </a:lnTo>
                  <a:lnTo>
                    <a:pt x="3426517" y="246296"/>
                  </a:lnTo>
                  <a:lnTo>
                    <a:pt x="3439902" y="243923"/>
                  </a:lnTo>
                  <a:lnTo>
                    <a:pt x="3453286" y="241436"/>
                  </a:lnTo>
                  <a:lnTo>
                    <a:pt x="3466671" y="238775"/>
                  </a:lnTo>
                  <a:lnTo>
                    <a:pt x="3480056" y="235926"/>
                  </a:lnTo>
                  <a:lnTo>
                    <a:pt x="3493441" y="232950"/>
                  </a:lnTo>
                  <a:lnTo>
                    <a:pt x="3506826" y="229786"/>
                  </a:lnTo>
                  <a:lnTo>
                    <a:pt x="3520211" y="226420"/>
                  </a:lnTo>
                  <a:lnTo>
                    <a:pt x="3533595" y="222922"/>
                  </a:lnTo>
                  <a:lnTo>
                    <a:pt x="3546980" y="219232"/>
                  </a:lnTo>
                  <a:lnTo>
                    <a:pt x="3560365" y="215336"/>
                  </a:lnTo>
                  <a:lnTo>
                    <a:pt x="3573750" y="211308"/>
                  </a:lnTo>
                  <a:lnTo>
                    <a:pt x="3587135" y="207095"/>
                  </a:lnTo>
                  <a:lnTo>
                    <a:pt x="3600520" y="202683"/>
                  </a:lnTo>
                  <a:lnTo>
                    <a:pt x="3613904" y="198146"/>
                  </a:lnTo>
                  <a:lnTo>
                    <a:pt x="3627289" y="193439"/>
                  </a:lnTo>
                  <a:lnTo>
                    <a:pt x="3640674" y="188548"/>
                  </a:lnTo>
                  <a:lnTo>
                    <a:pt x="3654059" y="183546"/>
                  </a:lnTo>
                  <a:lnTo>
                    <a:pt x="3667444" y="178396"/>
                  </a:lnTo>
                  <a:lnTo>
                    <a:pt x="3680829" y="173087"/>
                  </a:lnTo>
                  <a:lnTo>
                    <a:pt x="3694213" y="167685"/>
                  </a:lnTo>
                  <a:lnTo>
                    <a:pt x="3707598" y="162163"/>
                  </a:lnTo>
                  <a:lnTo>
                    <a:pt x="3720983" y="156516"/>
                  </a:lnTo>
                  <a:lnTo>
                    <a:pt x="3734368" y="150798"/>
                  </a:lnTo>
                  <a:lnTo>
                    <a:pt x="3747753" y="144994"/>
                  </a:lnTo>
                  <a:lnTo>
                    <a:pt x="3761138" y="139103"/>
                  </a:lnTo>
                  <a:lnTo>
                    <a:pt x="3774522" y="133170"/>
                  </a:lnTo>
                  <a:lnTo>
                    <a:pt x="3787907" y="127186"/>
                  </a:lnTo>
                  <a:lnTo>
                    <a:pt x="3801292" y="121163"/>
                  </a:lnTo>
                  <a:lnTo>
                    <a:pt x="3814677" y="115126"/>
                  </a:lnTo>
                  <a:lnTo>
                    <a:pt x="3828062" y="109079"/>
                  </a:lnTo>
                  <a:lnTo>
                    <a:pt x="3841447" y="103044"/>
                  </a:lnTo>
                  <a:lnTo>
                    <a:pt x="3854831" y="97028"/>
                  </a:lnTo>
                  <a:lnTo>
                    <a:pt x="3868216" y="91042"/>
                  </a:lnTo>
                  <a:lnTo>
                    <a:pt x="3881601" y="85126"/>
                  </a:lnTo>
                  <a:lnTo>
                    <a:pt x="3894986" y="79263"/>
                  </a:lnTo>
                  <a:lnTo>
                    <a:pt x="3908371" y="73472"/>
                  </a:lnTo>
                  <a:lnTo>
                    <a:pt x="3921756" y="67812"/>
                  </a:lnTo>
                  <a:lnTo>
                    <a:pt x="3935140" y="62242"/>
                  </a:lnTo>
                  <a:lnTo>
                    <a:pt x="3948525" y="56787"/>
                  </a:lnTo>
                  <a:lnTo>
                    <a:pt x="3961910" y="51527"/>
                  </a:lnTo>
                  <a:lnTo>
                    <a:pt x="3975295" y="46394"/>
                  </a:lnTo>
                  <a:lnTo>
                    <a:pt x="3988680" y="41419"/>
                  </a:lnTo>
                  <a:lnTo>
                    <a:pt x="4002065" y="36708"/>
                  </a:lnTo>
                  <a:lnTo>
                    <a:pt x="4015449" y="32162"/>
                  </a:lnTo>
                  <a:lnTo>
                    <a:pt x="4028834" y="27816"/>
                  </a:lnTo>
                  <a:lnTo>
                    <a:pt x="4042219" y="23804"/>
                  </a:lnTo>
                  <a:lnTo>
                    <a:pt x="4055604" y="19994"/>
                  </a:lnTo>
                  <a:lnTo>
                    <a:pt x="4068989" y="16426"/>
                  </a:lnTo>
                  <a:lnTo>
                    <a:pt x="4082374" y="13265"/>
                  </a:lnTo>
                  <a:lnTo>
                    <a:pt x="4095758" y="10343"/>
                  </a:lnTo>
                  <a:lnTo>
                    <a:pt x="4109143" y="7703"/>
                  </a:lnTo>
                  <a:lnTo>
                    <a:pt x="4122528" y="5540"/>
                  </a:lnTo>
                  <a:lnTo>
                    <a:pt x="4135913" y="3654"/>
                  </a:lnTo>
                  <a:lnTo>
                    <a:pt x="4149298" y="2086"/>
                  </a:lnTo>
                  <a:lnTo>
                    <a:pt x="4162683" y="1066"/>
                  </a:lnTo>
                  <a:lnTo>
                    <a:pt x="4176067" y="358"/>
                  </a:lnTo>
                  <a:lnTo>
                    <a:pt x="4189452" y="0"/>
                  </a:lnTo>
                  <a:lnTo>
                    <a:pt x="4202837" y="257"/>
                  </a:lnTo>
                  <a:lnTo>
                    <a:pt x="4216222" y="859"/>
                  </a:lnTo>
                  <a:lnTo>
                    <a:pt x="4229607" y="1839"/>
                  </a:lnTo>
                  <a:lnTo>
                    <a:pt x="4242992" y="3497"/>
                  </a:lnTo>
                  <a:lnTo>
                    <a:pt x="4256376" y="5526"/>
                  </a:lnTo>
                  <a:lnTo>
                    <a:pt x="4269761" y="7957"/>
                  </a:lnTo>
                  <a:lnTo>
                    <a:pt x="4283146" y="11120"/>
                  </a:lnTo>
                  <a:lnTo>
                    <a:pt x="4296531" y="14678"/>
                  </a:lnTo>
                  <a:lnTo>
                    <a:pt x="4309916" y="18653"/>
                  </a:lnTo>
                  <a:lnTo>
                    <a:pt x="4323301" y="23406"/>
                  </a:lnTo>
                  <a:lnTo>
                    <a:pt x="4336685" y="28570"/>
                  </a:lnTo>
                  <a:lnTo>
                    <a:pt x="4350070" y="34160"/>
                  </a:lnTo>
                  <a:lnTo>
                    <a:pt x="4363455" y="40561"/>
                  </a:lnTo>
                  <a:lnTo>
                    <a:pt x="4376840" y="47383"/>
                  </a:lnTo>
                  <a:lnTo>
                    <a:pt x="4390225" y="54633"/>
                  </a:lnTo>
                  <a:lnTo>
                    <a:pt x="4403610" y="62712"/>
                  </a:lnTo>
                  <a:lnTo>
                    <a:pt x="4416994" y="71214"/>
                  </a:lnTo>
                  <a:lnTo>
                    <a:pt x="4430379" y="80139"/>
                  </a:lnTo>
                  <a:lnTo>
                    <a:pt x="4443764" y="89894"/>
                  </a:lnTo>
                  <a:lnTo>
                    <a:pt x="4457149" y="100066"/>
                  </a:lnTo>
                  <a:lnTo>
                    <a:pt x="4470534" y="110654"/>
                  </a:lnTo>
                  <a:lnTo>
                    <a:pt x="4483919" y="122044"/>
                  </a:lnTo>
                  <a:lnTo>
                    <a:pt x="4497303" y="133844"/>
                  </a:lnTo>
                  <a:lnTo>
                    <a:pt x="4510688" y="146045"/>
                  </a:lnTo>
                  <a:lnTo>
                    <a:pt x="4524073" y="159003"/>
                  </a:lnTo>
                  <a:lnTo>
                    <a:pt x="4537458" y="172355"/>
                  </a:lnTo>
                  <a:lnTo>
                    <a:pt x="4550843" y="186085"/>
                  </a:lnTo>
                  <a:lnTo>
                    <a:pt x="4564228" y="200512"/>
                  </a:lnTo>
                  <a:lnTo>
                    <a:pt x="4577612" y="215309"/>
                  </a:lnTo>
                  <a:lnTo>
                    <a:pt x="4590997" y="230453"/>
                  </a:lnTo>
                  <a:lnTo>
                    <a:pt x="4604382" y="246222"/>
                  </a:lnTo>
                  <a:lnTo>
                    <a:pt x="4617767" y="262328"/>
                  </a:lnTo>
                  <a:lnTo>
                    <a:pt x="4631152" y="278743"/>
                  </a:lnTo>
                  <a:lnTo>
                    <a:pt x="4644537" y="295701"/>
                  </a:lnTo>
                  <a:lnTo>
                    <a:pt x="4657921" y="312956"/>
                  </a:lnTo>
                  <a:lnTo>
                    <a:pt x="4671306" y="330475"/>
                  </a:lnTo>
                  <a:lnTo>
                    <a:pt x="4684691" y="348450"/>
                  </a:lnTo>
                  <a:lnTo>
                    <a:pt x="4698076" y="366673"/>
                  </a:lnTo>
                  <a:lnTo>
                    <a:pt x="4711461" y="385113"/>
                  </a:lnTo>
                  <a:lnTo>
                    <a:pt x="4724846" y="403915"/>
                  </a:lnTo>
                  <a:lnTo>
                    <a:pt x="4738230" y="422914"/>
                  </a:lnTo>
                  <a:lnTo>
                    <a:pt x="4751615" y="442080"/>
                  </a:lnTo>
                  <a:lnTo>
                    <a:pt x="4765000" y="461512"/>
                  </a:lnTo>
                  <a:lnTo>
                    <a:pt x="4778385" y="481086"/>
                  </a:lnTo>
                  <a:lnTo>
                    <a:pt x="4791770" y="500777"/>
                  </a:lnTo>
                  <a:lnTo>
                    <a:pt x="4805155" y="520641"/>
                  </a:lnTo>
                  <a:lnTo>
                    <a:pt x="4818539" y="540590"/>
                  </a:lnTo>
                  <a:lnTo>
                    <a:pt x="4831924" y="560606"/>
                  </a:lnTo>
                  <a:lnTo>
                    <a:pt x="4845309" y="580707"/>
                  </a:lnTo>
                  <a:lnTo>
                    <a:pt x="4858694" y="600838"/>
                  </a:lnTo>
                  <a:lnTo>
                    <a:pt x="4872079" y="620988"/>
                  </a:lnTo>
                  <a:lnTo>
                    <a:pt x="4885464" y="641141"/>
                  </a:lnTo>
                  <a:lnTo>
                    <a:pt x="4898848" y="661271"/>
                  </a:lnTo>
                  <a:lnTo>
                    <a:pt x="4912233" y="681377"/>
                  </a:lnTo>
                  <a:lnTo>
                    <a:pt x="4925618" y="701414"/>
                  </a:lnTo>
                  <a:lnTo>
                    <a:pt x="4939003" y="721379"/>
                  </a:lnTo>
                  <a:lnTo>
                    <a:pt x="4952388" y="741282"/>
                  </a:lnTo>
                  <a:lnTo>
                    <a:pt x="4965773" y="761053"/>
                  </a:lnTo>
                  <a:lnTo>
                    <a:pt x="4979157" y="780710"/>
                  </a:lnTo>
                  <a:lnTo>
                    <a:pt x="4992542" y="800270"/>
                  </a:lnTo>
                  <a:lnTo>
                    <a:pt x="5005927" y="819650"/>
                  </a:lnTo>
                  <a:lnTo>
                    <a:pt x="5019312" y="838878"/>
                  </a:lnTo>
                  <a:lnTo>
                    <a:pt x="5032697" y="857984"/>
                  </a:lnTo>
                  <a:lnTo>
                    <a:pt x="5046082" y="876871"/>
                  </a:lnTo>
                  <a:lnTo>
                    <a:pt x="5059466" y="895577"/>
                  </a:lnTo>
                  <a:lnTo>
                    <a:pt x="5072851" y="914140"/>
                  </a:lnTo>
                  <a:lnTo>
                    <a:pt x="5086236" y="932459"/>
                  </a:lnTo>
                  <a:lnTo>
                    <a:pt x="5099621" y="950574"/>
                  </a:lnTo>
                  <a:lnTo>
                    <a:pt x="5113006" y="968533"/>
                  </a:lnTo>
                  <a:lnTo>
                    <a:pt x="5126391" y="986231"/>
                  </a:lnTo>
                  <a:lnTo>
                    <a:pt x="5139775" y="1003712"/>
                  </a:lnTo>
                  <a:lnTo>
                    <a:pt x="5153160" y="1021030"/>
                  </a:lnTo>
                  <a:lnTo>
                    <a:pt x="5166545" y="1038081"/>
                  </a:lnTo>
                  <a:lnTo>
                    <a:pt x="5179930" y="1054907"/>
                  </a:lnTo>
                  <a:lnTo>
                    <a:pt x="5193315" y="1071569"/>
                  </a:lnTo>
                  <a:lnTo>
                    <a:pt x="5206700" y="1087966"/>
                  </a:lnTo>
                  <a:lnTo>
                    <a:pt x="5220084" y="1104138"/>
                  </a:lnTo>
                  <a:lnTo>
                    <a:pt x="5233469" y="1120147"/>
                  </a:lnTo>
                  <a:lnTo>
                    <a:pt x="5246854" y="1135902"/>
                  </a:lnTo>
                  <a:lnTo>
                    <a:pt x="5260239" y="1151437"/>
                  </a:lnTo>
                  <a:lnTo>
                    <a:pt x="5273624" y="1166815"/>
                  </a:lnTo>
                  <a:lnTo>
                    <a:pt x="5287009" y="1181954"/>
                  </a:lnTo>
                  <a:lnTo>
                    <a:pt x="5300393" y="1196881"/>
                  </a:lnTo>
                  <a:lnTo>
                    <a:pt x="5313778" y="1211661"/>
                  </a:lnTo>
                  <a:lnTo>
                    <a:pt x="5327163" y="1226219"/>
                  </a:lnTo>
                  <a:lnTo>
                    <a:pt x="5340548" y="1240578"/>
                  </a:lnTo>
                  <a:lnTo>
                    <a:pt x="5353933" y="1254801"/>
                  </a:lnTo>
                  <a:lnTo>
                    <a:pt x="5367318" y="1268822"/>
                  </a:lnTo>
                  <a:lnTo>
                    <a:pt x="5380702" y="1282659"/>
                  </a:lnTo>
                  <a:lnTo>
                    <a:pt x="5394087" y="1296371"/>
                  </a:lnTo>
                  <a:lnTo>
                    <a:pt x="5407472" y="1309901"/>
                  </a:lnTo>
                  <a:lnTo>
                    <a:pt x="5420857" y="1323261"/>
                  </a:lnTo>
                  <a:lnTo>
                    <a:pt x="5434242" y="1336509"/>
                  </a:lnTo>
                  <a:lnTo>
                    <a:pt x="5447627" y="1349594"/>
                  </a:lnTo>
                  <a:lnTo>
                    <a:pt x="5461011" y="1362524"/>
                  </a:lnTo>
                  <a:lnTo>
                    <a:pt x="5474396" y="1375353"/>
                  </a:lnTo>
                  <a:lnTo>
                    <a:pt x="5487781" y="1388036"/>
                  </a:lnTo>
                  <a:lnTo>
                    <a:pt x="5501166" y="1400577"/>
                  </a:lnTo>
                  <a:lnTo>
                    <a:pt x="5514551" y="1413026"/>
                  </a:lnTo>
                  <a:lnTo>
                    <a:pt x="5527936" y="1425346"/>
                  </a:lnTo>
                  <a:lnTo>
                    <a:pt x="5541320" y="1437533"/>
                  </a:lnTo>
                  <a:lnTo>
                    <a:pt x="5554705" y="1449637"/>
                  </a:lnTo>
                  <a:lnTo>
                    <a:pt x="5568090" y="1461623"/>
                  </a:lnTo>
                  <a:lnTo>
                    <a:pt x="5581475" y="1473485"/>
                  </a:lnTo>
                  <a:lnTo>
                    <a:pt x="5594860" y="1485269"/>
                  </a:lnTo>
                  <a:lnTo>
                    <a:pt x="5608245" y="1496944"/>
                  </a:lnTo>
                  <a:lnTo>
                    <a:pt x="5621629" y="1508500"/>
                  </a:lnTo>
                  <a:lnTo>
                    <a:pt x="5635014" y="1519982"/>
                  </a:lnTo>
                  <a:lnTo>
                    <a:pt x="5648399" y="1531360"/>
                  </a:lnTo>
                  <a:lnTo>
                    <a:pt x="5661784" y="1542621"/>
                  </a:lnTo>
                  <a:lnTo>
                    <a:pt x="5675169" y="1553809"/>
                  </a:lnTo>
                  <a:lnTo>
                    <a:pt x="5688554" y="1564896"/>
                  </a:lnTo>
                  <a:lnTo>
                    <a:pt x="5701938" y="1575864"/>
                  </a:lnTo>
                  <a:lnTo>
                    <a:pt x="5715323" y="1586758"/>
                  </a:lnTo>
                  <a:lnTo>
                    <a:pt x="5728708" y="1597552"/>
                  </a:lnTo>
                  <a:lnTo>
                    <a:pt x="5742093" y="1608222"/>
                  </a:lnTo>
                  <a:lnTo>
                    <a:pt x="5755478" y="1618815"/>
                  </a:lnTo>
                  <a:lnTo>
                    <a:pt x="5768863" y="1629305"/>
                  </a:lnTo>
                  <a:lnTo>
                    <a:pt x="5782247" y="1639664"/>
                  </a:lnTo>
                  <a:lnTo>
                    <a:pt x="5795632" y="1649943"/>
                  </a:lnTo>
                  <a:lnTo>
                    <a:pt x="5809017" y="1660115"/>
                  </a:lnTo>
                  <a:lnTo>
                    <a:pt x="5822402" y="1670146"/>
                  </a:lnTo>
                  <a:lnTo>
                    <a:pt x="5835787" y="1680091"/>
                  </a:lnTo>
                  <a:lnTo>
                    <a:pt x="5849172" y="1689925"/>
                  </a:lnTo>
                  <a:lnTo>
                    <a:pt x="5862556" y="1699606"/>
                  </a:lnTo>
                  <a:lnTo>
                    <a:pt x="5875941" y="1709196"/>
                  </a:lnTo>
                  <a:lnTo>
                    <a:pt x="5889326" y="1718669"/>
                  </a:lnTo>
                  <a:lnTo>
                    <a:pt x="5902711" y="1727978"/>
                  </a:lnTo>
                  <a:lnTo>
                    <a:pt x="5916096" y="1737188"/>
                  </a:lnTo>
                  <a:lnTo>
                    <a:pt x="5929481" y="1746276"/>
                  </a:lnTo>
                  <a:lnTo>
                    <a:pt x="5942865" y="1755188"/>
                  </a:lnTo>
                  <a:lnTo>
                    <a:pt x="5956250" y="1763996"/>
                  </a:lnTo>
                  <a:lnTo>
                    <a:pt x="5969635" y="1772675"/>
                  </a:lnTo>
                  <a:lnTo>
                    <a:pt x="5983020" y="1781167"/>
                  </a:lnTo>
                  <a:lnTo>
                    <a:pt x="5996405" y="1789549"/>
                  </a:lnTo>
                  <a:lnTo>
                    <a:pt x="6009790" y="1797799"/>
                  </a:lnTo>
                  <a:lnTo>
                    <a:pt x="6023174" y="1805851"/>
                  </a:lnTo>
                  <a:lnTo>
                    <a:pt x="6036559" y="1813788"/>
                  </a:lnTo>
                  <a:lnTo>
                    <a:pt x="6049944" y="1821590"/>
                  </a:lnTo>
                  <a:lnTo>
                    <a:pt x="6063329" y="1829185"/>
                  </a:lnTo>
                  <a:lnTo>
                    <a:pt x="6076714" y="1836662"/>
                  </a:lnTo>
                  <a:lnTo>
                    <a:pt x="6090099" y="1844003"/>
                  </a:lnTo>
                  <a:lnTo>
                    <a:pt x="6103483" y="1851130"/>
                  </a:lnTo>
                  <a:lnTo>
                    <a:pt x="6116868" y="1858137"/>
                  </a:lnTo>
                  <a:lnTo>
                    <a:pt x="6130253" y="1865008"/>
                  </a:lnTo>
                  <a:lnTo>
                    <a:pt x="6143638" y="1871661"/>
                  </a:lnTo>
                  <a:lnTo>
                    <a:pt x="6157023" y="1878195"/>
                  </a:lnTo>
                  <a:lnTo>
                    <a:pt x="6170408" y="1884596"/>
                  </a:lnTo>
                  <a:lnTo>
                    <a:pt x="6183792" y="1890777"/>
                  </a:lnTo>
                  <a:lnTo>
                    <a:pt x="6197177" y="1896840"/>
                  </a:lnTo>
                  <a:lnTo>
                    <a:pt x="6210562" y="1902774"/>
                  </a:lnTo>
                  <a:lnTo>
                    <a:pt x="6223947" y="1908492"/>
                  </a:lnTo>
                  <a:lnTo>
                    <a:pt x="6237332" y="1914096"/>
                  </a:lnTo>
                  <a:lnTo>
                    <a:pt x="6250717" y="1919576"/>
                  </a:lnTo>
                  <a:lnTo>
                    <a:pt x="6264101" y="1924846"/>
                  </a:lnTo>
                  <a:lnTo>
                    <a:pt x="6277486" y="1930008"/>
                  </a:lnTo>
                  <a:lnTo>
                    <a:pt x="6290871" y="1935053"/>
                  </a:lnTo>
                  <a:lnTo>
                    <a:pt x="6304256" y="1939898"/>
                  </a:lnTo>
                  <a:lnTo>
                    <a:pt x="6317641" y="1944642"/>
                  </a:lnTo>
                  <a:lnTo>
                    <a:pt x="6331026" y="1949279"/>
                  </a:lnTo>
                  <a:lnTo>
                    <a:pt x="6344410" y="1953728"/>
                  </a:lnTo>
                  <a:lnTo>
                    <a:pt x="6357795" y="1958084"/>
                  </a:lnTo>
                  <a:lnTo>
                    <a:pt x="6371180" y="1962345"/>
                  </a:lnTo>
                  <a:lnTo>
                    <a:pt x="6384565" y="1966433"/>
                  </a:lnTo>
                  <a:lnTo>
                    <a:pt x="6397950" y="1970439"/>
                  </a:lnTo>
                  <a:lnTo>
                    <a:pt x="6411335" y="1974360"/>
                  </a:lnTo>
                  <a:lnTo>
                    <a:pt x="6424719" y="1978127"/>
                  </a:lnTo>
                  <a:lnTo>
                    <a:pt x="6438104" y="1981822"/>
                  </a:lnTo>
                  <a:lnTo>
                    <a:pt x="6451489" y="1985445"/>
                  </a:lnTo>
                  <a:lnTo>
                    <a:pt x="6464874" y="1988936"/>
                  </a:lnTo>
                  <a:lnTo>
                    <a:pt x="6478259" y="1992364"/>
                  </a:lnTo>
                  <a:lnTo>
                    <a:pt x="6491644" y="1995732"/>
                  </a:lnTo>
                  <a:lnTo>
                    <a:pt x="6505028" y="1998991"/>
                  </a:lnTo>
                  <a:lnTo>
                    <a:pt x="6518413" y="2002199"/>
                  </a:lnTo>
                  <a:lnTo>
                    <a:pt x="6531798" y="2005358"/>
                  </a:lnTo>
                  <a:lnTo>
                    <a:pt x="6545183" y="2008431"/>
                  </a:lnTo>
                  <a:lnTo>
                    <a:pt x="6558568" y="2011464"/>
                  </a:lnTo>
                  <a:lnTo>
                    <a:pt x="6571953" y="2014459"/>
                  </a:lnTo>
                  <a:lnTo>
                    <a:pt x="6585337" y="2017392"/>
                  </a:lnTo>
                  <a:lnTo>
                    <a:pt x="6598722" y="2020294"/>
                  </a:lnTo>
                  <a:lnTo>
                    <a:pt x="6612107" y="2023170"/>
                  </a:lnTo>
                  <a:lnTo>
                    <a:pt x="6625492" y="2026003"/>
                  </a:lnTo>
                  <a:lnTo>
                    <a:pt x="6638877" y="2028817"/>
                  </a:lnTo>
                  <a:lnTo>
                    <a:pt x="6652262" y="2031613"/>
                  </a:lnTo>
                  <a:lnTo>
                    <a:pt x="6665646" y="2034386"/>
                  </a:lnTo>
                  <a:lnTo>
                    <a:pt x="6679031" y="2037148"/>
                  </a:lnTo>
                  <a:lnTo>
                    <a:pt x="6692416" y="2039902"/>
                  </a:lnTo>
                  <a:lnTo>
                    <a:pt x="6705801" y="2042646"/>
                  </a:lnTo>
                  <a:lnTo>
                    <a:pt x="6719186" y="2045389"/>
                  </a:lnTo>
                  <a:lnTo>
                    <a:pt x="6732571" y="2048130"/>
                  </a:lnTo>
                  <a:lnTo>
                    <a:pt x="6745955" y="2050874"/>
                  </a:lnTo>
                  <a:lnTo>
                    <a:pt x="6759340" y="2053623"/>
                  </a:lnTo>
                  <a:lnTo>
                    <a:pt x="6772725" y="2056375"/>
                  </a:lnTo>
                  <a:lnTo>
                    <a:pt x="6786110" y="2059139"/>
                  </a:lnTo>
                  <a:lnTo>
                    <a:pt x="6799495" y="2061912"/>
                  </a:lnTo>
                  <a:lnTo>
                    <a:pt x="6812880" y="2064693"/>
                  </a:lnTo>
                  <a:lnTo>
                    <a:pt x="6826264" y="2067489"/>
                  </a:lnTo>
                  <a:lnTo>
                    <a:pt x="6839649" y="2070298"/>
                  </a:lnTo>
                  <a:lnTo>
                    <a:pt x="6839649" y="2221585"/>
                  </a:lnTo>
                  <a:lnTo>
                    <a:pt x="6826264" y="2221585"/>
                  </a:lnTo>
                  <a:lnTo>
                    <a:pt x="6812880" y="2221585"/>
                  </a:lnTo>
                  <a:lnTo>
                    <a:pt x="6799495" y="2221585"/>
                  </a:lnTo>
                  <a:lnTo>
                    <a:pt x="6786110" y="2221585"/>
                  </a:lnTo>
                  <a:lnTo>
                    <a:pt x="6772725" y="2221585"/>
                  </a:lnTo>
                  <a:lnTo>
                    <a:pt x="6759340" y="2221585"/>
                  </a:lnTo>
                  <a:lnTo>
                    <a:pt x="6745955" y="2221585"/>
                  </a:lnTo>
                  <a:lnTo>
                    <a:pt x="6732571" y="2221585"/>
                  </a:lnTo>
                  <a:lnTo>
                    <a:pt x="6719186" y="2221585"/>
                  </a:lnTo>
                  <a:lnTo>
                    <a:pt x="6705801" y="2221585"/>
                  </a:lnTo>
                  <a:lnTo>
                    <a:pt x="6692416" y="2221585"/>
                  </a:lnTo>
                  <a:lnTo>
                    <a:pt x="6679031" y="2221585"/>
                  </a:lnTo>
                  <a:lnTo>
                    <a:pt x="6665646" y="2221585"/>
                  </a:lnTo>
                  <a:lnTo>
                    <a:pt x="6652262" y="2221585"/>
                  </a:lnTo>
                  <a:lnTo>
                    <a:pt x="6638877" y="2221585"/>
                  </a:lnTo>
                  <a:lnTo>
                    <a:pt x="6625492" y="2221585"/>
                  </a:lnTo>
                  <a:lnTo>
                    <a:pt x="6612107" y="2221585"/>
                  </a:lnTo>
                  <a:lnTo>
                    <a:pt x="6598722" y="2221585"/>
                  </a:lnTo>
                  <a:lnTo>
                    <a:pt x="6585337" y="2221585"/>
                  </a:lnTo>
                  <a:lnTo>
                    <a:pt x="6571953" y="2221585"/>
                  </a:lnTo>
                  <a:lnTo>
                    <a:pt x="6558568" y="2221585"/>
                  </a:lnTo>
                  <a:lnTo>
                    <a:pt x="6545183" y="2221585"/>
                  </a:lnTo>
                  <a:lnTo>
                    <a:pt x="6531798" y="2221585"/>
                  </a:lnTo>
                  <a:lnTo>
                    <a:pt x="6518413" y="2221585"/>
                  </a:lnTo>
                  <a:lnTo>
                    <a:pt x="6505028" y="2221585"/>
                  </a:lnTo>
                  <a:lnTo>
                    <a:pt x="6491644" y="2221585"/>
                  </a:lnTo>
                  <a:lnTo>
                    <a:pt x="6478259" y="2221585"/>
                  </a:lnTo>
                  <a:lnTo>
                    <a:pt x="6464874" y="2221585"/>
                  </a:lnTo>
                  <a:lnTo>
                    <a:pt x="6451489" y="2221585"/>
                  </a:lnTo>
                  <a:lnTo>
                    <a:pt x="6438104" y="2221585"/>
                  </a:lnTo>
                  <a:lnTo>
                    <a:pt x="6424719" y="2221585"/>
                  </a:lnTo>
                  <a:lnTo>
                    <a:pt x="6411335" y="2221585"/>
                  </a:lnTo>
                  <a:lnTo>
                    <a:pt x="6397950" y="2221585"/>
                  </a:lnTo>
                  <a:lnTo>
                    <a:pt x="6384565" y="2221585"/>
                  </a:lnTo>
                  <a:lnTo>
                    <a:pt x="6371180" y="2221585"/>
                  </a:lnTo>
                  <a:lnTo>
                    <a:pt x="6357795" y="2221585"/>
                  </a:lnTo>
                  <a:lnTo>
                    <a:pt x="6344410" y="2221585"/>
                  </a:lnTo>
                  <a:lnTo>
                    <a:pt x="6331026" y="2221585"/>
                  </a:lnTo>
                  <a:lnTo>
                    <a:pt x="6317641" y="2221585"/>
                  </a:lnTo>
                  <a:lnTo>
                    <a:pt x="6304256" y="2221585"/>
                  </a:lnTo>
                  <a:lnTo>
                    <a:pt x="6290871" y="2221585"/>
                  </a:lnTo>
                  <a:lnTo>
                    <a:pt x="6277486" y="2221585"/>
                  </a:lnTo>
                  <a:lnTo>
                    <a:pt x="6264101" y="2221585"/>
                  </a:lnTo>
                  <a:lnTo>
                    <a:pt x="6250717" y="2221585"/>
                  </a:lnTo>
                  <a:lnTo>
                    <a:pt x="6237332" y="2221585"/>
                  </a:lnTo>
                  <a:lnTo>
                    <a:pt x="6223947" y="2221585"/>
                  </a:lnTo>
                  <a:lnTo>
                    <a:pt x="6210562" y="2221585"/>
                  </a:lnTo>
                  <a:lnTo>
                    <a:pt x="6197177" y="2221585"/>
                  </a:lnTo>
                  <a:lnTo>
                    <a:pt x="6183792" y="2221585"/>
                  </a:lnTo>
                  <a:lnTo>
                    <a:pt x="6170408" y="2221585"/>
                  </a:lnTo>
                  <a:lnTo>
                    <a:pt x="6157023" y="2221585"/>
                  </a:lnTo>
                  <a:lnTo>
                    <a:pt x="6143638" y="2221585"/>
                  </a:lnTo>
                  <a:lnTo>
                    <a:pt x="6130253" y="2221585"/>
                  </a:lnTo>
                  <a:lnTo>
                    <a:pt x="6116868" y="2221585"/>
                  </a:lnTo>
                  <a:lnTo>
                    <a:pt x="6103483" y="2221585"/>
                  </a:lnTo>
                  <a:lnTo>
                    <a:pt x="6090099" y="2221585"/>
                  </a:lnTo>
                  <a:lnTo>
                    <a:pt x="6076714" y="2221585"/>
                  </a:lnTo>
                  <a:lnTo>
                    <a:pt x="6063329" y="2221585"/>
                  </a:lnTo>
                  <a:lnTo>
                    <a:pt x="6049944" y="2221585"/>
                  </a:lnTo>
                  <a:lnTo>
                    <a:pt x="6036559" y="2221585"/>
                  </a:lnTo>
                  <a:lnTo>
                    <a:pt x="6023174" y="2221585"/>
                  </a:lnTo>
                  <a:lnTo>
                    <a:pt x="6009790" y="2221585"/>
                  </a:lnTo>
                  <a:lnTo>
                    <a:pt x="5996405" y="2221585"/>
                  </a:lnTo>
                  <a:lnTo>
                    <a:pt x="5983020" y="2221585"/>
                  </a:lnTo>
                  <a:lnTo>
                    <a:pt x="5969635" y="2221585"/>
                  </a:lnTo>
                  <a:lnTo>
                    <a:pt x="5956250" y="2221585"/>
                  </a:lnTo>
                  <a:lnTo>
                    <a:pt x="5942865" y="2221585"/>
                  </a:lnTo>
                  <a:lnTo>
                    <a:pt x="5929481" y="2221585"/>
                  </a:lnTo>
                  <a:lnTo>
                    <a:pt x="5916096" y="2221585"/>
                  </a:lnTo>
                  <a:lnTo>
                    <a:pt x="5902711" y="2221585"/>
                  </a:lnTo>
                  <a:lnTo>
                    <a:pt x="5889326" y="2221585"/>
                  </a:lnTo>
                  <a:lnTo>
                    <a:pt x="5875941" y="2221585"/>
                  </a:lnTo>
                  <a:lnTo>
                    <a:pt x="5862556" y="2221585"/>
                  </a:lnTo>
                  <a:lnTo>
                    <a:pt x="5849172" y="2221585"/>
                  </a:lnTo>
                  <a:lnTo>
                    <a:pt x="5835787" y="2221585"/>
                  </a:lnTo>
                  <a:lnTo>
                    <a:pt x="5822402" y="2221585"/>
                  </a:lnTo>
                  <a:lnTo>
                    <a:pt x="5809017" y="2221585"/>
                  </a:lnTo>
                  <a:lnTo>
                    <a:pt x="5795632" y="2221585"/>
                  </a:lnTo>
                  <a:lnTo>
                    <a:pt x="5782247" y="2221585"/>
                  </a:lnTo>
                  <a:lnTo>
                    <a:pt x="5768863" y="2221585"/>
                  </a:lnTo>
                  <a:lnTo>
                    <a:pt x="5755478" y="2221585"/>
                  </a:lnTo>
                  <a:lnTo>
                    <a:pt x="5742093" y="2221585"/>
                  </a:lnTo>
                  <a:lnTo>
                    <a:pt x="5728708" y="2221585"/>
                  </a:lnTo>
                  <a:lnTo>
                    <a:pt x="5715323" y="2221585"/>
                  </a:lnTo>
                  <a:lnTo>
                    <a:pt x="5701938" y="2221585"/>
                  </a:lnTo>
                  <a:lnTo>
                    <a:pt x="5688554" y="2221585"/>
                  </a:lnTo>
                  <a:lnTo>
                    <a:pt x="5675169" y="2221585"/>
                  </a:lnTo>
                  <a:lnTo>
                    <a:pt x="5661784" y="2221585"/>
                  </a:lnTo>
                  <a:lnTo>
                    <a:pt x="5648399" y="2221585"/>
                  </a:lnTo>
                  <a:lnTo>
                    <a:pt x="5635014" y="2221585"/>
                  </a:lnTo>
                  <a:lnTo>
                    <a:pt x="5621629" y="2221585"/>
                  </a:lnTo>
                  <a:lnTo>
                    <a:pt x="5608245" y="2221585"/>
                  </a:lnTo>
                  <a:lnTo>
                    <a:pt x="5594860" y="2221585"/>
                  </a:lnTo>
                  <a:lnTo>
                    <a:pt x="5581475" y="2221585"/>
                  </a:lnTo>
                  <a:lnTo>
                    <a:pt x="5568090" y="2221585"/>
                  </a:lnTo>
                  <a:lnTo>
                    <a:pt x="5554705" y="2221585"/>
                  </a:lnTo>
                  <a:lnTo>
                    <a:pt x="5541320" y="2221585"/>
                  </a:lnTo>
                  <a:lnTo>
                    <a:pt x="5527936" y="2221585"/>
                  </a:lnTo>
                  <a:lnTo>
                    <a:pt x="5514551" y="2221585"/>
                  </a:lnTo>
                  <a:lnTo>
                    <a:pt x="5501166" y="2221585"/>
                  </a:lnTo>
                  <a:lnTo>
                    <a:pt x="5487781" y="2221585"/>
                  </a:lnTo>
                  <a:lnTo>
                    <a:pt x="5474396" y="2221585"/>
                  </a:lnTo>
                  <a:lnTo>
                    <a:pt x="5461011" y="2221585"/>
                  </a:lnTo>
                  <a:lnTo>
                    <a:pt x="5447627" y="2221585"/>
                  </a:lnTo>
                  <a:lnTo>
                    <a:pt x="5434242" y="2221585"/>
                  </a:lnTo>
                  <a:lnTo>
                    <a:pt x="5420857" y="2221585"/>
                  </a:lnTo>
                  <a:lnTo>
                    <a:pt x="5407472" y="2221585"/>
                  </a:lnTo>
                  <a:lnTo>
                    <a:pt x="5394087" y="2221585"/>
                  </a:lnTo>
                  <a:lnTo>
                    <a:pt x="5380702" y="2221585"/>
                  </a:lnTo>
                  <a:lnTo>
                    <a:pt x="5367318" y="2221585"/>
                  </a:lnTo>
                  <a:lnTo>
                    <a:pt x="5353933" y="2221585"/>
                  </a:lnTo>
                  <a:lnTo>
                    <a:pt x="5340548" y="2221585"/>
                  </a:lnTo>
                  <a:lnTo>
                    <a:pt x="5327163" y="2221585"/>
                  </a:lnTo>
                  <a:lnTo>
                    <a:pt x="5313778" y="2221585"/>
                  </a:lnTo>
                  <a:lnTo>
                    <a:pt x="5300393" y="2221585"/>
                  </a:lnTo>
                  <a:lnTo>
                    <a:pt x="5287009" y="2221585"/>
                  </a:lnTo>
                  <a:lnTo>
                    <a:pt x="5273624" y="2221585"/>
                  </a:lnTo>
                  <a:lnTo>
                    <a:pt x="5260239" y="2221585"/>
                  </a:lnTo>
                  <a:lnTo>
                    <a:pt x="5246854" y="2221585"/>
                  </a:lnTo>
                  <a:lnTo>
                    <a:pt x="5233469" y="2221585"/>
                  </a:lnTo>
                  <a:lnTo>
                    <a:pt x="5220084" y="2221585"/>
                  </a:lnTo>
                  <a:lnTo>
                    <a:pt x="5206700" y="2221585"/>
                  </a:lnTo>
                  <a:lnTo>
                    <a:pt x="5193315" y="2221585"/>
                  </a:lnTo>
                  <a:lnTo>
                    <a:pt x="5179930" y="2221585"/>
                  </a:lnTo>
                  <a:lnTo>
                    <a:pt x="5166545" y="2221585"/>
                  </a:lnTo>
                  <a:lnTo>
                    <a:pt x="5153160" y="2221585"/>
                  </a:lnTo>
                  <a:lnTo>
                    <a:pt x="5139775" y="2221585"/>
                  </a:lnTo>
                  <a:lnTo>
                    <a:pt x="5126391" y="2221585"/>
                  </a:lnTo>
                  <a:lnTo>
                    <a:pt x="5113006" y="2221585"/>
                  </a:lnTo>
                  <a:lnTo>
                    <a:pt x="5099621" y="2221585"/>
                  </a:lnTo>
                  <a:lnTo>
                    <a:pt x="5086236" y="2221585"/>
                  </a:lnTo>
                  <a:lnTo>
                    <a:pt x="5072851" y="2221585"/>
                  </a:lnTo>
                  <a:lnTo>
                    <a:pt x="5059466" y="2221585"/>
                  </a:lnTo>
                  <a:lnTo>
                    <a:pt x="5046082" y="2221585"/>
                  </a:lnTo>
                  <a:lnTo>
                    <a:pt x="5032697" y="2221585"/>
                  </a:lnTo>
                  <a:lnTo>
                    <a:pt x="5019312" y="2221585"/>
                  </a:lnTo>
                  <a:lnTo>
                    <a:pt x="5005927" y="2221585"/>
                  </a:lnTo>
                  <a:lnTo>
                    <a:pt x="4992542" y="2221585"/>
                  </a:lnTo>
                  <a:lnTo>
                    <a:pt x="4979157" y="2221585"/>
                  </a:lnTo>
                  <a:lnTo>
                    <a:pt x="4965773" y="2221585"/>
                  </a:lnTo>
                  <a:lnTo>
                    <a:pt x="4952388" y="2221585"/>
                  </a:lnTo>
                  <a:lnTo>
                    <a:pt x="4939003" y="2221585"/>
                  </a:lnTo>
                  <a:lnTo>
                    <a:pt x="4925618" y="2221585"/>
                  </a:lnTo>
                  <a:lnTo>
                    <a:pt x="4912233" y="2221585"/>
                  </a:lnTo>
                  <a:lnTo>
                    <a:pt x="4898848" y="2221585"/>
                  </a:lnTo>
                  <a:lnTo>
                    <a:pt x="4885464" y="2221585"/>
                  </a:lnTo>
                  <a:lnTo>
                    <a:pt x="4872079" y="2221585"/>
                  </a:lnTo>
                  <a:lnTo>
                    <a:pt x="4858694" y="2221585"/>
                  </a:lnTo>
                  <a:lnTo>
                    <a:pt x="4845309" y="2221585"/>
                  </a:lnTo>
                  <a:lnTo>
                    <a:pt x="4831924" y="2221585"/>
                  </a:lnTo>
                  <a:lnTo>
                    <a:pt x="4818539" y="2221585"/>
                  </a:lnTo>
                  <a:lnTo>
                    <a:pt x="4805155" y="2221585"/>
                  </a:lnTo>
                  <a:lnTo>
                    <a:pt x="4791770" y="2221585"/>
                  </a:lnTo>
                  <a:lnTo>
                    <a:pt x="4778385" y="2221585"/>
                  </a:lnTo>
                  <a:lnTo>
                    <a:pt x="4765000" y="2221585"/>
                  </a:lnTo>
                  <a:lnTo>
                    <a:pt x="4751615" y="2221585"/>
                  </a:lnTo>
                  <a:lnTo>
                    <a:pt x="4738230" y="2221585"/>
                  </a:lnTo>
                  <a:lnTo>
                    <a:pt x="4724846" y="2221585"/>
                  </a:lnTo>
                  <a:lnTo>
                    <a:pt x="4711461" y="2221585"/>
                  </a:lnTo>
                  <a:lnTo>
                    <a:pt x="4698076" y="2221585"/>
                  </a:lnTo>
                  <a:lnTo>
                    <a:pt x="4684691" y="2221585"/>
                  </a:lnTo>
                  <a:lnTo>
                    <a:pt x="4671306" y="2221585"/>
                  </a:lnTo>
                  <a:lnTo>
                    <a:pt x="4657921" y="2221585"/>
                  </a:lnTo>
                  <a:lnTo>
                    <a:pt x="4644537" y="2221585"/>
                  </a:lnTo>
                  <a:lnTo>
                    <a:pt x="4631152" y="2221585"/>
                  </a:lnTo>
                  <a:lnTo>
                    <a:pt x="4617767" y="2221585"/>
                  </a:lnTo>
                  <a:lnTo>
                    <a:pt x="4604382" y="2221585"/>
                  </a:lnTo>
                  <a:lnTo>
                    <a:pt x="4590997" y="2221585"/>
                  </a:lnTo>
                  <a:lnTo>
                    <a:pt x="4577612" y="2221585"/>
                  </a:lnTo>
                  <a:lnTo>
                    <a:pt x="4564228" y="2221585"/>
                  </a:lnTo>
                  <a:lnTo>
                    <a:pt x="4550843" y="2221585"/>
                  </a:lnTo>
                  <a:lnTo>
                    <a:pt x="4537458" y="2221585"/>
                  </a:lnTo>
                  <a:lnTo>
                    <a:pt x="4524073" y="2221585"/>
                  </a:lnTo>
                  <a:lnTo>
                    <a:pt x="4510688" y="2221585"/>
                  </a:lnTo>
                  <a:lnTo>
                    <a:pt x="4497303" y="2221585"/>
                  </a:lnTo>
                  <a:lnTo>
                    <a:pt x="4483919" y="2221585"/>
                  </a:lnTo>
                  <a:lnTo>
                    <a:pt x="4470534" y="2221585"/>
                  </a:lnTo>
                  <a:lnTo>
                    <a:pt x="4457149" y="2221585"/>
                  </a:lnTo>
                  <a:lnTo>
                    <a:pt x="4443764" y="2221585"/>
                  </a:lnTo>
                  <a:lnTo>
                    <a:pt x="4430379" y="2221585"/>
                  </a:lnTo>
                  <a:lnTo>
                    <a:pt x="4416994" y="2221585"/>
                  </a:lnTo>
                  <a:lnTo>
                    <a:pt x="4403610" y="2221585"/>
                  </a:lnTo>
                  <a:lnTo>
                    <a:pt x="4390225" y="2221585"/>
                  </a:lnTo>
                  <a:lnTo>
                    <a:pt x="4376840" y="2221585"/>
                  </a:lnTo>
                  <a:lnTo>
                    <a:pt x="4363455" y="2221585"/>
                  </a:lnTo>
                  <a:lnTo>
                    <a:pt x="4350070" y="2221585"/>
                  </a:lnTo>
                  <a:lnTo>
                    <a:pt x="4336685" y="2221585"/>
                  </a:lnTo>
                  <a:lnTo>
                    <a:pt x="4323301" y="2221585"/>
                  </a:lnTo>
                  <a:lnTo>
                    <a:pt x="4309916" y="2221585"/>
                  </a:lnTo>
                  <a:lnTo>
                    <a:pt x="4296531" y="2221585"/>
                  </a:lnTo>
                  <a:lnTo>
                    <a:pt x="4283146" y="2221585"/>
                  </a:lnTo>
                  <a:lnTo>
                    <a:pt x="4269761" y="2221585"/>
                  </a:lnTo>
                  <a:lnTo>
                    <a:pt x="4256376" y="2221585"/>
                  </a:lnTo>
                  <a:lnTo>
                    <a:pt x="4242992" y="2221585"/>
                  </a:lnTo>
                  <a:lnTo>
                    <a:pt x="4229607" y="2221585"/>
                  </a:lnTo>
                  <a:lnTo>
                    <a:pt x="4216222" y="2221585"/>
                  </a:lnTo>
                  <a:lnTo>
                    <a:pt x="4202837" y="2221585"/>
                  </a:lnTo>
                  <a:lnTo>
                    <a:pt x="4189452" y="2221585"/>
                  </a:lnTo>
                  <a:lnTo>
                    <a:pt x="4176067" y="2221585"/>
                  </a:lnTo>
                  <a:lnTo>
                    <a:pt x="4162683" y="2221585"/>
                  </a:lnTo>
                  <a:lnTo>
                    <a:pt x="4149298" y="2221585"/>
                  </a:lnTo>
                  <a:lnTo>
                    <a:pt x="4135913" y="2221585"/>
                  </a:lnTo>
                  <a:lnTo>
                    <a:pt x="4122528" y="2221585"/>
                  </a:lnTo>
                  <a:lnTo>
                    <a:pt x="4109143" y="2221585"/>
                  </a:lnTo>
                  <a:lnTo>
                    <a:pt x="4095758" y="2221585"/>
                  </a:lnTo>
                  <a:lnTo>
                    <a:pt x="4082374" y="2221585"/>
                  </a:lnTo>
                  <a:lnTo>
                    <a:pt x="4068989" y="2221585"/>
                  </a:lnTo>
                  <a:lnTo>
                    <a:pt x="4055604" y="2221585"/>
                  </a:lnTo>
                  <a:lnTo>
                    <a:pt x="4042219" y="2221585"/>
                  </a:lnTo>
                  <a:lnTo>
                    <a:pt x="4028834" y="2221585"/>
                  </a:lnTo>
                  <a:lnTo>
                    <a:pt x="4015449" y="2221585"/>
                  </a:lnTo>
                  <a:lnTo>
                    <a:pt x="4002065" y="2221585"/>
                  </a:lnTo>
                  <a:lnTo>
                    <a:pt x="3988680" y="2221585"/>
                  </a:lnTo>
                  <a:lnTo>
                    <a:pt x="3975295" y="2221585"/>
                  </a:lnTo>
                  <a:lnTo>
                    <a:pt x="3961910" y="2221585"/>
                  </a:lnTo>
                  <a:lnTo>
                    <a:pt x="3948525" y="2221585"/>
                  </a:lnTo>
                  <a:lnTo>
                    <a:pt x="3935140" y="2221585"/>
                  </a:lnTo>
                  <a:lnTo>
                    <a:pt x="3921756" y="2221585"/>
                  </a:lnTo>
                  <a:lnTo>
                    <a:pt x="3908371" y="2221585"/>
                  </a:lnTo>
                  <a:lnTo>
                    <a:pt x="3894986" y="2221585"/>
                  </a:lnTo>
                  <a:lnTo>
                    <a:pt x="3881601" y="2221585"/>
                  </a:lnTo>
                  <a:lnTo>
                    <a:pt x="3868216" y="2221585"/>
                  </a:lnTo>
                  <a:lnTo>
                    <a:pt x="3854831" y="2221585"/>
                  </a:lnTo>
                  <a:lnTo>
                    <a:pt x="3841447" y="2221585"/>
                  </a:lnTo>
                  <a:lnTo>
                    <a:pt x="3828062" y="2221585"/>
                  </a:lnTo>
                  <a:lnTo>
                    <a:pt x="3814677" y="2221585"/>
                  </a:lnTo>
                  <a:lnTo>
                    <a:pt x="3801292" y="2221585"/>
                  </a:lnTo>
                  <a:lnTo>
                    <a:pt x="3787907" y="2221585"/>
                  </a:lnTo>
                  <a:lnTo>
                    <a:pt x="3774522" y="2221585"/>
                  </a:lnTo>
                  <a:lnTo>
                    <a:pt x="3761138" y="2221585"/>
                  </a:lnTo>
                  <a:lnTo>
                    <a:pt x="3747753" y="2221585"/>
                  </a:lnTo>
                  <a:lnTo>
                    <a:pt x="3734368" y="2221585"/>
                  </a:lnTo>
                  <a:lnTo>
                    <a:pt x="3720983" y="2221585"/>
                  </a:lnTo>
                  <a:lnTo>
                    <a:pt x="3707598" y="2221585"/>
                  </a:lnTo>
                  <a:lnTo>
                    <a:pt x="3694213" y="2221585"/>
                  </a:lnTo>
                  <a:lnTo>
                    <a:pt x="3680829" y="2221585"/>
                  </a:lnTo>
                  <a:lnTo>
                    <a:pt x="3667444" y="2221585"/>
                  </a:lnTo>
                  <a:lnTo>
                    <a:pt x="3654059" y="2221585"/>
                  </a:lnTo>
                  <a:lnTo>
                    <a:pt x="3640674" y="2221585"/>
                  </a:lnTo>
                  <a:lnTo>
                    <a:pt x="3627289" y="2221585"/>
                  </a:lnTo>
                  <a:lnTo>
                    <a:pt x="3613904" y="2221585"/>
                  </a:lnTo>
                  <a:lnTo>
                    <a:pt x="3600520" y="2221585"/>
                  </a:lnTo>
                  <a:lnTo>
                    <a:pt x="3587135" y="2221585"/>
                  </a:lnTo>
                  <a:lnTo>
                    <a:pt x="3573750" y="2221585"/>
                  </a:lnTo>
                  <a:lnTo>
                    <a:pt x="3560365" y="2221585"/>
                  </a:lnTo>
                  <a:lnTo>
                    <a:pt x="3546980" y="2221585"/>
                  </a:lnTo>
                  <a:lnTo>
                    <a:pt x="3533595" y="2221585"/>
                  </a:lnTo>
                  <a:lnTo>
                    <a:pt x="3520211" y="2221585"/>
                  </a:lnTo>
                  <a:lnTo>
                    <a:pt x="3506826" y="2221585"/>
                  </a:lnTo>
                  <a:lnTo>
                    <a:pt x="3493441" y="2221585"/>
                  </a:lnTo>
                  <a:lnTo>
                    <a:pt x="3480056" y="2221585"/>
                  </a:lnTo>
                  <a:lnTo>
                    <a:pt x="3466671" y="2221585"/>
                  </a:lnTo>
                  <a:lnTo>
                    <a:pt x="3453286" y="2221585"/>
                  </a:lnTo>
                  <a:lnTo>
                    <a:pt x="3439902" y="2221585"/>
                  </a:lnTo>
                  <a:lnTo>
                    <a:pt x="3426517" y="2221585"/>
                  </a:lnTo>
                  <a:lnTo>
                    <a:pt x="3413132" y="2221585"/>
                  </a:lnTo>
                  <a:lnTo>
                    <a:pt x="3399747" y="2221585"/>
                  </a:lnTo>
                  <a:lnTo>
                    <a:pt x="3386362" y="2221585"/>
                  </a:lnTo>
                  <a:lnTo>
                    <a:pt x="3372977" y="2221585"/>
                  </a:lnTo>
                  <a:lnTo>
                    <a:pt x="3359593" y="2221585"/>
                  </a:lnTo>
                  <a:lnTo>
                    <a:pt x="3346208" y="2221585"/>
                  </a:lnTo>
                  <a:lnTo>
                    <a:pt x="3332823" y="2221585"/>
                  </a:lnTo>
                  <a:lnTo>
                    <a:pt x="3319438" y="2221585"/>
                  </a:lnTo>
                  <a:lnTo>
                    <a:pt x="3306053" y="2221585"/>
                  </a:lnTo>
                  <a:lnTo>
                    <a:pt x="3292668" y="2221585"/>
                  </a:lnTo>
                  <a:lnTo>
                    <a:pt x="3279284" y="2221585"/>
                  </a:lnTo>
                  <a:lnTo>
                    <a:pt x="3265899" y="2221585"/>
                  </a:lnTo>
                  <a:lnTo>
                    <a:pt x="3252514" y="2221585"/>
                  </a:lnTo>
                  <a:lnTo>
                    <a:pt x="3239129" y="2221585"/>
                  </a:lnTo>
                  <a:lnTo>
                    <a:pt x="3225744" y="2221585"/>
                  </a:lnTo>
                  <a:lnTo>
                    <a:pt x="3212359" y="2221585"/>
                  </a:lnTo>
                  <a:lnTo>
                    <a:pt x="3198975" y="2221585"/>
                  </a:lnTo>
                  <a:lnTo>
                    <a:pt x="3185590" y="2221585"/>
                  </a:lnTo>
                  <a:lnTo>
                    <a:pt x="3172205" y="2221585"/>
                  </a:lnTo>
                  <a:lnTo>
                    <a:pt x="3158820" y="2221585"/>
                  </a:lnTo>
                  <a:lnTo>
                    <a:pt x="3145435" y="2221585"/>
                  </a:lnTo>
                  <a:lnTo>
                    <a:pt x="3132050" y="2221585"/>
                  </a:lnTo>
                  <a:lnTo>
                    <a:pt x="3118666" y="2221585"/>
                  </a:lnTo>
                  <a:lnTo>
                    <a:pt x="3105281" y="2221585"/>
                  </a:lnTo>
                  <a:lnTo>
                    <a:pt x="3091896" y="2221585"/>
                  </a:lnTo>
                  <a:lnTo>
                    <a:pt x="3078511" y="2221585"/>
                  </a:lnTo>
                  <a:lnTo>
                    <a:pt x="3065126" y="2221585"/>
                  </a:lnTo>
                  <a:lnTo>
                    <a:pt x="3051741" y="2221585"/>
                  </a:lnTo>
                  <a:lnTo>
                    <a:pt x="3038357" y="2221585"/>
                  </a:lnTo>
                  <a:lnTo>
                    <a:pt x="3024972" y="2221585"/>
                  </a:lnTo>
                  <a:lnTo>
                    <a:pt x="3011587" y="2221585"/>
                  </a:lnTo>
                  <a:lnTo>
                    <a:pt x="2998202" y="2221585"/>
                  </a:lnTo>
                  <a:lnTo>
                    <a:pt x="2984817" y="2221585"/>
                  </a:lnTo>
                  <a:lnTo>
                    <a:pt x="2971432" y="2221585"/>
                  </a:lnTo>
                  <a:lnTo>
                    <a:pt x="2958048" y="2221585"/>
                  </a:lnTo>
                  <a:lnTo>
                    <a:pt x="2944663" y="2221585"/>
                  </a:lnTo>
                  <a:lnTo>
                    <a:pt x="2931278" y="2221585"/>
                  </a:lnTo>
                  <a:lnTo>
                    <a:pt x="2917893" y="2221585"/>
                  </a:lnTo>
                  <a:lnTo>
                    <a:pt x="2904508" y="2221585"/>
                  </a:lnTo>
                  <a:lnTo>
                    <a:pt x="2891123" y="2221585"/>
                  </a:lnTo>
                  <a:lnTo>
                    <a:pt x="2877739" y="2221585"/>
                  </a:lnTo>
                  <a:lnTo>
                    <a:pt x="2864354" y="2221585"/>
                  </a:lnTo>
                  <a:lnTo>
                    <a:pt x="2850969" y="2221585"/>
                  </a:lnTo>
                  <a:lnTo>
                    <a:pt x="2837584" y="2221585"/>
                  </a:lnTo>
                  <a:lnTo>
                    <a:pt x="2824199" y="2221585"/>
                  </a:lnTo>
                  <a:lnTo>
                    <a:pt x="2810814" y="2221585"/>
                  </a:lnTo>
                  <a:lnTo>
                    <a:pt x="2797430" y="2221585"/>
                  </a:lnTo>
                  <a:lnTo>
                    <a:pt x="2784045" y="2221585"/>
                  </a:lnTo>
                  <a:lnTo>
                    <a:pt x="2770660" y="2221585"/>
                  </a:lnTo>
                  <a:lnTo>
                    <a:pt x="2757275" y="2221585"/>
                  </a:lnTo>
                  <a:lnTo>
                    <a:pt x="2743890" y="2221585"/>
                  </a:lnTo>
                  <a:lnTo>
                    <a:pt x="2730505" y="2221585"/>
                  </a:lnTo>
                  <a:lnTo>
                    <a:pt x="2717121" y="2221585"/>
                  </a:lnTo>
                  <a:lnTo>
                    <a:pt x="2703736" y="2221585"/>
                  </a:lnTo>
                  <a:lnTo>
                    <a:pt x="2690351" y="2221585"/>
                  </a:lnTo>
                  <a:lnTo>
                    <a:pt x="2676966" y="2221585"/>
                  </a:lnTo>
                  <a:lnTo>
                    <a:pt x="2663581" y="2221585"/>
                  </a:lnTo>
                  <a:lnTo>
                    <a:pt x="2650196" y="2221585"/>
                  </a:lnTo>
                  <a:lnTo>
                    <a:pt x="2636812" y="2221585"/>
                  </a:lnTo>
                  <a:lnTo>
                    <a:pt x="2623427" y="2221585"/>
                  </a:lnTo>
                  <a:lnTo>
                    <a:pt x="2610042" y="2221585"/>
                  </a:lnTo>
                  <a:lnTo>
                    <a:pt x="2596657" y="2221585"/>
                  </a:lnTo>
                  <a:lnTo>
                    <a:pt x="2583272" y="2221585"/>
                  </a:lnTo>
                  <a:lnTo>
                    <a:pt x="2569887" y="2221585"/>
                  </a:lnTo>
                  <a:lnTo>
                    <a:pt x="2556503" y="2221585"/>
                  </a:lnTo>
                  <a:lnTo>
                    <a:pt x="2543118" y="2221585"/>
                  </a:lnTo>
                  <a:lnTo>
                    <a:pt x="2529733" y="2221585"/>
                  </a:lnTo>
                  <a:lnTo>
                    <a:pt x="2516348" y="2221585"/>
                  </a:lnTo>
                  <a:lnTo>
                    <a:pt x="2502963" y="2221585"/>
                  </a:lnTo>
                  <a:lnTo>
                    <a:pt x="2489578" y="2221585"/>
                  </a:lnTo>
                  <a:lnTo>
                    <a:pt x="2476194" y="2221585"/>
                  </a:lnTo>
                  <a:lnTo>
                    <a:pt x="2462809" y="2221585"/>
                  </a:lnTo>
                  <a:lnTo>
                    <a:pt x="2449424" y="2221585"/>
                  </a:lnTo>
                  <a:lnTo>
                    <a:pt x="2436039" y="2221585"/>
                  </a:lnTo>
                  <a:lnTo>
                    <a:pt x="2422654" y="2221585"/>
                  </a:lnTo>
                  <a:lnTo>
                    <a:pt x="2409269" y="2221585"/>
                  </a:lnTo>
                  <a:lnTo>
                    <a:pt x="2395885" y="2221585"/>
                  </a:lnTo>
                  <a:lnTo>
                    <a:pt x="2382500" y="2221585"/>
                  </a:lnTo>
                  <a:lnTo>
                    <a:pt x="2369115" y="2221585"/>
                  </a:lnTo>
                  <a:lnTo>
                    <a:pt x="2355730" y="2221585"/>
                  </a:lnTo>
                  <a:lnTo>
                    <a:pt x="2342345" y="2221585"/>
                  </a:lnTo>
                  <a:lnTo>
                    <a:pt x="2328960" y="2221585"/>
                  </a:lnTo>
                  <a:lnTo>
                    <a:pt x="2315576" y="2221585"/>
                  </a:lnTo>
                  <a:lnTo>
                    <a:pt x="2302191" y="2221585"/>
                  </a:lnTo>
                  <a:lnTo>
                    <a:pt x="2288806" y="2221585"/>
                  </a:lnTo>
                  <a:lnTo>
                    <a:pt x="2275421" y="2221585"/>
                  </a:lnTo>
                  <a:lnTo>
                    <a:pt x="2262036" y="2221585"/>
                  </a:lnTo>
                  <a:lnTo>
                    <a:pt x="2248651" y="2221585"/>
                  </a:lnTo>
                  <a:lnTo>
                    <a:pt x="2235267" y="2221585"/>
                  </a:lnTo>
                  <a:lnTo>
                    <a:pt x="2221882" y="2221585"/>
                  </a:lnTo>
                  <a:lnTo>
                    <a:pt x="2208497" y="2221585"/>
                  </a:lnTo>
                  <a:lnTo>
                    <a:pt x="2195112" y="2221585"/>
                  </a:lnTo>
                  <a:lnTo>
                    <a:pt x="2181727" y="2221585"/>
                  </a:lnTo>
                  <a:lnTo>
                    <a:pt x="2168342" y="2221585"/>
                  </a:lnTo>
                  <a:lnTo>
                    <a:pt x="2154958" y="2221585"/>
                  </a:lnTo>
                  <a:lnTo>
                    <a:pt x="2141573" y="2221585"/>
                  </a:lnTo>
                  <a:lnTo>
                    <a:pt x="2128188" y="2221585"/>
                  </a:lnTo>
                  <a:lnTo>
                    <a:pt x="2114803" y="2221585"/>
                  </a:lnTo>
                  <a:lnTo>
                    <a:pt x="2101418" y="2221585"/>
                  </a:lnTo>
                  <a:lnTo>
                    <a:pt x="2088033" y="2221585"/>
                  </a:lnTo>
                  <a:lnTo>
                    <a:pt x="2074649" y="2221585"/>
                  </a:lnTo>
                  <a:lnTo>
                    <a:pt x="2061264" y="2221585"/>
                  </a:lnTo>
                  <a:lnTo>
                    <a:pt x="2047879" y="2221585"/>
                  </a:lnTo>
                  <a:lnTo>
                    <a:pt x="2034494" y="2221585"/>
                  </a:lnTo>
                  <a:lnTo>
                    <a:pt x="2021109" y="2221585"/>
                  </a:lnTo>
                  <a:lnTo>
                    <a:pt x="2007724" y="2221585"/>
                  </a:lnTo>
                  <a:lnTo>
                    <a:pt x="1994340" y="2221585"/>
                  </a:lnTo>
                  <a:lnTo>
                    <a:pt x="1980955" y="2221585"/>
                  </a:lnTo>
                  <a:lnTo>
                    <a:pt x="1967570" y="2221585"/>
                  </a:lnTo>
                  <a:lnTo>
                    <a:pt x="1954185" y="2221585"/>
                  </a:lnTo>
                  <a:lnTo>
                    <a:pt x="1940800" y="2221585"/>
                  </a:lnTo>
                  <a:lnTo>
                    <a:pt x="1927415" y="2221585"/>
                  </a:lnTo>
                  <a:lnTo>
                    <a:pt x="1914031" y="2221585"/>
                  </a:lnTo>
                  <a:lnTo>
                    <a:pt x="1900646" y="2221585"/>
                  </a:lnTo>
                  <a:lnTo>
                    <a:pt x="1887261" y="2221585"/>
                  </a:lnTo>
                  <a:lnTo>
                    <a:pt x="1873876" y="2221585"/>
                  </a:lnTo>
                  <a:lnTo>
                    <a:pt x="1860491" y="2221585"/>
                  </a:lnTo>
                  <a:lnTo>
                    <a:pt x="1847106" y="2221585"/>
                  </a:lnTo>
                  <a:lnTo>
                    <a:pt x="1833722" y="2221585"/>
                  </a:lnTo>
                  <a:lnTo>
                    <a:pt x="1820337" y="2221585"/>
                  </a:lnTo>
                  <a:lnTo>
                    <a:pt x="1806952" y="2221585"/>
                  </a:lnTo>
                  <a:lnTo>
                    <a:pt x="1793567" y="2221585"/>
                  </a:lnTo>
                  <a:lnTo>
                    <a:pt x="1780182" y="2221585"/>
                  </a:lnTo>
                  <a:lnTo>
                    <a:pt x="1766797" y="2221585"/>
                  </a:lnTo>
                  <a:lnTo>
                    <a:pt x="1753413" y="2221585"/>
                  </a:lnTo>
                  <a:lnTo>
                    <a:pt x="1740028" y="2221585"/>
                  </a:lnTo>
                  <a:lnTo>
                    <a:pt x="1726643" y="2221585"/>
                  </a:lnTo>
                  <a:lnTo>
                    <a:pt x="1713258" y="2221585"/>
                  </a:lnTo>
                  <a:lnTo>
                    <a:pt x="1699873" y="2221585"/>
                  </a:lnTo>
                  <a:lnTo>
                    <a:pt x="1686488" y="2221585"/>
                  </a:lnTo>
                  <a:lnTo>
                    <a:pt x="1673104" y="2221585"/>
                  </a:lnTo>
                  <a:lnTo>
                    <a:pt x="1659719" y="2221585"/>
                  </a:lnTo>
                  <a:lnTo>
                    <a:pt x="1646334" y="2221585"/>
                  </a:lnTo>
                  <a:lnTo>
                    <a:pt x="1632949" y="2221585"/>
                  </a:lnTo>
                  <a:lnTo>
                    <a:pt x="1619564" y="2221585"/>
                  </a:lnTo>
                  <a:lnTo>
                    <a:pt x="1606179" y="2221585"/>
                  </a:lnTo>
                  <a:lnTo>
                    <a:pt x="1592795" y="2221585"/>
                  </a:lnTo>
                  <a:lnTo>
                    <a:pt x="1579410" y="2221585"/>
                  </a:lnTo>
                  <a:lnTo>
                    <a:pt x="1566025" y="2221585"/>
                  </a:lnTo>
                  <a:lnTo>
                    <a:pt x="1552640" y="2221585"/>
                  </a:lnTo>
                  <a:lnTo>
                    <a:pt x="1539255" y="2221585"/>
                  </a:lnTo>
                  <a:lnTo>
                    <a:pt x="1525870" y="2221585"/>
                  </a:lnTo>
                  <a:lnTo>
                    <a:pt x="1512486" y="2221585"/>
                  </a:lnTo>
                  <a:lnTo>
                    <a:pt x="1499101" y="2221585"/>
                  </a:lnTo>
                  <a:lnTo>
                    <a:pt x="1485716" y="2221585"/>
                  </a:lnTo>
                  <a:lnTo>
                    <a:pt x="1472331" y="2221585"/>
                  </a:lnTo>
                  <a:lnTo>
                    <a:pt x="1458946" y="2221585"/>
                  </a:lnTo>
                  <a:lnTo>
                    <a:pt x="1445561" y="2221585"/>
                  </a:lnTo>
                  <a:lnTo>
                    <a:pt x="1432177" y="2221585"/>
                  </a:lnTo>
                  <a:lnTo>
                    <a:pt x="1418792" y="2221585"/>
                  </a:lnTo>
                  <a:lnTo>
                    <a:pt x="1405407" y="2221585"/>
                  </a:lnTo>
                  <a:lnTo>
                    <a:pt x="1392022" y="2221585"/>
                  </a:lnTo>
                  <a:lnTo>
                    <a:pt x="1378637" y="2221585"/>
                  </a:lnTo>
                  <a:lnTo>
                    <a:pt x="1365252" y="2221585"/>
                  </a:lnTo>
                  <a:lnTo>
                    <a:pt x="1351868" y="2221585"/>
                  </a:lnTo>
                  <a:lnTo>
                    <a:pt x="1338483" y="2221585"/>
                  </a:lnTo>
                  <a:lnTo>
                    <a:pt x="1325098" y="2221585"/>
                  </a:lnTo>
                  <a:lnTo>
                    <a:pt x="1311713" y="2221585"/>
                  </a:lnTo>
                  <a:lnTo>
                    <a:pt x="1298328" y="2221585"/>
                  </a:lnTo>
                  <a:lnTo>
                    <a:pt x="1284943" y="2221585"/>
                  </a:lnTo>
                  <a:lnTo>
                    <a:pt x="1271559" y="2221585"/>
                  </a:lnTo>
                  <a:lnTo>
                    <a:pt x="1258174" y="2221585"/>
                  </a:lnTo>
                  <a:lnTo>
                    <a:pt x="1244789" y="2221585"/>
                  </a:lnTo>
                  <a:lnTo>
                    <a:pt x="1231404" y="2221585"/>
                  </a:lnTo>
                  <a:lnTo>
                    <a:pt x="1218019" y="2221585"/>
                  </a:lnTo>
                  <a:lnTo>
                    <a:pt x="1204634" y="2221585"/>
                  </a:lnTo>
                  <a:lnTo>
                    <a:pt x="1191250" y="2221585"/>
                  </a:lnTo>
                  <a:lnTo>
                    <a:pt x="1177865" y="2221585"/>
                  </a:lnTo>
                  <a:lnTo>
                    <a:pt x="1164480" y="2221585"/>
                  </a:lnTo>
                  <a:lnTo>
                    <a:pt x="1151095" y="2221585"/>
                  </a:lnTo>
                  <a:lnTo>
                    <a:pt x="1137710" y="2221585"/>
                  </a:lnTo>
                  <a:lnTo>
                    <a:pt x="1124325" y="2221585"/>
                  </a:lnTo>
                  <a:lnTo>
                    <a:pt x="1110941" y="2221585"/>
                  </a:lnTo>
                  <a:lnTo>
                    <a:pt x="1097556" y="2221585"/>
                  </a:lnTo>
                  <a:lnTo>
                    <a:pt x="1084171" y="2221585"/>
                  </a:lnTo>
                  <a:lnTo>
                    <a:pt x="1070786" y="2221585"/>
                  </a:lnTo>
                  <a:lnTo>
                    <a:pt x="1057401" y="2221585"/>
                  </a:lnTo>
                  <a:lnTo>
                    <a:pt x="1044016" y="2221585"/>
                  </a:lnTo>
                  <a:lnTo>
                    <a:pt x="1030632" y="2221585"/>
                  </a:lnTo>
                  <a:lnTo>
                    <a:pt x="1017247" y="2221585"/>
                  </a:lnTo>
                  <a:lnTo>
                    <a:pt x="1003862" y="2221585"/>
                  </a:lnTo>
                  <a:lnTo>
                    <a:pt x="990477" y="2221585"/>
                  </a:lnTo>
                  <a:lnTo>
                    <a:pt x="977092" y="2221585"/>
                  </a:lnTo>
                  <a:lnTo>
                    <a:pt x="963707" y="2221585"/>
                  </a:lnTo>
                  <a:lnTo>
                    <a:pt x="950323" y="2221585"/>
                  </a:lnTo>
                  <a:lnTo>
                    <a:pt x="936938" y="2221585"/>
                  </a:lnTo>
                  <a:lnTo>
                    <a:pt x="923553" y="2221585"/>
                  </a:lnTo>
                  <a:lnTo>
                    <a:pt x="910168" y="2221585"/>
                  </a:lnTo>
                  <a:lnTo>
                    <a:pt x="896783" y="2221585"/>
                  </a:lnTo>
                  <a:lnTo>
                    <a:pt x="883398" y="2221585"/>
                  </a:lnTo>
                  <a:lnTo>
                    <a:pt x="870014" y="2221585"/>
                  </a:lnTo>
                  <a:lnTo>
                    <a:pt x="856629" y="2221585"/>
                  </a:lnTo>
                  <a:lnTo>
                    <a:pt x="843244" y="2221585"/>
                  </a:lnTo>
                  <a:lnTo>
                    <a:pt x="829859" y="2221585"/>
                  </a:lnTo>
                  <a:lnTo>
                    <a:pt x="816474" y="2221585"/>
                  </a:lnTo>
                  <a:lnTo>
                    <a:pt x="803089" y="2221585"/>
                  </a:lnTo>
                  <a:lnTo>
                    <a:pt x="789705" y="2221585"/>
                  </a:lnTo>
                  <a:lnTo>
                    <a:pt x="776320" y="2221585"/>
                  </a:lnTo>
                  <a:lnTo>
                    <a:pt x="762935" y="2221585"/>
                  </a:lnTo>
                  <a:lnTo>
                    <a:pt x="749550" y="2221585"/>
                  </a:lnTo>
                  <a:lnTo>
                    <a:pt x="736165" y="2221585"/>
                  </a:lnTo>
                  <a:lnTo>
                    <a:pt x="722780" y="2221585"/>
                  </a:lnTo>
                  <a:lnTo>
                    <a:pt x="709396" y="2221585"/>
                  </a:lnTo>
                  <a:lnTo>
                    <a:pt x="696011" y="2221585"/>
                  </a:lnTo>
                  <a:lnTo>
                    <a:pt x="682626" y="2221585"/>
                  </a:lnTo>
                  <a:lnTo>
                    <a:pt x="669241" y="2221585"/>
                  </a:lnTo>
                  <a:lnTo>
                    <a:pt x="655856" y="2221585"/>
                  </a:lnTo>
                  <a:lnTo>
                    <a:pt x="642471" y="2221585"/>
                  </a:lnTo>
                  <a:lnTo>
                    <a:pt x="629087" y="2221585"/>
                  </a:lnTo>
                  <a:lnTo>
                    <a:pt x="615702" y="2221585"/>
                  </a:lnTo>
                  <a:lnTo>
                    <a:pt x="602317" y="2221585"/>
                  </a:lnTo>
                  <a:lnTo>
                    <a:pt x="588932" y="2221585"/>
                  </a:lnTo>
                  <a:lnTo>
                    <a:pt x="575547" y="2221585"/>
                  </a:lnTo>
                  <a:lnTo>
                    <a:pt x="562162" y="2221585"/>
                  </a:lnTo>
                  <a:lnTo>
                    <a:pt x="548778" y="2221585"/>
                  </a:lnTo>
                  <a:lnTo>
                    <a:pt x="535393" y="2221585"/>
                  </a:lnTo>
                  <a:lnTo>
                    <a:pt x="522008" y="2221585"/>
                  </a:lnTo>
                  <a:lnTo>
                    <a:pt x="508623" y="2221585"/>
                  </a:lnTo>
                  <a:lnTo>
                    <a:pt x="495238" y="2221585"/>
                  </a:lnTo>
                  <a:lnTo>
                    <a:pt x="481853" y="2221585"/>
                  </a:lnTo>
                  <a:lnTo>
                    <a:pt x="468469" y="2221585"/>
                  </a:lnTo>
                  <a:lnTo>
                    <a:pt x="455084" y="2221585"/>
                  </a:lnTo>
                  <a:lnTo>
                    <a:pt x="441699" y="2221585"/>
                  </a:lnTo>
                  <a:lnTo>
                    <a:pt x="428314" y="2221585"/>
                  </a:lnTo>
                  <a:lnTo>
                    <a:pt x="414929" y="2221585"/>
                  </a:lnTo>
                  <a:lnTo>
                    <a:pt x="401544" y="2221585"/>
                  </a:lnTo>
                  <a:lnTo>
                    <a:pt x="388160" y="2221585"/>
                  </a:lnTo>
                  <a:lnTo>
                    <a:pt x="374775" y="2221585"/>
                  </a:lnTo>
                  <a:lnTo>
                    <a:pt x="361390" y="2221585"/>
                  </a:lnTo>
                  <a:lnTo>
                    <a:pt x="348005" y="2221585"/>
                  </a:lnTo>
                  <a:lnTo>
                    <a:pt x="334620" y="2221585"/>
                  </a:lnTo>
                  <a:lnTo>
                    <a:pt x="321235" y="2221585"/>
                  </a:lnTo>
                  <a:lnTo>
                    <a:pt x="307851" y="2221585"/>
                  </a:lnTo>
                  <a:lnTo>
                    <a:pt x="294466" y="2221585"/>
                  </a:lnTo>
                  <a:lnTo>
                    <a:pt x="281081" y="2221585"/>
                  </a:lnTo>
                  <a:lnTo>
                    <a:pt x="267696" y="2221585"/>
                  </a:lnTo>
                  <a:lnTo>
                    <a:pt x="254311" y="2221585"/>
                  </a:lnTo>
                  <a:lnTo>
                    <a:pt x="240926" y="2221585"/>
                  </a:lnTo>
                  <a:lnTo>
                    <a:pt x="227542" y="2221585"/>
                  </a:lnTo>
                  <a:lnTo>
                    <a:pt x="214157" y="2221585"/>
                  </a:lnTo>
                  <a:lnTo>
                    <a:pt x="200772" y="2221585"/>
                  </a:lnTo>
                  <a:lnTo>
                    <a:pt x="187387" y="2221585"/>
                  </a:lnTo>
                  <a:lnTo>
                    <a:pt x="174002" y="2221585"/>
                  </a:lnTo>
                  <a:lnTo>
                    <a:pt x="160617" y="2221585"/>
                  </a:lnTo>
                  <a:lnTo>
                    <a:pt x="147233" y="2221585"/>
                  </a:lnTo>
                  <a:lnTo>
                    <a:pt x="133848" y="2221585"/>
                  </a:lnTo>
                  <a:lnTo>
                    <a:pt x="120463" y="2221585"/>
                  </a:lnTo>
                  <a:lnTo>
                    <a:pt x="107078" y="2221585"/>
                  </a:lnTo>
                  <a:lnTo>
                    <a:pt x="93693" y="2221585"/>
                  </a:lnTo>
                  <a:lnTo>
                    <a:pt x="80308" y="2221585"/>
                  </a:lnTo>
                  <a:lnTo>
                    <a:pt x="66924" y="2221585"/>
                  </a:lnTo>
                  <a:lnTo>
                    <a:pt x="53539" y="2221585"/>
                  </a:lnTo>
                  <a:lnTo>
                    <a:pt x="40154" y="2221585"/>
                  </a:lnTo>
                  <a:lnTo>
                    <a:pt x="26769" y="2221585"/>
                  </a:lnTo>
                  <a:lnTo>
                    <a:pt x="13384" y="2221585"/>
                  </a:lnTo>
                  <a:lnTo>
                    <a:pt x="0" y="2221585"/>
                  </a:lnTo>
                  <a:close/>
                </a:path>
              </a:pathLst>
            </a:custGeom>
            <a:solidFill>
              <a:srgbClr val="7F7F7F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429252" y="3326040"/>
              <a:ext cx="6839649" cy="2196967"/>
            </a:xfrm>
            <a:custGeom>
              <a:avLst/>
              <a:pathLst>
                <a:path w="6839649" h="2196967">
                  <a:moveTo>
                    <a:pt x="0" y="2196967"/>
                  </a:moveTo>
                  <a:lnTo>
                    <a:pt x="13384" y="2195635"/>
                  </a:lnTo>
                  <a:lnTo>
                    <a:pt x="26769" y="2194259"/>
                  </a:lnTo>
                  <a:lnTo>
                    <a:pt x="40154" y="2192817"/>
                  </a:lnTo>
                  <a:lnTo>
                    <a:pt x="53539" y="2191338"/>
                  </a:lnTo>
                  <a:lnTo>
                    <a:pt x="66924" y="2189815"/>
                  </a:lnTo>
                  <a:lnTo>
                    <a:pt x="80308" y="2188224"/>
                  </a:lnTo>
                  <a:lnTo>
                    <a:pt x="93693" y="2186596"/>
                  </a:lnTo>
                  <a:lnTo>
                    <a:pt x="107078" y="2184926"/>
                  </a:lnTo>
                  <a:lnTo>
                    <a:pt x="120463" y="2183187"/>
                  </a:lnTo>
                  <a:lnTo>
                    <a:pt x="133848" y="2181413"/>
                  </a:lnTo>
                  <a:lnTo>
                    <a:pt x="147233" y="2179598"/>
                  </a:lnTo>
                  <a:lnTo>
                    <a:pt x="160617" y="2177716"/>
                  </a:lnTo>
                  <a:lnTo>
                    <a:pt x="174002" y="2175800"/>
                  </a:lnTo>
                  <a:lnTo>
                    <a:pt x="187387" y="2173846"/>
                  </a:lnTo>
                  <a:lnTo>
                    <a:pt x="200772" y="2171829"/>
                  </a:lnTo>
                  <a:lnTo>
                    <a:pt x="214157" y="2169779"/>
                  </a:lnTo>
                  <a:lnTo>
                    <a:pt x="227542" y="2167695"/>
                  </a:lnTo>
                  <a:lnTo>
                    <a:pt x="240926" y="2165552"/>
                  </a:lnTo>
                  <a:lnTo>
                    <a:pt x="254311" y="2163381"/>
                  </a:lnTo>
                  <a:lnTo>
                    <a:pt x="267696" y="2161178"/>
                  </a:lnTo>
                  <a:lnTo>
                    <a:pt x="281081" y="2158923"/>
                  </a:lnTo>
                  <a:lnTo>
                    <a:pt x="294466" y="2156644"/>
                  </a:lnTo>
                  <a:lnTo>
                    <a:pt x="307851" y="2154337"/>
                  </a:lnTo>
                  <a:lnTo>
                    <a:pt x="321235" y="2151987"/>
                  </a:lnTo>
                  <a:lnTo>
                    <a:pt x="334620" y="2149616"/>
                  </a:lnTo>
                  <a:lnTo>
                    <a:pt x="348005" y="2147224"/>
                  </a:lnTo>
                  <a:lnTo>
                    <a:pt x="361390" y="2144796"/>
                  </a:lnTo>
                  <a:lnTo>
                    <a:pt x="374775" y="2142353"/>
                  </a:lnTo>
                  <a:lnTo>
                    <a:pt x="388160" y="2139894"/>
                  </a:lnTo>
                  <a:lnTo>
                    <a:pt x="401544" y="2137409"/>
                  </a:lnTo>
                  <a:lnTo>
                    <a:pt x="414929" y="2134915"/>
                  </a:lnTo>
                  <a:lnTo>
                    <a:pt x="428314" y="2132410"/>
                  </a:lnTo>
                  <a:lnTo>
                    <a:pt x="441699" y="2129890"/>
                  </a:lnTo>
                  <a:lnTo>
                    <a:pt x="455084" y="2127366"/>
                  </a:lnTo>
                  <a:lnTo>
                    <a:pt x="468469" y="2124837"/>
                  </a:lnTo>
                  <a:lnTo>
                    <a:pt x="481853" y="2122305"/>
                  </a:lnTo>
                  <a:lnTo>
                    <a:pt x="495238" y="2119773"/>
                  </a:lnTo>
                  <a:lnTo>
                    <a:pt x="508623" y="2117242"/>
                  </a:lnTo>
                  <a:lnTo>
                    <a:pt x="522008" y="2114719"/>
                  </a:lnTo>
                  <a:lnTo>
                    <a:pt x="535393" y="2112201"/>
                  </a:lnTo>
                  <a:lnTo>
                    <a:pt x="548778" y="2109690"/>
                  </a:lnTo>
                  <a:lnTo>
                    <a:pt x="562162" y="2107196"/>
                  </a:lnTo>
                  <a:lnTo>
                    <a:pt x="575547" y="2104714"/>
                  </a:lnTo>
                  <a:lnTo>
                    <a:pt x="588932" y="2102243"/>
                  </a:lnTo>
                  <a:lnTo>
                    <a:pt x="602317" y="2099797"/>
                  </a:lnTo>
                  <a:lnTo>
                    <a:pt x="615702" y="2097368"/>
                  </a:lnTo>
                  <a:lnTo>
                    <a:pt x="629087" y="2094955"/>
                  </a:lnTo>
                  <a:lnTo>
                    <a:pt x="642471" y="2092573"/>
                  </a:lnTo>
                  <a:lnTo>
                    <a:pt x="655856" y="2090213"/>
                  </a:lnTo>
                  <a:lnTo>
                    <a:pt x="669241" y="2087871"/>
                  </a:lnTo>
                  <a:lnTo>
                    <a:pt x="682626" y="2085566"/>
                  </a:lnTo>
                  <a:lnTo>
                    <a:pt x="696011" y="2083286"/>
                  </a:lnTo>
                  <a:lnTo>
                    <a:pt x="709396" y="2081026"/>
                  </a:lnTo>
                  <a:lnTo>
                    <a:pt x="722780" y="2078807"/>
                  </a:lnTo>
                  <a:lnTo>
                    <a:pt x="736165" y="2076613"/>
                  </a:lnTo>
                  <a:lnTo>
                    <a:pt x="749550" y="2074441"/>
                  </a:lnTo>
                  <a:lnTo>
                    <a:pt x="762935" y="2072309"/>
                  </a:lnTo>
                  <a:lnTo>
                    <a:pt x="776320" y="2070202"/>
                  </a:lnTo>
                  <a:lnTo>
                    <a:pt x="789705" y="2068117"/>
                  </a:lnTo>
                  <a:lnTo>
                    <a:pt x="803089" y="2066070"/>
                  </a:lnTo>
                  <a:lnTo>
                    <a:pt x="816474" y="2064046"/>
                  </a:lnTo>
                  <a:lnTo>
                    <a:pt x="829859" y="2062041"/>
                  </a:lnTo>
                  <a:lnTo>
                    <a:pt x="843244" y="2060068"/>
                  </a:lnTo>
                  <a:lnTo>
                    <a:pt x="856629" y="2058114"/>
                  </a:lnTo>
                  <a:lnTo>
                    <a:pt x="870014" y="2056175"/>
                  </a:lnTo>
                  <a:lnTo>
                    <a:pt x="883398" y="2054259"/>
                  </a:lnTo>
                  <a:lnTo>
                    <a:pt x="896783" y="2052355"/>
                  </a:lnTo>
                  <a:lnTo>
                    <a:pt x="910168" y="2050461"/>
                  </a:lnTo>
                  <a:lnTo>
                    <a:pt x="923553" y="2048577"/>
                  </a:lnTo>
                  <a:lnTo>
                    <a:pt x="936938" y="2046696"/>
                  </a:lnTo>
                  <a:lnTo>
                    <a:pt x="950323" y="2044816"/>
                  </a:lnTo>
                  <a:lnTo>
                    <a:pt x="963707" y="2042931"/>
                  </a:lnTo>
                  <a:lnTo>
                    <a:pt x="977092" y="2041036"/>
                  </a:lnTo>
                  <a:lnTo>
                    <a:pt x="990477" y="2039132"/>
                  </a:lnTo>
                  <a:lnTo>
                    <a:pt x="1003862" y="2037205"/>
                  </a:lnTo>
                  <a:lnTo>
                    <a:pt x="1017247" y="2035252"/>
                  </a:lnTo>
                  <a:lnTo>
                    <a:pt x="1030632" y="2033278"/>
                  </a:lnTo>
                  <a:lnTo>
                    <a:pt x="1044016" y="2031259"/>
                  </a:lnTo>
                  <a:lnTo>
                    <a:pt x="1057401" y="2029195"/>
                  </a:lnTo>
                  <a:lnTo>
                    <a:pt x="1070786" y="2027095"/>
                  </a:lnTo>
                  <a:lnTo>
                    <a:pt x="1084171" y="2024926"/>
                  </a:lnTo>
                  <a:lnTo>
                    <a:pt x="1097556" y="2022691"/>
                  </a:lnTo>
                  <a:lnTo>
                    <a:pt x="1110941" y="2020403"/>
                  </a:lnTo>
                  <a:lnTo>
                    <a:pt x="1124325" y="2018020"/>
                  </a:lnTo>
                  <a:lnTo>
                    <a:pt x="1137710" y="2015545"/>
                  </a:lnTo>
                  <a:lnTo>
                    <a:pt x="1151095" y="2012999"/>
                  </a:lnTo>
                  <a:lnTo>
                    <a:pt x="1164480" y="2010329"/>
                  </a:lnTo>
                  <a:lnTo>
                    <a:pt x="1177865" y="2007540"/>
                  </a:lnTo>
                  <a:lnTo>
                    <a:pt x="1191250" y="2004661"/>
                  </a:lnTo>
                  <a:lnTo>
                    <a:pt x="1204634" y="2001627"/>
                  </a:lnTo>
                  <a:lnTo>
                    <a:pt x="1218019" y="1998445"/>
                  </a:lnTo>
                  <a:lnTo>
                    <a:pt x="1231404" y="1995153"/>
                  </a:lnTo>
                  <a:lnTo>
                    <a:pt x="1244789" y="1991675"/>
                  </a:lnTo>
                  <a:lnTo>
                    <a:pt x="1258174" y="1988018"/>
                  </a:lnTo>
                  <a:lnTo>
                    <a:pt x="1271559" y="1984229"/>
                  </a:lnTo>
                  <a:lnTo>
                    <a:pt x="1284943" y="1980224"/>
                  </a:lnTo>
                  <a:lnTo>
                    <a:pt x="1298328" y="1976009"/>
                  </a:lnTo>
                  <a:lnTo>
                    <a:pt x="1311713" y="1971640"/>
                  </a:lnTo>
                  <a:lnTo>
                    <a:pt x="1325098" y="1967027"/>
                  </a:lnTo>
                  <a:lnTo>
                    <a:pt x="1338483" y="1962171"/>
                  </a:lnTo>
                  <a:lnTo>
                    <a:pt x="1351868" y="1957142"/>
                  </a:lnTo>
                  <a:lnTo>
                    <a:pt x="1365252" y="1951842"/>
                  </a:lnTo>
                  <a:lnTo>
                    <a:pt x="1378637" y="1946267"/>
                  </a:lnTo>
                  <a:lnTo>
                    <a:pt x="1392022" y="1940500"/>
                  </a:lnTo>
                  <a:lnTo>
                    <a:pt x="1405407" y="1934440"/>
                  </a:lnTo>
                  <a:lnTo>
                    <a:pt x="1418792" y="1928075"/>
                  </a:lnTo>
                  <a:lnTo>
                    <a:pt x="1432177" y="1921502"/>
                  </a:lnTo>
                  <a:lnTo>
                    <a:pt x="1445561" y="1914616"/>
                  </a:lnTo>
                  <a:lnTo>
                    <a:pt x="1458946" y="1907400"/>
                  </a:lnTo>
                  <a:lnTo>
                    <a:pt x="1472331" y="1899962"/>
                  </a:lnTo>
                  <a:lnTo>
                    <a:pt x="1485716" y="1892195"/>
                  </a:lnTo>
                  <a:lnTo>
                    <a:pt x="1499101" y="1884079"/>
                  </a:lnTo>
                  <a:lnTo>
                    <a:pt x="1512486" y="1875729"/>
                  </a:lnTo>
                  <a:lnTo>
                    <a:pt x="1525870" y="1867043"/>
                  </a:lnTo>
                  <a:lnTo>
                    <a:pt x="1539255" y="1857990"/>
                  </a:lnTo>
                  <a:lnTo>
                    <a:pt x="1552640" y="1848699"/>
                  </a:lnTo>
                  <a:lnTo>
                    <a:pt x="1566025" y="1839068"/>
                  </a:lnTo>
                  <a:lnTo>
                    <a:pt x="1579410" y="1829061"/>
                  </a:lnTo>
                  <a:lnTo>
                    <a:pt x="1592795" y="1818813"/>
                  </a:lnTo>
                  <a:lnTo>
                    <a:pt x="1606179" y="1808230"/>
                  </a:lnTo>
                  <a:lnTo>
                    <a:pt x="1619564" y="1797268"/>
                  </a:lnTo>
                  <a:lnTo>
                    <a:pt x="1632949" y="1786068"/>
                  </a:lnTo>
                  <a:lnTo>
                    <a:pt x="1646334" y="1774542"/>
                  </a:lnTo>
                  <a:lnTo>
                    <a:pt x="1659719" y="1762642"/>
                  </a:lnTo>
                  <a:lnTo>
                    <a:pt x="1673104" y="1750513"/>
                  </a:lnTo>
                  <a:lnTo>
                    <a:pt x="1686488" y="1738073"/>
                  </a:lnTo>
                  <a:lnTo>
                    <a:pt x="1699873" y="1725273"/>
                  </a:lnTo>
                  <a:lnTo>
                    <a:pt x="1713258" y="1712254"/>
                  </a:lnTo>
                  <a:lnTo>
                    <a:pt x="1726643" y="1698946"/>
                  </a:lnTo>
                  <a:lnTo>
                    <a:pt x="1740028" y="1685297"/>
                  </a:lnTo>
                  <a:lnTo>
                    <a:pt x="1753413" y="1671447"/>
                  </a:lnTo>
                  <a:lnTo>
                    <a:pt x="1766797" y="1657333"/>
                  </a:lnTo>
                  <a:lnTo>
                    <a:pt x="1780182" y="1642905"/>
                  </a:lnTo>
                  <a:lnTo>
                    <a:pt x="1793567" y="1628294"/>
                  </a:lnTo>
                  <a:lnTo>
                    <a:pt x="1806952" y="1613450"/>
                  </a:lnTo>
                  <a:lnTo>
                    <a:pt x="1820337" y="1598324"/>
                  </a:lnTo>
                  <a:lnTo>
                    <a:pt x="1833722" y="1583036"/>
                  </a:lnTo>
                  <a:lnTo>
                    <a:pt x="1847106" y="1567549"/>
                  </a:lnTo>
                  <a:lnTo>
                    <a:pt x="1860491" y="1551814"/>
                  </a:lnTo>
                  <a:lnTo>
                    <a:pt x="1873876" y="1535943"/>
                  </a:lnTo>
                  <a:lnTo>
                    <a:pt x="1887261" y="1519905"/>
                  </a:lnTo>
                  <a:lnTo>
                    <a:pt x="1900646" y="1503659"/>
                  </a:lnTo>
                  <a:lnTo>
                    <a:pt x="1914031" y="1487301"/>
                  </a:lnTo>
                  <a:lnTo>
                    <a:pt x="1927415" y="1470809"/>
                  </a:lnTo>
                  <a:lnTo>
                    <a:pt x="1940800" y="1454150"/>
                  </a:lnTo>
                  <a:lnTo>
                    <a:pt x="1954185" y="1437404"/>
                  </a:lnTo>
                  <a:lnTo>
                    <a:pt x="1967570" y="1420555"/>
                  </a:lnTo>
                  <a:lnTo>
                    <a:pt x="1980955" y="1403578"/>
                  </a:lnTo>
                  <a:lnTo>
                    <a:pt x="1994340" y="1386538"/>
                  </a:lnTo>
                  <a:lnTo>
                    <a:pt x="2007724" y="1369424"/>
                  </a:lnTo>
                  <a:lnTo>
                    <a:pt x="2021109" y="1352222"/>
                  </a:lnTo>
                  <a:lnTo>
                    <a:pt x="2034494" y="1334977"/>
                  </a:lnTo>
                  <a:lnTo>
                    <a:pt x="2047879" y="1317684"/>
                  </a:lnTo>
                  <a:lnTo>
                    <a:pt x="2061264" y="1300337"/>
                  </a:lnTo>
                  <a:lnTo>
                    <a:pt x="2074649" y="1282968"/>
                  </a:lnTo>
                  <a:lnTo>
                    <a:pt x="2088033" y="1265573"/>
                  </a:lnTo>
                  <a:lnTo>
                    <a:pt x="2101418" y="1248154"/>
                  </a:lnTo>
                  <a:lnTo>
                    <a:pt x="2114803" y="1230729"/>
                  </a:lnTo>
                  <a:lnTo>
                    <a:pt x="2128188" y="1213298"/>
                  </a:lnTo>
                  <a:lnTo>
                    <a:pt x="2141573" y="1195868"/>
                  </a:lnTo>
                  <a:lnTo>
                    <a:pt x="2154958" y="1178446"/>
                  </a:lnTo>
                  <a:lnTo>
                    <a:pt x="2168342" y="1161032"/>
                  </a:lnTo>
                  <a:lnTo>
                    <a:pt x="2181727" y="1143643"/>
                  </a:lnTo>
                  <a:lnTo>
                    <a:pt x="2195112" y="1126271"/>
                  </a:lnTo>
                  <a:lnTo>
                    <a:pt x="2208497" y="1108918"/>
                  </a:lnTo>
                  <a:lnTo>
                    <a:pt x="2221882" y="1091609"/>
                  </a:lnTo>
                  <a:lnTo>
                    <a:pt x="2235267" y="1074325"/>
                  </a:lnTo>
                  <a:lnTo>
                    <a:pt x="2248651" y="1057071"/>
                  </a:lnTo>
                  <a:lnTo>
                    <a:pt x="2262036" y="1039874"/>
                  </a:lnTo>
                  <a:lnTo>
                    <a:pt x="2275421" y="1022711"/>
                  </a:lnTo>
                  <a:lnTo>
                    <a:pt x="2288806" y="1005584"/>
                  </a:lnTo>
                  <a:lnTo>
                    <a:pt x="2302191" y="988528"/>
                  </a:lnTo>
                  <a:lnTo>
                    <a:pt x="2315576" y="971513"/>
                  </a:lnTo>
                  <a:lnTo>
                    <a:pt x="2328960" y="954541"/>
                  </a:lnTo>
                  <a:lnTo>
                    <a:pt x="2342345" y="937654"/>
                  </a:lnTo>
                  <a:lnTo>
                    <a:pt x="2355730" y="920816"/>
                  </a:lnTo>
                  <a:lnTo>
                    <a:pt x="2369115" y="904026"/>
                  </a:lnTo>
                  <a:lnTo>
                    <a:pt x="2382500" y="887339"/>
                  </a:lnTo>
                  <a:lnTo>
                    <a:pt x="2395885" y="870709"/>
                  </a:lnTo>
                  <a:lnTo>
                    <a:pt x="2409269" y="854136"/>
                  </a:lnTo>
                  <a:lnTo>
                    <a:pt x="2422654" y="837685"/>
                  </a:lnTo>
                  <a:lnTo>
                    <a:pt x="2436039" y="821302"/>
                  </a:lnTo>
                  <a:lnTo>
                    <a:pt x="2449424" y="804988"/>
                  </a:lnTo>
                  <a:lnTo>
                    <a:pt x="2462809" y="788819"/>
                  </a:lnTo>
                  <a:lnTo>
                    <a:pt x="2476194" y="772733"/>
                  </a:lnTo>
                  <a:lnTo>
                    <a:pt x="2489578" y="756729"/>
                  </a:lnTo>
                  <a:lnTo>
                    <a:pt x="2502963" y="740899"/>
                  </a:lnTo>
                  <a:lnTo>
                    <a:pt x="2516348" y="725171"/>
                  </a:lnTo>
                  <a:lnTo>
                    <a:pt x="2529733" y="709542"/>
                  </a:lnTo>
                  <a:lnTo>
                    <a:pt x="2543118" y="694120"/>
                  </a:lnTo>
                  <a:lnTo>
                    <a:pt x="2556503" y="678823"/>
                  </a:lnTo>
                  <a:lnTo>
                    <a:pt x="2569887" y="663645"/>
                  </a:lnTo>
                  <a:lnTo>
                    <a:pt x="2583272" y="648713"/>
                  </a:lnTo>
                  <a:lnTo>
                    <a:pt x="2596657" y="633931"/>
                  </a:lnTo>
                  <a:lnTo>
                    <a:pt x="2610042" y="619291"/>
                  </a:lnTo>
                  <a:lnTo>
                    <a:pt x="2623427" y="604939"/>
                  </a:lnTo>
                  <a:lnTo>
                    <a:pt x="2636812" y="590766"/>
                  </a:lnTo>
                  <a:lnTo>
                    <a:pt x="2650196" y="576760"/>
                  </a:lnTo>
                  <a:lnTo>
                    <a:pt x="2663581" y="563083"/>
                  </a:lnTo>
                  <a:lnTo>
                    <a:pt x="2676966" y="549618"/>
                  </a:lnTo>
                  <a:lnTo>
                    <a:pt x="2690351" y="536344"/>
                  </a:lnTo>
                  <a:lnTo>
                    <a:pt x="2703736" y="523443"/>
                  </a:lnTo>
                  <a:lnTo>
                    <a:pt x="2717121" y="510785"/>
                  </a:lnTo>
                  <a:lnTo>
                    <a:pt x="2730505" y="498342"/>
                  </a:lnTo>
                  <a:lnTo>
                    <a:pt x="2743890" y="486311"/>
                  </a:lnTo>
                  <a:lnTo>
                    <a:pt x="2757275" y="474552"/>
                  </a:lnTo>
                  <a:lnTo>
                    <a:pt x="2770660" y="463032"/>
                  </a:lnTo>
                  <a:lnTo>
                    <a:pt x="2784045" y="451956"/>
                  </a:lnTo>
                  <a:lnTo>
                    <a:pt x="2797430" y="441180"/>
                  </a:lnTo>
                  <a:lnTo>
                    <a:pt x="2810814" y="430661"/>
                  </a:lnTo>
                  <a:lnTo>
                    <a:pt x="2824199" y="420612"/>
                  </a:lnTo>
                  <a:lnTo>
                    <a:pt x="2837584" y="410884"/>
                  </a:lnTo>
                  <a:lnTo>
                    <a:pt x="2850969" y="401426"/>
                  </a:lnTo>
                  <a:lnTo>
                    <a:pt x="2864354" y="392452"/>
                  </a:lnTo>
                  <a:lnTo>
                    <a:pt x="2877739" y="383815"/>
                  </a:lnTo>
                  <a:lnTo>
                    <a:pt x="2891123" y="375455"/>
                  </a:lnTo>
                  <a:lnTo>
                    <a:pt x="2904508" y="367581"/>
                  </a:lnTo>
                  <a:lnTo>
                    <a:pt x="2917893" y="360050"/>
                  </a:lnTo>
                  <a:lnTo>
                    <a:pt x="2931278" y="352797"/>
                  </a:lnTo>
                  <a:lnTo>
                    <a:pt x="2944663" y="346019"/>
                  </a:lnTo>
                  <a:lnTo>
                    <a:pt x="2958048" y="339581"/>
                  </a:lnTo>
                  <a:lnTo>
                    <a:pt x="2971432" y="333412"/>
                  </a:lnTo>
                  <a:lnTo>
                    <a:pt x="2984817" y="327695"/>
                  </a:lnTo>
                  <a:lnTo>
                    <a:pt x="2998202" y="322305"/>
                  </a:lnTo>
                  <a:lnTo>
                    <a:pt x="3011587" y="317168"/>
                  </a:lnTo>
                  <a:lnTo>
                    <a:pt x="3024972" y="312447"/>
                  </a:lnTo>
                  <a:lnTo>
                    <a:pt x="3038357" y="308029"/>
                  </a:lnTo>
                  <a:lnTo>
                    <a:pt x="3051741" y="303841"/>
                  </a:lnTo>
                  <a:lnTo>
                    <a:pt x="3065126" y="300021"/>
                  </a:lnTo>
                  <a:lnTo>
                    <a:pt x="3078511" y="296472"/>
                  </a:lnTo>
                  <a:lnTo>
                    <a:pt x="3091896" y="293122"/>
                  </a:lnTo>
                  <a:lnTo>
                    <a:pt x="3105281" y="290084"/>
                  </a:lnTo>
                  <a:lnTo>
                    <a:pt x="3118666" y="287274"/>
                  </a:lnTo>
                  <a:lnTo>
                    <a:pt x="3132050" y="284629"/>
                  </a:lnTo>
                  <a:lnTo>
                    <a:pt x="3145435" y="282233"/>
                  </a:lnTo>
                  <a:lnTo>
                    <a:pt x="3158820" y="280016"/>
                  </a:lnTo>
                  <a:lnTo>
                    <a:pt x="3172205" y="277924"/>
                  </a:lnTo>
                  <a:lnTo>
                    <a:pt x="3185590" y="276014"/>
                  </a:lnTo>
                  <a:lnTo>
                    <a:pt x="3198975" y="274230"/>
                  </a:lnTo>
                  <a:lnTo>
                    <a:pt x="3212359" y="272529"/>
                  </a:lnTo>
                  <a:lnTo>
                    <a:pt x="3225744" y="270942"/>
                  </a:lnTo>
                  <a:lnTo>
                    <a:pt x="3239129" y="269426"/>
                  </a:lnTo>
                  <a:lnTo>
                    <a:pt x="3252514" y="267951"/>
                  </a:lnTo>
                  <a:lnTo>
                    <a:pt x="3265899" y="266524"/>
                  </a:lnTo>
                  <a:lnTo>
                    <a:pt x="3279284" y="265112"/>
                  </a:lnTo>
                  <a:lnTo>
                    <a:pt x="3292668" y="263701"/>
                  </a:lnTo>
                  <a:lnTo>
                    <a:pt x="3306053" y="262276"/>
                  </a:lnTo>
                  <a:lnTo>
                    <a:pt x="3319438" y="260812"/>
                  </a:lnTo>
                  <a:lnTo>
                    <a:pt x="3332823" y="259313"/>
                  </a:lnTo>
                  <a:lnTo>
                    <a:pt x="3346208" y="257746"/>
                  </a:lnTo>
                  <a:lnTo>
                    <a:pt x="3359593" y="256091"/>
                  </a:lnTo>
                  <a:lnTo>
                    <a:pt x="3372977" y="254368"/>
                  </a:lnTo>
                  <a:lnTo>
                    <a:pt x="3386362" y="252532"/>
                  </a:lnTo>
                  <a:lnTo>
                    <a:pt x="3399747" y="250565"/>
                  </a:lnTo>
                  <a:lnTo>
                    <a:pt x="3413132" y="248505"/>
                  </a:lnTo>
                  <a:lnTo>
                    <a:pt x="3426517" y="246296"/>
                  </a:lnTo>
                  <a:lnTo>
                    <a:pt x="3439902" y="243923"/>
                  </a:lnTo>
                  <a:lnTo>
                    <a:pt x="3453286" y="241436"/>
                  </a:lnTo>
                  <a:lnTo>
                    <a:pt x="3466671" y="238775"/>
                  </a:lnTo>
                  <a:lnTo>
                    <a:pt x="3480056" y="235926"/>
                  </a:lnTo>
                  <a:lnTo>
                    <a:pt x="3493441" y="232950"/>
                  </a:lnTo>
                  <a:lnTo>
                    <a:pt x="3506826" y="229786"/>
                  </a:lnTo>
                  <a:lnTo>
                    <a:pt x="3520211" y="226420"/>
                  </a:lnTo>
                  <a:lnTo>
                    <a:pt x="3533595" y="222922"/>
                  </a:lnTo>
                  <a:lnTo>
                    <a:pt x="3546980" y="219232"/>
                  </a:lnTo>
                  <a:lnTo>
                    <a:pt x="3560365" y="215336"/>
                  </a:lnTo>
                  <a:lnTo>
                    <a:pt x="3573750" y="211308"/>
                  </a:lnTo>
                  <a:lnTo>
                    <a:pt x="3587135" y="207095"/>
                  </a:lnTo>
                  <a:lnTo>
                    <a:pt x="3600520" y="202683"/>
                  </a:lnTo>
                  <a:lnTo>
                    <a:pt x="3613904" y="198146"/>
                  </a:lnTo>
                  <a:lnTo>
                    <a:pt x="3627289" y="193439"/>
                  </a:lnTo>
                  <a:lnTo>
                    <a:pt x="3640674" y="188548"/>
                  </a:lnTo>
                  <a:lnTo>
                    <a:pt x="3654059" y="183546"/>
                  </a:lnTo>
                  <a:lnTo>
                    <a:pt x="3667444" y="178396"/>
                  </a:lnTo>
                  <a:lnTo>
                    <a:pt x="3680829" y="173087"/>
                  </a:lnTo>
                  <a:lnTo>
                    <a:pt x="3694213" y="167685"/>
                  </a:lnTo>
                  <a:lnTo>
                    <a:pt x="3707598" y="162163"/>
                  </a:lnTo>
                  <a:lnTo>
                    <a:pt x="3720983" y="156516"/>
                  </a:lnTo>
                  <a:lnTo>
                    <a:pt x="3734368" y="150798"/>
                  </a:lnTo>
                  <a:lnTo>
                    <a:pt x="3747753" y="144994"/>
                  </a:lnTo>
                  <a:lnTo>
                    <a:pt x="3761138" y="139103"/>
                  </a:lnTo>
                  <a:lnTo>
                    <a:pt x="3774522" y="133170"/>
                  </a:lnTo>
                  <a:lnTo>
                    <a:pt x="3787907" y="127186"/>
                  </a:lnTo>
                  <a:lnTo>
                    <a:pt x="3801292" y="121163"/>
                  </a:lnTo>
                  <a:lnTo>
                    <a:pt x="3814677" y="115126"/>
                  </a:lnTo>
                  <a:lnTo>
                    <a:pt x="3828062" y="109079"/>
                  </a:lnTo>
                  <a:lnTo>
                    <a:pt x="3841447" y="103044"/>
                  </a:lnTo>
                  <a:lnTo>
                    <a:pt x="3854831" y="97028"/>
                  </a:lnTo>
                  <a:lnTo>
                    <a:pt x="3868216" y="91042"/>
                  </a:lnTo>
                  <a:lnTo>
                    <a:pt x="3881601" y="85126"/>
                  </a:lnTo>
                  <a:lnTo>
                    <a:pt x="3894986" y="79263"/>
                  </a:lnTo>
                  <a:lnTo>
                    <a:pt x="3908371" y="73472"/>
                  </a:lnTo>
                  <a:lnTo>
                    <a:pt x="3921756" y="67812"/>
                  </a:lnTo>
                  <a:lnTo>
                    <a:pt x="3935140" y="62242"/>
                  </a:lnTo>
                  <a:lnTo>
                    <a:pt x="3948525" y="56787"/>
                  </a:lnTo>
                  <a:lnTo>
                    <a:pt x="3961910" y="51527"/>
                  </a:lnTo>
                  <a:lnTo>
                    <a:pt x="3975295" y="46394"/>
                  </a:lnTo>
                  <a:lnTo>
                    <a:pt x="3988680" y="41419"/>
                  </a:lnTo>
                  <a:lnTo>
                    <a:pt x="4002065" y="36708"/>
                  </a:lnTo>
                  <a:lnTo>
                    <a:pt x="4015449" y="32162"/>
                  </a:lnTo>
                  <a:lnTo>
                    <a:pt x="4028834" y="27816"/>
                  </a:lnTo>
                  <a:lnTo>
                    <a:pt x="4042219" y="23804"/>
                  </a:lnTo>
                  <a:lnTo>
                    <a:pt x="4055604" y="19994"/>
                  </a:lnTo>
                  <a:lnTo>
                    <a:pt x="4068989" y="16426"/>
                  </a:lnTo>
                  <a:lnTo>
                    <a:pt x="4082374" y="13265"/>
                  </a:lnTo>
                  <a:lnTo>
                    <a:pt x="4095758" y="10343"/>
                  </a:lnTo>
                  <a:lnTo>
                    <a:pt x="4109143" y="7703"/>
                  </a:lnTo>
                  <a:lnTo>
                    <a:pt x="4122528" y="5540"/>
                  </a:lnTo>
                  <a:lnTo>
                    <a:pt x="4135913" y="3654"/>
                  </a:lnTo>
                  <a:lnTo>
                    <a:pt x="4149298" y="2086"/>
                  </a:lnTo>
                  <a:lnTo>
                    <a:pt x="4162683" y="1066"/>
                  </a:lnTo>
                  <a:lnTo>
                    <a:pt x="4176067" y="358"/>
                  </a:lnTo>
                  <a:lnTo>
                    <a:pt x="4189452" y="0"/>
                  </a:lnTo>
                  <a:lnTo>
                    <a:pt x="4202837" y="257"/>
                  </a:lnTo>
                  <a:lnTo>
                    <a:pt x="4216222" y="859"/>
                  </a:lnTo>
                  <a:lnTo>
                    <a:pt x="4229607" y="1839"/>
                  </a:lnTo>
                  <a:lnTo>
                    <a:pt x="4242992" y="3497"/>
                  </a:lnTo>
                  <a:lnTo>
                    <a:pt x="4256376" y="5526"/>
                  </a:lnTo>
                  <a:lnTo>
                    <a:pt x="4269761" y="7957"/>
                  </a:lnTo>
                  <a:lnTo>
                    <a:pt x="4283146" y="11120"/>
                  </a:lnTo>
                  <a:lnTo>
                    <a:pt x="4296531" y="14678"/>
                  </a:lnTo>
                  <a:lnTo>
                    <a:pt x="4309916" y="18653"/>
                  </a:lnTo>
                  <a:lnTo>
                    <a:pt x="4323301" y="23406"/>
                  </a:lnTo>
                  <a:lnTo>
                    <a:pt x="4336685" y="28570"/>
                  </a:lnTo>
                  <a:lnTo>
                    <a:pt x="4350070" y="34160"/>
                  </a:lnTo>
                  <a:lnTo>
                    <a:pt x="4363455" y="40561"/>
                  </a:lnTo>
                  <a:lnTo>
                    <a:pt x="4376840" y="47383"/>
                  </a:lnTo>
                  <a:lnTo>
                    <a:pt x="4390225" y="54633"/>
                  </a:lnTo>
                  <a:lnTo>
                    <a:pt x="4403610" y="62712"/>
                  </a:lnTo>
                  <a:lnTo>
                    <a:pt x="4416994" y="71214"/>
                  </a:lnTo>
                  <a:lnTo>
                    <a:pt x="4430379" y="80139"/>
                  </a:lnTo>
                  <a:lnTo>
                    <a:pt x="4443764" y="89894"/>
                  </a:lnTo>
                  <a:lnTo>
                    <a:pt x="4457149" y="100066"/>
                  </a:lnTo>
                  <a:lnTo>
                    <a:pt x="4470534" y="110654"/>
                  </a:lnTo>
                  <a:lnTo>
                    <a:pt x="4483919" y="122044"/>
                  </a:lnTo>
                  <a:lnTo>
                    <a:pt x="4497303" y="133844"/>
                  </a:lnTo>
                  <a:lnTo>
                    <a:pt x="4510688" y="146045"/>
                  </a:lnTo>
                  <a:lnTo>
                    <a:pt x="4524073" y="159003"/>
                  </a:lnTo>
                  <a:lnTo>
                    <a:pt x="4537458" y="172355"/>
                  </a:lnTo>
                  <a:lnTo>
                    <a:pt x="4550843" y="186085"/>
                  </a:lnTo>
                  <a:lnTo>
                    <a:pt x="4564228" y="200512"/>
                  </a:lnTo>
                  <a:lnTo>
                    <a:pt x="4577612" y="215309"/>
                  </a:lnTo>
                  <a:lnTo>
                    <a:pt x="4590997" y="230453"/>
                  </a:lnTo>
                  <a:lnTo>
                    <a:pt x="4604382" y="246222"/>
                  </a:lnTo>
                  <a:lnTo>
                    <a:pt x="4617767" y="262328"/>
                  </a:lnTo>
                  <a:lnTo>
                    <a:pt x="4631152" y="278743"/>
                  </a:lnTo>
                  <a:lnTo>
                    <a:pt x="4644537" y="295701"/>
                  </a:lnTo>
                  <a:lnTo>
                    <a:pt x="4657921" y="312956"/>
                  </a:lnTo>
                  <a:lnTo>
                    <a:pt x="4671306" y="330475"/>
                  </a:lnTo>
                  <a:lnTo>
                    <a:pt x="4684691" y="348450"/>
                  </a:lnTo>
                  <a:lnTo>
                    <a:pt x="4698076" y="366673"/>
                  </a:lnTo>
                  <a:lnTo>
                    <a:pt x="4711461" y="385113"/>
                  </a:lnTo>
                  <a:lnTo>
                    <a:pt x="4724846" y="403915"/>
                  </a:lnTo>
                  <a:lnTo>
                    <a:pt x="4738230" y="422914"/>
                  </a:lnTo>
                  <a:lnTo>
                    <a:pt x="4751615" y="442080"/>
                  </a:lnTo>
                  <a:lnTo>
                    <a:pt x="4765000" y="461512"/>
                  </a:lnTo>
                  <a:lnTo>
                    <a:pt x="4778385" y="481086"/>
                  </a:lnTo>
                  <a:lnTo>
                    <a:pt x="4791770" y="500777"/>
                  </a:lnTo>
                  <a:lnTo>
                    <a:pt x="4805155" y="520641"/>
                  </a:lnTo>
                  <a:lnTo>
                    <a:pt x="4818539" y="540590"/>
                  </a:lnTo>
                  <a:lnTo>
                    <a:pt x="4831924" y="560606"/>
                  </a:lnTo>
                  <a:lnTo>
                    <a:pt x="4845309" y="580707"/>
                  </a:lnTo>
                  <a:lnTo>
                    <a:pt x="4858694" y="600838"/>
                  </a:lnTo>
                  <a:lnTo>
                    <a:pt x="4872079" y="620988"/>
                  </a:lnTo>
                  <a:lnTo>
                    <a:pt x="4885464" y="641141"/>
                  </a:lnTo>
                  <a:lnTo>
                    <a:pt x="4898848" y="661271"/>
                  </a:lnTo>
                  <a:lnTo>
                    <a:pt x="4912233" y="681377"/>
                  </a:lnTo>
                  <a:lnTo>
                    <a:pt x="4925618" y="701414"/>
                  </a:lnTo>
                  <a:lnTo>
                    <a:pt x="4939003" y="721379"/>
                  </a:lnTo>
                  <a:lnTo>
                    <a:pt x="4952388" y="741282"/>
                  </a:lnTo>
                  <a:lnTo>
                    <a:pt x="4965773" y="761053"/>
                  </a:lnTo>
                  <a:lnTo>
                    <a:pt x="4979157" y="780710"/>
                  </a:lnTo>
                  <a:lnTo>
                    <a:pt x="4992542" y="800270"/>
                  </a:lnTo>
                  <a:lnTo>
                    <a:pt x="5005927" y="819650"/>
                  </a:lnTo>
                  <a:lnTo>
                    <a:pt x="5019312" y="838878"/>
                  </a:lnTo>
                  <a:lnTo>
                    <a:pt x="5032697" y="857984"/>
                  </a:lnTo>
                  <a:lnTo>
                    <a:pt x="5046082" y="876871"/>
                  </a:lnTo>
                  <a:lnTo>
                    <a:pt x="5059466" y="895577"/>
                  </a:lnTo>
                  <a:lnTo>
                    <a:pt x="5072851" y="914140"/>
                  </a:lnTo>
                  <a:lnTo>
                    <a:pt x="5086236" y="932459"/>
                  </a:lnTo>
                  <a:lnTo>
                    <a:pt x="5099621" y="950574"/>
                  </a:lnTo>
                  <a:lnTo>
                    <a:pt x="5113006" y="968533"/>
                  </a:lnTo>
                  <a:lnTo>
                    <a:pt x="5126391" y="986231"/>
                  </a:lnTo>
                  <a:lnTo>
                    <a:pt x="5139775" y="1003712"/>
                  </a:lnTo>
                  <a:lnTo>
                    <a:pt x="5153160" y="1021030"/>
                  </a:lnTo>
                  <a:lnTo>
                    <a:pt x="5166545" y="1038081"/>
                  </a:lnTo>
                  <a:lnTo>
                    <a:pt x="5179930" y="1054907"/>
                  </a:lnTo>
                  <a:lnTo>
                    <a:pt x="5193315" y="1071569"/>
                  </a:lnTo>
                  <a:lnTo>
                    <a:pt x="5206700" y="1087966"/>
                  </a:lnTo>
                  <a:lnTo>
                    <a:pt x="5220084" y="1104138"/>
                  </a:lnTo>
                  <a:lnTo>
                    <a:pt x="5233469" y="1120147"/>
                  </a:lnTo>
                  <a:lnTo>
                    <a:pt x="5246854" y="1135902"/>
                  </a:lnTo>
                  <a:lnTo>
                    <a:pt x="5260239" y="1151437"/>
                  </a:lnTo>
                  <a:lnTo>
                    <a:pt x="5273624" y="1166815"/>
                  </a:lnTo>
                  <a:lnTo>
                    <a:pt x="5287009" y="1181954"/>
                  </a:lnTo>
                  <a:lnTo>
                    <a:pt x="5300393" y="1196881"/>
                  </a:lnTo>
                  <a:lnTo>
                    <a:pt x="5313778" y="1211661"/>
                  </a:lnTo>
                  <a:lnTo>
                    <a:pt x="5327163" y="1226219"/>
                  </a:lnTo>
                  <a:lnTo>
                    <a:pt x="5340548" y="1240578"/>
                  </a:lnTo>
                  <a:lnTo>
                    <a:pt x="5353933" y="1254801"/>
                  </a:lnTo>
                  <a:lnTo>
                    <a:pt x="5367318" y="1268822"/>
                  </a:lnTo>
                  <a:lnTo>
                    <a:pt x="5380702" y="1282659"/>
                  </a:lnTo>
                  <a:lnTo>
                    <a:pt x="5394087" y="1296371"/>
                  </a:lnTo>
                  <a:lnTo>
                    <a:pt x="5407472" y="1309901"/>
                  </a:lnTo>
                  <a:lnTo>
                    <a:pt x="5420857" y="1323261"/>
                  </a:lnTo>
                  <a:lnTo>
                    <a:pt x="5434242" y="1336509"/>
                  </a:lnTo>
                  <a:lnTo>
                    <a:pt x="5447627" y="1349594"/>
                  </a:lnTo>
                  <a:lnTo>
                    <a:pt x="5461011" y="1362524"/>
                  </a:lnTo>
                  <a:lnTo>
                    <a:pt x="5474396" y="1375353"/>
                  </a:lnTo>
                  <a:lnTo>
                    <a:pt x="5487781" y="1388036"/>
                  </a:lnTo>
                  <a:lnTo>
                    <a:pt x="5501166" y="1400577"/>
                  </a:lnTo>
                  <a:lnTo>
                    <a:pt x="5514551" y="1413026"/>
                  </a:lnTo>
                  <a:lnTo>
                    <a:pt x="5527936" y="1425346"/>
                  </a:lnTo>
                  <a:lnTo>
                    <a:pt x="5541320" y="1437533"/>
                  </a:lnTo>
                  <a:lnTo>
                    <a:pt x="5554705" y="1449637"/>
                  </a:lnTo>
                  <a:lnTo>
                    <a:pt x="5568090" y="1461623"/>
                  </a:lnTo>
                  <a:lnTo>
                    <a:pt x="5581475" y="1473485"/>
                  </a:lnTo>
                  <a:lnTo>
                    <a:pt x="5594860" y="1485269"/>
                  </a:lnTo>
                  <a:lnTo>
                    <a:pt x="5608245" y="1496944"/>
                  </a:lnTo>
                  <a:lnTo>
                    <a:pt x="5621629" y="1508500"/>
                  </a:lnTo>
                  <a:lnTo>
                    <a:pt x="5635014" y="1519982"/>
                  </a:lnTo>
                  <a:lnTo>
                    <a:pt x="5648399" y="1531360"/>
                  </a:lnTo>
                  <a:lnTo>
                    <a:pt x="5661784" y="1542621"/>
                  </a:lnTo>
                  <a:lnTo>
                    <a:pt x="5675169" y="1553809"/>
                  </a:lnTo>
                  <a:lnTo>
                    <a:pt x="5688554" y="1564896"/>
                  </a:lnTo>
                  <a:lnTo>
                    <a:pt x="5701938" y="1575864"/>
                  </a:lnTo>
                  <a:lnTo>
                    <a:pt x="5715323" y="1586758"/>
                  </a:lnTo>
                  <a:lnTo>
                    <a:pt x="5728708" y="1597552"/>
                  </a:lnTo>
                  <a:lnTo>
                    <a:pt x="5742093" y="1608222"/>
                  </a:lnTo>
                  <a:lnTo>
                    <a:pt x="5755478" y="1618815"/>
                  </a:lnTo>
                  <a:lnTo>
                    <a:pt x="5768863" y="1629305"/>
                  </a:lnTo>
                  <a:lnTo>
                    <a:pt x="5782247" y="1639664"/>
                  </a:lnTo>
                  <a:lnTo>
                    <a:pt x="5795632" y="1649943"/>
                  </a:lnTo>
                  <a:lnTo>
                    <a:pt x="5809017" y="1660115"/>
                  </a:lnTo>
                  <a:lnTo>
                    <a:pt x="5822402" y="1670146"/>
                  </a:lnTo>
                  <a:lnTo>
                    <a:pt x="5835787" y="1680091"/>
                  </a:lnTo>
                  <a:lnTo>
                    <a:pt x="5849172" y="1689925"/>
                  </a:lnTo>
                  <a:lnTo>
                    <a:pt x="5862556" y="1699606"/>
                  </a:lnTo>
                  <a:lnTo>
                    <a:pt x="5875941" y="1709196"/>
                  </a:lnTo>
                  <a:lnTo>
                    <a:pt x="5889326" y="1718669"/>
                  </a:lnTo>
                  <a:lnTo>
                    <a:pt x="5902711" y="1727978"/>
                  </a:lnTo>
                  <a:lnTo>
                    <a:pt x="5916096" y="1737188"/>
                  </a:lnTo>
                  <a:lnTo>
                    <a:pt x="5929481" y="1746276"/>
                  </a:lnTo>
                  <a:lnTo>
                    <a:pt x="5942865" y="1755188"/>
                  </a:lnTo>
                  <a:lnTo>
                    <a:pt x="5956250" y="1763996"/>
                  </a:lnTo>
                  <a:lnTo>
                    <a:pt x="5969635" y="1772675"/>
                  </a:lnTo>
                  <a:lnTo>
                    <a:pt x="5983020" y="1781167"/>
                  </a:lnTo>
                  <a:lnTo>
                    <a:pt x="5996405" y="1789549"/>
                  </a:lnTo>
                  <a:lnTo>
                    <a:pt x="6009790" y="1797799"/>
                  </a:lnTo>
                  <a:lnTo>
                    <a:pt x="6023174" y="1805851"/>
                  </a:lnTo>
                  <a:lnTo>
                    <a:pt x="6036559" y="1813788"/>
                  </a:lnTo>
                  <a:lnTo>
                    <a:pt x="6049944" y="1821590"/>
                  </a:lnTo>
                  <a:lnTo>
                    <a:pt x="6063329" y="1829185"/>
                  </a:lnTo>
                  <a:lnTo>
                    <a:pt x="6076714" y="1836662"/>
                  </a:lnTo>
                  <a:lnTo>
                    <a:pt x="6090099" y="1844003"/>
                  </a:lnTo>
                  <a:lnTo>
                    <a:pt x="6103483" y="1851130"/>
                  </a:lnTo>
                  <a:lnTo>
                    <a:pt x="6116868" y="1858137"/>
                  </a:lnTo>
                  <a:lnTo>
                    <a:pt x="6130253" y="1865008"/>
                  </a:lnTo>
                  <a:lnTo>
                    <a:pt x="6143638" y="1871661"/>
                  </a:lnTo>
                  <a:lnTo>
                    <a:pt x="6157023" y="1878195"/>
                  </a:lnTo>
                  <a:lnTo>
                    <a:pt x="6170408" y="1884596"/>
                  </a:lnTo>
                  <a:lnTo>
                    <a:pt x="6183792" y="1890777"/>
                  </a:lnTo>
                  <a:lnTo>
                    <a:pt x="6197177" y="1896840"/>
                  </a:lnTo>
                  <a:lnTo>
                    <a:pt x="6210562" y="1902774"/>
                  </a:lnTo>
                  <a:lnTo>
                    <a:pt x="6223947" y="1908492"/>
                  </a:lnTo>
                  <a:lnTo>
                    <a:pt x="6237332" y="1914096"/>
                  </a:lnTo>
                  <a:lnTo>
                    <a:pt x="6250717" y="1919576"/>
                  </a:lnTo>
                  <a:lnTo>
                    <a:pt x="6264101" y="1924846"/>
                  </a:lnTo>
                  <a:lnTo>
                    <a:pt x="6277486" y="1930008"/>
                  </a:lnTo>
                  <a:lnTo>
                    <a:pt x="6290871" y="1935053"/>
                  </a:lnTo>
                  <a:lnTo>
                    <a:pt x="6304256" y="1939898"/>
                  </a:lnTo>
                  <a:lnTo>
                    <a:pt x="6317641" y="1944642"/>
                  </a:lnTo>
                  <a:lnTo>
                    <a:pt x="6331026" y="1949279"/>
                  </a:lnTo>
                  <a:lnTo>
                    <a:pt x="6344410" y="1953728"/>
                  </a:lnTo>
                  <a:lnTo>
                    <a:pt x="6357795" y="1958084"/>
                  </a:lnTo>
                  <a:lnTo>
                    <a:pt x="6371180" y="1962345"/>
                  </a:lnTo>
                  <a:lnTo>
                    <a:pt x="6384565" y="1966433"/>
                  </a:lnTo>
                  <a:lnTo>
                    <a:pt x="6397950" y="1970439"/>
                  </a:lnTo>
                  <a:lnTo>
                    <a:pt x="6411335" y="1974360"/>
                  </a:lnTo>
                  <a:lnTo>
                    <a:pt x="6424719" y="1978127"/>
                  </a:lnTo>
                  <a:lnTo>
                    <a:pt x="6438104" y="1981822"/>
                  </a:lnTo>
                  <a:lnTo>
                    <a:pt x="6451489" y="1985445"/>
                  </a:lnTo>
                  <a:lnTo>
                    <a:pt x="6464874" y="1988936"/>
                  </a:lnTo>
                  <a:lnTo>
                    <a:pt x="6478259" y="1992364"/>
                  </a:lnTo>
                  <a:lnTo>
                    <a:pt x="6491644" y="1995732"/>
                  </a:lnTo>
                  <a:lnTo>
                    <a:pt x="6505028" y="1998991"/>
                  </a:lnTo>
                  <a:lnTo>
                    <a:pt x="6518413" y="2002199"/>
                  </a:lnTo>
                  <a:lnTo>
                    <a:pt x="6531798" y="2005358"/>
                  </a:lnTo>
                  <a:lnTo>
                    <a:pt x="6545183" y="2008431"/>
                  </a:lnTo>
                  <a:lnTo>
                    <a:pt x="6558568" y="2011464"/>
                  </a:lnTo>
                  <a:lnTo>
                    <a:pt x="6571953" y="2014459"/>
                  </a:lnTo>
                  <a:lnTo>
                    <a:pt x="6585337" y="2017392"/>
                  </a:lnTo>
                  <a:lnTo>
                    <a:pt x="6598722" y="2020294"/>
                  </a:lnTo>
                  <a:lnTo>
                    <a:pt x="6612107" y="2023170"/>
                  </a:lnTo>
                  <a:lnTo>
                    <a:pt x="6625492" y="2026003"/>
                  </a:lnTo>
                  <a:lnTo>
                    <a:pt x="6638877" y="2028817"/>
                  </a:lnTo>
                  <a:lnTo>
                    <a:pt x="6652262" y="2031613"/>
                  </a:lnTo>
                  <a:lnTo>
                    <a:pt x="6665646" y="2034386"/>
                  </a:lnTo>
                  <a:lnTo>
                    <a:pt x="6679031" y="2037148"/>
                  </a:lnTo>
                  <a:lnTo>
                    <a:pt x="6692416" y="2039902"/>
                  </a:lnTo>
                  <a:lnTo>
                    <a:pt x="6705801" y="2042646"/>
                  </a:lnTo>
                  <a:lnTo>
                    <a:pt x="6719186" y="2045389"/>
                  </a:lnTo>
                  <a:lnTo>
                    <a:pt x="6732571" y="2048130"/>
                  </a:lnTo>
                  <a:lnTo>
                    <a:pt x="6745955" y="2050874"/>
                  </a:lnTo>
                  <a:lnTo>
                    <a:pt x="6759340" y="2053623"/>
                  </a:lnTo>
                  <a:lnTo>
                    <a:pt x="6772725" y="2056375"/>
                  </a:lnTo>
                  <a:lnTo>
                    <a:pt x="6786110" y="2059139"/>
                  </a:lnTo>
                  <a:lnTo>
                    <a:pt x="6799495" y="2061912"/>
                  </a:lnTo>
                  <a:lnTo>
                    <a:pt x="6812880" y="2064693"/>
                  </a:lnTo>
                  <a:lnTo>
                    <a:pt x="6826264" y="2067489"/>
                  </a:lnTo>
                  <a:lnTo>
                    <a:pt x="6839649" y="2070298"/>
                  </a:lnTo>
                </a:path>
              </a:pathLst>
            </a:custGeom>
            <a:ln w="24391" cap="flat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284288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082977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E31A1C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208664" y="2629955"/>
              <a:ext cx="0" cy="3056607"/>
            </a:xfrm>
            <a:custGeom>
              <a:avLst/>
              <a:pathLst>
                <a:path w="0" h="3056607">
                  <a:moveTo>
                    <a:pt x="0" y="30566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1681" cap="flat">
              <a:solidFill>
                <a:srgbClr val="7F7F7F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714085" y="5503917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085" y="4930010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14085" y="435610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14085" y="3782196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0.015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714085" y="3208290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14085" y="2634383"/>
              <a:ext cx="304860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0.025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1111662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2653947" y="5754886"/>
              <a:ext cx="176113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250410" y="5754886"/>
              <a:ext cx="67757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758816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301100" y="5754886"/>
              <a:ext cx="135514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897061" y="5907235"/>
              <a:ext cx="3904030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44" name="tx44"/>
            <p:cNvSpPr/>
            <p:nvPr/>
          </p:nvSpPr>
          <p:spPr>
            <a:xfrm rot="-5400000">
              <a:off x="333730" y="4103577"/>
              <a:ext cx="508132" cy="1093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4005436" y="2198953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938805" y="2198953"/>
              <a:ext cx="187055" cy="187055"/>
            </a:xfrm>
            <a:prstGeom prst="rect">
              <a:avLst/>
            </a:prstGeom>
            <a:solidFill>
              <a:srgbClr val="7F7F7F">
                <a:alpha val="34901"/>
              </a:srgbClr>
            </a:solidFill>
            <a:ln w="24391" cap="flat">
              <a:solidFill>
                <a:srgbClr val="7F7F7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tx47"/>
            <p:cNvSpPr/>
            <p:nvPr/>
          </p:nvSpPr>
          <p:spPr>
            <a:xfrm>
              <a:off x="4284608" y="2248772"/>
              <a:ext cx="56208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&gt;= 25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217976" y="2248772"/>
              <a:ext cx="490941" cy="874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BMI &lt; 25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087269" y="1923572"/>
              <a:ext cx="56137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BMI &gt;= 25: N = 221, median = -3.3 %   |   BMI &lt; 25: N = 101, median = 15.0 %   |   Mann-Whitney U p = &lt;0.001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087269" y="1676115"/>
              <a:ext cx="2843966" cy="1311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 by BMI &gt;= 25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2026-10-27T15:59:54Z</dcterms:modified>
  <cp:category/>
</cp:coreProperties>
</file>