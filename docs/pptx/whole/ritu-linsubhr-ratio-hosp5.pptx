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745"/>
            </a:xfrm>
            <a:custGeom>
              <a:avLst/>
              <a:pathLst>
                <a:path w="7090630" h="3483745">
                  <a:moveTo>
                    <a:pt x="2716927" y="0"/>
                  </a:moveTo>
                  <a:lnTo>
                    <a:pt x="2721655" y="61764"/>
                  </a:lnTo>
                  <a:lnTo>
                    <a:pt x="2793278" y="796490"/>
                  </a:lnTo>
                  <a:lnTo>
                    <a:pt x="2864901" y="1373464"/>
                  </a:lnTo>
                  <a:lnTo>
                    <a:pt x="2936523" y="1826558"/>
                  </a:lnTo>
                  <a:lnTo>
                    <a:pt x="3008146" y="2182369"/>
                  </a:lnTo>
                  <a:lnTo>
                    <a:pt x="3079768" y="2461785"/>
                  </a:lnTo>
                  <a:lnTo>
                    <a:pt x="3151391" y="2645409"/>
                  </a:lnTo>
                  <a:lnTo>
                    <a:pt x="3223013" y="2577454"/>
                  </a:lnTo>
                  <a:lnTo>
                    <a:pt x="3294636" y="2503990"/>
                  </a:lnTo>
                  <a:lnTo>
                    <a:pt x="3366258" y="2424572"/>
                  </a:lnTo>
                  <a:lnTo>
                    <a:pt x="3437881" y="2338715"/>
                  </a:lnTo>
                  <a:lnTo>
                    <a:pt x="3509503" y="2245900"/>
                  </a:lnTo>
                  <a:lnTo>
                    <a:pt x="3581126" y="2145560"/>
                  </a:lnTo>
                  <a:lnTo>
                    <a:pt x="3652748" y="2037088"/>
                  </a:lnTo>
                  <a:lnTo>
                    <a:pt x="3724371" y="1919822"/>
                  </a:lnTo>
                  <a:lnTo>
                    <a:pt x="3795993" y="1793051"/>
                  </a:lnTo>
                  <a:lnTo>
                    <a:pt x="3867616" y="1656004"/>
                  </a:lnTo>
                  <a:lnTo>
                    <a:pt x="3939238" y="1507848"/>
                  </a:lnTo>
                  <a:lnTo>
                    <a:pt x="4010861" y="1347683"/>
                  </a:lnTo>
                  <a:lnTo>
                    <a:pt x="4082483" y="1174534"/>
                  </a:lnTo>
                  <a:lnTo>
                    <a:pt x="4154106" y="987351"/>
                  </a:lnTo>
                  <a:lnTo>
                    <a:pt x="4225729" y="784994"/>
                  </a:lnTo>
                  <a:lnTo>
                    <a:pt x="4297351" y="566234"/>
                  </a:lnTo>
                  <a:lnTo>
                    <a:pt x="4368974" y="329742"/>
                  </a:lnTo>
                  <a:lnTo>
                    <a:pt x="4440596" y="74080"/>
                  </a:lnTo>
                  <a:lnTo>
                    <a:pt x="4459793" y="0"/>
                  </a:lnTo>
                  <a:lnTo>
                    <a:pt x="7090630" y="0"/>
                  </a:lnTo>
                  <a:lnTo>
                    <a:pt x="7090630" y="3483745"/>
                  </a:lnTo>
                  <a:lnTo>
                    <a:pt x="7019007" y="3483745"/>
                  </a:lnTo>
                  <a:lnTo>
                    <a:pt x="6947385" y="3483744"/>
                  </a:lnTo>
                  <a:lnTo>
                    <a:pt x="6875762" y="3483744"/>
                  </a:lnTo>
                  <a:lnTo>
                    <a:pt x="6804139" y="3483743"/>
                  </a:lnTo>
                  <a:lnTo>
                    <a:pt x="6732517" y="3483742"/>
                  </a:lnTo>
                  <a:lnTo>
                    <a:pt x="6660894" y="3483741"/>
                  </a:lnTo>
                  <a:lnTo>
                    <a:pt x="6589272" y="3483739"/>
                  </a:lnTo>
                  <a:lnTo>
                    <a:pt x="6517649" y="3483737"/>
                  </a:lnTo>
                  <a:lnTo>
                    <a:pt x="6446027" y="3483734"/>
                  </a:lnTo>
                  <a:lnTo>
                    <a:pt x="6374404" y="3483731"/>
                  </a:lnTo>
                  <a:lnTo>
                    <a:pt x="6302782" y="3483727"/>
                  </a:lnTo>
                  <a:lnTo>
                    <a:pt x="6231159" y="3483722"/>
                  </a:lnTo>
                  <a:lnTo>
                    <a:pt x="6159537" y="3483715"/>
                  </a:lnTo>
                  <a:lnTo>
                    <a:pt x="6087914" y="3483707"/>
                  </a:lnTo>
                  <a:lnTo>
                    <a:pt x="6016292" y="3483696"/>
                  </a:lnTo>
                  <a:lnTo>
                    <a:pt x="5944669" y="3483682"/>
                  </a:lnTo>
                  <a:lnTo>
                    <a:pt x="5873047" y="3483664"/>
                  </a:lnTo>
                  <a:lnTo>
                    <a:pt x="5801424" y="3483642"/>
                  </a:lnTo>
                  <a:lnTo>
                    <a:pt x="5729802" y="3483613"/>
                  </a:lnTo>
                  <a:lnTo>
                    <a:pt x="5658179" y="3483576"/>
                  </a:lnTo>
                  <a:lnTo>
                    <a:pt x="5586557" y="3483530"/>
                  </a:lnTo>
                  <a:lnTo>
                    <a:pt x="5514934" y="3483471"/>
                  </a:lnTo>
                  <a:lnTo>
                    <a:pt x="5443311" y="3483395"/>
                  </a:lnTo>
                  <a:lnTo>
                    <a:pt x="5371689" y="3483299"/>
                  </a:lnTo>
                  <a:lnTo>
                    <a:pt x="5300066" y="3483177"/>
                  </a:lnTo>
                  <a:lnTo>
                    <a:pt x="5228444" y="3483021"/>
                  </a:lnTo>
                  <a:lnTo>
                    <a:pt x="5156821" y="3482823"/>
                  </a:lnTo>
                  <a:lnTo>
                    <a:pt x="5085199" y="3482571"/>
                  </a:lnTo>
                  <a:lnTo>
                    <a:pt x="5013576" y="3482249"/>
                  </a:lnTo>
                  <a:lnTo>
                    <a:pt x="4941954" y="3481840"/>
                  </a:lnTo>
                  <a:lnTo>
                    <a:pt x="4870331" y="3481319"/>
                  </a:lnTo>
                  <a:lnTo>
                    <a:pt x="4798709" y="3480655"/>
                  </a:lnTo>
                  <a:lnTo>
                    <a:pt x="4727086" y="3479809"/>
                  </a:lnTo>
                  <a:lnTo>
                    <a:pt x="4655464" y="3478733"/>
                  </a:lnTo>
                  <a:lnTo>
                    <a:pt x="4583841" y="3477362"/>
                  </a:lnTo>
                  <a:lnTo>
                    <a:pt x="4512219" y="3475617"/>
                  </a:lnTo>
                  <a:lnTo>
                    <a:pt x="4440596" y="3473394"/>
                  </a:lnTo>
                  <a:lnTo>
                    <a:pt x="4368974" y="3470564"/>
                  </a:lnTo>
                  <a:lnTo>
                    <a:pt x="4297351" y="3466960"/>
                  </a:lnTo>
                  <a:lnTo>
                    <a:pt x="4225729" y="3462370"/>
                  </a:lnTo>
                  <a:lnTo>
                    <a:pt x="4154106" y="3456525"/>
                  </a:lnTo>
                  <a:lnTo>
                    <a:pt x="4082483" y="3449083"/>
                  </a:lnTo>
                  <a:lnTo>
                    <a:pt x="4010861" y="3439605"/>
                  </a:lnTo>
                  <a:lnTo>
                    <a:pt x="3939238" y="3427537"/>
                  </a:lnTo>
                  <a:lnTo>
                    <a:pt x="3867616" y="3412168"/>
                  </a:lnTo>
                  <a:lnTo>
                    <a:pt x="3795993" y="3392598"/>
                  </a:lnTo>
                  <a:lnTo>
                    <a:pt x="3724371" y="3367677"/>
                  </a:lnTo>
                  <a:lnTo>
                    <a:pt x="3652748" y="3335943"/>
                  </a:lnTo>
                  <a:lnTo>
                    <a:pt x="3581126" y="3295532"/>
                  </a:lnTo>
                  <a:lnTo>
                    <a:pt x="3509503" y="3244071"/>
                  </a:lnTo>
                  <a:lnTo>
                    <a:pt x="3437881" y="3178542"/>
                  </a:lnTo>
                  <a:lnTo>
                    <a:pt x="3366258" y="3095095"/>
                  </a:lnTo>
                  <a:lnTo>
                    <a:pt x="3294636" y="2988834"/>
                  </a:lnTo>
                  <a:lnTo>
                    <a:pt x="3223013" y="2853519"/>
                  </a:lnTo>
                  <a:lnTo>
                    <a:pt x="3151391" y="2681208"/>
                  </a:lnTo>
                  <a:lnTo>
                    <a:pt x="3079768" y="2708269"/>
                  </a:lnTo>
                  <a:lnTo>
                    <a:pt x="3008146" y="2766415"/>
                  </a:lnTo>
                  <a:lnTo>
                    <a:pt x="2936523" y="2820202"/>
                  </a:lnTo>
                  <a:lnTo>
                    <a:pt x="2864901" y="2869956"/>
                  </a:lnTo>
                  <a:lnTo>
                    <a:pt x="2793278" y="2915979"/>
                  </a:lnTo>
                  <a:lnTo>
                    <a:pt x="2721655" y="2958551"/>
                  </a:lnTo>
                  <a:lnTo>
                    <a:pt x="2650033" y="2997931"/>
                  </a:lnTo>
                  <a:lnTo>
                    <a:pt x="2578410" y="3034358"/>
                  </a:lnTo>
                  <a:lnTo>
                    <a:pt x="2506788" y="3068054"/>
                  </a:lnTo>
                  <a:lnTo>
                    <a:pt x="2435165" y="3099223"/>
                  </a:lnTo>
                  <a:lnTo>
                    <a:pt x="2363543" y="3128055"/>
                  </a:lnTo>
                  <a:lnTo>
                    <a:pt x="2291920" y="3154726"/>
                  </a:lnTo>
                  <a:lnTo>
                    <a:pt x="2220298" y="3179396"/>
                  </a:lnTo>
                  <a:lnTo>
                    <a:pt x="2148675" y="3202217"/>
                  </a:lnTo>
                  <a:lnTo>
                    <a:pt x="2077053" y="3223326"/>
                  </a:lnTo>
                  <a:lnTo>
                    <a:pt x="2005430" y="3242853"/>
                  </a:lnTo>
                  <a:lnTo>
                    <a:pt x="1933808" y="3260916"/>
                  </a:lnTo>
                  <a:lnTo>
                    <a:pt x="1862185" y="3277624"/>
                  </a:lnTo>
                  <a:lnTo>
                    <a:pt x="1790563" y="3293079"/>
                  </a:lnTo>
                  <a:lnTo>
                    <a:pt x="1718940" y="3307376"/>
                  </a:lnTo>
                  <a:lnTo>
                    <a:pt x="1647318" y="3320600"/>
                  </a:lnTo>
                  <a:lnTo>
                    <a:pt x="1575695" y="3332833"/>
                  </a:lnTo>
                  <a:lnTo>
                    <a:pt x="1504073" y="3344149"/>
                  </a:lnTo>
                  <a:lnTo>
                    <a:pt x="1432450" y="3354616"/>
                  </a:lnTo>
                  <a:lnTo>
                    <a:pt x="1360827" y="3364299"/>
                  </a:lnTo>
                  <a:lnTo>
                    <a:pt x="1289205" y="3373255"/>
                  </a:lnTo>
                  <a:lnTo>
                    <a:pt x="1217582" y="3381540"/>
                  </a:lnTo>
                  <a:lnTo>
                    <a:pt x="1145960" y="3389203"/>
                  </a:lnTo>
                  <a:lnTo>
                    <a:pt x="1074337" y="3396292"/>
                  </a:lnTo>
                  <a:lnTo>
                    <a:pt x="1002715" y="3402850"/>
                  </a:lnTo>
                  <a:lnTo>
                    <a:pt x="931092" y="3408916"/>
                  </a:lnTo>
                  <a:lnTo>
                    <a:pt x="859470" y="3414526"/>
                  </a:lnTo>
                  <a:lnTo>
                    <a:pt x="787847" y="3419717"/>
                  </a:lnTo>
                  <a:lnTo>
                    <a:pt x="716225" y="3424518"/>
                  </a:lnTo>
                  <a:lnTo>
                    <a:pt x="644602" y="3428959"/>
                  </a:lnTo>
                  <a:lnTo>
                    <a:pt x="572980" y="3433067"/>
                  </a:lnTo>
                  <a:lnTo>
                    <a:pt x="501357" y="3436867"/>
                  </a:lnTo>
                  <a:lnTo>
                    <a:pt x="429735" y="3440382"/>
                  </a:lnTo>
                  <a:lnTo>
                    <a:pt x="358112" y="3443634"/>
                  </a:lnTo>
                  <a:lnTo>
                    <a:pt x="286490" y="3446641"/>
                  </a:lnTo>
                  <a:lnTo>
                    <a:pt x="214867" y="3449423"/>
                  </a:lnTo>
                  <a:lnTo>
                    <a:pt x="143245" y="3451997"/>
                  </a:lnTo>
                  <a:lnTo>
                    <a:pt x="71622" y="3454378"/>
                  </a:lnTo>
                  <a:lnTo>
                    <a:pt x="0" y="3456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888977" y="2073503"/>
              <a:ext cx="1742865" cy="2645409"/>
            </a:xfrm>
            <a:custGeom>
              <a:avLst/>
              <a:pathLst>
                <a:path w="1742865" h="2645409">
                  <a:moveTo>
                    <a:pt x="0" y="0"/>
                  </a:moveTo>
                  <a:lnTo>
                    <a:pt x="4728" y="61764"/>
                  </a:lnTo>
                  <a:lnTo>
                    <a:pt x="76350" y="796490"/>
                  </a:lnTo>
                  <a:lnTo>
                    <a:pt x="147973" y="1373464"/>
                  </a:lnTo>
                  <a:lnTo>
                    <a:pt x="219595" y="1826558"/>
                  </a:lnTo>
                  <a:lnTo>
                    <a:pt x="291218" y="2182369"/>
                  </a:lnTo>
                  <a:lnTo>
                    <a:pt x="362840" y="2461785"/>
                  </a:lnTo>
                  <a:lnTo>
                    <a:pt x="434463" y="2645409"/>
                  </a:lnTo>
                  <a:lnTo>
                    <a:pt x="506085" y="2577454"/>
                  </a:lnTo>
                  <a:lnTo>
                    <a:pt x="577708" y="2503990"/>
                  </a:lnTo>
                  <a:lnTo>
                    <a:pt x="649330" y="2424572"/>
                  </a:lnTo>
                  <a:lnTo>
                    <a:pt x="720953" y="2338715"/>
                  </a:lnTo>
                  <a:lnTo>
                    <a:pt x="792575" y="2245900"/>
                  </a:lnTo>
                  <a:lnTo>
                    <a:pt x="864198" y="2145560"/>
                  </a:lnTo>
                  <a:lnTo>
                    <a:pt x="935820" y="2037088"/>
                  </a:lnTo>
                  <a:lnTo>
                    <a:pt x="1007443" y="1919822"/>
                  </a:lnTo>
                  <a:lnTo>
                    <a:pt x="1079066" y="1793051"/>
                  </a:lnTo>
                  <a:lnTo>
                    <a:pt x="1150688" y="1656004"/>
                  </a:lnTo>
                  <a:lnTo>
                    <a:pt x="1222311" y="1507848"/>
                  </a:lnTo>
                  <a:lnTo>
                    <a:pt x="1293933" y="1347683"/>
                  </a:lnTo>
                  <a:lnTo>
                    <a:pt x="1365556" y="1174534"/>
                  </a:lnTo>
                  <a:lnTo>
                    <a:pt x="1437178" y="987351"/>
                  </a:lnTo>
                  <a:lnTo>
                    <a:pt x="1508801" y="784994"/>
                  </a:lnTo>
                  <a:lnTo>
                    <a:pt x="1580423" y="566234"/>
                  </a:lnTo>
                  <a:lnTo>
                    <a:pt x="1652046" y="329742"/>
                  </a:lnTo>
                  <a:lnTo>
                    <a:pt x="1723668" y="74080"/>
                  </a:lnTo>
                  <a:lnTo>
                    <a:pt x="17428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54711"/>
              <a:ext cx="7090630" cy="802537"/>
            </a:xfrm>
            <a:custGeom>
              <a:avLst/>
              <a:pathLst>
                <a:path w="7090630" h="802537">
                  <a:moveTo>
                    <a:pt x="7090630" y="802537"/>
                  </a:moveTo>
                  <a:lnTo>
                    <a:pt x="7019007" y="802536"/>
                  </a:lnTo>
                  <a:lnTo>
                    <a:pt x="6947385" y="802536"/>
                  </a:lnTo>
                  <a:lnTo>
                    <a:pt x="6875762" y="802535"/>
                  </a:lnTo>
                  <a:lnTo>
                    <a:pt x="6804139" y="802535"/>
                  </a:lnTo>
                  <a:lnTo>
                    <a:pt x="6732517" y="802534"/>
                  </a:lnTo>
                  <a:lnTo>
                    <a:pt x="6660894" y="802532"/>
                  </a:lnTo>
                  <a:lnTo>
                    <a:pt x="6589272" y="802531"/>
                  </a:lnTo>
                  <a:lnTo>
                    <a:pt x="6517649" y="802529"/>
                  </a:lnTo>
                  <a:lnTo>
                    <a:pt x="6446027" y="802526"/>
                  </a:lnTo>
                  <a:lnTo>
                    <a:pt x="6374404" y="802523"/>
                  </a:lnTo>
                  <a:lnTo>
                    <a:pt x="6302782" y="802519"/>
                  </a:lnTo>
                  <a:lnTo>
                    <a:pt x="6231159" y="802513"/>
                  </a:lnTo>
                  <a:lnTo>
                    <a:pt x="6159537" y="802507"/>
                  </a:lnTo>
                  <a:lnTo>
                    <a:pt x="6087914" y="802498"/>
                  </a:lnTo>
                  <a:lnTo>
                    <a:pt x="6016292" y="802487"/>
                  </a:lnTo>
                  <a:lnTo>
                    <a:pt x="5944669" y="802473"/>
                  </a:lnTo>
                  <a:lnTo>
                    <a:pt x="5873047" y="802456"/>
                  </a:lnTo>
                  <a:lnTo>
                    <a:pt x="5801424" y="802433"/>
                  </a:lnTo>
                  <a:lnTo>
                    <a:pt x="5729802" y="802405"/>
                  </a:lnTo>
                  <a:lnTo>
                    <a:pt x="5658179" y="802368"/>
                  </a:lnTo>
                  <a:lnTo>
                    <a:pt x="5586557" y="802322"/>
                  </a:lnTo>
                  <a:lnTo>
                    <a:pt x="5514934" y="802262"/>
                  </a:lnTo>
                  <a:lnTo>
                    <a:pt x="5443311" y="802187"/>
                  </a:lnTo>
                  <a:lnTo>
                    <a:pt x="5371689" y="802091"/>
                  </a:lnTo>
                  <a:lnTo>
                    <a:pt x="5300066" y="801969"/>
                  </a:lnTo>
                  <a:lnTo>
                    <a:pt x="5228444" y="801813"/>
                  </a:lnTo>
                  <a:lnTo>
                    <a:pt x="5156821" y="801615"/>
                  </a:lnTo>
                  <a:lnTo>
                    <a:pt x="5085199" y="801362"/>
                  </a:lnTo>
                  <a:lnTo>
                    <a:pt x="5013576" y="801041"/>
                  </a:lnTo>
                  <a:lnTo>
                    <a:pt x="4941954" y="800632"/>
                  </a:lnTo>
                  <a:lnTo>
                    <a:pt x="4870331" y="800110"/>
                  </a:lnTo>
                  <a:lnTo>
                    <a:pt x="4798709" y="799446"/>
                  </a:lnTo>
                  <a:lnTo>
                    <a:pt x="4727086" y="798601"/>
                  </a:lnTo>
                  <a:lnTo>
                    <a:pt x="4655464" y="797525"/>
                  </a:lnTo>
                  <a:lnTo>
                    <a:pt x="4583841" y="796154"/>
                  </a:lnTo>
                  <a:lnTo>
                    <a:pt x="4512219" y="794409"/>
                  </a:lnTo>
                  <a:lnTo>
                    <a:pt x="4440596" y="792186"/>
                  </a:lnTo>
                  <a:lnTo>
                    <a:pt x="4368974" y="789356"/>
                  </a:lnTo>
                  <a:lnTo>
                    <a:pt x="4297351" y="785751"/>
                  </a:lnTo>
                  <a:lnTo>
                    <a:pt x="4225729" y="781162"/>
                  </a:lnTo>
                  <a:lnTo>
                    <a:pt x="4154106" y="775317"/>
                  </a:lnTo>
                  <a:lnTo>
                    <a:pt x="4082483" y="767875"/>
                  </a:lnTo>
                  <a:lnTo>
                    <a:pt x="4010861" y="758397"/>
                  </a:lnTo>
                  <a:lnTo>
                    <a:pt x="3939238" y="746328"/>
                  </a:lnTo>
                  <a:lnTo>
                    <a:pt x="3867616" y="730960"/>
                  </a:lnTo>
                  <a:lnTo>
                    <a:pt x="3795993" y="711390"/>
                  </a:lnTo>
                  <a:lnTo>
                    <a:pt x="3724371" y="686469"/>
                  </a:lnTo>
                  <a:lnTo>
                    <a:pt x="3652748" y="654734"/>
                  </a:lnTo>
                  <a:lnTo>
                    <a:pt x="3581126" y="614323"/>
                  </a:lnTo>
                  <a:lnTo>
                    <a:pt x="3509503" y="562863"/>
                  </a:lnTo>
                  <a:lnTo>
                    <a:pt x="3437881" y="497333"/>
                  </a:lnTo>
                  <a:lnTo>
                    <a:pt x="3366258" y="413887"/>
                  </a:lnTo>
                  <a:lnTo>
                    <a:pt x="3294636" y="307625"/>
                  </a:lnTo>
                  <a:lnTo>
                    <a:pt x="3223013" y="172311"/>
                  </a:lnTo>
                  <a:lnTo>
                    <a:pt x="3151391" y="0"/>
                  </a:lnTo>
                  <a:lnTo>
                    <a:pt x="3079768" y="27061"/>
                  </a:lnTo>
                  <a:lnTo>
                    <a:pt x="3008146" y="85207"/>
                  </a:lnTo>
                  <a:lnTo>
                    <a:pt x="2936523" y="138994"/>
                  </a:lnTo>
                  <a:lnTo>
                    <a:pt x="2864901" y="188747"/>
                  </a:lnTo>
                  <a:lnTo>
                    <a:pt x="2793278" y="234770"/>
                  </a:lnTo>
                  <a:lnTo>
                    <a:pt x="2721655" y="277342"/>
                  </a:lnTo>
                  <a:lnTo>
                    <a:pt x="2650033" y="316722"/>
                  </a:lnTo>
                  <a:lnTo>
                    <a:pt x="2578410" y="353150"/>
                  </a:lnTo>
                  <a:lnTo>
                    <a:pt x="2506788" y="386846"/>
                  </a:lnTo>
                  <a:lnTo>
                    <a:pt x="2435165" y="418015"/>
                  </a:lnTo>
                  <a:lnTo>
                    <a:pt x="2363543" y="446847"/>
                  </a:lnTo>
                  <a:lnTo>
                    <a:pt x="2291920" y="473517"/>
                  </a:lnTo>
                  <a:lnTo>
                    <a:pt x="2220298" y="498188"/>
                  </a:lnTo>
                  <a:lnTo>
                    <a:pt x="2148675" y="521008"/>
                  </a:lnTo>
                  <a:lnTo>
                    <a:pt x="2077053" y="542118"/>
                  </a:lnTo>
                  <a:lnTo>
                    <a:pt x="2005430" y="561645"/>
                  </a:lnTo>
                  <a:lnTo>
                    <a:pt x="1933808" y="579707"/>
                  </a:lnTo>
                  <a:lnTo>
                    <a:pt x="1862185" y="596415"/>
                  </a:lnTo>
                  <a:lnTo>
                    <a:pt x="1790563" y="611871"/>
                  </a:lnTo>
                  <a:lnTo>
                    <a:pt x="1718940" y="626167"/>
                  </a:lnTo>
                  <a:lnTo>
                    <a:pt x="1647318" y="639392"/>
                  </a:lnTo>
                  <a:lnTo>
                    <a:pt x="1575695" y="651625"/>
                  </a:lnTo>
                  <a:lnTo>
                    <a:pt x="1504073" y="662941"/>
                  </a:lnTo>
                  <a:lnTo>
                    <a:pt x="1432450" y="673408"/>
                  </a:lnTo>
                  <a:lnTo>
                    <a:pt x="1360827" y="683090"/>
                  </a:lnTo>
                  <a:lnTo>
                    <a:pt x="1289205" y="692047"/>
                  </a:lnTo>
                  <a:lnTo>
                    <a:pt x="1217582" y="700331"/>
                  </a:lnTo>
                  <a:lnTo>
                    <a:pt x="1145960" y="707995"/>
                  </a:lnTo>
                  <a:lnTo>
                    <a:pt x="1074337" y="715084"/>
                  </a:lnTo>
                  <a:lnTo>
                    <a:pt x="1002715" y="721641"/>
                  </a:lnTo>
                  <a:lnTo>
                    <a:pt x="931092" y="727707"/>
                  </a:lnTo>
                  <a:lnTo>
                    <a:pt x="859470" y="733318"/>
                  </a:lnTo>
                  <a:lnTo>
                    <a:pt x="787847" y="738508"/>
                  </a:lnTo>
                  <a:lnTo>
                    <a:pt x="716225" y="743309"/>
                  </a:lnTo>
                  <a:lnTo>
                    <a:pt x="644602" y="747750"/>
                  </a:lnTo>
                  <a:lnTo>
                    <a:pt x="572980" y="751859"/>
                  </a:lnTo>
                  <a:lnTo>
                    <a:pt x="501357" y="755659"/>
                  </a:lnTo>
                  <a:lnTo>
                    <a:pt x="429735" y="759174"/>
                  </a:lnTo>
                  <a:lnTo>
                    <a:pt x="358112" y="762425"/>
                  </a:lnTo>
                  <a:lnTo>
                    <a:pt x="286490" y="765433"/>
                  </a:lnTo>
                  <a:lnTo>
                    <a:pt x="214867" y="768215"/>
                  </a:lnTo>
                  <a:lnTo>
                    <a:pt x="143245" y="770789"/>
                  </a:lnTo>
                  <a:lnTo>
                    <a:pt x="71622" y="773169"/>
                  </a:lnTo>
                  <a:lnTo>
                    <a:pt x="0" y="7753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58996" y="2073503"/>
              <a:ext cx="5203683" cy="3474665"/>
            </a:xfrm>
            <a:custGeom>
              <a:avLst/>
              <a:pathLst>
                <a:path w="5203683" h="3474665">
                  <a:moveTo>
                    <a:pt x="0" y="0"/>
                  </a:moveTo>
                  <a:lnTo>
                    <a:pt x="46861" y="184201"/>
                  </a:lnTo>
                  <a:lnTo>
                    <a:pt x="118483" y="443599"/>
                  </a:lnTo>
                  <a:lnTo>
                    <a:pt x="190106" y="682604"/>
                  </a:lnTo>
                  <a:lnTo>
                    <a:pt x="261728" y="902820"/>
                  </a:lnTo>
                  <a:lnTo>
                    <a:pt x="333351" y="1105723"/>
                  </a:lnTo>
                  <a:lnTo>
                    <a:pt x="404974" y="1292675"/>
                  </a:lnTo>
                  <a:lnTo>
                    <a:pt x="476596" y="1464929"/>
                  </a:lnTo>
                  <a:lnTo>
                    <a:pt x="548219" y="1623641"/>
                  </a:lnTo>
                  <a:lnTo>
                    <a:pt x="619841" y="1769876"/>
                  </a:lnTo>
                  <a:lnTo>
                    <a:pt x="691464" y="1904614"/>
                  </a:lnTo>
                  <a:lnTo>
                    <a:pt x="763086" y="2028760"/>
                  </a:lnTo>
                  <a:lnTo>
                    <a:pt x="834709" y="2143146"/>
                  </a:lnTo>
                  <a:lnTo>
                    <a:pt x="906331" y="2248539"/>
                  </a:lnTo>
                  <a:lnTo>
                    <a:pt x="977954" y="2345646"/>
                  </a:lnTo>
                  <a:lnTo>
                    <a:pt x="1049576" y="2435120"/>
                  </a:lnTo>
                  <a:lnTo>
                    <a:pt x="1121199" y="2517559"/>
                  </a:lnTo>
                  <a:lnTo>
                    <a:pt x="1192821" y="2593517"/>
                  </a:lnTo>
                  <a:lnTo>
                    <a:pt x="1264444" y="2663504"/>
                  </a:lnTo>
                  <a:lnTo>
                    <a:pt x="1336066" y="2727988"/>
                  </a:lnTo>
                  <a:lnTo>
                    <a:pt x="1407689" y="2787403"/>
                  </a:lnTo>
                  <a:lnTo>
                    <a:pt x="1479311" y="2842147"/>
                  </a:lnTo>
                  <a:lnTo>
                    <a:pt x="1550934" y="2892587"/>
                  </a:lnTo>
                  <a:lnTo>
                    <a:pt x="1622556" y="2939062"/>
                  </a:lnTo>
                  <a:lnTo>
                    <a:pt x="1694179" y="2981883"/>
                  </a:lnTo>
                  <a:lnTo>
                    <a:pt x="1765802" y="3021338"/>
                  </a:lnTo>
                  <a:lnTo>
                    <a:pt x="1837424" y="3057691"/>
                  </a:lnTo>
                  <a:lnTo>
                    <a:pt x="1909047" y="3091186"/>
                  </a:lnTo>
                  <a:lnTo>
                    <a:pt x="1980669" y="3122048"/>
                  </a:lnTo>
                  <a:lnTo>
                    <a:pt x="2052292" y="3150483"/>
                  </a:lnTo>
                  <a:lnTo>
                    <a:pt x="2123914" y="3176683"/>
                  </a:lnTo>
                  <a:lnTo>
                    <a:pt x="2195537" y="3200823"/>
                  </a:lnTo>
                  <a:lnTo>
                    <a:pt x="2267159" y="3223066"/>
                  </a:lnTo>
                  <a:lnTo>
                    <a:pt x="2338782" y="3243559"/>
                  </a:lnTo>
                  <a:lnTo>
                    <a:pt x="2410404" y="3262442"/>
                  </a:lnTo>
                  <a:lnTo>
                    <a:pt x="2482027" y="3279840"/>
                  </a:lnTo>
                  <a:lnTo>
                    <a:pt x="2553649" y="3295871"/>
                  </a:lnTo>
                  <a:lnTo>
                    <a:pt x="2625272" y="3310641"/>
                  </a:lnTo>
                  <a:lnTo>
                    <a:pt x="2696894" y="3324250"/>
                  </a:lnTo>
                  <a:lnTo>
                    <a:pt x="2768517" y="3336789"/>
                  </a:lnTo>
                  <a:lnTo>
                    <a:pt x="2840139" y="3348342"/>
                  </a:lnTo>
                  <a:lnTo>
                    <a:pt x="2911762" y="3358987"/>
                  </a:lnTo>
                  <a:lnTo>
                    <a:pt x="2983384" y="3368795"/>
                  </a:lnTo>
                  <a:lnTo>
                    <a:pt x="3055007" y="3377832"/>
                  </a:lnTo>
                  <a:lnTo>
                    <a:pt x="3126630" y="3386159"/>
                  </a:lnTo>
                  <a:lnTo>
                    <a:pt x="3198252" y="3393831"/>
                  </a:lnTo>
                  <a:lnTo>
                    <a:pt x="3269875" y="3400900"/>
                  </a:lnTo>
                  <a:lnTo>
                    <a:pt x="3341497" y="3407413"/>
                  </a:lnTo>
                  <a:lnTo>
                    <a:pt x="3413120" y="3413414"/>
                  </a:lnTo>
                  <a:lnTo>
                    <a:pt x="3484742" y="3418943"/>
                  </a:lnTo>
                  <a:lnTo>
                    <a:pt x="3556365" y="3424038"/>
                  </a:lnTo>
                  <a:lnTo>
                    <a:pt x="3627987" y="3428732"/>
                  </a:lnTo>
                  <a:lnTo>
                    <a:pt x="3699610" y="3433057"/>
                  </a:lnTo>
                  <a:lnTo>
                    <a:pt x="3771232" y="3437042"/>
                  </a:lnTo>
                  <a:lnTo>
                    <a:pt x="3842855" y="3440714"/>
                  </a:lnTo>
                  <a:lnTo>
                    <a:pt x="3914477" y="3444097"/>
                  </a:lnTo>
                  <a:lnTo>
                    <a:pt x="3986100" y="3447214"/>
                  </a:lnTo>
                  <a:lnTo>
                    <a:pt x="4057722" y="3450086"/>
                  </a:lnTo>
                  <a:lnTo>
                    <a:pt x="4129345" y="3452732"/>
                  </a:lnTo>
                  <a:lnTo>
                    <a:pt x="4200967" y="3455170"/>
                  </a:lnTo>
                  <a:lnTo>
                    <a:pt x="4272590" y="3457417"/>
                  </a:lnTo>
                  <a:lnTo>
                    <a:pt x="4344212" y="3459487"/>
                  </a:lnTo>
                  <a:lnTo>
                    <a:pt x="4415835" y="3461394"/>
                  </a:lnTo>
                  <a:lnTo>
                    <a:pt x="4487458" y="3463151"/>
                  </a:lnTo>
                  <a:lnTo>
                    <a:pt x="4559080" y="3464770"/>
                  </a:lnTo>
                  <a:lnTo>
                    <a:pt x="4630703" y="3466262"/>
                  </a:lnTo>
                  <a:lnTo>
                    <a:pt x="4702325" y="3467637"/>
                  </a:lnTo>
                  <a:lnTo>
                    <a:pt x="4773948" y="3468903"/>
                  </a:lnTo>
                  <a:lnTo>
                    <a:pt x="4845570" y="3470070"/>
                  </a:lnTo>
                  <a:lnTo>
                    <a:pt x="4917193" y="3471145"/>
                  </a:lnTo>
                  <a:lnTo>
                    <a:pt x="4988815" y="3472136"/>
                  </a:lnTo>
                  <a:lnTo>
                    <a:pt x="5060438" y="3473049"/>
                  </a:lnTo>
                  <a:lnTo>
                    <a:pt x="5132060" y="3473890"/>
                  </a:lnTo>
                  <a:lnTo>
                    <a:pt x="5203683" y="347466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63936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2.92 (0.36-23.64), p = 0.315  |  per IQR decline (Δ = 25.8 %): 15.93 (0.07-3538.98)  |  IQR: [-10.7, 15.1]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75438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2026-10-08T10:07:53Z</dcterms:modified>
  <cp:category/>
</cp:coreProperties>
</file>