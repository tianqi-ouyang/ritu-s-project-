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54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7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73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4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1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91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6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537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67698"/>
            </a:xfrm>
            <a:custGeom>
              <a:avLst/>
              <a:pathLst>
                <a:path w="7090630" h="3467698">
                  <a:moveTo>
                    <a:pt x="1705526" y="0"/>
                  </a:moveTo>
                  <a:lnTo>
                    <a:pt x="1718940" y="47735"/>
                  </a:lnTo>
                  <a:lnTo>
                    <a:pt x="1790563" y="285001"/>
                  </a:lnTo>
                  <a:lnTo>
                    <a:pt x="1862185" y="505884"/>
                  </a:lnTo>
                  <a:lnTo>
                    <a:pt x="1933808" y="711514"/>
                  </a:lnTo>
                  <a:lnTo>
                    <a:pt x="2005430" y="902945"/>
                  </a:lnTo>
                  <a:lnTo>
                    <a:pt x="2077053" y="1081157"/>
                  </a:lnTo>
                  <a:lnTo>
                    <a:pt x="2148675" y="1247062"/>
                  </a:lnTo>
                  <a:lnTo>
                    <a:pt x="2220298" y="1401512"/>
                  </a:lnTo>
                  <a:lnTo>
                    <a:pt x="2291920" y="1545296"/>
                  </a:lnTo>
                  <a:lnTo>
                    <a:pt x="2363543" y="1679152"/>
                  </a:lnTo>
                  <a:lnTo>
                    <a:pt x="2435165" y="1803764"/>
                  </a:lnTo>
                  <a:lnTo>
                    <a:pt x="2506788" y="1919772"/>
                  </a:lnTo>
                  <a:lnTo>
                    <a:pt x="2578410" y="2027769"/>
                  </a:lnTo>
                  <a:lnTo>
                    <a:pt x="2650033" y="2128308"/>
                  </a:lnTo>
                  <a:lnTo>
                    <a:pt x="2721655" y="2221905"/>
                  </a:lnTo>
                  <a:lnTo>
                    <a:pt x="2793278" y="2309039"/>
                  </a:lnTo>
                  <a:lnTo>
                    <a:pt x="2864901" y="2390156"/>
                  </a:lnTo>
                  <a:lnTo>
                    <a:pt x="2936523" y="2465672"/>
                  </a:lnTo>
                  <a:lnTo>
                    <a:pt x="3008146" y="2535973"/>
                  </a:lnTo>
                  <a:lnTo>
                    <a:pt x="3079768" y="2601419"/>
                  </a:lnTo>
                  <a:lnTo>
                    <a:pt x="3151391" y="2657440"/>
                  </a:lnTo>
                  <a:lnTo>
                    <a:pt x="3223013" y="2680198"/>
                  </a:lnTo>
                  <a:lnTo>
                    <a:pt x="3294636" y="2702330"/>
                  </a:lnTo>
                  <a:lnTo>
                    <a:pt x="3366258" y="2723852"/>
                  </a:lnTo>
                  <a:lnTo>
                    <a:pt x="3437881" y="2744781"/>
                  </a:lnTo>
                  <a:lnTo>
                    <a:pt x="3509503" y="2765134"/>
                  </a:lnTo>
                  <a:lnTo>
                    <a:pt x="3581126" y="2784926"/>
                  </a:lnTo>
                  <a:lnTo>
                    <a:pt x="3652748" y="2804174"/>
                  </a:lnTo>
                  <a:lnTo>
                    <a:pt x="3724371" y="2822891"/>
                  </a:lnTo>
                  <a:lnTo>
                    <a:pt x="3795993" y="2841092"/>
                  </a:lnTo>
                  <a:lnTo>
                    <a:pt x="3867616" y="2858792"/>
                  </a:lnTo>
                  <a:lnTo>
                    <a:pt x="3939238" y="2876005"/>
                  </a:lnTo>
                  <a:lnTo>
                    <a:pt x="4010861" y="2892744"/>
                  </a:lnTo>
                  <a:lnTo>
                    <a:pt x="4082483" y="2909022"/>
                  </a:lnTo>
                  <a:lnTo>
                    <a:pt x="4154106" y="2924851"/>
                  </a:lnTo>
                  <a:lnTo>
                    <a:pt x="4225729" y="2940244"/>
                  </a:lnTo>
                  <a:lnTo>
                    <a:pt x="4297351" y="2955214"/>
                  </a:lnTo>
                  <a:lnTo>
                    <a:pt x="4368974" y="2969771"/>
                  </a:lnTo>
                  <a:lnTo>
                    <a:pt x="4440596" y="2983927"/>
                  </a:lnTo>
                  <a:lnTo>
                    <a:pt x="4512219" y="2997693"/>
                  </a:lnTo>
                  <a:lnTo>
                    <a:pt x="4583841" y="3011080"/>
                  </a:lnTo>
                  <a:lnTo>
                    <a:pt x="4655464" y="3024098"/>
                  </a:lnTo>
                  <a:lnTo>
                    <a:pt x="4727086" y="3036758"/>
                  </a:lnTo>
                  <a:lnTo>
                    <a:pt x="4798709" y="3049069"/>
                  </a:lnTo>
                  <a:lnTo>
                    <a:pt x="4870331" y="3061041"/>
                  </a:lnTo>
                  <a:lnTo>
                    <a:pt x="4941954" y="3072684"/>
                  </a:lnTo>
                  <a:lnTo>
                    <a:pt x="5013576" y="3084005"/>
                  </a:lnTo>
                  <a:lnTo>
                    <a:pt x="5085199" y="3095015"/>
                  </a:lnTo>
                  <a:lnTo>
                    <a:pt x="5156821" y="3105722"/>
                  </a:lnTo>
                  <a:lnTo>
                    <a:pt x="5228444" y="3116134"/>
                  </a:lnTo>
                  <a:lnTo>
                    <a:pt x="5300066" y="3126258"/>
                  </a:lnTo>
                  <a:lnTo>
                    <a:pt x="5371689" y="3136105"/>
                  </a:lnTo>
                  <a:lnTo>
                    <a:pt x="5443311" y="3145679"/>
                  </a:lnTo>
                  <a:lnTo>
                    <a:pt x="5514934" y="3154991"/>
                  </a:lnTo>
                  <a:lnTo>
                    <a:pt x="5586557" y="3164045"/>
                  </a:lnTo>
                  <a:lnTo>
                    <a:pt x="5658179" y="3172851"/>
                  </a:lnTo>
                  <a:lnTo>
                    <a:pt x="5729802" y="3181413"/>
                  </a:lnTo>
                  <a:lnTo>
                    <a:pt x="5801424" y="3189740"/>
                  </a:lnTo>
                  <a:lnTo>
                    <a:pt x="5873047" y="3197838"/>
                  </a:lnTo>
                  <a:lnTo>
                    <a:pt x="5944669" y="3205713"/>
                  </a:lnTo>
                  <a:lnTo>
                    <a:pt x="6016292" y="3213370"/>
                  </a:lnTo>
                  <a:lnTo>
                    <a:pt x="6087914" y="3220817"/>
                  </a:lnTo>
                  <a:lnTo>
                    <a:pt x="6159537" y="3228059"/>
                  </a:lnTo>
                  <a:lnTo>
                    <a:pt x="6231159" y="3235101"/>
                  </a:lnTo>
                  <a:lnTo>
                    <a:pt x="6302782" y="3241949"/>
                  </a:lnTo>
                  <a:lnTo>
                    <a:pt x="6374404" y="3248609"/>
                  </a:lnTo>
                  <a:lnTo>
                    <a:pt x="6446027" y="3255085"/>
                  </a:lnTo>
                  <a:lnTo>
                    <a:pt x="6517649" y="3261383"/>
                  </a:lnTo>
                  <a:lnTo>
                    <a:pt x="6589272" y="3267508"/>
                  </a:lnTo>
                  <a:lnTo>
                    <a:pt x="6660894" y="3273463"/>
                  </a:lnTo>
                  <a:lnTo>
                    <a:pt x="6732517" y="3279255"/>
                  </a:lnTo>
                  <a:lnTo>
                    <a:pt x="6804139" y="3284887"/>
                  </a:lnTo>
                  <a:lnTo>
                    <a:pt x="6875762" y="3290364"/>
                  </a:lnTo>
                  <a:lnTo>
                    <a:pt x="6947385" y="3295691"/>
                  </a:lnTo>
                  <a:lnTo>
                    <a:pt x="7019007" y="3300870"/>
                  </a:lnTo>
                  <a:lnTo>
                    <a:pt x="7090630" y="3305907"/>
                  </a:lnTo>
                  <a:lnTo>
                    <a:pt x="7090630" y="3467698"/>
                  </a:lnTo>
                  <a:lnTo>
                    <a:pt x="7019007" y="3466508"/>
                  </a:lnTo>
                  <a:lnTo>
                    <a:pt x="6947385" y="3465229"/>
                  </a:lnTo>
                  <a:lnTo>
                    <a:pt x="6875762" y="3463855"/>
                  </a:lnTo>
                  <a:lnTo>
                    <a:pt x="6804139" y="3462380"/>
                  </a:lnTo>
                  <a:lnTo>
                    <a:pt x="6732517" y="3460795"/>
                  </a:lnTo>
                  <a:lnTo>
                    <a:pt x="6660894" y="3459093"/>
                  </a:lnTo>
                  <a:lnTo>
                    <a:pt x="6589272" y="3457264"/>
                  </a:lnTo>
                  <a:lnTo>
                    <a:pt x="6517649" y="3455300"/>
                  </a:lnTo>
                  <a:lnTo>
                    <a:pt x="6446027" y="3453190"/>
                  </a:lnTo>
                  <a:lnTo>
                    <a:pt x="6374404" y="3450923"/>
                  </a:lnTo>
                  <a:lnTo>
                    <a:pt x="6302782" y="3448489"/>
                  </a:lnTo>
                  <a:lnTo>
                    <a:pt x="6231159" y="3445873"/>
                  </a:lnTo>
                  <a:lnTo>
                    <a:pt x="6159537" y="3443064"/>
                  </a:lnTo>
                  <a:lnTo>
                    <a:pt x="6087914" y="3440047"/>
                  </a:lnTo>
                  <a:lnTo>
                    <a:pt x="6016292" y="3436805"/>
                  </a:lnTo>
                  <a:lnTo>
                    <a:pt x="5944669" y="3433323"/>
                  </a:lnTo>
                  <a:lnTo>
                    <a:pt x="5873047" y="3429583"/>
                  </a:lnTo>
                  <a:lnTo>
                    <a:pt x="5801424" y="3425566"/>
                  </a:lnTo>
                  <a:lnTo>
                    <a:pt x="5729802" y="3421250"/>
                  </a:lnTo>
                  <a:lnTo>
                    <a:pt x="5658179" y="3416614"/>
                  </a:lnTo>
                  <a:lnTo>
                    <a:pt x="5586557" y="3411635"/>
                  </a:lnTo>
                  <a:lnTo>
                    <a:pt x="5514934" y="3406286"/>
                  </a:lnTo>
                  <a:lnTo>
                    <a:pt x="5443311" y="3400540"/>
                  </a:lnTo>
                  <a:lnTo>
                    <a:pt x="5371689" y="3394369"/>
                  </a:lnTo>
                  <a:lnTo>
                    <a:pt x="5300066" y="3387739"/>
                  </a:lnTo>
                  <a:lnTo>
                    <a:pt x="5228444" y="3380618"/>
                  </a:lnTo>
                  <a:lnTo>
                    <a:pt x="5156821" y="3372968"/>
                  </a:lnTo>
                  <a:lnTo>
                    <a:pt x="5085199" y="3364751"/>
                  </a:lnTo>
                  <a:lnTo>
                    <a:pt x="5013576" y="3355925"/>
                  </a:lnTo>
                  <a:lnTo>
                    <a:pt x="4941954" y="3346444"/>
                  </a:lnTo>
                  <a:lnTo>
                    <a:pt x="4870331" y="3336259"/>
                  </a:lnTo>
                  <a:lnTo>
                    <a:pt x="4798709" y="3325319"/>
                  </a:lnTo>
                  <a:lnTo>
                    <a:pt x="4727086" y="3313568"/>
                  </a:lnTo>
                  <a:lnTo>
                    <a:pt x="4655464" y="3300945"/>
                  </a:lnTo>
                  <a:lnTo>
                    <a:pt x="4583841" y="3287386"/>
                  </a:lnTo>
                  <a:lnTo>
                    <a:pt x="4512219" y="3272821"/>
                  </a:lnTo>
                  <a:lnTo>
                    <a:pt x="4440596" y="3257175"/>
                  </a:lnTo>
                  <a:lnTo>
                    <a:pt x="4368974" y="3240369"/>
                  </a:lnTo>
                  <a:lnTo>
                    <a:pt x="4297351" y="3222317"/>
                  </a:lnTo>
                  <a:lnTo>
                    <a:pt x="4225729" y="3202925"/>
                  </a:lnTo>
                  <a:lnTo>
                    <a:pt x="4154106" y="3182095"/>
                  </a:lnTo>
                  <a:lnTo>
                    <a:pt x="4082483" y="3159721"/>
                  </a:lnTo>
                  <a:lnTo>
                    <a:pt x="4010861" y="3135686"/>
                  </a:lnTo>
                  <a:lnTo>
                    <a:pt x="3939238" y="3109869"/>
                  </a:lnTo>
                  <a:lnTo>
                    <a:pt x="3867616" y="3082136"/>
                  </a:lnTo>
                  <a:lnTo>
                    <a:pt x="3795993" y="3052347"/>
                  </a:lnTo>
                  <a:lnTo>
                    <a:pt x="3724371" y="3020348"/>
                  </a:lnTo>
                  <a:lnTo>
                    <a:pt x="3652748" y="2985975"/>
                  </a:lnTo>
                  <a:lnTo>
                    <a:pt x="3581126" y="2949053"/>
                  </a:lnTo>
                  <a:lnTo>
                    <a:pt x="3509503" y="2909392"/>
                  </a:lnTo>
                  <a:lnTo>
                    <a:pt x="3437881" y="2866790"/>
                  </a:lnTo>
                  <a:lnTo>
                    <a:pt x="3366258" y="2821027"/>
                  </a:lnTo>
                  <a:lnTo>
                    <a:pt x="3294636" y="2771870"/>
                  </a:lnTo>
                  <a:lnTo>
                    <a:pt x="3223013" y="2719067"/>
                  </a:lnTo>
                  <a:lnTo>
                    <a:pt x="3151391" y="2662347"/>
                  </a:lnTo>
                  <a:lnTo>
                    <a:pt x="3079768" y="2634037"/>
                  </a:lnTo>
                  <a:lnTo>
                    <a:pt x="3008146" y="2609971"/>
                  </a:lnTo>
                  <a:lnTo>
                    <a:pt x="2936523" y="2585223"/>
                  </a:lnTo>
                  <a:lnTo>
                    <a:pt x="2864901" y="2559775"/>
                  </a:lnTo>
                  <a:lnTo>
                    <a:pt x="2793278" y="2533606"/>
                  </a:lnTo>
                  <a:lnTo>
                    <a:pt x="2721655" y="2506695"/>
                  </a:lnTo>
                  <a:lnTo>
                    <a:pt x="2650033" y="2479023"/>
                  </a:lnTo>
                  <a:lnTo>
                    <a:pt x="2578410" y="2450567"/>
                  </a:lnTo>
                  <a:lnTo>
                    <a:pt x="2506788" y="2421304"/>
                  </a:lnTo>
                  <a:lnTo>
                    <a:pt x="2435165" y="2391213"/>
                  </a:lnTo>
                  <a:lnTo>
                    <a:pt x="2363543" y="2360270"/>
                  </a:lnTo>
                  <a:lnTo>
                    <a:pt x="2291920" y="2328450"/>
                  </a:lnTo>
                  <a:lnTo>
                    <a:pt x="2220298" y="2295730"/>
                  </a:lnTo>
                  <a:lnTo>
                    <a:pt x="2148675" y="2262082"/>
                  </a:lnTo>
                  <a:lnTo>
                    <a:pt x="2077053" y="2227482"/>
                  </a:lnTo>
                  <a:lnTo>
                    <a:pt x="2005430" y="2191901"/>
                  </a:lnTo>
                  <a:lnTo>
                    <a:pt x="1933808" y="2155313"/>
                  </a:lnTo>
                  <a:lnTo>
                    <a:pt x="1862185" y="2117688"/>
                  </a:lnTo>
                  <a:lnTo>
                    <a:pt x="1790563" y="2078998"/>
                  </a:lnTo>
                  <a:lnTo>
                    <a:pt x="1718940" y="2039212"/>
                  </a:lnTo>
                  <a:lnTo>
                    <a:pt x="1647318" y="1998299"/>
                  </a:lnTo>
                  <a:lnTo>
                    <a:pt x="1575695" y="1956228"/>
                  </a:lnTo>
                  <a:lnTo>
                    <a:pt x="1504073" y="1912965"/>
                  </a:lnTo>
                  <a:lnTo>
                    <a:pt x="1432450" y="1868476"/>
                  </a:lnTo>
                  <a:lnTo>
                    <a:pt x="1360827" y="1822728"/>
                  </a:lnTo>
                  <a:lnTo>
                    <a:pt x="1289205" y="1775684"/>
                  </a:lnTo>
                  <a:lnTo>
                    <a:pt x="1217582" y="1727307"/>
                  </a:lnTo>
                  <a:lnTo>
                    <a:pt x="1145960" y="1677560"/>
                  </a:lnTo>
                  <a:lnTo>
                    <a:pt x="1074337" y="1626405"/>
                  </a:lnTo>
                  <a:lnTo>
                    <a:pt x="1002715" y="1573800"/>
                  </a:lnTo>
                  <a:lnTo>
                    <a:pt x="931092" y="1519706"/>
                  </a:lnTo>
                  <a:lnTo>
                    <a:pt x="859470" y="1464079"/>
                  </a:lnTo>
                  <a:lnTo>
                    <a:pt x="787847" y="1406877"/>
                  </a:lnTo>
                  <a:lnTo>
                    <a:pt x="716225" y="1348055"/>
                  </a:lnTo>
                  <a:lnTo>
                    <a:pt x="644602" y="1287567"/>
                  </a:lnTo>
                  <a:lnTo>
                    <a:pt x="572980" y="1225366"/>
                  </a:lnTo>
                  <a:lnTo>
                    <a:pt x="501357" y="1161403"/>
                  </a:lnTo>
                  <a:lnTo>
                    <a:pt x="429735" y="1095628"/>
                  </a:lnTo>
                  <a:lnTo>
                    <a:pt x="358112" y="1027991"/>
                  </a:lnTo>
                  <a:lnTo>
                    <a:pt x="286490" y="958438"/>
                  </a:lnTo>
                  <a:lnTo>
                    <a:pt x="214867" y="886915"/>
                  </a:lnTo>
                  <a:lnTo>
                    <a:pt x="143245" y="813366"/>
                  </a:lnTo>
                  <a:lnTo>
                    <a:pt x="71622" y="737734"/>
                  </a:lnTo>
                  <a:lnTo>
                    <a:pt x="0" y="6599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77575" y="2073503"/>
              <a:ext cx="5385104" cy="3305907"/>
            </a:xfrm>
            <a:custGeom>
              <a:avLst/>
              <a:pathLst>
                <a:path w="5385104" h="3305907">
                  <a:moveTo>
                    <a:pt x="0" y="0"/>
                  </a:moveTo>
                  <a:lnTo>
                    <a:pt x="13414" y="47735"/>
                  </a:lnTo>
                  <a:lnTo>
                    <a:pt x="85037" y="285001"/>
                  </a:lnTo>
                  <a:lnTo>
                    <a:pt x="156659" y="505884"/>
                  </a:lnTo>
                  <a:lnTo>
                    <a:pt x="228282" y="711514"/>
                  </a:lnTo>
                  <a:lnTo>
                    <a:pt x="299904" y="902945"/>
                  </a:lnTo>
                  <a:lnTo>
                    <a:pt x="371527" y="1081157"/>
                  </a:lnTo>
                  <a:lnTo>
                    <a:pt x="443149" y="1247062"/>
                  </a:lnTo>
                  <a:lnTo>
                    <a:pt x="514772" y="1401512"/>
                  </a:lnTo>
                  <a:lnTo>
                    <a:pt x="586394" y="1545296"/>
                  </a:lnTo>
                  <a:lnTo>
                    <a:pt x="658017" y="1679152"/>
                  </a:lnTo>
                  <a:lnTo>
                    <a:pt x="729639" y="1803764"/>
                  </a:lnTo>
                  <a:lnTo>
                    <a:pt x="801262" y="1919772"/>
                  </a:lnTo>
                  <a:lnTo>
                    <a:pt x="872884" y="2027769"/>
                  </a:lnTo>
                  <a:lnTo>
                    <a:pt x="944507" y="2128308"/>
                  </a:lnTo>
                  <a:lnTo>
                    <a:pt x="1016129" y="2221905"/>
                  </a:lnTo>
                  <a:lnTo>
                    <a:pt x="1087752" y="2309039"/>
                  </a:lnTo>
                  <a:lnTo>
                    <a:pt x="1159375" y="2390156"/>
                  </a:lnTo>
                  <a:lnTo>
                    <a:pt x="1230997" y="2465672"/>
                  </a:lnTo>
                  <a:lnTo>
                    <a:pt x="1302620" y="2535973"/>
                  </a:lnTo>
                  <a:lnTo>
                    <a:pt x="1374242" y="2601419"/>
                  </a:lnTo>
                  <a:lnTo>
                    <a:pt x="1445865" y="2657440"/>
                  </a:lnTo>
                  <a:lnTo>
                    <a:pt x="1517487" y="2680198"/>
                  </a:lnTo>
                  <a:lnTo>
                    <a:pt x="1589110" y="2702330"/>
                  </a:lnTo>
                  <a:lnTo>
                    <a:pt x="1660732" y="2723852"/>
                  </a:lnTo>
                  <a:lnTo>
                    <a:pt x="1732355" y="2744781"/>
                  </a:lnTo>
                  <a:lnTo>
                    <a:pt x="1803977" y="2765134"/>
                  </a:lnTo>
                  <a:lnTo>
                    <a:pt x="1875600" y="2784926"/>
                  </a:lnTo>
                  <a:lnTo>
                    <a:pt x="1947222" y="2804174"/>
                  </a:lnTo>
                  <a:lnTo>
                    <a:pt x="2018845" y="2822891"/>
                  </a:lnTo>
                  <a:lnTo>
                    <a:pt x="2090467" y="2841092"/>
                  </a:lnTo>
                  <a:lnTo>
                    <a:pt x="2162090" y="2858792"/>
                  </a:lnTo>
                  <a:lnTo>
                    <a:pt x="2233712" y="2876005"/>
                  </a:lnTo>
                  <a:lnTo>
                    <a:pt x="2305335" y="2892744"/>
                  </a:lnTo>
                  <a:lnTo>
                    <a:pt x="2376957" y="2909022"/>
                  </a:lnTo>
                  <a:lnTo>
                    <a:pt x="2448580" y="2924851"/>
                  </a:lnTo>
                  <a:lnTo>
                    <a:pt x="2520203" y="2940244"/>
                  </a:lnTo>
                  <a:lnTo>
                    <a:pt x="2591825" y="2955214"/>
                  </a:lnTo>
                  <a:lnTo>
                    <a:pt x="2663448" y="2969771"/>
                  </a:lnTo>
                  <a:lnTo>
                    <a:pt x="2735070" y="2983927"/>
                  </a:lnTo>
                  <a:lnTo>
                    <a:pt x="2806693" y="2997693"/>
                  </a:lnTo>
                  <a:lnTo>
                    <a:pt x="2878315" y="3011080"/>
                  </a:lnTo>
                  <a:lnTo>
                    <a:pt x="2949938" y="3024098"/>
                  </a:lnTo>
                  <a:lnTo>
                    <a:pt x="3021560" y="3036758"/>
                  </a:lnTo>
                  <a:lnTo>
                    <a:pt x="3093183" y="3049069"/>
                  </a:lnTo>
                  <a:lnTo>
                    <a:pt x="3164805" y="3061041"/>
                  </a:lnTo>
                  <a:lnTo>
                    <a:pt x="3236428" y="3072684"/>
                  </a:lnTo>
                  <a:lnTo>
                    <a:pt x="3308050" y="3084005"/>
                  </a:lnTo>
                  <a:lnTo>
                    <a:pt x="3379673" y="3095015"/>
                  </a:lnTo>
                  <a:lnTo>
                    <a:pt x="3451295" y="3105722"/>
                  </a:lnTo>
                  <a:lnTo>
                    <a:pt x="3522918" y="3116134"/>
                  </a:lnTo>
                  <a:lnTo>
                    <a:pt x="3594540" y="3126258"/>
                  </a:lnTo>
                  <a:lnTo>
                    <a:pt x="3666163" y="3136105"/>
                  </a:lnTo>
                  <a:lnTo>
                    <a:pt x="3737785" y="3145679"/>
                  </a:lnTo>
                  <a:lnTo>
                    <a:pt x="3809408" y="3154991"/>
                  </a:lnTo>
                  <a:lnTo>
                    <a:pt x="3881031" y="3164045"/>
                  </a:lnTo>
                  <a:lnTo>
                    <a:pt x="3952653" y="3172851"/>
                  </a:lnTo>
                  <a:lnTo>
                    <a:pt x="4024276" y="3181413"/>
                  </a:lnTo>
                  <a:lnTo>
                    <a:pt x="4095898" y="3189740"/>
                  </a:lnTo>
                  <a:lnTo>
                    <a:pt x="4167521" y="3197838"/>
                  </a:lnTo>
                  <a:lnTo>
                    <a:pt x="4239143" y="3205713"/>
                  </a:lnTo>
                  <a:lnTo>
                    <a:pt x="4310766" y="3213370"/>
                  </a:lnTo>
                  <a:lnTo>
                    <a:pt x="4382388" y="3220817"/>
                  </a:lnTo>
                  <a:lnTo>
                    <a:pt x="4454011" y="3228059"/>
                  </a:lnTo>
                  <a:lnTo>
                    <a:pt x="4525633" y="3235101"/>
                  </a:lnTo>
                  <a:lnTo>
                    <a:pt x="4597256" y="3241949"/>
                  </a:lnTo>
                  <a:lnTo>
                    <a:pt x="4668878" y="3248609"/>
                  </a:lnTo>
                  <a:lnTo>
                    <a:pt x="4740501" y="3255085"/>
                  </a:lnTo>
                  <a:lnTo>
                    <a:pt x="4812123" y="3261383"/>
                  </a:lnTo>
                  <a:lnTo>
                    <a:pt x="4883746" y="3267508"/>
                  </a:lnTo>
                  <a:lnTo>
                    <a:pt x="4955368" y="3273463"/>
                  </a:lnTo>
                  <a:lnTo>
                    <a:pt x="5026991" y="3279255"/>
                  </a:lnTo>
                  <a:lnTo>
                    <a:pt x="5098613" y="3284887"/>
                  </a:lnTo>
                  <a:lnTo>
                    <a:pt x="5170236" y="3290364"/>
                  </a:lnTo>
                  <a:lnTo>
                    <a:pt x="5241859" y="3295691"/>
                  </a:lnTo>
                  <a:lnTo>
                    <a:pt x="5313481" y="3300870"/>
                  </a:lnTo>
                  <a:lnTo>
                    <a:pt x="5385104" y="33059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733463"/>
              <a:ext cx="7090630" cy="2807737"/>
            </a:xfrm>
            <a:custGeom>
              <a:avLst/>
              <a:pathLst>
                <a:path w="7090630" h="2807737">
                  <a:moveTo>
                    <a:pt x="7090630" y="2807737"/>
                  </a:moveTo>
                  <a:lnTo>
                    <a:pt x="7019007" y="2806547"/>
                  </a:lnTo>
                  <a:lnTo>
                    <a:pt x="6947385" y="2805268"/>
                  </a:lnTo>
                  <a:lnTo>
                    <a:pt x="6875762" y="2803895"/>
                  </a:lnTo>
                  <a:lnTo>
                    <a:pt x="6804139" y="2802419"/>
                  </a:lnTo>
                  <a:lnTo>
                    <a:pt x="6732517" y="2800834"/>
                  </a:lnTo>
                  <a:lnTo>
                    <a:pt x="6660894" y="2799132"/>
                  </a:lnTo>
                  <a:lnTo>
                    <a:pt x="6589272" y="2797303"/>
                  </a:lnTo>
                  <a:lnTo>
                    <a:pt x="6517649" y="2795339"/>
                  </a:lnTo>
                  <a:lnTo>
                    <a:pt x="6446027" y="2793229"/>
                  </a:lnTo>
                  <a:lnTo>
                    <a:pt x="6374404" y="2790962"/>
                  </a:lnTo>
                  <a:lnTo>
                    <a:pt x="6302782" y="2788528"/>
                  </a:lnTo>
                  <a:lnTo>
                    <a:pt x="6231159" y="2785912"/>
                  </a:lnTo>
                  <a:lnTo>
                    <a:pt x="6159537" y="2783103"/>
                  </a:lnTo>
                  <a:lnTo>
                    <a:pt x="6087914" y="2780086"/>
                  </a:lnTo>
                  <a:lnTo>
                    <a:pt x="6016292" y="2776844"/>
                  </a:lnTo>
                  <a:lnTo>
                    <a:pt x="5944669" y="2773362"/>
                  </a:lnTo>
                  <a:lnTo>
                    <a:pt x="5873047" y="2769622"/>
                  </a:lnTo>
                  <a:lnTo>
                    <a:pt x="5801424" y="2765605"/>
                  </a:lnTo>
                  <a:lnTo>
                    <a:pt x="5729802" y="2761289"/>
                  </a:lnTo>
                  <a:lnTo>
                    <a:pt x="5658179" y="2756653"/>
                  </a:lnTo>
                  <a:lnTo>
                    <a:pt x="5586557" y="2751674"/>
                  </a:lnTo>
                  <a:lnTo>
                    <a:pt x="5514934" y="2746325"/>
                  </a:lnTo>
                  <a:lnTo>
                    <a:pt x="5443311" y="2740579"/>
                  </a:lnTo>
                  <a:lnTo>
                    <a:pt x="5371689" y="2734408"/>
                  </a:lnTo>
                  <a:lnTo>
                    <a:pt x="5300066" y="2727778"/>
                  </a:lnTo>
                  <a:lnTo>
                    <a:pt x="5228444" y="2720657"/>
                  </a:lnTo>
                  <a:lnTo>
                    <a:pt x="5156821" y="2713007"/>
                  </a:lnTo>
                  <a:lnTo>
                    <a:pt x="5085199" y="2704790"/>
                  </a:lnTo>
                  <a:lnTo>
                    <a:pt x="5013576" y="2695964"/>
                  </a:lnTo>
                  <a:lnTo>
                    <a:pt x="4941954" y="2686483"/>
                  </a:lnTo>
                  <a:lnTo>
                    <a:pt x="4870331" y="2676298"/>
                  </a:lnTo>
                  <a:lnTo>
                    <a:pt x="4798709" y="2665358"/>
                  </a:lnTo>
                  <a:lnTo>
                    <a:pt x="4727086" y="2653607"/>
                  </a:lnTo>
                  <a:lnTo>
                    <a:pt x="4655464" y="2640984"/>
                  </a:lnTo>
                  <a:lnTo>
                    <a:pt x="4583841" y="2627425"/>
                  </a:lnTo>
                  <a:lnTo>
                    <a:pt x="4512219" y="2612860"/>
                  </a:lnTo>
                  <a:lnTo>
                    <a:pt x="4440596" y="2597214"/>
                  </a:lnTo>
                  <a:lnTo>
                    <a:pt x="4368974" y="2580408"/>
                  </a:lnTo>
                  <a:lnTo>
                    <a:pt x="4297351" y="2562356"/>
                  </a:lnTo>
                  <a:lnTo>
                    <a:pt x="4225729" y="2542964"/>
                  </a:lnTo>
                  <a:lnTo>
                    <a:pt x="4154106" y="2522135"/>
                  </a:lnTo>
                  <a:lnTo>
                    <a:pt x="4082483" y="2499760"/>
                  </a:lnTo>
                  <a:lnTo>
                    <a:pt x="4010861" y="2475725"/>
                  </a:lnTo>
                  <a:lnTo>
                    <a:pt x="3939238" y="2449908"/>
                  </a:lnTo>
                  <a:lnTo>
                    <a:pt x="3867616" y="2422175"/>
                  </a:lnTo>
                  <a:lnTo>
                    <a:pt x="3795993" y="2392386"/>
                  </a:lnTo>
                  <a:lnTo>
                    <a:pt x="3724371" y="2360387"/>
                  </a:lnTo>
                  <a:lnTo>
                    <a:pt x="3652748" y="2326014"/>
                  </a:lnTo>
                  <a:lnTo>
                    <a:pt x="3581126" y="2289092"/>
                  </a:lnTo>
                  <a:lnTo>
                    <a:pt x="3509503" y="2249431"/>
                  </a:lnTo>
                  <a:lnTo>
                    <a:pt x="3437881" y="2206829"/>
                  </a:lnTo>
                  <a:lnTo>
                    <a:pt x="3366258" y="2161066"/>
                  </a:lnTo>
                  <a:lnTo>
                    <a:pt x="3294636" y="2111909"/>
                  </a:lnTo>
                  <a:lnTo>
                    <a:pt x="3223013" y="2059106"/>
                  </a:lnTo>
                  <a:lnTo>
                    <a:pt x="3151391" y="2002386"/>
                  </a:lnTo>
                  <a:lnTo>
                    <a:pt x="3079768" y="1974076"/>
                  </a:lnTo>
                  <a:lnTo>
                    <a:pt x="3008146" y="1950010"/>
                  </a:lnTo>
                  <a:lnTo>
                    <a:pt x="2936523" y="1925262"/>
                  </a:lnTo>
                  <a:lnTo>
                    <a:pt x="2864901" y="1899814"/>
                  </a:lnTo>
                  <a:lnTo>
                    <a:pt x="2793278" y="1873645"/>
                  </a:lnTo>
                  <a:lnTo>
                    <a:pt x="2721655" y="1846734"/>
                  </a:lnTo>
                  <a:lnTo>
                    <a:pt x="2650033" y="1819062"/>
                  </a:lnTo>
                  <a:lnTo>
                    <a:pt x="2578410" y="1790606"/>
                  </a:lnTo>
                  <a:lnTo>
                    <a:pt x="2506788" y="1761343"/>
                  </a:lnTo>
                  <a:lnTo>
                    <a:pt x="2435165" y="1731252"/>
                  </a:lnTo>
                  <a:lnTo>
                    <a:pt x="2363543" y="1700309"/>
                  </a:lnTo>
                  <a:lnTo>
                    <a:pt x="2291920" y="1668490"/>
                  </a:lnTo>
                  <a:lnTo>
                    <a:pt x="2220298" y="1635769"/>
                  </a:lnTo>
                  <a:lnTo>
                    <a:pt x="2148675" y="1602121"/>
                  </a:lnTo>
                  <a:lnTo>
                    <a:pt x="2077053" y="1567521"/>
                  </a:lnTo>
                  <a:lnTo>
                    <a:pt x="2005430" y="1531940"/>
                  </a:lnTo>
                  <a:lnTo>
                    <a:pt x="1933808" y="1495352"/>
                  </a:lnTo>
                  <a:lnTo>
                    <a:pt x="1862185" y="1457727"/>
                  </a:lnTo>
                  <a:lnTo>
                    <a:pt x="1790563" y="1419037"/>
                  </a:lnTo>
                  <a:lnTo>
                    <a:pt x="1718940" y="1379251"/>
                  </a:lnTo>
                  <a:lnTo>
                    <a:pt x="1647318" y="1338338"/>
                  </a:lnTo>
                  <a:lnTo>
                    <a:pt x="1575695" y="1296267"/>
                  </a:lnTo>
                  <a:lnTo>
                    <a:pt x="1504073" y="1253004"/>
                  </a:lnTo>
                  <a:lnTo>
                    <a:pt x="1432450" y="1208515"/>
                  </a:lnTo>
                  <a:lnTo>
                    <a:pt x="1360827" y="1162767"/>
                  </a:lnTo>
                  <a:lnTo>
                    <a:pt x="1289205" y="1115723"/>
                  </a:lnTo>
                  <a:lnTo>
                    <a:pt x="1217582" y="1067346"/>
                  </a:lnTo>
                  <a:lnTo>
                    <a:pt x="1145960" y="1017599"/>
                  </a:lnTo>
                  <a:lnTo>
                    <a:pt x="1074337" y="966444"/>
                  </a:lnTo>
                  <a:lnTo>
                    <a:pt x="1002715" y="913839"/>
                  </a:lnTo>
                  <a:lnTo>
                    <a:pt x="931092" y="859745"/>
                  </a:lnTo>
                  <a:lnTo>
                    <a:pt x="859470" y="804118"/>
                  </a:lnTo>
                  <a:lnTo>
                    <a:pt x="787847" y="746916"/>
                  </a:lnTo>
                  <a:lnTo>
                    <a:pt x="716225" y="688094"/>
                  </a:lnTo>
                  <a:lnTo>
                    <a:pt x="644602" y="627606"/>
                  </a:lnTo>
                  <a:lnTo>
                    <a:pt x="572980" y="565405"/>
                  </a:lnTo>
                  <a:lnTo>
                    <a:pt x="501357" y="501442"/>
                  </a:lnTo>
                  <a:lnTo>
                    <a:pt x="429735" y="435667"/>
                  </a:lnTo>
                  <a:lnTo>
                    <a:pt x="358112" y="368030"/>
                  </a:lnTo>
                  <a:lnTo>
                    <a:pt x="286490" y="298477"/>
                  </a:lnTo>
                  <a:lnTo>
                    <a:pt x="214867" y="226954"/>
                  </a:lnTo>
                  <a:lnTo>
                    <a:pt x="143245" y="153405"/>
                  </a:lnTo>
                  <a:lnTo>
                    <a:pt x="71622" y="77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47284" y="2073503"/>
              <a:ext cx="6015394" cy="3430323"/>
            </a:xfrm>
            <a:custGeom>
              <a:avLst/>
              <a:pathLst>
                <a:path w="6015394" h="3430323">
                  <a:moveTo>
                    <a:pt x="0" y="0"/>
                  </a:moveTo>
                  <a:lnTo>
                    <a:pt x="70725" y="167028"/>
                  </a:lnTo>
                  <a:lnTo>
                    <a:pt x="142347" y="327969"/>
                  </a:lnTo>
                  <a:lnTo>
                    <a:pt x="213970" y="481100"/>
                  </a:lnTo>
                  <a:lnTo>
                    <a:pt x="285592" y="626800"/>
                  </a:lnTo>
                  <a:lnTo>
                    <a:pt x="357215" y="765431"/>
                  </a:lnTo>
                  <a:lnTo>
                    <a:pt x="428837" y="897334"/>
                  </a:lnTo>
                  <a:lnTo>
                    <a:pt x="500460" y="1022837"/>
                  </a:lnTo>
                  <a:lnTo>
                    <a:pt x="572082" y="1142250"/>
                  </a:lnTo>
                  <a:lnTo>
                    <a:pt x="643705" y="1255869"/>
                  </a:lnTo>
                  <a:lnTo>
                    <a:pt x="715327" y="1363975"/>
                  </a:lnTo>
                  <a:lnTo>
                    <a:pt x="786950" y="1466835"/>
                  </a:lnTo>
                  <a:lnTo>
                    <a:pt x="858572" y="1564703"/>
                  </a:lnTo>
                  <a:lnTo>
                    <a:pt x="930195" y="1657823"/>
                  </a:lnTo>
                  <a:lnTo>
                    <a:pt x="1001817" y="1746424"/>
                  </a:lnTo>
                  <a:lnTo>
                    <a:pt x="1073440" y="1830726"/>
                  </a:lnTo>
                  <a:lnTo>
                    <a:pt x="1145062" y="1910937"/>
                  </a:lnTo>
                  <a:lnTo>
                    <a:pt x="1216685" y="1987256"/>
                  </a:lnTo>
                  <a:lnTo>
                    <a:pt x="1288308" y="2059872"/>
                  </a:lnTo>
                  <a:lnTo>
                    <a:pt x="1359930" y="2128964"/>
                  </a:lnTo>
                  <a:lnTo>
                    <a:pt x="1431553" y="2194703"/>
                  </a:lnTo>
                  <a:lnTo>
                    <a:pt x="1503175" y="2257253"/>
                  </a:lnTo>
                  <a:lnTo>
                    <a:pt x="1574798" y="2316767"/>
                  </a:lnTo>
                  <a:lnTo>
                    <a:pt x="1646420" y="2373394"/>
                  </a:lnTo>
                  <a:lnTo>
                    <a:pt x="1718043" y="2427272"/>
                  </a:lnTo>
                  <a:lnTo>
                    <a:pt x="1789665" y="2478537"/>
                  </a:lnTo>
                  <a:lnTo>
                    <a:pt x="1861288" y="2527314"/>
                  </a:lnTo>
                  <a:lnTo>
                    <a:pt x="1932910" y="2573724"/>
                  </a:lnTo>
                  <a:lnTo>
                    <a:pt x="2004533" y="2617882"/>
                  </a:lnTo>
                  <a:lnTo>
                    <a:pt x="2076155" y="2659897"/>
                  </a:lnTo>
                  <a:lnTo>
                    <a:pt x="2147778" y="2699873"/>
                  </a:lnTo>
                  <a:lnTo>
                    <a:pt x="2219400" y="2737910"/>
                  </a:lnTo>
                  <a:lnTo>
                    <a:pt x="2291023" y="2774101"/>
                  </a:lnTo>
                  <a:lnTo>
                    <a:pt x="2362645" y="2808536"/>
                  </a:lnTo>
                  <a:lnTo>
                    <a:pt x="2434268" y="2841300"/>
                  </a:lnTo>
                  <a:lnTo>
                    <a:pt x="2505890" y="2872474"/>
                  </a:lnTo>
                  <a:lnTo>
                    <a:pt x="2577513" y="2902135"/>
                  </a:lnTo>
                  <a:lnTo>
                    <a:pt x="2649136" y="2930357"/>
                  </a:lnTo>
                  <a:lnTo>
                    <a:pt x="2720758" y="2957210"/>
                  </a:lnTo>
                  <a:lnTo>
                    <a:pt x="2792381" y="2982760"/>
                  </a:lnTo>
                  <a:lnTo>
                    <a:pt x="2864003" y="3007069"/>
                  </a:lnTo>
                  <a:lnTo>
                    <a:pt x="2935626" y="3030200"/>
                  </a:lnTo>
                  <a:lnTo>
                    <a:pt x="3007248" y="3052208"/>
                  </a:lnTo>
                  <a:lnTo>
                    <a:pt x="3078871" y="3073148"/>
                  </a:lnTo>
                  <a:lnTo>
                    <a:pt x="3150493" y="3093072"/>
                  </a:lnTo>
                  <a:lnTo>
                    <a:pt x="3222116" y="3112029"/>
                  </a:lnTo>
                  <a:lnTo>
                    <a:pt x="3293738" y="3130066"/>
                  </a:lnTo>
                  <a:lnTo>
                    <a:pt x="3365361" y="3147228"/>
                  </a:lnTo>
                  <a:lnTo>
                    <a:pt x="3436983" y="3163557"/>
                  </a:lnTo>
                  <a:lnTo>
                    <a:pt x="3508606" y="3179094"/>
                  </a:lnTo>
                  <a:lnTo>
                    <a:pt x="3580228" y="3193877"/>
                  </a:lnTo>
                  <a:lnTo>
                    <a:pt x="3651851" y="3207943"/>
                  </a:lnTo>
                  <a:lnTo>
                    <a:pt x="3723473" y="3221326"/>
                  </a:lnTo>
                  <a:lnTo>
                    <a:pt x="3795096" y="3234059"/>
                  </a:lnTo>
                  <a:lnTo>
                    <a:pt x="3866718" y="3246175"/>
                  </a:lnTo>
                  <a:lnTo>
                    <a:pt x="3938341" y="3257703"/>
                  </a:lnTo>
                  <a:lnTo>
                    <a:pt x="4009964" y="3268672"/>
                  </a:lnTo>
                  <a:lnTo>
                    <a:pt x="4081586" y="3279108"/>
                  </a:lnTo>
                  <a:lnTo>
                    <a:pt x="4153209" y="3289038"/>
                  </a:lnTo>
                  <a:lnTo>
                    <a:pt x="4224831" y="3298486"/>
                  </a:lnTo>
                  <a:lnTo>
                    <a:pt x="4296454" y="3307475"/>
                  </a:lnTo>
                  <a:lnTo>
                    <a:pt x="4368076" y="3316029"/>
                  </a:lnTo>
                  <a:lnTo>
                    <a:pt x="4439699" y="3324167"/>
                  </a:lnTo>
                  <a:lnTo>
                    <a:pt x="4511321" y="3331911"/>
                  </a:lnTo>
                  <a:lnTo>
                    <a:pt x="4582944" y="3339278"/>
                  </a:lnTo>
                  <a:lnTo>
                    <a:pt x="4654566" y="3346288"/>
                  </a:lnTo>
                  <a:lnTo>
                    <a:pt x="4726189" y="3352958"/>
                  </a:lnTo>
                  <a:lnTo>
                    <a:pt x="4797811" y="3359305"/>
                  </a:lnTo>
                  <a:lnTo>
                    <a:pt x="4869434" y="3365343"/>
                  </a:lnTo>
                  <a:lnTo>
                    <a:pt x="4941056" y="3371089"/>
                  </a:lnTo>
                  <a:lnTo>
                    <a:pt x="5012679" y="3376555"/>
                  </a:lnTo>
                  <a:lnTo>
                    <a:pt x="5084301" y="3381757"/>
                  </a:lnTo>
                  <a:lnTo>
                    <a:pt x="5155924" y="3386705"/>
                  </a:lnTo>
                  <a:lnTo>
                    <a:pt x="5227546" y="3391414"/>
                  </a:lnTo>
                  <a:lnTo>
                    <a:pt x="5299169" y="3395895"/>
                  </a:lnTo>
                  <a:lnTo>
                    <a:pt x="5370792" y="3400158"/>
                  </a:lnTo>
                  <a:lnTo>
                    <a:pt x="5442414" y="3404214"/>
                  </a:lnTo>
                  <a:lnTo>
                    <a:pt x="5514037" y="3408073"/>
                  </a:lnTo>
                  <a:lnTo>
                    <a:pt x="5585659" y="3411745"/>
                  </a:lnTo>
                  <a:lnTo>
                    <a:pt x="5657282" y="3415239"/>
                  </a:lnTo>
                  <a:lnTo>
                    <a:pt x="5728904" y="3418563"/>
                  </a:lnTo>
                  <a:lnTo>
                    <a:pt x="5800527" y="3421726"/>
                  </a:lnTo>
                  <a:lnTo>
                    <a:pt x="5872149" y="3424735"/>
                  </a:lnTo>
                  <a:lnTo>
                    <a:pt x="5943772" y="3427599"/>
                  </a:lnTo>
                  <a:lnTo>
                    <a:pt x="6015394" y="343032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33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89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10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56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1156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1.92 (1.44-2.55), p_Bonf = &lt;0.001 (n = 6)  |  per IQR decline (Δ = 25.8 %): 5.37 (2.57-11.24)  |  IQR: [-10.7, 15.1]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2026-10-08T10:07:49Z</dcterms:modified>
  <cp:category/>
</cp:coreProperties>
</file>