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811937"/>
              <a:ext cx="7090630" cy="1333883"/>
            </a:xfrm>
            <a:custGeom>
              <a:avLst/>
              <a:pathLst>
                <a:path w="7090630" h="1333883">
                  <a:moveTo>
                    <a:pt x="0" y="272713"/>
                  </a:moveTo>
                  <a:lnTo>
                    <a:pt x="71622" y="291559"/>
                  </a:lnTo>
                  <a:lnTo>
                    <a:pt x="143245" y="310163"/>
                  </a:lnTo>
                  <a:lnTo>
                    <a:pt x="214867" y="328530"/>
                  </a:lnTo>
                  <a:lnTo>
                    <a:pt x="286490" y="346661"/>
                  </a:lnTo>
                  <a:lnTo>
                    <a:pt x="358112" y="364561"/>
                  </a:lnTo>
                  <a:lnTo>
                    <a:pt x="429735" y="382231"/>
                  </a:lnTo>
                  <a:lnTo>
                    <a:pt x="501357" y="399676"/>
                  </a:lnTo>
                  <a:lnTo>
                    <a:pt x="572980" y="416897"/>
                  </a:lnTo>
                  <a:lnTo>
                    <a:pt x="644602" y="433897"/>
                  </a:lnTo>
                  <a:lnTo>
                    <a:pt x="716225" y="450680"/>
                  </a:lnTo>
                  <a:lnTo>
                    <a:pt x="787847" y="467249"/>
                  </a:lnTo>
                  <a:lnTo>
                    <a:pt x="859470" y="483605"/>
                  </a:lnTo>
                  <a:lnTo>
                    <a:pt x="931092" y="499752"/>
                  </a:lnTo>
                  <a:lnTo>
                    <a:pt x="1002715" y="515692"/>
                  </a:lnTo>
                  <a:lnTo>
                    <a:pt x="1074337" y="531428"/>
                  </a:lnTo>
                  <a:lnTo>
                    <a:pt x="1145960" y="546963"/>
                  </a:lnTo>
                  <a:lnTo>
                    <a:pt x="1217582" y="562299"/>
                  </a:lnTo>
                  <a:lnTo>
                    <a:pt x="1289205" y="577439"/>
                  </a:lnTo>
                  <a:lnTo>
                    <a:pt x="1360827" y="592385"/>
                  </a:lnTo>
                  <a:lnTo>
                    <a:pt x="1432450" y="607140"/>
                  </a:lnTo>
                  <a:lnTo>
                    <a:pt x="1504073" y="621706"/>
                  </a:lnTo>
                  <a:lnTo>
                    <a:pt x="1575695" y="636086"/>
                  </a:lnTo>
                  <a:lnTo>
                    <a:pt x="1647318" y="650281"/>
                  </a:lnTo>
                  <a:lnTo>
                    <a:pt x="1718940" y="664295"/>
                  </a:lnTo>
                  <a:lnTo>
                    <a:pt x="1790563" y="678129"/>
                  </a:lnTo>
                  <a:lnTo>
                    <a:pt x="1862185" y="691787"/>
                  </a:lnTo>
                  <a:lnTo>
                    <a:pt x="1933808" y="705270"/>
                  </a:lnTo>
                  <a:lnTo>
                    <a:pt x="2005430" y="718580"/>
                  </a:lnTo>
                  <a:lnTo>
                    <a:pt x="2077053" y="731720"/>
                  </a:lnTo>
                  <a:lnTo>
                    <a:pt x="2148675" y="744691"/>
                  </a:lnTo>
                  <a:lnTo>
                    <a:pt x="2220298" y="757497"/>
                  </a:lnTo>
                  <a:lnTo>
                    <a:pt x="2291920" y="770139"/>
                  </a:lnTo>
                  <a:lnTo>
                    <a:pt x="2363543" y="782619"/>
                  </a:lnTo>
                  <a:lnTo>
                    <a:pt x="2435165" y="794939"/>
                  </a:lnTo>
                  <a:lnTo>
                    <a:pt x="2506788" y="807101"/>
                  </a:lnTo>
                  <a:lnTo>
                    <a:pt x="2578410" y="819108"/>
                  </a:lnTo>
                  <a:lnTo>
                    <a:pt x="2650033" y="830962"/>
                  </a:lnTo>
                  <a:lnTo>
                    <a:pt x="2721655" y="842663"/>
                  </a:lnTo>
                  <a:lnTo>
                    <a:pt x="2793278" y="854215"/>
                  </a:lnTo>
                  <a:lnTo>
                    <a:pt x="2864901" y="865619"/>
                  </a:lnTo>
                  <a:lnTo>
                    <a:pt x="2936523" y="876877"/>
                  </a:lnTo>
                  <a:lnTo>
                    <a:pt x="3008146" y="887991"/>
                  </a:lnTo>
                  <a:lnTo>
                    <a:pt x="3079768" y="898963"/>
                  </a:lnTo>
                  <a:lnTo>
                    <a:pt x="3151391" y="909794"/>
                  </a:lnTo>
                  <a:lnTo>
                    <a:pt x="3223013" y="910899"/>
                  </a:lnTo>
                  <a:lnTo>
                    <a:pt x="3294636" y="899418"/>
                  </a:lnTo>
                  <a:lnTo>
                    <a:pt x="3366258" y="887779"/>
                  </a:lnTo>
                  <a:lnTo>
                    <a:pt x="3437881" y="875979"/>
                  </a:lnTo>
                  <a:lnTo>
                    <a:pt x="3509503" y="864017"/>
                  </a:lnTo>
                  <a:lnTo>
                    <a:pt x="3581126" y="851891"/>
                  </a:lnTo>
                  <a:lnTo>
                    <a:pt x="3652748" y="839598"/>
                  </a:lnTo>
                  <a:lnTo>
                    <a:pt x="3724371" y="827135"/>
                  </a:lnTo>
                  <a:lnTo>
                    <a:pt x="3795993" y="814502"/>
                  </a:lnTo>
                  <a:lnTo>
                    <a:pt x="3867616" y="801694"/>
                  </a:lnTo>
                  <a:lnTo>
                    <a:pt x="3939238" y="788710"/>
                  </a:lnTo>
                  <a:lnTo>
                    <a:pt x="4010861" y="775547"/>
                  </a:lnTo>
                  <a:lnTo>
                    <a:pt x="4082483" y="762204"/>
                  </a:lnTo>
                  <a:lnTo>
                    <a:pt x="4154106" y="748676"/>
                  </a:lnTo>
                  <a:lnTo>
                    <a:pt x="4225729" y="734963"/>
                  </a:lnTo>
                  <a:lnTo>
                    <a:pt x="4297351" y="721061"/>
                  </a:lnTo>
                  <a:lnTo>
                    <a:pt x="4368974" y="706967"/>
                  </a:lnTo>
                  <a:lnTo>
                    <a:pt x="4440596" y="692680"/>
                  </a:lnTo>
                  <a:lnTo>
                    <a:pt x="4512219" y="678196"/>
                  </a:lnTo>
                  <a:lnTo>
                    <a:pt x="4583841" y="663513"/>
                  </a:lnTo>
                  <a:lnTo>
                    <a:pt x="4655464" y="648627"/>
                  </a:lnTo>
                  <a:lnTo>
                    <a:pt x="4727086" y="633537"/>
                  </a:lnTo>
                  <a:lnTo>
                    <a:pt x="4798709" y="618240"/>
                  </a:lnTo>
                  <a:lnTo>
                    <a:pt x="4870331" y="602731"/>
                  </a:lnTo>
                  <a:lnTo>
                    <a:pt x="4941954" y="587010"/>
                  </a:lnTo>
                  <a:lnTo>
                    <a:pt x="5013576" y="571072"/>
                  </a:lnTo>
                  <a:lnTo>
                    <a:pt x="5085199" y="554914"/>
                  </a:lnTo>
                  <a:lnTo>
                    <a:pt x="5156821" y="538535"/>
                  </a:lnTo>
                  <a:lnTo>
                    <a:pt x="5228444" y="521930"/>
                  </a:lnTo>
                  <a:lnTo>
                    <a:pt x="5300066" y="505097"/>
                  </a:lnTo>
                  <a:lnTo>
                    <a:pt x="5371689" y="488031"/>
                  </a:lnTo>
                  <a:lnTo>
                    <a:pt x="5443311" y="470732"/>
                  </a:lnTo>
                  <a:lnTo>
                    <a:pt x="5514934" y="453194"/>
                  </a:lnTo>
                  <a:lnTo>
                    <a:pt x="5586557" y="435414"/>
                  </a:lnTo>
                  <a:lnTo>
                    <a:pt x="5658179" y="417391"/>
                  </a:lnTo>
                  <a:lnTo>
                    <a:pt x="5729802" y="399119"/>
                  </a:lnTo>
                  <a:lnTo>
                    <a:pt x="5801424" y="380596"/>
                  </a:lnTo>
                  <a:lnTo>
                    <a:pt x="5873047" y="361817"/>
                  </a:lnTo>
                  <a:lnTo>
                    <a:pt x="5944669" y="342781"/>
                  </a:lnTo>
                  <a:lnTo>
                    <a:pt x="6016292" y="323482"/>
                  </a:lnTo>
                  <a:lnTo>
                    <a:pt x="6087914" y="303918"/>
                  </a:lnTo>
                  <a:lnTo>
                    <a:pt x="6159537" y="284085"/>
                  </a:lnTo>
                  <a:lnTo>
                    <a:pt x="6231159" y="263979"/>
                  </a:lnTo>
                  <a:lnTo>
                    <a:pt x="6302782" y="243596"/>
                  </a:lnTo>
                  <a:lnTo>
                    <a:pt x="6374404" y="222933"/>
                  </a:lnTo>
                  <a:lnTo>
                    <a:pt x="6446027" y="201985"/>
                  </a:lnTo>
                  <a:lnTo>
                    <a:pt x="6517649" y="180750"/>
                  </a:lnTo>
                  <a:lnTo>
                    <a:pt x="6589272" y="159222"/>
                  </a:lnTo>
                  <a:lnTo>
                    <a:pt x="6660894" y="137398"/>
                  </a:lnTo>
                  <a:lnTo>
                    <a:pt x="6732517" y="115273"/>
                  </a:lnTo>
                  <a:lnTo>
                    <a:pt x="6804139" y="92844"/>
                  </a:lnTo>
                  <a:lnTo>
                    <a:pt x="6875762" y="70107"/>
                  </a:lnTo>
                  <a:lnTo>
                    <a:pt x="6947385" y="47056"/>
                  </a:lnTo>
                  <a:lnTo>
                    <a:pt x="7019007" y="23689"/>
                  </a:lnTo>
                  <a:lnTo>
                    <a:pt x="7090630" y="0"/>
                  </a:lnTo>
                  <a:lnTo>
                    <a:pt x="7090630" y="1333883"/>
                  </a:lnTo>
                  <a:lnTo>
                    <a:pt x="7019007" y="1328549"/>
                  </a:lnTo>
                  <a:lnTo>
                    <a:pt x="6947385" y="1323147"/>
                  </a:lnTo>
                  <a:lnTo>
                    <a:pt x="6875762" y="1317674"/>
                  </a:lnTo>
                  <a:lnTo>
                    <a:pt x="6804139" y="1312130"/>
                  </a:lnTo>
                  <a:lnTo>
                    <a:pt x="6732517" y="1306515"/>
                  </a:lnTo>
                  <a:lnTo>
                    <a:pt x="6660894" y="1300826"/>
                  </a:lnTo>
                  <a:lnTo>
                    <a:pt x="6589272" y="1295064"/>
                  </a:lnTo>
                  <a:lnTo>
                    <a:pt x="6517649" y="1289227"/>
                  </a:lnTo>
                  <a:lnTo>
                    <a:pt x="6446027" y="1283315"/>
                  </a:lnTo>
                  <a:lnTo>
                    <a:pt x="6374404" y="1277326"/>
                  </a:lnTo>
                  <a:lnTo>
                    <a:pt x="6302782" y="1271259"/>
                  </a:lnTo>
                  <a:lnTo>
                    <a:pt x="6231159" y="1265113"/>
                  </a:lnTo>
                  <a:lnTo>
                    <a:pt x="6159537" y="1258888"/>
                  </a:lnTo>
                  <a:lnTo>
                    <a:pt x="6087914" y="1252583"/>
                  </a:lnTo>
                  <a:lnTo>
                    <a:pt x="6016292" y="1246195"/>
                  </a:lnTo>
                  <a:lnTo>
                    <a:pt x="5944669" y="1239725"/>
                  </a:lnTo>
                  <a:lnTo>
                    <a:pt x="5873047" y="1233170"/>
                  </a:lnTo>
                  <a:lnTo>
                    <a:pt x="5801424" y="1226531"/>
                  </a:lnTo>
                  <a:lnTo>
                    <a:pt x="5729802" y="1219806"/>
                  </a:lnTo>
                  <a:lnTo>
                    <a:pt x="5658179" y="1212993"/>
                  </a:lnTo>
                  <a:lnTo>
                    <a:pt x="5586557" y="1206093"/>
                  </a:lnTo>
                  <a:lnTo>
                    <a:pt x="5514934" y="1199102"/>
                  </a:lnTo>
                  <a:lnTo>
                    <a:pt x="5443311" y="1192022"/>
                  </a:lnTo>
                  <a:lnTo>
                    <a:pt x="5371689" y="1184849"/>
                  </a:lnTo>
                  <a:lnTo>
                    <a:pt x="5300066" y="1177583"/>
                  </a:lnTo>
                  <a:lnTo>
                    <a:pt x="5228444" y="1170224"/>
                  </a:lnTo>
                  <a:lnTo>
                    <a:pt x="5156821" y="1162768"/>
                  </a:lnTo>
                  <a:lnTo>
                    <a:pt x="5085199" y="1155217"/>
                  </a:lnTo>
                  <a:lnTo>
                    <a:pt x="5013576" y="1147567"/>
                  </a:lnTo>
                  <a:lnTo>
                    <a:pt x="4941954" y="1139818"/>
                  </a:lnTo>
                  <a:lnTo>
                    <a:pt x="4870331" y="1131968"/>
                  </a:lnTo>
                  <a:lnTo>
                    <a:pt x="4798709" y="1124017"/>
                  </a:lnTo>
                  <a:lnTo>
                    <a:pt x="4727086" y="1115963"/>
                  </a:lnTo>
                  <a:lnTo>
                    <a:pt x="4655464" y="1107805"/>
                  </a:lnTo>
                  <a:lnTo>
                    <a:pt x="4583841" y="1099540"/>
                  </a:lnTo>
                  <a:lnTo>
                    <a:pt x="4512219" y="1091169"/>
                  </a:lnTo>
                  <a:lnTo>
                    <a:pt x="4440596" y="1082689"/>
                  </a:lnTo>
                  <a:lnTo>
                    <a:pt x="4368974" y="1074099"/>
                  </a:lnTo>
                  <a:lnTo>
                    <a:pt x="4297351" y="1065397"/>
                  </a:lnTo>
                  <a:lnTo>
                    <a:pt x="4225729" y="1056583"/>
                  </a:lnTo>
                  <a:lnTo>
                    <a:pt x="4154106" y="1047655"/>
                  </a:lnTo>
                  <a:lnTo>
                    <a:pt x="4082483" y="1038611"/>
                  </a:lnTo>
                  <a:lnTo>
                    <a:pt x="4010861" y="1029449"/>
                  </a:lnTo>
                  <a:lnTo>
                    <a:pt x="3939238" y="1020169"/>
                  </a:lnTo>
                  <a:lnTo>
                    <a:pt x="3867616" y="1010769"/>
                  </a:lnTo>
                  <a:lnTo>
                    <a:pt x="3795993" y="1001246"/>
                  </a:lnTo>
                  <a:lnTo>
                    <a:pt x="3724371" y="991600"/>
                  </a:lnTo>
                  <a:lnTo>
                    <a:pt x="3652748" y="981830"/>
                  </a:lnTo>
                  <a:lnTo>
                    <a:pt x="3581126" y="971932"/>
                  </a:lnTo>
                  <a:lnTo>
                    <a:pt x="3509503" y="961906"/>
                  </a:lnTo>
                  <a:lnTo>
                    <a:pt x="3437881" y="951751"/>
                  </a:lnTo>
                  <a:lnTo>
                    <a:pt x="3366258" y="941463"/>
                  </a:lnTo>
                  <a:lnTo>
                    <a:pt x="3294636" y="931042"/>
                  </a:lnTo>
                  <a:lnTo>
                    <a:pt x="3223013" y="920487"/>
                  </a:lnTo>
                  <a:lnTo>
                    <a:pt x="3151391" y="922225"/>
                  </a:lnTo>
                  <a:lnTo>
                    <a:pt x="3079768" y="933397"/>
                  </a:lnTo>
                  <a:lnTo>
                    <a:pt x="3008146" y="944417"/>
                  </a:lnTo>
                  <a:lnTo>
                    <a:pt x="2936523" y="955287"/>
                  </a:lnTo>
                  <a:lnTo>
                    <a:pt x="2864901" y="966010"/>
                  </a:lnTo>
                  <a:lnTo>
                    <a:pt x="2793278" y="976588"/>
                  </a:lnTo>
                  <a:lnTo>
                    <a:pt x="2721655" y="987022"/>
                  </a:lnTo>
                  <a:lnTo>
                    <a:pt x="2650033" y="997314"/>
                  </a:lnTo>
                  <a:lnTo>
                    <a:pt x="2578410" y="1007466"/>
                  </a:lnTo>
                  <a:lnTo>
                    <a:pt x="2506788" y="1017481"/>
                  </a:lnTo>
                  <a:lnTo>
                    <a:pt x="2435165" y="1027360"/>
                  </a:lnTo>
                  <a:lnTo>
                    <a:pt x="2363543" y="1037105"/>
                  </a:lnTo>
                  <a:lnTo>
                    <a:pt x="2291920" y="1046717"/>
                  </a:lnTo>
                  <a:lnTo>
                    <a:pt x="2220298" y="1056199"/>
                  </a:lnTo>
                  <a:lnTo>
                    <a:pt x="2148675" y="1065553"/>
                  </a:lnTo>
                  <a:lnTo>
                    <a:pt x="2077053" y="1074779"/>
                  </a:lnTo>
                  <a:lnTo>
                    <a:pt x="2005430" y="1083880"/>
                  </a:lnTo>
                  <a:lnTo>
                    <a:pt x="1933808" y="1092858"/>
                  </a:lnTo>
                  <a:lnTo>
                    <a:pt x="1862185" y="1101713"/>
                  </a:lnTo>
                  <a:lnTo>
                    <a:pt x="1790563" y="1110449"/>
                  </a:lnTo>
                  <a:lnTo>
                    <a:pt x="1718940" y="1119066"/>
                  </a:lnTo>
                  <a:lnTo>
                    <a:pt x="1647318" y="1127566"/>
                  </a:lnTo>
                  <a:lnTo>
                    <a:pt x="1575695" y="1135951"/>
                  </a:lnTo>
                  <a:lnTo>
                    <a:pt x="1504073" y="1144221"/>
                  </a:lnTo>
                  <a:lnTo>
                    <a:pt x="1432450" y="1152380"/>
                  </a:lnTo>
                  <a:lnTo>
                    <a:pt x="1360827" y="1160428"/>
                  </a:lnTo>
                  <a:lnTo>
                    <a:pt x="1289205" y="1168367"/>
                  </a:lnTo>
                  <a:lnTo>
                    <a:pt x="1217582" y="1176197"/>
                  </a:lnTo>
                  <a:lnTo>
                    <a:pt x="1145960" y="1183922"/>
                  </a:lnTo>
                  <a:lnTo>
                    <a:pt x="1074337" y="1191542"/>
                  </a:lnTo>
                  <a:lnTo>
                    <a:pt x="1002715" y="1199058"/>
                  </a:lnTo>
                  <a:lnTo>
                    <a:pt x="931092" y="1206472"/>
                  </a:lnTo>
                  <a:lnTo>
                    <a:pt x="859470" y="1213786"/>
                  </a:lnTo>
                  <a:lnTo>
                    <a:pt x="787847" y="1221000"/>
                  </a:lnTo>
                  <a:lnTo>
                    <a:pt x="716225" y="1228117"/>
                  </a:lnTo>
                  <a:lnTo>
                    <a:pt x="644602" y="1235137"/>
                  </a:lnTo>
                  <a:lnTo>
                    <a:pt x="572980" y="1242061"/>
                  </a:lnTo>
                  <a:lnTo>
                    <a:pt x="501357" y="1248892"/>
                  </a:lnTo>
                  <a:lnTo>
                    <a:pt x="429735" y="1255630"/>
                  </a:lnTo>
                  <a:lnTo>
                    <a:pt x="358112" y="1262276"/>
                  </a:lnTo>
                  <a:lnTo>
                    <a:pt x="286490" y="1268833"/>
                  </a:lnTo>
                  <a:lnTo>
                    <a:pt x="214867" y="1275300"/>
                  </a:lnTo>
                  <a:lnTo>
                    <a:pt x="143245" y="1281679"/>
                  </a:lnTo>
                  <a:lnTo>
                    <a:pt x="71622" y="1287972"/>
                  </a:lnTo>
                  <a:lnTo>
                    <a:pt x="0" y="12941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811937"/>
              <a:ext cx="7090630" cy="910899"/>
            </a:xfrm>
            <a:custGeom>
              <a:avLst/>
              <a:pathLst>
                <a:path w="7090630" h="910899">
                  <a:moveTo>
                    <a:pt x="0" y="272713"/>
                  </a:moveTo>
                  <a:lnTo>
                    <a:pt x="71622" y="291559"/>
                  </a:lnTo>
                  <a:lnTo>
                    <a:pt x="143245" y="310163"/>
                  </a:lnTo>
                  <a:lnTo>
                    <a:pt x="214867" y="328530"/>
                  </a:lnTo>
                  <a:lnTo>
                    <a:pt x="286490" y="346661"/>
                  </a:lnTo>
                  <a:lnTo>
                    <a:pt x="358112" y="364561"/>
                  </a:lnTo>
                  <a:lnTo>
                    <a:pt x="429735" y="382231"/>
                  </a:lnTo>
                  <a:lnTo>
                    <a:pt x="501357" y="399676"/>
                  </a:lnTo>
                  <a:lnTo>
                    <a:pt x="572980" y="416897"/>
                  </a:lnTo>
                  <a:lnTo>
                    <a:pt x="644602" y="433897"/>
                  </a:lnTo>
                  <a:lnTo>
                    <a:pt x="716225" y="450680"/>
                  </a:lnTo>
                  <a:lnTo>
                    <a:pt x="787847" y="467249"/>
                  </a:lnTo>
                  <a:lnTo>
                    <a:pt x="859470" y="483605"/>
                  </a:lnTo>
                  <a:lnTo>
                    <a:pt x="931092" y="499752"/>
                  </a:lnTo>
                  <a:lnTo>
                    <a:pt x="1002715" y="515692"/>
                  </a:lnTo>
                  <a:lnTo>
                    <a:pt x="1074337" y="531428"/>
                  </a:lnTo>
                  <a:lnTo>
                    <a:pt x="1145960" y="546963"/>
                  </a:lnTo>
                  <a:lnTo>
                    <a:pt x="1217582" y="562299"/>
                  </a:lnTo>
                  <a:lnTo>
                    <a:pt x="1289205" y="577439"/>
                  </a:lnTo>
                  <a:lnTo>
                    <a:pt x="1360827" y="592385"/>
                  </a:lnTo>
                  <a:lnTo>
                    <a:pt x="1432450" y="607140"/>
                  </a:lnTo>
                  <a:lnTo>
                    <a:pt x="1504073" y="621706"/>
                  </a:lnTo>
                  <a:lnTo>
                    <a:pt x="1575695" y="636086"/>
                  </a:lnTo>
                  <a:lnTo>
                    <a:pt x="1647318" y="650281"/>
                  </a:lnTo>
                  <a:lnTo>
                    <a:pt x="1718940" y="664295"/>
                  </a:lnTo>
                  <a:lnTo>
                    <a:pt x="1790563" y="678129"/>
                  </a:lnTo>
                  <a:lnTo>
                    <a:pt x="1862185" y="691787"/>
                  </a:lnTo>
                  <a:lnTo>
                    <a:pt x="1933808" y="705270"/>
                  </a:lnTo>
                  <a:lnTo>
                    <a:pt x="2005430" y="718580"/>
                  </a:lnTo>
                  <a:lnTo>
                    <a:pt x="2077053" y="731720"/>
                  </a:lnTo>
                  <a:lnTo>
                    <a:pt x="2148675" y="744691"/>
                  </a:lnTo>
                  <a:lnTo>
                    <a:pt x="2220298" y="757497"/>
                  </a:lnTo>
                  <a:lnTo>
                    <a:pt x="2291920" y="770139"/>
                  </a:lnTo>
                  <a:lnTo>
                    <a:pt x="2363543" y="782619"/>
                  </a:lnTo>
                  <a:lnTo>
                    <a:pt x="2435165" y="794939"/>
                  </a:lnTo>
                  <a:lnTo>
                    <a:pt x="2506788" y="807101"/>
                  </a:lnTo>
                  <a:lnTo>
                    <a:pt x="2578410" y="819108"/>
                  </a:lnTo>
                  <a:lnTo>
                    <a:pt x="2650033" y="830962"/>
                  </a:lnTo>
                  <a:lnTo>
                    <a:pt x="2721655" y="842663"/>
                  </a:lnTo>
                  <a:lnTo>
                    <a:pt x="2793278" y="854215"/>
                  </a:lnTo>
                  <a:lnTo>
                    <a:pt x="2864901" y="865619"/>
                  </a:lnTo>
                  <a:lnTo>
                    <a:pt x="2936523" y="876877"/>
                  </a:lnTo>
                  <a:lnTo>
                    <a:pt x="3008146" y="887991"/>
                  </a:lnTo>
                  <a:lnTo>
                    <a:pt x="3079768" y="898963"/>
                  </a:lnTo>
                  <a:lnTo>
                    <a:pt x="3151391" y="909794"/>
                  </a:lnTo>
                  <a:lnTo>
                    <a:pt x="3223013" y="910899"/>
                  </a:lnTo>
                  <a:lnTo>
                    <a:pt x="3294636" y="899418"/>
                  </a:lnTo>
                  <a:lnTo>
                    <a:pt x="3366258" y="887779"/>
                  </a:lnTo>
                  <a:lnTo>
                    <a:pt x="3437881" y="875979"/>
                  </a:lnTo>
                  <a:lnTo>
                    <a:pt x="3509503" y="864017"/>
                  </a:lnTo>
                  <a:lnTo>
                    <a:pt x="3581126" y="851891"/>
                  </a:lnTo>
                  <a:lnTo>
                    <a:pt x="3652748" y="839598"/>
                  </a:lnTo>
                  <a:lnTo>
                    <a:pt x="3724371" y="827135"/>
                  </a:lnTo>
                  <a:lnTo>
                    <a:pt x="3795993" y="814502"/>
                  </a:lnTo>
                  <a:lnTo>
                    <a:pt x="3867616" y="801694"/>
                  </a:lnTo>
                  <a:lnTo>
                    <a:pt x="3939238" y="788710"/>
                  </a:lnTo>
                  <a:lnTo>
                    <a:pt x="4010861" y="775547"/>
                  </a:lnTo>
                  <a:lnTo>
                    <a:pt x="4082483" y="762204"/>
                  </a:lnTo>
                  <a:lnTo>
                    <a:pt x="4154106" y="748676"/>
                  </a:lnTo>
                  <a:lnTo>
                    <a:pt x="4225729" y="734963"/>
                  </a:lnTo>
                  <a:lnTo>
                    <a:pt x="4297351" y="721061"/>
                  </a:lnTo>
                  <a:lnTo>
                    <a:pt x="4368974" y="706967"/>
                  </a:lnTo>
                  <a:lnTo>
                    <a:pt x="4440596" y="692680"/>
                  </a:lnTo>
                  <a:lnTo>
                    <a:pt x="4512219" y="678196"/>
                  </a:lnTo>
                  <a:lnTo>
                    <a:pt x="4583841" y="663513"/>
                  </a:lnTo>
                  <a:lnTo>
                    <a:pt x="4655464" y="648627"/>
                  </a:lnTo>
                  <a:lnTo>
                    <a:pt x="4727086" y="633537"/>
                  </a:lnTo>
                  <a:lnTo>
                    <a:pt x="4798709" y="618240"/>
                  </a:lnTo>
                  <a:lnTo>
                    <a:pt x="4870331" y="602731"/>
                  </a:lnTo>
                  <a:lnTo>
                    <a:pt x="4941954" y="587010"/>
                  </a:lnTo>
                  <a:lnTo>
                    <a:pt x="5013576" y="571072"/>
                  </a:lnTo>
                  <a:lnTo>
                    <a:pt x="5085199" y="554914"/>
                  </a:lnTo>
                  <a:lnTo>
                    <a:pt x="5156821" y="538535"/>
                  </a:lnTo>
                  <a:lnTo>
                    <a:pt x="5228444" y="521930"/>
                  </a:lnTo>
                  <a:lnTo>
                    <a:pt x="5300066" y="505097"/>
                  </a:lnTo>
                  <a:lnTo>
                    <a:pt x="5371689" y="488031"/>
                  </a:lnTo>
                  <a:lnTo>
                    <a:pt x="5443311" y="470732"/>
                  </a:lnTo>
                  <a:lnTo>
                    <a:pt x="5514934" y="453194"/>
                  </a:lnTo>
                  <a:lnTo>
                    <a:pt x="5586557" y="435414"/>
                  </a:lnTo>
                  <a:lnTo>
                    <a:pt x="5658179" y="417391"/>
                  </a:lnTo>
                  <a:lnTo>
                    <a:pt x="5729802" y="399119"/>
                  </a:lnTo>
                  <a:lnTo>
                    <a:pt x="5801424" y="380596"/>
                  </a:lnTo>
                  <a:lnTo>
                    <a:pt x="5873047" y="361817"/>
                  </a:lnTo>
                  <a:lnTo>
                    <a:pt x="5944669" y="342781"/>
                  </a:lnTo>
                  <a:lnTo>
                    <a:pt x="6016292" y="323482"/>
                  </a:lnTo>
                  <a:lnTo>
                    <a:pt x="6087914" y="303918"/>
                  </a:lnTo>
                  <a:lnTo>
                    <a:pt x="6159537" y="284085"/>
                  </a:lnTo>
                  <a:lnTo>
                    <a:pt x="6231159" y="263979"/>
                  </a:lnTo>
                  <a:lnTo>
                    <a:pt x="6302782" y="243596"/>
                  </a:lnTo>
                  <a:lnTo>
                    <a:pt x="6374404" y="222933"/>
                  </a:lnTo>
                  <a:lnTo>
                    <a:pt x="6446027" y="201985"/>
                  </a:lnTo>
                  <a:lnTo>
                    <a:pt x="6517649" y="180750"/>
                  </a:lnTo>
                  <a:lnTo>
                    <a:pt x="6589272" y="159222"/>
                  </a:lnTo>
                  <a:lnTo>
                    <a:pt x="6660894" y="137398"/>
                  </a:lnTo>
                  <a:lnTo>
                    <a:pt x="6732517" y="115273"/>
                  </a:lnTo>
                  <a:lnTo>
                    <a:pt x="6804139" y="92844"/>
                  </a:lnTo>
                  <a:lnTo>
                    <a:pt x="6875762" y="70107"/>
                  </a:lnTo>
                  <a:lnTo>
                    <a:pt x="6947385" y="47056"/>
                  </a:lnTo>
                  <a:lnTo>
                    <a:pt x="7019007" y="2368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424"/>
              <a:ext cx="7090630" cy="413396"/>
            </a:xfrm>
            <a:custGeom>
              <a:avLst/>
              <a:pathLst>
                <a:path w="7090630" h="413396">
                  <a:moveTo>
                    <a:pt x="7090630" y="413396"/>
                  </a:moveTo>
                  <a:lnTo>
                    <a:pt x="7019007" y="408062"/>
                  </a:lnTo>
                  <a:lnTo>
                    <a:pt x="6947385" y="402660"/>
                  </a:lnTo>
                  <a:lnTo>
                    <a:pt x="6875762" y="397187"/>
                  </a:lnTo>
                  <a:lnTo>
                    <a:pt x="6804139" y="391643"/>
                  </a:lnTo>
                  <a:lnTo>
                    <a:pt x="6732517" y="386027"/>
                  </a:lnTo>
                  <a:lnTo>
                    <a:pt x="6660894" y="380339"/>
                  </a:lnTo>
                  <a:lnTo>
                    <a:pt x="6589272" y="374577"/>
                  </a:lnTo>
                  <a:lnTo>
                    <a:pt x="6517649" y="368740"/>
                  </a:lnTo>
                  <a:lnTo>
                    <a:pt x="6446027" y="362828"/>
                  </a:lnTo>
                  <a:lnTo>
                    <a:pt x="6374404" y="356838"/>
                  </a:lnTo>
                  <a:lnTo>
                    <a:pt x="6302782" y="350772"/>
                  </a:lnTo>
                  <a:lnTo>
                    <a:pt x="6231159" y="344626"/>
                  </a:lnTo>
                  <a:lnTo>
                    <a:pt x="6159537" y="338401"/>
                  </a:lnTo>
                  <a:lnTo>
                    <a:pt x="6087914" y="332095"/>
                  </a:lnTo>
                  <a:lnTo>
                    <a:pt x="6016292" y="325708"/>
                  </a:lnTo>
                  <a:lnTo>
                    <a:pt x="5944669" y="319237"/>
                  </a:lnTo>
                  <a:lnTo>
                    <a:pt x="5873047" y="312683"/>
                  </a:lnTo>
                  <a:lnTo>
                    <a:pt x="5801424" y="306044"/>
                  </a:lnTo>
                  <a:lnTo>
                    <a:pt x="5729802" y="299319"/>
                  </a:lnTo>
                  <a:lnTo>
                    <a:pt x="5658179" y="292506"/>
                  </a:lnTo>
                  <a:lnTo>
                    <a:pt x="5586557" y="285606"/>
                  </a:lnTo>
                  <a:lnTo>
                    <a:pt x="5514934" y="278615"/>
                  </a:lnTo>
                  <a:lnTo>
                    <a:pt x="5443311" y="271535"/>
                  </a:lnTo>
                  <a:lnTo>
                    <a:pt x="5371689" y="264362"/>
                  </a:lnTo>
                  <a:lnTo>
                    <a:pt x="5300066" y="257096"/>
                  </a:lnTo>
                  <a:lnTo>
                    <a:pt x="5228444" y="249736"/>
                  </a:lnTo>
                  <a:lnTo>
                    <a:pt x="5156821" y="242281"/>
                  </a:lnTo>
                  <a:lnTo>
                    <a:pt x="5085199" y="234729"/>
                  </a:lnTo>
                  <a:lnTo>
                    <a:pt x="5013576" y="227080"/>
                  </a:lnTo>
                  <a:lnTo>
                    <a:pt x="4941954" y="219331"/>
                  </a:lnTo>
                  <a:lnTo>
                    <a:pt x="4870331" y="211481"/>
                  </a:lnTo>
                  <a:lnTo>
                    <a:pt x="4798709" y="203530"/>
                  </a:lnTo>
                  <a:lnTo>
                    <a:pt x="4727086" y="195476"/>
                  </a:lnTo>
                  <a:lnTo>
                    <a:pt x="4655464" y="187317"/>
                  </a:lnTo>
                  <a:lnTo>
                    <a:pt x="4583841" y="179053"/>
                  </a:lnTo>
                  <a:lnTo>
                    <a:pt x="4512219" y="170681"/>
                  </a:lnTo>
                  <a:lnTo>
                    <a:pt x="4440596" y="162201"/>
                  </a:lnTo>
                  <a:lnTo>
                    <a:pt x="4368974" y="153611"/>
                  </a:lnTo>
                  <a:lnTo>
                    <a:pt x="4297351" y="144910"/>
                  </a:lnTo>
                  <a:lnTo>
                    <a:pt x="4225729" y="136096"/>
                  </a:lnTo>
                  <a:lnTo>
                    <a:pt x="4154106" y="127168"/>
                  </a:lnTo>
                  <a:lnTo>
                    <a:pt x="4082483" y="118123"/>
                  </a:lnTo>
                  <a:lnTo>
                    <a:pt x="4010861" y="108962"/>
                  </a:lnTo>
                  <a:lnTo>
                    <a:pt x="3939238" y="99682"/>
                  </a:lnTo>
                  <a:lnTo>
                    <a:pt x="3867616" y="90281"/>
                  </a:lnTo>
                  <a:lnTo>
                    <a:pt x="3795993" y="80759"/>
                  </a:lnTo>
                  <a:lnTo>
                    <a:pt x="3724371" y="71113"/>
                  </a:lnTo>
                  <a:lnTo>
                    <a:pt x="3652748" y="61343"/>
                  </a:lnTo>
                  <a:lnTo>
                    <a:pt x="3581126" y="51445"/>
                  </a:lnTo>
                  <a:lnTo>
                    <a:pt x="3509503" y="41419"/>
                  </a:lnTo>
                  <a:lnTo>
                    <a:pt x="3437881" y="31264"/>
                  </a:lnTo>
                  <a:lnTo>
                    <a:pt x="3366258" y="20976"/>
                  </a:lnTo>
                  <a:lnTo>
                    <a:pt x="3294636" y="10555"/>
                  </a:lnTo>
                  <a:lnTo>
                    <a:pt x="3223013" y="0"/>
                  </a:lnTo>
                  <a:lnTo>
                    <a:pt x="3151391" y="1738"/>
                  </a:lnTo>
                  <a:lnTo>
                    <a:pt x="3079768" y="12909"/>
                  </a:lnTo>
                  <a:lnTo>
                    <a:pt x="3008146" y="23929"/>
                  </a:lnTo>
                  <a:lnTo>
                    <a:pt x="2936523" y="34800"/>
                  </a:lnTo>
                  <a:lnTo>
                    <a:pt x="2864901" y="45523"/>
                  </a:lnTo>
                  <a:lnTo>
                    <a:pt x="2793278" y="56100"/>
                  </a:lnTo>
                  <a:lnTo>
                    <a:pt x="2721655" y="66534"/>
                  </a:lnTo>
                  <a:lnTo>
                    <a:pt x="2650033" y="76827"/>
                  </a:lnTo>
                  <a:lnTo>
                    <a:pt x="2578410" y="86979"/>
                  </a:lnTo>
                  <a:lnTo>
                    <a:pt x="2506788" y="96994"/>
                  </a:lnTo>
                  <a:lnTo>
                    <a:pt x="2435165" y="106873"/>
                  </a:lnTo>
                  <a:lnTo>
                    <a:pt x="2363543" y="116618"/>
                  </a:lnTo>
                  <a:lnTo>
                    <a:pt x="2291920" y="126230"/>
                  </a:lnTo>
                  <a:lnTo>
                    <a:pt x="2220298" y="135712"/>
                  </a:lnTo>
                  <a:lnTo>
                    <a:pt x="2148675" y="145065"/>
                  </a:lnTo>
                  <a:lnTo>
                    <a:pt x="2077053" y="154292"/>
                  </a:lnTo>
                  <a:lnTo>
                    <a:pt x="2005430" y="163393"/>
                  </a:lnTo>
                  <a:lnTo>
                    <a:pt x="1933808" y="172371"/>
                  </a:lnTo>
                  <a:lnTo>
                    <a:pt x="1862185" y="181226"/>
                  </a:lnTo>
                  <a:lnTo>
                    <a:pt x="1790563" y="189962"/>
                  </a:lnTo>
                  <a:lnTo>
                    <a:pt x="1718940" y="198579"/>
                  </a:lnTo>
                  <a:lnTo>
                    <a:pt x="1647318" y="207079"/>
                  </a:lnTo>
                  <a:lnTo>
                    <a:pt x="1575695" y="215463"/>
                  </a:lnTo>
                  <a:lnTo>
                    <a:pt x="1504073" y="223734"/>
                  </a:lnTo>
                  <a:lnTo>
                    <a:pt x="1432450" y="231893"/>
                  </a:lnTo>
                  <a:lnTo>
                    <a:pt x="1360827" y="239941"/>
                  </a:lnTo>
                  <a:lnTo>
                    <a:pt x="1289205" y="247879"/>
                  </a:lnTo>
                  <a:lnTo>
                    <a:pt x="1217582" y="255710"/>
                  </a:lnTo>
                  <a:lnTo>
                    <a:pt x="1145960" y="263435"/>
                  </a:lnTo>
                  <a:lnTo>
                    <a:pt x="1074337" y="271055"/>
                  </a:lnTo>
                  <a:lnTo>
                    <a:pt x="1002715" y="278571"/>
                  </a:lnTo>
                  <a:lnTo>
                    <a:pt x="931092" y="285985"/>
                  </a:lnTo>
                  <a:lnTo>
                    <a:pt x="859470" y="293299"/>
                  </a:lnTo>
                  <a:lnTo>
                    <a:pt x="787847" y="300513"/>
                  </a:lnTo>
                  <a:lnTo>
                    <a:pt x="716225" y="307630"/>
                  </a:lnTo>
                  <a:lnTo>
                    <a:pt x="644602" y="314650"/>
                  </a:lnTo>
                  <a:lnTo>
                    <a:pt x="572980" y="321574"/>
                  </a:lnTo>
                  <a:lnTo>
                    <a:pt x="501357" y="328405"/>
                  </a:lnTo>
                  <a:lnTo>
                    <a:pt x="429735" y="335143"/>
                  </a:lnTo>
                  <a:lnTo>
                    <a:pt x="358112" y="341789"/>
                  </a:lnTo>
                  <a:lnTo>
                    <a:pt x="286490" y="348345"/>
                  </a:lnTo>
                  <a:lnTo>
                    <a:pt x="214867" y="354813"/>
                  </a:lnTo>
                  <a:lnTo>
                    <a:pt x="143245" y="361192"/>
                  </a:lnTo>
                  <a:lnTo>
                    <a:pt x="71622" y="367485"/>
                  </a:lnTo>
                  <a:lnTo>
                    <a:pt x="0" y="373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09858"/>
              <a:ext cx="7090630" cy="32322"/>
            </a:xfrm>
            <a:custGeom>
              <a:avLst/>
              <a:pathLst>
                <a:path w="7090630" h="32322">
                  <a:moveTo>
                    <a:pt x="0" y="32322"/>
                  </a:moveTo>
                  <a:lnTo>
                    <a:pt x="71622" y="32002"/>
                  </a:lnTo>
                  <a:lnTo>
                    <a:pt x="143245" y="31681"/>
                  </a:lnTo>
                  <a:lnTo>
                    <a:pt x="214867" y="31361"/>
                  </a:lnTo>
                  <a:lnTo>
                    <a:pt x="286490" y="31040"/>
                  </a:lnTo>
                  <a:lnTo>
                    <a:pt x="358112" y="30720"/>
                  </a:lnTo>
                  <a:lnTo>
                    <a:pt x="429735" y="30399"/>
                  </a:lnTo>
                  <a:lnTo>
                    <a:pt x="501357" y="30078"/>
                  </a:lnTo>
                  <a:lnTo>
                    <a:pt x="572980" y="29757"/>
                  </a:lnTo>
                  <a:lnTo>
                    <a:pt x="644602" y="29435"/>
                  </a:lnTo>
                  <a:lnTo>
                    <a:pt x="716225" y="29114"/>
                  </a:lnTo>
                  <a:lnTo>
                    <a:pt x="787847" y="28792"/>
                  </a:lnTo>
                  <a:lnTo>
                    <a:pt x="859470" y="28471"/>
                  </a:lnTo>
                  <a:lnTo>
                    <a:pt x="931092" y="28149"/>
                  </a:lnTo>
                  <a:lnTo>
                    <a:pt x="1002715" y="27827"/>
                  </a:lnTo>
                  <a:lnTo>
                    <a:pt x="1074337" y="27505"/>
                  </a:lnTo>
                  <a:lnTo>
                    <a:pt x="1145960" y="27183"/>
                  </a:lnTo>
                  <a:lnTo>
                    <a:pt x="1217582" y="26861"/>
                  </a:lnTo>
                  <a:lnTo>
                    <a:pt x="1289205" y="26538"/>
                  </a:lnTo>
                  <a:lnTo>
                    <a:pt x="1360827" y="26216"/>
                  </a:lnTo>
                  <a:lnTo>
                    <a:pt x="1432450" y="25893"/>
                  </a:lnTo>
                  <a:lnTo>
                    <a:pt x="1504073" y="25570"/>
                  </a:lnTo>
                  <a:lnTo>
                    <a:pt x="1575695" y="25248"/>
                  </a:lnTo>
                  <a:lnTo>
                    <a:pt x="1647318" y="24924"/>
                  </a:lnTo>
                  <a:lnTo>
                    <a:pt x="1718940" y="24601"/>
                  </a:lnTo>
                  <a:lnTo>
                    <a:pt x="1790563" y="24278"/>
                  </a:lnTo>
                  <a:lnTo>
                    <a:pt x="1862185" y="23955"/>
                  </a:lnTo>
                  <a:lnTo>
                    <a:pt x="1933808" y="23631"/>
                  </a:lnTo>
                  <a:lnTo>
                    <a:pt x="2005430" y="23307"/>
                  </a:lnTo>
                  <a:lnTo>
                    <a:pt x="2077053" y="22984"/>
                  </a:lnTo>
                  <a:lnTo>
                    <a:pt x="2148675" y="22660"/>
                  </a:lnTo>
                  <a:lnTo>
                    <a:pt x="2220298" y="22336"/>
                  </a:lnTo>
                  <a:lnTo>
                    <a:pt x="2291920" y="22012"/>
                  </a:lnTo>
                  <a:lnTo>
                    <a:pt x="2363543" y="21687"/>
                  </a:lnTo>
                  <a:lnTo>
                    <a:pt x="2435165" y="21363"/>
                  </a:lnTo>
                  <a:lnTo>
                    <a:pt x="2506788" y="21038"/>
                  </a:lnTo>
                  <a:lnTo>
                    <a:pt x="2578410" y="20714"/>
                  </a:lnTo>
                  <a:lnTo>
                    <a:pt x="2650033" y="20389"/>
                  </a:lnTo>
                  <a:lnTo>
                    <a:pt x="2721655" y="20064"/>
                  </a:lnTo>
                  <a:lnTo>
                    <a:pt x="2793278" y="19739"/>
                  </a:lnTo>
                  <a:lnTo>
                    <a:pt x="2864901" y="19414"/>
                  </a:lnTo>
                  <a:lnTo>
                    <a:pt x="2936523" y="19088"/>
                  </a:lnTo>
                  <a:lnTo>
                    <a:pt x="3008146" y="18763"/>
                  </a:lnTo>
                  <a:lnTo>
                    <a:pt x="3079768" y="18437"/>
                  </a:lnTo>
                  <a:lnTo>
                    <a:pt x="3151391" y="18112"/>
                  </a:lnTo>
                  <a:lnTo>
                    <a:pt x="3223013" y="17786"/>
                  </a:lnTo>
                  <a:lnTo>
                    <a:pt x="3294636" y="17460"/>
                  </a:lnTo>
                  <a:lnTo>
                    <a:pt x="3366258" y="17134"/>
                  </a:lnTo>
                  <a:lnTo>
                    <a:pt x="3437881" y="16807"/>
                  </a:lnTo>
                  <a:lnTo>
                    <a:pt x="3509503" y="16481"/>
                  </a:lnTo>
                  <a:lnTo>
                    <a:pt x="3581126" y="16155"/>
                  </a:lnTo>
                  <a:lnTo>
                    <a:pt x="3652748" y="15828"/>
                  </a:lnTo>
                  <a:lnTo>
                    <a:pt x="3724371" y="15501"/>
                  </a:lnTo>
                  <a:lnTo>
                    <a:pt x="3795993" y="15174"/>
                  </a:lnTo>
                  <a:lnTo>
                    <a:pt x="3867616" y="14847"/>
                  </a:lnTo>
                  <a:lnTo>
                    <a:pt x="3939238" y="14520"/>
                  </a:lnTo>
                  <a:lnTo>
                    <a:pt x="4010861" y="14193"/>
                  </a:lnTo>
                  <a:lnTo>
                    <a:pt x="4082483" y="13866"/>
                  </a:lnTo>
                  <a:lnTo>
                    <a:pt x="4154106" y="13538"/>
                  </a:lnTo>
                  <a:lnTo>
                    <a:pt x="4225729" y="13211"/>
                  </a:lnTo>
                  <a:lnTo>
                    <a:pt x="4297351" y="12883"/>
                  </a:lnTo>
                  <a:lnTo>
                    <a:pt x="4368974" y="12555"/>
                  </a:lnTo>
                  <a:lnTo>
                    <a:pt x="4440596" y="12227"/>
                  </a:lnTo>
                  <a:lnTo>
                    <a:pt x="4512219" y="11899"/>
                  </a:lnTo>
                  <a:lnTo>
                    <a:pt x="4583841" y="11571"/>
                  </a:lnTo>
                  <a:lnTo>
                    <a:pt x="4655464" y="11242"/>
                  </a:lnTo>
                  <a:lnTo>
                    <a:pt x="4727086" y="10914"/>
                  </a:lnTo>
                  <a:lnTo>
                    <a:pt x="4798709" y="10585"/>
                  </a:lnTo>
                  <a:lnTo>
                    <a:pt x="4870331" y="10256"/>
                  </a:lnTo>
                  <a:lnTo>
                    <a:pt x="4941954" y="9927"/>
                  </a:lnTo>
                  <a:lnTo>
                    <a:pt x="5013576" y="9598"/>
                  </a:lnTo>
                  <a:lnTo>
                    <a:pt x="5085199" y="9269"/>
                  </a:lnTo>
                  <a:lnTo>
                    <a:pt x="5156821" y="8940"/>
                  </a:lnTo>
                  <a:lnTo>
                    <a:pt x="5228444" y="8610"/>
                  </a:lnTo>
                  <a:lnTo>
                    <a:pt x="5300066" y="8281"/>
                  </a:lnTo>
                  <a:lnTo>
                    <a:pt x="5371689" y="7951"/>
                  </a:lnTo>
                  <a:lnTo>
                    <a:pt x="5443311" y="7621"/>
                  </a:lnTo>
                  <a:lnTo>
                    <a:pt x="5514934" y="7291"/>
                  </a:lnTo>
                  <a:lnTo>
                    <a:pt x="5586557" y="6961"/>
                  </a:lnTo>
                  <a:lnTo>
                    <a:pt x="5658179" y="6631"/>
                  </a:lnTo>
                  <a:lnTo>
                    <a:pt x="5729802" y="6301"/>
                  </a:lnTo>
                  <a:lnTo>
                    <a:pt x="5801424" y="5970"/>
                  </a:lnTo>
                  <a:lnTo>
                    <a:pt x="5873047" y="5640"/>
                  </a:lnTo>
                  <a:lnTo>
                    <a:pt x="5944669" y="5309"/>
                  </a:lnTo>
                  <a:lnTo>
                    <a:pt x="6016292" y="4978"/>
                  </a:lnTo>
                  <a:lnTo>
                    <a:pt x="6087914" y="4647"/>
                  </a:lnTo>
                  <a:lnTo>
                    <a:pt x="6159537" y="4316"/>
                  </a:lnTo>
                  <a:lnTo>
                    <a:pt x="6231159" y="3985"/>
                  </a:lnTo>
                  <a:lnTo>
                    <a:pt x="6302782" y="3653"/>
                  </a:lnTo>
                  <a:lnTo>
                    <a:pt x="6374404" y="3322"/>
                  </a:lnTo>
                  <a:lnTo>
                    <a:pt x="6446027" y="2990"/>
                  </a:lnTo>
                  <a:lnTo>
                    <a:pt x="6517649" y="2658"/>
                  </a:lnTo>
                  <a:lnTo>
                    <a:pt x="6589272" y="2326"/>
                  </a:lnTo>
                  <a:lnTo>
                    <a:pt x="6660894" y="1994"/>
                  </a:lnTo>
                  <a:lnTo>
                    <a:pt x="6732517" y="1662"/>
                  </a:lnTo>
                  <a:lnTo>
                    <a:pt x="6804139" y="1330"/>
                  </a:lnTo>
                  <a:lnTo>
                    <a:pt x="6875762" y="998"/>
                  </a:lnTo>
                  <a:lnTo>
                    <a:pt x="6947385" y="665"/>
                  </a:lnTo>
                  <a:lnTo>
                    <a:pt x="7019007" y="33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(0.84-1.18), p_Bonf = 1.000 (n = 6)  |  per IQR decline (Δ = 24.3 %): 0.99 (0.66-1.48)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2026-10-08T10:08:02Z</dcterms:modified>
  <cp:category/>
</cp:coreProperties>
</file>