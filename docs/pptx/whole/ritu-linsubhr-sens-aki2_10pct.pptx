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6298"/>
            </a:xfrm>
            <a:custGeom>
              <a:avLst/>
              <a:pathLst>
                <a:path w="7090630" h="3396298">
                  <a:moveTo>
                    <a:pt x="705016" y="0"/>
                  </a:moveTo>
                  <a:lnTo>
                    <a:pt x="716225" y="22854"/>
                  </a:lnTo>
                  <a:lnTo>
                    <a:pt x="787847" y="162972"/>
                  </a:lnTo>
                  <a:lnTo>
                    <a:pt x="859470" y="297417"/>
                  </a:lnTo>
                  <a:lnTo>
                    <a:pt x="931092" y="426418"/>
                  </a:lnTo>
                  <a:lnTo>
                    <a:pt x="1002715" y="550198"/>
                  </a:lnTo>
                  <a:lnTo>
                    <a:pt x="1074337" y="668965"/>
                  </a:lnTo>
                  <a:lnTo>
                    <a:pt x="1145960" y="782925"/>
                  </a:lnTo>
                  <a:lnTo>
                    <a:pt x="1217582" y="892270"/>
                  </a:lnTo>
                  <a:lnTo>
                    <a:pt x="1289205" y="997189"/>
                  </a:lnTo>
                  <a:lnTo>
                    <a:pt x="1360827" y="1097860"/>
                  </a:lnTo>
                  <a:lnTo>
                    <a:pt x="1432450" y="1194455"/>
                  </a:lnTo>
                  <a:lnTo>
                    <a:pt x="1504073" y="1287139"/>
                  </a:lnTo>
                  <a:lnTo>
                    <a:pt x="1575695" y="1376071"/>
                  </a:lnTo>
                  <a:lnTo>
                    <a:pt x="1647318" y="1461402"/>
                  </a:lnTo>
                  <a:lnTo>
                    <a:pt x="1718940" y="1543279"/>
                  </a:lnTo>
                  <a:lnTo>
                    <a:pt x="1790563" y="1621841"/>
                  </a:lnTo>
                  <a:lnTo>
                    <a:pt x="1862185" y="1697222"/>
                  </a:lnTo>
                  <a:lnTo>
                    <a:pt x="1933808" y="1769551"/>
                  </a:lnTo>
                  <a:lnTo>
                    <a:pt x="2005430" y="1838952"/>
                  </a:lnTo>
                  <a:lnTo>
                    <a:pt x="2077053" y="1905544"/>
                  </a:lnTo>
                  <a:lnTo>
                    <a:pt x="2148675" y="1969439"/>
                  </a:lnTo>
                  <a:lnTo>
                    <a:pt x="2220298" y="2030747"/>
                  </a:lnTo>
                  <a:lnTo>
                    <a:pt x="2291920" y="2089573"/>
                  </a:lnTo>
                  <a:lnTo>
                    <a:pt x="2363543" y="2146018"/>
                  </a:lnTo>
                  <a:lnTo>
                    <a:pt x="2435165" y="2200177"/>
                  </a:lnTo>
                  <a:lnTo>
                    <a:pt x="2506788" y="2252144"/>
                  </a:lnTo>
                  <a:lnTo>
                    <a:pt x="2578410" y="2302006"/>
                  </a:lnTo>
                  <a:lnTo>
                    <a:pt x="2650033" y="2349850"/>
                  </a:lnTo>
                  <a:lnTo>
                    <a:pt x="2721655" y="2395757"/>
                  </a:lnTo>
                  <a:lnTo>
                    <a:pt x="2793278" y="2439806"/>
                  </a:lnTo>
                  <a:lnTo>
                    <a:pt x="2864901" y="2482071"/>
                  </a:lnTo>
                  <a:lnTo>
                    <a:pt x="2936523" y="2522625"/>
                  </a:lnTo>
                  <a:lnTo>
                    <a:pt x="3008146" y="2561537"/>
                  </a:lnTo>
                  <a:lnTo>
                    <a:pt x="3079768" y="2598873"/>
                  </a:lnTo>
                  <a:lnTo>
                    <a:pt x="3151391" y="2634698"/>
                  </a:lnTo>
                  <a:lnTo>
                    <a:pt x="3223013" y="2655396"/>
                  </a:lnTo>
                  <a:lnTo>
                    <a:pt x="3294636" y="2657949"/>
                  </a:lnTo>
                  <a:lnTo>
                    <a:pt x="3366258" y="2660493"/>
                  </a:lnTo>
                  <a:lnTo>
                    <a:pt x="3437881" y="2663030"/>
                  </a:lnTo>
                  <a:lnTo>
                    <a:pt x="3509503" y="2665559"/>
                  </a:lnTo>
                  <a:lnTo>
                    <a:pt x="3581126" y="2668080"/>
                  </a:lnTo>
                  <a:lnTo>
                    <a:pt x="3652748" y="2670593"/>
                  </a:lnTo>
                  <a:lnTo>
                    <a:pt x="3724371" y="2673098"/>
                  </a:lnTo>
                  <a:lnTo>
                    <a:pt x="3795993" y="2675596"/>
                  </a:lnTo>
                  <a:lnTo>
                    <a:pt x="3867616" y="2678086"/>
                  </a:lnTo>
                  <a:lnTo>
                    <a:pt x="3939238" y="2680569"/>
                  </a:lnTo>
                  <a:lnTo>
                    <a:pt x="4010861" y="2683043"/>
                  </a:lnTo>
                  <a:lnTo>
                    <a:pt x="4082483" y="2685510"/>
                  </a:lnTo>
                  <a:lnTo>
                    <a:pt x="4154106" y="2687970"/>
                  </a:lnTo>
                  <a:lnTo>
                    <a:pt x="4225729" y="2690422"/>
                  </a:lnTo>
                  <a:lnTo>
                    <a:pt x="4297351" y="2692866"/>
                  </a:lnTo>
                  <a:lnTo>
                    <a:pt x="4368974" y="2695303"/>
                  </a:lnTo>
                  <a:lnTo>
                    <a:pt x="4440596" y="2697732"/>
                  </a:lnTo>
                  <a:lnTo>
                    <a:pt x="4512219" y="2700154"/>
                  </a:lnTo>
                  <a:lnTo>
                    <a:pt x="4583841" y="2702569"/>
                  </a:lnTo>
                  <a:lnTo>
                    <a:pt x="4655464" y="2704976"/>
                  </a:lnTo>
                  <a:lnTo>
                    <a:pt x="4727086" y="2707375"/>
                  </a:lnTo>
                  <a:lnTo>
                    <a:pt x="4798709" y="2709767"/>
                  </a:lnTo>
                  <a:lnTo>
                    <a:pt x="4870331" y="2712152"/>
                  </a:lnTo>
                  <a:lnTo>
                    <a:pt x="4941954" y="2714530"/>
                  </a:lnTo>
                  <a:lnTo>
                    <a:pt x="5013576" y="2716900"/>
                  </a:lnTo>
                  <a:lnTo>
                    <a:pt x="5085199" y="2719262"/>
                  </a:lnTo>
                  <a:lnTo>
                    <a:pt x="5156821" y="2721618"/>
                  </a:lnTo>
                  <a:lnTo>
                    <a:pt x="5228444" y="2723966"/>
                  </a:lnTo>
                  <a:lnTo>
                    <a:pt x="5300066" y="2726307"/>
                  </a:lnTo>
                  <a:lnTo>
                    <a:pt x="5371689" y="2728641"/>
                  </a:lnTo>
                  <a:lnTo>
                    <a:pt x="5443311" y="2730968"/>
                  </a:lnTo>
                  <a:lnTo>
                    <a:pt x="5514934" y="2733287"/>
                  </a:lnTo>
                  <a:lnTo>
                    <a:pt x="5586557" y="2735600"/>
                  </a:lnTo>
                  <a:lnTo>
                    <a:pt x="5658179" y="2737905"/>
                  </a:lnTo>
                  <a:lnTo>
                    <a:pt x="5729802" y="2740203"/>
                  </a:lnTo>
                  <a:lnTo>
                    <a:pt x="5801424" y="2742494"/>
                  </a:lnTo>
                  <a:lnTo>
                    <a:pt x="5873047" y="2744778"/>
                  </a:lnTo>
                  <a:lnTo>
                    <a:pt x="5944669" y="2747055"/>
                  </a:lnTo>
                  <a:lnTo>
                    <a:pt x="6016292" y="2749325"/>
                  </a:lnTo>
                  <a:lnTo>
                    <a:pt x="6087914" y="2751587"/>
                  </a:lnTo>
                  <a:lnTo>
                    <a:pt x="6159537" y="2753843"/>
                  </a:lnTo>
                  <a:lnTo>
                    <a:pt x="6231159" y="2756092"/>
                  </a:lnTo>
                  <a:lnTo>
                    <a:pt x="6302782" y="2758334"/>
                  </a:lnTo>
                  <a:lnTo>
                    <a:pt x="6374404" y="2760570"/>
                  </a:lnTo>
                  <a:lnTo>
                    <a:pt x="6446027" y="2762798"/>
                  </a:lnTo>
                  <a:lnTo>
                    <a:pt x="6517649" y="2765019"/>
                  </a:lnTo>
                  <a:lnTo>
                    <a:pt x="6589272" y="2767234"/>
                  </a:lnTo>
                  <a:lnTo>
                    <a:pt x="6660894" y="2769441"/>
                  </a:lnTo>
                  <a:lnTo>
                    <a:pt x="6732517" y="2771642"/>
                  </a:lnTo>
                  <a:lnTo>
                    <a:pt x="6804139" y="2773836"/>
                  </a:lnTo>
                  <a:lnTo>
                    <a:pt x="6875762" y="2776024"/>
                  </a:lnTo>
                  <a:lnTo>
                    <a:pt x="6947385" y="2778204"/>
                  </a:lnTo>
                  <a:lnTo>
                    <a:pt x="7019007" y="2780378"/>
                  </a:lnTo>
                  <a:lnTo>
                    <a:pt x="7090630" y="2782546"/>
                  </a:lnTo>
                  <a:lnTo>
                    <a:pt x="7090630" y="3396298"/>
                  </a:lnTo>
                  <a:lnTo>
                    <a:pt x="7019007" y="3392608"/>
                  </a:lnTo>
                  <a:lnTo>
                    <a:pt x="6947385" y="3388762"/>
                  </a:lnTo>
                  <a:lnTo>
                    <a:pt x="6875762" y="3384754"/>
                  </a:lnTo>
                  <a:lnTo>
                    <a:pt x="6804139" y="3380578"/>
                  </a:lnTo>
                  <a:lnTo>
                    <a:pt x="6732517" y="3376224"/>
                  </a:lnTo>
                  <a:lnTo>
                    <a:pt x="6660894" y="3371688"/>
                  </a:lnTo>
                  <a:lnTo>
                    <a:pt x="6589272" y="3366959"/>
                  </a:lnTo>
                  <a:lnTo>
                    <a:pt x="6517649" y="3362032"/>
                  </a:lnTo>
                  <a:lnTo>
                    <a:pt x="6446027" y="3356896"/>
                  </a:lnTo>
                  <a:lnTo>
                    <a:pt x="6374404" y="3351544"/>
                  </a:lnTo>
                  <a:lnTo>
                    <a:pt x="6302782" y="3345965"/>
                  </a:lnTo>
                  <a:lnTo>
                    <a:pt x="6231159" y="3340152"/>
                  </a:lnTo>
                  <a:lnTo>
                    <a:pt x="6159537" y="3334093"/>
                  </a:lnTo>
                  <a:lnTo>
                    <a:pt x="6087914" y="3327778"/>
                  </a:lnTo>
                  <a:lnTo>
                    <a:pt x="6016292" y="3321197"/>
                  </a:lnTo>
                  <a:lnTo>
                    <a:pt x="5944669" y="3314339"/>
                  </a:lnTo>
                  <a:lnTo>
                    <a:pt x="5873047" y="3307191"/>
                  </a:lnTo>
                  <a:lnTo>
                    <a:pt x="5801424" y="3299741"/>
                  </a:lnTo>
                  <a:lnTo>
                    <a:pt x="5729802" y="3291977"/>
                  </a:lnTo>
                  <a:lnTo>
                    <a:pt x="5658179" y="3283886"/>
                  </a:lnTo>
                  <a:lnTo>
                    <a:pt x="5586557" y="3275453"/>
                  </a:lnTo>
                  <a:lnTo>
                    <a:pt x="5514934" y="3266664"/>
                  </a:lnTo>
                  <a:lnTo>
                    <a:pt x="5443311" y="3257504"/>
                  </a:lnTo>
                  <a:lnTo>
                    <a:pt x="5371689" y="3247958"/>
                  </a:lnTo>
                  <a:lnTo>
                    <a:pt x="5300066" y="3238009"/>
                  </a:lnTo>
                  <a:lnTo>
                    <a:pt x="5228444" y="3227640"/>
                  </a:lnTo>
                  <a:lnTo>
                    <a:pt x="5156821" y="3216834"/>
                  </a:lnTo>
                  <a:lnTo>
                    <a:pt x="5085199" y="3205572"/>
                  </a:lnTo>
                  <a:lnTo>
                    <a:pt x="5013576" y="3193834"/>
                  </a:lnTo>
                  <a:lnTo>
                    <a:pt x="4941954" y="3181602"/>
                  </a:lnTo>
                  <a:lnTo>
                    <a:pt x="4870331" y="3168853"/>
                  </a:lnTo>
                  <a:lnTo>
                    <a:pt x="4798709" y="3155566"/>
                  </a:lnTo>
                  <a:lnTo>
                    <a:pt x="4727086" y="3141719"/>
                  </a:lnTo>
                  <a:lnTo>
                    <a:pt x="4655464" y="3127287"/>
                  </a:lnTo>
                  <a:lnTo>
                    <a:pt x="4583841" y="3112247"/>
                  </a:lnTo>
                  <a:lnTo>
                    <a:pt x="4512219" y="3096572"/>
                  </a:lnTo>
                  <a:lnTo>
                    <a:pt x="4440596" y="3080235"/>
                  </a:lnTo>
                  <a:lnTo>
                    <a:pt x="4368974" y="3063209"/>
                  </a:lnTo>
                  <a:lnTo>
                    <a:pt x="4297351" y="3045465"/>
                  </a:lnTo>
                  <a:lnTo>
                    <a:pt x="4225729" y="3026972"/>
                  </a:lnTo>
                  <a:lnTo>
                    <a:pt x="4154106" y="3007699"/>
                  </a:lnTo>
                  <a:lnTo>
                    <a:pt x="4082483" y="2987612"/>
                  </a:lnTo>
                  <a:lnTo>
                    <a:pt x="4010861" y="2966678"/>
                  </a:lnTo>
                  <a:lnTo>
                    <a:pt x="3939238" y="2944861"/>
                  </a:lnTo>
                  <a:lnTo>
                    <a:pt x="3867616" y="2922123"/>
                  </a:lnTo>
                  <a:lnTo>
                    <a:pt x="3795993" y="2898425"/>
                  </a:lnTo>
                  <a:lnTo>
                    <a:pt x="3724371" y="2873728"/>
                  </a:lnTo>
                  <a:lnTo>
                    <a:pt x="3652748" y="2847989"/>
                  </a:lnTo>
                  <a:lnTo>
                    <a:pt x="3581126" y="2821164"/>
                  </a:lnTo>
                  <a:lnTo>
                    <a:pt x="3509503" y="2793206"/>
                  </a:lnTo>
                  <a:lnTo>
                    <a:pt x="3437881" y="2764070"/>
                  </a:lnTo>
                  <a:lnTo>
                    <a:pt x="3366258" y="2733703"/>
                  </a:lnTo>
                  <a:lnTo>
                    <a:pt x="3294636" y="2702056"/>
                  </a:lnTo>
                  <a:lnTo>
                    <a:pt x="3223013" y="2669073"/>
                  </a:lnTo>
                  <a:lnTo>
                    <a:pt x="3151391" y="2652836"/>
                  </a:lnTo>
                  <a:lnTo>
                    <a:pt x="3079768" y="2650268"/>
                  </a:lnTo>
                  <a:lnTo>
                    <a:pt x="3008146" y="2647692"/>
                  </a:lnTo>
                  <a:lnTo>
                    <a:pt x="2936523" y="2645108"/>
                  </a:lnTo>
                  <a:lnTo>
                    <a:pt x="2864901" y="2642516"/>
                  </a:lnTo>
                  <a:lnTo>
                    <a:pt x="2793278" y="2639916"/>
                  </a:lnTo>
                  <a:lnTo>
                    <a:pt x="2721655" y="2637308"/>
                  </a:lnTo>
                  <a:lnTo>
                    <a:pt x="2650033" y="2634692"/>
                  </a:lnTo>
                  <a:lnTo>
                    <a:pt x="2578410" y="2632068"/>
                  </a:lnTo>
                  <a:lnTo>
                    <a:pt x="2506788" y="2629435"/>
                  </a:lnTo>
                  <a:lnTo>
                    <a:pt x="2435165" y="2626795"/>
                  </a:lnTo>
                  <a:lnTo>
                    <a:pt x="2363543" y="2624146"/>
                  </a:lnTo>
                  <a:lnTo>
                    <a:pt x="2291920" y="2621490"/>
                  </a:lnTo>
                  <a:lnTo>
                    <a:pt x="2220298" y="2618825"/>
                  </a:lnTo>
                  <a:lnTo>
                    <a:pt x="2148675" y="2616151"/>
                  </a:lnTo>
                  <a:lnTo>
                    <a:pt x="2077053" y="2613470"/>
                  </a:lnTo>
                  <a:lnTo>
                    <a:pt x="2005430" y="2610780"/>
                  </a:lnTo>
                  <a:lnTo>
                    <a:pt x="1933808" y="2608082"/>
                  </a:lnTo>
                  <a:lnTo>
                    <a:pt x="1862185" y="2605376"/>
                  </a:lnTo>
                  <a:lnTo>
                    <a:pt x="1790563" y="2602661"/>
                  </a:lnTo>
                  <a:lnTo>
                    <a:pt x="1718940" y="2599938"/>
                  </a:lnTo>
                  <a:lnTo>
                    <a:pt x="1647318" y="2597206"/>
                  </a:lnTo>
                  <a:lnTo>
                    <a:pt x="1575695" y="2594466"/>
                  </a:lnTo>
                  <a:lnTo>
                    <a:pt x="1504073" y="2591717"/>
                  </a:lnTo>
                  <a:lnTo>
                    <a:pt x="1432450" y="2588960"/>
                  </a:lnTo>
                  <a:lnTo>
                    <a:pt x="1360827" y="2586195"/>
                  </a:lnTo>
                  <a:lnTo>
                    <a:pt x="1289205" y="2583421"/>
                  </a:lnTo>
                  <a:lnTo>
                    <a:pt x="1217582" y="2580638"/>
                  </a:lnTo>
                  <a:lnTo>
                    <a:pt x="1145960" y="2577847"/>
                  </a:lnTo>
                  <a:lnTo>
                    <a:pt x="1074337" y="2575047"/>
                  </a:lnTo>
                  <a:lnTo>
                    <a:pt x="1002715" y="2572238"/>
                  </a:lnTo>
                  <a:lnTo>
                    <a:pt x="931092" y="2569421"/>
                  </a:lnTo>
                  <a:lnTo>
                    <a:pt x="859470" y="2566595"/>
                  </a:lnTo>
                  <a:lnTo>
                    <a:pt x="787847" y="2563761"/>
                  </a:lnTo>
                  <a:lnTo>
                    <a:pt x="716225" y="2560917"/>
                  </a:lnTo>
                  <a:lnTo>
                    <a:pt x="644602" y="2558065"/>
                  </a:lnTo>
                  <a:lnTo>
                    <a:pt x="572980" y="2555204"/>
                  </a:lnTo>
                  <a:lnTo>
                    <a:pt x="501357" y="2552334"/>
                  </a:lnTo>
                  <a:lnTo>
                    <a:pt x="429735" y="2549455"/>
                  </a:lnTo>
                  <a:lnTo>
                    <a:pt x="358112" y="2546568"/>
                  </a:lnTo>
                  <a:lnTo>
                    <a:pt x="286490" y="2543671"/>
                  </a:lnTo>
                  <a:lnTo>
                    <a:pt x="214867" y="2540766"/>
                  </a:lnTo>
                  <a:lnTo>
                    <a:pt x="143245" y="2537851"/>
                  </a:lnTo>
                  <a:lnTo>
                    <a:pt x="71622" y="2534928"/>
                  </a:lnTo>
                  <a:lnTo>
                    <a:pt x="0" y="25319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7065" y="2073503"/>
              <a:ext cx="6385614" cy="2782546"/>
            </a:xfrm>
            <a:custGeom>
              <a:avLst/>
              <a:pathLst>
                <a:path w="6385614" h="2782546">
                  <a:moveTo>
                    <a:pt x="0" y="0"/>
                  </a:moveTo>
                  <a:lnTo>
                    <a:pt x="11209" y="22854"/>
                  </a:lnTo>
                  <a:lnTo>
                    <a:pt x="82831" y="162972"/>
                  </a:lnTo>
                  <a:lnTo>
                    <a:pt x="154454" y="297417"/>
                  </a:lnTo>
                  <a:lnTo>
                    <a:pt x="226076" y="426418"/>
                  </a:lnTo>
                  <a:lnTo>
                    <a:pt x="297699" y="550198"/>
                  </a:lnTo>
                  <a:lnTo>
                    <a:pt x="369321" y="668965"/>
                  </a:lnTo>
                  <a:lnTo>
                    <a:pt x="440944" y="782925"/>
                  </a:lnTo>
                  <a:lnTo>
                    <a:pt x="512566" y="892270"/>
                  </a:lnTo>
                  <a:lnTo>
                    <a:pt x="584189" y="997189"/>
                  </a:lnTo>
                  <a:lnTo>
                    <a:pt x="655811" y="1097860"/>
                  </a:lnTo>
                  <a:lnTo>
                    <a:pt x="727434" y="1194455"/>
                  </a:lnTo>
                  <a:lnTo>
                    <a:pt x="799056" y="1287139"/>
                  </a:lnTo>
                  <a:lnTo>
                    <a:pt x="870679" y="1376071"/>
                  </a:lnTo>
                  <a:lnTo>
                    <a:pt x="942302" y="1461402"/>
                  </a:lnTo>
                  <a:lnTo>
                    <a:pt x="1013924" y="1543279"/>
                  </a:lnTo>
                  <a:lnTo>
                    <a:pt x="1085547" y="1621841"/>
                  </a:lnTo>
                  <a:lnTo>
                    <a:pt x="1157169" y="1697222"/>
                  </a:lnTo>
                  <a:lnTo>
                    <a:pt x="1228792" y="1769551"/>
                  </a:lnTo>
                  <a:lnTo>
                    <a:pt x="1300414" y="1838952"/>
                  </a:lnTo>
                  <a:lnTo>
                    <a:pt x="1372037" y="1905544"/>
                  </a:lnTo>
                  <a:lnTo>
                    <a:pt x="1443659" y="1969439"/>
                  </a:lnTo>
                  <a:lnTo>
                    <a:pt x="1515282" y="2030747"/>
                  </a:lnTo>
                  <a:lnTo>
                    <a:pt x="1586904" y="2089573"/>
                  </a:lnTo>
                  <a:lnTo>
                    <a:pt x="1658527" y="2146018"/>
                  </a:lnTo>
                  <a:lnTo>
                    <a:pt x="1730149" y="2200177"/>
                  </a:lnTo>
                  <a:lnTo>
                    <a:pt x="1801772" y="2252144"/>
                  </a:lnTo>
                  <a:lnTo>
                    <a:pt x="1873394" y="2302006"/>
                  </a:lnTo>
                  <a:lnTo>
                    <a:pt x="1945017" y="2349850"/>
                  </a:lnTo>
                  <a:lnTo>
                    <a:pt x="2016639" y="2395757"/>
                  </a:lnTo>
                  <a:lnTo>
                    <a:pt x="2088262" y="2439806"/>
                  </a:lnTo>
                  <a:lnTo>
                    <a:pt x="2159884" y="2482071"/>
                  </a:lnTo>
                  <a:lnTo>
                    <a:pt x="2231507" y="2522625"/>
                  </a:lnTo>
                  <a:lnTo>
                    <a:pt x="2303130" y="2561537"/>
                  </a:lnTo>
                  <a:lnTo>
                    <a:pt x="2374752" y="2598873"/>
                  </a:lnTo>
                  <a:lnTo>
                    <a:pt x="2446375" y="2634698"/>
                  </a:lnTo>
                  <a:lnTo>
                    <a:pt x="2517997" y="2655396"/>
                  </a:lnTo>
                  <a:lnTo>
                    <a:pt x="2589620" y="2657949"/>
                  </a:lnTo>
                  <a:lnTo>
                    <a:pt x="2661242" y="2660493"/>
                  </a:lnTo>
                  <a:lnTo>
                    <a:pt x="2732865" y="2663030"/>
                  </a:lnTo>
                  <a:lnTo>
                    <a:pt x="2804487" y="2665559"/>
                  </a:lnTo>
                  <a:lnTo>
                    <a:pt x="2876110" y="2668080"/>
                  </a:lnTo>
                  <a:lnTo>
                    <a:pt x="2947732" y="2670593"/>
                  </a:lnTo>
                  <a:lnTo>
                    <a:pt x="3019355" y="2673098"/>
                  </a:lnTo>
                  <a:lnTo>
                    <a:pt x="3090977" y="2675596"/>
                  </a:lnTo>
                  <a:lnTo>
                    <a:pt x="3162600" y="2678086"/>
                  </a:lnTo>
                  <a:lnTo>
                    <a:pt x="3234222" y="2680569"/>
                  </a:lnTo>
                  <a:lnTo>
                    <a:pt x="3305845" y="2683043"/>
                  </a:lnTo>
                  <a:lnTo>
                    <a:pt x="3377467" y="2685510"/>
                  </a:lnTo>
                  <a:lnTo>
                    <a:pt x="3449090" y="2687970"/>
                  </a:lnTo>
                  <a:lnTo>
                    <a:pt x="3520712" y="2690422"/>
                  </a:lnTo>
                  <a:lnTo>
                    <a:pt x="3592335" y="2692866"/>
                  </a:lnTo>
                  <a:lnTo>
                    <a:pt x="3663958" y="2695303"/>
                  </a:lnTo>
                  <a:lnTo>
                    <a:pt x="3735580" y="2697732"/>
                  </a:lnTo>
                  <a:lnTo>
                    <a:pt x="3807203" y="2700154"/>
                  </a:lnTo>
                  <a:lnTo>
                    <a:pt x="3878825" y="2702569"/>
                  </a:lnTo>
                  <a:lnTo>
                    <a:pt x="3950448" y="2704976"/>
                  </a:lnTo>
                  <a:lnTo>
                    <a:pt x="4022070" y="2707375"/>
                  </a:lnTo>
                  <a:lnTo>
                    <a:pt x="4093693" y="2709767"/>
                  </a:lnTo>
                  <a:lnTo>
                    <a:pt x="4165315" y="2712152"/>
                  </a:lnTo>
                  <a:lnTo>
                    <a:pt x="4236938" y="2714530"/>
                  </a:lnTo>
                  <a:lnTo>
                    <a:pt x="4308560" y="2716900"/>
                  </a:lnTo>
                  <a:lnTo>
                    <a:pt x="4380183" y="2719262"/>
                  </a:lnTo>
                  <a:lnTo>
                    <a:pt x="4451805" y="2721618"/>
                  </a:lnTo>
                  <a:lnTo>
                    <a:pt x="4523428" y="2723966"/>
                  </a:lnTo>
                  <a:lnTo>
                    <a:pt x="4595050" y="2726307"/>
                  </a:lnTo>
                  <a:lnTo>
                    <a:pt x="4666673" y="2728641"/>
                  </a:lnTo>
                  <a:lnTo>
                    <a:pt x="4738295" y="2730968"/>
                  </a:lnTo>
                  <a:lnTo>
                    <a:pt x="4809918" y="2733287"/>
                  </a:lnTo>
                  <a:lnTo>
                    <a:pt x="4881540" y="2735600"/>
                  </a:lnTo>
                  <a:lnTo>
                    <a:pt x="4953163" y="2737905"/>
                  </a:lnTo>
                  <a:lnTo>
                    <a:pt x="5024786" y="2740203"/>
                  </a:lnTo>
                  <a:lnTo>
                    <a:pt x="5096408" y="2742494"/>
                  </a:lnTo>
                  <a:lnTo>
                    <a:pt x="5168031" y="2744778"/>
                  </a:lnTo>
                  <a:lnTo>
                    <a:pt x="5239653" y="2747055"/>
                  </a:lnTo>
                  <a:lnTo>
                    <a:pt x="5311276" y="2749325"/>
                  </a:lnTo>
                  <a:lnTo>
                    <a:pt x="5382898" y="2751587"/>
                  </a:lnTo>
                  <a:lnTo>
                    <a:pt x="5454521" y="2753843"/>
                  </a:lnTo>
                  <a:lnTo>
                    <a:pt x="5526143" y="2756092"/>
                  </a:lnTo>
                  <a:lnTo>
                    <a:pt x="5597766" y="2758334"/>
                  </a:lnTo>
                  <a:lnTo>
                    <a:pt x="5669388" y="2760570"/>
                  </a:lnTo>
                  <a:lnTo>
                    <a:pt x="5741011" y="2762798"/>
                  </a:lnTo>
                  <a:lnTo>
                    <a:pt x="5812633" y="2765019"/>
                  </a:lnTo>
                  <a:lnTo>
                    <a:pt x="5884256" y="2767234"/>
                  </a:lnTo>
                  <a:lnTo>
                    <a:pt x="5955878" y="2769441"/>
                  </a:lnTo>
                  <a:lnTo>
                    <a:pt x="6027501" y="2771642"/>
                  </a:lnTo>
                  <a:lnTo>
                    <a:pt x="6099123" y="2773836"/>
                  </a:lnTo>
                  <a:lnTo>
                    <a:pt x="6170746" y="2776024"/>
                  </a:lnTo>
                  <a:lnTo>
                    <a:pt x="6242368" y="2778204"/>
                  </a:lnTo>
                  <a:lnTo>
                    <a:pt x="6313991" y="2780378"/>
                  </a:lnTo>
                  <a:lnTo>
                    <a:pt x="6385614" y="2782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05498"/>
              <a:ext cx="7090630" cy="864302"/>
            </a:xfrm>
            <a:custGeom>
              <a:avLst/>
              <a:pathLst>
                <a:path w="7090630" h="864302">
                  <a:moveTo>
                    <a:pt x="7090630" y="864302"/>
                  </a:moveTo>
                  <a:lnTo>
                    <a:pt x="7019007" y="860612"/>
                  </a:lnTo>
                  <a:lnTo>
                    <a:pt x="6947385" y="856766"/>
                  </a:lnTo>
                  <a:lnTo>
                    <a:pt x="6875762" y="852759"/>
                  </a:lnTo>
                  <a:lnTo>
                    <a:pt x="6804139" y="848582"/>
                  </a:lnTo>
                  <a:lnTo>
                    <a:pt x="6732517" y="844229"/>
                  </a:lnTo>
                  <a:lnTo>
                    <a:pt x="6660894" y="839692"/>
                  </a:lnTo>
                  <a:lnTo>
                    <a:pt x="6589272" y="834964"/>
                  </a:lnTo>
                  <a:lnTo>
                    <a:pt x="6517649" y="830036"/>
                  </a:lnTo>
                  <a:lnTo>
                    <a:pt x="6446027" y="824900"/>
                  </a:lnTo>
                  <a:lnTo>
                    <a:pt x="6374404" y="819548"/>
                  </a:lnTo>
                  <a:lnTo>
                    <a:pt x="6302782" y="813970"/>
                  </a:lnTo>
                  <a:lnTo>
                    <a:pt x="6231159" y="808156"/>
                  </a:lnTo>
                  <a:lnTo>
                    <a:pt x="6159537" y="802097"/>
                  </a:lnTo>
                  <a:lnTo>
                    <a:pt x="6087914" y="795783"/>
                  </a:lnTo>
                  <a:lnTo>
                    <a:pt x="6016292" y="789202"/>
                  </a:lnTo>
                  <a:lnTo>
                    <a:pt x="5944669" y="782343"/>
                  </a:lnTo>
                  <a:lnTo>
                    <a:pt x="5873047" y="775195"/>
                  </a:lnTo>
                  <a:lnTo>
                    <a:pt x="5801424" y="767745"/>
                  </a:lnTo>
                  <a:lnTo>
                    <a:pt x="5729802" y="759981"/>
                  </a:lnTo>
                  <a:lnTo>
                    <a:pt x="5658179" y="751890"/>
                  </a:lnTo>
                  <a:lnTo>
                    <a:pt x="5586557" y="743457"/>
                  </a:lnTo>
                  <a:lnTo>
                    <a:pt x="5514934" y="734668"/>
                  </a:lnTo>
                  <a:lnTo>
                    <a:pt x="5443311" y="725508"/>
                  </a:lnTo>
                  <a:lnTo>
                    <a:pt x="5371689" y="715962"/>
                  </a:lnTo>
                  <a:lnTo>
                    <a:pt x="5300066" y="706013"/>
                  </a:lnTo>
                  <a:lnTo>
                    <a:pt x="5228444" y="695644"/>
                  </a:lnTo>
                  <a:lnTo>
                    <a:pt x="5156821" y="684838"/>
                  </a:lnTo>
                  <a:lnTo>
                    <a:pt x="5085199" y="673576"/>
                  </a:lnTo>
                  <a:lnTo>
                    <a:pt x="5013576" y="661839"/>
                  </a:lnTo>
                  <a:lnTo>
                    <a:pt x="4941954" y="649606"/>
                  </a:lnTo>
                  <a:lnTo>
                    <a:pt x="4870331" y="636857"/>
                  </a:lnTo>
                  <a:lnTo>
                    <a:pt x="4798709" y="623571"/>
                  </a:lnTo>
                  <a:lnTo>
                    <a:pt x="4727086" y="609723"/>
                  </a:lnTo>
                  <a:lnTo>
                    <a:pt x="4655464" y="595292"/>
                  </a:lnTo>
                  <a:lnTo>
                    <a:pt x="4583841" y="580251"/>
                  </a:lnTo>
                  <a:lnTo>
                    <a:pt x="4512219" y="564576"/>
                  </a:lnTo>
                  <a:lnTo>
                    <a:pt x="4440596" y="548239"/>
                  </a:lnTo>
                  <a:lnTo>
                    <a:pt x="4368974" y="531213"/>
                  </a:lnTo>
                  <a:lnTo>
                    <a:pt x="4297351" y="513469"/>
                  </a:lnTo>
                  <a:lnTo>
                    <a:pt x="4225729" y="494976"/>
                  </a:lnTo>
                  <a:lnTo>
                    <a:pt x="4154106" y="475703"/>
                  </a:lnTo>
                  <a:lnTo>
                    <a:pt x="4082483" y="455616"/>
                  </a:lnTo>
                  <a:lnTo>
                    <a:pt x="4010861" y="434682"/>
                  </a:lnTo>
                  <a:lnTo>
                    <a:pt x="3939238" y="412865"/>
                  </a:lnTo>
                  <a:lnTo>
                    <a:pt x="3867616" y="390127"/>
                  </a:lnTo>
                  <a:lnTo>
                    <a:pt x="3795993" y="366430"/>
                  </a:lnTo>
                  <a:lnTo>
                    <a:pt x="3724371" y="341733"/>
                  </a:lnTo>
                  <a:lnTo>
                    <a:pt x="3652748" y="315993"/>
                  </a:lnTo>
                  <a:lnTo>
                    <a:pt x="3581126" y="289168"/>
                  </a:lnTo>
                  <a:lnTo>
                    <a:pt x="3509503" y="261211"/>
                  </a:lnTo>
                  <a:lnTo>
                    <a:pt x="3437881" y="232074"/>
                  </a:lnTo>
                  <a:lnTo>
                    <a:pt x="3366258" y="201708"/>
                  </a:lnTo>
                  <a:lnTo>
                    <a:pt x="3294636" y="170060"/>
                  </a:lnTo>
                  <a:lnTo>
                    <a:pt x="3223013" y="137077"/>
                  </a:lnTo>
                  <a:lnTo>
                    <a:pt x="3151391" y="120840"/>
                  </a:lnTo>
                  <a:lnTo>
                    <a:pt x="3079768" y="118272"/>
                  </a:lnTo>
                  <a:lnTo>
                    <a:pt x="3008146" y="115696"/>
                  </a:lnTo>
                  <a:lnTo>
                    <a:pt x="2936523" y="113112"/>
                  </a:lnTo>
                  <a:lnTo>
                    <a:pt x="2864901" y="110520"/>
                  </a:lnTo>
                  <a:lnTo>
                    <a:pt x="2793278" y="107920"/>
                  </a:lnTo>
                  <a:lnTo>
                    <a:pt x="2721655" y="105312"/>
                  </a:lnTo>
                  <a:lnTo>
                    <a:pt x="2650033" y="102696"/>
                  </a:lnTo>
                  <a:lnTo>
                    <a:pt x="2578410" y="100072"/>
                  </a:lnTo>
                  <a:lnTo>
                    <a:pt x="2506788" y="97440"/>
                  </a:lnTo>
                  <a:lnTo>
                    <a:pt x="2435165" y="94799"/>
                  </a:lnTo>
                  <a:lnTo>
                    <a:pt x="2363543" y="92151"/>
                  </a:lnTo>
                  <a:lnTo>
                    <a:pt x="2291920" y="89494"/>
                  </a:lnTo>
                  <a:lnTo>
                    <a:pt x="2220298" y="86829"/>
                  </a:lnTo>
                  <a:lnTo>
                    <a:pt x="2148675" y="84156"/>
                  </a:lnTo>
                  <a:lnTo>
                    <a:pt x="2077053" y="81474"/>
                  </a:lnTo>
                  <a:lnTo>
                    <a:pt x="2005430" y="78784"/>
                  </a:lnTo>
                  <a:lnTo>
                    <a:pt x="1933808" y="76086"/>
                  </a:lnTo>
                  <a:lnTo>
                    <a:pt x="1862185" y="73380"/>
                  </a:lnTo>
                  <a:lnTo>
                    <a:pt x="1790563" y="70665"/>
                  </a:lnTo>
                  <a:lnTo>
                    <a:pt x="1718940" y="67942"/>
                  </a:lnTo>
                  <a:lnTo>
                    <a:pt x="1647318" y="65210"/>
                  </a:lnTo>
                  <a:lnTo>
                    <a:pt x="1575695" y="62470"/>
                  </a:lnTo>
                  <a:lnTo>
                    <a:pt x="1504073" y="59722"/>
                  </a:lnTo>
                  <a:lnTo>
                    <a:pt x="1432450" y="56965"/>
                  </a:lnTo>
                  <a:lnTo>
                    <a:pt x="1360827" y="54199"/>
                  </a:lnTo>
                  <a:lnTo>
                    <a:pt x="1289205" y="51425"/>
                  </a:lnTo>
                  <a:lnTo>
                    <a:pt x="1217582" y="48642"/>
                  </a:lnTo>
                  <a:lnTo>
                    <a:pt x="1145960" y="45851"/>
                  </a:lnTo>
                  <a:lnTo>
                    <a:pt x="1074337" y="43051"/>
                  </a:lnTo>
                  <a:lnTo>
                    <a:pt x="1002715" y="40243"/>
                  </a:lnTo>
                  <a:lnTo>
                    <a:pt x="931092" y="37426"/>
                  </a:lnTo>
                  <a:lnTo>
                    <a:pt x="859470" y="34600"/>
                  </a:lnTo>
                  <a:lnTo>
                    <a:pt x="787847" y="31765"/>
                  </a:lnTo>
                  <a:lnTo>
                    <a:pt x="716225" y="28922"/>
                  </a:lnTo>
                  <a:lnTo>
                    <a:pt x="644602" y="26069"/>
                  </a:lnTo>
                  <a:lnTo>
                    <a:pt x="572980" y="23208"/>
                  </a:lnTo>
                  <a:lnTo>
                    <a:pt x="501357" y="20338"/>
                  </a:lnTo>
                  <a:lnTo>
                    <a:pt x="429735" y="17460"/>
                  </a:lnTo>
                  <a:lnTo>
                    <a:pt x="358112" y="14572"/>
                  </a:lnTo>
                  <a:lnTo>
                    <a:pt x="286490" y="11676"/>
                  </a:lnTo>
                  <a:lnTo>
                    <a:pt x="214867" y="8770"/>
                  </a:lnTo>
                  <a:lnTo>
                    <a:pt x="143245" y="5856"/>
                  </a:lnTo>
                  <a:lnTo>
                    <a:pt x="71622" y="29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25737"/>
              <a:ext cx="7090630" cy="1983885"/>
            </a:xfrm>
            <a:custGeom>
              <a:avLst/>
              <a:pathLst>
                <a:path w="7090630" h="1983885">
                  <a:moveTo>
                    <a:pt x="0" y="0"/>
                  </a:moveTo>
                  <a:lnTo>
                    <a:pt x="71622" y="49009"/>
                  </a:lnTo>
                  <a:lnTo>
                    <a:pt x="143245" y="96942"/>
                  </a:lnTo>
                  <a:lnTo>
                    <a:pt x="214867" y="143822"/>
                  </a:lnTo>
                  <a:lnTo>
                    <a:pt x="286490" y="189673"/>
                  </a:lnTo>
                  <a:lnTo>
                    <a:pt x="358112" y="234517"/>
                  </a:lnTo>
                  <a:lnTo>
                    <a:pt x="429735" y="278375"/>
                  </a:lnTo>
                  <a:lnTo>
                    <a:pt x="501357" y="321271"/>
                  </a:lnTo>
                  <a:lnTo>
                    <a:pt x="572980" y="363225"/>
                  </a:lnTo>
                  <a:lnTo>
                    <a:pt x="644602" y="404257"/>
                  </a:lnTo>
                  <a:lnTo>
                    <a:pt x="716225" y="444388"/>
                  </a:lnTo>
                  <a:lnTo>
                    <a:pt x="787847" y="483637"/>
                  </a:lnTo>
                  <a:lnTo>
                    <a:pt x="859470" y="522025"/>
                  </a:lnTo>
                  <a:lnTo>
                    <a:pt x="931092" y="559569"/>
                  </a:lnTo>
                  <a:lnTo>
                    <a:pt x="1002715" y="596289"/>
                  </a:lnTo>
                  <a:lnTo>
                    <a:pt x="1074337" y="632203"/>
                  </a:lnTo>
                  <a:lnTo>
                    <a:pt x="1145960" y="667327"/>
                  </a:lnTo>
                  <a:lnTo>
                    <a:pt x="1217582" y="701680"/>
                  </a:lnTo>
                  <a:lnTo>
                    <a:pt x="1289205" y="735279"/>
                  </a:lnTo>
                  <a:lnTo>
                    <a:pt x="1360827" y="768140"/>
                  </a:lnTo>
                  <a:lnTo>
                    <a:pt x="1432450" y="800279"/>
                  </a:lnTo>
                  <a:lnTo>
                    <a:pt x="1504073" y="831713"/>
                  </a:lnTo>
                  <a:lnTo>
                    <a:pt x="1575695" y="862456"/>
                  </a:lnTo>
                  <a:lnTo>
                    <a:pt x="1647318" y="892523"/>
                  </a:lnTo>
                  <a:lnTo>
                    <a:pt x="1718940" y="921931"/>
                  </a:lnTo>
                  <a:lnTo>
                    <a:pt x="1790563" y="950692"/>
                  </a:lnTo>
                  <a:lnTo>
                    <a:pt x="1862185" y="978822"/>
                  </a:lnTo>
                  <a:lnTo>
                    <a:pt x="1933808" y="1006334"/>
                  </a:lnTo>
                  <a:lnTo>
                    <a:pt x="2005430" y="1033242"/>
                  </a:lnTo>
                  <a:lnTo>
                    <a:pt x="2077053" y="1059559"/>
                  </a:lnTo>
                  <a:lnTo>
                    <a:pt x="2148675" y="1085298"/>
                  </a:lnTo>
                  <a:lnTo>
                    <a:pt x="2220298" y="1110472"/>
                  </a:lnTo>
                  <a:lnTo>
                    <a:pt x="2291920" y="1135092"/>
                  </a:lnTo>
                  <a:lnTo>
                    <a:pt x="2363543" y="1159172"/>
                  </a:lnTo>
                  <a:lnTo>
                    <a:pt x="2435165" y="1182724"/>
                  </a:lnTo>
                  <a:lnTo>
                    <a:pt x="2506788" y="1205757"/>
                  </a:lnTo>
                  <a:lnTo>
                    <a:pt x="2578410" y="1228286"/>
                  </a:lnTo>
                  <a:lnTo>
                    <a:pt x="2650033" y="1250319"/>
                  </a:lnTo>
                  <a:lnTo>
                    <a:pt x="2721655" y="1271868"/>
                  </a:lnTo>
                  <a:lnTo>
                    <a:pt x="2793278" y="1292944"/>
                  </a:lnTo>
                  <a:lnTo>
                    <a:pt x="2864901" y="1313557"/>
                  </a:lnTo>
                  <a:lnTo>
                    <a:pt x="2936523" y="1333718"/>
                  </a:lnTo>
                  <a:lnTo>
                    <a:pt x="3008146" y="1353436"/>
                  </a:lnTo>
                  <a:lnTo>
                    <a:pt x="3079768" y="1372720"/>
                  </a:lnTo>
                  <a:lnTo>
                    <a:pt x="3151391" y="1391581"/>
                  </a:lnTo>
                  <a:lnTo>
                    <a:pt x="3223013" y="1410028"/>
                  </a:lnTo>
                  <a:lnTo>
                    <a:pt x="3294636" y="1428070"/>
                  </a:lnTo>
                  <a:lnTo>
                    <a:pt x="3366258" y="1445716"/>
                  </a:lnTo>
                  <a:lnTo>
                    <a:pt x="3437881" y="1462974"/>
                  </a:lnTo>
                  <a:lnTo>
                    <a:pt x="3509503" y="1479853"/>
                  </a:lnTo>
                  <a:lnTo>
                    <a:pt x="3581126" y="1496361"/>
                  </a:lnTo>
                  <a:lnTo>
                    <a:pt x="3652748" y="1512507"/>
                  </a:lnTo>
                  <a:lnTo>
                    <a:pt x="3724371" y="1528298"/>
                  </a:lnTo>
                  <a:lnTo>
                    <a:pt x="3795993" y="1543742"/>
                  </a:lnTo>
                  <a:lnTo>
                    <a:pt x="3867616" y="1558847"/>
                  </a:lnTo>
                  <a:lnTo>
                    <a:pt x="3939238" y="1573620"/>
                  </a:lnTo>
                  <a:lnTo>
                    <a:pt x="4010861" y="1588069"/>
                  </a:lnTo>
                  <a:lnTo>
                    <a:pt x="4082483" y="1602201"/>
                  </a:lnTo>
                  <a:lnTo>
                    <a:pt x="4154106" y="1616022"/>
                  </a:lnTo>
                  <a:lnTo>
                    <a:pt x="4225729" y="1629540"/>
                  </a:lnTo>
                  <a:lnTo>
                    <a:pt x="4297351" y="1642760"/>
                  </a:lnTo>
                  <a:lnTo>
                    <a:pt x="4368974" y="1655691"/>
                  </a:lnTo>
                  <a:lnTo>
                    <a:pt x="4440596" y="1668337"/>
                  </a:lnTo>
                  <a:lnTo>
                    <a:pt x="4512219" y="1680706"/>
                  </a:lnTo>
                  <a:lnTo>
                    <a:pt x="4583841" y="1692803"/>
                  </a:lnTo>
                  <a:lnTo>
                    <a:pt x="4655464" y="1704634"/>
                  </a:lnTo>
                  <a:lnTo>
                    <a:pt x="4727086" y="1716206"/>
                  </a:lnTo>
                  <a:lnTo>
                    <a:pt x="4798709" y="1727523"/>
                  </a:lnTo>
                  <a:lnTo>
                    <a:pt x="4870331" y="1738592"/>
                  </a:lnTo>
                  <a:lnTo>
                    <a:pt x="4941954" y="1749418"/>
                  </a:lnTo>
                  <a:lnTo>
                    <a:pt x="5013576" y="1760006"/>
                  </a:lnTo>
                  <a:lnTo>
                    <a:pt x="5085199" y="1770361"/>
                  </a:lnTo>
                  <a:lnTo>
                    <a:pt x="5156821" y="1780489"/>
                  </a:lnTo>
                  <a:lnTo>
                    <a:pt x="5228444" y="1790395"/>
                  </a:lnTo>
                  <a:lnTo>
                    <a:pt x="5300066" y="1800083"/>
                  </a:lnTo>
                  <a:lnTo>
                    <a:pt x="5371689" y="1809558"/>
                  </a:lnTo>
                  <a:lnTo>
                    <a:pt x="5443311" y="1818825"/>
                  </a:lnTo>
                  <a:lnTo>
                    <a:pt x="5514934" y="1827888"/>
                  </a:lnTo>
                  <a:lnTo>
                    <a:pt x="5586557" y="1836753"/>
                  </a:lnTo>
                  <a:lnTo>
                    <a:pt x="5658179" y="1845423"/>
                  </a:lnTo>
                  <a:lnTo>
                    <a:pt x="5729802" y="1853902"/>
                  </a:lnTo>
                  <a:lnTo>
                    <a:pt x="5801424" y="1862196"/>
                  </a:lnTo>
                  <a:lnTo>
                    <a:pt x="5873047" y="1870307"/>
                  </a:lnTo>
                  <a:lnTo>
                    <a:pt x="5944669" y="1878240"/>
                  </a:lnTo>
                  <a:lnTo>
                    <a:pt x="6016292" y="1885998"/>
                  </a:lnTo>
                  <a:lnTo>
                    <a:pt x="6087914" y="1893587"/>
                  </a:lnTo>
                  <a:lnTo>
                    <a:pt x="6159537" y="1901008"/>
                  </a:lnTo>
                  <a:lnTo>
                    <a:pt x="6231159" y="1908267"/>
                  </a:lnTo>
                  <a:lnTo>
                    <a:pt x="6302782" y="1915366"/>
                  </a:lnTo>
                  <a:lnTo>
                    <a:pt x="6374404" y="1922309"/>
                  </a:lnTo>
                  <a:lnTo>
                    <a:pt x="6446027" y="1929100"/>
                  </a:lnTo>
                  <a:lnTo>
                    <a:pt x="6517649" y="1935742"/>
                  </a:lnTo>
                  <a:lnTo>
                    <a:pt x="6589272" y="1942238"/>
                  </a:lnTo>
                  <a:lnTo>
                    <a:pt x="6660894" y="1948591"/>
                  </a:lnTo>
                  <a:lnTo>
                    <a:pt x="6732517" y="1954805"/>
                  </a:lnTo>
                  <a:lnTo>
                    <a:pt x="6804139" y="1960882"/>
                  </a:lnTo>
                  <a:lnTo>
                    <a:pt x="6875762" y="1966825"/>
                  </a:lnTo>
                  <a:lnTo>
                    <a:pt x="6947385" y="1972639"/>
                  </a:lnTo>
                  <a:lnTo>
                    <a:pt x="7019007" y="1978324"/>
                  </a:lnTo>
                  <a:lnTo>
                    <a:pt x="7090630" y="19838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(1.04-1.68), p_Bonf = 0.137 (n = 6)  |  per IQR decline (Δ = 24.3 %): 1.98 (1.10-3.55)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2026-10-08T10:08:00Z</dcterms:modified>
  <cp:category/>
</cp:coreProperties>
</file>