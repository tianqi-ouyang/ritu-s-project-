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65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68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718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751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785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81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85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4884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3918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08096"/>
            </a:xfrm>
            <a:custGeom>
              <a:avLst/>
              <a:pathLst>
                <a:path w="7090630" h="3408096">
                  <a:moveTo>
                    <a:pt x="855418" y="0"/>
                  </a:moveTo>
                  <a:lnTo>
                    <a:pt x="859470" y="8841"/>
                  </a:lnTo>
                  <a:lnTo>
                    <a:pt x="931092" y="158391"/>
                  </a:lnTo>
                  <a:lnTo>
                    <a:pt x="1002715" y="301505"/>
                  </a:lnTo>
                  <a:lnTo>
                    <a:pt x="1074337" y="438459"/>
                  </a:lnTo>
                  <a:lnTo>
                    <a:pt x="1145960" y="569520"/>
                  </a:lnTo>
                  <a:lnTo>
                    <a:pt x="1217582" y="694940"/>
                  </a:lnTo>
                  <a:lnTo>
                    <a:pt x="1289205" y="814962"/>
                  </a:lnTo>
                  <a:lnTo>
                    <a:pt x="1360827" y="929819"/>
                  </a:lnTo>
                  <a:lnTo>
                    <a:pt x="1432450" y="1039733"/>
                  </a:lnTo>
                  <a:lnTo>
                    <a:pt x="1504073" y="1144916"/>
                  </a:lnTo>
                  <a:lnTo>
                    <a:pt x="1575695" y="1245573"/>
                  </a:lnTo>
                  <a:lnTo>
                    <a:pt x="1647318" y="1341898"/>
                  </a:lnTo>
                  <a:lnTo>
                    <a:pt x="1718940" y="1434077"/>
                  </a:lnTo>
                  <a:lnTo>
                    <a:pt x="1790563" y="1522289"/>
                  </a:lnTo>
                  <a:lnTo>
                    <a:pt x="1862185" y="1606704"/>
                  </a:lnTo>
                  <a:lnTo>
                    <a:pt x="1933808" y="1687487"/>
                  </a:lnTo>
                  <a:lnTo>
                    <a:pt x="2005430" y="1764793"/>
                  </a:lnTo>
                  <a:lnTo>
                    <a:pt x="2077053" y="1838772"/>
                  </a:lnTo>
                  <a:lnTo>
                    <a:pt x="2148675" y="1909567"/>
                  </a:lnTo>
                  <a:lnTo>
                    <a:pt x="2220298" y="1977315"/>
                  </a:lnTo>
                  <a:lnTo>
                    <a:pt x="2291920" y="2042148"/>
                  </a:lnTo>
                  <a:lnTo>
                    <a:pt x="2363543" y="2104190"/>
                  </a:lnTo>
                  <a:lnTo>
                    <a:pt x="2435165" y="2163562"/>
                  </a:lnTo>
                  <a:lnTo>
                    <a:pt x="2506788" y="2220379"/>
                  </a:lnTo>
                  <a:lnTo>
                    <a:pt x="2578410" y="2274751"/>
                  </a:lnTo>
                  <a:lnTo>
                    <a:pt x="2650033" y="2326783"/>
                  </a:lnTo>
                  <a:lnTo>
                    <a:pt x="2721655" y="2376575"/>
                  </a:lnTo>
                  <a:lnTo>
                    <a:pt x="2793278" y="2424225"/>
                  </a:lnTo>
                  <a:lnTo>
                    <a:pt x="2864901" y="2469823"/>
                  </a:lnTo>
                  <a:lnTo>
                    <a:pt x="2936523" y="2513460"/>
                  </a:lnTo>
                  <a:lnTo>
                    <a:pt x="3008146" y="2555218"/>
                  </a:lnTo>
                  <a:lnTo>
                    <a:pt x="3079768" y="2595179"/>
                  </a:lnTo>
                  <a:lnTo>
                    <a:pt x="3151391" y="2633421"/>
                  </a:lnTo>
                  <a:lnTo>
                    <a:pt x="3223013" y="2657543"/>
                  </a:lnTo>
                  <a:lnTo>
                    <a:pt x="3294636" y="2664983"/>
                  </a:lnTo>
                  <a:lnTo>
                    <a:pt x="3366258" y="2672357"/>
                  </a:lnTo>
                  <a:lnTo>
                    <a:pt x="3437881" y="2679664"/>
                  </a:lnTo>
                  <a:lnTo>
                    <a:pt x="3509503" y="2686905"/>
                  </a:lnTo>
                  <a:lnTo>
                    <a:pt x="3581126" y="2694081"/>
                  </a:lnTo>
                  <a:lnTo>
                    <a:pt x="3652748" y="2701192"/>
                  </a:lnTo>
                  <a:lnTo>
                    <a:pt x="3724371" y="2708239"/>
                  </a:lnTo>
                  <a:lnTo>
                    <a:pt x="3795993" y="2715223"/>
                  </a:lnTo>
                  <a:lnTo>
                    <a:pt x="3867616" y="2722144"/>
                  </a:lnTo>
                  <a:lnTo>
                    <a:pt x="3939238" y="2729002"/>
                  </a:lnTo>
                  <a:lnTo>
                    <a:pt x="4010861" y="2735799"/>
                  </a:lnTo>
                  <a:lnTo>
                    <a:pt x="4082483" y="2742535"/>
                  </a:lnTo>
                  <a:lnTo>
                    <a:pt x="4154106" y="2749210"/>
                  </a:lnTo>
                  <a:lnTo>
                    <a:pt x="4225729" y="2755825"/>
                  </a:lnTo>
                  <a:lnTo>
                    <a:pt x="4297351" y="2762380"/>
                  </a:lnTo>
                  <a:lnTo>
                    <a:pt x="4368974" y="2768876"/>
                  </a:lnTo>
                  <a:lnTo>
                    <a:pt x="4440596" y="2775314"/>
                  </a:lnTo>
                  <a:lnTo>
                    <a:pt x="4512219" y="2781694"/>
                  </a:lnTo>
                  <a:lnTo>
                    <a:pt x="4583841" y="2788016"/>
                  </a:lnTo>
                  <a:lnTo>
                    <a:pt x="4655464" y="2794281"/>
                  </a:lnTo>
                  <a:lnTo>
                    <a:pt x="4727086" y="2800490"/>
                  </a:lnTo>
                  <a:lnTo>
                    <a:pt x="4798709" y="2806643"/>
                  </a:lnTo>
                  <a:lnTo>
                    <a:pt x="4870331" y="2812741"/>
                  </a:lnTo>
                  <a:lnTo>
                    <a:pt x="4941954" y="2818783"/>
                  </a:lnTo>
                  <a:lnTo>
                    <a:pt x="5013576" y="2824772"/>
                  </a:lnTo>
                  <a:lnTo>
                    <a:pt x="5085199" y="2830706"/>
                  </a:lnTo>
                  <a:lnTo>
                    <a:pt x="5156821" y="2836587"/>
                  </a:lnTo>
                  <a:lnTo>
                    <a:pt x="5228444" y="2842415"/>
                  </a:lnTo>
                  <a:lnTo>
                    <a:pt x="5300066" y="2848190"/>
                  </a:lnTo>
                  <a:lnTo>
                    <a:pt x="5371689" y="2853914"/>
                  </a:lnTo>
                  <a:lnTo>
                    <a:pt x="5443311" y="2859586"/>
                  </a:lnTo>
                  <a:lnTo>
                    <a:pt x="5514934" y="2865207"/>
                  </a:lnTo>
                  <a:lnTo>
                    <a:pt x="5586557" y="2870777"/>
                  </a:lnTo>
                  <a:lnTo>
                    <a:pt x="5658179" y="2876297"/>
                  </a:lnTo>
                  <a:lnTo>
                    <a:pt x="5729802" y="2881767"/>
                  </a:lnTo>
                  <a:lnTo>
                    <a:pt x="5801424" y="2887188"/>
                  </a:lnTo>
                  <a:lnTo>
                    <a:pt x="5873047" y="2892561"/>
                  </a:lnTo>
                  <a:lnTo>
                    <a:pt x="5944669" y="2897885"/>
                  </a:lnTo>
                  <a:lnTo>
                    <a:pt x="6016292" y="2903161"/>
                  </a:lnTo>
                  <a:lnTo>
                    <a:pt x="6087914" y="2908389"/>
                  </a:lnTo>
                  <a:lnTo>
                    <a:pt x="6159537" y="2913570"/>
                  </a:lnTo>
                  <a:lnTo>
                    <a:pt x="6231159" y="2918705"/>
                  </a:lnTo>
                  <a:lnTo>
                    <a:pt x="6302782" y="2923793"/>
                  </a:lnTo>
                  <a:lnTo>
                    <a:pt x="6374404" y="2928836"/>
                  </a:lnTo>
                  <a:lnTo>
                    <a:pt x="6446027" y="2933833"/>
                  </a:lnTo>
                  <a:lnTo>
                    <a:pt x="6517649" y="2938786"/>
                  </a:lnTo>
                  <a:lnTo>
                    <a:pt x="6589272" y="2943693"/>
                  </a:lnTo>
                  <a:lnTo>
                    <a:pt x="6660894" y="2948557"/>
                  </a:lnTo>
                  <a:lnTo>
                    <a:pt x="6732517" y="2953376"/>
                  </a:lnTo>
                  <a:lnTo>
                    <a:pt x="6804139" y="2958152"/>
                  </a:lnTo>
                  <a:lnTo>
                    <a:pt x="6875762" y="2962886"/>
                  </a:lnTo>
                  <a:lnTo>
                    <a:pt x="6947385" y="2967576"/>
                  </a:lnTo>
                  <a:lnTo>
                    <a:pt x="7019007" y="2972225"/>
                  </a:lnTo>
                  <a:lnTo>
                    <a:pt x="7090630" y="2976831"/>
                  </a:lnTo>
                  <a:lnTo>
                    <a:pt x="7090630" y="3408096"/>
                  </a:lnTo>
                  <a:lnTo>
                    <a:pt x="7019007" y="3404693"/>
                  </a:lnTo>
                  <a:lnTo>
                    <a:pt x="6947385" y="3401138"/>
                  </a:lnTo>
                  <a:lnTo>
                    <a:pt x="6875762" y="3397423"/>
                  </a:lnTo>
                  <a:lnTo>
                    <a:pt x="6804139" y="3393541"/>
                  </a:lnTo>
                  <a:lnTo>
                    <a:pt x="6732517" y="3389484"/>
                  </a:lnTo>
                  <a:lnTo>
                    <a:pt x="6660894" y="3385245"/>
                  </a:lnTo>
                  <a:lnTo>
                    <a:pt x="6589272" y="3380815"/>
                  </a:lnTo>
                  <a:lnTo>
                    <a:pt x="6517649" y="3376186"/>
                  </a:lnTo>
                  <a:lnTo>
                    <a:pt x="6446027" y="3371348"/>
                  </a:lnTo>
                  <a:lnTo>
                    <a:pt x="6374404" y="3366294"/>
                  </a:lnTo>
                  <a:lnTo>
                    <a:pt x="6302782" y="3361011"/>
                  </a:lnTo>
                  <a:lnTo>
                    <a:pt x="6231159" y="3355492"/>
                  </a:lnTo>
                  <a:lnTo>
                    <a:pt x="6159537" y="3349724"/>
                  </a:lnTo>
                  <a:lnTo>
                    <a:pt x="6087914" y="3343696"/>
                  </a:lnTo>
                  <a:lnTo>
                    <a:pt x="6016292" y="3337398"/>
                  </a:lnTo>
                  <a:lnTo>
                    <a:pt x="5944669" y="3330816"/>
                  </a:lnTo>
                  <a:lnTo>
                    <a:pt x="5873047" y="3323939"/>
                  </a:lnTo>
                  <a:lnTo>
                    <a:pt x="5801424" y="3316752"/>
                  </a:lnTo>
                  <a:lnTo>
                    <a:pt x="5729802" y="3309241"/>
                  </a:lnTo>
                  <a:lnTo>
                    <a:pt x="5658179" y="3301394"/>
                  </a:lnTo>
                  <a:lnTo>
                    <a:pt x="5586557" y="3293193"/>
                  </a:lnTo>
                  <a:lnTo>
                    <a:pt x="5514934" y="3284623"/>
                  </a:lnTo>
                  <a:lnTo>
                    <a:pt x="5443311" y="3275668"/>
                  </a:lnTo>
                  <a:lnTo>
                    <a:pt x="5371689" y="3266310"/>
                  </a:lnTo>
                  <a:lnTo>
                    <a:pt x="5300066" y="3256531"/>
                  </a:lnTo>
                  <a:lnTo>
                    <a:pt x="5228444" y="3246313"/>
                  </a:lnTo>
                  <a:lnTo>
                    <a:pt x="5156821" y="3235635"/>
                  </a:lnTo>
                  <a:lnTo>
                    <a:pt x="5085199" y="3224477"/>
                  </a:lnTo>
                  <a:lnTo>
                    <a:pt x="5013576" y="3212816"/>
                  </a:lnTo>
                  <a:lnTo>
                    <a:pt x="4941954" y="3200632"/>
                  </a:lnTo>
                  <a:lnTo>
                    <a:pt x="4870331" y="3187900"/>
                  </a:lnTo>
                  <a:lnTo>
                    <a:pt x="4798709" y="3174595"/>
                  </a:lnTo>
                  <a:lnTo>
                    <a:pt x="4727086" y="3160691"/>
                  </a:lnTo>
                  <a:lnTo>
                    <a:pt x="4655464" y="3146163"/>
                  </a:lnTo>
                  <a:lnTo>
                    <a:pt x="4583841" y="3130981"/>
                  </a:lnTo>
                  <a:lnTo>
                    <a:pt x="4512219" y="3115116"/>
                  </a:lnTo>
                  <a:lnTo>
                    <a:pt x="4440596" y="3098537"/>
                  </a:lnTo>
                  <a:lnTo>
                    <a:pt x="4368974" y="3081213"/>
                  </a:lnTo>
                  <a:lnTo>
                    <a:pt x="4297351" y="3063111"/>
                  </a:lnTo>
                  <a:lnTo>
                    <a:pt x="4225729" y="3044193"/>
                  </a:lnTo>
                  <a:lnTo>
                    <a:pt x="4154106" y="3024426"/>
                  </a:lnTo>
                  <a:lnTo>
                    <a:pt x="4082483" y="3003769"/>
                  </a:lnTo>
                  <a:lnTo>
                    <a:pt x="4010861" y="2982183"/>
                  </a:lnTo>
                  <a:lnTo>
                    <a:pt x="3939238" y="2959626"/>
                  </a:lnTo>
                  <a:lnTo>
                    <a:pt x="3867616" y="2936055"/>
                  </a:lnTo>
                  <a:lnTo>
                    <a:pt x="3795993" y="2911424"/>
                  </a:lnTo>
                  <a:lnTo>
                    <a:pt x="3724371" y="2885685"/>
                  </a:lnTo>
                  <a:lnTo>
                    <a:pt x="3652748" y="2858789"/>
                  </a:lnTo>
                  <a:lnTo>
                    <a:pt x="3581126" y="2830683"/>
                  </a:lnTo>
                  <a:lnTo>
                    <a:pt x="3509503" y="2801313"/>
                  </a:lnTo>
                  <a:lnTo>
                    <a:pt x="3437881" y="2770622"/>
                  </a:lnTo>
                  <a:lnTo>
                    <a:pt x="3366258" y="2738551"/>
                  </a:lnTo>
                  <a:lnTo>
                    <a:pt x="3294636" y="2705037"/>
                  </a:lnTo>
                  <a:lnTo>
                    <a:pt x="3223013" y="2670016"/>
                  </a:lnTo>
                  <a:lnTo>
                    <a:pt x="3151391" y="2650035"/>
                  </a:lnTo>
                  <a:lnTo>
                    <a:pt x="3079768" y="2642459"/>
                  </a:lnTo>
                  <a:lnTo>
                    <a:pt x="3008146" y="2634814"/>
                  </a:lnTo>
                  <a:lnTo>
                    <a:pt x="2936523" y="2627099"/>
                  </a:lnTo>
                  <a:lnTo>
                    <a:pt x="2864901" y="2619315"/>
                  </a:lnTo>
                  <a:lnTo>
                    <a:pt x="2793278" y="2611459"/>
                  </a:lnTo>
                  <a:lnTo>
                    <a:pt x="2721655" y="2603533"/>
                  </a:lnTo>
                  <a:lnTo>
                    <a:pt x="2650033" y="2595534"/>
                  </a:lnTo>
                  <a:lnTo>
                    <a:pt x="2578410" y="2587463"/>
                  </a:lnTo>
                  <a:lnTo>
                    <a:pt x="2506788" y="2579318"/>
                  </a:lnTo>
                  <a:lnTo>
                    <a:pt x="2435165" y="2571099"/>
                  </a:lnTo>
                  <a:lnTo>
                    <a:pt x="2363543" y="2562805"/>
                  </a:lnTo>
                  <a:lnTo>
                    <a:pt x="2291920" y="2554437"/>
                  </a:lnTo>
                  <a:lnTo>
                    <a:pt x="2220298" y="2545992"/>
                  </a:lnTo>
                  <a:lnTo>
                    <a:pt x="2148675" y="2537470"/>
                  </a:lnTo>
                  <a:lnTo>
                    <a:pt x="2077053" y="2528871"/>
                  </a:lnTo>
                  <a:lnTo>
                    <a:pt x="2005430" y="2520194"/>
                  </a:lnTo>
                  <a:lnTo>
                    <a:pt x="1933808" y="2511438"/>
                  </a:lnTo>
                  <a:lnTo>
                    <a:pt x="1862185" y="2502602"/>
                  </a:lnTo>
                  <a:lnTo>
                    <a:pt x="1790563" y="2493686"/>
                  </a:lnTo>
                  <a:lnTo>
                    <a:pt x="1718940" y="2484689"/>
                  </a:lnTo>
                  <a:lnTo>
                    <a:pt x="1647318" y="2475610"/>
                  </a:lnTo>
                  <a:lnTo>
                    <a:pt x="1575695" y="2466449"/>
                  </a:lnTo>
                  <a:lnTo>
                    <a:pt x="1504073" y="2457205"/>
                  </a:lnTo>
                  <a:lnTo>
                    <a:pt x="1432450" y="2447876"/>
                  </a:lnTo>
                  <a:lnTo>
                    <a:pt x="1360827" y="2438463"/>
                  </a:lnTo>
                  <a:lnTo>
                    <a:pt x="1289205" y="2428964"/>
                  </a:lnTo>
                  <a:lnTo>
                    <a:pt x="1217582" y="2419379"/>
                  </a:lnTo>
                  <a:lnTo>
                    <a:pt x="1145960" y="2409707"/>
                  </a:lnTo>
                  <a:lnTo>
                    <a:pt x="1074337" y="2399947"/>
                  </a:lnTo>
                  <a:lnTo>
                    <a:pt x="1002715" y="2390098"/>
                  </a:lnTo>
                  <a:lnTo>
                    <a:pt x="931092" y="2380160"/>
                  </a:lnTo>
                  <a:lnTo>
                    <a:pt x="859470" y="2370131"/>
                  </a:lnTo>
                  <a:lnTo>
                    <a:pt x="787847" y="2360011"/>
                  </a:lnTo>
                  <a:lnTo>
                    <a:pt x="716225" y="2349800"/>
                  </a:lnTo>
                  <a:lnTo>
                    <a:pt x="644602" y="2339495"/>
                  </a:lnTo>
                  <a:lnTo>
                    <a:pt x="572980" y="2329097"/>
                  </a:lnTo>
                  <a:lnTo>
                    <a:pt x="501357" y="2318605"/>
                  </a:lnTo>
                  <a:lnTo>
                    <a:pt x="429735" y="2308017"/>
                  </a:lnTo>
                  <a:lnTo>
                    <a:pt x="358112" y="2297332"/>
                  </a:lnTo>
                  <a:lnTo>
                    <a:pt x="286490" y="2286551"/>
                  </a:lnTo>
                  <a:lnTo>
                    <a:pt x="214867" y="2275672"/>
                  </a:lnTo>
                  <a:lnTo>
                    <a:pt x="143245" y="2264694"/>
                  </a:lnTo>
                  <a:lnTo>
                    <a:pt x="71622" y="2253616"/>
                  </a:lnTo>
                  <a:lnTo>
                    <a:pt x="0" y="224243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027467" y="2073503"/>
              <a:ext cx="6235211" cy="2976831"/>
            </a:xfrm>
            <a:custGeom>
              <a:avLst/>
              <a:pathLst>
                <a:path w="6235211" h="2976831">
                  <a:moveTo>
                    <a:pt x="0" y="0"/>
                  </a:moveTo>
                  <a:lnTo>
                    <a:pt x="4051" y="8841"/>
                  </a:lnTo>
                  <a:lnTo>
                    <a:pt x="75674" y="158391"/>
                  </a:lnTo>
                  <a:lnTo>
                    <a:pt x="147297" y="301505"/>
                  </a:lnTo>
                  <a:lnTo>
                    <a:pt x="218919" y="438459"/>
                  </a:lnTo>
                  <a:lnTo>
                    <a:pt x="290542" y="569520"/>
                  </a:lnTo>
                  <a:lnTo>
                    <a:pt x="362164" y="694940"/>
                  </a:lnTo>
                  <a:lnTo>
                    <a:pt x="433787" y="814962"/>
                  </a:lnTo>
                  <a:lnTo>
                    <a:pt x="505409" y="929819"/>
                  </a:lnTo>
                  <a:lnTo>
                    <a:pt x="577032" y="1039733"/>
                  </a:lnTo>
                  <a:lnTo>
                    <a:pt x="648654" y="1144916"/>
                  </a:lnTo>
                  <a:lnTo>
                    <a:pt x="720277" y="1245573"/>
                  </a:lnTo>
                  <a:lnTo>
                    <a:pt x="791899" y="1341898"/>
                  </a:lnTo>
                  <a:lnTo>
                    <a:pt x="863522" y="1434077"/>
                  </a:lnTo>
                  <a:lnTo>
                    <a:pt x="935144" y="1522289"/>
                  </a:lnTo>
                  <a:lnTo>
                    <a:pt x="1006767" y="1606704"/>
                  </a:lnTo>
                  <a:lnTo>
                    <a:pt x="1078389" y="1687487"/>
                  </a:lnTo>
                  <a:lnTo>
                    <a:pt x="1150012" y="1764793"/>
                  </a:lnTo>
                  <a:lnTo>
                    <a:pt x="1221634" y="1838772"/>
                  </a:lnTo>
                  <a:lnTo>
                    <a:pt x="1293257" y="1909567"/>
                  </a:lnTo>
                  <a:lnTo>
                    <a:pt x="1364879" y="1977315"/>
                  </a:lnTo>
                  <a:lnTo>
                    <a:pt x="1436502" y="2042148"/>
                  </a:lnTo>
                  <a:lnTo>
                    <a:pt x="1508125" y="2104190"/>
                  </a:lnTo>
                  <a:lnTo>
                    <a:pt x="1579747" y="2163562"/>
                  </a:lnTo>
                  <a:lnTo>
                    <a:pt x="1651370" y="2220379"/>
                  </a:lnTo>
                  <a:lnTo>
                    <a:pt x="1722992" y="2274751"/>
                  </a:lnTo>
                  <a:lnTo>
                    <a:pt x="1794615" y="2326783"/>
                  </a:lnTo>
                  <a:lnTo>
                    <a:pt x="1866237" y="2376575"/>
                  </a:lnTo>
                  <a:lnTo>
                    <a:pt x="1937860" y="2424225"/>
                  </a:lnTo>
                  <a:lnTo>
                    <a:pt x="2009482" y="2469823"/>
                  </a:lnTo>
                  <a:lnTo>
                    <a:pt x="2081105" y="2513460"/>
                  </a:lnTo>
                  <a:lnTo>
                    <a:pt x="2152727" y="2555218"/>
                  </a:lnTo>
                  <a:lnTo>
                    <a:pt x="2224350" y="2595179"/>
                  </a:lnTo>
                  <a:lnTo>
                    <a:pt x="2295972" y="2633421"/>
                  </a:lnTo>
                  <a:lnTo>
                    <a:pt x="2367595" y="2657543"/>
                  </a:lnTo>
                  <a:lnTo>
                    <a:pt x="2439217" y="2664983"/>
                  </a:lnTo>
                  <a:lnTo>
                    <a:pt x="2510840" y="2672357"/>
                  </a:lnTo>
                  <a:lnTo>
                    <a:pt x="2582462" y="2679664"/>
                  </a:lnTo>
                  <a:lnTo>
                    <a:pt x="2654085" y="2686905"/>
                  </a:lnTo>
                  <a:lnTo>
                    <a:pt x="2725707" y="2694081"/>
                  </a:lnTo>
                  <a:lnTo>
                    <a:pt x="2797330" y="2701192"/>
                  </a:lnTo>
                  <a:lnTo>
                    <a:pt x="2868953" y="2708239"/>
                  </a:lnTo>
                  <a:lnTo>
                    <a:pt x="2940575" y="2715223"/>
                  </a:lnTo>
                  <a:lnTo>
                    <a:pt x="3012198" y="2722144"/>
                  </a:lnTo>
                  <a:lnTo>
                    <a:pt x="3083820" y="2729002"/>
                  </a:lnTo>
                  <a:lnTo>
                    <a:pt x="3155443" y="2735799"/>
                  </a:lnTo>
                  <a:lnTo>
                    <a:pt x="3227065" y="2742535"/>
                  </a:lnTo>
                  <a:lnTo>
                    <a:pt x="3298688" y="2749210"/>
                  </a:lnTo>
                  <a:lnTo>
                    <a:pt x="3370310" y="2755825"/>
                  </a:lnTo>
                  <a:lnTo>
                    <a:pt x="3441933" y="2762380"/>
                  </a:lnTo>
                  <a:lnTo>
                    <a:pt x="3513555" y="2768876"/>
                  </a:lnTo>
                  <a:lnTo>
                    <a:pt x="3585178" y="2775314"/>
                  </a:lnTo>
                  <a:lnTo>
                    <a:pt x="3656800" y="2781694"/>
                  </a:lnTo>
                  <a:lnTo>
                    <a:pt x="3728423" y="2788016"/>
                  </a:lnTo>
                  <a:lnTo>
                    <a:pt x="3800045" y="2794281"/>
                  </a:lnTo>
                  <a:lnTo>
                    <a:pt x="3871668" y="2800490"/>
                  </a:lnTo>
                  <a:lnTo>
                    <a:pt x="3943290" y="2806643"/>
                  </a:lnTo>
                  <a:lnTo>
                    <a:pt x="4014913" y="2812741"/>
                  </a:lnTo>
                  <a:lnTo>
                    <a:pt x="4086535" y="2818783"/>
                  </a:lnTo>
                  <a:lnTo>
                    <a:pt x="4158158" y="2824772"/>
                  </a:lnTo>
                  <a:lnTo>
                    <a:pt x="4229781" y="2830706"/>
                  </a:lnTo>
                  <a:lnTo>
                    <a:pt x="4301403" y="2836587"/>
                  </a:lnTo>
                  <a:lnTo>
                    <a:pt x="4373026" y="2842415"/>
                  </a:lnTo>
                  <a:lnTo>
                    <a:pt x="4444648" y="2848190"/>
                  </a:lnTo>
                  <a:lnTo>
                    <a:pt x="4516271" y="2853914"/>
                  </a:lnTo>
                  <a:lnTo>
                    <a:pt x="4587893" y="2859586"/>
                  </a:lnTo>
                  <a:lnTo>
                    <a:pt x="4659516" y="2865207"/>
                  </a:lnTo>
                  <a:lnTo>
                    <a:pt x="4731138" y="2870777"/>
                  </a:lnTo>
                  <a:lnTo>
                    <a:pt x="4802761" y="2876297"/>
                  </a:lnTo>
                  <a:lnTo>
                    <a:pt x="4874383" y="2881767"/>
                  </a:lnTo>
                  <a:lnTo>
                    <a:pt x="4946006" y="2887188"/>
                  </a:lnTo>
                  <a:lnTo>
                    <a:pt x="5017628" y="2892561"/>
                  </a:lnTo>
                  <a:lnTo>
                    <a:pt x="5089251" y="2897885"/>
                  </a:lnTo>
                  <a:lnTo>
                    <a:pt x="5160873" y="2903161"/>
                  </a:lnTo>
                  <a:lnTo>
                    <a:pt x="5232496" y="2908389"/>
                  </a:lnTo>
                  <a:lnTo>
                    <a:pt x="5304118" y="2913570"/>
                  </a:lnTo>
                  <a:lnTo>
                    <a:pt x="5375741" y="2918705"/>
                  </a:lnTo>
                  <a:lnTo>
                    <a:pt x="5447363" y="2923793"/>
                  </a:lnTo>
                  <a:lnTo>
                    <a:pt x="5518986" y="2928836"/>
                  </a:lnTo>
                  <a:lnTo>
                    <a:pt x="5590609" y="2933833"/>
                  </a:lnTo>
                  <a:lnTo>
                    <a:pt x="5662231" y="2938786"/>
                  </a:lnTo>
                  <a:lnTo>
                    <a:pt x="5733854" y="2943693"/>
                  </a:lnTo>
                  <a:lnTo>
                    <a:pt x="5805476" y="2948557"/>
                  </a:lnTo>
                  <a:lnTo>
                    <a:pt x="5877099" y="2953376"/>
                  </a:lnTo>
                  <a:lnTo>
                    <a:pt x="5948721" y="2958152"/>
                  </a:lnTo>
                  <a:lnTo>
                    <a:pt x="6020344" y="2962886"/>
                  </a:lnTo>
                  <a:lnTo>
                    <a:pt x="6091966" y="2967576"/>
                  </a:lnTo>
                  <a:lnTo>
                    <a:pt x="6163589" y="2972225"/>
                  </a:lnTo>
                  <a:lnTo>
                    <a:pt x="6235211" y="29768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315940"/>
              <a:ext cx="7090630" cy="1165658"/>
            </a:xfrm>
            <a:custGeom>
              <a:avLst/>
              <a:pathLst>
                <a:path w="7090630" h="1165658">
                  <a:moveTo>
                    <a:pt x="7090630" y="1165658"/>
                  </a:moveTo>
                  <a:lnTo>
                    <a:pt x="7019007" y="1162255"/>
                  </a:lnTo>
                  <a:lnTo>
                    <a:pt x="6947385" y="1158700"/>
                  </a:lnTo>
                  <a:lnTo>
                    <a:pt x="6875762" y="1154985"/>
                  </a:lnTo>
                  <a:lnTo>
                    <a:pt x="6804139" y="1151103"/>
                  </a:lnTo>
                  <a:lnTo>
                    <a:pt x="6732517" y="1147046"/>
                  </a:lnTo>
                  <a:lnTo>
                    <a:pt x="6660894" y="1142807"/>
                  </a:lnTo>
                  <a:lnTo>
                    <a:pt x="6589272" y="1138377"/>
                  </a:lnTo>
                  <a:lnTo>
                    <a:pt x="6517649" y="1133748"/>
                  </a:lnTo>
                  <a:lnTo>
                    <a:pt x="6446027" y="1128911"/>
                  </a:lnTo>
                  <a:lnTo>
                    <a:pt x="6374404" y="1123856"/>
                  </a:lnTo>
                  <a:lnTo>
                    <a:pt x="6302782" y="1118574"/>
                  </a:lnTo>
                  <a:lnTo>
                    <a:pt x="6231159" y="1113054"/>
                  </a:lnTo>
                  <a:lnTo>
                    <a:pt x="6159537" y="1107286"/>
                  </a:lnTo>
                  <a:lnTo>
                    <a:pt x="6087914" y="1101259"/>
                  </a:lnTo>
                  <a:lnTo>
                    <a:pt x="6016292" y="1094960"/>
                  </a:lnTo>
                  <a:lnTo>
                    <a:pt x="5944669" y="1088379"/>
                  </a:lnTo>
                  <a:lnTo>
                    <a:pt x="5873047" y="1081501"/>
                  </a:lnTo>
                  <a:lnTo>
                    <a:pt x="5801424" y="1074314"/>
                  </a:lnTo>
                  <a:lnTo>
                    <a:pt x="5729802" y="1066804"/>
                  </a:lnTo>
                  <a:lnTo>
                    <a:pt x="5658179" y="1058956"/>
                  </a:lnTo>
                  <a:lnTo>
                    <a:pt x="5586557" y="1050755"/>
                  </a:lnTo>
                  <a:lnTo>
                    <a:pt x="5514934" y="1042185"/>
                  </a:lnTo>
                  <a:lnTo>
                    <a:pt x="5443311" y="1033230"/>
                  </a:lnTo>
                  <a:lnTo>
                    <a:pt x="5371689" y="1023872"/>
                  </a:lnTo>
                  <a:lnTo>
                    <a:pt x="5300066" y="1014093"/>
                  </a:lnTo>
                  <a:lnTo>
                    <a:pt x="5228444" y="1003875"/>
                  </a:lnTo>
                  <a:lnTo>
                    <a:pt x="5156821" y="993197"/>
                  </a:lnTo>
                  <a:lnTo>
                    <a:pt x="5085199" y="982039"/>
                  </a:lnTo>
                  <a:lnTo>
                    <a:pt x="5013576" y="970379"/>
                  </a:lnTo>
                  <a:lnTo>
                    <a:pt x="4941954" y="958194"/>
                  </a:lnTo>
                  <a:lnTo>
                    <a:pt x="4870331" y="945462"/>
                  </a:lnTo>
                  <a:lnTo>
                    <a:pt x="4798709" y="932157"/>
                  </a:lnTo>
                  <a:lnTo>
                    <a:pt x="4727086" y="918253"/>
                  </a:lnTo>
                  <a:lnTo>
                    <a:pt x="4655464" y="903725"/>
                  </a:lnTo>
                  <a:lnTo>
                    <a:pt x="4583841" y="888543"/>
                  </a:lnTo>
                  <a:lnTo>
                    <a:pt x="4512219" y="872678"/>
                  </a:lnTo>
                  <a:lnTo>
                    <a:pt x="4440596" y="856100"/>
                  </a:lnTo>
                  <a:lnTo>
                    <a:pt x="4368974" y="838776"/>
                  </a:lnTo>
                  <a:lnTo>
                    <a:pt x="4297351" y="820673"/>
                  </a:lnTo>
                  <a:lnTo>
                    <a:pt x="4225729" y="801756"/>
                  </a:lnTo>
                  <a:lnTo>
                    <a:pt x="4154106" y="781988"/>
                  </a:lnTo>
                  <a:lnTo>
                    <a:pt x="4082483" y="761331"/>
                  </a:lnTo>
                  <a:lnTo>
                    <a:pt x="4010861" y="739745"/>
                  </a:lnTo>
                  <a:lnTo>
                    <a:pt x="3939238" y="717188"/>
                  </a:lnTo>
                  <a:lnTo>
                    <a:pt x="3867616" y="693617"/>
                  </a:lnTo>
                  <a:lnTo>
                    <a:pt x="3795993" y="668986"/>
                  </a:lnTo>
                  <a:lnTo>
                    <a:pt x="3724371" y="643247"/>
                  </a:lnTo>
                  <a:lnTo>
                    <a:pt x="3652748" y="616351"/>
                  </a:lnTo>
                  <a:lnTo>
                    <a:pt x="3581126" y="588245"/>
                  </a:lnTo>
                  <a:lnTo>
                    <a:pt x="3509503" y="558875"/>
                  </a:lnTo>
                  <a:lnTo>
                    <a:pt x="3437881" y="528184"/>
                  </a:lnTo>
                  <a:lnTo>
                    <a:pt x="3366258" y="496113"/>
                  </a:lnTo>
                  <a:lnTo>
                    <a:pt x="3294636" y="462599"/>
                  </a:lnTo>
                  <a:lnTo>
                    <a:pt x="3223013" y="427579"/>
                  </a:lnTo>
                  <a:lnTo>
                    <a:pt x="3151391" y="407597"/>
                  </a:lnTo>
                  <a:lnTo>
                    <a:pt x="3079768" y="400021"/>
                  </a:lnTo>
                  <a:lnTo>
                    <a:pt x="3008146" y="392376"/>
                  </a:lnTo>
                  <a:lnTo>
                    <a:pt x="2936523" y="384662"/>
                  </a:lnTo>
                  <a:lnTo>
                    <a:pt x="2864901" y="376877"/>
                  </a:lnTo>
                  <a:lnTo>
                    <a:pt x="2793278" y="369022"/>
                  </a:lnTo>
                  <a:lnTo>
                    <a:pt x="2721655" y="361095"/>
                  </a:lnTo>
                  <a:lnTo>
                    <a:pt x="2650033" y="353096"/>
                  </a:lnTo>
                  <a:lnTo>
                    <a:pt x="2578410" y="345025"/>
                  </a:lnTo>
                  <a:lnTo>
                    <a:pt x="2506788" y="336880"/>
                  </a:lnTo>
                  <a:lnTo>
                    <a:pt x="2435165" y="328661"/>
                  </a:lnTo>
                  <a:lnTo>
                    <a:pt x="2363543" y="320368"/>
                  </a:lnTo>
                  <a:lnTo>
                    <a:pt x="2291920" y="311999"/>
                  </a:lnTo>
                  <a:lnTo>
                    <a:pt x="2220298" y="303554"/>
                  </a:lnTo>
                  <a:lnTo>
                    <a:pt x="2148675" y="295032"/>
                  </a:lnTo>
                  <a:lnTo>
                    <a:pt x="2077053" y="286433"/>
                  </a:lnTo>
                  <a:lnTo>
                    <a:pt x="2005430" y="277756"/>
                  </a:lnTo>
                  <a:lnTo>
                    <a:pt x="1933808" y="269000"/>
                  </a:lnTo>
                  <a:lnTo>
                    <a:pt x="1862185" y="260164"/>
                  </a:lnTo>
                  <a:lnTo>
                    <a:pt x="1790563" y="251248"/>
                  </a:lnTo>
                  <a:lnTo>
                    <a:pt x="1718940" y="242251"/>
                  </a:lnTo>
                  <a:lnTo>
                    <a:pt x="1647318" y="233173"/>
                  </a:lnTo>
                  <a:lnTo>
                    <a:pt x="1575695" y="224011"/>
                  </a:lnTo>
                  <a:lnTo>
                    <a:pt x="1504073" y="214767"/>
                  </a:lnTo>
                  <a:lnTo>
                    <a:pt x="1432450" y="205438"/>
                  </a:lnTo>
                  <a:lnTo>
                    <a:pt x="1360827" y="196025"/>
                  </a:lnTo>
                  <a:lnTo>
                    <a:pt x="1289205" y="186526"/>
                  </a:lnTo>
                  <a:lnTo>
                    <a:pt x="1217582" y="176941"/>
                  </a:lnTo>
                  <a:lnTo>
                    <a:pt x="1145960" y="167269"/>
                  </a:lnTo>
                  <a:lnTo>
                    <a:pt x="1074337" y="157509"/>
                  </a:lnTo>
                  <a:lnTo>
                    <a:pt x="1002715" y="147660"/>
                  </a:lnTo>
                  <a:lnTo>
                    <a:pt x="931092" y="137722"/>
                  </a:lnTo>
                  <a:lnTo>
                    <a:pt x="859470" y="127693"/>
                  </a:lnTo>
                  <a:lnTo>
                    <a:pt x="787847" y="117574"/>
                  </a:lnTo>
                  <a:lnTo>
                    <a:pt x="716225" y="107362"/>
                  </a:lnTo>
                  <a:lnTo>
                    <a:pt x="644602" y="97057"/>
                  </a:lnTo>
                  <a:lnTo>
                    <a:pt x="572980" y="86659"/>
                  </a:lnTo>
                  <a:lnTo>
                    <a:pt x="501357" y="76167"/>
                  </a:lnTo>
                  <a:lnTo>
                    <a:pt x="429735" y="65579"/>
                  </a:lnTo>
                  <a:lnTo>
                    <a:pt x="358112" y="54895"/>
                  </a:lnTo>
                  <a:lnTo>
                    <a:pt x="286490" y="44113"/>
                  </a:lnTo>
                  <a:lnTo>
                    <a:pt x="214867" y="33234"/>
                  </a:lnTo>
                  <a:lnTo>
                    <a:pt x="143245" y="22256"/>
                  </a:lnTo>
                  <a:lnTo>
                    <a:pt x="71622" y="1117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2853035"/>
              <a:ext cx="7090630" cy="2508386"/>
            </a:xfrm>
            <a:custGeom>
              <a:avLst/>
              <a:pathLst>
                <a:path w="7090630" h="2508386">
                  <a:moveTo>
                    <a:pt x="0" y="0"/>
                  </a:moveTo>
                  <a:lnTo>
                    <a:pt x="71622" y="70769"/>
                  </a:lnTo>
                  <a:lnTo>
                    <a:pt x="143245" y="139686"/>
                  </a:lnTo>
                  <a:lnTo>
                    <a:pt x="214867" y="206799"/>
                  </a:lnTo>
                  <a:lnTo>
                    <a:pt x="286490" y="272157"/>
                  </a:lnTo>
                  <a:lnTo>
                    <a:pt x="358112" y="335803"/>
                  </a:lnTo>
                  <a:lnTo>
                    <a:pt x="429735" y="397785"/>
                  </a:lnTo>
                  <a:lnTo>
                    <a:pt x="501357" y="458144"/>
                  </a:lnTo>
                  <a:lnTo>
                    <a:pt x="572980" y="516923"/>
                  </a:lnTo>
                  <a:lnTo>
                    <a:pt x="644602" y="574165"/>
                  </a:lnTo>
                  <a:lnTo>
                    <a:pt x="716225" y="629908"/>
                  </a:lnTo>
                  <a:lnTo>
                    <a:pt x="787847" y="684192"/>
                  </a:lnTo>
                  <a:lnTo>
                    <a:pt x="859470" y="737056"/>
                  </a:lnTo>
                  <a:lnTo>
                    <a:pt x="931092" y="788537"/>
                  </a:lnTo>
                  <a:lnTo>
                    <a:pt x="1002715" y="838670"/>
                  </a:lnTo>
                  <a:lnTo>
                    <a:pt x="1074337" y="887491"/>
                  </a:lnTo>
                  <a:lnTo>
                    <a:pt x="1145960" y="935035"/>
                  </a:lnTo>
                  <a:lnTo>
                    <a:pt x="1217582" y="981334"/>
                  </a:lnTo>
                  <a:lnTo>
                    <a:pt x="1289205" y="1026422"/>
                  </a:lnTo>
                  <a:lnTo>
                    <a:pt x="1360827" y="1070329"/>
                  </a:lnTo>
                  <a:lnTo>
                    <a:pt x="1432450" y="1113088"/>
                  </a:lnTo>
                  <a:lnTo>
                    <a:pt x="1504073" y="1154728"/>
                  </a:lnTo>
                  <a:lnTo>
                    <a:pt x="1575695" y="1195278"/>
                  </a:lnTo>
                  <a:lnTo>
                    <a:pt x="1647318" y="1234767"/>
                  </a:lnTo>
                  <a:lnTo>
                    <a:pt x="1718940" y="1273222"/>
                  </a:lnTo>
                  <a:lnTo>
                    <a:pt x="1790563" y="1310671"/>
                  </a:lnTo>
                  <a:lnTo>
                    <a:pt x="1862185" y="1347140"/>
                  </a:lnTo>
                  <a:lnTo>
                    <a:pt x="1933808" y="1382654"/>
                  </a:lnTo>
                  <a:lnTo>
                    <a:pt x="2005430" y="1417240"/>
                  </a:lnTo>
                  <a:lnTo>
                    <a:pt x="2077053" y="1450920"/>
                  </a:lnTo>
                  <a:lnTo>
                    <a:pt x="2148675" y="1483718"/>
                  </a:lnTo>
                  <a:lnTo>
                    <a:pt x="2220298" y="1515659"/>
                  </a:lnTo>
                  <a:lnTo>
                    <a:pt x="2291920" y="1546763"/>
                  </a:lnTo>
                  <a:lnTo>
                    <a:pt x="2363543" y="1577053"/>
                  </a:lnTo>
                  <a:lnTo>
                    <a:pt x="2435165" y="1606551"/>
                  </a:lnTo>
                  <a:lnTo>
                    <a:pt x="2506788" y="1635277"/>
                  </a:lnTo>
                  <a:lnTo>
                    <a:pt x="2578410" y="1663251"/>
                  </a:lnTo>
                  <a:lnTo>
                    <a:pt x="2650033" y="1690493"/>
                  </a:lnTo>
                  <a:lnTo>
                    <a:pt x="2721655" y="1717022"/>
                  </a:lnTo>
                  <a:lnTo>
                    <a:pt x="2793278" y="1742857"/>
                  </a:lnTo>
                  <a:lnTo>
                    <a:pt x="2864901" y="1768015"/>
                  </a:lnTo>
                  <a:lnTo>
                    <a:pt x="2936523" y="1792516"/>
                  </a:lnTo>
                  <a:lnTo>
                    <a:pt x="3008146" y="1816375"/>
                  </a:lnTo>
                  <a:lnTo>
                    <a:pt x="3079768" y="1839609"/>
                  </a:lnTo>
                  <a:lnTo>
                    <a:pt x="3151391" y="1862236"/>
                  </a:lnTo>
                  <a:lnTo>
                    <a:pt x="3223013" y="1884271"/>
                  </a:lnTo>
                  <a:lnTo>
                    <a:pt x="3294636" y="1905728"/>
                  </a:lnTo>
                  <a:lnTo>
                    <a:pt x="3366258" y="1926625"/>
                  </a:lnTo>
                  <a:lnTo>
                    <a:pt x="3437881" y="1946974"/>
                  </a:lnTo>
                  <a:lnTo>
                    <a:pt x="3509503" y="1966791"/>
                  </a:lnTo>
                  <a:lnTo>
                    <a:pt x="3581126" y="1986090"/>
                  </a:lnTo>
                  <a:lnTo>
                    <a:pt x="3652748" y="2004883"/>
                  </a:lnTo>
                  <a:lnTo>
                    <a:pt x="3724371" y="2023184"/>
                  </a:lnTo>
                  <a:lnTo>
                    <a:pt x="3795993" y="2041007"/>
                  </a:lnTo>
                  <a:lnTo>
                    <a:pt x="3867616" y="2058363"/>
                  </a:lnTo>
                  <a:lnTo>
                    <a:pt x="3939238" y="2075265"/>
                  </a:lnTo>
                  <a:lnTo>
                    <a:pt x="4010861" y="2091724"/>
                  </a:lnTo>
                  <a:lnTo>
                    <a:pt x="4082483" y="2107753"/>
                  </a:lnTo>
                  <a:lnTo>
                    <a:pt x="4154106" y="2123362"/>
                  </a:lnTo>
                  <a:lnTo>
                    <a:pt x="4225729" y="2138563"/>
                  </a:lnTo>
                  <a:lnTo>
                    <a:pt x="4297351" y="2153366"/>
                  </a:lnTo>
                  <a:lnTo>
                    <a:pt x="4368974" y="2167782"/>
                  </a:lnTo>
                  <a:lnTo>
                    <a:pt x="4440596" y="2181820"/>
                  </a:lnTo>
                  <a:lnTo>
                    <a:pt x="4512219" y="2195491"/>
                  </a:lnTo>
                  <a:lnTo>
                    <a:pt x="4583841" y="2208805"/>
                  </a:lnTo>
                  <a:lnTo>
                    <a:pt x="4655464" y="2221769"/>
                  </a:lnTo>
                  <a:lnTo>
                    <a:pt x="4727086" y="2234395"/>
                  </a:lnTo>
                  <a:lnTo>
                    <a:pt x="4798709" y="2246690"/>
                  </a:lnTo>
                  <a:lnTo>
                    <a:pt x="4870331" y="2258664"/>
                  </a:lnTo>
                  <a:lnTo>
                    <a:pt x="4941954" y="2270324"/>
                  </a:lnTo>
                  <a:lnTo>
                    <a:pt x="5013576" y="2281678"/>
                  </a:lnTo>
                  <a:lnTo>
                    <a:pt x="5085199" y="2292736"/>
                  </a:lnTo>
                  <a:lnTo>
                    <a:pt x="5156821" y="2303504"/>
                  </a:lnTo>
                  <a:lnTo>
                    <a:pt x="5228444" y="2313991"/>
                  </a:lnTo>
                  <a:lnTo>
                    <a:pt x="5300066" y="2324203"/>
                  </a:lnTo>
                  <a:lnTo>
                    <a:pt x="5371689" y="2334148"/>
                  </a:lnTo>
                  <a:lnTo>
                    <a:pt x="5443311" y="2343833"/>
                  </a:lnTo>
                  <a:lnTo>
                    <a:pt x="5514934" y="2353264"/>
                  </a:lnTo>
                  <a:lnTo>
                    <a:pt x="5586557" y="2362448"/>
                  </a:lnTo>
                  <a:lnTo>
                    <a:pt x="5658179" y="2371392"/>
                  </a:lnTo>
                  <a:lnTo>
                    <a:pt x="5729802" y="2380102"/>
                  </a:lnTo>
                  <a:lnTo>
                    <a:pt x="5801424" y="2388584"/>
                  </a:lnTo>
                  <a:lnTo>
                    <a:pt x="5873047" y="2396844"/>
                  </a:lnTo>
                  <a:lnTo>
                    <a:pt x="5944669" y="2404888"/>
                  </a:lnTo>
                  <a:lnTo>
                    <a:pt x="6016292" y="2412721"/>
                  </a:lnTo>
                  <a:lnTo>
                    <a:pt x="6087914" y="2420350"/>
                  </a:lnTo>
                  <a:lnTo>
                    <a:pt x="6159537" y="2427778"/>
                  </a:lnTo>
                  <a:lnTo>
                    <a:pt x="6231159" y="2435013"/>
                  </a:lnTo>
                  <a:lnTo>
                    <a:pt x="6302782" y="2442058"/>
                  </a:lnTo>
                  <a:lnTo>
                    <a:pt x="6374404" y="2448918"/>
                  </a:lnTo>
                  <a:lnTo>
                    <a:pt x="6446027" y="2455599"/>
                  </a:lnTo>
                  <a:lnTo>
                    <a:pt x="6517649" y="2462105"/>
                  </a:lnTo>
                  <a:lnTo>
                    <a:pt x="6589272" y="2468441"/>
                  </a:lnTo>
                  <a:lnTo>
                    <a:pt x="6660894" y="2474612"/>
                  </a:lnTo>
                  <a:lnTo>
                    <a:pt x="6732517" y="2480620"/>
                  </a:lnTo>
                  <a:lnTo>
                    <a:pt x="6804139" y="2486472"/>
                  </a:lnTo>
                  <a:lnTo>
                    <a:pt x="6875762" y="2492170"/>
                  </a:lnTo>
                  <a:lnTo>
                    <a:pt x="6947385" y="2497719"/>
                  </a:lnTo>
                  <a:lnTo>
                    <a:pt x="7019007" y="2503123"/>
                  </a:lnTo>
                  <a:lnTo>
                    <a:pt x="7090630" y="250838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43940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24606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0713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8779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1.40 (1.12-1.74), p_Bonf = 0.018 (n = 6)  |  per IQR decline (Δ = 24.3 %): 2.25 (1.32-3.85)  |  IQR: [-22.7, 1.6]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271860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2026-08-17T07:57:32Z</dcterms:modified>
  <cp:category/>
</cp:coreProperties>
</file>